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3" r:id="rId5"/>
    <p:sldId id="259" r:id="rId6"/>
    <p:sldId id="261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ACB8"/>
    <a:srgbClr val="FBE89B"/>
    <a:srgbClr val="F59FA8"/>
    <a:srgbClr val="B45210"/>
    <a:srgbClr val="E3E6E9"/>
    <a:srgbClr val="70AD47"/>
    <a:srgbClr val="9DC3E6"/>
    <a:srgbClr val="9EBCD8"/>
    <a:srgbClr val="4483AF"/>
    <a:srgbClr val="539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5C213-309E-9EDD-D9D6-9B9CD4657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2026E0-4248-0675-DFBE-F25F88FB2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4C79EC-5FDB-7A8C-A625-2483C112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5D91D-2A78-05BC-EC34-92F25C02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BEB27A-49DD-A7FB-678F-51777F40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19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0FEF64-A59F-54B3-748F-6AABB1CB7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465857-402F-E59E-2F71-8D5D3A6CC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BC1361-577B-CDDC-F7B7-E2EDF80A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8023A-EBF7-46A3-70EE-99D4E283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3C8428-146A-5BAE-ACA1-153038F1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35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1CD64-102E-7B28-4B68-D579D1362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B3A2AF-BD92-5D3C-F69B-03401A665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CD9323-3ED7-B0B3-4ACE-AE29D2EC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AF040-4224-9D7D-E19E-AEB3A8C6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ACF93-F7F3-B3E0-36A9-96CBE8A32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955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732E6-765A-870D-B633-BB6B65F7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E4225-40C6-9EF0-C7CE-DE46E8F75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82AC98-E883-746B-630A-889018E3A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ACD4BF-B3C0-A0C6-1C0A-C493D6F43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9A7309-2DA4-35B3-0284-5A116461D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143FDC-5EEB-4F99-48E6-22979875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95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1BE70-C3EE-3491-F3DF-C9BA78A1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613B8A-1B4E-FD42-33BC-C866A8493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2D26A1-2EB0-20C4-A0F7-868CFA979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1790E7-C5F0-5FD9-E1E7-08EC0C23A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CCAD3BD-5F78-7904-AE1E-877CEEC36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ED1119-EE53-2240-80BC-8413A9973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78020D-71E4-468F-A723-15217B84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2971C70-413A-C9F0-EC85-36A983F4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43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88B89-1B9D-5557-EC26-B74A19FE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326999-C1D3-FC27-A141-00BCFF047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AA7F4D-4632-93F6-8730-2EE079175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E766B-C370-C489-D6EE-AF70EFB7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57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D437E0-7818-DD48-6063-5EC513B8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7AE35D-0EF1-28B8-80F5-941C09122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88DC55-BB1E-2F05-A72F-192468985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6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74D77-513F-2DF6-23F5-5CC2DD20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6B1A2-071A-FAEB-9286-0AB2E02E3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80033F-CEA2-89FC-51C3-0FF8E596C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9FFE30-F8C9-05E3-C7A1-5EBB920A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75DA2C-C0B9-ED3E-AF69-B8486DB0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20E68F-59FA-0DBE-AC95-04A42238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77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F1B883-F86B-CE7A-0652-259D8879B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44C2F4-1071-3859-C362-B37C7C0A60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537FC7-5563-AC4E-E461-07F482DDD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D406B6-FCA2-14F0-1198-25B143E8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23129A-F920-9914-2458-467C9D706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8C1D4B-71CA-6B39-B86D-8F17C0CD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83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0FEB5-EEA5-1A23-0975-3F846EE1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284F88-DB28-638B-FB17-71C65878D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5E735-F8C3-8A1E-8190-A52CD6DE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43C6F3-C150-66B3-0CEF-E5913966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42557B-0049-8FD3-A239-17F2A6AC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624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3228CE-ECF1-D97A-46CB-6DF9798155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F7CC4D-4D69-3EF3-A5BE-E690DCB1E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B554DC-FBCD-AC84-7C76-E15924A5C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50C959-A11B-5A18-0BAB-541659B3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7D143B-3E34-4A2D-A0A5-B90C9D85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515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2AE593-588A-1ED2-E8E0-1A66897F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6E7780-9D96-EA24-64F8-EF2325836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07D306-D982-2B7B-4B29-8611B22BD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19590-3D13-42BF-9768-3D264CAC5C9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B0078-6C32-9182-DEBD-6E81EE7F8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6C6D8-189E-5A02-8B3D-4B326DEE6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6222C-41DA-4BA1-B821-D9CD42F58A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13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sv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115">
            <a:extLst>
              <a:ext uri="{FF2B5EF4-FFF2-40B4-BE49-F238E27FC236}">
                <a16:creationId xmlns:a16="http://schemas.microsoft.com/office/drawing/2014/main" id="{639F3DCC-BE22-E1FD-23DB-B50A537246E1}"/>
              </a:ext>
            </a:extLst>
          </p:cNvPr>
          <p:cNvSpPr/>
          <p:nvPr/>
        </p:nvSpPr>
        <p:spPr>
          <a:xfrm>
            <a:off x="8314870" y="535250"/>
            <a:ext cx="3711395" cy="3727064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115">
            <a:extLst>
              <a:ext uri="{FF2B5EF4-FFF2-40B4-BE49-F238E27FC236}">
                <a16:creationId xmlns:a16="http://schemas.microsoft.com/office/drawing/2014/main" id="{37D10382-84F9-9023-E878-C70E9AD75C8C}"/>
              </a:ext>
            </a:extLst>
          </p:cNvPr>
          <p:cNvSpPr/>
          <p:nvPr/>
        </p:nvSpPr>
        <p:spPr>
          <a:xfrm>
            <a:off x="228970" y="535119"/>
            <a:ext cx="7933955" cy="3731444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3">
            <a:extLst>
              <a:ext uri="{FF2B5EF4-FFF2-40B4-BE49-F238E27FC236}">
                <a16:creationId xmlns:a16="http://schemas.microsoft.com/office/drawing/2014/main" id="{1487E855-F26F-6263-283A-EECA1DC7722B}"/>
              </a:ext>
            </a:extLst>
          </p:cNvPr>
          <p:cNvSpPr/>
          <p:nvPr/>
        </p:nvSpPr>
        <p:spPr>
          <a:xfrm>
            <a:off x="341928" y="966270"/>
            <a:ext cx="7765030" cy="323140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endParaRPr lang="zh-CN" alt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926">
            <a:extLst>
              <a:ext uri="{FF2B5EF4-FFF2-40B4-BE49-F238E27FC236}">
                <a16:creationId xmlns:a16="http://schemas.microsoft.com/office/drawing/2014/main" id="{2D070CFB-4FEB-25D6-82AB-D31B832CCADC}"/>
              </a:ext>
            </a:extLst>
          </p:cNvPr>
          <p:cNvSpPr/>
          <p:nvPr/>
        </p:nvSpPr>
        <p:spPr>
          <a:xfrm>
            <a:off x="7674782" y="4696620"/>
            <a:ext cx="1193881" cy="23659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箭头: 下 944">
            <a:extLst>
              <a:ext uri="{FF2B5EF4-FFF2-40B4-BE49-F238E27FC236}">
                <a16:creationId xmlns:a16="http://schemas.microsoft.com/office/drawing/2014/main" id="{DA437904-9ECD-9DFA-286F-465C080377A2}"/>
              </a:ext>
            </a:extLst>
          </p:cNvPr>
          <p:cNvSpPr/>
          <p:nvPr/>
        </p:nvSpPr>
        <p:spPr>
          <a:xfrm rot="16200000">
            <a:off x="2577799" y="4845652"/>
            <a:ext cx="269419" cy="24108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: 圆角 116">
            <a:extLst>
              <a:ext uri="{FF2B5EF4-FFF2-40B4-BE49-F238E27FC236}">
                <a16:creationId xmlns:a16="http://schemas.microsoft.com/office/drawing/2014/main" id="{83ACE358-FE8E-A16E-2A38-FC8AA8098DF1}"/>
              </a:ext>
            </a:extLst>
          </p:cNvPr>
          <p:cNvSpPr/>
          <p:nvPr/>
        </p:nvSpPr>
        <p:spPr>
          <a:xfrm>
            <a:off x="1705654" y="393774"/>
            <a:ext cx="5286639" cy="317595"/>
          </a:xfrm>
          <a:prstGeom prst="roundRect">
            <a:avLst/>
          </a:prstGeom>
          <a:solidFill>
            <a:srgbClr val="4483A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研究内容一：基于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的智能算法研究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3">
            <a:extLst>
              <a:ext uri="{FF2B5EF4-FFF2-40B4-BE49-F238E27FC236}">
                <a16:creationId xmlns:a16="http://schemas.microsoft.com/office/drawing/2014/main" id="{C5A4C886-E61B-70CA-C9E1-3315D386A2D2}"/>
              </a:ext>
            </a:extLst>
          </p:cNvPr>
          <p:cNvSpPr/>
          <p:nvPr/>
        </p:nvSpPr>
        <p:spPr>
          <a:xfrm>
            <a:off x="469764" y="1306163"/>
            <a:ext cx="3705225" cy="755645"/>
          </a:xfrm>
          <a:prstGeom prst="roundRect">
            <a:avLst>
              <a:gd name="adj" fmla="val 6654"/>
            </a:avLst>
          </a:prstGeom>
          <a:solidFill>
            <a:schemeClr val="accent1">
              <a:lumMod val="40000"/>
              <a:lumOff val="60000"/>
              <a:alpha val="12157"/>
            </a:schemeClr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1" name="矩形: 圆角 3">
            <a:extLst>
              <a:ext uri="{FF2B5EF4-FFF2-40B4-BE49-F238E27FC236}">
                <a16:creationId xmlns:a16="http://schemas.microsoft.com/office/drawing/2014/main" id="{16A526E0-0281-9063-3437-7E3BB1B65149}"/>
              </a:ext>
            </a:extLst>
          </p:cNvPr>
          <p:cNvSpPr/>
          <p:nvPr/>
        </p:nvSpPr>
        <p:spPr>
          <a:xfrm>
            <a:off x="464814" y="3412092"/>
            <a:ext cx="3705225" cy="717514"/>
          </a:xfrm>
          <a:prstGeom prst="roundRect">
            <a:avLst>
              <a:gd name="adj" fmla="val 6654"/>
            </a:avLst>
          </a:prstGeom>
          <a:solidFill>
            <a:schemeClr val="accent1">
              <a:lumMod val="40000"/>
              <a:lumOff val="60000"/>
              <a:alpha val="12157"/>
            </a:schemeClr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2" name="矩形: 圆角 3">
            <a:extLst>
              <a:ext uri="{FF2B5EF4-FFF2-40B4-BE49-F238E27FC236}">
                <a16:creationId xmlns:a16="http://schemas.microsoft.com/office/drawing/2014/main" id="{387107F7-207A-452E-F62A-74D8E9594BD0}"/>
              </a:ext>
            </a:extLst>
          </p:cNvPr>
          <p:cNvSpPr/>
          <p:nvPr/>
        </p:nvSpPr>
        <p:spPr>
          <a:xfrm>
            <a:off x="469764" y="2214925"/>
            <a:ext cx="3705225" cy="1043600"/>
          </a:xfrm>
          <a:prstGeom prst="roundRect">
            <a:avLst>
              <a:gd name="adj" fmla="val 6654"/>
            </a:avLst>
          </a:prstGeom>
          <a:solidFill>
            <a:schemeClr val="accent1">
              <a:lumMod val="40000"/>
              <a:lumOff val="60000"/>
              <a:alpha val="12157"/>
            </a:schemeClr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15" name="矩形: 圆角 515">
            <a:extLst>
              <a:ext uri="{FF2B5EF4-FFF2-40B4-BE49-F238E27FC236}">
                <a16:creationId xmlns:a16="http://schemas.microsoft.com/office/drawing/2014/main" id="{44472AE2-4E2D-C629-728E-9EE7B452C3A7}"/>
              </a:ext>
            </a:extLst>
          </p:cNvPr>
          <p:cNvSpPr/>
          <p:nvPr/>
        </p:nvSpPr>
        <p:spPr>
          <a:xfrm>
            <a:off x="3074384" y="3580721"/>
            <a:ext cx="941320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531">
            <a:extLst>
              <a:ext uri="{FF2B5EF4-FFF2-40B4-BE49-F238E27FC236}">
                <a16:creationId xmlns:a16="http://schemas.microsoft.com/office/drawing/2014/main" id="{2DBC72D7-5F58-8AB2-383D-0DAB8002ED42}"/>
              </a:ext>
            </a:extLst>
          </p:cNvPr>
          <p:cNvSpPr/>
          <p:nvPr/>
        </p:nvSpPr>
        <p:spPr>
          <a:xfrm>
            <a:off x="643272" y="3585718"/>
            <a:ext cx="936125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534">
            <a:extLst>
              <a:ext uri="{FF2B5EF4-FFF2-40B4-BE49-F238E27FC236}">
                <a16:creationId xmlns:a16="http://schemas.microsoft.com/office/drawing/2014/main" id="{81933E2B-14B7-D54D-C413-3C67A6A00215}"/>
              </a:ext>
            </a:extLst>
          </p:cNvPr>
          <p:cNvSpPr/>
          <p:nvPr/>
        </p:nvSpPr>
        <p:spPr>
          <a:xfrm>
            <a:off x="1827938" y="3580721"/>
            <a:ext cx="945352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</p:txBody>
      </p:sp>
      <p:sp>
        <p:nvSpPr>
          <p:cNvPr id="18" name="矩形: 圆角 961">
            <a:extLst>
              <a:ext uri="{FF2B5EF4-FFF2-40B4-BE49-F238E27FC236}">
                <a16:creationId xmlns:a16="http://schemas.microsoft.com/office/drawing/2014/main" id="{19D7815D-13D0-ABFE-D8BC-8D938ADFA17A}"/>
              </a:ext>
            </a:extLst>
          </p:cNvPr>
          <p:cNvSpPr/>
          <p:nvPr/>
        </p:nvSpPr>
        <p:spPr>
          <a:xfrm>
            <a:off x="1473015" y="3294982"/>
            <a:ext cx="1814948" cy="248909"/>
          </a:xfrm>
          <a:prstGeom prst="roundRect">
            <a:avLst/>
          </a:prstGeom>
          <a:solidFill>
            <a:srgbClr val="9EBCD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19" name="矩形: 圆角 515">
            <a:extLst>
              <a:ext uri="{FF2B5EF4-FFF2-40B4-BE49-F238E27FC236}">
                <a16:creationId xmlns:a16="http://schemas.microsoft.com/office/drawing/2014/main" id="{F357E7D4-BBF9-7D3B-C48F-B506474045BD}"/>
              </a:ext>
            </a:extLst>
          </p:cNvPr>
          <p:cNvSpPr/>
          <p:nvPr/>
        </p:nvSpPr>
        <p:spPr>
          <a:xfrm>
            <a:off x="643272" y="3871562"/>
            <a:ext cx="923519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531">
            <a:extLst>
              <a:ext uri="{FF2B5EF4-FFF2-40B4-BE49-F238E27FC236}">
                <a16:creationId xmlns:a16="http://schemas.microsoft.com/office/drawing/2014/main" id="{DBF4D31B-2E76-6F1A-70A8-E7F21678064D}"/>
              </a:ext>
            </a:extLst>
          </p:cNvPr>
          <p:cNvSpPr/>
          <p:nvPr/>
        </p:nvSpPr>
        <p:spPr>
          <a:xfrm>
            <a:off x="1829180" y="3873863"/>
            <a:ext cx="945352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534">
            <a:extLst>
              <a:ext uri="{FF2B5EF4-FFF2-40B4-BE49-F238E27FC236}">
                <a16:creationId xmlns:a16="http://schemas.microsoft.com/office/drawing/2014/main" id="{A03E7DB5-3A51-45A6-BF02-12B037067488}"/>
              </a:ext>
            </a:extLst>
          </p:cNvPr>
          <p:cNvSpPr/>
          <p:nvPr/>
        </p:nvSpPr>
        <p:spPr>
          <a:xfrm>
            <a:off x="3070971" y="3866652"/>
            <a:ext cx="941318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961">
            <a:extLst>
              <a:ext uri="{FF2B5EF4-FFF2-40B4-BE49-F238E27FC236}">
                <a16:creationId xmlns:a16="http://schemas.microsoft.com/office/drawing/2014/main" id="{52769C19-650D-9B15-757E-A31473328CFB}"/>
              </a:ext>
            </a:extLst>
          </p:cNvPr>
          <p:cNvSpPr/>
          <p:nvPr/>
        </p:nvSpPr>
        <p:spPr>
          <a:xfrm>
            <a:off x="1433935" y="2093398"/>
            <a:ext cx="1856693" cy="246802"/>
          </a:xfrm>
          <a:prstGeom prst="roundRect">
            <a:avLst/>
          </a:prstGeom>
          <a:solidFill>
            <a:srgbClr val="9EBCD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</a:p>
        </p:txBody>
      </p:sp>
      <p:sp>
        <p:nvSpPr>
          <p:cNvPr id="29" name="矩形: 圆角 926">
            <a:extLst>
              <a:ext uri="{FF2B5EF4-FFF2-40B4-BE49-F238E27FC236}">
                <a16:creationId xmlns:a16="http://schemas.microsoft.com/office/drawing/2014/main" id="{B47A4AEF-40DB-6F72-4BD2-9B3230D6BEBE}"/>
              </a:ext>
            </a:extLst>
          </p:cNvPr>
          <p:cNvSpPr/>
          <p:nvPr/>
        </p:nvSpPr>
        <p:spPr>
          <a:xfrm>
            <a:off x="1765206" y="2790791"/>
            <a:ext cx="1075729" cy="20649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矩形: 圆角 961">
            <a:extLst>
              <a:ext uri="{FF2B5EF4-FFF2-40B4-BE49-F238E27FC236}">
                <a16:creationId xmlns:a16="http://schemas.microsoft.com/office/drawing/2014/main" id="{708AE6E8-B017-19EC-F357-A80191D3D1EC}"/>
              </a:ext>
            </a:extLst>
          </p:cNvPr>
          <p:cNvSpPr/>
          <p:nvPr/>
        </p:nvSpPr>
        <p:spPr>
          <a:xfrm>
            <a:off x="1433935" y="1195800"/>
            <a:ext cx="1797061" cy="247418"/>
          </a:xfrm>
          <a:prstGeom prst="roundRect">
            <a:avLst/>
          </a:prstGeom>
          <a:solidFill>
            <a:srgbClr val="9EBCD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515">
            <a:extLst>
              <a:ext uri="{FF2B5EF4-FFF2-40B4-BE49-F238E27FC236}">
                <a16:creationId xmlns:a16="http://schemas.microsoft.com/office/drawing/2014/main" id="{F62A17A9-6026-EAA7-8B0A-8C9C11C1C8AF}"/>
              </a:ext>
            </a:extLst>
          </p:cNvPr>
          <p:cNvSpPr/>
          <p:nvPr/>
        </p:nvSpPr>
        <p:spPr>
          <a:xfrm>
            <a:off x="548678" y="1782392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515">
            <a:extLst>
              <a:ext uri="{FF2B5EF4-FFF2-40B4-BE49-F238E27FC236}">
                <a16:creationId xmlns:a16="http://schemas.microsoft.com/office/drawing/2014/main" id="{4E2EAF7F-7D9F-FBEF-7FE3-59823C9DB9F8}"/>
              </a:ext>
            </a:extLst>
          </p:cNvPr>
          <p:cNvSpPr/>
          <p:nvPr/>
        </p:nvSpPr>
        <p:spPr>
          <a:xfrm>
            <a:off x="539212" y="1492589"/>
            <a:ext cx="2600260" cy="226109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515">
            <a:extLst>
              <a:ext uri="{FF2B5EF4-FFF2-40B4-BE49-F238E27FC236}">
                <a16:creationId xmlns:a16="http://schemas.microsoft.com/office/drawing/2014/main" id="{67934771-3D2B-C9C7-01A4-B3CF372E3DB6}"/>
              </a:ext>
            </a:extLst>
          </p:cNvPr>
          <p:cNvSpPr/>
          <p:nvPr/>
        </p:nvSpPr>
        <p:spPr>
          <a:xfrm>
            <a:off x="3212321" y="1496357"/>
            <a:ext cx="886012" cy="222809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515">
            <a:extLst>
              <a:ext uri="{FF2B5EF4-FFF2-40B4-BE49-F238E27FC236}">
                <a16:creationId xmlns:a16="http://schemas.microsoft.com/office/drawing/2014/main" id="{A0D30884-A066-0BC0-21B4-7573511EF098}"/>
              </a:ext>
            </a:extLst>
          </p:cNvPr>
          <p:cNvSpPr/>
          <p:nvPr/>
        </p:nvSpPr>
        <p:spPr>
          <a:xfrm>
            <a:off x="1644531" y="1782787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: 圆角 515">
            <a:extLst>
              <a:ext uri="{FF2B5EF4-FFF2-40B4-BE49-F238E27FC236}">
                <a16:creationId xmlns:a16="http://schemas.microsoft.com/office/drawing/2014/main" id="{9718B80F-B865-B4A6-F079-8425BBEE5909}"/>
              </a:ext>
            </a:extLst>
          </p:cNvPr>
          <p:cNvSpPr/>
          <p:nvPr/>
        </p:nvSpPr>
        <p:spPr>
          <a:xfrm>
            <a:off x="2771620" y="1782493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961">
            <a:extLst>
              <a:ext uri="{FF2B5EF4-FFF2-40B4-BE49-F238E27FC236}">
                <a16:creationId xmlns:a16="http://schemas.microsoft.com/office/drawing/2014/main" id="{BC93B67F-4EB9-F1B9-DFE3-092F02935FA1}"/>
              </a:ext>
            </a:extLst>
          </p:cNvPr>
          <p:cNvSpPr/>
          <p:nvPr/>
        </p:nvSpPr>
        <p:spPr>
          <a:xfrm>
            <a:off x="4998396" y="855335"/>
            <a:ext cx="2520087" cy="27970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研究主题二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: 圆角 961">
            <a:extLst>
              <a:ext uri="{FF2B5EF4-FFF2-40B4-BE49-F238E27FC236}">
                <a16:creationId xmlns:a16="http://schemas.microsoft.com/office/drawing/2014/main" id="{D01A07BB-CE7A-5A08-A099-1041C1CBFE28}"/>
              </a:ext>
            </a:extLst>
          </p:cNvPr>
          <p:cNvSpPr/>
          <p:nvPr/>
        </p:nvSpPr>
        <p:spPr>
          <a:xfrm>
            <a:off x="1097369" y="860406"/>
            <a:ext cx="2520087" cy="27970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研究主题一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矩形: 圆角 25">
            <a:extLst>
              <a:ext uri="{FF2B5EF4-FFF2-40B4-BE49-F238E27FC236}">
                <a16:creationId xmlns:a16="http://schemas.microsoft.com/office/drawing/2014/main" id="{2CE4435C-4E09-A5C3-512C-F1E8A9B559C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414487" y="3840143"/>
            <a:ext cx="1644451" cy="31402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这里输入内容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: 圆角 160">
            <a:extLst>
              <a:ext uri="{FF2B5EF4-FFF2-40B4-BE49-F238E27FC236}">
                <a16:creationId xmlns:a16="http://schemas.microsoft.com/office/drawing/2014/main" id="{B31EF5DD-CB19-1168-F1E9-4C6247CD3452}"/>
              </a:ext>
            </a:extLst>
          </p:cNvPr>
          <p:cNvSpPr/>
          <p:nvPr/>
        </p:nvSpPr>
        <p:spPr>
          <a:xfrm>
            <a:off x="9076294" y="385497"/>
            <a:ext cx="2124885" cy="316033"/>
          </a:xfrm>
          <a:prstGeom prst="roundRect">
            <a:avLst/>
          </a:prstGeom>
          <a:solidFill>
            <a:srgbClr val="4483A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体系搭建</a:t>
            </a:r>
          </a:p>
        </p:txBody>
      </p:sp>
      <p:sp>
        <p:nvSpPr>
          <p:cNvPr id="13" name="矩形: 圆角 3">
            <a:extLst>
              <a:ext uri="{FF2B5EF4-FFF2-40B4-BE49-F238E27FC236}">
                <a16:creationId xmlns:a16="http://schemas.microsoft.com/office/drawing/2014/main" id="{51C42A88-160B-5A58-0B83-C562903E49B2}"/>
              </a:ext>
            </a:extLst>
          </p:cNvPr>
          <p:cNvSpPr/>
          <p:nvPr/>
        </p:nvSpPr>
        <p:spPr>
          <a:xfrm>
            <a:off x="4440779" y="1253552"/>
            <a:ext cx="3527714" cy="2939096"/>
          </a:xfrm>
          <a:prstGeom prst="roundRect">
            <a:avLst>
              <a:gd name="adj" fmla="val 6654"/>
            </a:avLst>
          </a:prstGeom>
          <a:solidFill>
            <a:schemeClr val="accent1">
              <a:lumMod val="40000"/>
              <a:lumOff val="60000"/>
              <a:alpha val="12157"/>
            </a:schemeClr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</a:endParaRPr>
          </a:p>
        </p:txBody>
      </p:sp>
      <p:sp>
        <p:nvSpPr>
          <p:cNvPr id="35" name="矩形: 圆角 515">
            <a:extLst>
              <a:ext uri="{FF2B5EF4-FFF2-40B4-BE49-F238E27FC236}">
                <a16:creationId xmlns:a16="http://schemas.microsoft.com/office/drawing/2014/main" id="{8ABC1EA3-0B59-EE19-F46C-44675B69ACE1}"/>
              </a:ext>
            </a:extLst>
          </p:cNvPr>
          <p:cNvSpPr/>
          <p:nvPr/>
        </p:nvSpPr>
        <p:spPr>
          <a:xfrm>
            <a:off x="4574843" y="2693270"/>
            <a:ext cx="1548599" cy="308405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: 圆角 515">
            <a:extLst>
              <a:ext uri="{FF2B5EF4-FFF2-40B4-BE49-F238E27FC236}">
                <a16:creationId xmlns:a16="http://schemas.microsoft.com/office/drawing/2014/main" id="{9B23487D-8BCC-0707-FC8E-4780E6AA7BBA}"/>
              </a:ext>
            </a:extLst>
          </p:cNvPr>
          <p:cNvSpPr/>
          <p:nvPr/>
        </p:nvSpPr>
        <p:spPr>
          <a:xfrm>
            <a:off x="4574843" y="3456817"/>
            <a:ext cx="1548599" cy="308628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515">
            <a:extLst>
              <a:ext uri="{FF2B5EF4-FFF2-40B4-BE49-F238E27FC236}">
                <a16:creationId xmlns:a16="http://schemas.microsoft.com/office/drawing/2014/main" id="{7EA95E99-B76A-A8FC-3000-3A969B27DCD9}"/>
              </a:ext>
            </a:extLst>
          </p:cNvPr>
          <p:cNvSpPr/>
          <p:nvPr/>
        </p:nvSpPr>
        <p:spPr>
          <a:xfrm>
            <a:off x="4574843" y="1929723"/>
            <a:ext cx="1548599" cy="308405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515">
            <a:extLst>
              <a:ext uri="{FF2B5EF4-FFF2-40B4-BE49-F238E27FC236}">
                <a16:creationId xmlns:a16="http://schemas.microsoft.com/office/drawing/2014/main" id="{D9F4A518-6DF9-B61B-E3DA-3A74E239D0FE}"/>
              </a:ext>
            </a:extLst>
          </p:cNvPr>
          <p:cNvSpPr/>
          <p:nvPr/>
        </p:nvSpPr>
        <p:spPr>
          <a:xfrm>
            <a:off x="4574843" y="3074446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515">
            <a:extLst>
              <a:ext uri="{FF2B5EF4-FFF2-40B4-BE49-F238E27FC236}">
                <a16:creationId xmlns:a16="http://schemas.microsoft.com/office/drawing/2014/main" id="{55150940-A70A-3674-C6F4-E23D2831F3FB}"/>
              </a:ext>
            </a:extLst>
          </p:cNvPr>
          <p:cNvSpPr/>
          <p:nvPr/>
        </p:nvSpPr>
        <p:spPr>
          <a:xfrm>
            <a:off x="4574843" y="2310899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515">
            <a:extLst>
              <a:ext uri="{FF2B5EF4-FFF2-40B4-BE49-F238E27FC236}">
                <a16:creationId xmlns:a16="http://schemas.microsoft.com/office/drawing/2014/main" id="{67096FC3-9A86-3D70-33A4-44C1B7A86203}"/>
              </a:ext>
            </a:extLst>
          </p:cNvPr>
          <p:cNvSpPr/>
          <p:nvPr/>
        </p:nvSpPr>
        <p:spPr>
          <a:xfrm>
            <a:off x="4574843" y="1547352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: 圆角 515">
            <a:extLst>
              <a:ext uri="{FF2B5EF4-FFF2-40B4-BE49-F238E27FC236}">
                <a16:creationId xmlns:a16="http://schemas.microsoft.com/office/drawing/2014/main" id="{4BB5EA3F-DBC7-2F3A-8681-31511AA36529}"/>
              </a:ext>
            </a:extLst>
          </p:cNvPr>
          <p:cNvSpPr/>
          <p:nvPr/>
        </p:nvSpPr>
        <p:spPr>
          <a:xfrm>
            <a:off x="4574843" y="3838216"/>
            <a:ext cx="1548599" cy="308627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1">
            <a:extLst>
              <a:ext uri="{FF2B5EF4-FFF2-40B4-BE49-F238E27FC236}">
                <a16:creationId xmlns:a16="http://schemas.microsoft.com/office/drawing/2014/main" id="{56741AB0-3A1E-9B94-8A1F-75662DD5C65E}"/>
              </a:ext>
            </a:extLst>
          </p:cNvPr>
          <p:cNvSpPr/>
          <p:nvPr/>
        </p:nvSpPr>
        <p:spPr>
          <a:xfrm>
            <a:off x="5291149" y="4928489"/>
            <a:ext cx="1440000" cy="252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: 圆角 2">
            <a:extLst>
              <a:ext uri="{FF2B5EF4-FFF2-40B4-BE49-F238E27FC236}">
                <a16:creationId xmlns:a16="http://schemas.microsoft.com/office/drawing/2014/main" id="{AF8BA6EE-A45E-EBE5-7C88-E5D3DECEE848}"/>
              </a:ext>
            </a:extLst>
          </p:cNvPr>
          <p:cNvSpPr/>
          <p:nvPr/>
        </p:nvSpPr>
        <p:spPr>
          <a:xfrm>
            <a:off x="5291149" y="5505915"/>
            <a:ext cx="1440000" cy="252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: 圆角 485">
            <a:extLst>
              <a:ext uri="{FF2B5EF4-FFF2-40B4-BE49-F238E27FC236}">
                <a16:creationId xmlns:a16="http://schemas.microsoft.com/office/drawing/2014/main" id="{F3055B40-B058-1787-E6BF-144E3D231025}"/>
              </a:ext>
            </a:extLst>
          </p:cNvPr>
          <p:cNvSpPr/>
          <p:nvPr/>
        </p:nvSpPr>
        <p:spPr>
          <a:xfrm>
            <a:off x="5291149" y="5217202"/>
            <a:ext cx="1440000" cy="252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矩形: 圆角 486">
            <a:extLst>
              <a:ext uri="{FF2B5EF4-FFF2-40B4-BE49-F238E27FC236}">
                <a16:creationId xmlns:a16="http://schemas.microsoft.com/office/drawing/2014/main" id="{01209B16-E406-684E-A36D-34D0CEB53527}"/>
              </a:ext>
            </a:extLst>
          </p:cNvPr>
          <p:cNvSpPr/>
          <p:nvPr/>
        </p:nvSpPr>
        <p:spPr>
          <a:xfrm>
            <a:off x="2004950" y="4888306"/>
            <a:ext cx="1622501" cy="1563652"/>
          </a:xfrm>
          <a:prstGeom prst="roundRect">
            <a:avLst>
              <a:gd name="adj" fmla="val 2674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4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97" name="矩形: 圆角 2">
            <a:extLst>
              <a:ext uri="{FF2B5EF4-FFF2-40B4-BE49-F238E27FC236}">
                <a16:creationId xmlns:a16="http://schemas.microsoft.com/office/drawing/2014/main" id="{1E7B5DB3-413C-6C2C-5FE6-56ED58ED06BE}"/>
              </a:ext>
            </a:extLst>
          </p:cNvPr>
          <p:cNvSpPr/>
          <p:nvPr/>
        </p:nvSpPr>
        <p:spPr>
          <a:xfrm>
            <a:off x="5291149" y="5794628"/>
            <a:ext cx="1440000" cy="252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: 圆角 2">
            <a:extLst>
              <a:ext uri="{FF2B5EF4-FFF2-40B4-BE49-F238E27FC236}">
                <a16:creationId xmlns:a16="http://schemas.microsoft.com/office/drawing/2014/main" id="{11B4ECDA-DF63-767D-0D71-07324F0B5C75}"/>
              </a:ext>
            </a:extLst>
          </p:cNvPr>
          <p:cNvSpPr/>
          <p:nvPr/>
        </p:nvSpPr>
        <p:spPr>
          <a:xfrm>
            <a:off x="5291149" y="6083341"/>
            <a:ext cx="1440000" cy="252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矩形: 圆角 26">
            <a:extLst>
              <a:ext uri="{FF2B5EF4-FFF2-40B4-BE49-F238E27FC236}">
                <a16:creationId xmlns:a16="http://schemas.microsoft.com/office/drawing/2014/main" id="{848FBD76-416E-08D4-8EB8-2109D547A12A}"/>
              </a:ext>
            </a:extLst>
          </p:cNvPr>
          <p:cNvSpPr/>
          <p:nvPr/>
        </p:nvSpPr>
        <p:spPr>
          <a:xfrm>
            <a:off x="1956990" y="4591355"/>
            <a:ext cx="1696684" cy="241265"/>
          </a:xfrm>
          <a:prstGeom prst="roundRect">
            <a:avLst>
              <a:gd name="adj" fmla="val 7310"/>
            </a:avLst>
          </a:prstGeom>
          <a:solidFill>
            <a:srgbClr val="9DC3E6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研究主题一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矩形: 圆角 26">
            <a:extLst>
              <a:ext uri="{FF2B5EF4-FFF2-40B4-BE49-F238E27FC236}">
                <a16:creationId xmlns:a16="http://schemas.microsoft.com/office/drawing/2014/main" id="{DD5692DD-B696-881F-883F-262BF2DAF8FF}"/>
              </a:ext>
            </a:extLst>
          </p:cNvPr>
          <p:cNvSpPr/>
          <p:nvPr/>
        </p:nvSpPr>
        <p:spPr>
          <a:xfrm>
            <a:off x="8323379" y="4592153"/>
            <a:ext cx="1704721" cy="242049"/>
          </a:xfrm>
          <a:prstGeom prst="roundRect">
            <a:avLst>
              <a:gd name="adj" fmla="val 7310"/>
            </a:avLst>
          </a:prstGeom>
          <a:solidFill>
            <a:srgbClr val="9DC3E6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: 圆角 26">
            <a:extLst>
              <a:ext uri="{FF2B5EF4-FFF2-40B4-BE49-F238E27FC236}">
                <a16:creationId xmlns:a16="http://schemas.microsoft.com/office/drawing/2014/main" id="{AD42856F-F400-7E84-24B3-1DE503F4B5D5}"/>
              </a:ext>
            </a:extLst>
          </p:cNvPr>
          <p:cNvSpPr/>
          <p:nvPr/>
        </p:nvSpPr>
        <p:spPr>
          <a:xfrm>
            <a:off x="5213717" y="4611392"/>
            <a:ext cx="1595967" cy="242049"/>
          </a:xfrm>
          <a:prstGeom prst="roundRect">
            <a:avLst>
              <a:gd name="adj" fmla="val 7310"/>
            </a:avLst>
          </a:prstGeom>
          <a:solidFill>
            <a:srgbClr val="9DC3E6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科学问题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7" name="直线箭头连接符 443">
            <a:extLst>
              <a:ext uri="{FF2B5EF4-FFF2-40B4-BE49-F238E27FC236}">
                <a16:creationId xmlns:a16="http://schemas.microsoft.com/office/drawing/2014/main" id="{4481AB7C-4C16-9608-B24F-4FECD3826B6F}"/>
              </a:ext>
            </a:extLst>
          </p:cNvPr>
          <p:cNvCxnSpPr>
            <a:cxnSpLocks/>
          </p:cNvCxnSpPr>
          <p:nvPr/>
        </p:nvCxnSpPr>
        <p:spPr>
          <a:xfrm flipV="1">
            <a:off x="7436717" y="4703197"/>
            <a:ext cx="482416" cy="2556"/>
          </a:xfrm>
          <a:prstGeom prst="straightConnector1">
            <a:avLst/>
          </a:prstGeom>
          <a:ln w="76200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476">
            <a:extLst>
              <a:ext uri="{FF2B5EF4-FFF2-40B4-BE49-F238E27FC236}">
                <a16:creationId xmlns:a16="http://schemas.microsoft.com/office/drawing/2014/main" id="{CB1E8BDD-725D-2CC2-243A-936ACC17365B}"/>
              </a:ext>
            </a:extLst>
          </p:cNvPr>
          <p:cNvCxnSpPr>
            <a:cxnSpLocks/>
          </p:cNvCxnSpPr>
          <p:nvPr/>
        </p:nvCxnSpPr>
        <p:spPr>
          <a:xfrm flipH="1" flipV="1">
            <a:off x="4143937" y="4717331"/>
            <a:ext cx="522375" cy="0"/>
          </a:xfrm>
          <a:prstGeom prst="straightConnector1">
            <a:avLst/>
          </a:prstGeom>
          <a:ln w="76200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圆角 115">
            <a:extLst>
              <a:ext uri="{FF2B5EF4-FFF2-40B4-BE49-F238E27FC236}">
                <a16:creationId xmlns:a16="http://schemas.microsoft.com/office/drawing/2014/main" id="{B71C9E28-9152-BEAB-4F99-75C638CB243E}"/>
              </a:ext>
            </a:extLst>
          </p:cNvPr>
          <p:cNvSpPr/>
          <p:nvPr/>
        </p:nvSpPr>
        <p:spPr>
          <a:xfrm>
            <a:off x="681038" y="4555276"/>
            <a:ext cx="11072812" cy="1894884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: 圆角 961">
            <a:extLst>
              <a:ext uri="{FF2B5EF4-FFF2-40B4-BE49-F238E27FC236}">
                <a16:creationId xmlns:a16="http://schemas.microsoft.com/office/drawing/2014/main" id="{4D0BE52E-5CC6-3F07-5EA1-293E7819CE99}"/>
              </a:ext>
            </a:extLst>
          </p:cNvPr>
          <p:cNvSpPr/>
          <p:nvPr/>
        </p:nvSpPr>
        <p:spPr>
          <a:xfrm>
            <a:off x="834378" y="4682906"/>
            <a:ext cx="334974" cy="1708901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主要的研究主题</a:t>
            </a:r>
            <a:endParaRPr lang="en-US" altLang="zh-CN" sz="1288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3" name="矩形: 圆角 961">
            <a:extLst>
              <a:ext uri="{FF2B5EF4-FFF2-40B4-BE49-F238E27FC236}">
                <a16:creationId xmlns:a16="http://schemas.microsoft.com/office/drawing/2014/main" id="{E44E577E-828F-1B5A-A049-1848A7A5A3AA}"/>
              </a:ext>
            </a:extLst>
          </p:cNvPr>
          <p:cNvSpPr/>
          <p:nvPr/>
        </p:nvSpPr>
        <p:spPr>
          <a:xfrm>
            <a:off x="11303479" y="4662646"/>
            <a:ext cx="333850" cy="1700522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主要的研究主题</a:t>
            </a:r>
            <a:endParaRPr lang="en-US" altLang="zh-CN" sz="1288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4" name="箭头: 左弧形 133">
            <a:extLst>
              <a:ext uri="{FF2B5EF4-FFF2-40B4-BE49-F238E27FC236}">
                <a16:creationId xmlns:a16="http://schemas.microsoft.com/office/drawing/2014/main" id="{543FB0BD-BC56-23BC-874E-6706C89CB511}"/>
              </a:ext>
            </a:extLst>
          </p:cNvPr>
          <p:cNvSpPr/>
          <p:nvPr/>
        </p:nvSpPr>
        <p:spPr>
          <a:xfrm>
            <a:off x="1412675" y="5239242"/>
            <a:ext cx="315771" cy="6054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5" name="箭头: 左弧形 134">
            <a:extLst>
              <a:ext uri="{FF2B5EF4-FFF2-40B4-BE49-F238E27FC236}">
                <a16:creationId xmlns:a16="http://schemas.microsoft.com/office/drawing/2014/main" id="{C6B832C5-7AC4-62BC-703E-2F52233E7FF9}"/>
              </a:ext>
            </a:extLst>
          </p:cNvPr>
          <p:cNvSpPr/>
          <p:nvPr/>
        </p:nvSpPr>
        <p:spPr>
          <a:xfrm rot="10624220">
            <a:off x="10698310" y="5198868"/>
            <a:ext cx="315771" cy="6054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6" name="箭头: 下 7">
            <a:extLst>
              <a:ext uri="{FF2B5EF4-FFF2-40B4-BE49-F238E27FC236}">
                <a16:creationId xmlns:a16="http://schemas.microsoft.com/office/drawing/2014/main" id="{4CC0BB54-9BF2-AC19-6C90-4F9967B8367F}"/>
              </a:ext>
            </a:extLst>
          </p:cNvPr>
          <p:cNvSpPr/>
          <p:nvPr/>
        </p:nvSpPr>
        <p:spPr>
          <a:xfrm>
            <a:off x="2449321" y="4268216"/>
            <a:ext cx="285292" cy="286281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箭头: 下 7">
            <a:extLst>
              <a:ext uri="{FF2B5EF4-FFF2-40B4-BE49-F238E27FC236}">
                <a16:creationId xmlns:a16="http://schemas.microsoft.com/office/drawing/2014/main" id="{E2660A1F-528F-7417-1E5B-E9DE21842ACB}"/>
              </a:ext>
            </a:extLst>
          </p:cNvPr>
          <p:cNvSpPr/>
          <p:nvPr/>
        </p:nvSpPr>
        <p:spPr>
          <a:xfrm>
            <a:off x="10266351" y="4268216"/>
            <a:ext cx="285292" cy="286281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486">
            <a:extLst>
              <a:ext uri="{FF2B5EF4-FFF2-40B4-BE49-F238E27FC236}">
                <a16:creationId xmlns:a16="http://schemas.microsoft.com/office/drawing/2014/main" id="{9CDDAA8D-130C-CF23-B53F-A0370C081433}"/>
              </a:ext>
            </a:extLst>
          </p:cNvPr>
          <p:cNvSpPr/>
          <p:nvPr/>
        </p:nvSpPr>
        <p:spPr>
          <a:xfrm>
            <a:off x="8527977" y="4881158"/>
            <a:ext cx="1622501" cy="1563652"/>
          </a:xfrm>
          <a:prstGeom prst="roundRect">
            <a:avLst>
              <a:gd name="adj" fmla="val 2674"/>
            </a:avLst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4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</a:t>
            </a:r>
          </a:p>
        </p:txBody>
      </p: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6B6EBF40-A8A9-2DAA-C1E7-1B861484FAEA}"/>
              </a:ext>
            </a:extLst>
          </p:cNvPr>
          <p:cNvGrpSpPr/>
          <p:nvPr/>
        </p:nvGrpSpPr>
        <p:grpSpPr>
          <a:xfrm>
            <a:off x="8418193" y="956744"/>
            <a:ext cx="3499977" cy="2760422"/>
            <a:chOff x="8398671" y="1314475"/>
            <a:chExt cx="3931134" cy="2760422"/>
          </a:xfrm>
        </p:grpSpPr>
        <p:sp>
          <p:nvSpPr>
            <p:cNvPr id="40" name="箭头: 下 944">
              <a:extLst>
                <a:ext uri="{FF2B5EF4-FFF2-40B4-BE49-F238E27FC236}">
                  <a16:creationId xmlns:a16="http://schemas.microsoft.com/office/drawing/2014/main" id="{20C13047-C7AE-A230-9C4A-41570205EF08}"/>
                </a:ext>
              </a:extLst>
            </p:cNvPr>
            <p:cNvSpPr/>
            <p:nvPr/>
          </p:nvSpPr>
          <p:spPr>
            <a:xfrm rot="16200000">
              <a:off x="9358715" y="2225764"/>
              <a:ext cx="269419" cy="24108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: 圆角 26">
              <a:extLst>
                <a:ext uri="{FF2B5EF4-FFF2-40B4-BE49-F238E27FC236}">
                  <a16:creationId xmlns:a16="http://schemas.microsoft.com/office/drawing/2014/main" id="{60C3B669-D6CB-E270-7140-DBB5578C5F13}"/>
                </a:ext>
              </a:extLst>
            </p:cNvPr>
            <p:cNvSpPr/>
            <p:nvPr/>
          </p:nvSpPr>
          <p:spPr>
            <a:xfrm>
              <a:off x="8442580" y="1328343"/>
              <a:ext cx="851162" cy="861705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: 圆角 25">
              <a:extLst>
                <a:ext uri="{FF2B5EF4-FFF2-40B4-BE49-F238E27FC236}">
                  <a16:creationId xmlns:a16="http://schemas.microsoft.com/office/drawing/2014/main" id="{29584C99-F88A-16F3-4775-B3677ED2684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398671" y="3749771"/>
              <a:ext cx="1847029" cy="325126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: 圆角 25">
              <a:extLst>
                <a:ext uri="{FF2B5EF4-FFF2-40B4-BE49-F238E27FC236}">
                  <a16:creationId xmlns:a16="http://schemas.microsoft.com/office/drawing/2014/main" id="{0463D308-739C-0474-68DB-BAD158AF1689}"/>
                </a:ext>
              </a:extLst>
            </p:cNvPr>
            <p:cNvSpPr/>
            <p:nvPr/>
          </p:nvSpPr>
          <p:spPr>
            <a:xfrm>
              <a:off x="9468178" y="1325524"/>
              <a:ext cx="854731" cy="868309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箭头: 下 944">
              <a:extLst>
                <a:ext uri="{FF2B5EF4-FFF2-40B4-BE49-F238E27FC236}">
                  <a16:creationId xmlns:a16="http://schemas.microsoft.com/office/drawing/2014/main" id="{BA7F4CE0-B134-6D8B-0616-7A5DF258183D}"/>
                </a:ext>
              </a:extLst>
            </p:cNvPr>
            <p:cNvSpPr/>
            <p:nvPr/>
          </p:nvSpPr>
          <p:spPr>
            <a:xfrm rot="16200000">
              <a:off x="11365611" y="2214715"/>
              <a:ext cx="269419" cy="24108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: 圆角 26">
              <a:extLst>
                <a:ext uri="{FF2B5EF4-FFF2-40B4-BE49-F238E27FC236}">
                  <a16:creationId xmlns:a16="http://schemas.microsoft.com/office/drawing/2014/main" id="{C9CD2368-138C-D362-E685-05F8711A7174}"/>
                </a:ext>
              </a:extLst>
            </p:cNvPr>
            <p:cNvSpPr/>
            <p:nvPr/>
          </p:nvSpPr>
          <p:spPr>
            <a:xfrm>
              <a:off x="10449476" y="1317294"/>
              <a:ext cx="851162" cy="861705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矩形: 圆角 25">
              <a:extLst>
                <a:ext uri="{FF2B5EF4-FFF2-40B4-BE49-F238E27FC236}">
                  <a16:creationId xmlns:a16="http://schemas.microsoft.com/office/drawing/2014/main" id="{CFCD52FC-3B2B-B1C0-BB2E-251AFF0AD67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405567" y="3738722"/>
              <a:ext cx="1847029" cy="325126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矩形: 圆角 25">
              <a:extLst>
                <a:ext uri="{FF2B5EF4-FFF2-40B4-BE49-F238E27FC236}">
                  <a16:creationId xmlns:a16="http://schemas.microsoft.com/office/drawing/2014/main" id="{CE04DF41-0FB1-A9F3-81D6-599EAA02157D}"/>
                </a:ext>
              </a:extLst>
            </p:cNvPr>
            <p:cNvSpPr/>
            <p:nvPr/>
          </p:nvSpPr>
          <p:spPr>
            <a:xfrm>
              <a:off x="11475074" y="1314475"/>
              <a:ext cx="854731" cy="868309"/>
            </a:xfrm>
            <a:prstGeom prst="roundRect">
              <a:avLst>
                <a:gd name="adj" fmla="val 7310"/>
              </a:avLst>
            </a:prstGeom>
            <a:solidFill>
              <a:schemeClr val="bg1"/>
            </a:solidFill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5" name="矩形: 圆角 25">
            <a:extLst>
              <a:ext uri="{FF2B5EF4-FFF2-40B4-BE49-F238E27FC236}">
                <a16:creationId xmlns:a16="http://schemas.microsoft.com/office/drawing/2014/main" id="{89C111FE-D58D-3C00-2772-5DC40DB5125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04978" y="3840143"/>
            <a:ext cx="1644452" cy="31402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这里输入内容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0" name="图片 149">
            <a:extLst>
              <a:ext uri="{FF2B5EF4-FFF2-40B4-BE49-F238E27FC236}">
                <a16:creationId xmlns:a16="http://schemas.microsoft.com/office/drawing/2014/main" id="{A6F93BA7-D22A-DFB8-AF8E-8E6E3E2D9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779" y="1758856"/>
            <a:ext cx="1598748" cy="2078617"/>
          </a:xfrm>
          <a:prstGeom prst="rect">
            <a:avLst/>
          </a:prstGeom>
        </p:spPr>
      </p:pic>
      <p:pic>
        <p:nvPicPr>
          <p:cNvPr id="152" name="图片 151">
            <a:extLst>
              <a:ext uri="{FF2B5EF4-FFF2-40B4-BE49-F238E27FC236}">
                <a16:creationId xmlns:a16="http://schemas.microsoft.com/office/drawing/2014/main" id="{5C057E70-B26D-7660-1BE0-9CEE97EAA5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478" y="2005981"/>
            <a:ext cx="1259778" cy="1279774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CD3ABFCA-A8E3-FCDB-B58E-DB79B13E49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0567" y="2013608"/>
            <a:ext cx="1259778" cy="1279774"/>
          </a:xfrm>
          <a:prstGeom prst="rect">
            <a:avLst/>
          </a:prstGeom>
        </p:spPr>
      </p:pic>
      <p:sp>
        <p:nvSpPr>
          <p:cNvPr id="154" name="箭头: 左右 153">
            <a:extLst>
              <a:ext uri="{FF2B5EF4-FFF2-40B4-BE49-F238E27FC236}">
                <a16:creationId xmlns:a16="http://schemas.microsoft.com/office/drawing/2014/main" id="{10C31958-9C14-7597-F656-D044546016B8}"/>
              </a:ext>
            </a:extLst>
          </p:cNvPr>
          <p:cNvSpPr/>
          <p:nvPr/>
        </p:nvSpPr>
        <p:spPr>
          <a:xfrm>
            <a:off x="3975320" y="5392887"/>
            <a:ext cx="958458" cy="509267"/>
          </a:xfrm>
          <a:prstGeom prst="left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箭头: 左右 154">
            <a:extLst>
              <a:ext uri="{FF2B5EF4-FFF2-40B4-BE49-F238E27FC236}">
                <a16:creationId xmlns:a16="http://schemas.microsoft.com/office/drawing/2014/main" id="{DEE8E27C-ABB5-3D3B-95C1-8CFBD71C9744}"/>
              </a:ext>
            </a:extLst>
          </p:cNvPr>
          <p:cNvSpPr/>
          <p:nvPr/>
        </p:nvSpPr>
        <p:spPr>
          <a:xfrm>
            <a:off x="7204467" y="5335394"/>
            <a:ext cx="958458" cy="509267"/>
          </a:xfrm>
          <a:prstGeom prst="left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矩形: 圆角 961">
            <a:extLst>
              <a:ext uri="{FF2B5EF4-FFF2-40B4-BE49-F238E27FC236}">
                <a16:creationId xmlns:a16="http://schemas.microsoft.com/office/drawing/2014/main" id="{AC0B0A37-EDEE-483B-674D-60DC2F67A74C}"/>
              </a:ext>
            </a:extLst>
          </p:cNvPr>
          <p:cNvSpPr/>
          <p:nvPr/>
        </p:nvSpPr>
        <p:spPr>
          <a:xfrm>
            <a:off x="5434409" y="1195800"/>
            <a:ext cx="1797061" cy="247418"/>
          </a:xfrm>
          <a:prstGeom prst="roundRect">
            <a:avLst/>
          </a:prstGeom>
          <a:solidFill>
            <a:srgbClr val="9EBCD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" name="矩形: 圆角 515">
            <a:extLst>
              <a:ext uri="{FF2B5EF4-FFF2-40B4-BE49-F238E27FC236}">
                <a16:creationId xmlns:a16="http://schemas.microsoft.com/office/drawing/2014/main" id="{EA74D84C-0C64-7976-432B-506C335F1964}"/>
              </a:ext>
            </a:extLst>
          </p:cNvPr>
          <p:cNvSpPr/>
          <p:nvPr/>
        </p:nvSpPr>
        <p:spPr>
          <a:xfrm>
            <a:off x="548630" y="2383823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矩形: 圆角 515">
            <a:extLst>
              <a:ext uri="{FF2B5EF4-FFF2-40B4-BE49-F238E27FC236}">
                <a16:creationId xmlns:a16="http://schemas.microsoft.com/office/drawing/2014/main" id="{3616B7A8-7D0E-2DC7-5D1B-04159795C244}"/>
              </a:ext>
            </a:extLst>
          </p:cNvPr>
          <p:cNvSpPr/>
          <p:nvPr/>
        </p:nvSpPr>
        <p:spPr>
          <a:xfrm>
            <a:off x="1644483" y="2384218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矩形: 圆角 515">
            <a:extLst>
              <a:ext uri="{FF2B5EF4-FFF2-40B4-BE49-F238E27FC236}">
                <a16:creationId xmlns:a16="http://schemas.microsoft.com/office/drawing/2014/main" id="{FA71E4B4-0AB9-5B37-E34C-89761FB96D73}"/>
              </a:ext>
            </a:extLst>
          </p:cNvPr>
          <p:cNvSpPr/>
          <p:nvPr/>
        </p:nvSpPr>
        <p:spPr>
          <a:xfrm>
            <a:off x="2771572" y="2383924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矩形: 圆角 515">
            <a:extLst>
              <a:ext uri="{FF2B5EF4-FFF2-40B4-BE49-F238E27FC236}">
                <a16:creationId xmlns:a16="http://schemas.microsoft.com/office/drawing/2014/main" id="{B546BA65-3E91-DFD7-E070-19FD10D5037C}"/>
              </a:ext>
            </a:extLst>
          </p:cNvPr>
          <p:cNvSpPr/>
          <p:nvPr/>
        </p:nvSpPr>
        <p:spPr>
          <a:xfrm>
            <a:off x="547004" y="2666478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矩形: 圆角 515">
            <a:extLst>
              <a:ext uri="{FF2B5EF4-FFF2-40B4-BE49-F238E27FC236}">
                <a16:creationId xmlns:a16="http://schemas.microsoft.com/office/drawing/2014/main" id="{AC70B5C8-1296-F28C-02A7-220E05197342}"/>
              </a:ext>
            </a:extLst>
          </p:cNvPr>
          <p:cNvSpPr/>
          <p:nvPr/>
        </p:nvSpPr>
        <p:spPr>
          <a:xfrm>
            <a:off x="1642857" y="2666873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矩形: 圆角 515">
            <a:extLst>
              <a:ext uri="{FF2B5EF4-FFF2-40B4-BE49-F238E27FC236}">
                <a16:creationId xmlns:a16="http://schemas.microsoft.com/office/drawing/2014/main" id="{D3A357A6-69BF-651B-56CA-34CCA5ED9BEF}"/>
              </a:ext>
            </a:extLst>
          </p:cNvPr>
          <p:cNvSpPr/>
          <p:nvPr/>
        </p:nvSpPr>
        <p:spPr>
          <a:xfrm>
            <a:off x="2769946" y="2666579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矩形: 圆角 515">
            <a:extLst>
              <a:ext uri="{FF2B5EF4-FFF2-40B4-BE49-F238E27FC236}">
                <a16:creationId xmlns:a16="http://schemas.microsoft.com/office/drawing/2014/main" id="{43929C4D-DECC-1249-31F6-0B82E1D3D431}"/>
              </a:ext>
            </a:extLst>
          </p:cNvPr>
          <p:cNvSpPr/>
          <p:nvPr/>
        </p:nvSpPr>
        <p:spPr>
          <a:xfrm>
            <a:off x="557139" y="2979824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矩形: 圆角 515">
            <a:extLst>
              <a:ext uri="{FF2B5EF4-FFF2-40B4-BE49-F238E27FC236}">
                <a16:creationId xmlns:a16="http://schemas.microsoft.com/office/drawing/2014/main" id="{F8A0BA35-2237-6AA0-0FB2-11BFA4455F0C}"/>
              </a:ext>
            </a:extLst>
          </p:cNvPr>
          <p:cNvSpPr/>
          <p:nvPr/>
        </p:nvSpPr>
        <p:spPr>
          <a:xfrm>
            <a:off x="1652992" y="2980219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矩形: 圆角 515">
            <a:extLst>
              <a:ext uri="{FF2B5EF4-FFF2-40B4-BE49-F238E27FC236}">
                <a16:creationId xmlns:a16="http://schemas.microsoft.com/office/drawing/2014/main" id="{A98E1508-F8B6-F14A-9B40-B880D5C726B3}"/>
              </a:ext>
            </a:extLst>
          </p:cNvPr>
          <p:cNvSpPr/>
          <p:nvPr/>
        </p:nvSpPr>
        <p:spPr>
          <a:xfrm>
            <a:off x="2780081" y="2979925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382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C7C9778-CA03-412C-6169-4AC1DEF07B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38" r="33937" b="48894"/>
          <a:stretch/>
        </p:blipFill>
        <p:spPr>
          <a:xfrm>
            <a:off x="2063530" y="3771115"/>
            <a:ext cx="672767" cy="520523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70CF304-25D8-4A5B-A40D-B56A6D74E3E9}"/>
              </a:ext>
            </a:extLst>
          </p:cNvPr>
          <p:cNvCxnSpPr>
            <a:cxnSpLocks/>
          </p:cNvCxnSpPr>
          <p:nvPr/>
        </p:nvCxnSpPr>
        <p:spPr>
          <a:xfrm flipV="1">
            <a:off x="2159935" y="2024907"/>
            <a:ext cx="260286" cy="1"/>
          </a:xfrm>
          <a:prstGeom prst="straightConnector1">
            <a:avLst/>
          </a:prstGeom>
          <a:ln w="28575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5079F9F-AEFC-3DE9-8DCF-646248F96CF0}"/>
              </a:ext>
            </a:extLst>
          </p:cNvPr>
          <p:cNvSpPr/>
          <p:nvPr/>
        </p:nvSpPr>
        <p:spPr>
          <a:xfrm>
            <a:off x="8132440" y="937943"/>
            <a:ext cx="3402999" cy="2015944"/>
          </a:xfrm>
          <a:prstGeom prst="roundRect">
            <a:avLst>
              <a:gd name="adj" fmla="val 4886"/>
            </a:avLst>
          </a:prstGeom>
          <a:noFill/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E3C300-4DB6-C716-1555-E1DB17A32F01}"/>
              </a:ext>
            </a:extLst>
          </p:cNvPr>
          <p:cNvSpPr/>
          <p:nvPr/>
        </p:nvSpPr>
        <p:spPr>
          <a:xfrm>
            <a:off x="4186144" y="931055"/>
            <a:ext cx="3847211" cy="2034992"/>
          </a:xfrm>
          <a:prstGeom prst="roundRect">
            <a:avLst>
              <a:gd name="adj" fmla="val 4886"/>
            </a:avLst>
          </a:prstGeom>
          <a:noFill/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1A6C4FE-8311-0BCC-70F1-39EFA9762093}"/>
              </a:ext>
            </a:extLst>
          </p:cNvPr>
          <p:cNvSpPr/>
          <p:nvPr/>
        </p:nvSpPr>
        <p:spPr>
          <a:xfrm>
            <a:off x="819372" y="922454"/>
            <a:ext cx="3267687" cy="2042343"/>
          </a:xfrm>
          <a:prstGeom prst="roundRect">
            <a:avLst>
              <a:gd name="adj" fmla="val 4886"/>
            </a:avLst>
          </a:prstGeom>
          <a:noFill/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: 圆角 115">
            <a:extLst>
              <a:ext uri="{FF2B5EF4-FFF2-40B4-BE49-F238E27FC236}">
                <a16:creationId xmlns:a16="http://schemas.microsoft.com/office/drawing/2014/main" id="{84D7CCC0-4A2A-0BCA-EE84-01F803A859D6}"/>
              </a:ext>
            </a:extLst>
          </p:cNvPr>
          <p:cNvSpPr/>
          <p:nvPr/>
        </p:nvSpPr>
        <p:spPr>
          <a:xfrm>
            <a:off x="703765" y="3522122"/>
            <a:ext cx="5200063" cy="901960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: 圆角 134">
            <a:extLst>
              <a:ext uri="{FF2B5EF4-FFF2-40B4-BE49-F238E27FC236}">
                <a16:creationId xmlns:a16="http://schemas.microsoft.com/office/drawing/2014/main" id="{BDE1FCBB-7D4E-F2C8-F34C-E999AC140F72}"/>
              </a:ext>
            </a:extLst>
          </p:cNvPr>
          <p:cNvSpPr/>
          <p:nvPr/>
        </p:nvSpPr>
        <p:spPr>
          <a:xfrm>
            <a:off x="1433159" y="3378914"/>
            <a:ext cx="3551885" cy="3328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4FAC25E-2DCE-03AC-1153-7837BFFE4190}"/>
              </a:ext>
            </a:extLst>
          </p:cNvPr>
          <p:cNvSpPr/>
          <p:nvPr/>
        </p:nvSpPr>
        <p:spPr>
          <a:xfrm>
            <a:off x="828803" y="3830586"/>
            <a:ext cx="1274842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580058A-833D-7F96-6A50-6A0E23280EA4}"/>
              </a:ext>
            </a:extLst>
          </p:cNvPr>
          <p:cNvSpPr/>
          <p:nvPr/>
        </p:nvSpPr>
        <p:spPr>
          <a:xfrm>
            <a:off x="2730677" y="3814753"/>
            <a:ext cx="1198462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2538ECF-B592-6B7F-5863-BE30C9B36BF2}"/>
              </a:ext>
            </a:extLst>
          </p:cNvPr>
          <p:cNvSpPr/>
          <p:nvPr/>
        </p:nvSpPr>
        <p:spPr>
          <a:xfrm>
            <a:off x="4394184" y="3807124"/>
            <a:ext cx="1347266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74EC6D2-CA06-54B9-6FA7-30CE69EB0E94}"/>
              </a:ext>
            </a:extLst>
          </p:cNvPr>
          <p:cNvSpPr/>
          <p:nvPr/>
        </p:nvSpPr>
        <p:spPr>
          <a:xfrm>
            <a:off x="494937" y="600803"/>
            <a:ext cx="11202125" cy="2447165"/>
          </a:xfrm>
          <a:prstGeom prst="roundRect">
            <a:avLst>
              <a:gd name="adj" fmla="val 4886"/>
            </a:avLst>
          </a:prstGeom>
          <a:noFill/>
          <a:ln w="1905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D95AEE2-252D-69F4-6CBB-5ADFB6244678}"/>
              </a:ext>
            </a:extLst>
          </p:cNvPr>
          <p:cNvSpPr/>
          <p:nvPr/>
        </p:nvSpPr>
        <p:spPr>
          <a:xfrm>
            <a:off x="3692397" y="420644"/>
            <a:ext cx="4580654" cy="320134"/>
          </a:xfrm>
          <a:prstGeom prst="roundRect">
            <a:avLst/>
          </a:prstGeom>
          <a:solidFill>
            <a:srgbClr val="2E75B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9F810A49-C172-1112-F7A6-0CA152E590E8}"/>
              </a:ext>
            </a:extLst>
          </p:cNvPr>
          <p:cNvSpPr/>
          <p:nvPr/>
        </p:nvSpPr>
        <p:spPr>
          <a:xfrm>
            <a:off x="1691251" y="784048"/>
            <a:ext cx="1753405" cy="26387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DF985FB-9C71-EA22-DEF7-485049F4889A}"/>
              </a:ext>
            </a:extLst>
          </p:cNvPr>
          <p:cNvSpPr/>
          <p:nvPr/>
        </p:nvSpPr>
        <p:spPr>
          <a:xfrm>
            <a:off x="4944119" y="784000"/>
            <a:ext cx="2477574" cy="263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01725AC-C27B-8DC0-6226-59160ECE525B}"/>
              </a:ext>
            </a:extLst>
          </p:cNvPr>
          <p:cNvSpPr/>
          <p:nvPr/>
        </p:nvSpPr>
        <p:spPr>
          <a:xfrm>
            <a:off x="8737292" y="978029"/>
            <a:ext cx="646671" cy="375210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290DB6E-62D9-5FB2-57A0-96F06041644E}"/>
              </a:ext>
            </a:extLst>
          </p:cNvPr>
          <p:cNvSpPr/>
          <p:nvPr/>
        </p:nvSpPr>
        <p:spPr>
          <a:xfrm>
            <a:off x="8969388" y="792336"/>
            <a:ext cx="1986072" cy="263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31" name="等腰三角形 577">
            <a:extLst>
              <a:ext uri="{FF2B5EF4-FFF2-40B4-BE49-F238E27FC236}">
                <a16:creationId xmlns:a16="http://schemas.microsoft.com/office/drawing/2014/main" id="{0B3DD894-7CC8-DF2A-44D4-E913180A7F10}"/>
              </a:ext>
            </a:extLst>
          </p:cNvPr>
          <p:cNvSpPr/>
          <p:nvPr/>
        </p:nvSpPr>
        <p:spPr>
          <a:xfrm rot="5400000" flipH="1" flipV="1">
            <a:off x="9358902" y="1905915"/>
            <a:ext cx="1222703" cy="287277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  <a:gd name="connsiteX0" fmla="*/ 0 w 1646293"/>
              <a:gd name="connsiteY0" fmla="*/ 268154 h 268154"/>
              <a:gd name="connsiteX1" fmla="*/ 1134363 w 1646293"/>
              <a:gd name="connsiteY1" fmla="*/ 0 h 268154"/>
              <a:gd name="connsiteX2" fmla="*/ 1646293 w 1646293"/>
              <a:gd name="connsiteY2" fmla="*/ 225289 h 268154"/>
              <a:gd name="connsiteX3" fmla="*/ 0 w 1646293"/>
              <a:gd name="connsiteY3" fmla="*/ 268154 h 268154"/>
              <a:gd name="connsiteX0" fmla="*/ 0 w 1166625"/>
              <a:gd name="connsiteY0" fmla="*/ 261014 h 261014"/>
              <a:gd name="connsiteX1" fmla="*/ 654695 w 1166625"/>
              <a:gd name="connsiteY1" fmla="*/ 0 h 261014"/>
              <a:gd name="connsiteX2" fmla="*/ 1166625 w 1166625"/>
              <a:gd name="connsiteY2" fmla="*/ 225289 h 261014"/>
              <a:gd name="connsiteX3" fmla="*/ 0 w 1166625"/>
              <a:gd name="connsiteY3" fmla="*/ 261014 h 26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625" h="261014">
                <a:moveTo>
                  <a:pt x="0" y="261014"/>
                </a:moveTo>
                <a:lnTo>
                  <a:pt x="654695" y="0"/>
                </a:lnTo>
                <a:lnTo>
                  <a:pt x="1166625" y="225289"/>
                </a:lnTo>
                <a:lnTo>
                  <a:pt x="0" y="26101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1000">
                <a:schemeClr val="accent1">
                  <a:lumMod val="10000"/>
                  <a:lumOff val="90000"/>
                </a:schemeClr>
              </a:gs>
              <a:gs pos="96000">
                <a:srgbClr val="4472C4">
                  <a:lumMod val="50000"/>
                  <a:lumOff val="5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等腰三角形 577">
            <a:extLst>
              <a:ext uri="{FF2B5EF4-FFF2-40B4-BE49-F238E27FC236}">
                <a16:creationId xmlns:a16="http://schemas.microsoft.com/office/drawing/2014/main" id="{A57A5B38-4B71-133B-F20D-AC9013BD554B}"/>
              </a:ext>
            </a:extLst>
          </p:cNvPr>
          <p:cNvSpPr/>
          <p:nvPr/>
        </p:nvSpPr>
        <p:spPr>
          <a:xfrm rot="5400000" flipH="1" flipV="1">
            <a:off x="9377481" y="1893481"/>
            <a:ext cx="1207843" cy="276798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  <a:gd name="connsiteX0" fmla="*/ 0 w 1646293"/>
              <a:gd name="connsiteY0" fmla="*/ 268154 h 268154"/>
              <a:gd name="connsiteX1" fmla="*/ 1134363 w 1646293"/>
              <a:gd name="connsiteY1" fmla="*/ 0 h 268154"/>
              <a:gd name="connsiteX2" fmla="*/ 1646293 w 1646293"/>
              <a:gd name="connsiteY2" fmla="*/ 225289 h 268154"/>
              <a:gd name="connsiteX3" fmla="*/ 0 w 1646293"/>
              <a:gd name="connsiteY3" fmla="*/ 268154 h 268154"/>
              <a:gd name="connsiteX0" fmla="*/ 0 w 1166625"/>
              <a:gd name="connsiteY0" fmla="*/ 261014 h 261014"/>
              <a:gd name="connsiteX1" fmla="*/ 654695 w 1166625"/>
              <a:gd name="connsiteY1" fmla="*/ 0 h 261014"/>
              <a:gd name="connsiteX2" fmla="*/ 1166625 w 1166625"/>
              <a:gd name="connsiteY2" fmla="*/ 225289 h 261014"/>
              <a:gd name="connsiteX3" fmla="*/ 0 w 1166625"/>
              <a:gd name="connsiteY3" fmla="*/ 261014 h 261014"/>
              <a:gd name="connsiteX0" fmla="*/ 0 w 575899"/>
              <a:gd name="connsiteY0" fmla="*/ 251492 h 251492"/>
              <a:gd name="connsiteX1" fmla="*/ 63969 w 575899"/>
              <a:gd name="connsiteY1" fmla="*/ 0 h 251492"/>
              <a:gd name="connsiteX2" fmla="*/ 575899 w 575899"/>
              <a:gd name="connsiteY2" fmla="*/ 225289 h 251492"/>
              <a:gd name="connsiteX3" fmla="*/ 0 w 575899"/>
              <a:gd name="connsiteY3" fmla="*/ 251492 h 251492"/>
              <a:gd name="connsiteX0" fmla="*/ 0 w 1152448"/>
              <a:gd name="connsiteY0" fmla="*/ 251492 h 251492"/>
              <a:gd name="connsiteX1" fmla="*/ 63969 w 1152448"/>
              <a:gd name="connsiteY1" fmla="*/ 0 h 251492"/>
              <a:gd name="connsiteX2" fmla="*/ 1152448 w 1152448"/>
              <a:gd name="connsiteY2" fmla="*/ 222907 h 251492"/>
              <a:gd name="connsiteX3" fmla="*/ 0 w 1152448"/>
              <a:gd name="connsiteY3" fmla="*/ 251492 h 251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448" h="251492">
                <a:moveTo>
                  <a:pt x="0" y="251492"/>
                </a:moveTo>
                <a:lnTo>
                  <a:pt x="63969" y="0"/>
                </a:lnTo>
                <a:lnTo>
                  <a:pt x="1152448" y="222907"/>
                </a:lnTo>
                <a:lnTo>
                  <a:pt x="0" y="25149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1000">
                <a:schemeClr val="accent1">
                  <a:lumMod val="10000"/>
                  <a:lumOff val="90000"/>
                </a:schemeClr>
              </a:gs>
              <a:gs pos="96000">
                <a:srgbClr val="4472C4">
                  <a:lumMod val="30000"/>
                  <a:lumOff val="70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等腰三角形 577">
            <a:extLst>
              <a:ext uri="{FF2B5EF4-FFF2-40B4-BE49-F238E27FC236}">
                <a16:creationId xmlns:a16="http://schemas.microsoft.com/office/drawing/2014/main" id="{59D137A7-DEFA-926D-C224-C23B20BA9423}"/>
              </a:ext>
            </a:extLst>
          </p:cNvPr>
          <p:cNvSpPr/>
          <p:nvPr/>
        </p:nvSpPr>
        <p:spPr>
          <a:xfrm rot="5400000" flipH="1" flipV="1">
            <a:off x="9271178" y="1878296"/>
            <a:ext cx="1386010" cy="295136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971" h="268154">
                <a:moveTo>
                  <a:pt x="0" y="268154"/>
                </a:moveTo>
                <a:lnTo>
                  <a:pt x="1134363" y="0"/>
                </a:lnTo>
                <a:lnTo>
                  <a:pt x="1220971" y="245924"/>
                </a:lnTo>
                <a:lnTo>
                  <a:pt x="0" y="268154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61000">
                <a:schemeClr val="accent1">
                  <a:lumMod val="45000"/>
                  <a:lumOff val="55000"/>
                </a:schemeClr>
              </a:gs>
              <a:gs pos="96000">
                <a:srgbClr val="4472C4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F45C0EC5-E9F7-0180-6F59-0916C3351F1A}"/>
              </a:ext>
            </a:extLst>
          </p:cNvPr>
          <p:cNvSpPr/>
          <p:nvPr/>
        </p:nvSpPr>
        <p:spPr>
          <a:xfrm>
            <a:off x="10157610" y="2709029"/>
            <a:ext cx="1196555" cy="212736"/>
          </a:xfrm>
          <a:prstGeom prst="roundRect">
            <a:avLst>
              <a:gd name="adj" fmla="val 6654"/>
            </a:avLst>
          </a:prstGeom>
          <a:solidFill>
            <a:srgbClr val="44546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1723CC9-E2C9-E2E3-736C-017643318AE7}"/>
              </a:ext>
            </a:extLst>
          </p:cNvPr>
          <p:cNvSpPr/>
          <p:nvPr/>
        </p:nvSpPr>
        <p:spPr>
          <a:xfrm>
            <a:off x="10593002" y="1625838"/>
            <a:ext cx="277652" cy="234844"/>
          </a:xfrm>
          <a:prstGeom prst="roundRect">
            <a:avLst>
              <a:gd name="adj" fmla="val 6654"/>
            </a:avLst>
          </a:prstGeom>
          <a:solidFill>
            <a:srgbClr val="14326C">
              <a:alpha val="80000"/>
            </a:srgbClr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1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21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17AF00C1-449F-3A66-F902-D2298BE3045F}"/>
              </a:ext>
            </a:extLst>
          </p:cNvPr>
          <p:cNvSpPr/>
          <p:nvPr/>
        </p:nvSpPr>
        <p:spPr>
          <a:xfrm>
            <a:off x="8370066" y="1840823"/>
            <a:ext cx="1398158" cy="41183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0B116BD-7766-72F2-C0AB-3EB8F295714F}"/>
              </a:ext>
            </a:extLst>
          </p:cNvPr>
          <p:cNvSpPr/>
          <p:nvPr/>
        </p:nvSpPr>
        <p:spPr>
          <a:xfrm>
            <a:off x="8357395" y="1258341"/>
            <a:ext cx="1406246" cy="3743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98C9C1B-17CA-41D6-F438-9741AA757B30}"/>
              </a:ext>
            </a:extLst>
          </p:cNvPr>
          <p:cNvSpPr/>
          <p:nvPr/>
        </p:nvSpPr>
        <p:spPr>
          <a:xfrm>
            <a:off x="8382035" y="2389219"/>
            <a:ext cx="1398158" cy="41183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5AC0EE0F-A278-DD13-EE75-DC602DDA50F2}"/>
              </a:ext>
            </a:extLst>
          </p:cNvPr>
          <p:cNvSpPr/>
          <p:nvPr/>
        </p:nvSpPr>
        <p:spPr>
          <a:xfrm>
            <a:off x="10262744" y="1090979"/>
            <a:ext cx="939707" cy="236192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95286E2-D6C1-758C-2DAC-6103864FF659}"/>
              </a:ext>
            </a:extLst>
          </p:cNvPr>
          <p:cNvSpPr/>
          <p:nvPr/>
        </p:nvSpPr>
        <p:spPr>
          <a:xfrm>
            <a:off x="10073583" y="1891531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F65DB3D2-1A59-9E01-51FD-C8A49D4D6425}"/>
              </a:ext>
            </a:extLst>
          </p:cNvPr>
          <p:cNvSpPr/>
          <p:nvPr/>
        </p:nvSpPr>
        <p:spPr>
          <a:xfrm>
            <a:off x="10076933" y="1291140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100E838-6D8A-93FE-5337-AB53E0AEC84D}"/>
              </a:ext>
            </a:extLst>
          </p:cNvPr>
          <p:cNvSpPr/>
          <p:nvPr/>
        </p:nvSpPr>
        <p:spPr>
          <a:xfrm>
            <a:off x="10109144" y="2433370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44" name="右箭头 3">
            <a:extLst>
              <a:ext uri="{FF2B5EF4-FFF2-40B4-BE49-F238E27FC236}">
                <a16:creationId xmlns:a16="http://schemas.microsoft.com/office/drawing/2014/main" id="{495995BC-F42C-D946-DDDC-EC861AF5A2DC}"/>
              </a:ext>
            </a:extLst>
          </p:cNvPr>
          <p:cNvSpPr/>
          <p:nvPr/>
        </p:nvSpPr>
        <p:spPr>
          <a:xfrm rot="16200000" flipH="1">
            <a:off x="10636897" y="2216198"/>
            <a:ext cx="190020" cy="218054"/>
          </a:xfrm>
          <a:prstGeom prst="rightArrow">
            <a:avLst/>
          </a:prstGeom>
          <a:solidFill>
            <a:srgbClr val="14326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左中括号 44">
            <a:extLst>
              <a:ext uri="{FF2B5EF4-FFF2-40B4-BE49-F238E27FC236}">
                <a16:creationId xmlns:a16="http://schemas.microsoft.com/office/drawing/2014/main" id="{F8755013-B1CF-7494-323E-BA1F547341FB}"/>
              </a:ext>
            </a:extLst>
          </p:cNvPr>
          <p:cNvSpPr/>
          <p:nvPr/>
        </p:nvSpPr>
        <p:spPr>
          <a:xfrm>
            <a:off x="8239645" y="1345808"/>
            <a:ext cx="95896" cy="1251511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0D55A5E-A4A7-576F-B5AD-48EDDBBE451C}"/>
              </a:ext>
            </a:extLst>
          </p:cNvPr>
          <p:cNvCxnSpPr>
            <a:cxnSpLocks/>
          </p:cNvCxnSpPr>
          <p:nvPr/>
        </p:nvCxnSpPr>
        <p:spPr>
          <a:xfrm>
            <a:off x="8246899" y="1983267"/>
            <a:ext cx="886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箭头: 下 7">
            <a:extLst>
              <a:ext uri="{FF2B5EF4-FFF2-40B4-BE49-F238E27FC236}">
                <a16:creationId xmlns:a16="http://schemas.microsoft.com/office/drawing/2014/main" id="{52A23F90-F6F0-4163-FF02-0A52859A6F4A}"/>
              </a:ext>
            </a:extLst>
          </p:cNvPr>
          <p:cNvSpPr/>
          <p:nvPr/>
        </p:nvSpPr>
        <p:spPr>
          <a:xfrm flipH="1">
            <a:off x="2396492" y="3066296"/>
            <a:ext cx="285292" cy="271588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箭头: 下 7">
            <a:extLst>
              <a:ext uri="{FF2B5EF4-FFF2-40B4-BE49-F238E27FC236}">
                <a16:creationId xmlns:a16="http://schemas.microsoft.com/office/drawing/2014/main" id="{38E613CC-1143-D094-2054-9CEE95034E12}"/>
              </a:ext>
            </a:extLst>
          </p:cNvPr>
          <p:cNvSpPr/>
          <p:nvPr/>
        </p:nvSpPr>
        <p:spPr>
          <a:xfrm flipH="1">
            <a:off x="9466815" y="3047435"/>
            <a:ext cx="285951" cy="270933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115">
            <a:extLst>
              <a:ext uri="{FF2B5EF4-FFF2-40B4-BE49-F238E27FC236}">
                <a16:creationId xmlns:a16="http://schemas.microsoft.com/office/drawing/2014/main" id="{B744870A-1D10-5EA3-EC76-BD2B2D8C0735}"/>
              </a:ext>
            </a:extLst>
          </p:cNvPr>
          <p:cNvSpPr/>
          <p:nvPr/>
        </p:nvSpPr>
        <p:spPr>
          <a:xfrm>
            <a:off x="6576966" y="3528305"/>
            <a:ext cx="4958473" cy="901960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: 圆角 134">
            <a:extLst>
              <a:ext uri="{FF2B5EF4-FFF2-40B4-BE49-F238E27FC236}">
                <a16:creationId xmlns:a16="http://schemas.microsoft.com/office/drawing/2014/main" id="{B619F44C-286E-4A65-F486-4D8A147CC6FE}"/>
              </a:ext>
            </a:extLst>
          </p:cNvPr>
          <p:cNvSpPr/>
          <p:nvPr/>
        </p:nvSpPr>
        <p:spPr>
          <a:xfrm>
            <a:off x="7556091" y="3385095"/>
            <a:ext cx="3073613" cy="33284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C20DCDA-1053-694D-6EBB-DF4DDAEC0E1D}"/>
              </a:ext>
            </a:extLst>
          </p:cNvPr>
          <p:cNvSpPr/>
          <p:nvPr/>
        </p:nvSpPr>
        <p:spPr>
          <a:xfrm>
            <a:off x="10279823" y="3827961"/>
            <a:ext cx="1134410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86A280FA-54F7-F04D-773E-BCF72689EE2B}"/>
              </a:ext>
            </a:extLst>
          </p:cNvPr>
          <p:cNvSpPr/>
          <p:nvPr/>
        </p:nvSpPr>
        <p:spPr>
          <a:xfrm>
            <a:off x="8428732" y="3820935"/>
            <a:ext cx="1052034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5FA79AB-BF17-75BD-73F8-924988BE5608}"/>
              </a:ext>
            </a:extLst>
          </p:cNvPr>
          <p:cNvSpPr/>
          <p:nvPr/>
        </p:nvSpPr>
        <p:spPr>
          <a:xfrm>
            <a:off x="6737290" y="3813306"/>
            <a:ext cx="1134410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138">
            <a:extLst>
              <a:ext uri="{FF2B5EF4-FFF2-40B4-BE49-F238E27FC236}">
                <a16:creationId xmlns:a16="http://schemas.microsoft.com/office/drawing/2014/main" id="{93A2BFDE-F59C-CF4D-9A8B-564D5F9E24C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9268" y="1745442"/>
            <a:ext cx="411307" cy="830997"/>
          </a:xfrm>
          <a:prstGeom prst="rect">
            <a:avLst/>
          </a:prstGeom>
        </p:spPr>
        <p:txBody>
          <a:bodyPr vert="horz" wrap="square" anchor="ctr">
            <a:spAutoFit/>
          </a:bodyPr>
          <a:lstStyle/>
          <a:p>
            <a:pPr algn="ctr"/>
            <a:r>
              <a:rPr lang="zh-CN" altLang="en-US" sz="1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  <a:endParaRPr lang="en-US" altLang="zh-CN" sz="1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: 圆角 159">
            <a:extLst>
              <a:ext uri="{FF2B5EF4-FFF2-40B4-BE49-F238E27FC236}">
                <a16:creationId xmlns:a16="http://schemas.microsoft.com/office/drawing/2014/main" id="{34B3E892-6BC2-34D1-F89B-0727E1321217}"/>
              </a:ext>
            </a:extLst>
          </p:cNvPr>
          <p:cNvSpPr/>
          <p:nvPr/>
        </p:nvSpPr>
        <p:spPr>
          <a:xfrm>
            <a:off x="703765" y="4562548"/>
            <a:ext cx="10831674" cy="1828529"/>
          </a:xfrm>
          <a:prstGeom prst="roundRect">
            <a:avLst>
              <a:gd name="adj" fmla="val 4886"/>
            </a:avLst>
          </a:prstGeom>
          <a:noFill/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499C06A-D56A-23A5-DD13-1DFD70449502}"/>
              </a:ext>
            </a:extLst>
          </p:cNvPr>
          <p:cNvSpPr txBox="1"/>
          <p:nvPr/>
        </p:nvSpPr>
        <p:spPr>
          <a:xfrm>
            <a:off x="1195046" y="4611561"/>
            <a:ext cx="120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60" name="矩形: 圆角 20">
            <a:extLst>
              <a:ext uri="{FF2B5EF4-FFF2-40B4-BE49-F238E27FC236}">
                <a16:creationId xmlns:a16="http://schemas.microsoft.com/office/drawing/2014/main" id="{FB06405C-7439-7877-C8CB-0DEDFB4B17FA}"/>
              </a:ext>
            </a:extLst>
          </p:cNvPr>
          <p:cNvSpPr/>
          <p:nvPr/>
        </p:nvSpPr>
        <p:spPr>
          <a:xfrm>
            <a:off x="819372" y="4597502"/>
            <a:ext cx="2005572" cy="1351502"/>
          </a:xfrm>
          <a:prstGeom prst="roundRect">
            <a:avLst>
              <a:gd name="adj" fmla="val 7310"/>
            </a:avLst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矩形: 圆角 148">
            <a:extLst>
              <a:ext uri="{FF2B5EF4-FFF2-40B4-BE49-F238E27FC236}">
                <a16:creationId xmlns:a16="http://schemas.microsoft.com/office/drawing/2014/main" id="{90D54CC0-4714-C766-D974-339068C19B83}"/>
              </a:ext>
            </a:extLst>
          </p:cNvPr>
          <p:cNvSpPr/>
          <p:nvPr/>
        </p:nvSpPr>
        <p:spPr>
          <a:xfrm>
            <a:off x="848757" y="5937715"/>
            <a:ext cx="1971521" cy="3798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610F1417-5B3F-D38A-AC27-2A26CA9A90B8}"/>
              </a:ext>
            </a:extLst>
          </p:cNvPr>
          <p:cNvSpPr txBox="1"/>
          <p:nvPr/>
        </p:nvSpPr>
        <p:spPr>
          <a:xfrm>
            <a:off x="3293059" y="4608550"/>
            <a:ext cx="120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64" name="矩形: 圆角 20">
            <a:extLst>
              <a:ext uri="{FF2B5EF4-FFF2-40B4-BE49-F238E27FC236}">
                <a16:creationId xmlns:a16="http://schemas.microsoft.com/office/drawing/2014/main" id="{0602EEBF-097E-7B5A-B4E5-64661E2C8617}"/>
              </a:ext>
            </a:extLst>
          </p:cNvPr>
          <p:cNvSpPr/>
          <p:nvPr/>
        </p:nvSpPr>
        <p:spPr>
          <a:xfrm>
            <a:off x="2961765" y="4591533"/>
            <a:ext cx="2005572" cy="1351502"/>
          </a:xfrm>
          <a:prstGeom prst="roundRect">
            <a:avLst>
              <a:gd name="adj" fmla="val 7310"/>
            </a:avLst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148">
            <a:extLst>
              <a:ext uri="{FF2B5EF4-FFF2-40B4-BE49-F238E27FC236}">
                <a16:creationId xmlns:a16="http://schemas.microsoft.com/office/drawing/2014/main" id="{CC173F01-7CFF-DDFE-4556-C0849D3BA100}"/>
              </a:ext>
            </a:extLst>
          </p:cNvPr>
          <p:cNvSpPr/>
          <p:nvPr/>
        </p:nvSpPr>
        <p:spPr>
          <a:xfrm>
            <a:off x="2980140" y="5937715"/>
            <a:ext cx="1971521" cy="3798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A23EAF7-402B-91BE-B4E5-9B85239B91E1}"/>
              </a:ext>
            </a:extLst>
          </p:cNvPr>
          <p:cNvSpPr txBox="1"/>
          <p:nvPr/>
        </p:nvSpPr>
        <p:spPr>
          <a:xfrm>
            <a:off x="5418273" y="4590268"/>
            <a:ext cx="138137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68" name="矩形: 圆角 20">
            <a:extLst>
              <a:ext uri="{FF2B5EF4-FFF2-40B4-BE49-F238E27FC236}">
                <a16:creationId xmlns:a16="http://schemas.microsoft.com/office/drawing/2014/main" id="{729F74E2-62A1-F58B-55AF-7A8E6B9824EC}"/>
              </a:ext>
            </a:extLst>
          </p:cNvPr>
          <p:cNvSpPr/>
          <p:nvPr/>
        </p:nvSpPr>
        <p:spPr>
          <a:xfrm>
            <a:off x="5111082" y="4587257"/>
            <a:ext cx="2005572" cy="1351502"/>
          </a:xfrm>
          <a:prstGeom prst="roundRect">
            <a:avLst>
              <a:gd name="adj" fmla="val 7310"/>
            </a:avLst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148">
            <a:extLst>
              <a:ext uri="{FF2B5EF4-FFF2-40B4-BE49-F238E27FC236}">
                <a16:creationId xmlns:a16="http://schemas.microsoft.com/office/drawing/2014/main" id="{34E41937-7755-C729-5804-6F79C4E8051D}"/>
              </a:ext>
            </a:extLst>
          </p:cNvPr>
          <p:cNvSpPr/>
          <p:nvPr/>
        </p:nvSpPr>
        <p:spPr>
          <a:xfrm>
            <a:off x="5147166" y="5937715"/>
            <a:ext cx="1924721" cy="3798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C02CC6D-3B6C-BC3D-8A51-7B1D82362B50}"/>
              </a:ext>
            </a:extLst>
          </p:cNvPr>
          <p:cNvSpPr txBox="1"/>
          <p:nvPr/>
        </p:nvSpPr>
        <p:spPr>
          <a:xfrm>
            <a:off x="7642956" y="4597686"/>
            <a:ext cx="120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72" name="矩形: 圆角 20">
            <a:extLst>
              <a:ext uri="{FF2B5EF4-FFF2-40B4-BE49-F238E27FC236}">
                <a16:creationId xmlns:a16="http://schemas.microsoft.com/office/drawing/2014/main" id="{A80A790F-1CA5-CED9-CA96-91FC0347ACFF}"/>
              </a:ext>
            </a:extLst>
          </p:cNvPr>
          <p:cNvSpPr/>
          <p:nvPr/>
        </p:nvSpPr>
        <p:spPr>
          <a:xfrm>
            <a:off x="7253475" y="4590267"/>
            <a:ext cx="2005572" cy="1351502"/>
          </a:xfrm>
          <a:prstGeom prst="roundRect">
            <a:avLst>
              <a:gd name="adj" fmla="val 7310"/>
            </a:avLst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: 圆角 148">
            <a:extLst>
              <a:ext uri="{FF2B5EF4-FFF2-40B4-BE49-F238E27FC236}">
                <a16:creationId xmlns:a16="http://schemas.microsoft.com/office/drawing/2014/main" id="{65002FFF-B9EF-76AB-900B-3447653F805C}"/>
              </a:ext>
            </a:extLst>
          </p:cNvPr>
          <p:cNvSpPr/>
          <p:nvPr/>
        </p:nvSpPr>
        <p:spPr>
          <a:xfrm>
            <a:off x="7306995" y="5937715"/>
            <a:ext cx="1891609" cy="3798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192453C3-D62C-2263-FD38-E6927BB0C85F}"/>
              </a:ext>
            </a:extLst>
          </p:cNvPr>
          <p:cNvSpPr txBox="1"/>
          <p:nvPr/>
        </p:nvSpPr>
        <p:spPr>
          <a:xfrm>
            <a:off x="9808672" y="4597274"/>
            <a:ext cx="120440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ABFADB47-BD67-A506-FF03-0CE101DBD4C3}"/>
              </a:ext>
            </a:extLst>
          </p:cNvPr>
          <p:cNvSpPr/>
          <p:nvPr/>
        </p:nvSpPr>
        <p:spPr>
          <a:xfrm>
            <a:off x="9395869" y="4597502"/>
            <a:ext cx="2005572" cy="1355132"/>
          </a:xfrm>
          <a:prstGeom prst="roundRect">
            <a:avLst>
              <a:gd name="adj" fmla="val 7310"/>
            </a:avLst>
          </a:pr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: 圆角 148">
            <a:extLst>
              <a:ext uri="{FF2B5EF4-FFF2-40B4-BE49-F238E27FC236}">
                <a16:creationId xmlns:a16="http://schemas.microsoft.com/office/drawing/2014/main" id="{63A6C6DF-8EDA-3E1E-2A96-666755BD2153}"/>
              </a:ext>
            </a:extLst>
          </p:cNvPr>
          <p:cNvSpPr/>
          <p:nvPr/>
        </p:nvSpPr>
        <p:spPr>
          <a:xfrm>
            <a:off x="9395869" y="5951590"/>
            <a:ext cx="1971521" cy="37989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1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1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DE8B89A4-BA52-C323-7B1B-EBFF563F27CC}"/>
              </a:ext>
            </a:extLst>
          </p:cNvPr>
          <p:cNvCxnSpPr>
            <a:cxnSpLocks/>
          </p:cNvCxnSpPr>
          <p:nvPr/>
        </p:nvCxnSpPr>
        <p:spPr>
          <a:xfrm flipV="1">
            <a:off x="3126200" y="2024907"/>
            <a:ext cx="260286" cy="4872"/>
          </a:xfrm>
          <a:prstGeom prst="straightConnector1">
            <a:avLst/>
          </a:prstGeom>
          <a:ln w="28575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A2DF1DF-90A6-356E-1C16-00743B3F4879}"/>
              </a:ext>
            </a:extLst>
          </p:cNvPr>
          <p:cNvSpPr/>
          <p:nvPr/>
        </p:nvSpPr>
        <p:spPr>
          <a:xfrm>
            <a:off x="838433" y="2383772"/>
            <a:ext cx="571835" cy="629883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输入研究内容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A087E81-AD5E-D04F-0226-E1DE8BED9BB3}"/>
              </a:ext>
            </a:extLst>
          </p:cNvPr>
          <p:cNvSpPr/>
          <p:nvPr/>
        </p:nvSpPr>
        <p:spPr>
          <a:xfrm>
            <a:off x="845124" y="917960"/>
            <a:ext cx="590199" cy="591866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输入研究内容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36E278B8-F1D0-9451-DFFD-53223C153750}"/>
              </a:ext>
            </a:extLst>
          </p:cNvPr>
          <p:cNvSpPr/>
          <p:nvPr/>
        </p:nvSpPr>
        <p:spPr>
          <a:xfrm>
            <a:off x="914206" y="2130402"/>
            <a:ext cx="431915" cy="301187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b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905B221F-2A63-38D8-893F-FF8D7B283684}"/>
              </a:ext>
            </a:extLst>
          </p:cNvPr>
          <p:cNvSpPr/>
          <p:nvPr/>
        </p:nvSpPr>
        <p:spPr>
          <a:xfrm>
            <a:off x="942406" y="1569381"/>
            <a:ext cx="377365" cy="301187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b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1" name="矩形: 圆角 510">
            <a:extLst>
              <a:ext uri="{FF2B5EF4-FFF2-40B4-BE49-F238E27FC236}">
                <a16:creationId xmlns:a16="http://schemas.microsoft.com/office/drawing/2014/main" id="{85EFD578-3AA3-9502-D728-A0251C34F100}"/>
              </a:ext>
            </a:extLst>
          </p:cNvPr>
          <p:cNvSpPr/>
          <p:nvPr/>
        </p:nvSpPr>
        <p:spPr>
          <a:xfrm>
            <a:off x="1466651" y="1917982"/>
            <a:ext cx="722588" cy="213850"/>
          </a:xfrm>
          <a:prstGeom prst="roundRect">
            <a:avLst>
              <a:gd name="adj" fmla="val 6654"/>
            </a:avLst>
          </a:prstGeom>
          <a:solidFill>
            <a:srgbClr val="44546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" name="矩形: 圆角 511">
            <a:extLst>
              <a:ext uri="{FF2B5EF4-FFF2-40B4-BE49-F238E27FC236}">
                <a16:creationId xmlns:a16="http://schemas.microsoft.com/office/drawing/2014/main" id="{EB7DD861-C2BC-4AA0-8E2B-9DB1F70BA768}"/>
              </a:ext>
            </a:extLst>
          </p:cNvPr>
          <p:cNvSpPr/>
          <p:nvPr/>
        </p:nvSpPr>
        <p:spPr>
          <a:xfrm>
            <a:off x="2429273" y="1917982"/>
            <a:ext cx="720748" cy="213850"/>
          </a:xfrm>
          <a:prstGeom prst="roundRect">
            <a:avLst>
              <a:gd name="adj" fmla="val 6654"/>
            </a:avLst>
          </a:prstGeom>
          <a:solidFill>
            <a:srgbClr val="44546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3" name="矩形: 圆角 512">
            <a:extLst>
              <a:ext uri="{FF2B5EF4-FFF2-40B4-BE49-F238E27FC236}">
                <a16:creationId xmlns:a16="http://schemas.microsoft.com/office/drawing/2014/main" id="{34388077-A0EF-E32A-8F73-4298FD7BA714}"/>
              </a:ext>
            </a:extLst>
          </p:cNvPr>
          <p:cNvSpPr/>
          <p:nvPr/>
        </p:nvSpPr>
        <p:spPr>
          <a:xfrm>
            <a:off x="3386486" y="1917982"/>
            <a:ext cx="608910" cy="213850"/>
          </a:xfrm>
          <a:prstGeom prst="roundRect">
            <a:avLst>
              <a:gd name="adj" fmla="val 6654"/>
            </a:avLst>
          </a:prstGeom>
          <a:solidFill>
            <a:srgbClr val="44546A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14" name="组合 513">
            <a:extLst>
              <a:ext uri="{FF2B5EF4-FFF2-40B4-BE49-F238E27FC236}">
                <a16:creationId xmlns:a16="http://schemas.microsoft.com/office/drawing/2014/main" id="{D4CD7224-6E41-43DB-0D49-16E76B14F7E3}"/>
              </a:ext>
            </a:extLst>
          </p:cNvPr>
          <p:cNvGrpSpPr/>
          <p:nvPr/>
        </p:nvGrpSpPr>
        <p:grpSpPr>
          <a:xfrm>
            <a:off x="9521178" y="3744487"/>
            <a:ext cx="711690" cy="688239"/>
            <a:chOff x="5760404" y="7015910"/>
            <a:chExt cx="1679329" cy="2120064"/>
          </a:xfrm>
        </p:grpSpPr>
        <p:pic>
          <p:nvPicPr>
            <p:cNvPr id="521" name="图片 520">
              <a:extLst>
                <a:ext uri="{FF2B5EF4-FFF2-40B4-BE49-F238E27FC236}">
                  <a16:creationId xmlns:a16="http://schemas.microsoft.com/office/drawing/2014/main" id="{8A3BE756-ECED-488B-4AF7-15FE2AF0A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0404" y="7015910"/>
              <a:ext cx="855153" cy="2120064"/>
            </a:xfrm>
            <a:prstGeom prst="rect">
              <a:avLst/>
            </a:prstGeom>
          </p:spPr>
        </p:pic>
        <p:grpSp>
          <p:nvGrpSpPr>
            <p:cNvPr id="516" name="组合 515">
              <a:extLst>
                <a:ext uri="{FF2B5EF4-FFF2-40B4-BE49-F238E27FC236}">
                  <a16:creationId xmlns:a16="http://schemas.microsoft.com/office/drawing/2014/main" id="{64A7E74B-C5DF-7502-E739-2C896EE6FD91}"/>
                </a:ext>
              </a:extLst>
            </p:cNvPr>
            <p:cNvGrpSpPr/>
            <p:nvPr/>
          </p:nvGrpSpPr>
          <p:grpSpPr>
            <a:xfrm>
              <a:off x="6119207" y="7015910"/>
              <a:ext cx="1320526" cy="2120063"/>
              <a:chOff x="6045326" y="2237177"/>
              <a:chExt cx="1811838" cy="2908845"/>
            </a:xfrm>
          </p:grpSpPr>
          <p:pic>
            <p:nvPicPr>
              <p:cNvPr id="519" name="图片 518">
                <a:extLst>
                  <a:ext uri="{FF2B5EF4-FFF2-40B4-BE49-F238E27FC236}">
                    <a16:creationId xmlns:a16="http://schemas.microsoft.com/office/drawing/2014/main" id="{E72CDB65-2FA3-BAB0-A9D1-AABFD5CC64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3844" y="2237177"/>
                <a:ext cx="1173320" cy="2908845"/>
              </a:xfrm>
              <a:prstGeom prst="rect">
                <a:avLst/>
              </a:prstGeom>
            </p:spPr>
          </p:pic>
          <p:pic>
            <p:nvPicPr>
              <p:cNvPr id="518" name="图片 517">
                <a:extLst>
                  <a:ext uri="{FF2B5EF4-FFF2-40B4-BE49-F238E27FC236}">
                    <a16:creationId xmlns:a16="http://schemas.microsoft.com/office/drawing/2014/main" id="{DD55C432-D1BB-DA21-A591-2F9F190820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45326" y="2302065"/>
                <a:ext cx="180928" cy="172214"/>
              </a:xfrm>
              <a:prstGeom prst="rect">
                <a:avLst/>
              </a:prstGeom>
            </p:spPr>
          </p:pic>
        </p:grpSp>
      </p:grpSp>
      <p:sp>
        <p:nvSpPr>
          <p:cNvPr id="523" name="箭头: 下 117">
            <a:extLst>
              <a:ext uri="{FF2B5EF4-FFF2-40B4-BE49-F238E27FC236}">
                <a16:creationId xmlns:a16="http://schemas.microsoft.com/office/drawing/2014/main" id="{4E338EF2-1F37-76E3-C1A2-DCF0E87F82F4}"/>
              </a:ext>
            </a:extLst>
          </p:cNvPr>
          <p:cNvSpPr/>
          <p:nvPr/>
        </p:nvSpPr>
        <p:spPr>
          <a:xfrm rot="16200000" flipH="1">
            <a:off x="783941" y="1901660"/>
            <a:ext cx="167488" cy="221612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1432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4" name="箭头: 下 117">
            <a:extLst>
              <a:ext uri="{FF2B5EF4-FFF2-40B4-BE49-F238E27FC236}">
                <a16:creationId xmlns:a16="http://schemas.microsoft.com/office/drawing/2014/main" id="{4BB3112C-9D1F-3B28-06ED-607FE3229EA6}"/>
              </a:ext>
            </a:extLst>
          </p:cNvPr>
          <p:cNvSpPr/>
          <p:nvPr/>
        </p:nvSpPr>
        <p:spPr>
          <a:xfrm rot="16200000" flipH="1">
            <a:off x="4057646" y="3924789"/>
            <a:ext cx="167488" cy="256975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1432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5" name="箭头: 下 117">
            <a:extLst>
              <a:ext uri="{FF2B5EF4-FFF2-40B4-BE49-F238E27FC236}">
                <a16:creationId xmlns:a16="http://schemas.microsoft.com/office/drawing/2014/main" id="{77D9ECFF-F8CB-BFD7-E94A-E81C8334AF95}"/>
              </a:ext>
            </a:extLst>
          </p:cNvPr>
          <p:cNvSpPr/>
          <p:nvPr/>
        </p:nvSpPr>
        <p:spPr>
          <a:xfrm rot="5400000" flipH="1">
            <a:off x="8057782" y="3917867"/>
            <a:ext cx="167488" cy="256975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1432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26" name="组合 525">
            <a:extLst>
              <a:ext uri="{FF2B5EF4-FFF2-40B4-BE49-F238E27FC236}">
                <a16:creationId xmlns:a16="http://schemas.microsoft.com/office/drawing/2014/main" id="{8FC44081-F96F-8EE0-5F74-4070F12C91E1}"/>
              </a:ext>
            </a:extLst>
          </p:cNvPr>
          <p:cNvGrpSpPr/>
          <p:nvPr/>
        </p:nvGrpSpPr>
        <p:grpSpPr>
          <a:xfrm rot="16200000">
            <a:off x="6037979" y="3801691"/>
            <a:ext cx="400735" cy="462123"/>
            <a:chOff x="2421030" y="2762042"/>
            <a:chExt cx="783379" cy="966966"/>
          </a:xfrm>
          <a:solidFill>
            <a:srgbClr val="FF0000"/>
          </a:solidFill>
        </p:grpSpPr>
        <p:sp>
          <p:nvSpPr>
            <p:cNvPr id="527" name="箭头: 下 456">
              <a:extLst>
                <a:ext uri="{FF2B5EF4-FFF2-40B4-BE49-F238E27FC236}">
                  <a16:creationId xmlns:a16="http://schemas.microsoft.com/office/drawing/2014/main" id="{C6AAD3F5-7B0B-217A-E585-9A01EB13E61F}"/>
                </a:ext>
              </a:extLst>
            </p:cNvPr>
            <p:cNvSpPr/>
            <p:nvPr/>
          </p:nvSpPr>
          <p:spPr>
            <a:xfrm>
              <a:off x="2421030" y="2762042"/>
              <a:ext cx="316908" cy="966966"/>
            </a:xfrm>
            <a:custGeom>
              <a:avLst/>
              <a:gdLst>
                <a:gd name="connsiteX0" fmla="*/ 0 w 621510"/>
                <a:gd name="connsiteY0" fmla="*/ 653036 h 963791"/>
                <a:gd name="connsiteX1" fmla="*/ 155378 w 621510"/>
                <a:gd name="connsiteY1" fmla="*/ 653036 h 963791"/>
                <a:gd name="connsiteX2" fmla="*/ 155378 w 621510"/>
                <a:gd name="connsiteY2" fmla="*/ 0 h 963791"/>
                <a:gd name="connsiteX3" fmla="*/ 466133 w 621510"/>
                <a:gd name="connsiteY3" fmla="*/ 0 h 963791"/>
                <a:gd name="connsiteX4" fmla="*/ 466133 w 621510"/>
                <a:gd name="connsiteY4" fmla="*/ 653036 h 963791"/>
                <a:gd name="connsiteX5" fmla="*/ 621510 w 621510"/>
                <a:gd name="connsiteY5" fmla="*/ 653036 h 963791"/>
                <a:gd name="connsiteX6" fmla="*/ 310755 w 621510"/>
                <a:gd name="connsiteY6" fmla="*/ 963791 h 963791"/>
                <a:gd name="connsiteX7" fmla="*/ 0 w 621510"/>
                <a:gd name="connsiteY7" fmla="*/ 653036 h 963791"/>
                <a:gd name="connsiteX0-1" fmla="*/ 0 w 466133"/>
                <a:gd name="connsiteY0-2" fmla="*/ 653036 h 963791"/>
                <a:gd name="connsiteX1-3" fmla="*/ 155378 w 466133"/>
                <a:gd name="connsiteY1-4" fmla="*/ 653036 h 963791"/>
                <a:gd name="connsiteX2-5" fmla="*/ 155378 w 466133"/>
                <a:gd name="connsiteY2-6" fmla="*/ 0 h 963791"/>
                <a:gd name="connsiteX3-7" fmla="*/ 466133 w 466133"/>
                <a:gd name="connsiteY3-8" fmla="*/ 0 h 963791"/>
                <a:gd name="connsiteX4-9" fmla="*/ 466133 w 466133"/>
                <a:gd name="connsiteY4-10" fmla="*/ 653036 h 963791"/>
                <a:gd name="connsiteX5-11" fmla="*/ 310755 w 466133"/>
                <a:gd name="connsiteY5-12" fmla="*/ 963791 h 963791"/>
                <a:gd name="connsiteX6-13" fmla="*/ 0 w 466133"/>
                <a:gd name="connsiteY6-14" fmla="*/ 653036 h 963791"/>
                <a:gd name="connsiteX0-15" fmla="*/ 0 w 466133"/>
                <a:gd name="connsiteY0-16" fmla="*/ 653036 h 963791"/>
                <a:gd name="connsiteX1-17" fmla="*/ 155378 w 466133"/>
                <a:gd name="connsiteY1-18" fmla="*/ 653036 h 963791"/>
                <a:gd name="connsiteX2-19" fmla="*/ 155378 w 466133"/>
                <a:gd name="connsiteY2-20" fmla="*/ 0 h 963791"/>
                <a:gd name="connsiteX3-21" fmla="*/ 466133 w 466133"/>
                <a:gd name="connsiteY3-22" fmla="*/ 0 h 963791"/>
                <a:gd name="connsiteX4-23" fmla="*/ 310755 w 466133"/>
                <a:gd name="connsiteY4-24" fmla="*/ 963791 h 963791"/>
                <a:gd name="connsiteX5-25" fmla="*/ 0 w 466133"/>
                <a:gd name="connsiteY5-26" fmla="*/ 653036 h 963791"/>
                <a:gd name="connsiteX0-27" fmla="*/ 0 w 321671"/>
                <a:gd name="connsiteY0-28" fmla="*/ 656211 h 966966"/>
                <a:gd name="connsiteX1-29" fmla="*/ 155378 w 321671"/>
                <a:gd name="connsiteY1-30" fmla="*/ 656211 h 966966"/>
                <a:gd name="connsiteX2-31" fmla="*/ 155378 w 321671"/>
                <a:gd name="connsiteY2-32" fmla="*/ 3175 h 966966"/>
                <a:gd name="connsiteX3-33" fmla="*/ 321671 w 321671"/>
                <a:gd name="connsiteY3-34" fmla="*/ 0 h 966966"/>
                <a:gd name="connsiteX4-35" fmla="*/ 310755 w 321671"/>
                <a:gd name="connsiteY4-36" fmla="*/ 966966 h 966966"/>
                <a:gd name="connsiteX5-37" fmla="*/ 0 w 321671"/>
                <a:gd name="connsiteY5-38" fmla="*/ 656211 h 966966"/>
                <a:gd name="connsiteX0-39" fmla="*/ 0 w 316908"/>
                <a:gd name="connsiteY0-40" fmla="*/ 656211 h 966966"/>
                <a:gd name="connsiteX1-41" fmla="*/ 155378 w 316908"/>
                <a:gd name="connsiteY1-42" fmla="*/ 656211 h 966966"/>
                <a:gd name="connsiteX2-43" fmla="*/ 155378 w 316908"/>
                <a:gd name="connsiteY2-44" fmla="*/ 3175 h 966966"/>
                <a:gd name="connsiteX3-45" fmla="*/ 316908 w 316908"/>
                <a:gd name="connsiteY3-46" fmla="*/ 0 h 966966"/>
                <a:gd name="connsiteX4-47" fmla="*/ 310755 w 316908"/>
                <a:gd name="connsiteY4-48" fmla="*/ 966966 h 966966"/>
                <a:gd name="connsiteX5-49" fmla="*/ 0 w 316908"/>
                <a:gd name="connsiteY5-50" fmla="*/ 656211 h 9669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16908" h="966966">
                  <a:moveTo>
                    <a:pt x="0" y="656211"/>
                  </a:moveTo>
                  <a:lnTo>
                    <a:pt x="155378" y="656211"/>
                  </a:lnTo>
                  <a:lnTo>
                    <a:pt x="155378" y="3175"/>
                  </a:lnTo>
                  <a:lnTo>
                    <a:pt x="316908" y="0"/>
                  </a:lnTo>
                  <a:lnTo>
                    <a:pt x="310755" y="966966"/>
                  </a:lnTo>
                  <a:lnTo>
                    <a:pt x="0" y="6562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72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8" name="箭头: 下 456">
              <a:extLst>
                <a:ext uri="{FF2B5EF4-FFF2-40B4-BE49-F238E27FC236}">
                  <a16:creationId xmlns:a16="http://schemas.microsoft.com/office/drawing/2014/main" id="{CC41705E-D89A-9A45-7F0A-10C6CE0B84CD}"/>
                </a:ext>
              </a:extLst>
            </p:cNvPr>
            <p:cNvSpPr/>
            <p:nvPr/>
          </p:nvSpPr>
          <p:spPr>
            <a:xfrm rot="10800000">
              <a:off x="2887500" y="2762042"/>
              <a:ext cx="316909" cy="966966"/>
            </a:xfrm>
            <a:custGeom>
              <a:avLst/>
              <a:gdLst>
                <a:gd name="connsiteX0" fmla="*/ 0 w 621510"/>
                <a:gd name="connsiteY0" fmla="*/ 653036 h 963791"/>
                <a:gd name="connsiteX1" fmla="*/ 155378 w 621510"/>
                <a:gd name="connsiteY1" fmla="*/ 653036 h 963791"/>
                <a:gd name="connsiteX2" fmla="*/ 155378 w 621510"/>
                <a:gd name="connsiteY2" fmla="*/ 0 h 963791"/>
                <a:gd name="connsiteX3" fmla="*/ 466133 w 621510"/>
                <a:gd name="connsiteY3" fmla="*/ 0 h 963791"/>
                <a:gd name="connsiteX4" fmla="*/ 466133 w 621510"/>
                <a:gd name="connsiteY4" fmla="*/ 653036 h 963791"/>
                <a:gd name="connsiteX5" fmla="*/ 621510 w 621510"/>
                <a:gd name="connsiteY5" fmla="*/ 653036 h 963791"/>
                <a:gd name="connsiteX6" fmla="*/ 310755 w 621510"/>
                <a:gd name="connsiteY6" fmla="*/ 963791 h 963791"/>
                <a:gd name="connsiteX7" fmla="*/ 0 w 621510"/>
                <a:gd name="connsiteY7" fmla="*/ 653036 h 963791"/>
                <a:gd name="connsiteX0-1" fmla="*/ 0 w 466133"/>
                <a:gd name="connsiteY0-2" fmla="*/ 653036 h 963791"/>
                <a:gd name="connsiteX1-3" fmla="*/ 155378 w 466133"/>
                <a:gd name="connsiteY1-4" fmla="*/ 653036 h 963791"/>
                <a:gd name="connsiteX2-5" fmla="*/ 155378 w 466133"/>
                <a:gd name="connsiteY2-6" fmla="*/ 0 h 963791"/>
                <a:gd name="connsiteX3-7" fmla="*/ 466133 w 466133"/>
                <a:gd name="connsiteY3-8" fmla="*/ 0 h 963791"/>
                <a:gd name="connsiteX4-9" fmla="*/ 466133 w 466133"/>
                <a:gd name="connsiteY4-10" fmla="*/ 653036 h 963791"/>
                <a:gd name="connsiteX5-11" fmla="*/ 310755 w 466133"/>
                <a:gd name="connsiteY5-12" fmla="*/ 963791 h 963791"/>
                <a:gd name="connsiteX6-13" fmla="*/ 0 w 466133"/>
                <a:gd name="connsiteY6-14" fmla="*/ 653036 h 963791"/>
                <a:gd name="connsiteX0-15" fmla="*/ 0 w 466133"/>
                <a:gd name="connsiteY0-16" fmla="*/ 653036 h 963791"/>
                <a:gd name="connsiteX1-17" fmla="*/ 155378 w 466133"/>
                <a:gd name="connsiteY1-18" fmla="*/ 653036 h 963791"/>
                <a:gd name="connsiteX2-19" fmla="*/ 155378 w 466133"/>
                <a:gd name="connsiteY2-20" fmla="*/ 0 h 963791"/>
                <a:gd name="connsiteX3-21" fmla="*/ 466133 w 466133"/>
                <a:gd name="connsiteY3-22" fmla="*/ 0 h 963791"/>
                <a:gd name="connsiteX4-23" fmla="*/ 310755 w 466133"/>
                <a:gd name="connsiteY4-24" fmla="*/ 963791 h 963791"/>
                <a:gd name="connsiteX5-25" fmla="*/ 0 w 466133"/>
                <a:gd name="connsiteY5-26" fmla="*/ 653036 h 963791"/>
                <a:gd name="connsiteX0-27" fmla="*/ 0 w 321671"/>
                <a:gd name="connsiteY0-28" fmla="*/ 656211 h 966966"/>
                <a:gd name="connsiteX1-29" fmla="*/ 155378 w 321671"/>
                <a:gd name="connsiteY1-30" fmla="*/ 656211 h 966966"/>
                <a:gd name="connsiteX2-31" fmla="*/ 155378 w 321671"/>
                <a:gd name="connsiteY2-32" fmla="*/ 3175 h 966966"/>
                <a:gd name="connsiteX3-33" fmla="*/ 321671 w 321671"/>
                <a:gd name="connsiteY3-34" fmla="*/ 0 h 966966"/>
                <a:gd name="connsiteX4-35" fmla="*/ 310755 w 321671"/>
                <a:gd name="connsiteY4-36" fmla="*/ 966966 h 966966"/>
                <a:gd name="connsiteX5-37" fmla="*/ 0 w 321671"/>
                <a:gd name="connsiteY5-38" fmla="*/ 656211 h 966966"/>
                <a:gd name="connsiteX0-39" fmla="*/ 0 w 316908"/>
                <a:gd name="connsiteY0-40" fmla="*/ 656211 h 966966"/>
                <a:gd name="connsiteX1-41" fmla="*/ 155378 w 316908"/>
                <a:gd name="connsiteY1-42" fmla="*/ 656211 h 966966"/>
                <a:gd name="connsiteX2-43" fmla="*/ 155378 w 316908"/>
                <a:gd name="connsiteY2-44" fmla="*/ 3175 h 966966"/>
                <a:gd name="connsiteX3-45" fmla="*/ 316908 w 316908"/>
                <a:gd name="connsiteY3-46" fmla="*/ 0 h 966966"/>
                <a:gd name="connsiteX4-47" fmla="*/ 310755 w 316908"/>
                <a:gd name="connsiteY4-48" fmla="*/ 966966 h 966966"/>
                <a:gd name="connsiteX5-49" fmla="*/ 0 w 316908"/>
                <a:gd name="connsiteY5-50" fmla="*/ 656211 h 9669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16908" h="966966">
                  <a:moveTo>
                    <a:pt x="0" y="656211"/>
                  </a:moveTo>
                  <a:lnTo>
                    <a:pt x="155378" y="656211"/>
                  </a:lnTo>
                  <a:lnTo>
                    <a:pt x="155378" y="3175"/>
                  </a:lnTo>
                  <a:lnTo>
                    <a:pt x="316908" y="0"/>
                  </a:lnTo>
                  <a:lnTo>
                    <a:pt x="310755" y="966966"/>
                  </a:lnTo>
                  <a:lnTo>
                    <a:pt x="0" y="6562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72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30" name="文本框 529">
            <a:extLst>
              <a:ext uri="{FF2B5EF4-FFF2-40B4-BE49-F238E27FC236}">
                <a16:creationId xmlns:a16="http://schemas.microsoft.com/office/drawing/2014/main" id="{233DAFCC-37A4-8554-4202-02207935E3F4}"/>
              </a:ext>
            </a:extLst>
          </p:cNvPr>
          <p:cNvSpPr txBox="1"/>
          <p:nvPr/>
        </p:nvSpPr>
        <p:spPr>
          <a:xfrm>
            <a:off x="4304181" y="1113805"/>
            <a:ext cx="166724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1" name="文本框 530">
            <a:extLst>
              <a:ext uri="{FF2B5EF4-FFF2-40B4-BE49-F238E27FC236}">
                <a16:creationId xmlns:a16="http://schemas.microsoft.com/office/drawing/2014/main" id="{DC08230C-7152-ED38-D1E6-3031D5A5BCD8}"/>
              </a:ext>
            </a:extLst>
          </p:cNvPr>
          <p:cNvSpPr txBox="1"/>
          <p:nvPr/>
        </p:nvSpPr>
        <p:spPr>
          <a:xfrm>
            <a:off x="6304410" y="1136467"/>
            <a:ext cx="165260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3" name="图片 532">
            <a:extLst>
              <a:ext uri="{FF2B5EF4-FFF2-40B4-BE49-F238E27FC236}">
                <a16:creationId xmlns:a16="http://schemas.microsoft.com/office/drawing/2014/main" id="{2D629F16-471A-3293-4533-580350EB219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9316" y="1223378"/>
            <a:ext cx="951807" cy="599061"/>
          </a:xfrm>
          <a:prstGeom prst="rect">
            <a:avLst/>
          </a:prstGeom>
        </p:spPr>
      </p:pic>
      <p:pic>
        <p:nvPicPr>
          <p:cNvPr id="534" name="图片 533">
            <a:extLst>
              <a:ext uri="{FF2B5EF4-FFF2-40B4-BE49-F238E27FC236}">
                <a16:creationId xmlns:a16="http://schemas.microsoft.com/office/drawing/2014/main" id="{6F458054-43F4-6A39-5599-84649C1FE4A8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9331" y="2211000"/>
            <a:ext cx="1163830" cy="732507"/>
          </a:xfrm>
          <a:prstGeom prst="rect">
            <a:avLst/>
          </a:prstGeom>
        </p:spPr>
      </p:pic>
      <p:pic>
        <p:nvPicPr>
          <p:cNvPr id="536" name="图片 535">
            <a:extLst>
              <a:ext uri="{FF2B5EF4-FFF2-40B4-BE49-F238E27FC236}">
                <a16:creationId xmlns:a16="http://schemas.microsoft.com/office/drawing/2014/main" id="{2C9509DB-CC61-3865-ECC0-3BA5F201C4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963" y="2209849"/>
            <a:ext cx="1177163" cy="678233"/>
          </a:xfrm>
          <a:prstGeom prst="rect">
            <a:avLst/>
          </a:prstGeom>
        </p:spPr>
      </p:pic>
      <p:pic>
        <p:nvPicPr>
          <p:cNvPr id="538" name="图片 537">
            <a:extLst>
              <a:ext uri="{FF2B5EF4-FFF2-40B4-BE49-F238E27FC236}">
                <a16:creationId xmlns:a16="http://schemas.microsoft.com/office/drawing/2014/main" id="{BEC013D8-23DC-3BD0-C4A5-417C9BAC8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728" y="1148822"/>
            <a:ext cx="1645667" cy="729445"/>
          </a:xfrm>
          <a:prstGeom prst="rect">
            <a:avLst/>
          </a:prstGeom>
        </p:spPr>
      </p:pic>
      <p:pic>
        <p:nvPicPr>
          <p:cNvPr id="540" name="图片 539">
            <a:extLst>
              <a:ext uri="{FF2B5EF4-FFF2-40B4-BE49-F238E27FC236}">
                <a16:creationId xmlns:a16="http://schemas.microsoft.com/office/drawing/2014/main" id="{FDE3F798-DD6C-9998-6006-5374431957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5748" y="1300888"/>
            <a:ext cx="3512291" cy="1593998"/>
          </a:xfrm>
          <a:prstGeom prst="rect">
            <a:avLst/>
          </a:prstGeom>
        </p:spPr>
      </p:pic>
      <p:pic>
        <p:nvPicPr>
          <p:cNvPr id="545" name="图片 544">
            <a:extLst>
              <a:ext uri="{FF2B5EF4-FFF2-40B4-BE49-F238E27FC236}">
                <a16:creationId xmlns:a16="http://schemas.microsoft.com/office/drawing/2014/main" id="{86FF62F9-4C30-6C07-B035-E9B13D8976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304" y="4759318"/>
            <a:ext cx="1560426" cy="1161727"/>
          </a:xfrm>
          <a:prstGeom prst="rect">
            <a:avLst/>
          </a:prstGeom>
        </p:spPr>
      </p:pic>
      <p:pic>
        <p:nvPicPr>
          <p:cNvPr id="546" name="图片 545">
            <a:extLst>
              <a:ext uri="{FF2B5EF4-FFF2-40B4-BE49-F238E27FC236}">
                <a16:creationId xmlns:a16="http://schemas.microsoft.com/office/drawing/2014/main" id="{A5E1ECFB-17DC-F636-F8FA-B64D5A3324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541" y="4752202"/>
            <a:ext cx="1560426" cy="1161727"/>
          </a:xfrm>
          <a:prstGeom prst="rect">
            <a:avLst/>
          </a:prstGeom>
        </p:spPr>
      </p:pic>
      <p:pic>
        <p:nvPicPr>
          <p:cNvPr id="547" name="图片 546">
            <a:extLst>
              <a:ext uri="{FF2B5EF4-FFF2-40B4-BE49-F238E27FC236}">
                <a16:creationId xmlns:a16="http://schemas.microsoft.com/office/drawing/2014/main" id="{B1BD5F8B-96DA-63F8-3BC9-2F4923F72D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6177" y="4759318"/>
            <a:ext cx="1560426" cy="1161727"/>
          </a:xfrm>
          <a:prstGeom prst="rect">
            <a:avLst/>
          </a:prstGeom>
        </p:spPr>
      </p:pic>
      <p:pic>
        <p:nvPicPr>
          <p:cNvPr id="551" name="图片 550">
            <a:extLst>
              <a:ext uri="{FF2B5EF4-FFF2-40B4-BE49-F238E27FC236}">
                <a16:creationId xmlns:a16="http://schemas.microsoft.com/office/drawing/2014/main" id="{A4DEA55E-1BC1-2749-AA50-737AF6858D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72497" y="4759318"/>
            <a:ext cx="1560426" cy="1161727"/>
          </a:xfrm>
          <a:prstGeom prst="rect">
            <a:avLst/>
          </a:prstGeom>
        </p:spPr>
      </p:pic>
      <p:pic>
        <p:nvPicPr>
          <p:cNvPr id="552" name="图片 551">
            <a:extLst>
              <a:ext uri="{FF2B5EF4-FFF2-40B4-BE49-F238E27FC236}">
                <a16:creationId xmlns:a16="http://schemas.microsoft.com/office/drawing/2014/main" id="{F7B603C5-05FA-BE0B-5FFF-FAA3B0FCBA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0659" y="4734302"/>
            <a:ext cx="1560426" cy="116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08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726542-FE78-7DF3-E651-F5EBB53A823E}"/>
              </a:ext>
            </a:extLst>
          </p:cNvPr>
          <p:cNvSpPr>
            <a:spLocks/>
          </p:cNvSpPr>
          <p:nvPr/>
        </p:nvSpPr>
        <p:spPr>
          <a:xfrm>
            <a:off x="824397" y="1372881"/>
            <a:ext cx="1080000" cy="4860000"/>
          </a:xfrm>
          <a:prstGeom prst="roundRect">
            <a:avLst>
              <a:gd name="adj" fmla="val 80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00A307A-D632-07B5-FFB9-F2DA9E8B95E8}"/>
              </a:ext>
            </a:extLst>
          </p:cNvPr>
          <p:cNvSpPr/>
          <p:nvPr/>
        </p:nvSpPr>
        <p:spPr>
          <a:xfrm>
            <a:off x="3531617" y="874119"/>
            <a:ext cx="1188000" cy="612000"/>
          </a:xfrm>
          <a:prstGeom prst="roundRect">
            <a:avLst>
              <a:gd name="adj" fmla="val 16000"/>
            </a:avLst>
          </a:prstGeom>
          <a:solidFill>
            <a:srgbClr val="DEAC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输入主题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A42BACF-19EE-5139-9C74-E0DD4B2198B5}"/>
              </a:ext>
            </a:extLst>
          </p:cNvPr>
          <p:cNvSpPr txBox="1"/>
          <p:nvPr/>
        </p:nvSpPr>
        <p:spPr>
          <a:xfrm>
            <a:off x="823165" y="1540240"/>
            <a:ext cx="1080000" cy="38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输入内容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BFBA1E6-6B94-733A-BD52-444D095629C7}"/>
              </a:ext>
            </a:extLst>
          </p:cNvPr>
          <p:cNvSpPr txBox="1"/>
          <p:nvPr/>
        </p:nvSpPr>
        <p:spPr>
          <a:xfrm>
            <a:off x="828092" y="2965896"/>
            <a:ext cx="1080000" cy="70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</a:t>
            </a:r>
            <a:b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内容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1A6D4988-65F5-C82E-46C3-B47C8A3B761A}"/>
              </a:ext>
            </a:extLst>
          </p:cNvPr>
          <p:cNvSpPr>
            <a:spLocks/>
          </p:cNvSpPr>
          <p:nvPr/>
        </p:nvSpPr>
        <p:spPr>
          <a:xfrm>
            <a:off x="2183363" y="1388742"/>
            <a:ext cx="4443493" cy="4860000"/>
          </a:xfrm>
          <a:prstGeom prst="roundRect">
            <a:avLst>
              <a:gd name="adj" fmla="val 80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2DAB901-E967-BAD8-094A-CD7A82DC58BC}"/>
              </a:ext>
            </a:extLst>
          </p:cNvPr>
          <p:cNvSpPr/>
          <p:nvPr/>
        </p:nvSpPr>
        <p:spPr>
          <a:xfrm>
            <a:off x="5204920" y="874119"/>
            <a:ext cx="1348370" cy="612000"/>
          </a:xfrm>
          <a:prstGeom prst="roundRect">
            <a:avLst>
              <a:gd name="adj" fmla="val 16000"/>
            </a:avLst>
          </a:prstGeom>
          <a:solidFill>
            <a:srgbClr val="DEAC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输入主题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箭头: 下 22">
            <a:extLst>
              <a:ext uri="{FF2B5EF4-FFF2-40B4-BE49-F238E27FC236}">
                <a16:creationId xmlns:a16="http://schemas.microsoft.com/office/drawing/2014/main" id="{C15AACCB-2178-C741-3263-4A81E099C649}"/>
              </a:ext>
            </a:extLst>
          </p:cNvPr>
          <p:cNvSpPr/>
          <p:nvPr/>
        </p:nvSpPr>
        <p:spPr>
          <a:xfrm rot="16200000">
            <a:off x="4782268" y="982120"/>
            <a:ext cx="360000" cy="396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06DA7B8-7561-C462-3CCE-768CB1B25088}"/>
              </a:ext>
            </a:extLst>
          </p:cNvPr>
          <p:cNvSpPr/>
          <p:nvPr/>
        </p:nvSpPr>
        <p:spPr>
          <a:xfrm>
            <a:off x="2245568" y="4206020"/>
            <a:ext cx="972000" cy="756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b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+XX</a:t>
            </a:r>
            <a:endParaRPr lang="zh-CN" altLang="en-US" sz="1600" b="1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7B5E3B7D-45F4-BE0C-0258-A38731EC6F2D}"/>
              </a:ext>
            </a:extLst>
          </p:cNvPr>
          <p:cNvSpPr/>
          <p:nvPr/>
        </p:nvSpPr>
        <p:spPr>
          <a:xfrm>
            <a:off x="2268457" y="5414892"/>
            <a:ext cx="972000" cy="756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en-US" altLang="zh-CN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CA70CD1E-80F8-738B-8472-2F0C900530BC}"/>
              </a:ext>
            </a:extLst>
          </p:cNvPr>
          <p:cNvSpPr/>
          <p:nvPr/>
        </p:nvSpPr>
        <p:spPr>
          <a:xfrm>
            <a:off x="2245568" y="1753037"/>
            <a:ext cx="972000" cy="756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eaVert" rtlCol="0" anchor="b"/>
          <a:lstStyle/>
          <a:p>
            <a:pPr algn="ctr"/>
            <a:r>
              <a:rPr lang="en-US" altLang="zh-CN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b="1" dirty="0">
              <a:solidFill>
                <a:srgbClr val="DEAC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56723251-ABA0-29A2-5B3A-D7CA6CA27811}"/>
              </a:ext>
            </a:extLst>
          </p:cNvPr>
          <p:cNvSpPr/>
          <p:nvPr/>
        </p:nvSpPr>
        <p:spPr>
          <a:xfrm>
            <a:off x="4050002" y="4251620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7AFFD278-CA74-6EA4-805E-A212BDA0747B}"/>
              </a:ext>
            </a:extLst>
          </p:cNvPr>
          <p:cNvSpPr/>
          <p:nvPr/>
        </p:nvSpPr>
        <p:spPr>
          <a:xfrm>
            <a:off x="4202402" y="4404020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903E87BE-FD36-6A62-674D-199D8B7700FC}"/>
              </a:ext>
            </a:extLst>
          </p:cNvPr>
          <p:cNvSpPr/>
          <p:nvPr/>
        </p:nvSpPr>
        <p:spPr>
          <a:xfrm>
            <a:off x="4354802" y="4556420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5B9BD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7723629-51AB-9B5E-8C39-E465EE32AADF}"/>
              </a:ext>
            </a:extLst>
          </p:cNvPr>
          <p:cNvSpPr/>
          <p:nvPr/>
        </p:nvSpPr>
        <p:spPr>
          <a:xfrm>
            <a:off x="4050002" y="5460492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81B587D-EE64-4876-2CF8-E643A678A43E}"/>
              </a:ext>
            </a:extLst>
          </p:cNvPr>
          <p:cNvSpPr/>
          <p:nvPr/>
        </p:nvSpPr>
        <p:spPr>
          <a:xfrm>
            <a:off x="4202402" y="5612892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5FC6D28-9A40-0AF3-4E6E-E4D77D60190F}"/>
              </a:ext>
            </a:extLst>
          </p:cNvPr>
          <p:cNvSpPr/>
          <p:nvPr/>
        </p:nvSpPr>
        <p:spPr>
          <a:xfrm>
            <a:off x="4354802" y="5765292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箭头: 下 22">
            <a:extLst>
              <a:ext uri="{FF2B5EF4-FFF2-40B4-BE49-F238E27FC236}">
                <a16:creationId xmlns:a16="http://schemas.microsoft.com/office/drawing/2014/main" id="{AA81D7F1-0D31-EDBB-76CB-B69DE076310F}"/>
              </a:ext>
            </a:extLst>
          </p:cNvPr>
          <p:cNvSpPr/>
          <p:nvPr/>
        </p:nvSpPr>
        <p:spPr>
          <a:xfrm>
            <a:off x="2605568" y="2515412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DEA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637FB7E1-9120-5DF7-A1C0-415782F26A7B}"/>
              </a:ext>
            </a:extLst>
          </p:cNvPr>
          <p:cNvSpPr/>
          <p:nvPr/>
        </p:nvSpPr>
        <p:spPr>
          <a:xfrm>
            <a:off x="4164302" y="2225670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A6466B5-1F30-0152-C8C9-C9CBD89250AA}"/>
              </a:ext>
            </a:extLst>
          </p:cNvPr>
          <p:cNvSpPr/>
          <p:nvPr/>
        </p:nvSpPr>
        <p:spPr>
          <a:xfrm>
            <a:off x="4164302" y="2655187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5F85393D-08EE-AB73-82A9-CDB72D41647F}"/>
              </a:ext>
            </a:extLst>
          </p:cNvPr>
          <p:cNvSpPr/>
          <p:nvPr/>
        </p:nvSpPr>
        <p:spPr>
          <a:xfrm>
            <a:off x="4164302" y="3083720"/>
            <a:ext cx="972000" cy="36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874A0A7-731B-C527-ED79-79513447D9DD}"/>
              </a:ext>
            </a:extLst>
          </p:cNvPr>
          <p:cNvSpPr/>
          <p:nvPr/>
        </p:nvSpPr>
        <p:spPr>
          <a:xfrm>
            <a:off x="4164302" y="3514221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</a:p>
        </p:txBody>
      </p:sp>
      <p:sp>
        <p:nvSpPr>
          <p:cNvPr id="56" name="箭头: 下 22">
            <a:extLst>
              <a:ext uri="{FF2B5EF4-FFF2-40B4-BE49-F238E27FC236}">
                <a16:creationId xmlns:a16="http://schemas.microsoft.com/office/drawing/2014/main" id="{F8A69268-DA5C-A51A-63D8-0FF99C265F7B}"/>
              </a:ext>
            </a:extLst>
          </p:cNvPr>
          <p:cNvSpPr/>
          <p:nvPr/>
        </p:nvSpPr>
        <p:spPr>
          <a:xfrm rot="16200000">
            <a:off x="3878108" y="313772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DEA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D3DA1DCB-35B8-62C2-C769-A2545282C61D}"/>
              </a:ext>
            </a:extLst>
          </p:cNvPr>
          <p:cNvSpPr/>
          <p:nvPr/>
        </p:nvSpPr>
        <p:spPr>
          <a:xfrm>
            <a:off x="4308302" y="1512185"/>
            <a:ext cx="684000" cy="360000"/>
          </a:xfrm>
          <a:prstGeom prst="roundRect">
            <a:avLst>
              <a:gd name="adj" fmla="val 16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亚型</a:t>
            </a:r>
            <a:endParaRPr kumimoji="1"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26DD9B6-CEB1-FC6F-F34C-820877EDB8D4}"/>
              </a:ext>
            </a:extLst>
          </p:cNvPr>
          <p:cNvGrpSpPr/>
          <p:nvPr/>
        </p:nvGrpSpPr>
        <p:grpSpPr>
          <a:xfrm>
            <a:off x="3240594" y="4458020"/>
            <a:ext cx="792622" cy="252000"/>
            <a:chOff x="4270852" y="4470507"/>
            <a:chExt cx="792622" cy="252000"/>
          </a:xfrm>
        </p:grpSpPr>
        <p:sp>
          <p:nvSpPr>
            <p:cNvPr id="59" name="箭头: 下 22">
              <a:extLst>
                <a:ext uri="{FF2B5EF4-FFF2-40B4-BE49-F238E27FC236}">
                  <a16:creationId xmlns:a16="http://schemas.microsoft.com/office/drawing/2014/main" id="{66722AE7-F1FD-B433-FB9C-907328BB2EBE}"/>
                </a:ext>
              </a:extLst>
            </p:cNvPr>
            <p:cNvSpPr/>
            <p:nvPr/>
          </p:nvSpPr>
          <p:spPr>
            <a:xfrm rot="16200000">
              <a:off x="4270852" y="4470507"/>
              <a:ext cx="252000" cy="252000"/>
            </a:xfrm>
            <a:prstGeom prst="downArrow">
              <a:avLst>
                <a:gd name="adj1" fmla="val 34897"/>
                <a:gd name="adj2" fmla="val 65647"/>
              </a:avLst>
            </a:prstGeom>
            <a:solidFill>
              <a:srgbClr val="2865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箭头: 下 22">
              <a:extLst>
                <a:ext uri="{FF2B5EF4-FFF2-40B4-BE49-F238E27FC236}">
                  <a16:creationId xmlns:a16="http://schemas.microsoft.com/office/drawing/2014/main" id="{5156AFE1-9E54-DA14-FAB7-2FAE94C1B720}"/>
                </a:ext>
              </a:extLst>
            </p:cNvPr>
            <p:cNvSpPr/>
            <p:nvPr/>
          </p:nvSpPr>
          <p:spPr>
            <a:xfrm rot="16200000">
              <a:off x="4811474" y="4470507"/>
              <a:ext cx="252000" cy="252000"/>
            </a:xfrm>
            <a:prstGeom prst="downArrow">
              <a:avLst>
                <a:gd name="adj1" fmla="val 34897"/>
                <a:gd name="adj2" fmla="val 65647"/>
              </a:avLst>
            </a:prstGeom>
            <a:solidFill>
              <a:srgbClr val="2865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1D6C764C-0E8E-95D9-8376-A9374571C027}"/>
              </a:ext>
            </a:extLst>
          </p:cNvPr>
          <p:cNvSpPr txBox="1"/>
          <p:nvPr/>
        </p:nvSpPr>
        <p:spPr>
          <a:xfrm>
            <a:off x="3420905" y="4290753"/>
            <a:ext cx="43200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28659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…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58A27D1-F8ED-1D4B-2353-77DA0C2EFDAF}"/>
              </a:ext>
            </a:extLst>
          </p:cNvPr>
          <p:cNvGrpSpPr/>
          <p:nvPr/>
        </p:nvGrpSpPr>
        <p:grpSpPr>
          <a:xfrm>
            <a:off x="3244645" y="5666892"/>
            <a:ext cx="792622" cy="252000"/>
            <a:chOff x="4274903" y="5650519"/>
            <a:chExt cx="792622" cy="252000"/>
          </a:xfrm>
        </p:grpSpPr>
        <p:sp>
          <p:nvSpPr>
            <p:cNvPr id="63" name="箭头: 下 22">
              <a:extLst>
                <a:ext uri="{FF2B5EF4-FFF2-40B4-BE49-F238E27FC236}">
                  <a16:creationId xmlns:a16="http://schemas.microsoft.com/office/drawing/2014/main" id="{8EB46B2D-0581-2BEC-54CE-62A14F93477A}"/>
                </a:ext>
              </a:extLst>
            </p:cNvPr>
            <p:cNvSpPr/>
            <p:nvPr/>
          </p:nvSpPr>
          <p:spPr>
            <a:xfrm rot="16200000">
              <a:off x="4274903" y="5650519"/>
              <a:ext cx="252000" cy="252000"/>
            </a:xfrm>
            <a:prstGeom prst="downArrow">
              <a:avLst>
                <a:gd name="adj1" fmla="val 34897"/>
                <a:gd name="adj2" fmla="val 65647"/>
              </a:avLst>
            </a:prstGeom>
            <a:solidFill>
              <a:srgbClr val="4F7A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箭头: 下 22">
              <a:extLst>
                <a:ext uri="{FF2B5EF4-FFF2-40B4-BE49-F238E27FC236}">
                  <a16:creationId xmlns:a16="http://schemas.microsoft.com/office/drawing/2014/main" id="{D6C6FA4C-20EE-04F8-3C6F-08767DE7AB0D}"/>
                </a:ext>
              </a:extLst>
            </p:cNvPr>
            <p:cNvSpPr/>
            <p:nvPr/>
          </p:nvSpPr>
          <p:spPr>
            <a:xfrm rot="16200000">
              <a:off x="4815525" y="5650519"/>
              <a:ext cx="252000" cy="252000"/>
            </a:xfrm>
            <a:prstGeom prst="downArrow">
              <a:avLst>
                <a:gd name="adj1" fmla="val 34897"/>
                <a:gd name="adj2" fmla="val 65647"/>
              </a:avLst>
            </a:prstGeom>
            <a:solidFill>
              <a:srgbClr val="4F7A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58C02FFB-D0A4-38DA-6FC7-3674D7908C28}"/>
              </a:ext>
            </a:extLst>
          </p:cNvPr>
          <p:cNvSpPr txBox="1"/>
          <p:nvPr/>
        </p:nvSpPr>
        <p:spPr>
          <a:xfrm>
            <a:off x="3424956" y="5470765"/>
            <a:ext cx="432000" cy="417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dirty="0">
                <a:solidFill>
                  <a:srgbClr val="4F7A3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…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DBD20E4-3A84-9742-85B3-957923E1A91A}"/>
              </a:ext>
            </a:extLst>
          </p:cNvPr>
          <p:cNvSpPr/>
          <p:nvPr/>
        </p:nvSpPr>
        <p:spPr>
          <a:xfrm>
            <a:off x="5732833" y="1520639"/>
            <a:ext cx="684000" cy="360000"/>
          </a:xfrm>
          <a:prstGeom prst="roundRect">
            <a:avLst>
              <a:gd name="adj" fmla="val 16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分级</a:t>
            </a:r>
            <a:endParaRPr kumimoji="1"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1E9279E8-97D3-0EA7-E079-D98687E744C2}"/>
              </a:ext>
            </a:extLst>
          </p:cNvPr>
          <p:cNvSpPr/>
          <p:nvPr/>
        </p:nvSpPr>
        <p:spPr>
          <a:xfrm>
            <a:off x="5463416" y="2822151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E34A2075-60B6-48B1-9647-E0E52E01C9F0}"/>
              </a:ext>
            </a:extLst>
          </p:cNvPr>
          <p:cNvSpPr/>
          <p:nvPr/>
        </p:nvSpPr>
        <p:spPr>
          <a:xfrm>
            <a:off x="5636771" y="2942166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2AE3F637-3AF6-F1BA-633E-C67DD4F347DF}"/>
              </a:ext>
            </a:extLst>
          </p:cNvPr>
          <p:cNvSpPr/>
          <p:nvPr/>
        </p:nvSpPr>
        <p:spPr>
          <a:xfrm>
            <a:off x="5810126" y="3062181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1DEEEEFE-A358-461D-2734-4E9E1E7D29FD}"/>
              </a:ext>
            </a:extLst>
          </p:cNvPr>
          <p:cNvSpPr/>
          <p:nvPr/>
        </p:nvSpPr>
        <p:spPr>
          <a:xfrm>
            <a:off x="5983481" y="3182196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79C536D-68A9-3BCE-C292-70E95E80E277}"/>
              </a:ext>
            </a:extLst>
          </p:cNvPr>
          <p:cNvSpPr/>
          <p:nvPr/>
        </p:nvSpPr>
        <p:spPr>
          <a:xfrm>
            <a:off x="6156836" y="3302211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EACB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DEAC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72" name="箭头: 下 22">
            <a:extLst>
              <a:ext uri="{FF2B5EF4-FFF2-40B4-BE49-F238E27FC236}">
                <a16:creationId xmlns:a16="http://schemas.microsoft.com/office/drawing/2014/main" id="{65D88086-F5E7-5202-D626-665D50D32FEF}"/>
              </a:ext>
            </a:extLst>
          </p:cNvPr>
          <p:cNvSpPr/>
          <p:nvPr/>
        </p:nvSpPr>
        <p:spPr>
          <a:xfrm rot="16200000">
            <a:off x="5188706" y="313772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DEA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D510597E-C6E9-1F65-264E-E3662199BF4F}"/>
              </a:ext>
            </a:extLst>
          </p:cNvPr>
          <p:cNvSpPr/>
          <p:nvPr/>
        </p:nvSpPr>
        <p:spPr>
          <a:xfrm>
            <a:off x="5566123" y="4246293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8847BB46-023B-E29C-02A8-921358EC5504}"/>
              </a:ext>
            </a:extLst>
          </p:cNvPr>
          <p:cNvSpPr/>
          <p:nvPr/>
        </p:nvSpPr>
        <p:spPr>
          <a:xfrm>
            <a:off x="5739478" y="4366308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CAB3D8A2-ADB4-F2E1-C297-558FD98185FB}"/>
              </a:ext>
            </a:extLst>
          </p:cNvPr>
          <p:cNvSpPr/>
          <p:nvPr/>
        </p:nvSpPr>
        <p:spPr>
          <a:xfrm>
            <a:off x="5912833" y="4486323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DAA75168-1D65-0F73-7EF9-AD5B5E16DA44}"/>
              </a:ext>
            </a:extLst>
          </p:cNvPr>
          <p:cNvSpPr/>
          <p:nvPr/>
        </p:nvSpPr>
        <p:spPr>
          <a:xfrm>
            <a:off x="6086188" y="4606338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68DECD21-D8A7-6895-0653-898BEC5086C0}"/>
              </a:ext>
            </a:extLst>
          </p:cNvPr>
          <p:cNvSpPr/>
          <p:nvPr/>
        </p:nvSpPr>
        <p:spPr>
          <a:xfrm>
            <a:off x="6259543" y="4726353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0D62CF2C-E399-02A8-490E-449ABCF4914C}"/>
              </a:ext>
            </a:extLst>
          </p:cNvPr>
          <p:cNvSpPr/>
          <p:nvPr/>
        </p:nvSpPr>
        <p:spPr>
          <a:xfrm>
            <a:off x="5566123" y="5414892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5A03DB19-5AEA-26F7-537D-00580B9D74E3}"/>
              </a:ext>
            </a:extLst>
          </p:cNvPr>
          <p:cNvSpPr/>
          <p:nvPr/>
        </p:nvSpPr>
        <p:spPr>
          <a:xfrm>
            <a:off x="5739478" y="5534907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1947E18B-1B0A-EDD7-B86E-8EB1B72D8A91}"/>
              </a:ext>
            </a:extLst>
          </p:cNvPr>
          <p:cNvSpPr/>
          <p:nvPr/>
        </p:nvSpPr>
        <p:spPr>
          <a:xfrm>
            <a:off x="5912833" y="5654922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3D531C06-EA16-05E1-A1A1-0C749B5632CC}"/>
              </a:ext>
            </a:extLst>
          </p:cNvPr>
          <p:cNvSpPr/>
          <p:nvPr/>
        </p:nvSpPr>
        <p:spPr>
          <a:xfrm>
            <a:off x="6086188" y="5774937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84CA861-D9B2-F00D-B442-603CB55CD80B}"/>
              </a:ext>
            </a:extLst>
          </p:cNvPr>
          <p:cNvSpPr/>
          <p:nvPr/>
        </p:nvSpPr>
        <p:spPr>
          <a:xfrm>
            <a:off x="6259543" y="5894952"/>
            <a:ext cx="324000" cy="324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4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83" name="箭头: 下 22">
            <a:extLst>
              <a:ext uri="{FF2B5EF4-FFF2-40B4-BE49-F238E27FC236}">
                <a16:creationId xmlns:a16="http://schemas.microsoft.com/office/drawing/2014/main" id="{D2EB14E0-34B3-E5E8-A213-593F7F8D4660}"/>
              </a:ext>
            </a:extLst>
          </p:cNvPr>
          <p:cNvSpPr/>
          <p:nvPr/>
        </p:nvSpPr>
        <p:spPr>
          <a:xfrm rot="16200000">
            <a:off x="5384771" y="4610421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2865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箭头: 下 22">
            <a:extLst>
              <a:ext uri="{FF2B5EF4-FFF2-40B4-BE49-F238E27FC236}">
                <a16:creationId xmlns:a16="http://schemas.microsoft.com/office/drawing/2014/main" id="{DE6BBA09-1C3A-C63A-D1BC-FD130E297824}"/>
              </a:ext>
            </a:extLst>
          </p:cNvPr>
          <p:cNvSpPr/>
          <p:nvPr/>
        </p:nvSpPr>
        <p:spPr>
          <a:xfrm rot="16200000">
            <a:off x="5352499" y="5819293"/>
            <a:ext cx="252000" cy="252000"/>
          </a:xfrm>
          <a:prstGeom prst="downArrow">
            <a:avLst>
              <a:gd name="adj1" fmla="val 34897"/>
              <a:gd name="adj2" fmla="val 65647"/>
            </a:avLst>
          </a:prstGeom>
          <a:solidFill>
            <a:srgbClr val="4F7A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30723806-CE82-506F-C5BC-A93AA19A0F79}"/>
              </a:ext>
            </a:extLst>
          </p:cNvPr>
          <p:cNvSpPr/>
          <p:nvPr/>
        </p:nvSpPr>
        <p:spPr>
          <a:xfrm>
            <a:off x="413909" y="687108"/>
            <a:ext cx="6300000" cy="5690832"/>
          </a:xfrm>
          <a:prstGeom prst="roundRect">
            <a:avLst>
              <a:gd name="adj" fmla="val 2401"/>
            </a:avLst>
          </a:prstGeom>
          <a:noFill/>
          <a:ln w="28575">
            <a:solidFill>
              <a:srgbClr val="DEACB8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endParaRPr kumimoji="1"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6" name="箭头: 下 22">
            <a:extLst>
              <a:ext uri="{FF2B5EF4-FFF2-40B4-BE49-F238E27FC236}">
                <a16:creationId xmlns:a16="http://schemas.microsoft.com/office/drawing/2014/main" id="{8638BE79-2459-E48C-C83A-64B52B9A50E1}"/>
              </a:ext>
            </a:extLst>
          </p:cNvPr>
          <p:cNvSpPr/>
          <p:nvPr/>
        </p:nvSpPr>
        <p:spPr>
          <a:xfrm rot="16200000">
            <a:off x="6698974" y="1009376"/>
            <a:ext cx="360000" cy="396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61F45443-77EE-8687-5347-EC96096C9E0A}"/>
              </a:ext>
            </a:extLst>
          </p:cNvPr>
          <p:cNvSpPr>
            <a:spLocks/>
          </p:cNvSpPr>
          <p:nvPr/>
        </p:nvSpPr>
        <p:spPr>
          <a:xfrm>
            <a:off x="6949258" y="1300680"/>
            <a:ext cx="1494783" cy="4860000"/>
          </a:xfrm>
          <a:prstGeom prst="roundRect">
            <a:avLst>
              <a:gd name="adj" fmla="val 80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17D2B483-B73D-0CD8-FA1B-1C16647BC3F1}"/>
              </a:ext>
            </a:extLst>
          </p:cNvPr>
          <p:cNvSpPr/>
          <p:nvPr/>
        </p:nvSpPr>
        <p:spPr>
          <a:xfrm>
            <a:off x="7055948" y="4251043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A-XX</a:t>
            </a: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979DEEA7-EA93-115E-90F5-014119E20B16}"/>
              </a:ext>
            </a:extLst>
          </p:cNvPr>
          <p:cNvSpPr/>
          <p:nvPr/>
        </p:nvSpPr>
        <p:spPr>
          <a:xfrm>
            <a:off x="7208348" y="4403443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B-XX</a:t>
            </a: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E78748C4-3639-87CE-D4CB-F6A57656461D}"/>
              </a:ext>
            </a:extLst>
          </p:cNvPr>
          <p:cNvSpPr/>
          <p:nvPr/>
        </p:nvSpPr>
        <p:spPr>
          <a:xfrm>
            <a:off x="7360748" y="4555843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B9B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5B9BD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C-XX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C7A1EDE3-4632-A274-05F5-A29E3552B2FF}"/>
              </a:ext>
            </a:extLst>
          </p:cNvPr>
          <p:cNvSpPr/>
          <p:nvPr/>
        </p:nvSpPr>
        <p:spPr>
          <a:xfrm>
            <a:off x="7055948" y="5459915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A-XX</a:t>
            </a: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41B57B9C-86D5-1FFE-62D3-BF8EEB23C974}"/>
              </a:ext>
            </a:extLst>
          </p:cNvPr>
          <p:cNvSpPr/>
          <p:nvPr/>
        </p:nvSpPr>
        <p:spPr>
          <a:xfrm>
            <a:off x="7208348" y="5612315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endParaRPr lang="en-US" altLang="zh-CN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E0B26D36-B588-2AFD-5991-2C3509F59F2E}"/>
              </a:ext>
            </a:extLst>
          </p:cNvPr>
          <p:cNvSpPr/>
          <p:nvPr/>
        </p:nvSpPr>
        <p:spPr>
          <a:xfrm>
            <a:off x="7360748" y="5764715"/>
            <a:ext cx="972000" cy="3600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70AD4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zh-CN" altLang="en-US" sz="1600" b="1" dirty="0">
                <a:solidFill>
                  <a:srgbClr val="70AD4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lang="en-US" altLang="zh-CN" sz="1600" b="1" dirty="0">
              <a:solidFill>
                <a:srgbClr val="70AD4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C781BB01-C11D-4187-03C2-4203AD97815D}"/>
              </a:ext>
            </a:extLst>
          </p:cNvPr>
          <p:cNvSpPr/>
          <p:nvPr/>
        </p:nvSpPr>
        <p:spPr>
          <a:xfrm>
            <a:off x="7004662" y="1753037"/>
            <a:ext cx="1371900" cy="832056"/>
          </a:xfrm>
          <a:prstGeom prst="roundRect">
            <a:avLst/>
          </a:prstGeom>
          <a:solidFill>
            <a:srgbClr val="FBE89B">
              <a:alpha val="50196"/>
            </a:srgb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A-XX</a:t>
            </a:r>
          </a:p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（输入内容）</a:t>
            </a:r>
            <a:endParaRPr lang="en-US" altLang="zh-CN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1F5A2834-DB14-2ADF-2575-A3362E0AB888}"/>
              </a:ext>
            </a:extLst>
          </p:cNvPr>
          <p:cNvSpPr/>
          <p:nvPr/>
        </p:nvSpPr>
        <p:spPr>
          <a:xfrm>
            <a:off x="7170248" y="2654610"/>
            <a:ext cx="972000" cy="360000"/>
          </a:xfrm>
          <a:prstGeom prst="roundRect">
            <a:avLst/>
          </a:prstGeom>
          <a:solidFill>
            <a:srgbClr val="DEACB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B-XX</a:t>
            </a: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2BA2AE42-1AA0-B032-3748-DFD2DBD06D87}"/>
              </a:ext>
            </a:extLst>
          </p:cNvPr>
          <p:cNvSpPr/>
          <p:nvPr/>
        </p:nvSpPr>
        <p:spPr>
          <a:xfrm>
            <a:off x="7170248" y="3083143"/>
            <a:ext cx="972000" cy="360000"/>
          </a:xfrm>
          <a:prstGeom prst="roundRect">
            <a:avLst/>
          </a:prstGeom>
          <a:solidFill>
            <a:srgbClr val="DEACB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C-XX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BC95FEDB-7660-F5EE-6810-CABEF9995484}"/>
              </a:ext>
            </a:extLst>
          </p:cNvPr>
          <p:cNvSpPr/>
          <p:nvPr/>
        </p:nvSpPr>
        <p:spPr>
          <a:xfrm>
            <a:off x="7170248" y="3513644"/>
            <a:ext cx="972000" cy="360000"/>
          </a:xfrm>
          <a:prstGeom prst="roundRect">
            <a:avLst/>
          </a:prstGeom>
          <a:solidFill>
            <a:srgbClr val="DEACB8"/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BD964718-CF52-E4D0-FD09-FD7C056C511D}"/>
              </a:ext>
            </a:extLst>
          </p:cNvPr>
          <p:cNvSpPr>
            <a:spLocks/>
          </p:cNvSpPr>
          <p:nvPr/>
        </p:nvSpPr>
        <p:spPr>
          <a:xfrm>
            <a:off x="8519923" y="1315205"/>
            <a:ext cx="1494783" cy="4860000"/>
          </a:xfrm>
          <a:prstGeom prst="roundRect">
            <a:avLst>
              <a:gd name="adj" fmla="val 80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99" name="箭头: 下 22">
            <a:extLst>
              <a:ext uri="{FF2B5EF4-FFF2-40B4-BE49-F238E27FC236}">
                <a16:creationId xmlns:a16="http://schemas.microsoft.com/office/drawing/2014/main" id="{D4425466-9750-B963-AD4C-291A6B17E07C}"/>
              </a:ext>
            </a:extLst>
          </p:cNvPr>
          <p:cNvSpPr/>
          <p:nvPr/>
        </p:nvSpPr>
        <p:spPr>
          <a:xfrm rot="16200000">
            <a:off x="8322923" y="1009376"/>
            <a:ext cx="360000" cy="396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FCD0531B-FCA6-40CB-23DE-ADBFFDA90DFC}"/>
              </a:ext>
            </a:extLst>
          </p:cNvPr>
          <p:cNvSpPr/>
          <p:nvPr/>
        </p:nvSpPr>
        <p:spPr>
          <a:xfrm>
            <a:off x="7102649" y="901376"/>
            <a:ext cx="1188000" cy="612000"/>
          </a:xfrm>
          <a:prstGeom prst="roundRect">
            <a:avLst>
              <a:gd name="adj" fmla="val 16000"/>
            </a:avLst>
          </a:prstGeom>
          <a:solidFill>
            <a:srgbClr val="FBE89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输入主题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5E051744-3AF5-1F0F-8AE9-CE4D9721DA65}"/>
              </a:ext>
            </a:extLst>
          </p:cNvPr>
          <p:cNvSpPr/>
          <p:nvPr/>
        </p:nvSpPr>
        <p:spPr>
          <a:xfrm>
            <a:off x="8673314" y="901376"/>
            <a:ext cx="1188000" cy="612000"/>
          </a:xfrm>
          <a:prstGeom prst="roundRect">
            <a:avLst>
              <a:gd name="adj" fmla="val 16000"/>
            </a:avLst>
          </a:prstGeom>
          <a:solidFill>
            <a:srgbClr val="FBE89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输入主题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560E300-8117-2A20-64EA-B3A139FDEB7C}"/>
              </a:ext>
            </a:extLst>
          </p:cNvPr>
          <p:cNvSpPr txBox="1"/>
          <p:nvPr/>
        </p:nvSpPr>
        <p:spPr>
          <a:xfrm>
            <a:off x="8853314" y="1562408"/>
            <a:ext cx="828000" cy="307777"/>
          </a:xfrm>
          <a:prstGeom prst="rect">
            <a:avLst/>
          </a:prstGeom>
          <a:solidFill>
            <a:srgbClr val="FBE89B">
              <a:alpha val="50196"/>
            </a:srgb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altLang="zh-CN" sz="1600" dirty="0">
                <a:solidFill>
                  <a:schemeClr val="tx1"/>
                </a:solidFill>
                <a:sym typeface="Arial" panose="020B0604020202020204" pitchFamily="34" charset="0"/>
              </a:rPr>
              <a:t>XX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949D2BF-ED3A-CC82-5A91-9527717BC339}"/>
              </a:ext>
            </a:extLst>
          </p:cNvPr>
          <p:cNvSpPr txBox="1"/>
          <p:nvPr/>
        </p:nvSpPr>
        <p:spPr>
          <a:xfrm>
            <a:off x="8787491" y="2836124"/>
            <a:ext cx="1008000" cy="307777"/>
          </a:xfrm>
          <a:prstGeom prst="rect">
            <a:avLst/>
          </a:prstGeom>
          <a:solidFill>
            <a:srgbClr val="FBE89B">
              <a:alpha val="50196"/>
            </a:srgb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输入内容</a:t>
            </a:r>
            <a:endParaRPr lang="en-US" altLang="zh-CN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05" name="矩形: 圆角 104">
            <a:extLst>
              <a:ext uri="{FF2B5EF4-FFF2-40B4-BE49-F238E27FC236}">
                <a16:creationId xmlns:a16="http://schemas.microsoft.com/office/drawing/2014/main" id="{45E0CAF6-2857-907C-02BF-413FC728D9F6}"/>
              </a:ext>
            </a:extLst>
          </p:cNvPr>
          <p:cNvSpPr>
            <a:spLocks/>
          </p:cNvSpPr>
          <p:nvPr/>
        </p:nvSpPr>
        <p:spPr>
          <a:xfrm>
            <a:off x="10112172" y="1298370"/>
            <a:ext cx="1494783" cy="4860000"/>
          </a:xfrm>
          <a:prstGeom prst="roundRect">
            <a:avLst>
              <a:gd name="adj" fmla="val 8000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06" name="箭头: 下 22">
            <a:extLst>
              <a:ext uri="{FF2B5EF4-FFF2-40B4-BE49-F238E27FC236}">
                <a16:creationId xmlns:a16="http://schemas.microsoft.com/office/drawing/2014/main" id="{EBC56674-ECD0-B1D7-5123-380682FDBC0F}"/>
              </a:ext>
            </a:extLst>
          </p:cNvPr>
          <p:cNvSpPr/>
          <p:nvPr/>
        </p:nvSpPr>
        <p:spPr>
          <a:xfrm rot="16200000">
            <a:off x="9893587" y="1009376"/>
            <a:ext cx="360000" cy="396000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1483971F-3105-5F5F-B655-C7E66AD88EA0}"/>
              </a:ext>
            </a:extLst>
          </p:cNvPr>
          <p:cNvSpPr/>
          <p:nvPr/>
        </p:nvSpPr>
        <p:spPr>
          <a:xfrm>
            <a:off x="10265563" y="901376"/>
            <a:ext cx="1188000" cy="612000"/>
          </a:xfrm>
          <a:prstGeom prst="roundRect">
            <a:avLst>
              <a:gd name="adj" fmla="val 16000"/>
            </a:avLst>
          </a:prstGeom>
          <a:solidFill>
            <a:srgbClr val="FBE89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输入主题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B2C463CE-70CB-89E7-0ADE-9B5B023D2B66}"/>
              </a:ext>
            </a:extLst>
          </p:cNvPr>
          <p:cNvSpPr/>
          <p:nvPr/>
        </p:nvSpPr>
        <p:spPr>
          <a:xfrm>
            <a:off x="6805984" y="686181"/>
            <a:ext cx="4860000" cy="5690832"/>
          </a:xfrm>
          <a:prstGeom prst="roundRect">
            <a:avLst>
              <a:gd name="adj" fmla="val 2401"/>
            </a:avLst>
          </a:prstGeom>
          <a:noFill/>
          <a:ln w="28575">
            <a:solidFill>
              <a:schemeClr val="accent4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endParaRPr kumimoji="1" lang="en-US" altLang="zh-CN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8BB183F7-5054-3565-C721-FE2B4D743DE7}"/>
              </a:ext>
            </a:extLst>
          </p:cNvPr>
          <p:cNvSpPr txBox="1"/>
          <p:nvPr/>
        </p:nvSpPr>
        <p:spPr>
          <a:xfrm>
            <a:off x="10085563" y="1840012"/>
            <a:ext cx="1548000" cy="468000"/>
          </a:xfrm>
          <a:prstGeom prst="rect">
            <a:avLst/>
          </a:prstGeom>
          <a:solidFill>
            <a:srgbClr val="FBE89B">
              <a:alpha val="50196"/>
            </a:srgb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sz="1200" dirty="0">
                <a:solidFill>
                  <a:schemeClr val="tx1"/>
                </a:solidFill>
                <a:sym typeface="Arial" panose="020B0604020202020204" pitchFamily="34" charset="0"/>
              </a:rPr>
              <a:t>这里输入具体的产出内容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CF898C42-C197-B094-A9AF-D314EE503FEA}"/>
              </a:ext>
            </a:extLst>
          </p:cNvPr>
          <p:cNvSpPr txBox="1"/>
          <p:nvPr/>
        </p:nvSpPr>
        <p:spPr>
          <a:xfrm>
            <a:off x="10085563" y="2618157"/>
            <a:ext cx="1548000" cy="523220"/>
          </a:xfrm>
          <a:prstGeom prst="rect">
            <a:avLst/>
          </a:prstGeom>
          <a:solidFill>
            <a:srgbClr val="FBE89B">
              <a:alpha val="50196"/>
            </a:srgb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sz="1200" dirty="0">
                <a:solidFill>
                  <a:schemeClr val="tx1"/>
                </a:solidFill>
                <a:sym typeface="Arial" panose="020B0604020202020204" pitchFamily="34" charset="0"/>
              </a:rPr>
              <a:t>这里输入具体的产出结果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B161D68-085A-8064-B282-67E37D6718D5}"/>
              </a:ext>
            </a:extLst>
          </p:cNvPr>
          <p:cNvSpPr txBox="1"/>
          <p:nvPr/>
        </p:nvSpPr>
        <p:spPr>
          <a:xfrm>
            <a:off x="10085563" y="3386720"/>
            <a:ext cx="1548000" cy="5490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这里输入具体的产出结果</a:t>
            </a: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9AD55379-FAE1-92A4-B1A5-5F4A9A374385}"/>
              </a:ext>
            </a:extLst>
          </p:cNvPr>
          <p:cNvSpPr txBox="1"/>
          <p:nvPr/>
        </p:nvSpPr>
        <p:spPr>
          <a:xfrm>
            <a:off x="10085563" y="4028164"/>
            <a:ext cx="1548000" cy="5490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这里输入具体的产出结果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4AE67FFE-CB79-5418-174C-7C38E1A2FC50}"/>
              </a:ext>
            </a:extLst>
          </p:cNvPr>
          <p:cNvSpPr txBox="1"/>
          <p:nvPr/>
        </p:nvSpPr>
        <p:spPr>
          <a:xfrm>
            <a:off x="10085563" y="4682529"/>
            <a:ext cx="1548000" cy="523220"/>
          </a:xfrm>
          <a:prstGeom prst="rect">
            <a:avLst/>
          </a:prstGeom>
          <a:solidFill>
            <a:srgbClr val="FBE89B">
              <a:alpha val="50196"/>
            </a:srgb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sz="1200" dirty="0">
                <a:solidFill>
                  <a:schemeClr val="tx1"/>
                </a:solidFill>
                <a:sym typeface="Arial" panose="020B0604020202020204" pitchFamily="34" charset="0"/>
              </a:rPr>
              <a:t>这里输入具体的产出结果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1D9AF848-0A47-7AC6-A415-DD6E7B7472EF}"/>
              </a:ext>
            </a:extLst>
          </p:cNvPr>
          <p:cNvSpPr txBox="1"/>
          <p:nvPr/>
        </p:nvSpPr>
        <p:spPr>
          <a:xfrm>
            <a:off x="10085563" y="5451091"/>
            <a:ext cx="1548000" cy="54906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这里输入具体的产出结果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6467B05-ABA3-54C3-45F0-BC238A6C401C}"/>
              </a:ext>
            </a:extLst>
          </p:cNvPr>
          <p:cNvCxnSpPr>
            <a:cxnSpLocks/>
            <a:stCxn id="94" idx="3"/>
            <a:endCxn id="102" idx="1"/>
          </p:cNvCxnSpPr>
          <p:nvPr/>
        </p:nvCxnSpPr>
        <p:spPr>
          <a:xfrm flipV="1">
            <a:off x="8376562" y="1716297"/>
            <a:ext cx="476752" cy="452768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D6C48470-2E16-B264-EFE3-B01B6FD44FBE}"/>
              </a:ext>
            </a:extLst>
          </p:cNvPr>
          <p:cNvSpPr>
            <a:spLocks/>
          </p:cNvSpPr>
          <p:nvPr/>
        </p:nvSpPr>
        <p:spPr>
          <a:xfrm>
            <a:off x="830580" y="866650"/>
            <a:ext cx="2677851" cy="626918"/>
          </a:xfrm>
          <a:prstGeom prst="roundRect">
            <a:avLst>
              <a:gd name="adj" fmla="val 8000"/>
            </a:avLst>
          </a:pr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marL="228600" indent="-228600">
              <a:lnSpc>
                <a:spcPct val="130000"/>
              </a:lnSpc>
              <a:buFont typeface="+mj-lt"/>
              <a:buAutoNum type="arabicPeriod"/>
            </a:pPr>
            <a:endParaRPr kumimoji="1" lang="en-US" altLang="zh-CN" sz="105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F56ECAD-F275-05A0-7196-C5CBEF110483}"/>
              </a:ext>
            </a:extLst>
          </p:cNvPr>
          <p:cNvSpPr/>
          <p:nvPr/>
        </p:nvSpPr>
        <p:spPr>
          <a:xfrm>
            <a:off x="904776" y="977370"/>
            <a:ext cx="553826" cy="476664"/>
          </a:xfrm>
          <a:prstGeom prst="roundRect">
            <a:avLst>
              <a:gd name="adj" fmla="val 16000"/>
            </a:avLst>
          </a:prstGeom>
          <a:solidFill>
            <a:srgbClr val="DEAC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kumimoji="1"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主题</a:t>
            </a:r>
            <a:endParaRPr kumimoji="1"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1C5C3297-3593-AB80-7F66-641FE39D8268}"/>
              </a:ext>
            </a:extLst>
          </p:cNvPr>
          <p:cNvSpPr/>
          <p:nvPr/>
        </p:nvSpPr>
        <p:spPr>
          <a:xfrm>
            <a:off x="1665640" y="929712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4A031FD7-89DE-28A2-E1CA-2110C011D411}"/>
              </a:ext>
            </a:extLst>
          </p:cNvPr>
          <p:cNvSpPr/>
          <p:nvPr/>
        </p:nvSpPr>
        <p:spPr>
          <a:xfrm>
            <a:off x="1900294" y="929713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652C829A-795D-3FD9-D8C7-7B4E1DE3E21E}"/>
              </a:ext>
            </a:extLst>
          </p:cNvPr>
          <p:cNvSpPr/>
          <p:nvPr/>
        </p:nvSpPr>
        <p:spPr>
          <a:xfrm>
            <a:off x="1665640" y="1211078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7BF871F5-F1FD-E122-1313-5275B298BA94}"/>
              </a:ext>
            </a:extLst>
          </p:cNvPr>
          <p:cNvSpPr/>
          <p:nvPr/>
        </p:nvSpPr>
        <p:spPr>
          <a:xfrm>
            <a:off x="1900294" y="1211079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8EA0BE45-9412-CAFE-8F5B-1F376C43C05E}"/>
              </a:ext>
            </a:extLst>
          </p:cNvPr>
          <p:cNvSpPr/>
          <p:nvPr/>
        </p:nvSpPr>
        <p:spPr>
          <a:xfrm>
            <a:off x="2303160" y="943607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16C6F5FF-0466-9B01-120D-F2FB6FE723B1}"/>
              </a:ext>
            </a:extLst>
          </p:cNvPr>
          <p:cNvSpPr/>
          <p:nvPr/>
        </p:nvSpPr>
        <p:spPr>
          <a:xfrm>
            <a:off x="2537813" y="943608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73A333B0-50C3-166F-9263-74C7DB90BEA3}"/>
              </a:ext>
            </a:extLst>
          </p:cNvPr>
          <p:cNvSpPr/>
          <p:nvPr/>
        </p:nvSpPr>
        <p:spPr>
          <a:xfrm>
            <a:off x="2303160" y="1224973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2B615B5B-935B-2C9B-E667-6C70D8B57477}"/>
              </a:ext>
            </a:extLst>
          </p:cNvPr>
          <p:cNvSpPr/>
          <p:nvPr/>
        </p:nvSpPr>
        <p:spPr>
          <a:xfrm>
            <a:off x="2537813" y="1224973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21B41649-29D8-8127-A52B-6C6F61ABF4FF}"/>
              </a:ext>
            </a:extLst>
          </p:cNvPr>
          <p:cNvSpPr/>
          <p:nvPr/>
        </p:nvSpPr>
        <p:spPr>
          <a:xfrm>
            <a:off x="2947812" y="943606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67DF0529-34D3-2D56-7190-3EC8C0402B94}"/>
              </a:ext>
            </a:extLst>
          </p:cNvPr>
          <p:cNvSpPr/>
          <p:nvPr/>
        </p:nvSpPr>
        <p:spPr>
          <a:xfrm>
            <a:off x="3182466" y="943607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334CCCB9-31A7-724F-E70E-487D9608C51D}"/>
              </a:ext>
            </a:extLst>
          </p:cNvPr>
          <p:cNvSpPr/>
          <p:nvPr/>
        </p:nvSpPr>
        <p:spPr>
          <a:xfrm>
            <a:off x="2947812" y="1224972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A2E46560-2A5C-ADAD-DE64-75F63C1A7BDB}"/>
              </a:ext>
            </a:extLst>
          </p:cNvPr>
          <p:cNvSpPr/>
          <p:nvPr/>
        </p:nvSpPr>
        <p:spPr>
          <a:xfrm>
            <a:off x="3182466" y="1224973"/>
            <a:ext cx="195828" cy="226094"/>
          </a:xfrm>
          <a:custGeom>
            <a:avLst/>
            <a:gdLst>
              <a:gd name="T0" fmla="*/ 8332 w 8332"/>
              <a:gd name="T1" fmla="*/ 8275 h 10000"/>
              <a:gd name="T2" fmla="*/ 7926 w 8332"/>
              <a:gd name="T3" fmla="*/ 9493 h 10000"/>
              <a:gd name="T4" fmla="*/ 6946 w 8332"/>
              <a:gd name="T5" fmla="*/ 10000 h 10000"/>
              <a:gd name="T6" fmla="*/ 1386 w 8332"/>
              <a:gd name="T7" fmla="*/ 10000 h 10000"/>
              <a:gd name="T8" fmla="*/ 406 w 8332"/>
              <a:gd name="T9" fmla="*/ 9493 h 10000"/>
              <a:gd name="T10" fmla="*/ 0 w 8332"/>
              <a:gd name="T11" fmla="*/ 8275 h 10000"/>
              <a:gd name="T12" fmla="*/ 55 w 8332"/>
              <a:gd name="T13" fmla="*/ 7230 h 10000"/>
              <a:gd name="T14" fmla="*/ 260 w 8332"/>
              <a:gd name="T15" fmla="*/ 6240 h 10000"/>
              <a:gd name="T16" fmla="*/ 641 w 8332"/>
              <a:gd name="T17" fmla="*/ 5387 h 10000"/>
              <a:gd name="T18" fmla="*/ 1254 w 8332"/>
              <a:gd name="T19" fmla="*/ 4809 h 10000"/>
              <a:gd name="T20" fmla="*/ 2130 w 8332"/>
              <a:gd name="T21" fmla="*/ 4584 h 10000"/>
              <a:gd name="T22" fmla="*/ 4167 w 8332"/>
              <a:gd name="T23" fmla="*/ 5417 h 10000"/>
              <a:gd name="T24" fmla="*/ 6205 w 8332"/>
              <a:gd name="T25" fmla="*/ 4584 h 10000"/>
              <a:gd name="T26" fmla="*/ 7081 w 8332"/>
              <a:gd name="T27" fmla="*/ 4809 h 10000"/>
              <a:gd name="T28" fmla="*/ 7694 w 8332"/>
              <a:gd name="T29" fmla="*/ 5387 h 10000"/>
              <a:gd name="T30" fmla="*/ 8075 w 8332"/>
              <a:gd name="T31" fmla="*/ 6240 h 10000"/>
              <a:gd name="T32" fmla="*/ 8280 w 8332"/>
              <a:gd name="T33" fmla="*/ 7230 h 10000"/>
              <a:gd name="T34" fmla="*/ 8332 w 8332"/>
              <a:gd name="T35" fmla="*/ 8275 h 10000"/>
              <a:gd name="T36" fmla="*/ 5934 w 8332"/>
              <a:gd name="T37" fmla="*/ 733 h 10000"/>
              <a:gd name="T38" fmla="*/ 6666 w 8332"/>
              <a:gd name="T39" fmla="*/ 2500 h 10000"/>
              <a:gd name="T40" fmla="*/ 5934 w 8332"/>
              <a:gd name="T41" fmla="*/ 4268 h 10000"/>
              <a:gd name="T42" fmla="*/ 4166 w 8332"/>
              <a:gd name="T43" fmla="*/ 5000 h 10000"/>
              <a:gd name="T44" fmla="*/ 2399 w 8332"/>
              <a:gd name="T45" fmla="*/ 4268 h 10000"/>
              <a:gd name="T46" fmla="*/ 1666 w 8332"/>
              <a:gd name="T47" fmla="*/ 2500 h 10000"/>
              <a:gd name="T48" fmla="*/ 2399 w 8332"/>
              <a:gd name="T49" fmla="*/ 733 h 10000"/>
              <a:gd name="T50" fmla="*/ 4166 w 8332"/>
              <a:gd name="T51" fmla="*/ 0 h 10000"/>
              <a:gd name="T52" fmla="*/ 5934 w 8332"/>
              <a:gd name="T53" fmla="*/ 733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332" h="10000">
                <a:moveTo>
                  <a:pt x="8332" y="8275"/>
                </a:moveTo>
                <a:cubicBezTo>
                  <a:pt x="8332" y="8749"/>
                  <a:pt x="8197" y="9154"/>
                  <a:pt x="7926" y="9493"/>
                </a:cubicBezTo>
                <a:cubicBezTo>
                  <a:pt x="7655" y="9831"/>
                  <a:pt x="7327" y="10000"/>
                  <a:pt x="6946" y="10000"/>
                </a:cubicBezTo>
                <a:lnTo>
                  <a:pt x="1386" y="10000"/>
                </a:lnTo>
                <a:cubicBezTo>
                  <a:pt x="1004" y="10000"/>
                  <a:pt x="677" y="9830"/>
                  <a:pt x="406" y="9493"/>
                </a:cubicBezTo>
                <a:cubicBezTo>
                  <a:pt x="135" y="9154"/>
                  <a:pt x="0" y="8748"/>
                  <a:pt x="0" y="8275"/>
                </a:cubicBezTo>
                <a:cubicBezTo>
                  <a:pt x="0" y="7906"/>
                  <a:pt x="17" y="7558"/>
                  <a:pt x="55" y="7230"/>
                </a:cubicBezTo>
                <a:cubicBezTo>
                  <a:pt x="92" y="6903"/>
                  <a:pt x="160" y="6572"/>
                  <a:pt x="260" y="6240"/>
                </a:cubicBezTo>
                <a:cubicBezTo>
                  <a:pt x="360" y="5909"/>
                  <a:pt x="487" y="5624"/>
                  <a:pt x="641" y="5387"/>
                </a:cubicBezTo>
                <a:cubicBezTo>
                  <a:pt x="795" y="5151"/>
                  <a:pt x="1000" y="4957"/>
                  <a:pt x="1254" y="4809"/>
                </a:cubicBezTo>
                <a:cubicBezTo>
                  <a:pt x="1507" y="4660"/>
                  <a:pt x="1800" y="4584"/>
                  <a:pt x="2130" y="4584"/>
                </a:cubicBezTo>
                <a:cubicBezTo>
                  <a:pt x="2699" y="5140"/>
                  <a:pt x="3377" y="5417"/>
                  <a:pt x="4167" y="5417"/>
                </a:cubicBezTo>
                <a:cubicBezTo>
                  <a:pt x="4957" y="5417"/>
                  <a:pt x="5636" y="5140"/>
                  <a:pt x="6205" y="4584"/>
                </a:cubicBezTo>
                <a:cubicBezTo>
                  <a:pt x="6535" y="4584"/>
                  <a:pt x="6826" y="4659"/>
                  <a:pt x="7081" y="4809"/>
                </a:cubicBezTo>
                <a:cubicBezTo>
                  <a:pt x="7335" y="4957"/>
                  <a:pt x="7539" y="5151"/>
                  <a:pt x="7694" y="5387"/>
                </a:cubicBezTo>
                <a:cubicBezTo>
                  <a:pt x="7847" y="5625"/>
                  <a:pt x="7975" y="5907"/>
                  <a:pt x="8075" y="6240"/>
                </a:cubicBezTo>
                <a:cubicBezTo>
                  <a:pt x="8175" y="6571"/>
                  <a:pt x="8244" y="6901"/>
                  <a:pt x="8280" y="7230"/>
                </a:cubicBezTo>
                <a:cubicBezTo>
                  <a:pt x="8315" y="7558"/>
                  <a:pt x="8332" y="7906"/>
                  <a:pt x="8332" y="8275"/>
                </a:cubicBezTo>
                <a:close/>
                <a:moveTo>
                  <a:pt x="5934" y="733"/>
                </a:moveTo>
                <a:cubicBezTo>
                  <a:pt x="6422" y="1221"/>
                  <a:pt x="6666" y="1810"/>
                  <a:pt x="6666" y="2500"/>
                </a:cubicBezTo>
                <a:cubicBezTo>
                  <a:pt x="6666" y="3190"/>
                  <a:pt x="6422" y="3779"/>
                  <a:pt x="5934" y="4268"/>
                </a:cubicBezTo>
                <a:cubicBezTo>
                  <a:pt x="5445" y="4756"/>
                  <a:pt x="4856" y="5000"/>
                  <a:pt x="4166" y="5000"/>
                </a:cubicBezTo>
                <a:cubicBezTo>
                  <a:pt x="3476" y="5000"/>
                  <a:pt x="2887" y="4756"/>
                  <a:pt x="2399" y="4268"/>
                </a:cubicBezTo>
                <a:cubicBezTo>
                  <a:pt x="1910" y="3779"/>
                  <a:pt x="1666" y="3190"/>
                  <a:pt x="1666" y="2500"/>
                </a:cubicBezTo>
                <a:cubicBezTo>
                  <a:pt x="1666" y="1810"/>
                  <a:pt x="1910" y="1221"/>
                  <a:pt x="2399" y="733"/>
                </a:cubicBezTo>
                <a:cubicBezTo>
                  <a:pt x="2887" y="244"/>
                  <a:pt x="3476" y="0"/>
                  <a:pt x="4166" y="0"/>
                </a:cubicBezTo>
                <a:cubicBezTo>
                  <a:pt x="4856" y="0"/>
                  <a:pt x="5445" y="244"/>
                  <a:pt x="5934" y="733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图形 130" descr="客户评价 纯色填充">
            <a:extLst>
              <a:ext uri="{FF2B5EF4-FFF2-40B4-BE49-F238E27FC236}">
                <a16:creationId xmlns:a16="http://schemas.microsoft.com/office/drawing/2014/main" id="{1A82DB67-FEB9-1824-076B-3A800D180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0648" y="1896380"/>
            <a:ext cx="522714" cy="522714"/>
          </a:xfrm>
          <a:prstGeom prst="rect">
            <a:avLst/>
          </a:prstGeom>
        </p:spPr>
      </p:pic>
      <p:pic>
        <p:nvPicPr>
          <p:cNvPr id="133" name="图形 132" descr="跳舞 纯色填充">
            <a:extLst>
              <a:ext uri="{FF2B5EF4-FFF2-40B4-BE49-F238E27FC236}">
                <a16:creationId xmlns:a16="http://schemas.microsoft.com/office/drawing/2014/main" id="{995F24E7-A79D-5E43-E1BE-0B0A2FACA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10866" y="5518503"/>
            <a:ext cx="580434" cy="580434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58998DF0-1E00-D528-5A43-FBF8CFE27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3817" y="2768506"/>
            <a:ext cx="1590252" cy="1161727"/>
          </a:xfrm>
          <a:prstGeom prst="rect">
            <a:avLst/>
          </a:prstGeom>
          <a:ln>
            <a:solidFill>
              <a:srgbClr val="DEACB8"/>
            </a:solidFill>
          </a:ln>
        </p:spPr>
      </p:pic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72BE33CE-F079-F3AB-872B-C85BB0A49D96}"/>
              </a:ext>
            </a:extLst>
          </p:cNvPr>
          <p:cNvGrpSpPr/>
          <p:nvPr/>
        </p:nvGrpSpPr>
        <p:grpSpPr>
          <a:xfrm>
            <a:off x="869536" y="1960265"/>
            <a:ext cx="1001627" cy="919082"/>
            <a:chOff x="414649" y="2207221"/>
            <a:chExt cx="1895052" cy="1738878"/>
          </a:xfrm>
        </p:grpSpPr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1D0B2775-9B34-E1E9-E6FF-F85139C1B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4649" y="2207221"/>
              <a:ext cx="1590252" cy="1161727"/>
            </a:xfrm>
            <a:prstGeom prst="rect">
              <a:avLst/>
            </a:prstGeom>
            <a:ln>
              <a:solidFill>
                <a:srgbClr val="DEACB8"/>
              </a:solidFill>
            </a:ln>
          </p:spPr>
        </p:pic>
        <p:pic>
          <p:nvPicPr>
            <p:cNvPr id="138" name="图片 137">
              <a:extLst>
                <a:ext uri="{FF2B5EF4-FFF2-40B4-BE49-F238E27FC236}">
                  <a16:creationId xmlns:a16="http://schemas.microsoft.com/office/drawing/2014/main" id="{0CBF9361-BA9A-3EBC-3E30-AF8756A87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7049" y="2492387"/>
              <a:ext cx="1590251" cy="1161726"/>
            </a:xfrm>
            <a:prstGeom prst="rect">
              <a:avLst/>
            </a:prstGeom>
            <a:ln>
              <a:solidFill>
                <a:srgbClr val="DEACB8"/>
              </a:solidFill>
            </a:ln>
          </p:spPr>
        </p:pic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390CCA29-FC91-D432-C501-0F9BC9231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9450" y="2784371"/>
              <a:ext cx="1590251" cy="1161728"/>
            </a:xfrm>
            <a:prstGeom prst="rect">
              <a:avLst/>
            </a:prstGeom>
            <a:ln>
              <a:solidFill>
                <a:srgbClr val="DEACB8"/>
              </a:solidFill>
            </a:ln>
          </p:spPr>
        </p:pic>
      </p:grpSp>
      <p:pic>
        <p:nvPicPr>
          <p:cNvPr id="142" name="图片 141">
            <a:extLst>
              <a:ext uri="{FF2B5EF4-FFF2-40B4-BE49-F238E27FC236}">
                <a16:creationId xmlns:a16="http://schemas.microsoft.com/office/drawing/2014/main" id="{1A20D6B1-956A-F7FE-C9E8-CDBDBA5C27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708" y="4094967"/>
            <a:ext cx="962913" cy="372099"/>
          </a:xfrm>
          <a:prstGeom prst="rect">
            <a:avLst/>
          </a:prstGeom>
        </p:spPr>
      </p:pic>
      <p:pic>
        <p:nvPicPr>
          <p:cNvPr id="144" name="图片 143">
            <a:extLst>
              <a:ext uri="{FF2B5EF4-FFF2-40B4-BE49-F238E27FC236}">
                <a16:creationId xmlns:a16="http://schemas.microsoft.com/office/drawing/2014/main" id="{64EE9AAD-F060-D7F5-706D-85B838D5B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228" y="4508980"/>
            <a:ext cx="975744" cy="529485"/>
          </a:xfrm>
          <a:prstGeom prst="rect">
            <a:avLst/>
          </a:prstGeom>
        </p:spPr>
      </p:pic>
      <p:pic>
        <p:nvPicPr>
          <p:cNvPr id="146" name="图片 145">
            <a:extLst>
              <a:ext uri="{FF2B5EF4-FFF2-40B4-BE49-F238E27FC236}">
                <a16:creationId xmlns:a16="http://schemas.microsoft.com/office/drawing/2014/main" id="{E5539171-6981-C22F-F659-BEB8B7EFC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056" y="5080379"/>
            <a:ext cx="971916" cy="1090513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7281F63A-10B8-3DD8-81FA-6D908DAD16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3095" y="3249842"/>
            <a:ext cx="1291117" cy="498927"/>
          </a:xfrm>
          <a:prstGeom prst="rect">
            <a:avLst/>
          </a:prstGeom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6A93A80E-63AF-CDF2-C965-939E133ABF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5614" y="3850312"/>
            <a:ext cx="1308321" cy="709957"/>
          </a:xfrm>
          <a:prstGeom prst="rect">
            <a:avLst/>
          </a:prstGeom>
        </p:spPr>
      </p:pic>
      <p:pic>
        <p:nvPicPr>
          <p:cNvPr id="149" name="图片 148">
            <a:extLst>
              <a:ext uri="{FF2B5EF4-FFF2-40B4-BE49-F238E27FC236}">
                <a16:creationId xmlns:a16="http://schemas.microsoft.com/office/drawing/2014/main" id="{AB5417DA-C808-34AE-7C7A-F8B9881F15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9443" y="4618673"/>
            <a:ext cx="1303188" cy="1462208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A28F25EC-8146-5A29-A92D-D4064FCBEFC0}"/>
              </a:ext>
            </a:extLst>
          </p:cNvPr>
          <p:cNvSpPr txBox="1"/>
          <p:nvPr/>
        </p:nvSpPr>
        <p:spPr>
          <a:xfrm>
            <a:off x="8791405" y="2440264"/>
            <a:ext cx="1008000" cy="307777"/>
          </a:xfrm>
          <a:prstGeom prst="rect">
            <a:avLst/>
          </a:prstGeom>
          <a:solidFill>
            <a:srgbClr val="FBE89B">
              <a:alpha val="50196"/>
            </a:srgb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输入内容</a:t>
            </a:r>
            <a:endParaRPr lang="en-US" altLang="zh-CN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F932B295-FB73-8C3A-4B33-BA6A77B1721E}"/>
              </a:ext>
            </a:extLst>
          </p:cNvPr>
          <p:cNvSpPr txBox="1"/>
          <p:nvPr/>
        </p:nvSpPr>
        <p:spPr>
          <a:xfrm>
            <a:off x="8806645" y="2018529"/>
            <a:ext cx="1008000" cy="307777"/>
          </a:xfrm>
          <a:prstGeom prst="rect">
            <a:avLst/>
          </a:prstGeom>
          <a:solidFill>
            <a:srgbClr val="FBE89B">
              <a:alpha val="50196"/>
            </a:srgbClr>
          </a:solidFill>
          <a:ln w="63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  <a:sym typeface="Arial" panose="020B0604020202020204" pitchFamily="34" charset="0"/>
              </a:rPr>
              <a:t>输入内容</a:t>
            </a:r>
            <a:endParaRPr lang="en-US" altLang="zh-CN" dirty="0">
              <a:solidFill>
                <a:schemeClr val="tx1"/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83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组合 50">
            <a:extLst>
              <a:ext uri="{FF2B5EF4-FFF2-40B4-BE49-F238E27FC236}">
                <a16:creationId xmlns:a16="http://schemas.microsoft.com/office/drawing/2014/main" id="{74F85414-2233-8339-E9E7-05505A204DE3}"/>
              </a:ext>
            </a:extLst>
          </p:cNvPr>
          <p:cNvGrpSpPr/>
          <p:nvPr/>
        </p:nvGrpSpPr>
        <p:grpSpPr>
          <a:xfrm>
            <a:off x="274649" y="2383697"/>
            <a:ext cx="11642702" cy="4046132"/>
            <a:chOff x="681029" y="2412725"/>
            <a:chExt cx="10829942" cy="368761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9341A66-2FEE-122A-D563-9BC85F956352}"/>
                </a:ext>
              </a:extLst>
            </p:cNvPr>
            <p:cNvSpPr/>
            <p:nvPr/>
          </p:nvSpPr>
          <p:spPr>
            <a:xfrm>
              <a:off x="1053200" y="3703015"/>
              <a:ext cx="505213" cy="1950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FA7C8FF-4B05-70CE-E1CE-DC215B776D0C}"/>
                </a:ext>
              </a:extLst>
            </p:cNvPr>
            <p:cNvGrpSpPr/>
            <p:nvPr/>
          </p:nvGrpSpPr>
          <p:grpSpPr>
            <a:xfrm>
              <a:off x="1436853" y="2412725"/>
              <a:ext cx="9451531" cy="578405"/>
              <a:chOff x="1403274" y="5592605"/>
              <a:chExt cx="9451531" cy="578405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BCF3CB9-3225-02CA-A304-7A9BE424E867}"/>
                  </a:ext>
                </a:extLst>
              </p:cNvPr>
              <p:cNvSpPr/>
              <p:nvPr/>
            </p:nvSpPr>
            <p:spPr>
              <a:xfrm>
                <a:off x="4742510" y="5696169"/>
                <a:ext cx="2800350" cy="313653"/>
              </a:xfrm>
              <a:prstGeom prst="rect">
                <a:avLst/>
              </a:prstGeom>
              <a:solidFill>
                <a:srgbClr val="3B77AE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 defTabSz="913765"/>
                <a:endParaRPr lang="zh-CN" altLang="en-US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E14F7F73-56A4-9E73-1796-00164D9FDD4D}"/>
                  </a:ext>
                </a:extLst>
              </p:cNvPr>
              <p:cNvCxnSpPr>
                <a:stCxn id="8" idx="3"/>
                <a:endCxn id="11" idx="1"/>
              </p:cNvCxnSpPr>
              <p:nvPr/>
            </p:nvCxnSpPr>
            <p:spPr>
              <a:xfrm>
                <a:off x="2319562" y="5881808"/>
                <a:ext cx="7492850" cy="0"/>
              </a:xfrm>
              <a:prstGeom prst="line">
                <a:avLst/>
              </a:prstGeom>
              <a:ln w="28575" cap="rnd">
                <a:solidFill>
                  <a:srgbClr val="3B77AE"/>
                </a:solidFill>
                <a:round/>
                <a:headEnd type="none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î$ļíḋè">
                <a:extLst>
                  <a:ext uri="{FF2B5EF4-FFF2-40B4-BE49-F238E27FC236}">
                    <a16:creationId xmlns:a16="http://schemas.microsoft.com/office/drawing/2014/main" id="{2F425BB5-2D67-11C0-22F4-58908EFAF018}"/>
                  </a:ext>
                </a:extLst>
              </p:cNvPr>
              <p:cNvSpPr/>
              <p:nvPr/>
            </p:nvSpPr>
            <p:spPr>
              <a:xfrm>
                <a:off x="1403274" y="5592605"/>
                <a:ext cx="916288" cy="578405"/>
              </a:xfrm>
              <a:prstGeom prst="diamond">
                <a:avLst/>
              </a:prstGeom>
              <a:solidFill>
                <a:srgbClr val="3B77AE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9" name="ïś1îďe">
                <a:extLst>
                  <a:ext uri="{FF2B5EF4-FFF2-40B4-BE49-F238E27FC236}">
                    <a16:creationId xmlns:a16="http://schemas.microsoft.com/office/drawing/2014/main" id="{491ADAAC-CE29-4221-F836-34E5205E69D1}"/>
                  </a:ext>
                </a:extLst>
              </p:cNvPr>
              <p:cNvSpPr/>
              <p:nvPr/>
            </p:nvSpPr>
            <p:spPr>
              <a:xfrm>
                <a:off x="4295220" y="5592605"/>
                <a:ext cx="916288" cy="578405"/>
              </a:xfrm>
              <a:prstGeom prst="diamond">
                <a:avLst/>
              </a:prstGeom>
              <a:solidFill>
                <a:srgbClr val="3B77AE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" name="i$ḻïḍè">
                <a:extLst>
                  <a:ext uri="{FF2B5EF4-FFF2-40B4-BE49-F238E27FC236}">
                    <a16:creationId xmlns:a16="http://schemas.microsoft.com/office/drawing/2014/main" id="{EDF19CF8-2520-C6D6-2BA6-98D25C31AA98}"/>
                  </a:ext>
                </a:extLst>
              </p:cNvPr>
              <p:cNvSpPr/>
              <p:nvPr/>
            </p:nvSpPr>
            <p:spPr>
              <a:xfrm>
                <a:off x="7053816" y="5592605"/>
                <a:ext cx="916288" cy="578405"/>
              </a:xfrm>
              <a:prstGeom prst="diamond">
                <a:avLst/>
              </a:prstGeom>
              <a:solidFill>
                <a:srgbClr val="3B77AE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" name="ïṩḻïdé">
                <a:extLst>
                  <a:ext uri="{FF2B5EF4-FFF2-40B4-BE49-F238E27FC236}">
                    <a16:creationId xmlns:a16="http://schemas.microsoft.com/office/drawing/2014/main" id="{76CCBDD0-2217-0C1B-A0A6-D4B0C8893B29}"/>
                  </a:ext>
                </a:extLst>
              </p:cNvPr>
              <p:cNvSpPr/>
              <p:nvPr/>
            </p:nvSpPr>
            <p:spPr>
              <a:xfrm>
                <a:off x="9812412" y="5592605"/>
                <a:ext cx="916288" cy="578405"/>
              </a:xfrm>
              <a:prstGeom prst="diamond">
                <a:avLst/>
              </a:prstGeom>
              <a:solidFill>
                <a:srgbClr val="3B77AE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43558CE-B9BE-422F-4B80-C405CD759264}"/>
                  </a:ext>
                </a:extLst>
              </p:cNvPr>
              <p:cNvSpPr txBox="1"/>
              <p:nvPr/>
            </p:nvSpPr>
            <p:spPr>
              <a:xfrm>
                <a:off x="1515643" y="5673824"/>
                <a:ext cx="951012" cy="364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-15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Step 1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2701ADD-0E55-490A-09DD-D1AEA4308CAF}"/>
                  </a:ext>
                </a:extLst>
              </p:cNvPr>
              <p:cNvSpPr txBox="1"/>
              <p:nvPr/>
            </p:nvSpPr>
            <p:spPr>
              <a:xfrm>
                <a:off x="9903793" y="5676086"/>
                <a:ext cx="951012" cy="364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-15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Step 3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63A39B55-B1DD-B7E2-4713-57A02694863E}"/>
                  </a:ext>
                </a:extLst>
              </p:cNvPr>
              <p:cNvSpPr txBox="1"/>
              <p:nvPr/>
            </p:nvSpPr>
            <p:spPr>
              <a:xfrm>
                <a:off x="5679169" y="5638246"/>
                <a:ext cx="951012" cy="364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just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000" b="1" i="0" u="none" strike="noStrike" kern="0" cap="none" spc="-15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Step 2</a:t>
                </a: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3F5EB72-8119-E125-62E1-F6DEC38FAC93}"/>
                </a:ext>
              </a:extLst>
            </p:cNvPr>
            <p:cNvSpPr/>
            <p:nvPr/>
          </p:nvSpPr>
          <p:spPr>
            <a:xfrm>
              <a:off x="6348087" y="3263874"/>
              <a:ext cx="2339394" cy="2836467"/>
            </a:xfrm>
            <a:prstGeom prst="rect">
              <a:avLst/>
            </a:prstGeom>
            <a:solidFill>
              <a:srgbClr val="A5A5A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20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467D8E8C-8369-7991-3ADD-EB8B964FE885}"/>
                </a:ext>
              </a:extLst>
            </p:cNvPr>
            <p:cNvSpPr/>
            <p:nvPr/>
          </p:nvSpPr>
          <p:spPr>
            <a:xfrm>
              <a:off x="9171577" y="3241892"/>
              <a:ext cx="2339394" cy="2858449"/>
            </a:xfrm>
            <a:prstGeom prst="rect">
              <a:avLst/>
            </a:prstGeom>
            <a:solidFill>
              <a:srgbClr val="A5A5A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20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23FA8AC-EB2A-2638-4D21-5E9629BF9F1C}"/>
                </a:ext>
              </a:extLst>
            </p:cNvPr>
            <p:cNvSpPr/>
            <p:nvPr/>
          </p:nvSpPr>
          <p:spPr>
            <a:xfrm>
              <a:off x="3475046" y="3258810"/>
              <a:ext cx="2339394" cy="2841531"/>
            </a:xfrm>
            <a:prstGeom prst="rect">
              <a:avLst/>
            </a:prstGeom>
            <a:solidFill>
              <a:srgbClr val="A5A5A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sz="2000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85DB344-14F8-0BE2-0A7D-0F28E7C890D5}"/>
                </a:ext>
              </a:extLst>
            </p:cNvPr>
            <p:cNvSpPr txBox="1"/>
            <p:nvPr/>
          </p:nvSpPr>
          <p:spPr>
            <a:xfrm>
              <a:off x="3568359" y="4991326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FE557AC-233B-172E-DBA5-7216F77F3679}"/>
                </a:ext>
              </a:extLst>
            </p:cNvPr>
            <p:cNvSpPr txBox="1"/>
            <p:nvPr/>
          </p:nvSpPr>
          <p:spPr>
            <a:xfrm>
              <a:off x="3568359" y="3584712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81C5769-54C5-C3D3-0907-FA4412F40607}"/>
                </a:ext>
              </a:extLst>
            </p:cNvPr>
            <p:cNvSpPr txBox="1"/>
            <p:nvPr/>
          </p:nvSpPr>
          <p:spPr>
            <a:xfrm>
              <a:off x="3568359" y="4288019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C06B8F5-A82B-CE06-5169-9C40EB374B78}"/>
                </a:ext>
              </a:extLst>
            </p:cNvPr>
            <p:cNvSpPr txBox="1"/>
            <p:nvPr/>
          </p:nvSpPr>
          <p:spPr>
            <a:xfrm>
              <a:off x="3568359" y="5694633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0C255BE-DDB3-A62D-7882-FD3FB9D86216}"/>
                </a:ext>
              </a:extLst>
            </p:cNvPr>
            <p:cNvSpPr txBox="1"/>
            <p:nvPr/>
          </p:nvSpPr>
          <p:spPr>
            <a:xfrm>
              <a:off x="6442740" y="5240435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D983C1F-4FCE-67B7-E954-BCAA5109DDA1}"/>
                </a:ext>
              </a:extLst>
            </p:cNvPr>
            <p:cNvSpPr txBox="1"/>
            <p:nvPr/>
          </p:nvSpPr>
          <p:spPr>
            <a:xfrm>
              <a:off x="6442740" y="3584712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EAD4AE7C-F49A-0873-3D7F-51B4D193704C}"/>
                </a:ext>
              </a:extLst>
            </p:cNvPr>
            <p:cNvSpPr txBox="1"/>
            <p:nvPr/>
          </p:nvSpPr>
          <p:spPr>
            <a:xfrm>
              <a:off x="6442740" y="4786236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B70E80A-2C9E-696C-84AA-F942BC33AE3B}"/>
                </a:ext>
              </a:extLst>
            </p:cNvPr>
            <p:cNvSpPr txBox="1"/>
            <p:nvPr/>
          </p:nvSpPr>
          <p:spPr>
            <a:xfrm>
              <a:off x="6442740" y="5694633"/>
              <a:ext cx="2161382" cy="30777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B8B71D5-295C-3D89-62C6-67195D439981}"/>
                </a:ext>
              </a:extLst>
            </p:cNvPr>
            <p:cNvSpPr txBox="1"/>
            <p:nvPr/>
          </p:nvSpPr>
          <p:spPr>
            <a:xfrm>
              <a:off x="6442740" y="4052345"/>
              <a:ext cx="2161382" cy="605367"/>
            </a:xfrm>
            <a:prstGeom prst="rect">
              <a:avLst/>
            </a:prstGeom>
            <a:solidFill>
              <a:srgbClr val="FFF2CC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物相组成；形貌结构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2DACF8A-AB10-0493-DB5C-F600526C0153}"/>
                </a:ext>
              </a:extLst>
            </p:cNvPr>
            <p:cNvSpPr txBox="1"/>
            <p:nvPr/>
          </p:nvSpPr>
          <p:spPr>
            <a:xfrm>
              <a:off x="9260581" y="3584712"/>
              <a:ext cx="2174488" cy="560486"/>
            </a:xfrm>
            <a:prstGeom prst="rect">
              <a:avLst/>
            </a:prstGeom>
            <a:solidFill>
              <a:srgbClr val="FBE5D6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分布；输入内容输入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43A0BE3-F2EC-3DA3-2DBB-51C0DC911713}"/>
                </a:ext>
              </a:extLst>
            </p:cNvPr>
            <p:cNvSpPr txBox="1"/>
            <p:nvPr/>
          </p:nvSpPr>
          <p:spPr>
            <a:xfrm>
              <a:off x="9273687" y="4241294"/>
              <a:ext cx="2161382" cy="829771"/>
            </a:xfrm>
            <a:prstGeom prst="rect">
              <a:avLst/>
            </a:prstGeom>
            <a:solidFill>
              <a:srgbClr val="FBE5D6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分布；输入内容输入内容输入内容输入内容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41A25D00-17F9-89E0-AE78-18F39D63C0C5}"/>
                </a:ext>
              </a:extLst>
            </p:cNvPr>
            <p:cNvSpPr txBox="1"/>
            <p:nvPr/>
          </p:nvSpPr>
          <p:spPr>
            <a:xfrm>
              <a:off x="9273687" y="5156409"/>
              <a:ext cx="2161382" cy="829771"/>
            </a:xfrm>
            <a:prstGeom prst="rect">
              <a:avLst/>
            </a:prstGeom>
            <a:solidFill>
              <a:srgbClr val="FBE5D6"/>
            </a:solidFill>
            <a:ln>
              <a:noFill/>
              <a:prstDash val="lgDash"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分布；</a:t>
              </a: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输入内容输入内容</a:t>
              </a:r>
              <a:r>
                <a:rPr kumimoji="0" lang="zh-CN" altLang="en-US" sz="16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影响；</a:t>
              </a: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A9A7F8C-D624-7E5B-58C0-0CCDB7607443}"/>
                </a:ext>
              </a:extLst>
            </p:cNvPr>
            <p:cNvSpPr/>
            <p:nvPr/>
          </p:nvSpPr>
          <p:spPr>
            <a:xfrm>
              <a:off x="681029" y="3258811"/>
              <a:ext cx="2344389" cy="2841533"/>
            </a:xfrm>
            <a:prstGeom prst="rect">
              <a:avLst/>
            </a:prstGeom>
            <a:solidFill>
              <a:srgbClr val="A5A5A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0C775738-CFF7-FDE0-6E47-11F89500CBD6}"/>
                </a:ext>
              </a:extLst>
            </p:cNvPr>
            <p:cNvSpPr/>
            <p:nvPr/>
          </p:nvSpPr>
          <p:spPr>
            <a:xfrm>
              <a:off x="978961" y="3022574"/>
              <a:ext cx="1841869" cy="49953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275FE9D1-7D98-F4BE-D826-EAD335139DCA}"/>
                </a:ext>
              </a:extLst>
            </p:cNvPr>
            <p:cNvSpPr txBox="1"/>
            <p:nvPr/>
          </p:nvSpPr>
          <p:spPr>
            <a:xfrm>
              <a:off x="1051068" y="5087411"/>
              <a:ext cx="1828802" cy="2805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5AB16B0-5151-1934-15B8-5269949D4390}"/>
                </a:ext>
              </a:extLst>
            </p:cNvPr>
            <p:cNvSpPr/>
            <p:nvPr/>
          </p:nvSpPr>
          <p:spPr>
            <a:xfrm>
              <a:off x="958240" y="4170946"/>
              <a:ext cx="1881569" cy="969537"/>
            </a:xfrm>
            <a:prstGeom prst="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90395A9-F868-AF3E-D050-5CC51F2DD4BB}"/>
                </a:ext>
              </a:extLst>
            </p:cNvPr>
            <p:cNvSpPr txBox="1"/>
            <p:nvPr/>
          </p:nvSpPr>
          <p:spPr>
            <a:xfrm>
              <a:off x="902739" y="5156409"/>
              <a:ext cx="1964101" cy="874652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制备工艺</a:t>
              </a:r>
              <a:endParaRPr lang="en-US" altLang="zh-CN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pH</a:t>
              </a: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；水热参数</a:t>
              </a:r>
              <a:endParaRPr lang="en-US" altLang="zh-CN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水固比；离子含量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801A7936-8C40-0EB3-004A-7C080947149C}"/>
                </a:ext>
              </a:extLst>
            </p:cNvPr>
            <p:cNvSpPr txBox="1"/>
            <p:nvPr/>
          </p:nvSpPr>
          <p:spPr>
            <a:xfrm>
              <a:off x="902739" y="3982762"/>
              <a:ext cx="1964101" cy="1143938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16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lang="en-US" altLang="zh-CN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marR="0" lvl="0" indent="-28575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lang="en-US" altLang="zh-CN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marR="0" lvl="0" indent="-28575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lang="en-US" altLang="zh-CN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marL="285750" marR="0" lvl="0" indent="-28575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lang="zh-CN" altLang="en-US" sz="16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lang="en-US" altLang="zh-CN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283B7985-97E8-754E-573C-0F53FC674D59}"/>
                </a:ext>
              </a:extLst>
            </p:cNvPr>
            <p:cNvSpPr/>
            <p:nvPr/>
          </p:nvSpPr>
          <p:spPr>
            <a:xfrm>
              <a:off x="9573226" y="3022574"/>
              <a:ext cx="1536095" cy="49953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箭头: 右 36">
              <a:extLst>
                <a:ext uri="{FF2B5EF4-FFF2-40B4-BE49-F238E27FC236}">
                  <a16:creationId xmlns:a16="http://schemas.microsoft.com/office/drawing/2014/main" id="{5E417A7C-6FBE-384F-C1BB-9AFA29906A03}"/>
                </a:ext>
              </a:extLst>
            </p:cNvPr>
            <p:cNvSpPr/>
            <p:nvPr/>
          </p:nvSpPr>
          <p:spPr>
            <a:xfrm>
              <a:off x="3040186" y="4618247"/>
              <a:ext cx="436929" cy="295765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箭头: 右 37">
              <a:extLst>
                <a:ext uri="{FF2B5EF4-FFF2-40B4-BE49-F238E27FC236}">
                  <a16:creationId xmlns:a16="http://schemas.microsoft.com/office/drawing/2014/main" id="{34E8C8B2-3BCC-8AAA-CAEF-5606D7A06E1D}"/>
                </a:ext>
              </a:extLst>
            </p:cNvPr>
            <p:cNvSpPr/>
            <p:nvPr/>
          </p:nvSpPr>
          <p:spPr>
            <a:xfrm>
              <a:off x="5821447" y="4820864"/>
              <a:ext cx="436929" cy="295765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箭头: 右 38">
              <a:extLst>
                <a:ext uri="{FF2B5EF4-FFF2-40B4-BE49-F238E27FC236}">
                  <a16:creationId xmlns:a16="http://schemas.microsoft.com/office/drawing/2014/main" id="{414F5153-70BC-BED8-34CE-AD96E4A2E04F}"/>
                </a:ext>
              </a:extLst>
            </p:cNvPr>
            <p:cNvSpPr/>
            <p:nvPr/>
          </p:nvSpPr>
          <p:spPr>
            <a:xfrm rot="10800000">
              <a:off x="5898195" y="4404394"/>
              <a:ext cx="436929" cy="295765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箭头: 右 39">
              <a:extLst>
                <a:ext uri="{FF2B5EF4-FFF2-40B4-BE49-F238E27FC236}">
                  <a16:creationId xmlns:a16="http://schemas.microsoft.com/office/drawing/2014/main" id="{7EB9F872-6826-95DE-2A4A-5696277487E3}"/>
                </a:ext>
              </a:extLst>
            </p:cNvPr>
            <p:cNvSpPr/>
            <p:nvPr/>
          </p:nvSpPr>
          <p:spPr>
            <a:xfrm>
              <a:off x="8714836" y="4627446"/>
              <a:ext cx="436929" cy="295765"/>
            </a:xfrm>
            <a:prstGeom prst="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EF61B53-56FF-8131-411F-010B73265E33}"/>
                </a:ext>
              </a:extLst>
            </p:cNvPr>
            <p:cNvSpPr txBox="1"/>
            <p:nvPr/>
          </p:nvSpPr>
          <p:spPr>
            <a:xfrm>
              <a:off x="884899" y="3084937"/>
              <a:ext cx="201912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研究主题</a:t>
              </a:r>
              <a:r>
                <a:rPr lang="en-US" altLang="zh-CN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C5A1541F-AEA8-C9F8-715E-DD910DD7F216}"/>
                </a:ext>
              </a:extLst>
            </p:cNvPr>
            <p:cNvSpPr/>
            <p:nvPr/>
          </p:nvSpPr>
          <p:spPr>
            <a:xfrm>
              <a:off x="6757581" y="3014571"/>
              <a:ext cx="1536095" cy="49953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04F08FA-E08C-215E-6E89-C5793347A118}"/>
                </a:ext>
              </a:extLst>
            </p:cNvPr>
            <p:cNvSpPr txBox="1"/>
            <p:nvPr/>
          </p:nvSpPr>
          <p:spPr>
            <a:xfrm>
              <a:off x="6673341" y="3120400"/>
              <a:ext cx="16839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研究主题</a:t>
              </a:r>
              <a:r>
                <a:rPr lang="en-US" altLang="zh-CN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3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9218E53-25E0-AC60-8F47-E43F31AE839D}"/>
                </a:ext>
              </a:extLst>
            </p:cNvPr>
            <p:cNvSpPr txBox="1"/>
            <p:nvPr/>
          </p:nvSpPr>
          <p:spPr>
            <a:xfrm>
              <a:off x="9499311" y="3120400"/>
              <a:ext cx="16839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研究主题</a:t>
              </a:r>
              <a:r>
                <a:rPr lang="en-US" altLang="zh-CN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4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B1E29A9-487C-5078-C8BA-AB3E8004CD5E}"/>
                </a:ext>
              </a:extLst>
            </p:cNvPr>
            <p:cNvSpPr txBox="1"/>
            <p:nvPr/>
          </p:nvSpPr>
          <p:spPr>
            <a:xfrm>
              <a:off x="900145" y="3584712"/>
              <a:ext cx="1979723" cy="334194"/>
            </a:xfrm>
            <a:prstGeom prst="rect">
              <a:avLst/>
            </a:prstGeom>
            <a:solidFill>
              <a:srgbClr val="DAE3F3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1600" b="1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输入内容</a:t>
              </a:r>
              <a:endParaRPr lang="en-US" altLang="zh-CN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89D16B02-E174-C495-D13A-87FBF716FE1C}"/>
                </a:ext>
              </a:extLst>
            </p:cNvPr>
            <p:cNvSpPr/>
            <p:nvPr/>
          </p:nvSpPr>
          <p:spPr>
            <a:xfrm>
              <a:off x="3876696" y="3022574"/>
              <a:ext cx="1536095" cy="499537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70894DC-2E05-B610-DB97-BE93AA35C5B9}"/>
                </a:ext>
              </a:extLst>
            </p:cNvPr>
            <p:cNvSpPr txBox="1"/>
            <p:nvPr/>
          </p:nvSpPr>
          <p:spPr>
            <a:xfrm>
              <a:off x="3802781" y="3120400"/>
              <a:ext cx="16839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研究主题</a:t>
              </a:r>
              <a:r>
                <a:rPr lang="en-US" altLang="zh-CN" b="1" kern="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126B8256-6D5E-FB82-850D-379D6187475D}"/>
              </a:ext>
            </a:extLst>
          </p:cNvPr>
          <p:cNvGrpSpPr/>
          <p:nvPr/>
        </p:nvGrpSpPr>
        <p:grpSpPr>
          <a:xfrm>
            <a:off x="499856" y="1137460"/>
            <a:ext cx="11192289" cy="1022349"/>
            <a:chOff x="489787" y="1137460"/>
            <a:chExt cx="11192289" cy="1022349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4E17465-F6BE-35E8-1EFE-6E6C62D31479}"/>
                </a:ext>
              </a:extLst>
            </p:cNvPr>
            <p:cNvSpPr/>
            <p:nvPr/>
          </p:nvSpPr>
          <p:spPr>
            <a:xfrm>
              <a:off x="1558413" y="1204166"/>
              <a:ext cx="10123663" cy="871200"/>
            </a:xfrm>
            <a:prstGeom prst="roundRect">
              <a:avLst>
                <a:gd name="adj" fmla="val 11956"/>
              </a:avLst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defTabSz="2400300">
                <a:lnSpc>
                  <a:spcPct val="12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这里输入具体的研究目标，与研究内容相互对应。这里输入具体的研究目标，与研究内容相互对应。</a:t>
              </a:r>
            </a:p>
            <a:p>
              <a:pPr defTabSz="2400300">
                <a:lnSpc>
                  <a:spcPct val="12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这里输入具体的研究目标，与研究内容相互对应。这里输入具体的研究目标，与研究内容相互对应。</a:t>
              </a: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088BE72-E73C-D409-3783-50A4321E8634}"/>
                </a:ext>
              </a:extLst>
            </p:cNvPr>
            <p:cNvSpPr/>
            <p:nvPr/>
          </p:nvSpPr>
          <p:spPr>
            <a:xfrm>
              <a:off x="489787" y="1137460"/>
              <a:ext cx="978348" cy="1022349"/>
            </a:xfrm>
            <a:prstGeom prst="rect">
              <a:avLst/>
            </a:prstGeom>
            <a:solidFill>
              <a:srgbClr val="0F3D8B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5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5000"/>
                </a:lnSpc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274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: 圆角 115">
            <a:extLst>
              <a:ext uri="{FF2B5EF4-FFF2-40B4-BE49-F238E27FC236}">
                <a16:creationId xmlns:a16="http://schemas.microsoft.com/office/drawing/2014/main" id="{B480BD6D-7D75-5CDC-9902-0C59B1AD0F11}"/>
              </a:ext>
            </a:extLst>
          </p:cNvPr>
          <p:cNvSpPr/>
          <p:nvPr/>
        </p:nvSpPr>
        <p:spPr>
          <a:xfrm>
            <a:off x="8314870" y="535250"/>
            <a:ext cx="3711395" cy="3727064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矩形: 圆角 115">
            <a:extLst>
              <a:ext uri="{FF2B5EF4-FFF2-40B4-BE49-F238E27FC236}">
                <a16:creationId xmlns:a16="http://schemas.microsoft.com/office/drawing/2014/main" id="{FECA3DB6-7DA9-68AF-AEC8-2CCFE401BB33}"/>
              </a:ext>
            </a:extLst>
          </p:cNvPr>
          <p:cNvSpPr/>
          <p:nvPr/>
        </p:nvSpPr>
        <p:spPr>
          <a:xfrm>
            <a:off x="228970" y="535119"/>
            <a:ext cx="7933955" cy="3731444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3" name="矩形: 圆角 115">
            <a:extLst>
              <a:ext uri="{FF2B5EF4-FFF2-40B4-BE49-F238E27FC236}">
                <a16:creationId xmlns:a16="http://schemas.microsoft.com/office/drawing/2014/main" id="{0A662BFD-502D-7C67-B9F4-3A7C3FB91DF1}"/>
              </a:ext>
            </a:extLst>
          </p:cNvPr>
          <p:cNvSpPr/>
          <p:nvPr/>
        </p:nvSpPr>
        <p:spPr>
          <a:xfrm>
            <a:off x="681038" y="4555276"/>
            <a:ext cx="11072812" cy="1894884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矩形: 圆角 3">
            <a:extLst>
              <a:ext uri="{FF2B5EF4-FFF2-40B4-BE49-F238E27FC236}">
                <a16:creationId xmlns:a16="http://schemas.microsoft.com/office/drawing/2014/main" id="{8BBB503C-04C5-2092-22FE-48E79F16D43F}"/>
              </a:ext>
            </a:extLst>
          </p:cNvPr>
          <p:cNvSpPr/>
          <p:nvPr/>
        </p:nvSpPr>
        <p:spPr>
          <a:xfrm>
            <a:off x="341928" y="966270"/>
            <a:ext cx="7765030" cy="323140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endParaRPr lang="zh-CN" alt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: 圆角 926">
            <a:extLst>
              <a:ext uri="{FF2B5EF4-FFF2-40B4-BE49-F238E27FC236}">
                <a16:creationId xmlns:a16="http://schemas.microsoft.com/office/drawing/2014/main" id="{E6C45663-F94A-55D0-3796-0928E01BC1BB}"/>
              </a:ext>
            </a:extLst>
          </p:cNvPr>
          <p:cNvSpPr/>
          <p:nvPr/>
        </p:nvSpPr>
        <p:spPr>
          <a:xfrm>
            <a:off x="7674782" y="4696620"/>
            <a:ext cx="1193881" cy="2365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箭头: 下 944">
            <a:extLst>
              <a:ext uri="{FF2B5EF4-FFF2-40B4-BE49-F238E27FC236}">
                <a16:creationId xmlns:a16="http://schemas.microsoft.com/office/drawing/2014/main" id="{21D0925B-7E83-29A6-D868-3D253F02BF05}"/>
              </a:ext>
            </a:extLst>
          </p:cNvPr>
          <p:cNvSpPr/>
          <p:nvPr/>
        </p:nvSpPr>
        <p:spPr>
          <a:xfrm rot="16200000">
            <a:off x="2577799" y="4845652"/>
            <a:ext cx="269419" cy="241082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矩形: 圆角 116">
            <a:extLst>
              <a:ext uri="{FF2B5EF4-FFF2-40B4-BE49-F238E27FC236}">
                <a16:creationId xmlns:a16="http://schemas.microsoft.com/office/drawing/2014/main" id="{CC8C28E6-D3C3-A969-19A0-ED23E85AB18E}"/>
              </a:ext>
            </a:extLst>
          </p:cNvPr>
          <p:cNvSpPr/>
          <p:nvPr/>
        </p:nvSpPr>
        <p:spPr>
          <a:xfrm>
            <a:off x="1705654" y="393774"/>
            <a:ext cx="5286639" cy="317595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研究内容一：基于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的智能算法研究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: 圆角 3">
            <a:extLst>
              <a:ext uri="{FF2B5EF4-FFF2-40B4-BE49-F238E27FC236}">
                <a16:creationId xmlns:a16="http://schemas.microsoft.com/office/drawing/2014/main" id="{841DFF06-5CE1-2D9B-8D33-91EDFEDC8C6F}"/>
              </a:ext>
            </a:extLst>
          </p:cNvPr>
          <p:cNvSpPr/>
          <p:nvPr/>
        </p:nvSpPr>
        <p:spPr>
          <a:xfrm>
            <a:off x="469764" y="1306163"/>
            <a:ext cx="3705225" cy="755645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矩形: 圆角 3">
            <a:extLst>
              <a:ext uri="{FF2B5EF4-FFF2-40B4-BE49-F238E27FC236}">
                <a16:creationId xmlns:a16="http://schemas.microsoft.com/office/drawing/2014/main" id="{0E1A3223-B74C-0CFC-6CCC-944877176A57}"/>
              </a:ext>
            </a:extLst>
          </p:cNvPr>
          <p:cNvSpPr/>
          <p:nvPr/>
        </p:nvSpPr>
        <p:spPr>
          <a:xfrm>
            <a:off x="464814" y="3412092"/>
            <a:ext cx="3705225" cy="71751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矩形: 圆角 3">
            <a:extLst>
              <a:ext uri="{FF2B5EF4-FFF2-40B4-BE49-F238E27FC236}">
                <a16:creationId xmlns:a16="http://schemas.microsoft.com/office/drawing/2014/main" id="{9240C323-2FFC-3312-FCAC-ECAAC09681E4}"/>
              </a:ext>
            </a:extLst>
          </p:cNvPr>
          <p:cNvSpPr/>
          <p:nvPr/>
        </p:nvSpPr>
        <p:spPr>
          <a:xfrm>
            <a:off x="469764" y="2214925"/>
            <a:ext cx="3705225" cy="1043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矩形: 圆角 515">
            <a:extLst>
              <a:ext uri="{FF2B5EF4-FFF2-40B4-BE49-F238E27FC236}">
                <a16:creationId xmlns:a16="http://schemas.microsoft.com/office/drawing/2014/main" id="{3160AA5C-EEB9-B9D4-4555-CB66E33C5B88}"/>
              </a:ext>
            </a:extLst>
          </p:cNvPr>
          <p:cNvSpPr/>
          <p:nvPr/>
        </p:nvSpPr>
        <p:spPr>
          <a:xfrm>
            <a:off x="3074384" y="3580721"/>
            <a:ext cx="941320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: 圆角 531">
            <a:extLst>
              <a:ext uri="{FF2B5EF4-FFF2-40B4-BE49-F238E27FC236}">
                <a16:creationId xmlns:a16="http://schemas.microsoft.com/office/drawing/2014/main" id="{786E09D7-62AB-1B74-9A1C-582BADD1AE8B}"/>
              </a:ext>
            </a:extLst>
          </p:cNvPr>
          <p:cNvSpPr/>
          <p:nvPr/>
        </p:nvSpPr>
        <p:spPr>
          <a:xfrm>
            <a:off x="643272" y="3585718"/>
            <a:ext cx="936125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: 圆角 534">
            <a:extLst>
              <a:ext uri="{FF2B5EF4-FFF2-40B4-BE49-F238E27FC236}">
                <a16:creationId xmlns:a16="http://schemas.microsoft.com/office/drawing/2014/main" id="{5C871222-7BCB-D3E9-3B22-45DC8C32CCD1}"/>
              </a:ext>
            </a:extLst>
          </p:cNvPr>
          <p:cNvSpPr/>
          <p:nvPr/>
        </p:nvSpPr>
        <p:spPr>
          <a:xfrm>
            <a:off x="1827938" y="3580721"/>
            <a:ext cx="945352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</a:p>
        </p:txBody>
      </p:sp>
      <p:sp>
        <p:nvSpPr>
          <p:cNvPr id="78" name="矩形: 圆角 961">
            <a:extLst>
              <a:ext uri="{FF2B5EF4-FFF2-40B4-BE49-F238E27FC236}">
                <a16:creationId xmlns:a16="http://schemas.microsoft.com/office/drawing/2014/main" id="{660993A1-19A8-CB84-93AF-9E652A148A3B}"/>
              </a:ext>
            </a:extLst>
          </p:cNvPr>
          <p:cNvSpPr/>
          <p:nvPr/>
        </p:nvSpPr>
        <p:spPr>
          <a:xfrm>
            <a:off x="1473015" y="3294982"/>
            <a:ext cx="1814948" cy="2489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79" name="矩形: 圆角 515">
            <a:extLst>
              <a:ext uri="{FF2B5EF4-FFF2-40B4-BE49-F238E27FC236}">
                <a16:creationId xmlns:a16="http://schemas.microsoft.com/office/drawing/2014/main" id="{CE692EBF-5569-5498-DA5E-6EA3EDD5042A}"/>
              </a:ext>
            </a:extLst>
          </p:cNvPr>
          <p:cNvSpPr/>
          <p:nvPr/>
        </p:nvSpPr>
        <p:spPr>
          <a:xfrm>
            <a:off x="643272" y="3871562"/>
            <a:ext cx="923519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: 圆角 531">
            <a:extLst>
              <a:ext uri="{FF2B5EF4-FFF2-40B4-BE49-F238E27FC236}">
                <a16:creationId xmlns:a16="http://schemas.microsoft.com/office/drawing/2014/main" id="{A9E1C567-BAEA-BF40-06EF-25907EBB5163}"/>
              </a:ext>
            </a:extLst>
          </p:cNvPr>
          <p:cNvSpPr/>
          <p:nvPr/>
        </p:nvSpPr>
        <p:spPr>
          <a:xfrm>
            <a:off x="1829180" y="3873863"/>
            <a:ext cx="945352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: 圆角 534">
            <a:extLst>
              <a:ext uri="{FF2B5EF4-FFF2-40B4-BE49-F238E27FC236}">
                <a16:creationId xmlns:a16="http://schemas.microsoft.com/office/drawing/2014/main" id="{7D9C01F5-32C5-1873-6BF6-E0C0D18DE81D}"/>
              </a:ext>
            </a:extLst>
          </p:cNvPr>
          <p:cNvSpPr/>
          <p:nvPr/>
        </p:nvSpPr>
        <p:spPr>
          <a:xfrm>
            <a:off x="3070971" y="3866652"/>
            <a:ext cx="941318" cy="229273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: 圆角 961">
            <a:extLst>
              <a:ext uri="{FF2B5EF4-FFF2-40B4-BE49-F238E27FC236}">
                <a16:creationId xmlns:a16="http://schemas.microsoft.com/office/drawing/2014/main" id="{5081C171-605C-A04F-FA11-1696DF5E75E1}"/>
              </a:ext>
            </a:extLst>
          </p:cNvPr>
          <p:cNvSpPr/>
          <p:nvPr/>
        </p:nvSpPr>
        <p:spPr>
          <a:xfrm>
            <a:off x="1433935" y="2093398"/>
            <a:ext cx="1856693" cy="24680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</a:p>
        </p:txBody>
      </p:sp>
      <p:sp>
        <p:nvSpPr>
          <p:cNvPr id="83" name="矩形: 圆角 926">
            <a:extLst>
              <a:ext uri="{FF2B5EF4-FFF2-40B4-BE49-F238E27FC236}">
                <a16:creationId xmlns:a16="http://schemas.microsoft.com/office/drawing/2014/main" id="{C850C147-553B-8EBC-71FB-549B264B6182}"/>
              </a:ext>
            </a:extLst>
          </p:cNvPr>
          <p:cNvSpPr/>
          <p:nvPr/>
        </p:nvSpPr>
        <p:spPr>
          <a:xfrm>
            <a:off x="1765206" y="2790791"/>
            <a:ext cx="1075729" cy="206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矩形: 圆角 961">
            <a:extLst>
              <a:ext uri="{FF2B5EF4-FFF2-40B4-BE49-F238E27FC236}">
                <a16:creationId xmlns:a16="http://schemas.microsoft.com/office/drawing/2014/main" id="{E2A1C22E-1C86-94F8-22E7-1A9B83362B84}"/>
              </a:ext>
            </a:extLst>
          </p:cNvPr>
          <p:cNvSpPr/>
          <p:nvPr/>
        </p:nvSpPr>
        <p:spPr>
          <a:xfrm>
            <a:off x="1433935" y="1195800"/>
            <a:ext cx="1797061" cy="24741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矩形: 圆角 515">
            <a:extLst>
              <a:ext uri="{FF2B5EF4-FFF2-40B4-BE49-F238E27FC236}">
                <a16:creationId xmlns:a16="http://schemas.microsoft.com/office/drawing/2014/main" id="{E93C230A-8657-997D-752C-7443351831C1}"/>
              </a:ext>
            </a:extLst>
          </p:cNvPr>
          <p:cNvSpPr/>
          <p:nvPr/>
        </p:nvSpPr>
        <p:spPr>
          <a:xfrm>
            <a:off x="548678" y="1782392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: 圆角 515">
            <a:extLst>
              <a:ext uri="{FF2B5EF4-FFF2-40B4-BE49-F238E27FC236}">
                <a16:creationId xmlns:a16="http://schemas.microsoft.com/office/drawing/2014/main" id="{D0595033-C233-BE2C-1FA9-DE3EA2B944CB}"/>
              </a:ext>
            </a:extLst>
          </p:cNvPr>
          <p:cNvSpPr/>
          <p:nvPr/>
        </p:nvSpPr>
        <p:spPr>
          <a:xfrm>
            <a:off x="539212" y="1492589"/>
            <a:ext cx="2600260" cy="226109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矩形: 圆角 515">
            <a:extLst>
              <a:ext uri="{FF2B5EF4-FFF2-40B4-BE49-F238E27FC236}">
                <a16:creationId xmlns:a16="http://schemas.microsoft.com/office/drawing/2014/main" id="{AAF94670-B6C2-C4C6-F94D-86ED2F992ED8}"/>
              </a:ext>
            </a:extLst>
          </p:cNvPr>
          <p:cNvSpPr/>
          <p:nvPr/>
        </p:nvSpPr>
        <p:spPr>
          <a:xfrm>
            <a:off x="3212321" y="1496357"/>
            <a:ext cx="886012" cy="222809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: 圆角 515">
            <a:extLst>
              <a:ext uri="{FF2B5EF4-FFF2-40B4-BE49-F238E27FC236}">
                <a16:creationId xmlns:a16="http://schemas.microsoft.com/office/drawing/2014/main" id="{7D72F267-A2EB-5467-521D-E4BE4BB03197}"/>
              </a:ext>
            </a:extLst>
          </p:cNvPr>
          <p:cNvSpPr/>
          <p:nvPr/>
        </p:nvSpPr>
        <p:spPr>
          <a:xfrm>
            <a:off x="1644531" y="1782787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: 圆角 515">
            <a:extLst>
              <a:ext uri="{FF2B5EF4-FFF2-40B4-BE49-F238E27FC236}">
                <a16:creationId xmlns:a16="http://schemas.microsoft.com/office/drawing/2014/main" id="{F6C84A97-97F0-C631-89CB-5B096FBEBDD5}"/>
              </a:ext>
            </a:extLst>
          </p:cNvPr>
          <p:cNvSpPr/>
          <p:nvPr/>
        </p:nvSpPr>
        <p:spPr>
          <a:xfrm>
            <a:off x="2771620" y="1782493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矩形: 圆角 961">
            <a:extLst>
              <a:ext uri="{FF2B5EF4-FFF2-40B4-BE49-F238E27FC236}">
                <a16:creationId xmlns:a16="http://schemas.microsoft.com/office/drawing/2014/main" id="{12533520-2BC1-A802-1927-29D2523B1FFD}"/>
              </a:ext>
            </a:extLst>
          </p:cNvPr>
          <p:cNvSpPr/>
          <p:nvPr/>
        </p:nvSpPr>
        <p:spPr>
          <a:xfrm>
            <a:off x="4998396" y="855335"/>
            <a:ext cx="2520087" cy="2797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研究主题二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: 圆角 961">
            <a:extLst>
              <a:ext uri="{FF2B5EF4-FFF2-40B4-BE49-F238E27FC236}">
                <a16:creationId xmlns:a16="http://schemas.microsoft.com/office/drawing/2014/main" id="{4FABD714-4D88-B80D-38BC-CA1120575A48}"/>
              </a:ext>
            </a:extLst>
          </p:cNvPr>
          <p:cNvSpPr/>
          <p:nvPr/>
        </p:nvSpPr>
        <p:spPr>
          <a:xfrm>
            <a:off x="1097369" y="860406"/>
            <a:ext cx="2520087" cy="27970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研究主题一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: 圆角 25">
            <a:extLst>
              <a:ext uri="{FF2B5EF4-FFF2-40B4-BE49-F238E27FC236}">
                <a16:creationId xmlns:a16="http://schemas.microsoft.com/office/drawing/2014/main" id="{9E9A1181-C70F-E125-3DD4-55761FB3C50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414487" y="3840143"/>
            <a:ext cx="1644451" cy="31402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这里输入内容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: 圆角 160">
            <a:extLst>
              <a:ext uri="{FF2B5EF4-FFF2-40B4-BE49-F238E27FC236}">
                <a16:creationId xmlns:a16="http://schemas.microsoft.com/office/drawing/2014/main" id="{9AFE84FA-A644-D537-470D-C068B07994A3}"/>
              </a:ext>
            </a:extLst>
          </p:cNvPr>
          <p:cNvSpPr/>
          <p:nvPr/>
        </p:nvSpPr>
        <p:spPr>
          <a:xfrm>
            <a:off x="9076294" y="385497"/>
            <a:ext cx="2124885" cy="31603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体系搭建</a:t>
            </a:r>
          </a:p>
        </p:txBody>
      </p:sp>
      <p:sp>
        <p:nvSpPr>
          <p:cNvPr id="94" name="矩形: 圆角 3">
            <a:extLst>
              <a:ext uri="{FF2B5EF4-FFF2-40B4-BE49-F238E27FC236}">
                <a16:creationId xmlns:a16="http://schemas.microsoft.com/office/drawing/2014/main" id="{F8F6CEA5-BD93-1599-F51A-B1908F7C82C8}"/>
              </a:ext>
            </a:extLst>
          </p:cNvPr>
          <p:cNvSpPr/>
          <p:nvPr/>
        </p:nvSpPr>
        <p:spPr>
          <a:xfrm>
            <a:off x="4440779" y="1253552"/>
            <a:ext cx="3527714" cy="2939096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矩形: 圆角 515">
            <a:extLst>
              <a:ext uri="{FF2B5EF4-FFF2-40B4-BE49-F238E27FC236}">
                <a16:creationId xmlns:a16="http://schemas.microsoft.com/office/drawing/2014/main" id="{D9E9FF70-8BC6-CCDF-BD9E-257BB0B5C9E0}"/>
              </a:ext>
            </a:extLst>
          </p:cNvPr>
          <p:cNvSpPr/>
          <p:nvPr/>
        </p:nvSpPr>
        <p:spPr>
          <a:xfrm>
            <a:off x="4574843" y="2693270"/>
            <a:ext cx="1548599" cy="308405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矩形: 圆角 515">
            <a:extLst>
              <a:ext uri="{FF2B5EF4-FFF2-40B4-BE49-F238E27FC236}">
                <a16:creationId xmlns:a16="http://schemas.microsoft.com/office/drawing/2014/main" id="{BB20E0CE-DD73-23F8-0219-2C408E3BE713}"/>
              </a:ext>
            </a:extLst>
          </p:cNvPr>
          <p:cNvSpPr/>
          <p:nvPr/>
        </p:nvSpPr>
        <p:spPr>
          <a:xfrm>
            <a:off x="4574843" y="3456817"/>
            <a:ext cx="1548599" cy="308628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: 圆角 515">
            <a:extLst>
              <a:ext uri="{FF2B5EF4-FFF2-40B4-BE49-F238E27FC236}">
                <a16:creationId xmlns:a16="http://schemas.microsoft.com/office/drawing/2014/main" id="{1AC98A0A-8DBC-6B88-A07C-AB9695BC814E}"/>
              </a:ext>
            </a:extLst>
          </p:cNvPr>
          <p:cNvSpPr/>
          <p:nvPr/>
        </p:nvSpPr>
        <p:spPr>
          <a:xfrm>
            <a:off x="4574843" y="1929723"/>
            <a:ext cx="1548599" cy="308405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: 圆角 515">
            <a:extLst>
              <a:ext uri="{FF2B5EF4-FFF2-40B4-BE49-F238E27FC236}">
                <a16:creationId xmlns:a16="http://schemas.microsoft.com/office/drawing/2014/main" id="{5313803C-CF9A-04EC-7F2A-519456A2B658}"/>
              </a:ext>
            </a:extLst>
          </p:cNvPr>
          <p:cNvSpPr/>
          <p:nvPr/>
        </p:nvSpPr>
        <p:spPr>
          <a:xfrm>
            <a:off x="4574843" y="3074446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: 圆角 515">
            <a:extLst>
              <a:ext uri="{FF2B5EF4-FFF2-40B4-BE49-F238E27FC236}">
                <a16:creationId xmlns:a16="http://schemas.microsoft.com/office/drawing/2014/main" id="{CEF6D5A9-8071-738E-2AB1-A622A1BB384B}"/>
              </a:ext>
            </a:extLst>
          </p:cNvPr>
          <p:cNvSpPr/>
          <p:nvPr/>
        </p:nvSpPr>
        <p:spPr>
          <a:xfrm>
            <a:off x="4574843" y="2310899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: 圆角 515">
            <a:extLst>
              <a:ext uri="{FF2B5EF4-FFF2-40B4-BE49-F238E27FC236}">
                <a16:creationId xmlns:a16="http://schemas.microsoft.com/office/drawing/2014/main" id="{907AE212-4BC2-BADF-BA89-8A5BED530B52}"/>
              </a:ext>
            </a:extLst>
          </p:cNvPr>
          <p:cNvSpPr/>
          <p:nvPr/>
        </p:nvSpPr>
        <p:spPr>
          <a:xfrm>
            <a:off x="4574843" y="1547352"/>
            <a:ext cx="1548599" cy="30960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: 圆角 515">
            <a:extLst>
              <a:ext uri="{FF2B5EF4-FFF2-40B4-BE49-F238E27FC236}">
                <a16:creationId xmlns:a16="http://schemas.microsoft.com/office/drawing/2014/main" id="{7756943E-1747-F664-7B57-FBE9DAB66CD2}"/>
              </a:ext>
            </a:extLst>
          </p:cNvPr>
          <p:cNvSpPr/>
          <p:nvPr/>
        </p:nvSpPr>
        <p:spPr>
          <a:xfrm>
            <a:off x="4574843" y="3838216"/>
            <a:ext cx="1548599" cy="308627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: 圆角 1">
            <a:extLst>
              <a:ext uri="{FF2B5EF4-FFF2-40B4-BE49-F238E27FC236}">
                <a16:creationId xmlns:a16="http://schemas.microsoft.com/office/drawing/2014/main" id="{0EE44380-5A2D-272A-8D0B-7ED66624E025}"/>
              </a:ext>
            </a:extLst>
          </p:cNvPr>
          <p:cNvSpPr/>
          <p:nvPr/>
        </p:nvSpPr>
        <p:spPr>
          <a:xfrm>
            <a:off x="5291149" y="4928489"/>
            <a:ext cx="1440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: 圆角 2">
            <a:extLst>
              <a:ext uri="{FF2B5EF4-FFF2-40B4-BE49-F238E27FC236}">
                <a16:creationId xmlns:a16="http://schemas.microsoft.com/office/drawing/2014/main" id="{100CE8E1-FFAE-4CF7-09A3-1DD1E6F95D37}"/>
              </a:ext>
            </a:extLst>
          </p:cNvPr>
          <p:cNvSpPr/>
          <p:nvPr/>
        </p:nvSpPr>
        <p:spPr>
          <a:xfrm>
            <a:off x="5291149" y="5505915"/>
            <a:ext cx="1440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: 圆角 485">
            <a:extLst>
              <a:ext uri="{FF2B5EF4-FFF2-40B4-BE49-F238E27FC236}">
                <a16:creationId xmlns:a16="http://schemas.microsoft.com/office/drawing/2014/main" id="{49BEF19A-6F84-BE9A-EE2E-28C10E540AE9}"/>
              </a:ext>
            </a:extLst>
          </p:cNvPr>
          <p:cNvSpPr/>
          <p:nvPr/>
        </p:nvSpPr>
        <p:spPr>
          <a:xfrm>
            <a:off x="5291149" y="5217202"/>
            <a:ext cx="1440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: 圆角 486">
            <a:extLst>
              <a:ext uri="{FF2B5EF4-FFF2-40B4-BE49-F238E27FC236}">
                <a16:creationId xmlns:a16="http://schemas.microsoft.com/office/drawing/2014/main" id="{09270341-4687-1676-4C67-3C48DECC774D}"/>
              </a:ext>
            </a:extLst>
          </p:cNvPr>
          <p:cNvSpPr/>
          <p:nvPr/>
        </p:nvSpPr>
        <p:spPr>
          <a:xfrm>
            <a:off x="2004950" y="4873548"/>
            <a:ext cx="1622501" cy="1563652"/>
          </a:xfrm>
          <a:prstGeom prst="roundRect">
            <a:avLst>
              <a:gd name="adj" fmla="val 2674"/>
            </a:avLst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4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</a:t>
            </a:r>
          </a:p>
        </p:txBody>
      </p:sp>
      <p:sp>
        <p:nvSpPr>
          <p:cNvPr id="106" name="矩形: 圆角 2">
            <a:extLst>
              <a:ext uri="{FF2B5EF4-FFF2-40B4-BE49-F238E27FC236}">
                <a16:creationId xmlns:a16="http://schemas.microsoft.com/office/drawing/2014/main" id="{2D0F72C5-4F8C-20BE-2A38-3DD6D35E0AB4}"/>
              </a:ext>
            </a:extLst>
          </p:cNvPr>
          <p:cNvSpPr/>
          <p:nvPr/>
        </p:nvSpPr>
        <p:spPr>
          <a:xfrm>
            <a:off x="5291149" y="5794628"/>
            <a:ext cx="1440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: 圆角 2">
            <a:extLst>
              <a:ext uri="{FF2B5EF4-FFF2-40B4-BE49-F238E27FC236}">
                <a16:creationId xmlns:a16="http://schemas.microsoft.com/office/drawing/2014/main" id="{9DB5C396-4A52-B4FB-8322-B30B00AFC2CD}"/>
              </a:ext>
            </a:extLst>
          </p:cNvPr>
          <p:cNvSpPr/>
          <p:nvPr/>
        </p:nvSpPr>
        <p:spPr>
          <a:xfrm>
            <a:off x="5291149" y="6083341"/>
            <a:ext cx="1440000" cy="252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…..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: 圆角 26">
            <a:extLst>
              <a:ext uri="{FF2B5EF4-FFF2-40B4-BE49-F238E27FC236}">
                <a16:creationId xmlns:a16="http://schemas.microsoft.com/office/drawing/2014/main" id="{C63CD310-0D95-0CE5-431C-8E1F4C8A9A55}"/>
              </a:ext>
            </a:extLst>
          </p:cNvPr>
          <p:cNvSpPr/>
          <p:nvPr/>
        </p:nvSpPr>
        <p:spPr>
          <a:xfrm>
            <a:off x="1956990" y="4591355"/>
            <a:ext cx="1696684" cy="241265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研究主题一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: 圆角 26">
            <a:extLst>
              <a:ext uri="{FF2B5EF4-FFF2-40B4-BE49-F238E27FC236}">
                <a16:creationId xmlns:a16="http://schemas.microsoft.com/office/drawing/2014/main" id="{9DBA9AB8-3050-014E-C9FF-528E3D9D67D6}"/>
              </a:ext>
            </a:extLst>
          </p:cNvPr>
          <p:cNvSpPr/>
          <p:nvPr/>
        </p:nvSpPr>
        <p:spPr>
          <a:xfrm>
            <a:off x="8323379" y="4592153"/>
            <a:ext cx="1704721" cy="242049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研究主题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矩形: 圆角 26">
            <a:extLst>
              <a:ext uri="{FF2B5EF4-FFF2-40B4-BE49-F238E27FC236}">
                <a16:creationId xmlns:a16="http://schemas.microsoft.com/office/drawing/2014/main" id="{B11418CA-2263-A5AD-E49F-C41F4541E459}"/>
              </a:ext>
            </a:extLst>
          </p:cNvPr>
          <p:cNvSpPr/>
          <p:nvPr/>
        </p:nvSpPr>
        <p:spPr>
          <a:xfrm>
            <a:off x="5213717" y="4611392"/>
            <a:ext cx="1595967" cy="242049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科学问题</a:t>
            </a:r>
            <a:endParaRPr lang="en-US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1" name="直线箭头连接符 443">
            <a:extLst>
              <a:ext uri="{FF2B5EF4-FFF2-40B4-BE49-F238E27FC236}">
                <a16:creationId xmlns:a16="http://schemas.microsoft.com/office/drawing/2014/main" id="{0F2DDC02-B912-6B87-794A-5E755137015F}"/>
              </a:ext>
            </a:extLst>
          </p:cNvPr>
          <p:cNvCxnSpPr>
            <a:cxnSpLocks/>
          </p:cNvCxnSpPr>
          <p:nvPr/>
        </p:nvCxnSpPr>
        <p:spPr>
          <a:xfrm flipV="1">
            <a:off x="7436717" y="4703197"/>
            <a:ext cx="482416" cy="2556"/>
          </a:xfrm>
          <a:prstGeom prst="straightConnector1">
            <a:avLst/>
          </a:prstGeom>
          <a:ln w="76200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线箭头连接符 476">
            <a:extLst>
              <a:ext uri="{FF2B5EF4-FFF2-40B4-BE49-F238E27FC236}">
                <a16:creationId xmlns:a16="http://schemas.microsoft.com/office/drawing/2014/main" id="{124ECF70-E48E-09BF-55EC-2B8429F48F97}"/>
              </a:ext>
            </a:extLst>
          </p:cNvPr>
          <p:cNvCxnSpPr>
            <a:cxnSpLocks/>
          </p:cNvCxnSpPr>
          <p:nvPr/>
        </p:nvCxnSpPr>
        <p:spPr>
          <a:xfrm flipH="1" flipV="1">
            <a:off x="4143937" y="4717331"/>
            <a:ext cx="522375" cy="0"/>
          </a:xfrm>
          <a:prstGeom prst="straightConnector1">
            <a:avLst/>
          </a:prstGeom>
          <a:ln w="76200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961">
            <a:extLst>
              <a:ext uri="{FF2B5EF4-FFF2-40B4-BE49-F238E27FC236}">
                <a16:creationId xmlns:a16="http://schemas.microsoft.com/office/drawing/2014/main" id="{7FE525D2-09E9-F755-5A9B-111F32C002D1}"/>
              </a:ext>
            </a:extLst>
          </p:cNvPr>
          <p:cNvSpPr/>
          <p:nvPr/>
        </p:nvSpPr>
        <p:spPr>
          <a:xfrm>
            <a:off x="834378" y="4682906"/>
            <a:ext cx="334974" cy="170890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主要的研究主题</a:t>
            </a:r>
            <a:endParaRPr lang="en-US" altLang="zh-CN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5" name="矩形: 圆角 961">
            <a:extLst>
              <a:ext uri="{FF2B5EF4-FFF2-40B4-BE49-F238E27FC236}">
                <a16:creationId xmlns:a16="http://schemas.microsoft.com/office/drawing/2014/main" id="{09116053-C899-B150-667D-8BF8933C5851}"/>
              </a:ext>
            </a:extLst>
          </p:cNvPr>
          <p:cNvSpPr/>
          <p:nvPr/>
        </p:nvSpPr>
        <p:spPr>
          <a:xfrm>
            <a:off x="11303479" y="4662646"/>
            <a:ext cx="333850" cy="170052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algn="ctr"/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主要的研究主题</a:t>
            </a:r>
            <a:endParaRPr lang="en-US" altLang="zh-CN" sz="1288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6" name="箭头: 左弧形 115">
            <a:extLst>
              <a:ext uri="{FF2B5EF4-FFF2-40B4-BE49-F238E27FC236}">
                <a16:creationId xmlns:a16="http://schemas.microsoft.com/office/drawing/2014/main" id="{F2A0E8EA-101B-227F-E92D-58DB9DFB6096}"/>
              </a:ext>
            </a:extLst>
          </p:cNvPr>
          <p:cNvSpPr/>
          <p:nvPr/>
        </p:nvSpPr>
        <p:spPr>
          <a:xfrm>
            <a:off x="1412675" y="5239242"/>
            <a:ext cx="315771" cy="605419"/>
          </a:xfrm>
          <a:prstGeom prst="curv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7" name="箭头: 左弧形 116">
            <a:extLst>
              <a:ext uri="{FF2B5EF4-FFF2-40B4-BE49-F238E27FC236}">
                <a16:creationId xmlns:a16="http://schemas.microsoft.com/office/drawing/2014/main" id="{848EC29F-DEF0-7D52-3866-7FAB1DCB8119}"/>
              </a:ext>
            </a:extLst>
          </p:cNvPr>
          <p:cNvSpPr/>
          <p:nvPr/>
        </p:nvSpPr>
        <p:spPr>
          <a:xfrm rot="10624220">
            <a:off x="10698310" y="5198868"/>
            <a:ext cx="315771" cy="605419"/>
          </a:xfrm>
          <a:prstGeom prst="curved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8" name="箭头: 下 7">
            <a:extLst>
              <a:ext uri="{FF2B5EF4-FFF2-40B4-BE49-F238E27FC236}">
                <a16:creationId xmlns:a16="http://schemas.microsoft.com/office/drawing/2014/main" id="{EE8FFC5B-C11A-271C-86A2-2068E4422D45}"/>
              </a:ext>
            </a:extLst>
          </p:cNvPr>
          <p:cNvSpPr/>
          <p:nvPr/>
        </p:nvSpPr>
        <p:spPr>
          <a:xfrm>
            <a:off x="2449321" y="4268216"/>
            <a:ext cx="285292" cy="286281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箭头: 下 7">
            <a:extLst>
              <a:ext uri="{FF2B5EF4-FFF2-40B4-BE49-F238E27FC236}">
                <a16:creationId xmlns:a16="http://schemas.microsoft.com/office/drawing/2014/main" id="{1278A26D-A26A-C027-81B0-263C6E055784}"/>
              </a:ext>
            </a:extLst>
          </p:cNvPr>
          <p:cNvSpPr/>
          <p:nvPr/>
        </p:nvSpPr>
        <p:spPr>
          <a:xfrm>
            <a:off x="10266351" y="4268216"/>
            <a:ext cx="285292" cy="286281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: 圆角 486">
            <a:extLst>
              <a:ext uri="{FF2B5EF4-FFF2-40B4-BE49-F238E27FC236}">
                <a16:creationId xmlns:a16="http://schemas.microsoft.com/office/drawing/2014/main" id="{56CB11CD-38C0-A3D9-EBE5-D32D3F24FBBC}"/>
              </a:ext>
            </a:extLst>
          </p:cNvPr>
          <p:cNvSpPr/>
          <p:nvPr/>
        </p:nvSpPr>
        <p:spPr>
          <a:xfrm>
            <a:off x="8527977" y="4866400"/>
            <a:ext cx="1622501" cy="1563652"/>
          </a:xfrm>
          <a:prstGeom prst="roundRect">
            <a:avLst>
              <a:gd name="adj" fmla="val 2674"/>
            </a:avLst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685" rIns="49685" rtlCol="0" anchor="ctr"/>
          <a:lstStyle/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3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4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</a:p>
          <a:p>
            <a:pPr marL="315502" indent="-315502">
              <a:lnSpc>
                <a:spcPts val="2000"/>
              </a:lnSpc>
              <a:buFont typeface="+mj-lt"/>
              <a:buAutoNum type="arabicPeriod"/>
            </a:pPr>
            <a:r>
              <a:rPr lang="zh-CN" altLang="en-US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研究关键词</a:t>
            </a:r>
            <a:r>
              <a:rPr lang="en-US" altLang="zh-CN" sz="1288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6</a:t>
            </a: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05E4838B-3F06-25DD-2E5B-952551C392D3}"/>
              </a:ext>
            </a:extLst>
          </p:cNvPr>
          <p:cNvGrpSpPr/>
          <p:nvPr/>
        </p:nvGrpSpPr>
        <p:grpSpPr>
          <a:xfrm>
            <a:off x="8418193" y="956744"/>
            <a:ext cx="3499977" cy="2760422"/>
            <a:chOff x="8398671" y="1314475"/>
            <a:chExt cx="3931134" cy="2760422"/>
          </a:xfrm>
          <a:solidFill>
            <a:schemeClr val="bg1"/>
          </a:solidFill>
        </p:grpSpPr>
        <p:sp>
          <p:nvSpPr>
            <p:cNvPr id="122" name="箭头: 下 944">
              <a:extLst>
                <a:ext uri="{FF2B5EF4-FFF2-40B4-BE49-F238E27FC236}">
                  <a16:creationId xmlns:a16="http://schemas.microsoft.com/office/drawing/2014/main" id="{3ACED44C-717C-F66F-B843-A7D469CCF9AD}"/>
                </a:ext>
              </a:extLst>
            </p:cNvPr>
            <p:cNvSpPr/>
            <p:nvPr/>
          </p:nvSpPr>
          <p:spPr>
            <a:xfrm rot="16200000">
              <a:off x="9358715" y="2225764"/>
              <a:ext cx="269419" cy="241082"/>
            </a:xfrm>
            <a:prstGeom prst="downArrow">
              <a:avLst>
                <a:gd name="adj1" fmla="val 5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矩形: 圆角 26">
              <a:extLst>
                <a:ext uri="{FF2B5EF4-FFF2-40B4-BE49-F238E27FC236}">
                  <a16:creationId xmlns:a16="http://schemas.microsoft.com/office/drawing/2014/main" id="{E626C5F2-9764-5DBB-F65B-D4BBA2919896}"/>
                </a:ext>
              </a:extLst>
            </p:cNvPr>
            <p:cNvSpPr/>
            <p:nvPr/>
          </p:nvSpPr>
          <p:spPr>
            <a:xfrm>
              <a:off x="8442580" y="1328343"/>
              <a:ext cx="851162" cy="861705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矩形: 圆角 25">
              <a:extLst>
                <a:ext uri="{FF2B5EF4-FFF2-40B4-BE49-F238E27FC236}">
                  <a16:creationId xmlns:a16="http://schemas.microsoft.com/office/drawing/2014/main" id="{A4163700-8B29-6CFC-0DF5-8042F557C028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398671" y="3749771"/>
              <a:ext cx="1847029" cy="325126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矩形: 圆角 25">
              <a:extLst>
                <a:ext uri="{FF2B5EF4-FFF2-40B4-BE49-F238E27FC236}">
                  <a16:creationId xmlns:a16="http://schemas.microsoft.com/office/drawing/2014/main" id="{111693EB-D787-F1E4-1C61-6059DF449EA9}"/>
                </a:ext>
              </a:extLst>
            </p:cNvPr>
            <p:cNvSpPr/>
            <p:nvPr/>
          </p:nvSpPr>
          <p:spPr>
            <a:xfrm>
              <a:off x="9468178" y="1325524"/>
              <a:ext cx="854731" cy="868309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箭头: 下 944">
              <a:extLst>
                <a:ext uri="{FF2B5EF4-FFF2-40B4-BE49-F238E27FC236}">
                  <a16:creationId xmlns:a16="http://schemas.microsoft.com/office/drawing/2014/main" id="{1FB34FD3-93A1-BB20-7726-9BD154152AFC}"/>
                </a:ext>
              </a:extLst>
            </p:cNvPr>
            <p:cNvSpPr/>
            <p:nvPr/>
          </p:nvSpPr>
          <p:spPr>
            <a:xfrm rot="16200000">
              <a:off x="11365611" y="2214715"/>
              <a:ext cx="269419" cy="241082"/>
            </a:xfrm>
            <a:prstGeom prst="downArrow">
              <a:avLst>
                <a:gd name="adj1" fmla="val 50000"/>
                <a:gd name="adj2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矩形: 圆角 26">
              <a:extLst>
                <a:ext uri="{FF2B5EF4-FFF2-40B4-BE49-F238E27FC236}">
                  <a16:creationId xmlns:a16="http://schemas.microsoft.com/office/drawing/2014/main" id="{45DBEF89-5FF9-3861-2C3C-E52A1E3168EB}"/>
                </a:ext>
              </a:extLst>
            </p:cNvPr>
            <p:cNvSpPr/>
            <p:nvPr/>
          </p:nvSpPr>
          <p:spPr>
            <a:xfrm>
              <a:off x="10449476" y="1317294"/>
              <a:ext cx="851162" cy="861705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矩形: 圆角 25">
              <a:extLst>
                <a:ext uri="{FF2B5EF4-FFF2-40B4-BE49-F238E27FC236}">
                  <a16:creationId xmlns:a16="http://schemas.microsoft.com/office/drawing/2014/main" id="{5C7BDA9E-5F83-8BED-9AFA-B4254ABAA43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405567" y="3738722"/>
              <a:ext cx="1847029" cy="325126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矩形: 圆角 25">
              <a:extLst>
                <a:ext uri="{FF2B5EF4-FFF2-40B4-BE49-F238E27FC236}">
                  <a16:creationId xmlns:a16="http://schemas.microsoft.com/office/drawing/2014/main" id="{FD15F12D-B4FE-46D2-441E-9583E62BE5C1}"/>
                </a:ext>
              </a:extLst>
            </p:cNvPr>
            <p:cNvSpPr/>
            <p:nvPr/>
          </p:nvSpPr>
          <p:spPr>
            <a:xfrm>
              <a:off x="11475074" y="1314475"/>
              <a:ext cx="854731" cy="868309"/>
            </a:xfrm>
            <a:prstGeom prst="roundRect">
              <a:avLst>
                <a:gd name="adj" fmla="val 7310"/>
              </a:avLst>
            </a:prstGeom>
            <a:grpFill/>
            <a:ln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这里输入内容</a:t>
              </a:r>
              <a:endPara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0" name="矩形: 圆角 25">
            <a:extLst>
              <a:ext uri="{FF2B5EF4-FFF2-40B4-BE49-F238E27FC236}">
                <a16:creationId xmlns:a16="http://schemas.microsoft.com/office/drawing/2014/main" id="{D2497562-7A5A-F1AB-066A-DE45772D17D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204978" y="3840143"/>
            <a:ext cx="1644452" cy="31402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这里输入内容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9F4EC9A0-F5E6-B259-1FA6-926CCF6E9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779" y="1758856"/>
            <a:ext cx="1598748" cy="207861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30E0921C-BAE5-40A4-EC31-F5181F69D5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478" y="2005981"/>
            <a:ext cx="1259778" cy="127977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8BFCAFD6-2261-F980-518B-69B1E16A7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0567" y="2013608"/>
            <a:ext cx="1259778" cy="127977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34" name="箭头: 左右 133">
            <a:extLst>
              <a:ext uri="{FF2B5EF4-FFF2-40B4-BE49-F238E27FC236}">
                <a16:creationId xmlns:a16="http://schemas.microsoft.com/office/drawing/2014/main" id="{D4027F1D-B52D-7988-D387-6553580ED02C}"/>
              </a:ext>
            </a:extLst>
          </p:cNvPr>
          <p:cNvSpPr/>
          <p:nvPr/>
        </p:nvSpPr>
        <p:spPr>
          <a:xfrm>
            <a:off x="3975320" y="5392887"/>
            <a:ext cx="958458" cy="50926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5" name="箭头: 左右 134">
            <a:extLst>
              <a:ext uri="{FF2B5EF4-FFF2-40B4-BE49-F238E27FC236}">
                <a16:creationId xmlns:a16="http://schemas.microsoft.com/office/drawing/2014/main" id="{C6623A9C-0B7F-975F-0059-03AE9F11BC96}"/>
              </a:ext>
            </a:extLst>
          </p:cNvPr>
          <p:cNvSpPr/>
          <p:nvPr/>
        </p:nvSpPr>
        <p:spPr>
          <a:xfrm>
            <a:off x="7204467" y="5335394"/>
            <a:ext cx="958458" cy="509267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6" name="矩形: 圆角 961">
            <a:extLst>
              <a:ext uri="{FF2B5EF4-FFF2-40B4-BE49-F238E27FC236}">
                <a16:creationId xmlns:a16="http://schemas.microsoft.com/office/drawing/2014/main" id="{2C76007E-7AE5-ACCF-F4B8-E19A51817055}"/>
              </a:ext>
            </a:extLst>
          </p:cNvPr>
          <p:cNvSpPr/>
          <p:nvPr/>
        </p:nvSpPr>
        <p:spPr>
          <a:xfrm>
            <a:off x="5434409" y="1195800"/>
            <a:ext cx="1797061" cy="24741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: 圆角 515">
            <a:extLst>
              <a:ext uri="{FF2B5EF4-FFF2-40B4-BE49-F238E27FC236}">
                <a16:creationId xmlns:a16="http://schemas.microsoft.com/office/drawing/2014/main" id="{D1EAA1BD-94D1-3B51-E522-CF63CF75F3A7}"/>
              </a:ext>
            </a:extLst>
          </p:cNvPr>
          <p:cNvSpPr/>
          <p:nvPr/>
        </p:nvSpPr>
        <p:spPr>
          <a:xfrm>
            <a:off x="548630" y="2383823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矩形: 圆角 515">
            <a:extLst>
              <a:ext uri="{FF2B5EF4-FFF2-40B4-BE49-F238E27FC236}">
                <a16:creationId xmlns:a16="http://schemas.microsoft.com/office/drawing/2014/main" id="{7C6B5183-B5A8-CD66-2F75-E1E2ECDAD553}"/>
              </a:ext>
            </a:extLst>
          </p:cNvPr>
          <p:cNvSpPr/>
          <p:nvPr/>
        </p:nvSpPr>
        <p:spPr>
          <a:xfrm>
            <a:off x="1644483" y="2384218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: 圆角 515">
            <a:extLst>
              <a:ext uri="{FF2B5EF4-FFF2-40B4-BE49-F238E27FC236}">
                <a16:creationId xmlns:a16="http://schemas.microsoft.com/office/drawing/2014/main" id="{D8F1D677-6EA8-98A6-5833-AB704F0D4C53}"/>
              </a:ext>
            </a:extLst>
          </p:cNvPr>
          <p:cNvSpPr/>
          <p:nvPr/>
        </p:nvSpPr>
        <p:spPr>
          <a:xfrm>
            <a:off x="2771572" y="2383924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矩形: 圆角 515">
            <a:extLst>
              <a:ext uri="{FF2B5EF4-FFF2-40B4-BE49-F238E27FC236}">
                <a16:creationId xmlns:a16="http://schemas.microsoft.com/office/drawing/2014/main" id="{DFFFFDB2-BADB-815C-CE77-A8CDC32AE216}"/>
              </a:ext>
            </a:extLst>
          </p:cNvPr>
          <p:cNvSpPr/>
          <p:nvPr/>
        </p:nvSpPr>
        <p:spPr>
          <a:xfrm>
            <a:off x="547004" y="2666478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矩形: 圆角 515">
            <a:extLst>
              <a:ext uri="{FF2B5EF4-FFF2-40B4-BE49-F238E27FC236}">
                <a16:creationId xmlns:a16="http://schemas.microsoft.com/office/drawing/2014/main" id="{3244A80D-6094-0868-A19E-B8C94015239B}"/>
              </a:ext>
            </a:extLst>
          </p:cNvPr>
          <p:cNvSpPr/>
          <p:nvPr/>
        </p:nvSpPr>
        <p:spPr>
          <a:xfrm>
            <a:off x="1642857" y="2666873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" name="矩形: 圆角 515">
            <a:extLst>
              <a:ext uri="{FF2B5EF4-FFF2-40B4-BE49-F238E27FC236}">
                <a16:creationId xmlns:a16="http://schemas.microsoft.com/office/drawing/2014/main" id="{EF616F61-E6B0-6A42-8EFE-351A5392C1F4}"/>
              </a:ext>
            </a:extLst>
          </p:cNvPr>
          <p:cNvSpPr/>
          <p:nvPr/>
        </p:nvSpPr>
        <p:spPr>
          <a:xfrm>
            <a:off x="2769946" y="2666579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矩形: 圆角 515">
            <a:extLst>
              <a:ext uri="{FF2B5EF4-FFF2-40B4-BE49-F238E27FC236}">
                <a16:creationId xmlns:a16="http://schemas.microsoft.com/office/drawing/2014/main" id="{0079F237-4FB6-492E-9434-CEAC7048EF01}"/>
              </a:ext>
            </a:extLst>
          </p:cNvPr>
          <p:cNvSpPr/>
          <p:nvPr/>
        </p:nvSpPr>
        <p:spPr>
          <a:xfrm>
            <a:off x="557139" y="2979824"/>
            <a:ext cx="1026036" cy="22032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矩形: 圆角 515">
            <a:extLst>
              <a:ext uri="{FF2B5EF4-FFF2-40B4-BE49-F238E27FC236}">
                <a16:creationId xmlns:a16="http://schemas.microsoft.com/office/drawing/2014/main" id="{A9BD363B-599E-AA45-0CF3-CC7E56F5BD58}"/>
              </a:ext>
            </a:extLst>
          </p:cNvPr>
          <p:cNvSpPr/>
          <p:nvPr/>
        </p:nvSpPr>
        <p:spPr>
          <a:xfrm>
            <a:off x="1652992" y="2980219"/>
            <a:ext cx="1026036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矩形: 圆角 515">
            <a:extLst>
              <a:ext uri="{FF2B5EF4-FFF2-40B4-BE49-F238E27FC236}">
                <a16:creationId xmlns:a16="http://schemas.microsoft.com/office/drawing/2014/main" id="{93BBD77F-75F6-EE38-7995-915256D21A83}"/>
              </a:ext>
            </a:extLst>
          </p:cNvPr>
          <p:cNvSpPr/>
          <p:nvPr/>
        </p:nvSpPr>
        <p:spPr>
          <a:xfrm>
            <a:off x="2780081" y="2979925"/>
            <a:ext cx="1343659" cy="21992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输入内容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3492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EC4A49D-3D67-0C66-9C13-F1FDEBCE3E71}"/>
              </a:ext>
            </a:extLst>
          </p:cNvPr>
          <p:cNvSpPr/>
          <p:nvPr/>
        </p:nvSpPr>
        <p:spPr>
          <a:xfrm>
            <a:off x="494937" y="600803"/>
            <a:ext cx="11202125" cy="2447165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D8BB8F-4A2D-A404-C9EC-98F1C98F94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238" r="33937" b="48894"/>
          <a:stretch/>
        </p:blipFill>
        <p:spPr>
          <a:xfrm>
            <a:off x="2063530" y="3771115"/>
            <a:ext cx="672767" cy="520523"/>
          </a:xfrm>
          <a:prstGeom prst="rect">
            <a:avLst/>
          </a:prstGeom>
          <a:solidFill>
            <a:schemeClr val="bg1"/>
          </a:solidFill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7A45DD5-9464-2E9D-FFE1-34E4CE4B56A2}"/>
              </a:ext>
            </a:extLst>
          </p:cNvPr>
          <p:cNvCxnSpPr>
            <a:cxnSpLocks/>
          </p:cNvCxnSpPr>
          <p:nvPr/>
        </p:nvCxnSpPr>
        <p:spPr>
          <a:xfrm flipV="1">
            <a:off x="2159935" y="2024907"/>
            <a:ext cx="260286" cy="1"/>
          </a:xfrm>
          <a:prstGeom prst="straightConnector1">
            <a:avLst/>
          </a:prstGeom>
          <a:ln w="28575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2D7617D-BE63-ED66-BD55-67E9F4F5D56D}"/>
              </a:ext>
            </a:extLst>
          </p:cNvPr>
          <p:cNvSpPr/>
          <p:nvPr/>
        </p:nvSpPr>
        <p:spPr>
          <a:xfrm>
            <a:off x="8132440" y="937943"/>
            <a:ext cx="3402999" cy="2015944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F23868-A57D-7412-0E6D-DA5E5084326E}"/>
              </a:ext>
            </a:extLst>
          </p:cNvPr>
          <p:cNvSpPr/>
          <p:nvPr/>
        </p:nvSpPr>
        <p:spPr>
          <a:xfrm>
            <a:off x="4186144" y="931055"/>
            <a:ext cx="3847211" cy="2034992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6E98CEC-F837-A72C-145E-942B78351AC7}"/>
              </a:ext>
            </a:extLst>
          </p:cNvPr>
          <p:cNvSpPr/>
          <p:nvPr/>
        </p:nvSpPr>
        <p:spPr>
          <a:xfrm>
            <a:off x="819372" y="922454"/>
            <a:ext cx="3267687" cy="2042343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endParaRPr lang="zh-CN" altLang="en-US" sz="140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115">
            <a:extLst>
              <a:ext uri="{FF2B5EF4-FFF2-40B4-BE49-F238E27FC236}">
                <a16:creationId xmlns:a16="http://schemas.microsoft.com/office/drawing/2014/main" id="{5FA4A7DD-4777-F405-EBB6-02BC17691623}"/>
              </a:ext>
            </a:extLst>
          </p:cNvPr>
          <p:cNvSpPr/>
          <p:nvPr/>
        </p:nvSpPr>
        <p:spPr>
          <a:xfrm>
            <a:off x="703765" y="3522122"/>
            <a:ext cx="5200063" cy="90196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34">
            <a:extLst>
              <a:ext uri="{FF2B5EF4-FFF2-40B4-BE49-F238E27FC236}">
                <a16:creationId xmlns:a16="http://schemas.microsoft.com/office/drawing/2014/main" id="{97D1DA32-069E-2834-3CA7-A2D9E1D25E01}"/>
              </a:ext>
            </a:extLst>
          </p:cNvPr>
          <p:cNvSpPr/>
          <p:nvPr/>
        </p:nvSpPr>
        <p:spPr>
          <a:xfrm>
            <a:off x="1433159" y="3378914"/>
            <a:ext cx="3551885" cy="3328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26D43D9-F887-A167-A118-DB10442F12AC}"/>
              </a:ext>
            </a:extLst>
          </p:cNvPr>
          <p:cNvSpPr/>
          <p:nvPr/>
        </p:nvSpPr>
        <p:spPr>
          <a:xfrm>
            <a:off x="828803" y="3830586"/>
            <a:ext cx="1274842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2462F05-12F0-2BF5-0EFF-9712108780E8}"/>
              </a:ext>
            </a:extLst>
          </p:cNvPr>
          <p:cNvSpPr/>
          <p:nvPr/>
        </p:nvSpPr>
        <p:spPr>
          <a:xfrm>
            <a:off x="2730677" y="3814753"/>
            <a:ext cx="1198462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2FB82D9-D093-4CF7-4048-90431B099398}"/>
              </a:ext>
            </a:extLst>
          </p:cNvPr>
          <p:cNvSpPr/>
          <p:nvPr/>
        </p:nvSpPr>
        <p:spPr>
          <a:xfrm>
            <a:off x="4394184" y="3807124"/>
            <a:ext cx="1347266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92CD09D-56A6-B15C-94F0-0F72744ECBA3}"/>
              </a:ext>
            </a:extLst>
          </p:cNvPr>
          <p:cNvSpPr/>
          <p:nvPr/>
        </p:nvSpPr>
        <p:spPr>
          <a:xfrm>
            <a:off x="3692397" y="420644"/>
            <a:ext cx="4580654" cy="320134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endParaRPr lang="zh-CN" altLang="en-US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9BA3FE-06F3-E3B4-E981-780EB33E2ACB}"/>
              </a:ext>
            </a:extLst>
          </p:cNvPr>
          <p:cNvSpPr/>
          <p:nvPr/>
        </p:nvSpPr>
        <p:spPr>
          <a:xfrm>
            <a:off x="1691251" y="784048"/>
            <a:ext cx="1753405" cy="263876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03836C6-B312-0C68-1979-BDEEE8DEF26C}"/>
              </a:ext>
            </a:extLst>
          </p:cNvPr>
          <p:cNvSpPr/>
          <p:nvPr/>
        </p:nvSpPr>
        <p:spPr>
          <a:xfrm>
            <a:off x="4944119" y="784000"/>
            <a:ext cx="2477574" cy="263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DA512A6-C62D-9D27-C1C9-0CAD143BEEF7}"/>
              </a:ext>
            </a:extLst>
          </p:cNvPr>
          <p:cNvSpPr/>
          <p:nvPr/>
        </p:nvSpPr>
        <p:spPr>
          <a:xfrm>
            <a:off x="8737292" y="978029"/>
            <a:ext cx="646671" cy="37521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CD0B267-3078-CCF8-66E3-0DAA157C7BC5}"/>
              </a:ext>
            </a:extLst>
          </p:cNvPr>
          <p:cNvSpPr/>
          <p:nvPr/>
        </p:nvSpPr>
        <p:spPr>
          <a:xfrm>
            <a:off x="8969388" y="792336"/>
            <a:ext cx="1986072" cy="2639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20" name="等腰三角形 577">
            <a:extLst>
              <a:ext uri="{FF2B5EF4-FFF2-40B4-BE49-F238E27FC236}">
                <a16:creationId xmlns:a16="http://schemas.microsoft.com/office/drawing/2014/main" id="{283BBDBA-2117-3D5A-3F57-99FFE22785F2}"/>
              </a:ext>
            </a:extLst>
          </p:cNvPr>
          <p:cNvSpPr/>
          <p:nvPr/>
        </p:nvSpPr>
        <p:spPr>
          <a:xfrm rot="5400000" flipH="1" flipV="1">
            <a:off x="9358902" y="1905915"/>
            <a:ext cx="1222703" cy="287277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  <a:gd name="connsiteX0" fmla="*/ 0 w 1646293"/>
              <a:gd name="connsiteY0" fmla="*/ 268154 h 268154"/>
              <a:gd name="connsiteX1" fmla="*/ 1134363 w 1646293"/>
              <a:gd name="connsiteY1" fmla="*/ 0 h 268154"/>
              <a:gd name="connsiteX2" fmla="*/ 1646293 w 1646293"/>
              <a:gd name="connsiteY2" fmla="*/ 225289 h 268154"/>
              <a:gd name="connsiteX3" fmla="*/ 0 w 1646293"/>
              <a:gd name="connsiteY3" fmla="*/ 268154 h 268154"/>
              <a:gd name="connsiteX0" fmla="*/ 0 w 1166625"/>
              <a:gd name="connsiteY0" fmla="*/ 261014 h 261014"/>
              <a:gd name="connsiteX1" fmla="*/ 654695 w 1166625"/>
              <a:gd name="connsiteY1" fmla="*/ 0 h 261014"/>
              <a:gd name="connsiteX2" fmla="*/ 1166625 w 1166625"/>
              <a:gd name="connsiteY2" fmla="*/ 225289 h 261014"/>
              <a:gd name="connsiteX3" fmla="*/ 0 w 1166625"/>
              <a:gd name="connsiteY3" fmla="*/ 261014 h 261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6625" h="261014">
                <a:moveTo>
                  <a:pt x="0" y="261014"/>
                </a:moveTo>
                <a:lnTo>
                  <a:pt x="654695" y="0"/>
                </a:lnTo>
                <a:lnTo>
                  <a:pt x="1166625" y="225289"/>
                </a:lnTo>
                <a:lnTo>
                  <a:pt x="0" y="26101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等腰三角形 577">
            <a:extLst>
              <a:ext uri="{FF2B5EF4-FFF2-40B4-BE49-F238E27FC236}">
                <a16:creationId xmlns:a16="http://schemas.microsoft.com/office/drawing/2014/main" id="{EF40E268-8682-E3FB-1CE7-CDDCEEB8E698}"/>
              </a:ext>
            </a:extLst>
          </p:cNvPr>
          <p:cNvSpPr/>
          <p:nvPr/>
        </p:nvSpPr>
        <p:spPr>
          <a:xfrm rot="5400000" flipH="1" flipV="1">
            <a:off x="9377481" y="1893481"/>
            <a:ext cx="1207843" cy="276798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  <a:gd name="connsiteX0" fmla="*/ 0 w 1646293"/>
              <a:gd name="connsiteY0" fmla="*/ 268154 h 268154"/>
              <a:gd name="connsiteX1" fmla="*/ 1134363 w 1646293"/>
              <a:gd name="connsiteY1" fmla="*/ 0 h 268154"/>
              <a:gd name="connsiteX2" fmla="*/ 1646293 w 1646293"/>
              <a:gd name="connsiteY2" fmla="*/ 225289 h 268154"/>
              <a:gd name="connsiteX3" fmla="*/ 0 w 1646293"/>
              <a:gd name="connsiteY3" fmla="*/ 268154 h 268154"/>
              <a:gd name="connsiteX0" fmla="*/ 0 w 1166625"/>
              <a:gd name="connsiteY0" fmla="*/ 261014 h 261014"/>
              <a:gd name="connsiteX1" fmla="*/ 654695 w 1166625"/>
              <a:gd name="connsiteY1" fmla="*/ 0 h 261014"/>
              <a:gd name="connsiteX2" fmla="*/ 1166625 w 1166625"/>
              <a:gd name="connsiteY2" fmla="*/ 225289 h 261014"/>
              <a:gd name="connsiteX3" fmla="*/ 0 w 1166625"/>
              <a:gd name="connsiteY3" fmla="*/ 261014 h 261014"/>
              <a:gd name="connsiteX0" fmla="*/ 0 w 575899"/>
              <a:gd name="connsiteY0" fmla="*/ 251492 h 251492"/>
              <a:gd name="connsiteX1" fmla="*/ 63969 w 575899"/>
              <a:gd name="connsiteY1" fmla="*/ 0 h 251492"/>
              <a:gd name="connsiteX2" fmla="*/ 575899 w 575899"/>
              <a:gd name="connsiteY2" fmla="*/ 225289 h 251492"/>
              <a:gd name="connsiteX3" fmla="*/ 0 w 575899"/>
              <a:gd name="connsiteY3" fmla="*/ 251492 h 251492"/>
              <a:gd name="connsiteX0" fmla="*/ 0 w 1152448"/>
              <a:gd name="connsiteY0" fmla="*/ 251492 h 251492"/>
              <a:gd name="connsiteX1" fmla="*/ 63969 w 1152448"/>
              <a:gd name="connsiteY1" fmla="*/ 0 h 251492"/>
              <a:gd name="connsiteX2" fmla="*/ 1152448 w 1152448"/>
              <a:gd name="connsiteY2" fmla="*/ 222907 h 251492"/>
              <a:gd name="connsiteX3" fmla="*/ 0 w 1152448"/>
              <a:gd name="connsiteY3" fmla="*/ 251492 h 251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448" h="251492">
                <a:moveTo>
                  <a:pt x="0" y="251492"/>
                </a:moveTo>
                <a:lnTo>
                  <a:pt x="63969" y="0"/>
                </a:lnTo>
                <a:lnTo>
                  <a:pt x="1152448" y="222907"/>
                </a:lnTo>
                <a:lnTo>
                  <a:pt x="0" y="2514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等腰三角形 577">
            <a:extLst>
              <a:ext uri="{FF2B5EF4-FFF2-40B4-BE49-F238E27FC236}">
                <a16:creationId xmlns:a16="http://schemas.microsoft.com/office/drawing/2014/main" id="{9760C013-8DB1-2451-4859-5E64EF33F091}"/>
              </a:ext>
            </a:extLst>
          </p:cNvPr>
          <p:cNvSpPr/>
          <p:nvPr/>
        </p:nvSpPr>
        <p:spPr>
          <a:xfrm rot="5400000" flipH="1" flipV="1">
            <a:off x="9271178" y="1878296"/>
            <a:ext cx="1386010" cy="295136"/>
          </a:xfrm>
          <a:custGeom>
            <a:avLst/>
            <a:gdLst>
              <a:gd name="connsiteX0" fmla="*/ 0 w 2027419"/>
              <a:gd name="connsiteY0" fmla="*/ 599936 h 599936"/>
              <a:gd name="connsiteX1" fmla="*/ 1013710 w 2027419"/>
              <a:gd name="connsiteY1" fmla="*/ 0 h 599936"/>
              <a:gd name="connsiteX2" fmla="*/ 2027419 w 2027419"/>
              <a:gd name="connsiteY2" fmla="*/ 599936 h 599936"/>
              <a:gd name="connsiteX3" fmla="*/ 0 w 2027419"/>
              <a:gd name="connsiteY3" fmla="*/ 599936 h 599936"/>
              <a:gd name="connsiteX0" fmla="*/ 0 w 1179693"/>
              <a:gd name="connsiteY0" fmla="*/ 599936 h 599936"/>
              <a:gd name="connsiteX1" fmla="*/ 1013710 w 1179693"/>
              <a:gd name="connsiteY1" fmla="*/ 0 h 599936"/>
              <a:gd name="connsiteX2" fmla="*/ 1179693 w 1179693"/>
              <a:gd name="connsiteY2" fmla="*/ 509452 h 599936"/>
              <a:gd name="connsiteX3" fmla="*/ 0 w 1179693"/>
              <a:gd name="connsiteY3" fmla="*/ 599936 h 599936"/>
              <a:gd name="connsiteX0" fmla="*/ 0 w 1555932"/>
              <a:gd name="connsiteY0" fmla="*/ 347526 h 509452"/>
              <a:gd name="connsiteX1" fmla="*/ 1389949 w 1555932"/>
              <a:gd name="connsiteY1" fmla="*/ 0 h 509452"/>
              <a:gd name="connsiteX2" fmla="*/ 1555932 w 1555932"/>
              <a:gd name="connsiteY2" fmla="*/ 509452 h 509452"/>
              <a:gd name="connsiteX3" fmla="*/ 0 w 1555932"/>
              <a:gd name="connsiteY3" fmla="*/ 347526 h 509452"/>
              <a:gd name="connsiteX0" fmla="*/ 0 w 1552757"/>
              <a:gd name="connsiteY0" fmla="*/ 347526 h 347526"/>
              <a:gd name="connsiteX1" fmla="*/ 1389949 w 1552757"/>
              <a:gd name="connsiteY1" fmla="*/ 0 h 347526"/>
              <a:gd name="connsiteX2" fmla="*/ 1552757 w 1552757"/>
              <a:gd name="connsiteY2" fmla="*/ 287202 h 347526"/>
              <a:gd name="connsiteX3" fmla="*/ 0 w 1552757"/>
              <a:gd name="connsiteY3" fmla="*/ 347526 h 347526"/>
              <a:gd name="connsiteX0" fmla="*/ 0 w 1309870"/>
              <a:gd name="connsiteY0" fmla="*/ 312604 h 312604"/>
              <a:gd name="connsiteX1" fmla="*/ 1147062 w 1309870"/>
              <a:gd name="connsiteY1" fmla="*/ 0 h 312604"/>
              <a:gd name="connsiteX2" fmla="*/ 1309870 w 1309870"/>
              <a:gd name="connsiteY2" fmla="*/ 287202 h 312604"/>
              <a:gd name="connsiteX3" fmla="*/ 0 w 1309870"/>
              <a:gd name="connsiteY3" fmla="*/ 312604 h 312604"/>
              <a:gd name="connsiteX0" fmla="*/ 0 w 1300345"/>
              <a:gd name="connsiteY0" fmla="*/ 312604 h 318952"/>
              <a:gd name="connsiteX1" fmla="*/ 1147062 w 1300345"/>
              <a:gd name="connsiteY1" fmla="*/ 0 h 318952"/>
              <a:gd name="connsiteX2" fmla="*/ 1300345 w 1300345"/>
              <a:gd name="connsiteY2" fmla="*/ 318952 h 318952"/>
              <a:gd name="connsiteX3" fmla="*/ 0 w 1300345"/>
              <a:gd name="connsiteY3" fmla="*/ 312604 h 318952"/>
              <a:gd name="connsiteX0" fmla="*/ 0 w 1300345"/>
              <a:gd name="connsiteY0" fmla="*/ 287201 h 293549"/>
              <a:gd name="connsiteX1" fmla="*/ 1134362 w 1300345"/>
              <a:gd name="connsiteY1" fmla="*/ 0 h 293549"/>
              <a:gd name="connsiteX2" fmla="*/ 1300345 w 1300345"/>
              <a:gd name="connsiteY2" fmla="*/ 293549 h 293549"/>
              <a:gd name="connsiteX3" fmla="*/ 0 w 1300345"/>
              <a:gd name="connsiteY3" fmla="*/ 287201 h 293549"/>
              <a:gd name="connsiteX0" fmla="*/ 0 w 1220970"/>
              <a:gd name="connsiteY0" fmla="*/ 287201 h 287201"/>
              <a:gd name="connsiteX1" fmla="*/ 1134362 w 1220970"/>
              <a:gd name="connsiteY1" fmla="*/ 0 h 287201"/>
              <a:gd name="connsiteX2" fmla="*/ 1220970 w 1220970"/>
              <a:gd name="connsiteY2" fmla="*/ 245924 h 287201"/>
              <a:gd name="connsiteX3" fmla="*/ 0 w 1220970"/>
              <a:gd name="connsiteY3" fmla="*/ 287201 h 287201"/>
              <a:gd name="connsiteX0" fmla="*/ 0 w 1220971"/>
              <a:gd name="connsiteY0" fmla="*/ 268154 h 268154"/>
              <a:gd name="connsiteX1" fmla="*/ 1134363 w 1220971"/>
              <a:gd name="connsiteY1" fmla="*/ 0 h 268154"/>
              <a:gd name="connsiteX2" fmla="*/ 1220971 w 1220971"/>
              <a:gd name="connsiteY2" fmla="*/ 245924 h 268154"/>
              <a:gd name="connsiteX3" fmla="*/ 0 w 1220971"/>
              <a:gd name="connsiteY3" fmla="*/ 268154 h 268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0971" h="268154">
                <a:moveTo>
                  <a:pt x="0" y="268154"/>
                </a:moveTo>
                <a:lnTo>
                  <a:pt x="1134363" y="0"/>
                </a:lnTo>
                <a:lnTo>
                  <a:pt x="1220971" y="245924"/>
                </a:lnTo>
                <a:lnTo>
                  <a:pt x="0" y="2681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EA7C169-99BE-6990-3EAC-794EDD49B7B6}"/>
              </a:ext>
            </a:extLst>
          </p:cNvPr>
          <p:cNvSpPr/>
          <p:nvPr/>
        </p:nvSpPr>
        <p:spPr>
          <a:xfrm>
            <a:off x="10157610" y="2709029"/>
            <a:ext cx="1196555" cy="212736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1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B57E504F-FE38-CD54-5F2E-DF467B5F0893}"/>
              </a:ext>
            </a:extLst>
          </p:cNvPr>
          <p:cNvSpPr/>
          <p:nvPr/>
        </p:nvSpPr>
        <p:spPr>
          <a:xfrm>
            <a:off x="10593002" y="1625838"/>
            <a:ext cx="277652" cy="234844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19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zh-CN" altLang="en-US" sz="1219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EDCA36E5-A4F3-456C-33AA-7A903B797F1E}"/>
              </a:ext>
            </a:extLst>
          </p:cNvPr>
          <p:cNvSpPr/>
          <p:nvPr/>
        </p:nvSpPr>
        <p:spPr>
          <a:xfrm>
            <a:off x="8370066" y="1840823"/>
            <a:ext cx="1398158" cy="41183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6CD163C-E480-13E9-8F95-ADB04D0E2B62}"/>
              </a:ext>
            </a:extLst>
          </p:cNvPr>
          <p:cNvSpPr/>
          <p:nvPr/>
        </p:nvSpPr>
        <p:spPr>
          <a:xfrm>
            <a:off x="8357395" y="1258341"/>
            <a:ext cx="1406246" cy="37439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F015244-FACE-F335-C89B-AE010F7A8A85}"/>
              </a:ext>
            </a:extLst>
          </p:cNvPr>
          <p:cNvSpPr/>
          <p:nvPr/>
        </p:nvSpPr>
        <p:spPr>
          <a:xfrm>
            <a:off x="8382035" y="2389219"/>
            <a:ext cx="1398158" cy="411838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1D0FEF-7287-B685-1017-3B98122D908D}"/>
              </a:ext>
            </a:extLst>
          </p:cNvPr>
          <p:cNvSpPr/>
          <p:nvPr/>
        </p:nvSpPr>
        <p:spPr>
          <a:xfrm>
            <a:off x="10262744" y="1090979"/>
            <a:ext cx="939707" cy="236192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936C6CC-2D60-13A1-E19B-A20EBB7178E8}"/>
              </a:ext>
            </a:extLst>
          </p:cNvPr>
          <p:cNvSpPr/>
          <p:nvPr/>
        </p:nvSpPr>
        <p:spPr>
          <a:xfrm>
            <a:off x="10073583" y="1891531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D1EDCE4C-9F2A-8030-03A9-9170F641DBD8}"/>
              </a:ext>
            </a:extLst>
          </p:cNvPr>
          <p:cNvSpPr/>
          <p:nvPr/>
        </p:nvSpPr>
        <p:spPr>
          <a:xfrm>
            <a:off x="10076933" y="1291140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07D77FA-AA71-3F19-5BBA-606E40DA0090}"/>
              </a:ext>
            </a:extLst>
          </p:cNvPr>
          <p:cNvSpPr/>
          <p:nvPr/>
        </p:nvSpPr>
        <p:spPr>
          <a:xfrm>
            <a:off x="10109144" y="2433370"/>
            <a:ext cx="1275626" cy="303263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</a:p>
        </p:txBody>
      </p:sp>
      <p:sp>
        <p:nvSpPr>
          <p:cNvPr id="32" name="右箭头 3">
            <a:extLst>
              <a:ext uri="{FF2B5EF4-FFF2-40B4-BE49-F238E27FC236}">
                <a16:creationId xmlns:a16="http://schemas.microsoft.com/office/drawing/2014/main" id="{B0FC1367-E60E-002E-444E-D1EBF72091E3}"/>
              </a:ext>
            </a:extLst>
          </p:cNvPr>
          <p:cNvSpPr/>
          <p:nvPr/>
        </p:nvSpPr>
        <p:spPr>
          <a:xfrm rot="16200000" flipH="1">
            <a:off x="10636897" y="2216198"/>
            <a:ext cx="190020" cy="218054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左中括号 32">
            <a:extLst>
              <a:ext uri="{FF2B5EF4-FFF2-40B4-BE49-F238E27FC236}">
                <a16:creationId xmlns:a16="http://schemas.microsoft.com/office/drawing/2014/main" id="{A8B2F825-8286-E7CC-C179-7045D8937B73}"/>
              </a:ext>
            </a:extLst>
          </p:cNvPr>
          <p:cNvSpPr/>
          <p:nvPr/>
        </p:nvSpPr>
        <p:spPr>
          <a:xfrm>
            <a:off x="8239645" y="1345808"/>
            <a:ext cx="95896" cy="1251511"/>
          </a:xfrm>
          <a:prstGeom prst="leftBracke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72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6D8D1D0-9457-31FA-334C-6891C50E5573}"/>
              </a:ext>
            </a:extLst>
          </p:cNvPr>
          <p:cNvCxnSpPr>
            <a:cxnSpLocks/>
          </p:cNvCxnSpPr>
          <p:nvPr/>
        </p:nvCxnSpPr>
        <p:spPr>
          <a:xfrm>
            <a:off x="8246899" y="1983267"/>
            <a:ext cx="8863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箭头: 下 7">
            <a:extLst>
              <a:ext uri="{FF2B5EF4-FFF2-40B4-BE49-F238E27FC236}">
                <a16:creationId xmlns:a16="http://schemas.microsoft.com/office/drawing/2014/main" id="{1F6EBA1E-8F52-45B0-462D-86913EF9FB4B}"/>
              </a:ext>
            </a:extLst>
          </p:cNvPr>
          <p:cNvSpPr/>
          <p:nvPr/>
        </p:nvSpPr>
        <p:spPr>
          <a:xfrm flipH="1">
            <a:off x="2396492" y="3066296"/>
            <a:ext cx="285292" cy="271588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箭头: 下 7">
            <a:extLst>
              <a:ext uri="{FF2B5EF4-FFF2-40B4-BE49-F238E27FC236}">
                <a16:creationId xmlns:a16="http://schemas.microsoft.com/office/drawing/2014/main" id="{9502B93F-B95A-E3FD-A735-BADEBF4909CE}"/>
              </a:ext>
            </a:extLst>
          </p:cNvPr>
          <p:cNvSpPr/>
          <p:nvPr/>
        </p:nvSpPr>
        <p:spPr>
          <a:xfrm flipH="1">
            <a:off x="9466815" y="3047435"/>
            <a:ext cx="285951" cy="270933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: 圆角 115">
            <a:extLst>
              <a:ext uri="{FF2B5EF4-FFF2-40B4-BE49-F238E27FC236}">
                <a16:creationId xmlns:a16="http://schemas.microsoft.com/office/drawing/2014/main" id="{41A5C29D-249C-FE2B-D92A-EECE68A67363}"/>
              </a:ext>
            </a:extLst>
          </p:cNvPr>
          <p:cNvSpPr/>
          <p:nvPr/>
        </p:nvSpPr>
        <p:spPr>
          <a:xfrm>
            <a:off x="6576966" y="3528305"/>
            <a:ext cx="4958473" cy="901960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72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134">
            <a:extLst>
              <a:ext uri="{FF2B5EF4-FFF2-40B4-BE49-F238E27FC236}">
                <a16:creationId xmlns:a16="http://schemas.microsoft.com/office/drawing/2014/main" id="{60F4E9DE-55A8-8E85-CA86-028A34781682}"/>
              </a:ext>
            </a:extLst>
          </p:cNvPr>
          <p:cNvSpPr/>
          <p:nvPr/>
        </p:nvSpPr>
        <p:spPr>
          <a:xfrm>
            <a:off x="7556091" y="3385095"/>
            <a:ext cx="3073613" cy="33284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56F3F1B-3AC4-D1C2-AE3F-ED31BF275390}"/>
              </a:ext>
            </a:extLst>
          </p:cNvPr>
          <p:cNvSpPr/>
          <p:nvPr/>
        </p:nvSpPr>
        <p:spPr>
          <a:xfrm>
            <a:off x="10279823" y="3827961"/>
            <a:ext cx="1134410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B723A14-BE88-11AA-1EAF-85ED6E16C04F}"/>
              </a:ext>
            </a:extLst>
          </p:cNvPr>
          <p:cNvSpPr/>
          <p:nvPr/>
        </p:nvSpPr>
        <p:spPr>
          <a:xfrm>
            <a:off x="8578625" y="3820935"/>
            <a:ext cx="1052034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6FCECE3D-2FCC-4A25-1FE4-3EC0371B935E}"/>
              </a:ext>
            </a:extLst>
          </p:cNvPr>
          <p:cNvSpPr/>
          <p:nvPr/>
        </p:nvSpPr>
        <p:spPr>
          <a:xfrm>
            <a:off x="6737290" y="3813306"/>
            <a:ext cx="1134410" cy="455768"/>
          </a:xfrm>
          <a:prstGeom prst="roundRect">
            <a:avLst>
              <a:gd name="adj" fmla="val 1186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1150" rIns="4115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138">
            <a:extLst>
              <a:ext uri="{FF2B5EF4-FFF2-40B4-BE49-F238E27FC236}">
                <a16:creationId xmlns:a16="http://schemas.microsoft.com/office/drawing/2014/main" id="{D01B3013-6099-73B0-D381-38DB8801A87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9268" y="1518337"/>
            <a:ext cx="411307" cy="830997"/>
          </a:xfrm>
          <a:prstGeom prst="rect">
            <a:avLst/>
          </a:prstGeom>
          <a:noFill/>
        </p:spPr>
        <p:txBody>
          <a:bodyPr vert="horz" wrap="square" anchor="ctr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输入数据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: 圆角 159">
            <a:extLst>
              <a:ext uri="{FF2B5EF4-FFF2-40B4-BE49-F238E27FC236}">
                <a16:creationId xmlns:a16="http://schemas.microsoft.com/office/drawing/2014/main" id="{3CB42CFF-0B3F-A72A-2259-7553AFE53CDD}"/>
              </a:ext>
            </a:extLst>
          </p:cNvPr>
          <p:cNvSpPr/>
          <p:nvPr/>
        </p:nvSpPr>
        <p:spPr>
          <a:xfrm>
            <a:off x="703765" y="4562548"/>
            <a:ext cx="10831674" cy="1828529"/>
          </a:xfrm>
          <a:prstGeom prst="roundRect">
            <a:avLst>
              <a:gd name="adj" fmla="val 4886"/>
            </a:avLst>
          </a:prstGeom>
          <a:solidFill>
            <a:schemeClr val="bg1"/>
          </a:solidFill>
          <a:ln w="19050">
            <a:solidFill>
              <a:srgbClr val="2F5597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7E1216-F135-4600-6E0C-2FF2BDA1FAE6}"/>
              </a:ext>
            </a:extLst>
          </p:cNvPr>
          <p:cNvSpPr txBox="1"/>
          <p:nvPr/>
        </p:nvSpPr>
        <p:spPr>
          <a:xfrm>
            <a:off x="1195046" y="4611561"/>
            <a:ext cx="120440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45" name="矩形: 圆角 20">
            <a:extLst>
              <a:ext uri="{FF2B5EF4-FFF2-40B4-BE49-F238E27FC236}">
                <a16:creationId xmlns:a16="http://schemas.microsoft.com/office/drawing/2014/main" id="{DB0A2194-DFD0-C070-3D52-816DAB11F277}"/>
              </a:ext>
            </a:extLst>
          </p:cNvPr>
          <p:cNvSpPr/>
          <p:nvPr/>
        </p:nvSpPr>
        <p:spPr>
          <a:xfrm>
            <a:off x="819372" y="4597502"/>
            <a:ext cx="2005572" cy="135150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: 圆角 148">
            <a:extLst>
              <a:ext uri="{FF2B5EF4-FFF2-40B4-BE49-F238E27FC236}">
                <a16:creationId xmlns:a16="http://schemas.microsoft.com/office/drawing/2014/main" id="{8C3721AC-46EB-0BFB-94ED-0B6EE33890CF}"/>
              </a:ext>
            </a:extLst>
          </p:cNvPr>
          <p:cNvSpPr/>
          <p:nvPr/>
        </p:nvSpPr>
        <p:spPr>
          <a:xfrm>
            <a:off x="848757" y="5937715"/>
            <a:ext cx="1971521" cy="379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8CD209D-3BB9-E5FE-B5DD-AD1275497CC8}"/>
              </a:ext>
            </a:extLst>
          </p:cNvPr>
          <p:cNvSpPr txBox="1"/>
          <p:nvPr/>
        </p:nvSpPr>
        <p:spPr>
          <a:xfrm>
            <a:off x="3293059" y="4608550"/>
            <a:ext cx="120440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48" name="矩形: 圆角 20">
            <a:extLst>
              <a:ext uri="{FF2B5EF4-FFF2-40B4-BE49-F238E27FC236}">
                <a16:creationId xmlns:a16="http://schemas.microsoft.com/office/drawing/2014/main" id="{F1F64688-0BA9-59B9-F157-46330C6C6E71}"/>
              </a:ext>
            </a:extLst>
          </p:cNvPr>
          <p:cNvSpPr/>
          <p:nvPr/>
        </p:nvSpPr>
        <p:spPr>
          <a:xfrm>
            <a:off x="2961765" y="4591533"/>
            <a:ext cx="2005572" cy="135150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148">
            <a:extLst>
              <a:ext uri="{FF2B5EF4-FFF2-40B4-BE49-F238E27FC236}">
                <a16:creationId xmlns:a16="http://schemas.microsoft.com/office/drawing/2014/main" id="{48D2E0AB-F119-ED5E-A5A6-DAA94B7895B1}"/>
              </a:ext>
            </a:extLst>
          </p:cNvPr>
          <p:cNvSpPr/>
          <p:nvPr/>
        </p:nvSpPr>
        <p:spPr>
          <a:xfrm>
            <a:off x="2980140" y="5937715"/>
            <a:ext cx="1971521" cy="379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6CD2B51-F305-881B-BFDC-2DFDFE9CC501}"/>
              </a:ext>
            </a:extLst>
          </p:cNvPr>
          <p:cNvSpPr txBox="1"/>
          <p:nvPr/>
        </p:nvSpPr>
        <p:spPr>
          <a:xfrm>
            <a:off x="5418273" y="4590268"/>
            <a:ext cx="1381376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51" name="矩形: 圆角 20">
            <a:extLst>
              <a:ext uri="{FF2B5EF4-FFF2-40B4-BE49-F238E27FC236}">
                <a16:creationId xmlns:a16="http://schemas.microsoft.com/office/drawing/2014/main" id="{4F0BD74C-8936-128B-CB91-BE1132E1699E}"/>
              </a:ext>
            </a:extLst>
          </p:cNvPr>
          <p:cNvSpPr/>
          <p:nvPr/>
        </p:nvSpPr>
        <p:spPr>
          <a:xfrm>
            <a:off x="5111082" y="4587257"/>
            <a:ext cx="2005572" cy="135150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: 圆角 148">
            <a:extLst>
              <a:ext uri="{FF2B5EF4-FFF2-40B4-BE49-F238E27FC236}">
                <a16:creationId xmlns:a16="http://schemas.microsoft.com/office/drawing/2014/main" id="{5D2EEE62-BE33-4C29-28A7-7BA7E11D34E0}"/>
              </a:ext>
            </a:extLst>
          </p:cNvPr>
          <p:cNvSpPr/>
          <p:nvPr/>
        </p:nvSpPr>
        <p:spPr>
          <a:xfrm>
            <a:off x="5147166" y="5937715"/>
            <a:ext cx="1924721" cy="379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5A9B709D-3CD0-8ED0-2B24-81A8F2733204}"/>
              </a:ext>
            </a:extLst>
          </p:cNvPr>
          <p:cNvSpPr txBox="1"/>
          <p:nvPr/>
        </p:nvSpPr>
        <p:spPr>
          <a:xfrm>
            <a:off x="7642956" y="4597686"/>
            <a:ext cx="120440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54" name="矩形: 圆角 20">
            <a:extLst>
              <a:ext uri="{FF2B5EF4-FFF2-40B4-BE49-F238E27FC236}">
                <a16:creationId xmlns:a16="http://schemas.microsoft.com/office/drawing/2014/main" id="{95227D6D-67D9-41D8-AB7F-3ED1A833970E}"/>
              </a:ext>
            </a:extLst>
          </p:cNvPr>
          <p:cNvSpPr/>
          <p:nvPr/>
        </p:nvSpPr>
        <p:spPr>
          <a:xfrm>
            <a:off x="7253475" y="4590267"/>
            <a:ext cx="2005572" cy="135150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: 圆角 148">
            <a:extLst>
              <a:ext uri="{FF2B5EF4-FFF2-40B4-BE49-F238E27FC236}">
                <a16:creationId xmlns:a16="http://schemas.microsoft.com/office/drawing/2014/main" id="{2929353B-094F-F20B-C6C2-2A7AEBA49C71}"/>
              </a:ext>
            </a:extLst>
          </p:cNvPr>
          <p:cNvSpPr/>
          <p:nvPr/>
        </p:nvSpPr>
        <p:spPr>
          <a:xfrm>
            <a:off x="7306995" y="5937715"/>
            <a:ext cx="1891609" cy="379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170AED5-8DFE-1CF2-A591-19CF1DBC70F1}"/>
              </a:ext>
            </a:extLst>
          </p:cNvPr>
          <p:cNvSpPr txBox="1"/>
          <p:nvPr/>
        </p:nvSpPr>
        <p:spPr>
          <a:xfrm>
            <a:off x="9808672" y="4597274"/>
            <a:ext cx="1204400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4F917F3-FD10-49C6-6EFD-73F32AC98D3C}"/>
              </a:ext>
            </a:extLst>
          </p:cNvPr>
          <p:cNvSpPr/>
          <p:nvPr/>
        </p:nvSpPr>
        <p:spPr>
          <a:xfrm>
            <a:off x="9395869" y="4597502"/>
            <a:ext cx="2005572" cy="1355132"/>
          </a:xfrm>
          <a:prstGeom prst="roundRect">
            <a:avLst>
              <a:gd name="adj" fmla="val 7310"/>
            </a:avLst>
          </a:prstGeom>
          <a:solidFill>
            <a:schemeClr val="bg1"/>
          </a:solidFill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矩形: 圆角 148">
            <a:extLst>
              <a:ext uri="{FF2B5EF4-FFF2-40B4-BE49-F238E27FC236}">
                <a16:creationId xmlns:a16="http://schemas.microsoft.com/office/drawing/2014/main" id="{A062A9C4-4BFD-1EA7-053F-E0D6FF035B32}"/>
              </a:ext>
            </a:extLst>
          </p:cNvPr>
          <p:cNvSpPr/>
          <p:nvPr/>
        </p:nvSpPr>
        <p:spPr>
          <a:xfrm>
            <a:off x="9395869" y="5951590"/>
            <a:ext cx="1971521" cy="37989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000" rIns="5400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产出的成果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是什么？</a:t>
            </a:r>
            <a:endParaRPr lang="en-US" altLang="zh-CN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7FA6C453-E8CC-7041-9CEB-338AD31DDEAA}"/>
              </a:ext>
            </a:extLst>
          </p:cNvPr>
          <p:cNvCxnSpPr>
            <a:cxnSpLocks/>
          </p:cNvCxnSpPr>
          <p:nvPr/>
        </p:nvCxnSpPr>
        <p:spPr>
          <a:xfrm flipV="1">
            <a:off x="3126200" y="2024907"/>
            <a:ext cx="260286" cy="4872"/>
          </a:xfrm>
          <a:prstGeom prst="straightConnector1">
            <a:avLst/>
          </a:prstGeom>
          <a:ln w="28575">
            <a:solidFill>
              <a:srgbClr val="1432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C185BF8-EB4C-F48E-75C3-3853BD061D4E}"/>
              </a:ext>
            </a:extLst>
          </p:cNvPr>
          <p:cNvSpPr/>
          <p:nvPr/>
        </p:nvSpPr>
        <p:spPr>
          <a:xfrm>
            <a:off x="838433" y="2383772"/>
            <a:ext cx="571835" cy="629883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输入研究内容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C7294253-7407-CE7D-6760-D11DFC58D34D}"/>
              </a:ext>
            </a:extLst>
          </p:cNvPr>
          <p:cNvSpPr/>
          <p:nvPr/>
        </p:nvSpPr>
        <p:spPr>
          <a:xfrm>
            <a:off x="845124" y="917960"/>
            <a:ext cx="590199" cy="591866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输入研究内容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3C136AB-14F1-171A-F215-9D4B39D1A303}"/>
              </a:ext>
            </a:extLst>
          </p:cNvPr>
          <p:cNvSpPr/>
          <p:nvPr/>
        </p:nvSpPr>
        <p:spPr>
          <a:xfrm>
            <a:off x="914206" y="2130402"/>
            <a:ext cx="431915" cy="301187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b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710CF659-732C-BD4C-2E33-533123B91A12}"/>
              </a:ext>
            </a:extLst>
          </p:cNvPr>
          <p:cNvSpPr/>
          <p:nvPr/>
        </p:nvSpPr>
        <p:spPr>
          <a:xfrm>
            <a:off x="942406" y="1569381"/>
            <a:ext cx="377365" cy="301187"/>
          </a:xfrm>
          <a:prstGeom prst="roundRect">
            <a:avLst>
              <a:gd name="adj" fmla="val 6654"/>
            </a:avLst>
          </a:prstGeom>
          <a:noFill/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b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b="1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BC34C123-4A3A-C02A-6FB7-71A93ECFE4A4}"/>
              </a:ext>
            </a:extLst>
          </p:cNvPr>
          <p:cNvSpPr/>
          <p:nvPr/>
        </p:nvSpPr>
        <p:spPr>
          <a:xfrm>
            <a:off x="1466651" y="1917982"/>
            <a:ext cx="722588" cy="21385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85548DE-7D28-DDB9-990A-DF99A3F2DC44}"/>
              </a:ext>
            </a:extLst>
          </p:cNvPr>
          <p:cNvSpPr/>
          <p:nvPr/>
        </p:nvSpPr>
        <p:spPr>
          <a:xfrm>
            <a:off x="2429273" y="1917982"/>
            <a:ext cx="720748" cy="21385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8DC35D75-36F4-A68A-9D10-41C833DE448D}"/>
              </a:ext>
            </a:extLst>
          </p:cNvPr>
          <p:cNvSpPr/>
          <p:nvPr/>
        </p:nvSpPr>
        <p:spPr>
          <a:xfrm>
            <a:off x="3386486" y="1917982"/>
            <a:ext cx="608910" cy="213850"/>
          </a:xfrm>
          <a:prstGeom prst="roundRect">
            <a:avLst>
              <a:gd name="adj" fmla="val 6654"/>
            </a:avLst>
          </a:prstGeom>
          <a:solidFill>
            <a:schemeClr val="bg1"/>
          </a:solidFill>
          <a:ln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主题</a:t>
            </a:r>
            <a:r>
              <a:rPr lang="en-US" altLang="zh-CN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箭头: 下 117">
            <a:extLst>
              <a:ext uri="{FF2B5EF4-FFF2-40B4-BE49-F238E27FC236}">
                <a16:creationId xmlns:a16="http://schemas.microsoft.com/office/drawing/2014/main" id="{9D2BE27C-3FD5-CB3C-C21E-1E8984864333}"/>
              </a:ext>
            </a:extLst>
          </p:cNvPr>
          <p:cNvSpPr/>
          <p:nvPr/>
        </p:nvSpPr>
        <p:spPr>
          <a:xfrm rot="16200000" flipH="1">
            <a:off x="783941" y="1901660"/>
            <a:ext cx="167488" cy="221612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箭头: 下 117">
            <a:extLst>
              <a:ext uri="{FF2B5EF4-FFF2-40B4-BE49-F238E27FC236}">
                <a16:creationId xmlns:a16="http://schemas.microsoft.com/office/drawing/2014/main" id="{F38BFDEE-8AAB-7C31-06D5-962B7185B5CF}"/>
              </a:ext>
            </a:extLst>
          </p:cNvPr>
          <p:cNvSpPr/>
          <p:nvPr/>
        </p:nvSpPr>
        <p:spPr>
          <a:xfrm rot="16200000" flipH="1">
            <a:off x="4057646" y="3924789"/>
            <a:ext cx="167488" cy="256975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箭头: 下 117">
            <a:extLst>
              <a:ext uri="{FF2B5EF4-FFF2-40B4-BE49-F238E27FC236}">
                <a16:creationId xmlns:a16="http://schemas.microsoft.com/office/drawing/2014/main" id="{363859EE-E35E-EA2D-4716-742B8D4C37CA}"/>
              </a:ext>
            </a:extLst>
          </p:cNvPr>
          <p:cNvSpPr/>
          <p:nvPr/>
        </p:nvSpPr>
        <p:spPr>
          <a:xfrm rot="5400000" flipH="1">
            <a:off x="8057782" y="3917867"/>
            <a:ext cx="167488" cy="256975"/>
          </a:xfrm>
          <a:prstGeom prst="downArrow">
            <a:avLst>
              <a:gd name="adj1" fmla="val 34897"/>
              <a:gd name="adj2" fmla="val 65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DF4AB908-1260-B379-A1AF-12FE64F2E3A2}"/>
              </a:ext>
            </a:extLst>
          </p:cNvPr>
          <p:cNvGrpSpPr/>
          <p:nvPr/>
        </p:nvGrpSpPr>
        <p:grpSpPr>
          <a:xfrm rot="16200000">
            <a:off x="6037979" y="3801691"/>
            <a:ext cx="400735" cy="462123"/>
            <a:chOff x="2421030" y="2762042"/>
            <a:chExt cx="783379" cy="966966"/>
          </a:xfrm>
          <a:solidFill>
            <a:schemeClr val="bg1"/>
          </a:solidFill>
        </p:grpSpPr>
        <p:sp>
          <p:nvSpPr>
            <p:cNvPr id="76" name="箭头: 下 456">
              <a:extLst>
                <a:ext uri="{FF2B5EF4-FFF2-40B4-BE49-F238E27FC236}">
                  <a16:creationId xmlns:a16="http://schemas.microsoft.com/office/drawing/2014/main" id="{23DBD1EF-9111-1AF5-9CE7-7A1AE322C8EB}"/>
                </a:ext>
              </a:extLst>
            </p:cNvPr>
            <p:cNvSpPr/>
            <p:nvPr/>
          </p:nvSpPr>
          <p:spPr>
            <a:xfrm>
              <a:off x="2421030" y="2762042"/>
              <a:ext cx="316908" cy="966966"/>
            </a:xfrm>
            <a:custGeom>
              <a:avLst/>
              <a:gdLst>
                <a:gd name="connsiteX0" fmla="*/ 0 w 621510"/>
                <a:gd name="connsiteY0" fmla="*/ 653036 h 963791"/>
                <a:gd name="connsiteX1" fmla="*/ 155378 w 621510"/>
                <a:gd name="connsiteY1" fmla="*/ 653036 h 963791"/>
                <a:gd name="connsiteX2" fmla="*/ 155378 w 621510"/>
                <a:gd name="connsiteY2" fmla="*/ 0 h 963791"/>
                <a:gd name="connsiteX3" fmla="*/ 466133 w 621510"/>
                <a:gd name="connsiteY3" fmla="*/ 0 h 963791"/>
                <a:gd name="connsiteX4" fmla="*/ 466133 w 621510"/>
                <a:gd name="connsiteY4" fmla="*/ 653036 h 963791"/>
                <a:gd name="connsiteX5" fmla="*/ 621510 w 621510"/>
                <a:gd name="connsiteY5" fmla="*/ 653036 h 963791"/>
                <a:gd name="connsiteX6" fmla="*/ 310755 w 621510"/>
                <a:gd name="connsiteY6" fmla="*/ 963791 h 963791"/>
                <a:gd name="connsiteX7" fmla="*/ 0 w 621510"/>
                <a:gd name="connsiteY7" fmla="*/ 653036 h 963791"/>
                <a:gd name="connsiteX0-1" fmla="*/ 0 w 466133"/>
                <a:gd name="connsiteY0-2" fmla="*/ 653036 h 963791"/>
                <a:gd name="connsiteX1-3" fmla="*/ 155378 w 466133"/>
                <a:gd name="connsiteY1-4" fmla="*/ 653036 h 963791"/>
                <a:gd name="connsiteX2-5" fmla="*/ 155378 w 466133"/>
                <a:gd name="connsiteY2-6" fmla="*/ 0 h 963791"/>
                <a:gd name="connsiteX3-7" fmla="*/ 466133 w 466133"/>
                <a:gd name="connsiteY3-8" fmla="*/ 0 h 963791"/>
                <a:gd name="connsiteX4-9" fmla="*/ 466133 w 466133"/>
                <a:gd name="connsiteY4-10" fmla="*/ 653036 h 963791"/>
                <a:gd name="connsiteX5-11" fmla="*/ 310755 w 466133"/>
                <a:gd name="connsiteY5-12" fmla="*/ 963791 h 963791"/>
                <a:gd name="connsiteX6-13" fmla="*/ 0 w 466133"/>
                <a:gd name="connsiteY6-14" fmla="*/ 653036 h 963791"/>
                <a:gd name="connsiteX0-15" fmla="*/ 0 w 466133"/>
                <a:gd name="connsiteY0-16" fmla="*/ 653036 h 963791"/>
                <a:gd name="connsiteX1-17" fmla="*/ 155378 w 466133"/>
                <a:gd name="connsiteY1-18" fmla="*/ 653036 h 963791"/>
                <a:gd name="connsiteX2-19" fmla="*/ 155378 w 466133"/>
                <a:gd name="connsiteY2-20" fmla="*/ 0 h 963791"/>
                <a:gd name="connsiteX3-21" fmla="*/ 466133 w 466133"/>
                <a:gd name="connsiteY3-22" fmla="*/ 0 h 963791"/>
                <a:gd name="connsiteX4-23" fmla="*/ 310755 w 466133"/>
                <a:gd name="connsiteY4-24" fmla="*/ 963791 h 963791"/>
                <a:gd name="connsiteX5-25" fmla="*/ 0 w 466133"/>
                <a:gd name="connsiteY5-26" fmla="*/ 653036 h 963791"/>
                <a:gd name="connsiteX0-27" fmla="*/ 0 w 321671"/>
                <a:gd name="connsiteY0-28" fmla="*/ 656211 h 966966"/>
                <a:gd name="connsiteX1-29" fmla="*/ 155378 w 321671"/>
                <a:gd name="connsiteY1-30" fmla="*/ 656211 h 966966"/>
                <a:gd name="connsiteX2-31" fmla="*/ 155378 w 321671"/>
                <a:gd name="connsiteY2-32" fmla="*/ 3175 h 966966"/>
                <a:gd name="connsiteX3-33" fmla="*/ 321671 w 321671"/>
                <a:gd name="connsiteY3-34" fmla="*/ 0 h 966966"/>
                <a:gd name="connsiteX4-35" fmla="*/ 310755 w 321671"/>
                <a:gd name="connsiteY4-36" fmla="*/ 966966 h 966966"/>
                <a:gd name="connsiteX5-37" fmla="*/ 0 w 321671"/>
                <a:gd name="connsiteY5-38" fmla="*/ 656211 h 966966"/>
                <a:gd name="connsiteX0-39" fmla="*/ 0 w 316908"/>
                <a:gd name="connsiteY0-40" fmla="*/ 656211 h 966966"/>
                <a:gd name="connsiteX1-41" fmla="*/ 155378 w 316908"/>
                <a:gd name="connsiteY1-42" fmla="*/ 656211 h 966966"/>
                <a:gd name="connsiteX2-43" fmla="*/ 155378 w 316908"/>
                <a:gd name="connsiteY2-44" fmla="*/ 3175 h 966966"/>
                <a:gd name="connsiteX3-45" fmla="*/ 316908 w 316908"/>
                <a:gd name="connsiteY3-46" fmla="*/ 0 h 966966"/>
                <a:gd name="connsiteX4-47" fmla="*/ 310755 w 316908"/>
                <a:gd name="connsiteY4-48" fmla="*/ 966966 h 966966"/>
                <a:gd name="connsiteX5-49" fmla="*/ 0 w 316908"/>
                <a:gd name="connsiteY5-50" fmla="*/ 656211 h 9669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16908" h="966966">
                  <a:moveTo>
                    <a:pt x="0" y="656211"/>
                  </a:moveTo>
                  <a:lnTo>
                    <a:pt x="155378" y="656211"/>
                  </a:lnTo>
                  <a:lnTo>
                    <a:pt x="155378" y="3175"/>
                  </a:lnTo>
                  <a:lnTo>
                    <a:pt x="316908" y="0"/>
                  </a:lnTo>
                  <a:lnTo>
                    <a:pt x="310755" y="966966"/>
                  </a:lnTo>
                  <a:lnTo>
                    <a:pt x="0" y="6562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72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箭头: 下 456">
              <a:extLst>
                <a:ext uri="{FF2B5EF4-FFF2-40B4-BE49-F238E27FC236}">
                  <a16:creationId xmlns:a16="http://schemas.microsoft.com/office/drawing/2014/main" id="{184969D2-DFF0-C1A2-A029-36743F74A9B4}"/>
                </a:ext>
              </a:extLst>
            </p:cNvPr>
            <p:cNvSpPr/>
            <p:nvPr/>
          </p:nvSpPr>
          <p:spPr>
            <a:xfrm rot="10800000">
              <a:off x="2887500" y="2762042"/>
              <a:ext cx="316909" cy="966966"/>
            </a:xfrm>
            <a:custGeom>
              <a:avLst/>
              <a:gdLst>
                <a:gd name="connsiteX0" fmla="*/ 0 w 621510"/>
                <a:gd name="connsiteY0" fmla="*/ 653036 h 963791"/>
                <a:gd name="connsiteX1" fmla="*/ 155378 w 621510"/>
                <a:gd name="connsiteY1" fmla="*/ 653036 h 963791"/>
                <a:gd name="connsiteX2" fmla="*/ 155378 w 621510"/>
                <a:gd name="connsiteY2" fmla="*/ 0 h 963791"/>
                <a:gd name="connsiteX3" fmla="*/ 466133 w 621510"/>
                <a:gd name="connsiteY3" fmla="*/ 0 h 963791"/>
                <a:gd name="connsiteX4" fmla="*/ 466133 w 621510"/>
                <a:gd name="connsiteY4" fmla="*/ 653036 h 963791"/>
                <a:gd name="connsiteX5" fmla="*/ 621510 w 621510"/>
                <a:gd name="connsiteY5" fmla="*/ 653036 h 963791"/>
                <a:gd name="connsiteX6" fmla="*/ 310755 w 621510"/>
                <a:gd name="connsiteY6" fmla="*/ 963791 h 963791"/>
                <a:gd name="connsiteX7" fmla="*/ 0 w 621510"/>
                <a:gd name="connsiteY7" fmla="*/ 653036 h 963791"/>
                <a:gd name="connsiteX0-1" fmla="*/ 0 w 466133"/>
                <a:gd name="connsiteY0-2" fmla="*/ 653036 h 963791"/>
                <a:gd name="connsiteX1-3" fmla="*/ 155378 w 466133"/>
                <a:gd name="connsiteY1-4" fmla="*/ 653036 h 963791"/>
                <a:gd name="connsiteX2-5" fmla="*/ 155378 w 466133"/>
                <a:gd name="connsiteY2-6" fmla="*/ 0 h 963791"/>
                <a:gd name="connsiteX3-7" fmla="*/ 466133 w 466133"/>
                <a:gd name="connsiteY3-8" fmla="*/ 0 h 963791"/>
                <a:gd name="connsiteX4-9" fmla="*/ 466133 w 466133"/>
                <a:gd name="connsiteY4-10" fmla="*/ 653036 h 963791"/>
                <a:gd name="connsiteX5-11" fmla="*/ 310755 w 466133"/>
                <a:gd name="connsiteY5-12" fmla="*/ 963791 h 963791"/>
                <a:gd name="connsiteX6-13" fmla="*/ 0 w 466133"/>
                <a:gd name="connsiteY6-14" fmla="*/ 653036 h 963791"/>
                <a:gd name="connsiteX0-15" fmla="*/ 0 w 466133"/>
                <a:gd name="connsiteY0-16" fmla="*/ 653036 h 963791"/>
                <a:gd name="connsiteX1-17" fmla="*/ 155378 w 466133"/>
                <a:gd name="connsiteY1-18" fmla="*/ 653036 h 963791"/>
                <a:gd name="connsiteX2-19" fmla="*/ 155378 w 466133"/>
                <a:gd name="connsiteY2-20" fmla="*/ 0 h 963791"/>
                <a:gd name="connsiteX3-21" fmla="*/ 466133 w 466133"/>
                <a:gd name="connsiteY3-22" fmla="*/ 0 h 963791"/>
                <a:gd name="connsiteX4-23" fmla="*/ 310755 w 466133"/>
                <a:gd name="connsiteY4-24" fmla="*/ 963791 h 963791"/>
                <a:gd name="connsiteX5-25" fmla="*/ 0 w 466133"/>
                <a:gd name="connsiteY5-26" fmla="*/ 653036 h 963791"/>
                <a:gd name="connsiteX0-27" fmla="*/ 0 w 321671"/>
                <a:gd name="connsiteY0-28" fmla="*/ 656211 h 966966"/>
                <a:gd name="connsiteX1-29" fmla="*/ 155378 w 321671"/>
                <a:gd name="connsiteY1-30" fmla="*/ 656211 h 966966"/>
                <a:gd name="connsiteX2-31" fmla="*/ 155378 w 321671"/>
                <a:gd name="connsiteY2-32" fmla="*/ 3175 h 966966"/>
                <a:gd name="connsiteX3-33" fmla="*/ 321671 w 321671"/>
                <a:gd name="connsiteY3-34" fmla="*/ 0 h 966966"/>
                <a:gd name="connsiteX4-35" fmla="*/ 310755 w 321671"/>
                <a:gd name="connsiteY4-36" fmla="*/ 966966 h 966966"/>
                <a:gd name="connsiteX5-37" fmla="*/ 0 w 321671"/>
                <a:gd name="connsiteY5-38" fmla="*/ 656211 h 966966"/>
                <a:gd name="connsiteX0-39" fmla="*/ 0 w 316908"/>
                <a:gd name="connsiteY0-40" fmla="*/ 656211 h 966966"/>
                <a:gd name="connsiteX1-41" fmla="*/ 155378 w 316908"/>
                <a:gd name="connsiteY1-42" fmla="*/ 656211 h 966966"/>
                <a:gd name="connsiteX2-43" fmla="*/ 155378 w 316908"/>
                <a:gd name="connsiteY2-44" fmla="*/ 3175 h 966966"/>
                <a:gd name="connsiteX3-45" fmla="*/ 316908 w 316908"/>
                <a:gd name="connsiteY3-46" fmla="*/ 0 h 966966"/>
                <a:gd name="connsiteX4-47" fmla="*/ 310755 w 316908"/>
                <a:gd name="connsiteY4-48" fmla="*/ 966966 h 966966"/>
                <a:gd name="connsiteX5-49" fmla="*/ 0 w 316908"/>
                <a:gd name="connsiteY5-50" fmla="*/ 656211 h 96696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316908" h="966966">
                  <a:moveTo>
                    <a:pt x="0" y="656211"/>
                  </a:moveTo>
                  <a:lnTo>
                    <a:pt x="155378" y="656211"/>
                  </a:lnTo>
                  <a:lnTo>
                    <a:pt x="155378" y="3175"/>
                  </a:lnTo>
                  <a:lnTo>
                    <a:pt x="316908" y="0"/>
                  </a:lnTo>
                  <a:lnTo>
                    <a:pt x="310755" y="966966"/>
                  </a:lnTo>
                  <a:lnTo>
                    <a:pt x="0" y="65621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72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8" name="文本框 77">
            <a:extLst>
              <a:ext uri="{FF2B5EF4-FFF2-40B4-BE49-F238E27FC236}">
                <a16:creationId xmlns:a16="http://schemas.microsoft.com/office/drawing/2014/main" id="{03F5BA47-50FC-E3CB-ACB9-597A77FA24D8}"/>
              </a:ext>
            </a:extLst>
          </p:cNvPr>
          <p:cNvSpPr txBox="1"/>
          <p:nvPr/>
        </p:nvSpPr>
        <p:spPr>
          <a:xfrm>
            <a:off x="4304181" y="1113805"/>
            <a:ext cx="166724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5BE9FB3-EB1F-7E9D-BFB5-421845C240DE}"/>
              </a:ext>
            </a:extLst>
          </p:cNvPr>
          <p:cNvSpPr txBox="1"/>
          <p:nvPr/>
        </p:nvSpPr>
        <p:spPr>
          <a:xfrm>
            <a:off x="6304410" y="1136467"/>
            <a:ext cx="1652603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输入主题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0" name="图片 79">
            <a:extLst>
              <a:ext uri="{FF2B5EF4-FFF2-40B4-BE49-F238E27FC236}">
                <a16:creationId xmlns:a16="http://schemas.microsoft.com/office/drawing/2014/main" id="{C4EF76B3-6114-3358-4EFF-E1E24D79987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39316" y="1223378"/>
            <a:ext cx="951807" cy="59906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97A768B9-77D1-B345-544B-FDA4019267A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9331" y="2211000"/>
            <a:ext cx="1163830" cy="73250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7FBB5BEB-C4A9-F6AD-F5B4-DABB9246D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6963" y="2209849"/>
            <a:ext cx="1177163" cy="678233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4FA2BF61-22CB-0991-5E31-AED4DF57DB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9728" y="1148822"/>
            <a:ext cx="1645667" cy="72944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4" name="图片 83">
            <a:extLst>
              <a:ext uri="{FF2B5EF4-FFF2-40B4-BE49-F238E27FC236}">
                <a16:creationId xmlns:a16="http://schemas.microsoft.com/office/drawing/2014/main" id="{3C9F1CDD-1646-C126-D98B-888184CFC7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5748" y="1300888"/>
            <a:ext cx="3512291" cy="159399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86973892-6B10-BAF2-A5CE-BC296AF292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304" y="4706191"/>
            <a:ext cx="1560426" cy="11617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454F2846-F498-8BD0-F20C-931C79823A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0541" y="4699075"/>
            <a:ext cx="1560426" cy="11617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7" name="图片 86">
            <a:extLst>
              <a:ext uri="{FF2B5EF4-FFF2-40B4-BE49-F238E27FC236}">
                <a16:creationId xmlns:a16="http://schemas.microsoft.com/office/drawing/2014/main" id="{5B5A66ED-6FBC-113D-1480-F256411EC5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6177" y="4706191"/>
            <a:ext cx="1560426" cy="11617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3176C19A-8EBD-03A7-2ED5-A60CF8B8BF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2497" y="4706191"/>
            <a:ext cx="1560426" cy="116172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9" name="图片 88">
            <a:extLst>
              <a:ext uri="{FF2B5EF4-FFF2-40B4-BE49-F238E27FC236}">
                <a16:creationId xmlns:a16="http://schemas.microsoft.com/office/drawing/2014/main" id="{AFDC4967-E7C4-A012-4F05-A55191103F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0659" y="4681175"/>
            <a:ext cx="1560426" cy="116172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6952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341A66-2FEE-122A-D563-9BC85F956352}"/>
              </a:ext>
            </a:extLst>
          </p:cNvPr>
          <p:cNvSpPr/>
          <p:nvPr/>
        </p:nvSpPr>
        <p:spPr>
          <a:xfrm>
            <a:off x="674751" y="3799430"/>
            <a:ext cx="543128" cy="21396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CF3CB9-3225-02CA-A304-7A9BE424E867}"/>
              </a:ext>
            </a:extLst>
          </p:cNvPr>
          <p:cNvSpPr/>
          <p:nvPr/>
        </p:nvSpPr>
        <p:spPr>
          <a:xfrm>
            <a:off x="4677033" y="2497330"/>
            <a:ext cx="3010509" cy="34414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 defTabSz="913765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14F7F73-56A4-9E73-1796-00164D9FDD4D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2072249" y="2701017"/>
            <a:ext cx="8055170" cy="0"/>
          </a:xfrm>
          <a:prstGeom prst="line">
            <a:avLst/>
          </a:prstGeom>
          <a:solidFill>
            <a:schemeClr val="bg1"/>
          </a:solidFill>
          <a:ln w="28575" cap="rnd">
            <a:solidFill>
              <a:schemeClr val="accent1"/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î$ļíḋè">
            <a:extLst>
              <a:ext uri="{FF2B5EF4-FFF2-40B4-BE49-F238E27FC236}">
                <a16:creationId xmlns:a16="http://schemas.microsoft.com/office/drawing/2014/main" id="{2F425BB5-2D67-11C0-22F4-58908EFAF018}"/>
              </a:ext>
            </a:extLst>
          </p:cNvPr>
          <p:cNvSpPr/>
          <p:nvPr/>
        </p:nvSpPr>
        <p:spPr>
          <a:xfrm>
            <a:off x="1087196" y="2383697"/>
            <a:ext cx="985053" cy="634638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ïś1îďe">
            <a:extLst>
              <a:ext uri="{FF2B5EF4-FFF2-40B4-BE49-F238E27FC236}">
                <a16:creationId xmlns:a16="http://schemas.microsoft.com/office/drawing/2014/main" id="{491ADAAC-CE29-4221-F836-34E5205E69D1}"/>
              </a:ext>
            </a:extLst>
          </p:cNvPr>
          <p:cNvSpPr/>
          <p:nvPr/>
        </p:nvSpPr>
        <p:spPr>
          <a:xfrm>
            <a:off x="4196175" y="2383697"/>
            <a:ext cx="985053" cy="634638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/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i$ḻïḍè">
            <a:extLst>
              <a:ext uri="{FF2B5EF4-FFF2-40B4-BE49-F238E27FC236}">
                <a16:creationId xmlns:a16="http://schemas.microsoft.com/office/drawing/2014/main" id="{EDF19CF8-2520-C6D6-2BA6-98D25C31AA98}"/>
              </a:ext>
            </a:extLst>
          </p:cNvPr>
          <p:cNvSpPr/>
          <p:nvPr/>
        </p:nvSpPr>
        <p:spPr>
          <a:xfrm>
            <a:off x="7161797" y="2383697"/>
            <a:ext cx="985053" cy="634638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ïṩḻïdé">
            <a:extLst>
              <a:ext uri="{FF2B5EF4-FFF2-40B4-BE49-F238E27FC236}">
                <a16:creationId xmlns:a16="http://schemas.microsoft.com/office/drawing/2014/main" id="{76CCBDD0-2217-0C1B-A0A6-D4B0C8893B29}"/>
              </a:ext>
            </a:extLst>
          </p:cNvPr>
          <p:cNvSpPr/>
          <p:nvPr/>
        </p:nvSpPr>
        <p:spPr>
          <a:xfrm>
            <a:off x="10127419" y="2383697"/>
            <a:ext cx="985053" cy="634638"/>
          </a:xfrm>
          <a:prstGeom prst="diamond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3558CE-B9BE-422F-4B80-C405CD759264}"/>
              </a:ext>
            </a:extLst>
          </p:cNvPr>
          <p:cNvSpPr txBox="1"/>
          <p:nvPr/>
        </p:nvSpPr>
        <p:spPr>
          <a:xfrm>
            <a:off x="1207998" y="2472812"/>
            <a:ext cx="102238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1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701ADD-0E55-490A-09DD-D1AEA4308CAF}"/>
              </a:ext>
            </a:extLst>
          </p:cNvPr>
          <p:cNvSpPr txBox="1"/>
          <p:nvPr/>
        </p:nvSpPr>
        <p:spPr>
          <a:xfrm>
            <a:off x="10225658" y="2475294"/>
            <a:ext cx="102238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A39B55-B1DD-B7E2-4713-57A02694863E}"/>
              </a:ext>
            </a:extLst>
          </p:cNvPr>
          <p:cNvSpPr txBox="1"/>
          <p:nvPr/>
        </p:nvSpPr>
        <p:spPr>
          <a:xfrm>
            <a:off x="5683986" y="2479371"/>
            <a:ext cx="102238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0" cap="none" spc="-15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Step 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F5EB72-8119-E125-62E1-F6DEC38FAC93}"/>
              </a:ext>
            </a:extLst>
          </p:cNvPr>
          <p:cNvSpPr/>
          <p:nvPr/>
        </p:nvSpPr>
        <p:spPr>
          <a:xfrm>
            <a:off x="6367005" y="3317595"/>
            <a:ext cx="2514960" cy="311223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7D8E8C-8369-7991-3ADD-EB8B964FE885}"/>
              </a:ext>
            </a:extLst>
          </p:cNvPr>
          <p:cNvSpPr/>
          <p:nvPr/>
        </p:nvSpPr>
        <p:spPr>
          <a:xfrm>
            <a:off x="9402391" y="3293476"/>
            <a:ext cx="2514960" cy="313634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23FA8AC-EB2A-2638-4D21-5E9629BF9F1C}"/>
              </a:ext>
            </a:extLst>
          </p:cNvPr>
          <p:cNvSpPr/>
          <p:nvPr/>
        </p:nvSpPr>
        <p:spPr>
          <a:xfrm>
            <a:off x="3278350" y="3312039"/>
            <a:ext cx="2514960" cy="311778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85DB344-14F8-0BE2-0A7D-0F28E7C890D5}"/>
              </a:ext>
            </a:extLst>
          </p:cNvPr>
          <p:cNvSpPr txBox="1"/>
          <p:nvPr/>
        </p:nvSpPr>
        <p:spPr>
          <a:xfrm>
            <a:off x="3378666" y="5212991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E557AC-233B-172E-DBA5-7216F77F3679}"/>
              </a:ext>
            </a:extLst>
          </p:cNvPr>
          <p:cNvSpPr txBox="1"/>
          <p:nvPr/>
        </p:nvSpPr>
        <p:spPr>
          <a:xfrm>
            <a:off x="3378666" y="3669625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1C5769-54C5-C3D3-0907-FA4412F40607}"/>
              </a:ext>
            </a:extLst>
          </p:cNvPr>
          <p:cNvSpPr txBox="1"/>
          <p:nvPr/>
        </p:nvSpPr>
        <p:spPr>
          <a:xfrm>
            <a:off x="3378666" y="4441308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06B8F5-A82B-CE06-5169-9C40EB374B78}"/>
              </a:ext>
            </a:extLst>
          </p:cNvPr>
          <p:cNvSpPr txBox="1"/>
          <p:nvPr/>
        </p:nvSpPr>
        <p:spPr>
          <a:xfrm>
            <a:off x="3378666" y="5984674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0C255BE-DDB3-A62D-7882-FD3FB9D86216}"/>
              </a:ext>
            </a:extLst>
          </p:cNvPr>
          <p:cNvSpPr txBox="1"/>
          <p:nvPr/>
        </p:nvSpPr>
        <p:spPr>
          <a:xfrm>
            <a:off x="6468762" y="5486319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D983C1F-4FCE-67B7-E954-BCAA5109DDA1}"/>
              </a:ext>
            </a:extLst>
          </p:cNvPr>
          <p:cNvSpPr txBox="1"/>
          <p:nvPr/>
        </p:nvSpPr>
        <p:spPr>
          <a:xfrm>
            <a:off x="6468762" y="3669625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D4AE7C-F49A-0873-3D7F-51B4D193704C}"/>
              </a:ext>
            </a:extLst>
          </p:cNvPr>
          <p:cNvSpPr txBox="1"/>
          <p:nvPr/>
        </p:nvSpPr>
        <p:spPr>
          <a:xfrm>
            <a:off x="6468762" y="4987962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70E80A-2C9E-696C-84AA-F942BC33AE3B}"/>
              </a:ext>
            </a:extLst>
          </p:cNvPr>
          <p:cNvSpPr txBox="1"/>
          <p:nvPr/>
        </p:nvSpPr>
        <p:spPr>
          <a:xfrm>
            <a:off x="6468762" y="5984674"/>
            <a:ext cx="2323588" cy="33769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8B71D5-295C-3D89-62C6-67195D439981}"/>
              </a:ext>
            </a:extLst>
          </p:cNvPr>
          <p:cNvSpPr txBox="1"/>
          <p:nvPr/>
        </p:nvSpPr>
        <p:spPr>
          <a:xfrm>
            <a:off x="6468762" y="4182722"/>
            <a:ext cx="2323588" cy="66422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物相组成；形貌结构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DACF8A-AB10-0493-DB5C-F600526C0153}"/>
              </a:ext>
            </a:extLst>
          </p:cNvPr>
          <p:cNvSpPr txBox="1"/>
          <p:nvPr/>
        </p:nvSpPr>
        <p:spPr>
          <a:xfrm>
            <a:off x="9498075" y="3669625"/>
            <a:ext cx="2337678" cy="61497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分布；输入内容输入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3A0BE3-F2EC-3DA3-2DBB-51C0DC911713}"/>
              </a:ext>
            </a:extLst>
          </p:cNvPr>
          <p:cNvSpPr txBox="1"/>
          <p:nvPr/>
        </p:nvSpPr>
        <p:spPr>
          <a:xfrm>
            <a:off x="9512164" y="4390041"/>
            <a:ext cx="2323588" cy="9104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分布；输入内容输入内容输入内容输入内容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1A25D00-17F9-89E0-AE78-18F39D63C0C5}"/>
              </a:ext>
            </a:extLst>
          </p:cNvPr>
          <p:cNvSpPr txBox="1"/>
          <p:nvPr/>
        </p:nvSpPr>
        <p:spPr>
          <a:xfrm>
            <a:off x="9512164" y="5394124"/>
            <a:ext cx="2323588" cy="91044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</a:p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分布；</a:t>
            </a: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输入内容输入内容</a:t>
            </a:r>
            <a:r>
              <a:rPr kumimoji="0" lang="zh-CN" altLang="en-US" sz="16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影响；</a:t>
            </a: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kumimoji="0" lang="zh-CN" altLang="en-US" sz="16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A9A7F8C-D624-7E5B-58C0-0CCDB7607443}"/>
              </a:ext>
            </a:extLst>
          </p:cNvPr>
          <p:cNvSpPr/>
          <p:nvPr/>
        </p:nvSpPr>
        <p:spPr>
          <a:xfrm>
            <a:off x="274649" y="3312040"/>
            <a:ext cx="2520330" cy="3117789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C775738-CFF7-FDE0-6E47-11F89500CBD6}"/>
              </a:ext>
            </a:extLst>
          </p:cNvPr>
          <p:cNvSpPr/>
          <p:nvPr/>
        </p:nvSpPr>
        <p:spPr>
          <a:xfrm>
            <a:off x="594940" y="3052836"/>
            <a:ext cx="1980097" cy="5481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75FE9D1-7D98-F4BE-D826-EAD335139DCA}"/>
              </a:ext>
            </a:extLst>
          </p:cNvPr>
          <p:cNvSpPr txBox="1"/>
          <p:nvPr/>
        </p:nvSpPr>
        <p:spPr>
          <a:xfrm>
            <a:off x="672458" y="5318418"/>
            <a:ext cx="196604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AB16B0-5151-1934-15B8-5269949D4390}"/>
              </a:ext>
            </a:extLst>
          </p:cNvPr>
          <p:cNvSpPr/>
          <p:nvPr/>
        </p:nvSpPr>
        <p:spPr>
          <a:xfrm>
            <a:off x="572664" y="4312854"/>
            <a:ext cx="2022776" cy="10637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90395A9-F868-AF3E-D050-5CC51F2DD4BB}"/>
              </a:ext>
            </a:extLst>
          </p:cNvPr>
          <p:cNvSpPr txBox="1"/>
          <p:nvPr/>
        </p:nvSpPr>
        <p:spPr>
          <a:xfrm>
            <a:off x="512998" y="5394124"/>
            <a:ext cx="2111502" cy="95968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制备工艺</a:t>
            </a:r>
            <a:endParaRPr lang="en-US" altLang="zh-CN" sz="16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pH</a:t>
            </a: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；水热参数</a:t>
            </a:r>
            <a:endParaRPr lang="en-US" altLang="zh-CN" sz="16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水固比；离子含量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01A7936-8C40-0EB3-004A-7C080947149C}"/>
              </a:ext>
            </a:extLst>
          </p:cNvPr>
          <p:cNvSpPr txBox="1"/>
          <p:nvPr/>
        </p:nvSpPr>
        <p:spPr>
          <a:xfrm>
            <a:off x="512998" y="4106374"/>
            <a:ext cx="2111502" cy="125515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lang="en-US" altLang="zh-CN" sz="16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lang="en-US" altLang="zh-CN" sz="16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lang="en-US" altLang="zh-CN" sz="16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marR="0" lvl="0" indent="-28575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160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lang="en-US" altLang="zh-CN" sz="1600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83B7985-97E8-754E-573C-0F53FC674D59}"/>
              </a:ext>
            </a:extLst>
          </p:cNvPr>
          <p:cNvSpPr/>
          <p:nvPr/>
        </p:nvSpPr>
        <p:spPr>
          <a:xfrm>
            <a:off x="9834183" y="3052836"/>
            <a:ext cx="1651375" cy="5481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5E417A7C-6FBE-384F-C1BB-9AFA29906A03}"/>
              </a:ext>
            </a:extLst>
          </p:cNvPr>
          <p:cNvSpPr/>
          <p:nvPr/>
        </p:nvSpPr>
        <p:spPr>
          <a:xfrm>
            <a:off x="2810855" y="4803641"/>
            <a:ext cx="469719" cy="32451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34E8C8B2-3BCC-8AAA-CAEF-5606D7A06E1D}"/>
              </a:ext>
            </a:extLst>
          </p:cNvPr>
          <p:cNvSpPr/>
          <p:nvPr/>
        </p:nvSpPr>
        <p:spPr>
          <a:xfrm>
            <a:off x="5800842" y="5025957"/>
            <a:ext cx="469719" cy="32451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414F5153-70BC-BED8-34CE-AD96E4A2E04F}"/>
              </a:ext>
            </a:extLst>
          </p:cNvPr>
          <p:cNvSpPr/>
          <p:nvPr/>
        </p:nvSpPr>
        <p:spPr>
          <a:xfrm rot="10800000">
            <a:off x="5883350" y="4568998"/>
            <a:ext cx="469719" cy="32451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7EB9F872-6826-95DE-2A4A-5696277487E3}"/>
              </a:ext>
            </a:extLst>
          </p:cNvPr>
          <p:cNvSpPr/>
          <p:nvPr/>
        </p:nvSpPr>
        <p:spPr>
          <a:xfrm>
            <a:off x="8911373" y="4813735"/>
            <a:ext cx="469719" cy="32451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EF61B53-56FF-8131-411F-010B73265E33}"/>
              </a:ext>
            </a:extLst>
          </p:cNvPr>
          <p:cNvSpPr txBox="1"/>
          <p:nvPr/>
        </p:nvSpPr>
        <p:spPr>
          <a:xfrm>
            <a:off x="493819" y="3121262"/>
            <a:ext cx="2170654" cy="371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研究主题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C5A1541F-AEA8-C9F8-715E-DD910DD7F216}"/>
              </a:ext>
            </a:extLst>
          </p:cNvPr>
          <p:cNvSpPr/>
          <p:nvPr/>
        </p:nvSpPr>
        <p:spPr>
          <a:xfrm>
            <a:off x="6807231" y="3044055"/>
            <a:ext cx="1651375" cy="5481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04F08FA-E08C-215E-6E89-C5793347A118}"/>
              </a:ext>
            </a:extLst>
          </p:cNvPr>
          <p:cNvSpPr txBox="1"/>
          <p:nvPr/>
        </p:nvSpPr>
        <p:spPr>
          <a:xfrm>
            <a:off x="6716669" y="3160173"/>
            <a:ext cx="1810297" cy="371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研究主题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9218E53-25E0-AC60-8F47-E43F31AE839D}"/>
              </a:ext>
            </a:extLst>
          </p:cNvPr>
          <p:cNvSpPr txBox="1"/>
          <p:nvPr/>
        </p:nvSpPr>
        <p:spPr>
          <a:xfrm>
            <a:off x="9754721" y="3160173"/>
            <a:ext cx="1810297" cy="371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研究主题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B1E29A9-487C-5078-C8BA-AB3E8004CD5E}"/>
              </a:ext>
            </a:extLst>
          </p:cNvPr>
          <p:cNvSpPr txBox="1"/>
          <p:nvPr/>
        </p:nvSpPr>
        <p:spPr>
          <a:xfrm>
            <a:off x="510209" y="3669625"/>
            <a:ext cx="2128296" cy="36668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R="0" lvl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输入内容</a:t>
            </a:r>
            <a:endParaRPr lang="en-US" altLang="zh-CN" sz="1600" b="1" kern="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9D16B02-E174-C495-D13A-87FBF716FE1C}"/>
              </a:ext>
            </a:extLst>
          </p:cNvPr>
          <p:cNvSpPr/>
          <p:nvPr/>
        </p:nvSpPr>
        <p:spPr>
          <a:xfrm>
            <a:off x="3710143" y="3052836"/>
            <a:ext cx="1651375" cy="5481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70894DC-2E05-B610-DB97-BE93AA35C5B9}"/>
              </a:ext>
            </a:extLst>
          </p:cNvPr>
          <p:cNvSpPr txBox="1"/>
          <p:nvPr/>
        </p:nvSpPr>
        <p:spPr>
          <a:xfrm>
            <a:off x="3630681" y="3160173"/>
            <a:ext cx="1810297" cy="37146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研究主题</a:t>
            </a:r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D4E17465-F6BE-35E8-1EFE-6E6C62D31479}"/>
              </a:ext>
            </a:extLst>
          </p:cNvPr>
          <p:cNvSpPr/>
          <p:nvPr/>
        </p:nvSpPr>
        <p:spPr>
          <a:xfrm>
            <a:off x="1568482" y="1204166"/>
            <a:ext cx="10123663" cy="871200"/>
          </a:xfrm>
          <a:prstGeom prst="roundRect">
            <a:avLst>
              <a:gd name="adj" fmla="val 11956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24003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这里输入具体的研究目标，与研究内容相互对应。这里输入具体的研究目标，与研究内容相互对应。</a:t>
            </a:r>
          </a:p>
          <a:p>
            <a:pPr defTabSz="2400300">
              <a:lnSpc>
                <a:spcPct val="12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这里输入具体的研究目标，与研究内容相互对应。这里输入具体的研究目标，与研究内容相互对应。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088BE72-E73C-D409-3783-50A4321E8634}"/>
              </a:ext>
            </a:extLst>
          </p:cNvPr>
          <p:cNvSpPr/>
          <p:nvPr/>
        </p:nvSpPr>
        <p:spPr>
          <a:xfrm>
            <a:off x="499856" y="1137460"/>
            <a:ext cx="978348" cy="102234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25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4962981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896</Words>
  <Application>Microsoft Office PowerPoint</Application>
  <PresentationFormat>宽屏</PresentationFormat>
  <Paragraphs>344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等线 Light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博士学长的百宝箱</dc:creator>
  <cp:lastModifiedBy>汉三 李</cp:lastModifiedBy>
  <cp:revision>18</cp:revision>
  <dcterms:created xsi:type="dcterms:W3CDTF">2024-10-06T09:39:35Z</dcterms:created>
  <dcterms:modified xsi:type="dcterms:W3CDTF">2024-10-08T03:20:25Z</dcterms:modified>
</cp:coreProperties>
</file>