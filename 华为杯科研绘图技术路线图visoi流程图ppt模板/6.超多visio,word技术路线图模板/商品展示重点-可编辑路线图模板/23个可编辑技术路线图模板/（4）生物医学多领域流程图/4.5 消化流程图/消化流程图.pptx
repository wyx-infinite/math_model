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8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208405" y="374015"/>
            <a:ext cx="8975725" cy="5899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骨髓或外周血原始细胞</a:t>
            </a:r>
            <a:r>
              <a:rPr lang="en-US" altLang="zh-CN"/>
              <a:t>≥20%</a:t>
            </a:r>
            <a:r>
              <a:rPr lang="zh-CN" altLang="en-US"/>
              <a:t>，一些重现性遗传学异常类型原始细胞＜</a:t>
            </a:r>
            <a:r>
              <a:rPr lang="en-US" altLang="zh-CN"/>
              <a:t>20%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207770" y="1696720"/>
            <a:ext cx="2712085" cy="8147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既往有化疗、放疗史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07770" y="3199765"/>
            <a:ext cx="2712085" cy="11601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明显病态造血特征或先前有</a:t>
            </a:r>
            <a:r>
              <a:rPr lang="en-US" altLang="zh-CN"/>
              <a:t>MDS</a:t>
            </a:r>
            <a:r>
              <a:rPr lang="zh-CN" altLang="en-US"/>
              <a:t>或</a:t>
            </a:r>
            <a:r>
              <a:rPr lang="en-US" altLang="zh-CN"/>
              <a:t>MDS-MPN</a:t>
            </a:r>
            <a:r>
              <a:rPr lang="zh-CN" altLang="en-US"/>
              <a:t>病史，或有</a:t>
            </a:r>
            <a:r>
              <a:rPr lang="en-US" altLang="zh-CN"/>
              <a:t>MDS</a:t>
            </a:r>
            <a:r>
              <a:rPr lang="zh-CN" altLang="en-US"/>
              <a:t>相关细胞遗传学异常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41900" y="2644140"/>
            <a:ext cx="1308735" cy="8147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重现性遗传学改变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22260" y="1555750"/>
            <a:ext cx="2726055" cy="6883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t-AML</a:t>
            </a:r>
            <a:r>
              <a:rPr lang="zh-CN" altLang="en-US"/>
              <a:t>和</a:t>
            </a:r>
            <a:r>
              <a:rPr lang="en-US" altLang="zh-CN"/>
              <a:t>MDS</a:t>
            </a:r>
            <a:endParaRPr lang="en-US" altLang="zh-CN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486025" y="990600"/>
            <a:ext cx="13970" cy="6883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486025" y="2511425"/>
            <a:ext cx="13970" cy="6883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3946525" y="2016125"/>
            <a:ext cx="396113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8" idx="3"/>
          </p:cNvCxnSpPr>
          <p:nvPr/>
        </p:nvCxnSpPr>
        <p:spPr>
          <a:xfrm>
            <a:off x="3919855" y="3792220"/>
            <a:ext cx="3973830" cy="3365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9" idx="3"/>
          </p:cNvCxnSpPr>
          <p:nvPr/>
        </p:nvCxnSpPr>
        <p:spPr>
          <a:xfrm flipV="1">
            <a:off x="6350635" y="3053715"/>
            <a:ext cx="1570990" cy="101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2457450" y="4937760"/>
            <a:ext cx="5478145" cy="279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429510" y="5967095"/>
            <a:ext cx="5478145" cy="279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443480" y="4418330"/>
            <a:ext cx="3810" cy="15703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935595" y="2769870"/>
            <a:ext cx="2712085" cy="5200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AML</a:t>
            </a:r>
            <a:r>
              <a:rPr lang="zh-CN" altLang="en-US">
                <a:sym typeface="+mn-ea"/>
              </a:rPr>
              <a:t>伴重现性遗传学异常</a:t>
            </a:r>
            <a:endParaRPr lang="zh-CN" altLang="en-US"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935595" y="3504565"/>
            <a:ext cx="2712085" cy="8553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AML</a:t>
            </a:r>
            <a:r>
              <a:rPr lang="zh-CN" altLang="en-US">
                <a:sym typeface="+mn-ea"/>
              </a:rPr>
              <a:t>伴骨髓增生异常相关性改变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7907655" y="4651375"/>
            <a:ext cx="2712085" cy="6007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AML</a:t>
            </a:r>
            <a:r>
              <a:rPr lang="zh-CN" altLang="en-US">
                <a:sym typeface="+mn-ea"/>
              </a:rPr>
              <a:t>非特定类型</a:t>
            </a:r>
            <a:endParaRPr lang="zh-CN" altLang="en-US"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907655" y="5680710"/>
            <a:ext cx="2712085" cy="6007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系列未明急性白血病</a:t>
            </a:r>
            <a:endParaRPr lang="zh-CN" altLang="en-US"/>
          </a:p>
        </p:txBody>
      </p:sp>
      <p:cxnSp>
        <p:nvCxnSpPr>
          <p:cNvPr id="27" name="直接箭头连接符 26"/>
          <p:cNvCxnSpPr/>
          <p:nvPr/>
        </p:nvCxnSpPr>
        <p:spPr>
          <a:xfrm flipH="1" flipV="1">
            <a:off x="3904615" y="2367280"/>
            <a:ext cx="1137285" cy="534035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3919220" y="3195955"/>
            <a:ext cx="1122680" cy="332105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210810" y="1647825"/>
            <a:ext cx="411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699885" y="2673350"/>
            <a:ext cx="411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699885" y="3445510"/>
            <a:ext cx="411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452620" y="2244090"/>
            <a:ext cx="1169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无或有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452620" y="341185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ym typeface="+mn-ea"/>
              </a:rPr>
              <a:t>无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756410" y="531241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ym typeface="+mn-ea"/>
              </a:rPr>
              <a:t>无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680460" y="4597400"/>
            <a:ext cx="39268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无特定的临床特征和相关异常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401695" y="5552440"/>
            <a:ext cx="42056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无形态学特征而混合的免疫表型特征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ags/tag4.xml><?xml version="1.0" encoding="utf-8"?>
<p:tagLst xmlns:p="http://schemas.openxmlformats.org/presentationml/2006/main">
  <p:tag name="KSO_WM_SLIDE_ID" val="custom20187308_1"/>
  <p:tag name="KSO_WM_SLIDE_TYPE" val="title"/>
  <p:tag name="KSO_WM_SLIDE_SUBTYPE" val="pureTxt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TEMPLATE_THUMBS_INDEX" val="1、2、3、6、8、10、11、12、15"/>
</p:tagLst>
</file>

<file path=ppt/theme/theme1.xml><?xml version="1.0" encoding="utf-8"?>
<a:theme xmlns:a="http://schemas.openxmlformats.org/drawingml/2006/main" name="Office 主题​​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WPS 演示</Application>
  <PresentationFormat>宽屏</PresentationFormat>
  <Paragraphs>34</Paragraphs>
  <Slides>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111</cp:lastModifiedBy>
  <cp:revision>394</cp:revision>
  <dcterms:created xsi:type="dcterms:W3CDTF">2017-08-03T09:01:00Z</dcterms:created>
  <dcterms:modified xsi:type="dcterms:W3CDTF">2021-03-15T06:13:33Z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