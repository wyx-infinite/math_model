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635" cy="1079944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340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86896" y="1143000"/>
            <a:ext cx="3484207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948" y="4076033"/>
            <a:ext cx="10853306" cy="1416011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72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948" y="5616000"/>
            <a:ext cx="10853306" cy="1497613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32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680315"/>
            <a:ext cx="10853306" cy="102047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948" y="2040945"/>
            <a:ext cx="10853306" cy="7939141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96" y="5998000"/>
            <a:ext cx="10853306" cy="984008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48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91" y="7105000"/>
            <a:ext cx="10853306" cy="1697614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2135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680315"/>
            <a:ext cx="10853306" cy="102047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96" y="2040945"/>
            <a:ext cx="5283762" cy="7937007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9491" y="2040945"/>
            <a:ext cx="5283762" cy="7937007"/>
          </a:xfrm>
        </p:spPr>
        <p:txBody>
          <a:bodyPr>
            <a:noAutofit/>
          </a:bodyPr>
          <a:lstStyle>
            <a:lvl1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680315"/>
            <a:ext cx="10853306" cy="102047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96" y="2040945"/>
            <a:ext cx="5283762" cy="600005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65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91" y="2817390"/>
            <a:ext cx="5283720" cy="7168872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2040945"/>
            <a:ext cx="5283762" cy="600005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66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2817390"/>
            <a:ext cx="5283762" cy="7168872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96" y="2040945"/>
            <a:ext cx="5283762" cy="79370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9539" y="2040945"/>
            <a:ext cx="5283762" cy="7937007"/>
          </a:xfrm>
        </p:spPr>
        <p:txBody>
          <a:bodyPr vert="horz" lIns="101600" tIns="0" rIns="82550" bIns="0" rtlCol="0">
            <a:norm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2176" y="1500013"/>
            <a:ext cx="951078" cy="848646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91" y="1500000"/>
            <a:ext cx="9829069" cy="848646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96" y="1500013"/>
            <a:ext cx="10853306" cy="7937007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948" y="4076033"/>
            <a:ext cx="10853306" cy="1416011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948" y="680315"/>
            <a:ext cx="10853306" cy="1020472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948" y="2040945"/>
            <a:ext cx="10853306" cy="79370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829" y="9999736"/>
            <a:ext cx="2700266" cy="498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9999736"/>
            <a:ext cx="3960390" cy="498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1448" y="9999736"/>
            <a:ext cx="2700266" cy="498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3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fontAlgn="auto" latinLnBrk="0" hangingPunct="1">
        <a:lnSpc>
          <a:spcPct val="100000"/>
        </a:lnSpc>
        <a:spcBef>
          <a:spcPct val="0"/>
        </a:spcBef>
        <a:buNone/>
        <a:defRPr sz="3735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9144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2146300" algn="l"/>
        </a:tabLst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5240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21336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7432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625475" y="958215"/>
            <a:ext cx="3172460" cy="85534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生物信息学分析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LINCxxxx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在子宫颈癌中的表达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25475" y="2443480"/>
            <a:ext cx="3172460" cy="87058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生物信息学分析</a:t>
            </a:r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LINCxxxx</a:t>
            </a:r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和</a:t>
            </a:r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XXX</a:t>
            </a:r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的靶向关系</a:t>
            </a:r>
            <a:endParaRPr lang="zh-CN" altLang="en-US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386830" y="194945"/>
            <a:ext cx="3632200" cy="5416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68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例子宫颈癌组织及癌旁组织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608830" y="1649730"/>
            <a:ext cx="2975610" cy="79375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qRT-PCR</a:t>
            </a:r>
            <a:r>
              <a:rPr lang="zh-CN" altLang="en-US"/>
              <a:t>检测</a:t>
            </a:r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LINCxxxx</a:t>
            </a:r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和</a:t>
            </a:r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XXX</a:t>
            </a:r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表达水平</a:t>
            </a:r>
            <a:endParaRPr lang="zh-CN" altLang="en-US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832215" y="1649730"/>
            <a:ext cx="2688590" cy="6705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</a:rPr>
              <a:t>透射电镜观察自噬体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177665" y="3091815"/>
            <a:ext cx="4048760" cy="8655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卡方检验分析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LINCxxxx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和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XXX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表达水平与临床病理相关性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13" name="直接箭头连接符 12"/>
          <p:cNvCxnSpPr>
            <a:stCxn id="10" idx="2"/>
          </p:cNvCxnSpPr>
          <p:nvPr/>
        </p:nvCxnSpPr>
        <p:spPr>
          <a:xfrm flipH="1">
            <a:off x="6091555" y="2443480"/>
            <a:ext cx="5080" cy="648335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4608830" y="4605655"/>
            <a:ext cx="2974975" cy="7937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子宫颈癌细胞株筛选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596130" y="6031865"/>
            <a:ext cx="2988945" cy="665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xxx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表达量最高的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两个细胞株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324215" y="5201285"/>
            <a:ext cx="3195955" cy="6819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FISH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技术鉴定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LINCxxxx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亚细胞定位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322945" y="6031865"/>
            <a:ext cx="3196590" cy="66484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</a:rPr>
              <a:t>荧光素酶报告实验进行靶向关系验证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324215" y="6821170"/>
            <a:ext cx="3195320" cy="6343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RNA pull-down/RIP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检测相互作用蛋白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354455" y="8208645"/>
            <a:ext cx="1090295" cy="7626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</a:rPr>
              <a:t>Blank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933700" y="8208645"/>
            <a:ext cx="1090295" cy="7639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</a:rPr>
              <a:t>NC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423410" y="8223885"/>
            <a:ext cx="1588135" cy="7480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</a:rPr>
              <a:t>si-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LINCxxxx</a:t>
            </a:r>
            <a:endParaRPr lang="en-US" altLang="zh-CN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6386830" y="8223885"/>
            <a:ext cx="1588135" cy="7473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</a:rPr>
              <a:t>pcDNA-</a:t>
            </a:r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LINCxxxx</a:t>
            </a:r>
            <a:endParaRPr lang="en-US" altLang="zh-CN"/>
          </a:p>
        </p:txBody>
      </p:sp>
      <p:sp>
        <p:nvSpPr>
          <p:cNvPr id="23" name="圆角矩形 22"/>
          <p:cNvSpPr/>
          <p:nvPr/>
        </p:nvSpPr>
        <p:spPr>
          <a:xfrm>
            <a:off x="8324215" y="8184515"/>
            <a:ext cx="1588135" cy="8032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</a:rPr>
              <a:t>si-xxx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10290175" y="8184515"/>
            <a:ext cx="1859915" cy="75374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latin typeface="仿宋" panose="02010609060101010101" charset="-122"/>
                <a:ea typeface="仿宋" panose="02010609060101010101" charset="-122"/>
                <a:sym typeface="+mn-ea"/>
              </a:rPr>
              <a:t>si-xxx+pcDNA-</a:t>
            </a:r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LINCxxxx</a:t>
            </a:r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625475" y="9711690"/>
            <a:ext cx="1819275" cy="1087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qRT-PCR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检测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RNA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表达水平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933700" y="9711690"/>
            <a:ext cx="1819275" cy="1087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western blot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检测相关蛋白水平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5220970" y="9711690"/>
            <a:ext cx="1819275" cy="1087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MTT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法检测细胞增殖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7854315" y="9711690"/>
            <a:ext cx="1819275" cy="1087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</a:rPr>
              <a:t>流式检测细胞周期和凋亡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10184130" y="9711690"/>
            <a:ext cx="1964690" cy="1087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MDC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染色法检测细胞的自噬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30" name="直接箭头连接符 29"/>
          <p:cNvCxnSpPr>
            <a:endCxn id="15" idx="0"/>
          </p:cNvCxnSpPr>
          <p:nvPr/>
        </p:nvCxnSpPr>
        <p:spPr>
          <a:xfrm flipH="1">
            <a:off x="6090920" y="5421630"/>
            <a:ext cx="9525" cy="610235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-92075" y="4276090"/>
            <a:ext cx="12241530" cy="6159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45795" y="307340"/>
            <a:ext cx="163766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组织水平</a:t>
            </a:r>
            <a:endParaRPr lang="zh-CN" altLang="en-US" sz="2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5475" y="4605655"/>
            <a:ext cx="16579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细胞水平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>
            <a:off x="6076315" y="1109980"/>
            <a:ext cx="15240" cy="55245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>
            <a:off x="10168890" y="1109980"/>
            <a:ext cx="15240" cy="55245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6057265" y="1091565"/>
            <a:ext cx="409257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9" idx="2"/>
          </p:cNvCxnSpPr>
          <p:nvPr/>
        </p:nvCxnSpPr>
        <p:spPr>
          <a:xfrm>
            <a:off x="8202930" y="736600"/>
            <a:ext cx="23495" cy="3702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6086475" y="6696710"/>
            <a:ext cx="15240" cy="8559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1870710" y="7506970"/>
            <a:ext cx="9030970" cy="609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19" idx="0"/>
          </p:cNvCxnSpPr>
          <p:nvPr/>
        </p:nvCxnSpPr>
        <p:spPr>
          <a:xfrm>
            <a:off x="1886585" y="7475855"/>
            <a:ext cx="13335" cy="73279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endCxn id="20" idx="0"/>
          </p:cNvCxnSpPr>
          <p:nvPr/>
        </p:nvCxnSpPr>
        <p:spPr>
          <a:xfrm>
            <a:off x="3472180" y="7552690"/>
            <a:ext cx="6985" cy="65595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213985" y="7567930"/>
            <a:ext cx="6985" cy="65595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H="1">
            <a:off x="7285990" y="7567930"/>
            <a:ext cx="8890" cy="6159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>
            <a:off x="9113520" y="7587615"/>
            <a:ext cx="8890" cy="6159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10892790" y="7573010"/>
            <a:ext cx="8890" cy="6159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917065" y="8937625"/>
            <a:ext cx="0" cy="2768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H="1">
            <a:off x="3470910" y="8987790"/>
            <a:ext cx="8255" cy="1651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5220970" y="8937625"/>
            <a:ext cx="0" cy="2768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294880" y="8937625"/>
            <a:ext cx="0" cy="2768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>
            <a:off x="9101455" y="8999220"/>
            <a:ext cx="15240" cy="21526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10870565" y="8891270"/>
            <a:ext cx="15240" cy="33845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917065" y="9168130"/>
            <a:ext cx="8968740" cy="4635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15" idx="3"/>
            <a:endCxn id="17" idx="1"/>
          </p:cNvCxnSpPr>
          <p:nvPr/>
        </p:nvCxnSpPr>
        <p:spPr>
          <a:xfrm>
            <a:off x="7585075" y="6364605"/>
            <a:ext cx="737870" cy="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V="1">
            <a:off x="7747635" y="5664835"/>
            <a:ext cx="576580" cy="1143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7778115" y="7122160"/>
            <a:ext cx="583565" cy="1778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7778115" y="5676265"/>
            <a:ext cx="0" cy="14922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216660" y="9404350"/>
            <a:ext cx="9676130" cy="920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6101715" y="9145270"/>
            <a:ext cx="9525" cy="610235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3779520" y="9404350"/>
            <a:ext cx="21590" cy="33782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1216660" y="9417685"/>
            <a:ext cx="0" cy="324485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endCxn id="28" idx="0"/>
          </p:cNvCxnSpPr>
          <p:nvPr/>
        </p:nvCxnSpPr>
        <p:spPr>
          <a:xfrm>
            <a:off x="8753475" y="9496425"/>
            <a:ext cx="10795" cy="215265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10892790" y="9404350"/>
            <a:ext cx="0" cy="32258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WPS 演示</Application>
  <PresentationFormat>宽屏</PresentationFormat>
  <Paragraphs>50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仿宋</vt:lpstr>
      <vt:lpstr>Office 主题​​</vt:lpstr>
      <vt:lpstr>空白演示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Summer</cp:lastModifiedBy>
  <cp:revision>25</cp:revision>
  <dcterms:created xsi:type="dcterms:W3CDTF">2019-06-19T02:08:00Z</dcterms:created>
  <dcterms:modified xsi:type="dcterms:W3CDTF">2021-03-12T02:02:45Z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