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9" r:id="rId3"/>
  </p:sldIdLst>
  <p:sldSz cx="14399895" cy="1259967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>
      <p:cViewPr varScale="1">
        <p:scale>
          <a:sx n="99" d="100"/>
          <a:sy n="99" d="100"/>
        </p:scale>
        <p:origin x="84" y="582"/>
      </p:cViewPr>
      <p:guideLst>
        <p:guide orient="horz" pos="4261"/>
        <p:guide pos="46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65514" y="1143000"/>
            <a:ext cx="352697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416137" y="1680293"/>
            <a:ext cx="11575754" cy="472334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45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416137" y="6542557"/>
            <a:ext cx="11575754" cy="270566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780" spc="200">
                <a:uFillTx/>
              </a:defRPr>
            </a:lvl1pPr>
            <a:lvl2pPr marL="720090" indent="0" algn="ctr">
              <a:buNone/>
              <a:defRPr sz="3140"/>
            </a:lvl2pPr>
            <a:lvl3pPr marL="1440180" indent="0" algn="ctr">
              <a:buNone/>
              <a:defRPr sz="2835"/>
            </a:lvl3pPr>
            <a:lvl4pPr marL="2159635" indent="0" algn="ctr">
              <a:buNone/>
              <a:defRPr sz="2520"/>
            </a:lvl4pPr>
            <a:lvl5pPr marL="2879725" indent="0" algn="ctr">
              <a:buNone/>
              <a:defRPr sz="2520"/>
            </a:lvl5pPr>
            <a:lvl6pPr marL="3600450" indent="0" algn="ctr">
              <a:buNone/>
              <a:defRPr sz="2520"/>
            </a:lvl6pPr>
            <a:lvl7pPr marL="4320540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720" indent="0" algn="ctr">
              <a:buNone/>
              <a:defRPr sz="252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0" y="1117990"/>
            <a:ext cx="12957870" cy="12966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18700" y="2738745"/>
            <a:ext cx="12957870" cy="874546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351724" y="7071784"/>
            <a:ext cx="9177250" cy="140906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92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351724" y="8480848"/>
            <a:ext cx="9177250" cy="159429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3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200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215963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72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2054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72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0" y="1117990"/>
            <a:ext cx="12957870" cy="12966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18700" y="2758591"/>
            <a:ext cx="6115332" cy="872561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573996" y="2758591"/>
            <a:ext cx="6115332" cy="8725614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0" y="1117990"/>
            <a:ext cx="12957870" cy="12966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18700" y="2626285"/>
            <a:ext cx="6310955" cy="70122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4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40" b="1"/>
            </a:lvl2pPr>
            <a:lvl3pPr marL="1440180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18700" y="3406893"/>
            <a:ext cx="6310955" cy="807731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66265" y="2612556"/>
            <a:ext cx="6310955" cy="70122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4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40" b="1"/>
            </a:lvl2pPr>
            <a:lvl3pPr marL="1440180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66265" y="3406893"/>
            <a:ext cx="6310955" cy="807731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0" y="1117990"/>
            <a:ext cx="12957870" cy="12966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718618" y="2857664"/>
            <a:ext cx="6181762" cy="846797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7501701" y="2857821"/>
            <a:ext cx="6174869" cy="846761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2090327" y="1680293"/>
            <a:ext cx="1233273" cy="924161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41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080177" y="1680293"/>
            <a:ext cx="10831538" cy="9241610"/>
          </a:xfrm>
        </p:spPr>
        <p:txBody>
          <a:bodyPr vert="eaVert" lIns="46800" tIns="46800" rIns="46800" bIns="46800"/>
          <a:lstStyle>
            <a:lvl1pPr marL="360045" indent="-360045">
              <a:spcAft>
                <a:spcPts val="1000"/>
              </a:spcAft>
              <a:defRPr spc="300"/>
            </a:lvl1pPr>
            <a:lvl2pPr marL="1080135" indent="-360045">
              <a:defRPr spc="300"/>
            </a:lvl2pPr>
            <a:lvl3pPr marL="1800225" indent="-360045">
              <a:defRPr spc="300"/>
            </a:lvl3pPr>
            <a:lvl4pPr marL="2520315" indent="-360045">
              <a:defRPr spc="300"/>
            </a:lvl4pPr>
            <a:lvl5pPr marL="3239770" indent="-36004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18700" y="1422295"/>
            <a:ext cx="12962122" cy="100751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16137" y="4564575"/>
            <a:ext cx="11575754" cy="187213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45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416137" y="6542557"/>
            <a:ext cx="11575754" cy="866608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78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718700" y="1117990"/>
            <a:ext cx="12957870" cy="129660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718700" y="2738745"/>
            <a:ext cx="12957870" cy="874546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722953" y="11603282"/>
            <a:ext cx="3189499" cy="582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862213" y="11603282"/>
            <a:ext cx="4677931" cy="582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0487072" y="11603282"/>
            <a:ext cx="3189499" cy="582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440180" rtl="0" eaLnBrk="1" fontAlgn="auto" latinLnBrk="0" hangingPunct="1">
        <a:lnSpc>
          <a:spcPct val="100000"/>
        </a:lnSpc>
        <a:spcBef>
          <a:spcPct val="0"/>
        </a:spcBef>
        <a:buNone/>
        <a:defRPr sz="567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60045" indent="-360045" algn="l" defTabSz="144018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28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108013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534920" algn="l"/>
          <a:tab pos="2534920" algn="l"/>
          <a:tab pos="2534920" algn="l"/>
          <a:tab pos="2534920" algn="l"/>
        </a:tabLst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80022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252031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3239770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396113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8122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131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76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63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549976" y="1897171"/>
            <a:ext cx="1150420" cy="651973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制备不同基因条件敲除小鼠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181556" y="1966320"/>
            <a:ext cx="1144657" cy="349859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Nude</a:t>
            </a:r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鼠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606884" y="3350940"/>
            <a:ext cx="2205760" cy="311581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小胶质</a:t>
            </a:r>
            <a:r>
              <a:rPr lang="en-US" altLang="zh-CN" sz="1305" b="1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+ 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CD3</a:t>
            </a:r>
            <a:r>
              <a:rPr lang="en-US" altLang="zh-CN" sz="1305" b="1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+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T</a:t>
            </a:r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细胞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455004" y="2079510"/>
            <a:ext cx="2509521" cy="575004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</a:rPr>
              <a:t>Gld/ lpr/ </a:t>
            </a:r>
            <a:r>
              <a:rPr lang="en-US" alt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 Fasl</a:t>
            </a:r>
            <a:r>
              <a:rPr lang="en-US" altLang="zh-CN" sz="1300" b="1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f/f/1 Nest in Cre</a:t>
            </a:r>
            <a:r>
              <a:rPr lang="en-US" alt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/Fasl</a:t>
            </a:r>
            <a:r>
              <a:rPr lang="en-US" altLang="zh-CN" sz="1300" b="1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f/f/1 LCKcre</a:t>
            </a:r>
            <a:r>
              <a:rPr lang="en-US" alt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/B6</a:t>
            </a:r>
            <a:r>
              <a:rPr lang="zh-CN" altLang="en-US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源性</a:t>
            </a:r>
            <a:r>
              <a:rPr lang="en-US" alt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CD3+ </a:t>
            </a:r>
            <a:r>
              <a:rPr lang="en-US" altLang="zh-CN" sz="1300" b="1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T</a:t>
            </a:r>
            <a:r>
              <a:rPr lang="zh-CN" altLang="en-US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细胞</a:t>
            </a:r>
            <a:endParaRPr lang="zh-CN" altLang="en-US" sz="13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0906675" y="2993671"/>
            <a:ext cx="1061514" cy="1076332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建立</a:t>
            </a:r>
            <a:r>
              <a:rPr lang="en-US" alt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Fasl</a:t>
            </a:r>
            <a:r>
              <a:rPr lang="zh-CN" altLang="en-US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条件敲除细胞共培养体系</a:t>
            </a:r>
            <a:endParaRPr lang="zh-CN" altLang="en-US" sz="13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715174" y="5871162"/>
            <a:ext cx="1482580" cy="38608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</a:rPr>
              <a:t>小胶质细胞影响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485090" y="6756923"/>
            <a:ext cx="608344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表型及功能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583966" y="4917057"/>
            <a:ext cx="2509563" cy="30505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脑功能的影响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991485" y="5845810"/>
            <a:ext cx="1999615" cy="49212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光镜、电镜、免疫荧光检测细胞行为学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991211" y="3928413"/>
            <a:ext cx="670084" cy="51079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行为学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730217" y="2306712"/>
            <a:ext cx="0" cy="54578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直接箭头连接符 20"/>
          <p:cNvCxnSpPr>
            <a:stCxn id="46" idx="2"/>
            <a:endCxn id="103" idx="0"/>
          </p:cNvCxnSpPr>
          <p:nvPr/>
        </p:nvCxnSpPr>
        <p:spPr>
          <a:xfrm>
            <a:off x="8710382" y="4688225"/>
            <a:ext cx="0" cy="1213485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951060" y="6326390"/>
            <a:ext cx="0" cy="420243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3" name="圆角矩形 22"/>
          <p:cNvSpPr/>
          <p:nvPr/>
        </p:nvSpPr>
        <p:spPr>
          <a:xfrm>
            <a:off x="4459605" y="8610600"/>
            <a:ext cx="2834005" cy="32131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定量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PCR</a:t>
            </a:r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ELISA</a:t>
            </a:r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、流式细胞技术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9836929" y="6752396"/>
            <a:ext cx="2190531" cy="607109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条件培养体系建立（神经元</a:t>
            </a:r>
            <a:r>
              <a:rPr lang="en-US" alt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血管内皮</a:t>
            </a:r>
            <a:r>
              <a:rPr lang="en-US" altLang="zh-CN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+</a:t>
            </a:r>
            <a:r>
              <a:rPr lang="zh-CN" altLang="en-US" sz="13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星型胶质细胞）</a:t>
            </a:r>
            <a:endParaRPr lang="zh-CN" altLang="en-US" sz="13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25" name="直接箭头连接符 24"/>
          <p:cNvCxnSpPr>
            <a:endCxn id="107" idx="0"/>
          </p:cNvCxnSpPr>
          <p:nvPr/>
        </p:nvCxnSpPr>
        <p:spPr>
          <a:xfrm>
            <a:off x="6500506" y="6239131"/>
            <a:ext cx="823" cy="5177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050628" y="8373273"/>
            <a:ext cx="1680148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7730776" y="8093386"/>
            <a:ext cx="0" cy="279887"/>
          </a:xfrm>
          <a:prstGeom prst="straightConnector1">
            <a:avLst/>
          </a:prstGeom>
          <a:ln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6" name="直接连接符 85"/>
          <p:cNvCxnSpPr/>
          <p:nvPr/>
        </p:nvCxnSpPr>
        <p:spPr>
          <a:xfrm flipH="1">
            <a:off x="3279742" y="4439208"/>
            <a:ext cx="412" cy="17501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3943240" y="5529946"/>
            <a:ext cx="6944091" cy="905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" name="圆角矩形 1"/>
          <p:cNvSpPr/>
          <p:nvPr/>
        </p:nvSpPr>
        <p:spPr>
          <a:xfrm>
            <a:off x="3881500" y="3928413"/>
            <a:ext cx="670084" cy="51079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TTC</a:t>
            </a:r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染色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763557" y="3928413"/>
            <a:ext cx="670084" cy="51079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脑水肿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715174" y="3928413"/>
            <a:ext cx="670084" cy="51079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病理学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3695377" y="2157548"/>
            <a:ext cx="492745" cy="0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" name="圆角矩形 13"/>
          <p:cNvSpPr/>
          <p:nvPr/>
        </p:nvSpPr>
        <p:spPr>
          <a:xfrm>
            <a:off x="4182379" y="2852493"/>
            <a:ext cx="1143423" cy="349859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305" b="1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+/-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MCAO</a:t>
            </a:r>
            <a:endParaRPr lang="en-US" alt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068699" y="4228058"/>
            <a:ext cx="1282955" cy="460168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305" b="1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+/-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ODG</a:t>
            </a:r>
            <a:endParaRPr lang="en-US" alt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(6</a:t>
            </a:r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12</a:t>
            </a:r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24h)</a:t>
            </a:r>
            <a:endParaRPr lang="en-US" alt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4730217" y="3205645"/>
            <a:ext cx="0" cy="326398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3280153" y="3532043"/>
            <a:ext cx="2753187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6" name="直接箭头连接符 75"/>
          <p:cNvCxnSpPr/>
          <p:nvPr/>
        </p:nvCxnSpPr>
        <p:spPr>
          <a:xfrm flipH="1">
            <a:off x="3279330" y="3538217"/>
            <a:ext cx="412" cy="364677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7" name="直接箭头连接符 76"/>
          <p:cNvCxnSpPr/>
          <p:nvPr/>
        </p:nvCxnSpPr>
        <p:spPr>
          <a:xfrm flipH="1">
            <a:off x="4218188" y="3532043"/>
            <a:ext cx="412" cy="364677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1" name="直接箭头连接符 80"/>
          <p:cNvCxnSpPr/>
          <p:nvPr/>
        </p:nvCxnSpPr>
        <p:spPr>
          <a:xfrm flipH="1">
            <a:off x="5146344" y="3538217"/>
            <a:ext cx="412" cy="364677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4" name="直接箭头连接符 83"/>
          <p:cNvCxnSpPr/>
          <p:nvPr/>
        </p:nvCxnSpPr>
        <p:spPr>
          <a:xfrm flipH="1">
            <a:off x="6033341" y="3523400"/>
            <a:ext cx="412" cy="364677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0" name="直接连接符 89"/>
          <p:cNvCxnSpPr/>
          <p:nvPr/>
        </p:nvCxnSpPr>
        <p:spPr>
          <a:xfrm flipH="1">
            <a:off x="4216130" y="4439208"/>
            <a:ext cx="412" cy="17501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1" name="直接连接符 90"/>
          <p:cNvCxnSpPr/>
          <p:nvPr/>
        </p:nvCxnSpPr>
        <p:spPr>
          <a:xfrm flipH="1">
            <a:off x="5146756" y="4439208"/>
            <a:ext cx="412" cy="17501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2" name="直接连接符 91"/>
          <p:cNvCxnSpPr/>
          <p:nvPr/>
        </p:nvCxnSpPr>
        <p:spPr>
          <a:xfrm flipH="1">
            <a:off x="6050216" y="4439208"/>
            <a:ext cx="412" cy="17501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3" name="直接连接符 92"/>
          <p:cNvCxnSpPr/>
          <p:nvPr/>
        </p:nvCxnSpPr>
        <p:spPr>
          <a:xfrm flipV="1">
            <a:off x="3269863" y="4605906"/>
            <a:ext cx="2776836" cy="823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4" name="直接箭头连接符 93"/>
          <p:cNvCxnSpPr/>
          <p:nvPr/>
        </p:nvCxnSpPr>
        <p:spPr>
          <a:xfrm>
            <a:off x="4726513" y="4605906"/>
            <a:ext cx="7820" cy="303349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4734333" y="1566245"/>
            <a:ext cx="3966909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6" name="直接箭头连接符 95"/>
          <p:cNvCxnSpPr/>
          <p:nvPr/>
        </p:nvCxnSpPr>
        <p:spPr>
          <a:xfrm flipH="1">
            <a:off x="4726513" y="1572008"/>
            <a:ext cx="823" cy="394312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8709970" y="1566245"/>
            <a:ext cx="0" cy="51326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8" name="直接箭头连接符 97"/>
          <p:cNvCxnSpPr>
            <a:endCxn id="8" idx="0"/>
          </p:cNvCxnSpPr>
          <p:nvPr/>
        </p:nvCxnSpPr>
        <p:spPr>
          <a:xfrm>
            <a:off x="8694330" y="2726269"/>
            <a:ext cx="15641" cy="696426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9" name="直接箭头连接符 98"/>
          <p:cNvCxnSpPr>
            <a:stCxn id="8" idx="2"/>
            <a:endCxn id="46" idx="0"/>
          </p:cNvCxnSpPr>
          <p:nvPr/>
        </p:nvCxnSpPr>
        <p:spPr>
          <a:xfrm>
            <a:off x="8709970" y="3734275"/>
            <a:ext cx="635" cy="56515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0" name="直接箭头连接符 99"/>
          <p:cNvCxnSpPr/>
          <p:nvPr/>
        </p:nvCxnSpPr>
        <p:spPr>
          <a:xfrm flipH="1">
            <a:off x="9819642" y="3514344"/>
            <a:ext cx="1074686" cy="9055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1" name="直接箭头连接符 100"/>
          <p:cNvCxnSpPr/>
          <p:nvPr/>
        </p:nvCxnSpPr>
        <p:spPr>
          <a:xfrm>
            <a:off x="3943240" y="5542705"/>
            <a:ext cx="7820" cy="303349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6515735" y="5549291"/>
            <a:ext cx="7820" cy="32202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3" name="圆角矩形 102"/>
          <p:cNvSpPr/>
          <p:nvPr/>
        </p:nvSpPr>
        <p:spPr>
          <a:xfrm>
            <a:off x="8125499" y="5901620"/>
            <a:ext cx="1169353" cy="38072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</a:rPr>
              <a:t>T</a:t>
            </a:r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</a:rPr>
              <a:t>细胞影响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10169501" y="5901620"/>
            <a:ext cx="1293245" cy="38031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</a:rPr>
              <a:t>血管神经单元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105" name="直接箭头连接符 104"/>
          <p:cNvCxnSpPr/>
          <p:nvPr/>
        </p:nvCxnSpPr>
        <p:spPr>
          <a:xfrm flipH="1">
            <a:off x="10887330" y="5529946"/>
            <a:ext cx="6997" cy="335453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6" name="圆角矩形 105"/>
          <p:cNvSpPr/>
          <p:nvPr/>
        </p:nvSpPr>
        <p:spPr>
          <a:xfrm>
            <a:off x="3393343" y="6756923"/>
            <a:ext cx="1333170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小胶质细胞与</a:t>
            </a:r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细胞相互作用、分布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197157" y="6756923"/>
            <a:ext cx="608344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吞噬功能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6896464" y="6756923"/>
            <a:ext cx="608344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活化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8125499" y="6756923"/>
            <a:ext cx="608344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增殖活化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8887781" y="6756923"/>
            <a:ext cx="608344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功能</a:t>
            </a:r>
            <a:endParaRPr 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8574966" y="7713480"/>
            <a:ext cx="608344" cy="26383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Th17</a:t>
            </a:r>
            <a:endParaRPr lang="en-US" alt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9183309" y="7713480"/>
            <a:ext cx="608344" cy="26383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Treg</a:t>
            </a:r>
            <a:endParaRPr lang="en-US" altLang="zh-CN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113" name="直接连接符 112"/>
          <p:cNvCxnSpPr/>
          <p:nvPr/>
        </p:nvCxnSpPr>
        <p:spPr>
          <a:xfrm>
            <a:off x="5706942" y="6519019"/>
            <a:ext cx="158671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4" name="直接箭头连接符 113"/>
          <p:cNvCxnSpPr/>
          <p:nvPr/>
        </p:nvCxnSpPr>
        <p:spPr>
          <a:xfrm>
            <a:off x="5706942" y="6519019"/>
            <a:ext cx="0" cy="233377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5" name="直接箭头连接符 114"/>
          <p:cNvCxnSpPr/>
          <p:nvPr/>
        </p:nvCxnSpPr>
        <p:spPr>
          <a:xfrm>
            <a:off x="7293657" y="6542480"/>
            <a:ext cx="0" cy="233377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8237454" y="6519019"/>
            <a:ext cx="94585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8237454" y="6519019"/>
            <a:ext cx="0" cy="233377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9183309" y="6519019"/>
            <a:ext cx="0" cy="233377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8734255" y="6281938"/>
            <a:ext cx="6174" cy="23708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0" name="直接连接符 119"/>
          <p:cNvCxnSpPr/>
          <p:nvPr/>
        </p:nvCxnSpPr>
        <p:spPr>
          <a:xfrm flipH="1">
            <a:off x="9183309" y="7375145"/>
            <a:ext cx="412" cy="17501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1" name="直接连接符 120"/>
          <p:cNvCxnSpPr/>
          <p:nvPr/>
        </p:nvCxnSpPr>
        <p:spPr>
          <a:xfrm>
            <a:off x="8694330" y="7550075"/>
            <a:ext cx="94585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8694330" y="7550075"/>
            <a:ext cx="0" cy="163343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3" name="直接箭头连接符 122"/>
          <p:cNvCxnSpPr/>
          <p:nvPr/>
        </p:nvCxnSpPr>
        <p:spPr>
          <a:xfrm>
            <a:off x="9640185" y="7550075"/>
            <a:ext cx="0" cy="163343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4" name="左中括号 123"/>
          <p:cNvSpPr/>
          <p:nvPr/>
        </p:nvSpPr>
        <p:spPr>
          <a:xfrm rot="16200000">
            <a:off x="7649279" y="6558944"/>
            <a:ext cx="162582" cy="2905891"/>
          </a:xfrm>
          <a:prstGeom prst="lef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170"/>
          </a:p>
        </p:txBody>
      </p:sp>
      <p:cxnSp>
        <p:nvCxnSpPr>
          <p:cNvPr id="125" name="直接连接符 124"/>
          <p:cNvCxnSpPr/>
          <p:nvPr/>
        </p:nvCxnSpPr>
        <p:spPr>
          <a:xfrm>
            <a:off x="6050628" y="8373273"/>
            <a:ext cx="6174" cy="23708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6" name="圆角矩形 125"/>
          <p:cNvSpPr/>
          <p:nvPr/>
        </p:nvSpPr>
        <p:spPr>
          <a:xfrm>
            <a:off x="7908998" y="8574957"/>
            <a:ext cx="978783" cy="391842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Western Blot</a:t>
            </a:r>
            <a:endParaRPr 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127" name="直接连接符 126"/>
          <p:cNvCxnSpPr/>
          <p:nvPr/>
        </p:nvCxnSpPr>
        <p:spPr>
          <a:xfrm>
            <a:off x="7302301" y="8770878"/>
            <a:ext cx="606697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8" name="左中括号 127"/>
          <p:cNvSpPr/>
          <p:nvPr/>
        </p:nvSpPr>
        <p:spPr>
          <a:xfrm rot="16200000">
            <a:off x="10736685" y="7958381"/>
            <a:ext cx="108251" cy="214402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170"/>
          </a:p>
        </p:txBody>
      </p:sp>
      <p:cxnSp>
        <p:nvCxnSpPr>
          <p:cNvPr id="129" name="直接箭头连接符 128"/>
          <p:cNvCxnSpPr/>
          <p:nvPr/>
        </p:nvCxnSpPr>
        <p:spPr>
          <a:xfrm>
            <a:off x="10894327" y="6309103"/>
            <a:ext cx="0" cy="455028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9812645" y="8046875"/>
            <a:ext cx="2123852" cy="12348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31" name="圆角矩形 130"/>
          <p:cNvSpPr/>
          <p:nvPr/>
        </p:nvSpPr>
        <p:spPr>
          <a:xfrm>
            <a:off x="9555807" y="8373273"/>
            <a:ext cx="692722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神经元功能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10392588" y="8373273"/>
            <a:ext cx="846660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血管内皮细胞功能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11370548" y="8373273"/>
            <a:ext cx="846660" cy="602993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305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星型胶质细胞功能</a:t>
            </a:r>
            <a:endParaRPr lang="zh-CN" altLang="en-US" sz="1305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134" name="直接箭头连接符 133"/>
          <p:cNvCxnSpPr/>
          <p:nvPr/>
        </p:nvCxnSpPr>
        <p:spPr>
          <a:xfrm>
            <a:off x="9814291" y="8059223"/>
            <a:ext cx="0" cy="32681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10894327" y="7359504"/>
            <a:ext cx="0" cy="1003395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6" name="直接箭头连接符 135"/>
          <p:cNvCxnSpPr/>
          <p:nvPr/>
        </p:nvCxnSpPr>
        <p:spPr>
          <a:xfrm>
            <a:off x="11936497" y="8059223"/>
            <a:ext cx="0" cy="32681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8398390" y="8966799"/>
            <a:ext cx="0" cy="341627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398390" y="9308427"/>
            <a:ext cx="2508487" cy="1111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9" name="直接箭头连接符 138"/>
          <p:cNvCxnSpPr/>
          <p:nvPr/>
        </p:nvCxnSpPr>
        <p:spPr>
          <a:xfrm flipV="1">
            <a:off x="10894327" y="9084517"/>
            <a:ext cx="0" cy="233348"/>
          </a:xfrm>
          <a:prstGeom prst="straightConnector1">
            <a:avLst/>
          </a:prstGeom>
          <a:ln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WPS 演示</Application>
  <PresentationFormat>宽屏</PresentationFormat>
  <Paragraphs>61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Times New Roman</vt:lpstr>
      <vt:lpstr>仿宋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111</cp:lastModifiedBy>
  <cp:revision>183</cp:revision>
  <dcterms:created xsi:type="dcterms:W3CDTF">2019-06-19T02:08:00Z</dcterms:created>
  <dcterms:modified xsi:type="dcterms:W3CDTF">2021-03-15T01:22:56Z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