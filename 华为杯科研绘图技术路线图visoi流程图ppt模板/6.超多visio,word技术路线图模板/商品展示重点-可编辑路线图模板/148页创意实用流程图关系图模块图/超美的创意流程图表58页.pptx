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Override1.xml" ContentType="application/vnd.openxmlformats-officedocument.themeOverride+xml"/>
  <Override PartName="/ppt/notesSlides/notesSlide1.xml" ContentType="application/vnd.openxmlformats-officedocument.presentationml.notesSlide+xml"/>
  <Override PartName="/ppt/theme/themeOverride2.xml" ContentType="application/vnd.openxmlformats-officedocument.themeOverride+xml"/>
  <Override PartName="/ppt/notesSlides/notesSlide2.xml" ContentType="application/vnd.openxmlformats-officedocument.presentationml.notesSlide+xml"/>
  <Override PartName="/ppt/theme/themeOverride3.xml" ContentType="application/vnd.openxmlformats-officedocument.themeOverride+xml"/>
  <Override PartName="/ppt/notesSlides/notesSlide3.xml" ContentType="application/vnd.openxmlformats-officedocument.presentationml.notesSlide+xml"/>
  <Override PartName="/ppt/charts/chart1.xml" ContentType="application/vnd.openxmlformats-officedocument.drawingml.chart+xml"/>
  <Override PartName="/ppt/theme/themeOverride4.xml" ContentType="application/vnd.openxmlformats-officedocument.themeOverr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heme/themeOverride5.xml" ContentType="application/vnd.openxmlformats-officedocument.themeOverride+xml"/>
  <Override PartName="/ppt/notesSlides/notesSlide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theme/themeOverride6.xml" ContentType="application/vnd.openxmlformats-officedocument.themeOverride+xml"/>
  <Override PartName="/ppt/notesSlides/notesSlide6.xml" ContentType="application/vnd.openxmlformats-officedocument.presentationml.notesSlide+xml"/>
  <Override PartName="/ppt/theme/themeOverride7.xml" ContentType="application/vnd.openxmlformats-officedocument.themeOverride+xml"/>
  <Override PartName="/ppt/notesSlides/notesSlide7.xml" ContentType="application/vnd.openxmlformats-officedocument.presentationml.notesSlide+xml"/>
  <Override PartName="/ppt/theme/themeOverride8.xml" ContentType="application/vnd.openxmlformats-officedocument.themeOverride+xml"/>
  <Override PartName="/ppt/notesSlides/notesSlide8.xml" ContentType="application/vnd.openxmlformats-officedocument.presentationml.notesSlide+xml"/>
  <Override PartName="/ppt/theme/themeOverride9.xml" ContentType="application/vnd.openxmlformats-officedocument.themeOverride+xml"/>
  <Override PartName="/ppt/notesSlides/notesSlide9.xml" ContentType="application/vnd.openxmlformats-officedocument.presentationml.notesSlide+xml"/>
  <Override PartName="/ppt/theme/themeOverride10.xml" ContentType="application/vnd.openxmlformats-officedocument.themeOverride+xml"/>
  <Override PartName="/ppt/notesSlides/notesSlide10.xml" ContentType="application/vnd.openxmlformats-officedocument.presentationml.notesSlide+xml"/>
  <Override PartName="/ppt/theme/themeOverride11.xml" ContentType="application/vnd.openxmlformats-officedocument.themeOverride+xml"/>
  <Override PartName="/ppt/notesSlides/notesSlide11.xml" ContentType="application/vnd.openxmlformats-officedocument.presentationml.notesSlide+xml"/>
  <Override PartName="/ppt/theme/themeOverride12.xml" ContentType="application/vnd.openxmlformats-officedocument.themeOverride+xml"/>
  <Override PartName="/ppt/notesSlides/notesSlide12.xml" ContentType="application/vnd.openxmlformats-officedocument.presentationml.notesSlide+xml"/>
  <Override PartName="/ppt/theme/themeOverride13.xml" ContentType="application/vnd.openxmlformats-officedocument.themeOverride+xml"/>
  <Override PartName="/ppt/notesSlides/notesSlide13.xml" ContentType="application/vnd.openxmlformats-officedocument.presentationml.notesSlide+xml"/>
  <Override PartName="/ppt/theme/themeOverride14.xml" ContentType="application/vnd.openxmlformats-officedocument.themeOverride+xml"/>
  <Override PartName="/ppt/notesSlides/notesSlide14.xml" ContentType="application/vnd.openxmlformats-officedocument.presentationml.notesSlide+xml"/>
  <Override PartName="/ppt/theme/themeOverride15.xml" ContentType="application/vnd.openxmlformats-officedocument.themeOverride+xml"/>
  <Override PartName="/ppt/notesSlides/notesSlide15.xml" ContentType="application/vnd.openxmlformats-officedocument.presentationml.notesSlide+xml"/>
  <Override PartName="/ppt/theme/themeOverride16.xml" ContentType="application/vnd.openxmlformats-officedocument.themeOverride+xml"/>
  <Override PartName="/ppt/notesSlides/notesSlide16.xml" ContentType="application/vnd.openxmlformats-officedocument.presentationml.notesSlide+xml"/>
  <Override PartName="/ppt/theme/themeOverride17.xml" ContentType="application/vnd.openxmlformats-officedocument.themeOverride+xml"/>
  <Override PartName="/ppt/notesSlides/notesSlide17.xml" ContentType="application/vnd.openxmlformats-officedocument.presentationml.notesSlide+xml"/>
  <Override PartName="/ppt/theme/themeOverride18.xml" ContentType="application/vnd.openxmlformats-officedocument.themeOverride+xml"/>
  <Override PartName="/ppt/notesSlides/notesSlide18.xml" ContentType="application/vnd.openxmlformats-officedocument.presentationml.notesSlide+xml"/>
  <Override PartName="/ppt/theme/themeOverride19.xml" ContentType="application/vnd.openxmlformats-officedocument.themeOverride+xml"/>
  <Override PartName="/ppt/notesSlides/notesSlide19.xml" ContentType="application/vnd.openxmlformats-officedocument.presentationml.notesSlide+xml"/>
  <Override PartName="/ppt/theme/themeOverride20.xml" ContentType="application/vnd.openxmlformats-officedocument.themeOverride+xml"/>
  <Override PartName="/ppt/notesSlides/notesSlide20.xml" ContentType="application/vnd.openxmlformats-officedocument.presentationml.notesSlide+xml"/>
  <Override PartName="/ppt/theme/themeOverride21.xml" ContentType="application/vnd.openxmlformats-officedocument.themeOverride+xml"/>
  <Override PartName="/ppt/notesSlides/notesSlide21.xml" ContentType="application/vnd.openxmlformats-officedocument.presentationml.notesSlide+xml"/>
  <Override PartName="/ppt/theme/themeOverride22.xml" ContentType="application/vnd.openxmlformats-officedocument.themeOverride+xml"/>
  <Override PartName="/ppt/notesSlides/notesSlide22.xml" ContentType="application/vnd.openxmlformats-officedocument.presentationml.notesSlide+xml"/>
  <Override PartName="/ppt/theme/themeOverride23.xml" ContentType="application/vnd.openxmlformats-officedocument.themeOverride+xml"/>
  <Override PartName="/ppt/notesSlides/notesSlide23.xml" ContentType="application/vnd.openxmlformats-officedocument.presentationml.notesSlide+xml"/>
  <Override PartName="/ppt/theme/themeOverride24.xml" ContentType="application/vnd.openxmlformats-officedocument.themeOverride+xml"/>
  <Override PartName="/ppt/notesSlides/notesSlide24.xml" ContentType="application/vnd.openxmlformats-officedocument.presentationml.notesSlide+xml"/>
  <Override PartName="/ppt/theme/themeOverride25.xml" ContentType="application/vnd.openxmlformats-officedocument.themeOverride+xml"/>
  <Override PartName="/ppt/notesSlides/notesSlide25.xml" ContentType="application/vnd.openxmlformats-officedocument.presentationml.notesSlide+xml"/>
  <Override PartName="/ppt/theme/themeOverride26.xml" ContentType="application/vnd.openxmlformats-officedocument.themeOverride+xml"/>
  <Override PartName="/ppt/notesSlides/notesSlide26.xml" ContentType="application/vnd.openxmlformats-officedocument.presentationml.notesSlide+xml"/>
  <Override PartName="/ppt/theme/themeOverride27.xml" ContentType="application/vnd.openxmlformats-officedocument.themeOverride+xml"/>
  <Override PartName="/ppt/notesSlides/notesSlide27.xml" ContentType="application/vnd.openxmlformats-officedocument.presentationml.notesSlide+xml"/>
  <Override PartName="/ppt/theme/themeOverride28.xml" ContentType="application/vnd.openxmlformats-officedocument.themeOverride+xml"/>
  <Override PartName="/ppt/notesSlides/notesSlide28.xml" ContentType="application/vnd.openxmlformats-officedocument.presentationml.notesSlide+xml"/>
  <Override PartName="/ppt/theme/themeOverride29.xml" ContentType="application/vnd.openxmlformats-officedocument.themeOverride+xml"/>
  <Override PartName="/ppt/notesSlides/notesSlide29.xml" ContentType="application/vnd.openxmlformats-officedocument.presentationml.notesSlide+xml"/>
  <Override PartName="/ppt/theme/themeOverride30.xml" ContentType="application/vnd.openxmlformats-officedocument.themeOverride+xml"/>
  <Override PartName="/ppt/notesSlides/notesSlide30.xml" ContentType="application/vnd.openxmlformats-officedocument.presentationml.notesSlide+xml"/>
  <Override PartName="/ppt/theme/themeOverride31.xml" ContentType="application/vnd.openxmlformats-officedocument.themeOverride+xml"/>
  <Override PartName="/ppt/notesSlides/notesSlide31.xml" ContentType="application/vnd.openxmlformats-officedocument.presentationml.notesSlide+xml"/>
  <Override PartName="/ppt/charts/chart2.xml" ContentType="application/vnd.openxmlformats-officedocument.drawingml.chart+xml"/>
  <Override PartName="/ppt/theme/themeOverride32.xml" ContentType="application/vnd.openxmlformats-officedocument.themeOverride+xml"/>
  <Override PartName="/ppt/notesSlides/notesSlide32.xml" ContentType="application/vnd.openxmlformats-officedocument.presentationml.notesSlide+xml"/>
  <Override PartName="/ppt/theme/themeOverride33.xml" ContentType="application/vnd.openxmlformats-officedocument.themeOverride+xml"/>
  <Override PartName="/ppt/notesSlides/notesSlide33.xml" ContentType="application/vnd.openxmlformats-officedocument.presentationml.notesSlide+xml"/>
  <Override PartName="/ppt/theme/themeOverride34.xml" ContentType="application/vnd.openxmlformats-officedocument.themeOverride+xml"/>
  <Override PartName="/ppt/notesSlides/notesSlide34.xml" ContentType="application/vnd.openxmlformats-officedocument.presentationml.notesSlide+xml"/>
  <Override PartName="/ppt/theme/themeOverride35.xml" ContentType="application/vnd.openxmlformats-officedocument.themeOverride+xml"/>
  <Override PartName="/ppt/notesSlides/notesSlide35.xml" ContentType="application/vnd.openxmlformats-officedocument.presentationml.notesSlide+xml"/>
  <Override PartName="/ppt/theme/themeOverride36.xml" ContentType="application/vnd.openxmlformats-officedocument.themeOverride+xml"/>
  <Override PartName="/ppt/notesSlides/notesSlide36.xml" ContentType="application/vnd.openxmlformats-officedocument.presentationml.notesSlide+xml"/>
  <Override PartName="/ppt/theme/themeOverride37.xml" ContentType="application/vnd.openxmlformats-officedocument.themeOverride+xml"/>
  <Override PartName="/ppt/notesSlides/notesSlide37.xml" ContentType="application/vnd.openxmlformats-officedocument.presentationml.notesSlide+xml"/>
  <Override PartName="/ppt/theme/themeOverride38.xml" ContentType="application/vnd.openxmlformats-officedocument.themeOverride+xml"/>
  <Override PartName="/ppt/notesSlides/notesSlide38.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theme/themeOverride39.xml" ContentType="application/vnd.openxmlformats-officedocument.themeOverride+xml"/>
  <Override PartName="/ppt/notesSlides/notesSlide39.xml" ContentType="application/vnd.openxmlformats-officedocument.presentationml.notesSlide+xml"/>
  <Override PartName="/ppt/charts/chart7.xml" ContentType="application/vnd.openxmlformats-officedocument.drawingml.chart+xml"/>
  <Override PartName="/ppt/theme/themeOverride40.xml" ContentType="application/vnd.openxmlformats-officedocument.themeOverride+xml"/>
  <Override PartName="/ppt/notesSlides/notesSlide40.xml" ContentType="application/vnd.openxmlformats-officedocument.presentationml.notesSlide+xml"/>
  <Override PartName="/ppt/theme/themeOverride41.xml" ContentType="application/vnd.openxmlformats-officedocument.themeOverride+xml"/>
  <Override PartName="/ppt/notesSlides/notesSlide41.xml" ContentType="application/vnd.openxmlformats-officedocument.presentationml.notesSlide+xml"/>
  <Override PartName="/ppt/theme/themeOverride42.xml" ContentType="application/vnd.openxmlformats-officedocument.themeOverride+xml"/>
  <Override PartName="/ppt/notesSlides/notesSlide42.xml" ContentType="application/vnd.openxmlformats-officedocument.presentationml.notesSlide+xml"/>
  <Override PartName="/ppt/theme/themeOverride43.xml" ContentType="application/vnd.openxmlformats-officedocument.themeOverride+xml"/>
  <Override PartName="/ppt/notesSlides/notesSlide43.xml" ContentType="application/vnd.openxmlformats-officedocument.presentationml.notesSlide+xml"/>
  <Override PartName="/ppt/theme/themeOverride44.xml" ContentType="application/vnd.openxmlformats-officedocument.themeOverride+xml"/>
  <Override PartName="/ppt/notesSlides/notesSlide44.xml" ContentType="application/vnd.openxmlformats-officedocument.presentationml.notesSlide+xml"/>
  <Override PartName="/ppt/charts/chart8.xml" ContentType="application/vnd.openxmlformats-officedocument.drawingml.chart+xml"/>
  <Override PartName="/ppt/charts/chart9.xml" ContentType="application/vnd.openxmlformats-officedocument.drawingml.chart+xml"/>
  <Override PartName="/ppt/theme/themeOverride45.xml" ContentType="application/vnd.openxmlformats-officedocument.themeOverride+xml"/>
  <Override PartName="/ppt/notesSlides/notesSlide45.xml" ContentType="application/vnd.openxmlformats-officedocument.presentationml.notesSlide+xml"/>
  <Override PartName="/ppt/charts/chart10.xml" ContentType="application/vnd.openxmlformats-officedocument.drawingml.chart+xml"/>
  <Override PartName="/ppt/charts/chart11.xml" ContentType="application/vnd.openxmlformats-officedocument.drawingml.chart+xml"/>
  <Override PartName="/ppt/theme/themeOverride46.xml" ContentType="application/vnd.openxmlformats-officedocument.themeOverride+xml"/>
  <Override PartName="/ppt/notesSlides/notesSlide46.xml" ContentType="application/vnd.openxmlformats-officedocument.presentationml.notesSlide+xml"/>
  <Override PartName="/ppt/theme/themeOverride47.xml" ContentType="application/vnd.openxmlformats-officedocument.themeOverride+xml"/>
  <Override PartName="/ppt/notesSlides/notesSlide47.xml" ContentType="application/vnd.openxmlformats-officedocument.presentationml.notesSlide+xml"/>
  <Override PartName="/ppt/theme/themeOverride48.xml" ContentType="application/vnd.openxmlformats-officedocument.themeOverride+xml"/>
  <Override PartName="/ppt/notesSlides/notesSlide48.xml" ContentType="application/vnd.openxmlformats-officedocument.presentationml.notesSlide+xml"/>
  <Override PartName="/ppt/theme/themeOverride49.xml" ContentType="application/vnd.openxmlformats-officedocument.themeOverride+xml"/>
  <Override PartName="/ppt/notesSlides/notesSlide49.xml" ContentType="application/vnd.openxmlformats-officedocument.presentationml.notesSlide+xml"/>
  <Override PartName="/ppt/theme/themeOverride50.xml" ContentType="application/vnd.openxmlformats-officedocument.themeOverride+xml"/>
  <Override PartName="/ppt/notesSlides/notesSlide50.xml" ContentType="application/vnd.openxmlformats-officedocument.presentationml.notesSlide+xml"/>
  <Override PartName="/ppt/theme/themeOverride51.xml" ContentType="application/vnd.openxmlformats-officedocument.themeOverride+xml"/>
  <Override PartName="/ppt/notesSlides/notesSlide51.xml" ContentType="application/vnd.openxmlformats-officedocument.presentationml.notesSlide+xml"/>
  <Override PartName="/ppt/theme/themeOverride52.xml" ContentType="application/vnd.openxmlformats-officedocument.themeOverride+xml"/>
  <Override PartName="/ppt/notesSlides/notesSlide52.xml" ContentType="application/vnd.openxmlformats-officedocument.presentationml.notesSlide+xml"/>
  <Override PartName="/ppt/theme/themeOverride53.xml" ContentType="application/vnd.openxmlformats-officedocument.themeOverride+xml"/>
  <Override PartName="/ppt/notesSlides/notesSlide53.xml" ContentType="application/vnd.openxmlformats-officedocument.presentationml.notesSlide+xml"/>
  <Override PartName="/ppt/theme/themeOverride54.xml" ContentType="application/vnd.openxmlformats-officedocument.themeOverride+xml"/>
  <Override PartName="/ppt/notesSlides/notesSlide54.xml" ContentType="application/vnd.openxmlformats-officedocument.presentationml.notesSlide+xml"/>
  <Override PartName="/ppt/theme/themeOverride55.xml" ContentType="application/vnd.openxmlformats-officedocument.themeOverride+xml"/>
  <Override PartName="/ppt/notesSlides/notesSlide55.xml" ContentType="application/vnd.openxmlformats-officedocument.presentationml.notesSlide+xml"/>
  <Override PartName="/ppt/theme/themeOverride56.xml" ContentType="application/vnd.openxmlformats-officedocument.themeOverride+xml"/>
  <Override PartName="/ppt/notesSlides/notesSlide56.xml" ContentType="application/vnd.openxmlformats-officedocument.presentationml.notesSlide+xml"/>
  <Override PartName="/ppt/theme/themeOverride57.xml" ContentType="application/vnd.openxmlformats-officedocument.themeOverride+xml"/>
  <Override PartName="/ppt/notesSlides/notesSlide57.xml" ContentType="application/vnd.openxmlformats-officedocument.presentationml.notesSlide+xml"/>
  <Override PartName="/ppt/theme/themeOverride58.xml" ContentType="application/vnd.openxmlformats-officedocument.themeOverride+xml"/>
  <Override PartName="/ppt/notesSlides/notesSlide5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1"/>
  </p:notesMasterIdLst>
  <p:sldIdLst>
    <p:sldId id="336" r:id="rId3"/>
    <p:sldId id="286" r:id="rId4"/>
    <p:sldId id="287" r:id="rId5"/>
    <p:sldId id="293" r:id="rId6"/>
    <p:sldId id="295" r:id="rId7"/>
    <p:sldId id="297" r:id="rId8"/>
    <p:sldId id="298" r:id="rId9"/>
    <p:sldId id="305" r:id="rId10"/>
    <p:sldId id="307" r:id="rId11"/>
    <p:sldId id="310" r:id="rId12"/>
    <p:sldId id="311" r:id="rId13"/>
    <p:sldId id="315" r:id="rId14"/>
    <p:sldId id="328" r:id="rId15"/>
    <p:sldId id="329" r:id="rId16"/>
    <p:sldId id="330" r:id="rId17"/>
    <p:sldId id="337" r:id="rId18"/>
    <p:sldId id="345" r:id="rId19"/>
    <p:sldId id="347" r:id="rId20"/>
    <p:sldId id="349" r:id="rId21"/>
    <p:sldId id="350" r:id="rId22"/>
    <p:sldId id="351" r:id="rId23"/>
    <p:sldId id="354" r:id="rId24"/>
    <p:sldId id="357" r:id="rId25"/>
    <p:sldId id="358" r:id="rId26"/>
    <p:sldId id="361" r:id="rId27"/>
    <p:sldId id="362" r:id="rId28"/>
    <p:sldId id="363" r:id="rId29"/>
    <p:sldId id="366" r:id="rId30"/>
    <p:sldId id="368" r:id="rId31"/>
    <p:sldId id="373" r:id="rId32"/>
    <p:sldId id="378" r:id="rId33"/>
    <p:sldId id="380" r:id="rId34"/>
    <p:sldId id="382" r:id="rId35"/>
    <p:sldId id="383" r:id="rId36"/>
    <p:sldId id="384" r:id="rId37"/>
    <p:sldId id="386" r:id="rId38"/>
    <p:sldId id="387" r:id="rId39"/>
    <p:sldId id="388" r:id="rId40"/>
    <p:sldId id="390" r:id="rId41"/>
    <p:sldId id="400" r:id="rId42"/>
    <p:sldId id="405" r:id="rId43"/>
    <p:sldId id="406" r:id="rId44"/>
    <p:sldId id="407" r:id="rId45"/>
    <p:sldId id="414" r:id="rId46"/>
    <p:sldId id="416" r:id="rId47"/>
    <p:sldId id="417" r:id="rId48"/>
    <p:sldId id="424" r:id="rId49"/>
    <p:sldId id="427" r:id="rId50"/>
    <p:sldId id="428" r:id="rId51"/>
    <p:sldId id="430" r:id="rId52"/>
    <p:sldId id="432" r:id="rId53"/>
    <p:sldId id="436" r:id="rId54"/>
    <p:sldId id="443" r:id="rId55"/>
    <p:sldId id="444" r:id="rId56"/>
    <p:sldId id="454" r:id="rId57"/>
    <p:sldId id="448" r:id="rId58"/>
    <p:sldId id="451" r:id="rId59"/>
    <p:sldId id="456" r:id="rId60"/>
  </p:sldIdLst>
  <p:sldSz cx="12192000" cy="6858000"/>
  <p:notesSz cx="6858000" cy="9144000"/>
  <p:custDataLst>
    <p:tags r:id="rId62"/>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97F9D"/>
    <a:srgbClr val="9BBC57"/>
    <a:srgbClr val="F49D15"/>
    <a:srgbClr val="15A185"/>
    <a:srgbClr val="44546A"/>
    <a:srgbClr val="C0392B"/>
    <a:srgbClr val="11856F"/>
    <a:srgbClr val="1CDAB6"/>
    <a:srgbClr val="A9C67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087" autoAdjust="0"/>
    <p:restoredTop sz="96433" autoAdjust="0"/>
  </p:normalViewPr>
  <p:slideViewPr>
    <p:cSldViewPr snapToGrid="0">
      <p:cViewPr>
        <p:scale>
          <a:sx n="70" d="100"/>
          <a:sy n="70" d="100"/>
        </p:scale>
        <p:origin x="-392" y="-16"/>
      </p:cViewPr>
      <p:guideLst>
        <p:guide orient="horz" pos="2160"/>
        <p:guide pos="3840"/>
      </p:guideLst>
    </p:cSldViewPr>
  </p:slideViewPr>
  <p:outlineViewPr>
    <p:cViewPr>
      <p:scale>
        <a:sx n="33" d="100"/>
        <a:sy n="33" d="100"/>
      </p:scale>
      <p:origin x="0" y="0"/>
    </p:cViewPr>
  </p:outlineViewPr>
  <p:notesTextViewPr>
    <p:cViewPr>
      <p:scale>
        <a:sx n="1" d="1"/>
        <a:sy n="1" d="1"/>
      </p:scale>
      <p:origin x="0" y="0"/>
    </p:cViewPr>
  </p:notesTextViewPr>
  <p:sorterViewPr>
    <p:cViewPr>
      <p:scale>
        <a:sx n="70" d="100"/>
        <a:sy n="70" d="100"/>
      </p:scale>
      <p:origin x="0" y="764"/>
    </p:cViewPr>
  </p:sorterViewPr>
  <p:notesViewPr>
    <p:cSldViewPr>
      <p:cViewPr>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61" Type="http://schemas.openxmlformats.org/officeDocument/2006/relationships/notesMaster" Target="notesMasters/notesMaster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rgbClr val="297F9D">
                <a:alpha val="70000"/>
              </a:srgbClr>
            </a:solidFill>
          </c:spPr>
          <c:invertIfNegative val="0"/>
          <c:cat>
            <c:numRef>
              <c:f>Sheet1!$A$2:$A$6</c:f>
              <c:numCache>
                <c:formatCode>General</c:formatCode>
                <c:ptCount val="5"/>
                <c:pt idx="0">
                  <c:v>2010</c:v>
                </c:pt>
                <c:pt idx="1">
                  <c:v>2011</c:v>
                </c:pt>
                <c:pt idx="2">
                  <c:v>2012</c:v>
                </c:pt>
                <c:pt idx="3">
                  <c:v>2013</c:v>
                </c:pt>
                <c:pt idx="4">
                  <c:v>2014</c:v>
                </c:pt>
              </c:numCache>
            </c:numRef>
          </c:cat>
          <c:val>
            <c:numRef>
              <c:f>Sheet1!$B$2:$B$6</c:f>
              <c:numCache>
                <c:formatCode>General</c:formatCode>
                <c:ptCount val="5"/>
                <c:pt idx="0">
                  <c:v>4.3</c:v>
                </c:pt>
                <c:pt idx="1">
                  <c:v>2.5</c:v>
                </c:pt>
                <c:pt idx="2">
                  <c:v>3.5</c:v>
                </c:pt>
                <c:pt idx="3">
                  <c:v>4.5</c:v>
                </c:pt>
                <c:pt idx="4">
                  <c:v>5</c:v>
                </c:pt>
              </c:numCache>
            </c:numRef>
          </c:val>
        </c:ser>
        <c:ser>
          <c:idx val="1"/>
          <c:order val="1"/>
          <c:tx>
            <c:strRef>
              <c:f>Sheet1!$C$1</c:f>
              <c:strCache>
                <c:ptCount val="1"/>
                <c:pt idx="0">
                  <c:v>Series 2</c:v>
                </c:pt>
              </c:strCache>
            </c:strRef>
          </c:tx>
          <c:spPr>
            <a:solidFill>
              <a:srgbClr val="9BBC57">
                <a:alpha val="70000"/>
              </a:srgbClr>
            </a:solidFill>
          </c:spPr>
          <c:invertIfNegative val="0"/>
          <c:cat>
            <c:numRef>
              <c:f>Sheet1!$A$2:$A$6</c:f>
              <c:numCache>
                <c:formatCode>General</c:formatCode>
                <c:ptCount val="5"/>
                <c:pt idx="0">
                  <c:v>2010</c:v>
                </c:pt>
                <c:pt idx="1">
                  <c:v>2011</c:v>
                </c:pt>
                <c:pt idx="2">
                  <c:v>2012</c:v>
                </c:pt>
                <c:pt idx="3">
                  <c:v>2013</c:v>
                </c:pt>
                <c:pt idx="4">
                  <c:v>2014</c:v>
                </c:pt>
              </c:numCache>
            </c:numRef>
          </c:cat>
          <c:val>
            <c:numRef>
              <c:f>Sheet1!$C$2:$C$6</c:f>
              <c:numCache>
                <c:formatCode>General</c:formatCode>
                <c:ptCount val="5"/>
                <c:pt idx="0">
                  <c:v>2.4</c:v>
                </c:pt>
                <c:pt idx="1">
                  <c:v>4.4000000000000004</c:v>
                </c:pt>
                <c:pt idx="2">
                  <c:v>1.8</c:v>
                </c:pt>
                <c:pt idx="3">
                  <c:v>2.8</c:v>
                </c:pt>
                <c:pt idx="4">
                  <c:v>5</c:v>
                </c:pt>
              </c:numCache>
            </c:numRef>
          </c:val>
        </c:ser>
        <c:ser>
          <c:idx val="2"/>
          <c:order val="2"/>
          <c:tx>
            <c:strRef>
              <c:f>Sheet1!$D$1</c:f>
              <c:strCache>
                <c:ptCount val="1"/>
                <c:pt idx="0">
                  <c:v>Series 3</c:v>
                </c:pt>
              </c:strCache>
            </c:strRef>
          </c:tx>
          <c:spPr>
            <a:solidFill>
              <a:srgbClr val="F49D15">
                <a:alpha val="69804"/>
              </a:srgbClr>
            </a:solidFill>
          </c:spPr>
          <c:invertIfNegative val="0"/>
          <c:cat>
            <c:numRef>
              <c:f>Sheet1!$A$2:$A$6</c:f>
              <c:numCache>
                <c:formatCode>General</c:formatCode>
                <c:ptCount val="5"/>
                <c:pt idx="0">
                  <c:v>2010</c:v>
                </c:pt>
                <c:pt idx="1">
                  <c:v>2011</c:v>
                </c:pt>
                <c:pt idx="2">
                  <c:v>2012</c:v>
                </c:pt>
                <c:pt idx="3">
                  <c:v>2013</c:v>
                </c:pt>
                <c:pt idx="4">
                  <c:v>2014</c:v>
                </c:pt>
              </c:numCache>
            </c:numRef>
          </c:cat>
          <c:val>
            <c:numRef>
              <c:f>Sheet1!$D$2:$D$6</c:f>
              <c:numCache>
                <c:formatCode>General</c:formatCode>
                <c:ptCount val="5"/>
                <c:pt idx="0">
                  <c:v>2</c:v>
                </c:pt>
                <c:pt idx="1">
                  <c:v>2</c:v>
                </c:pt>
                <c:pt idx="2">
                  <c:v>3</c:v>
                </c:pt>
                <c:pt idx="3">
                  <c:v>5</c:v>
                </c:pt>
                <c:pt idx="4">
                  <c:v>3</c:v>
                </c:pt>
              </c:numCache>
            </c:numRef>
          </c:val>
        </c:ser>
        <c:dLbls>
          <c:showLegendKey val="0"/>
          <c:showVal val="0"/>
          <c:showCatName val="0"/>
          <c:showSerName val="0"/>
          <c:showPercent val="0"/>
          <c:showBubbleSize val="0"/>
        </c:dLbls>
        <c:gapWidth val="150"/>
        <c:overlap val="100"/>
        <c:axId val="275842560"/>
        <c:axId val="275844096"/>
      </c:barChart>
      <c:catAx>
        <c:axId val="275842560"/>
        <c:scaling>
          <c:orientation val="minMax"/>
        </c:scaling>
        <c:delete val="0"/>
        <c:axPos val="b"/>
        <c:numFmt formatCode="General" sourceLinked="1"/>
        <c:majorTickMark val="out"/>
        <c:minorTickMark val="none"/>
        <c:tickLblPos val="nextTo"/>
        <c:crossAx val="275844096"/>
        <c:crosses val="autoZero"/>
        <c:auto val="0"/>
        <c:lblAlgn val="ctr"/>
        <c:lblOffset val="100"/>
        <c:noMultiLvlLbl val="0"/>
      </c:catAx>
      <c:valAx>
        <c:axId val="275844096"/>
        <c:scaling>
          <c:orientation val="minMax"/>
        </c:scaling>
        <c:delete val="1"/>
        <c:axPos val="l"/>
        <c:majorGridlines>
          <c:spPr>
            <a:ln>
              <a:solidFill>
                <a:schemeClr val="bg1">
                  <a:lumMod val="85000"/>
                </a:schemeClr>
              </a:solidFill>
            </a:ln>
          </c:spPr>
        </c:majorGridlines>
        <c:numFmt formatCode="0%" sourceLinked="1"/>
        <c:majorTickMark val="out"/>
        <c:minorTickMark val="none"/>
        <c:tickLblPos val="nextTo"/>
        <c:crossAx val="275842560"/>
        <c:crosses val="autoZero"/>
        <c:crossBetween val="between"/>
      </c:valAx>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Debt</c:v>
                </c:pt>
              </c:strCache>
            </c:strRef>
          </c:tx>
          <c:spPr>
            <a:solidFill>
              <a:srgbClr val="297F9D"/>
            </a:solidFill>
          </c:spPr>
          <c:invertIfNegative val="0"/>
          <c:cat>
            <c:numRef>
              <c:f>Sheet1!$A$2:$A$5</c:f>
              <c:numCache>
                <c:formatCode>General</c:formatCode>
                <c:ptCount val="4"/>
                <c:pt idx="0">
                  <c:v>2007</c:v>
                </c:pt>
                <c:pt idx="1">
                  <c:v>2008</c:v>
                </c:pt>
                <c:pt idx="2">
                  <c:v>2009</c:v>
                </c:pt>
                <c:pt idx="3">
                  <c:v>2010</c:v>
                </c:pt>
              </c:numCache>
            </c:num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Equity</c:v>
                </c:pt>
              </c:strCache>
            </c:strRef>
          </c:tx>
          <c:spPr>
            <a:solidFill>
              <a:srgbClr val="9BBC57"/>
            </a:solidFill>
          </c:spPr>
          <c:invertIfNegative val="0"/>
          <c:cat>
            <c:numRef>
              <c:f>Sheet1!$A$2:$A$5</c:f>
              <c:numCache>
                <c:formatCode>General</c:formatCode>
                <c:ptCount val="4"/>
                <c:pt idx="0">
                  <c:v>2007</c:v>
                </c:pt>
                <c:pt idx="1">
                  <c:v>2008</c:v>
                </c:pt>
                <c:pt idx="2">
                  <c:v>2009</c:v>
                </c:pt>
                <c:pt idx="3">
                  <c:v>2010</c:v>
                </c:pt>
              </c:numCache>
            </c:num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Mistiq</c:v>
                </c:pt>
              </c:strCache>
            </c:strRef>
          </c:tx>
          <c:spPr>
            <a:solidFill>
              <a:srgbClr val="F49D15"/>
            </a:solidFill>
          </c:spPr>
          <c:invertIfNegative val="0"/>
          <c:cat>
            <c:numRef>
              <c:f>Sheet1!$A$2:$A$5</c:f>
              <c:numCache>
                <c:formatCode>General</c:formatCode>
                <c:ptCount val="4"/>
                <c:pt idx="0">
                  <c:v>2007</c:v>
                </c:pt>
                <c:pt idx="1">
                  <c:v>2008</c:v>
                </c:pt>
                <c:pt idx="2">
                  <c:v>2009</c:v>
                </c:pt>
                <c:pt idx="3">
                  <c:v>2010</c:v>
                </c:pt>
              </c:numCache>
            </c:num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150"/>
        <c:overlap val="100"/>
        <c:axId val="305003136"/>
        <c:axId val="305271168"/>
      </c:barChart>
      <c:catAx>
        <c:axId val="305003136"/>
        <c:scaling>
          <c:orientation val="minMax"/>
        </c:scaling>
        <c:delete val="0"/>
        <c:axPos val="l"/>
        <c:numFmt formatCode="General" sourceLinked="1"/>
        <c:majorTickMark val="out"/>
        <c:minorTickMark val="none"/>
        <c:tickLblPos val="nextTo"/>
        <c:crossAx val="305271168"/>
        <c:crosses val="autoZero"/>
        <c:auto val="0"/>
        <c:lblAlgn val="ctr"/>
        <c:lblOffset val="100"/>
        <c:noMultiLvlLbl val="0"/>
      </c:catAx>
      <c:valAx>
        <c:axId val="305271168"/>
        <c:scaling>
          <c:orientation val="minMax"/>
        </c:scaling>
        <c:delete val="0"/>
        <c:axPos val="b"/>
        <c:majorGridlines>
          <c:spPr>
            <a:ln>
              <a:solidFill>
                <a:schemeClr val="bg1">
                  <a:lumMod val="85000"/>
                </a:schemeClr>
              </a:solidFill>
            </a:ln>
          </c:spPr>
        </c:majorGridlines>
        <c:numFmt formatCode="0%" sourceLinked="1"/>
        <c:majorTickMark val="out"/>
        <c:minorTickMark val="none"/>
        <c:tickLblPos val="nextTo"/>
        <c:crossAx val="305003136"/>
        <c:crosses val="autoZero"/>
        <c:crossBetween val="between"/>
      </c:valAx>
      <c:spPr>
        <a:noFill/>
        <a:ln w="25400">
          <a:noFill/>
        </a:ln>
      </c:spPr>
    </c:plotArea>
    <c:legend>
      <c:legendPos val="r"/>
      <c:layout/>
      <c:overlay val="0"/>
    </c:legend>
    <c:plotVisOnly val="1"/>
    <c:dispBlanksAs val="gap"/>
    <c:showDLblsOverMax val="0"/>
  </c:chart>
  <c:txPr>
    <a:bodyPr/>
    <a:lstStyle/>
    <a:p>
      <a:pPr>
        <a:defRPr sz="1200" smtId="4294967295">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defRPr>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F49D15"/>
              </a:solidFill>
            </c:spPr>
          </c:dPt>
          <c:dPt>
            <c:idx val="1"/>
            <c:bubble3D val="0"/>
            <c:spPr>
              <a:solidFill>
                <a:schemeClr val="bg1"/>
              </a:solidFill>
            </c:spPr>
          </c:dPt>
          <c:cat>
            <c:strRef>
              <c:f>Sheet1!$A$2:$A$3</c:f>
              <c:strCache>
                <c:ptCount val="2"/>
                <c:pt idx="0">
                  <c:v>1st Qtr</c:v>
                </c:pt>
                <c:pt idx="1">
                  <c:v>2nd Qtr</c:v>
                </c:pt>
              </c:strCache>
            </c:strRef>
          </c:cat>
          <c:val>
            <c:numRef>
              <c:f>Sheet1!$B$2:$B$3</c:f>
              <c:numCache>
                <c:formatCode>General</c:formatCode>
                <c:ptCount val="2"/>
                <c:pt idx="0">
                  <c:v>7</c:v>
                </c:pt>
                <c:pt idx="1">
                  <c:v>3</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9BBC57"/>
              </a:solidFill>
            </c:spPr>
          </c:dPt>
          <c:dPt>
            <c:idx val="1"/>
            <c:bubble3D val="0"/>
            <c:spPr>
              <a:solidFill>
                <a:schemeClr val="bg1"/>
              </a:solidFill>
            </c:spPr>
          </c:dPt>
          <c:cat>
            <c:strRef>
              <c:f>Sheet1!$A$2:$A$3</c:f>
              <c:strCache>
                <c:ptCount val="2"/>
                <c:pt idx="0">
                  <c:v>1st Qtr</c:v>
                </c:pt>
                <c:pt idx="1">
                  <c:v>2nd Qtr</c:v>
                </c:pt>
              </c:strCache>
            </c:strRef>
          </c:cat>
          <c:val>
            <c:numRef>
              <c:f>Sheet1!$B$2:$B$3</c:f>
              <c:numCache>
                <c:formatCode>General</c:formatCode>
                <c:ptCount val="2"/>
                <c:pt idx="0">
                  <c:v>5.5</c:v>
                </c:pt>
                <c:pt idx="1">
                  <c:v>4.5</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15A185"/>
              </a:solidFill>
            </c:spPr>
          </c:dPt>
          <c:dPt>
            <c:idx val="1"/>
            <c:bubble3D val="0"/>
            <c:spPr>
              <a:solidFill>
                <a:schemeClr val="bg1"/>
              </a:solidFill>
            </c:spPr>
          </c:dPt>
          <c:cat>
            <c:strRef>
              <c:f>Sheet1!$A$2:$A$3</c:f>
              <c:strCache>
                <c:ptCount val="2"/>
                <c:pt idx="0">
                  <c:v>1st Qtr</c:v>
                </c:pt>
                <c:pt idx="1">
                  <c:v>2nd Qtr</c:v>
                </c:pt>
              </c:strCache>
            </c:strRef>
          </c:cat>
          <c:val>
            <c:numRef>
              <c:f>Sheet1!$B$2:$B$3</c:f>
              <c:numCache>
                <c:formatCode>General</c:formatCode>
                <c:ptCount val="2"/>
                <c:pt idx="0">
                  <c:v>4</c:v>
                </c:pt>
                <c:pt idx="1">
                  <c:v>6</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297F9D"/>
              </a:solidFill>
            </c:spPr>
          </c:dPt>
          <c:dPt>
            <c:idx val="1"/>
            <c:bubble3D val="0"/>
            <c:spPr>
              <a:solidFill>
                <a:schemeClr val="bg1"/>
              </a:solidFill>
            </c:spPr>
          </c:dPt>
          <c:cat>
            <c:strRef>
              <c:f>Sheet1!$A$2:$A$3</c:f>
              <c:strCache>
                <c:ptCount val="2"/>
                <c:pt idx="0">
                  <c:v>1st Qtr</c:v>
                </c:pt>
                <c:pt idx="1">
                  <c:v>2nd Qtr</c:v>
                </c:pt>
              </c:strCache>
            </c:strRef>
          </c:cat>
          <c:val>
            <c:numRef>
              <c:f>Sheet1!$B$2:$B$3</c:f>
              <c:numCache>
                <c:formatCode>General</c:formatCode>
                <c:ptCount val="2"/>
                <c:pt idx="0">
                  <c:v>8</c:v>
                </c:pt>
                <c:pt idx="1">
                  <c:v>2</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cked"/>
        <c:varyColors val="0"/>
        <c:ser>
          <c:idx val="0"/>
          <c:order val="0"/>
          <c:tx>
            <c:strRef>
              <c:f>Sheet1!$B$1</c:f>
              <c:strCache>
                <c:ptCount val="1"/>
                <c:pt idx="0">
                  <c:v>Market</c:v>
                </c:pt>
              </c:strCache>
            </c:strRef>
          </c:tx>
          <c:spPr>
            <a:solidFill>
              <a:srgbClr val="297F9D"/>
            </a:solidFill>
          </c:spPr>
          <c:cat>
            <c:numRef>
              <c:f>Sheet1!$A$2:$A$6</c:f>
              <c:numCache>
                <c:formatCode>General</c:formatCode>
                <c:ptCount val="5"/>
                <c:pt idx="0">
                  <c:v>2010</c:v>
                </c:pt>
                <c:pt idx="1">
                  <c:v>2011</c:v>
                </c:pt>
                <c:pt idx="2">
                  <c:v>2012</c:v>
                </c:pt>
                <c:pt idx="3">
                  <c:v>2013</c:v>
                </c:pt>
                <c:pt idx="4">
                  <c:v>2014</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Partner</c:v>
                </c:pt>
              </c:strCache>
            </c:strRef>
          </c:tx>
          <c:spPr>
            <a:solidFill>
              <a:srgbClr val="15A185"/>
            </a:solidFill>
          </c:spPr>
          <c:cat>
            <c:numRef>
              <c:f>Sheet1!$A$2:$A$6</c:f>
              <c:numCache>
                <c:formatCode>General</c:formatCode>
                <c:ptCount val="5"/>
                <c:pt idx="0">
                  <c:v>2010</c:v>
                </c:pt>
                <c:pt idx="1">
                  <c:v>2011</c:v>
                </c:pt>
                <c:pt idx="2">
                  <c:v>2012</c:v>
                </c:pt>
                <c:pt idx="3">
                  <c:v>2013</c:v>
                </c:pt>
                <c:pt idx="4">
                  <c:v>2014</c:v>
                </c:pt>
              </c:numCache>
            </c:numRef>
          </c:cat>
          <c:val>
            <c:numRef>
              <c:f>Sheet1!$C$2:$C$6</c:f>
              <c:numCache>
                <c:formatCode>General</c:formatCode>
                <c:ptCount val="5"/>
                <c:pt idx="0">
                  <c:v>12</c:v>
                </c:pt>
                <c:pt idx="1">
                  <c:v>12</c:v>
                </c:pt>
                <c:pt idx="2">
                  <c:v>12</c:v>
                </c:pt>
                <c:pt idx="3">
                  <c:v>21</c:v>
                </c:pt>
                <c:pt idx="4">
                  <c:v>28</c:v>
                </c:pt>
              </c:numCache>
            </c:numRef>
          </c:val>
        </c:ser>
        <c:ser>
          <c:idx val="2"/>
          <c:order val="2"/>
          <c:tx>
            <c:strRef>
              <c:f>Sheet1!$D$1</c:f>
              <c:strCache>
                <c:ptCount val="1"/>
                <c:pt idx="0">
                  <c:v>Third Party</c:v>
                </c:pt>
              </c:strCache>
            </c:strRef>
          </c:tx>
          <c:spPr>
            <a:solidFill>
              <a:srgbClr val="9BBC57"/>
            </a:solidFill>
            <a:ln w="25400">
              <a:noFill/>
            </a:ln>
          </c:spPr>
          <c:cat>
            <c:numRef>
              <c:f>Sheet1!$A$2:$A$6</c:f>
              <c:numCache>
                <c:formatCode>General</c:formatCode>
                <c:ptCount val="5"/>
                <c:pt idx="0">
                  <c:v>2010</c:v>
                </c:pt>
                <c:pt idx="1">
                  <c:v>2011</c:v>
                </c:pt>
                <c:pt idx="2">
                  <c:v>2012</c:v>
                </c:pt>
                <c:pt idx="3">
                  <c:v>2013</c:v>
                </c:pt>
                <c:pt idx="4">
                  <c:v>2014</c:v>
                </c:pt>
              </c:numCache>
            </c:numRef>
          </c:cat>
          <c:val>
            <c:numRef>
              <c:f>Sheet1!$D$2:$D$6</c:f>
              <c:numCache>
                <c:formatCode>General</c:formatCode>
                <c:ptCount val="5"/>
                <c:pt idx="0">
                  <c:v>30</c:v>
                </c:pt>
                <c:pt idx="1">
                  <c:v>23</c:v>
                </c:pt>
                <c:pt idx="2">
                  <c:v>15</c:v>
                </c:pt>
                <c:pt idx="3">
                  <c:v>21</c:v>
                </c:pt>
                <c:pt idx="4">
                  <c:v>20</c:v>
                </c:pt>
              </c:numCache>
            </c:numRef>
          </c:val>
        </c:ser>
        <c:dLbls>
          <c:showLegendKey val="0"/>
          <c:showVal val="0"/>
          <c:showCatName val="0"/>
          <c:showSerName val="0"/>
          <c:showPercent val="0"/>
          <c:showBubbleSize val="0"/>
        </c:dLbls>
        <c:axId val="308531968"/>
        <c:axId val="308533504"/>
      </c:areaChart>
      <c:catAx>
        <c:axId val="308531968"/>
        <c:scaling>
          <c:orientation val="minMax"/>
        </c:scaling>
        <c:delete val="0"/>
        <c:axPos val="b"/>
        <c:numFmt formatCode="General" sourceLinked="1"/>
        <c:majorTickMark val="out"/>
        <c:minorTickMark val="none"/>
        <c:tickLblPos val="nextTo"/>
        <c:crossAx val="308533504"/>
        <c:crosses val="autoZero"/>
        <c:auto val="0"/>
        <c:lblAlgn val="ctr"/>
        <c:lblOffset val="100"/>
        <c:noMultiLvlLbl val="0"/>
      </c:catAx>
      <c:valAx>
        <c:axId val="308533504"/>
        <c:scaling>
          <c:orientation val="minMax"/>
        </c:scaling>
        <c:delete val="0"/>
        <c:axPos val="l"/>
        <c:majorGridlines>
          <c:spPr>
            <a:ln>
              <a:solidFill>
                <a:schemeClr val="bg1">
                  <a:lumMod val="75000"/>
                </a:schemeClr>
              </a:solidFill>
            </a:ln>
          </c:spPr>
        </c:majorGridlines>
        <c:numFmt formatCode="General" sourceLinked="1"/>
        <c:majorTickMark val="out"/>
        <c:minorTickMark val="none"/>
        <c:tickLblPos val="nextTo"/>
        <c:crossAx val="308531968"/>
        <c:crosses val="autoZero"/>
        <c:crossBetween val="midCat"/>
      </c:valAx>
    </c:plotArea>
    <c:legend>
      <c:legendPos val="r"/>
      <c:layout/>
      <c:overlay val="0"/>
    </c:legend>
    <c:plotVisOnly val="1"/>
    <c:dispBlanksAs val="zero"/>
    <c:showDLblsOverMax val="0"/>
  </c:chart>
  <c:txPr>
    <a:bodyPr/>
    <a:lstStyle/>
    <a:p>
      <a:pPr>
        <a:defRPr sz="1100" smtId="4294967295">
          <a:latin typeface="Arial" panose="020B0604020202020204" pitchFamily="34" charset="0"/>
          <a:ea typeface="微软雅黑" panose="020B0503020204020204" pitchFamily="34" charset="-122"/>
          <a:cs typeface="Open Sans Light" pitchFamily="34" charset="0"/>
          <a:sym typeface="Arial" panose="020B0604020202020204" pitchFamily="34" charset="0"/>
        </a:defRPr>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15A185"/>
              </a:solidFill>
            </c:spPr>
          </c:dPt>
          <c:dPt>
            <c:idx val="1"/>
            <c:bubble3D val="0"/>
            <c:spPr>
              <a:solidFill>
                <a:schemeClr val="bg1">
                  <a:lumMod val="85000"/>
                </a:schemeClr>
              </a:solidFill>
            </c:spPr>
          </c:dPt>
          <c:cat>
            <c:strRef>
              <c:f>Sheet1!$A$2:$A$5</c:f>
              <c:strCache>
                <c:ptCount val="2"/>
                <c:pt idx="0">
                  <c:v>1st Qtr</c:v>
                </c:pt>
                <c:pt idx="1">
                  <c:v>2nd Qtr</c:v>
                </c:pt>
              </c:strCache>
            </c:strRef>
          </c:cat>
          <c:val>
            <c:numRef>
              <c:f>Sheet1!$B$2:$B$5</c:f>
              <c:numCache>
                <c:formatCode>General</c:formatCode>
                <c:ptCount val="4"/>
                <c:pt idx="0">
                  <c:v>6</c:v>
                </c:pt>
                <c:pt idx="1">
                  <c:v>4</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F49D15"/>
              </a:solidFill>
            </c:spPr>
          </c:dPt>
          <c:dPt>
            <c:idx val="1"/>
            <c:bubble3D val="0"/>
            <c:spPr>
              <a:solidFill>
                <a:schemeClr val="bg1">
                  <a:lumMod val="85000"/>
                </a:schemeClr>
              </a:solidFill>
            </c:spPr>
          </c:dPt>
          <c:cat>
            <c:strRef>
              <c:f>Sheet1!$A$2:$A$5</c:f>
              <c:strCache>
                <c:ptCount val="2"/>
                <c:pt idx="0">
                  <c:v>1st Qtr</c:v>
                </c:pt>
                <c:pt idx="1">
                  <c:v>2nd Qtr</c:v>
                </c:pt>
              </c:strCache>
            </c:strRef>
          </c:cat>
          <c:val>
            <c:numRef>
              <c:f>Sheet1!$B$2:$B$5</c:f>
              <c:numCache>
                <c:formatCode>General</c:formatCode>
                <c:ptCount val="4"/>
                <c:pt idx="0">
                  <c:v>8</c:v>
                </c:pt>
                <c:pt idx="1">
                  <c:v>3.2</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15A185"/>
              </a:solidFill>
            </c:spPr>
          </c:dPt>
          <c:dPt>
            <c:idx val="1"/>
            <c:bubble3D val="0"/>
            <c:spPr>
              <a:noFill/>
            </c:spPr>
          </c:dPt>
          <c:cat>
            <c:strRef>
              <c:f>Sheet1!$A$2:$A$5</c:f>
              <c:strCache>
                <c:ptCount val="2"/>
                <c:pt idx="0">
                  <c:v>1st Qtr</c:v>
                </c:pt>
                <c:pt idx="1">
                  <c:v>2nd Qtr</c:v>
                </c:pt>
              </c:strCache>
            </c:strRef>
          </c:cat>
          <c:val>
            <c:numRef>
              <c:f>Sheet1!$B$2:$B$5</c:f>
              <c:numCache>
                <c:formatCode>General</c:formatCode>
                <c:ptCount val="4"/>
                <c:pt idx="0">
                  <c:v>8</c:v>
                </c:pt>
                <c:pt idx="1">
                  <c:v>2</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rgbClr val="F49D15"/>
              </a:solidFill>
            </c:spPr>
          </c:dPt>
          <c:dPt>
            <c:idx val="1"/>
            <c:bubble3D val="0"/>
            <c:spPr>
              <a:noFill/>
            </c:spPr>
          </c:dPt>
          <c:cat>
            <c:strRef>
              <c:f>Sheet1!$A$2:$A$5</c:f>
              <c:strCache>
                <c:ptCount val="2"/>
                <c:pt idx="0">
                  <c:v>1st Qtr</c:v>
                </c:pt>
                <c:pt idx="1">
                  <c:v>2nd Qtr</c:v>
                </c:pt>
              </c:strCache>
            </c:strRef>
          </c:cat>
          <c:val>
            <c:numRef>
              <c:f>Sheet1!$B$2:$B$5</c:f>
              <c:numCache>
                <c:formatCode>General</c:formatCode>
                <c:ptCount val="4"/>
                <c:pt idx="0">
                  <c:v>7</c:v>
                </c:pt>
                <c:pt idx="1">
                  <c:v>4</c:v>
                </c:pt>
              </c:numCache>
            </c:numRef>
          </c:val>
        </c:ser>
        <c:dLbls>
          <c:showLegendKey val="0"/>
          <c:showVal val="0"/>
          <c:showCatName val="0"/>
          <c:showSerName val="0"/>
          <c:showPercent val="0"/>
          <c:showBubbleSize val="0"/>
          <c:showLeaderLines val="0"/>
        </c:dLbls>
        <c:firstSliceAng val="0"/>
      </c:pieChart>
    </c:plotArea>
    <c:plotVisOnly val="1"/>
    <c:dispBlanksAs val="gap"/>
    <c:showDLblsOverMax val="0"/>
  </c:chart>
  <c:txPr>
    <a:bodyPr/>
    <a:lstStyle/>
    <a:p>
      <a:pPr>
        <a:defRPr sz="1800" smtId="4294967295">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5EB2F82-FEFC-46EF-938A-A2E556FBE366}" type="doc">
      <dgm:prSet loTypeId="urn:microsoft.com/office/officeart/2005/8/layout/pyramid1" loCatId="pyramid" qsTypeId="urn:microsoft.com/office/officeart/2005/8/quickstyle/simple1" qsCatId="simple" csTypeId="urn:microsoft.com/office/officeart/2005/8/colors/accent1_2" csCatId="accent1" phldr="1"/>
      <dgm:spPr/>
      <dgm:t>
        <a:bodyPr/>
        <a:lstStyle/>
        <a:p>
          <a:endParaRPr/>
        </a:p>
      </dgm:t>
    </dgm:pt>
    <dgm:pt modelId="{81E2C031-2C14-4888-AF6A-044BFBF1B8FB}" type="parTrans" cxnId="{F4EBF784-BE46-42DA-A472-49862523F2B7}">
      <dgm:prSet/>
      <dgm:spPr/>
      <dgm:t>
        <a:bodyPr/>
        <a:lstStyle/>
        <a:p>
          <a:endParaRPr lang="en-US"/>
        </a:p>
      </dgm:t>
    </dgm:pt>
    <dgm:pt modelId="{4C916B69-1B67-4531-83AE-FF3E078BC61A}">
      <dgm:prSet phldrT="[Text]"/>
      <dgm:spPr>
        <a:solidFill>
          <a:srgbClr val="C0392B"/>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02C7297B-3DE0-40E7-A519-228D34735EA5}" type="sibTrans" cxnId="{F4EBF784-BE46-42DA-A472-49862523F2B7}">
      <dgm:prSet/>
      <dgm:spPr/>
      <dgm:t>
        <a:bodyPr/>
        <a:lstStyle/>
        <a:p>
          <a:endParaRPr lang="en-US"/>
        </a:p>
      </dgm:t>
    </dgm:pt>
    <dgm:pt modelId="{6833537D-C330-4D03-BA2B-650D1353AB03}" type="parTrans" cxnId="{4595E977-36D7-49BF-81D6-2A5D5ABC9434}">
      <dgm:prSet/>
      <dgm:spPr/>
      <dgm:t>
        <a:bodyPr/>
        <a:lstStyle/>
        <a:p>
          <a:endParaRPr lang="en-US"/>
        </a:p>
      </dgm:t>
    </dgm:pt>
    <dgm:pt modelId="{23CF1AEF-9D0A-42C7-8BEB-7C6A441B6D26}">
      <dgm:prSet phldrT="[Text]"/>
      <dgm:spPr>
        <a:solidFill>
          <a:srgbClr val="F49D15"/>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1E31AD86-8DC3-49C8-BCFE-83F6C1076CF5}" type="sibTrans" cxnId="{4595E977-36D7-49BF-81D6-2A5D5ABC9434}">
      <dgm:prSet/>
      <dgm:spPr/>
      <dgm:t>
        <a:bodyPr/>
        <a:lstStyle/>
        <a:p>
          <a:endParaRPr lang="en-US"/>
        </a:p>
      </dgm:t>
    </dgm:pt>
    <dgm:pt modelId="{157C6589-72C1-4FB7-BB78-86A1DBC518C5}" type="parTrans" cxnId="{EB3A8269-A0E2-4F33-B171-08891ADFF330}">
      <dgm:prSet/>
      <dgm:spPr/>
      <dgm:t>
        <a:bodyPr/>
        <a:lstStyle/>
        <a:p>
          <a:endParaRPr lang="en-US"/>
        </a:p>
      </dgm:t>
    </dgm:pt>
    <dgm:pt modelId="{97BFABD0-8AA5-4B73-8355-186F72285963}">
      <dgm:prSet phldrT="[Text]"/>
      <dgm:spPr>
        <a:solidFill>
          <a:srgbClr val="9BBC57"/>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E3162F15-28C9-48AF-A9E4-5CC9D2AB09B9}" type="sibTrans" cxnId="{EB3A8269-A0E2-4F33-B171-08891ADFF330}">
      <dgm:prSet/>
      <dgm:spPr/>
      <dgm:t>
        <a:bodyPr/>
        <a:lstStyle/>
        <a:p>
          <a:endParaRPr lang="en-US"/>
        </a:p>
      </dgm:t>
    </dgm:pt>
    <dgm:pt modelId="{BB42DE09-1F00-4CA5-9818-716B28CE479F}" type="parTrans" cxnId="{31239C0B-4D9B-4A45-BD7C-FFEDA9AC6154}">
      <dgm:prSet/>
      <dgm:spPr/>
      <dgm:t>
        <a:bodyPr/>
        <a:lstStyle/>
        <a:p>
          <a:endParaRPr lang="en-US"/>
        </a:p>
      </dgm:t>
    </dgm:pt>
    <dgm:pt modelId="{208EC71C-9A97-42FA-9A36-A40409258C9A}">
      <dgm:prSet phldrT="[Text]"/>
      <dgm:spPr>
        <a:solidFill>
          <a:srgbClr val="15A185"/>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EC4B7AF6-576D-48CF-A8C3-FAA1C394D83E}" type="sibTrans" cxnId="{31239C0B-4D9B-4A45-BD7C-FFEDA9AC6154}">
      <dgm:prSet/>
      <dgm:spPr/>
      <dgm:t>
        <a:bodyPr/>
        <a:lstStyle/>
        <a:p>
          <a:endParaRPr lang="en-US"/>
        </a:p>
      </dgm:t>
    </dgm:pt>
    <dgm:pt modelId="{FC794E05-A06A-4B53-886E-CE55BFC9E559}" type="parTrans" cxnId="{046212C4-C29C-4705-895F-E2D48800161F}">
      <dgm:prSet/>
      <dgm:spPr/>
      <dgm:t>
        <a:bodyPr/>
        <a:lstStyle/>
        <a:p>
          <a:endParaRPr lang="en-US"/>
        </a:p>
      </dgm:t>
    </dgm:pt>
    <dgm:pt modelId="{B2921F82-E4A9-4C91-9E26-CC9132E36700}">
      <dgm:prSet phldrT="[Text]"/>
      <dgm:spPr>
        <a:solidFill>
          <a:srgbClr val="297F9D"/>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BD84DB6E-173A-4E74-BCD4-75FE111A2FD2}" type="sibTrans" cxnId="{046212C4-C29C-4705-895F-E2D48800161F}">
      <dgm:prSet/>
      <dgm:spPr/>
      <dgm:t>
        <a:bodyPr/>
        <a:lstStyle/>
        <a:p>
          <a:endParaRPr lang="en-US"/>
        </a:p>
      </dgm:t>
    </dgm:pt>
    <dgm:pt modelId="{A47587E6-1293-4D2B-AD19-6937B6FB7E38}" type="pres">
      <dgm:prSet presAssocID="{A5EB2F82-FEFC-46EF-938A-A2E556FBE366}" presName="Name0" presStyleCnt="0">
        <dgm:presLayoutVars>
          <dgm:dir/>
          <dgm:animLvl val="lvl"/>
          <dgm:resizeHandles val="exact"/>
        </dgm:presLayoutVars>
      </dgm:prSet>
      <dgm:spPr/>
      <dgm:t>
        <a:bodyPr/>
        <a:lstStyle/>
        <a:p>
          <a:endParaRPr/>
        </a:p>
      </dgm:t>
    </dgm:pt>
    <dgm:pt modelId="{4184F912-74C7-4657-8865-A76007877277}" type="pres">
      <dgm:prSet presAssocID="{4C916B69-1B67-4531-83AE-FF3E078BC61A}" presName="Name8" presStyleCnt="0"/>
      <dgm:spPr/>
      <dgm:t>
        <a:bodyPr/>
        <a:lstStyle/>
        <a:p>
          <a:endParaRPr/>
        </a:p>
      </dgm:t>
    </dgm:pt>
    <dgm:pt modelId="{025A3FDA-54CB-4634-80EF-BA953F5EE857}" type="pres">
      <dgm:prSet presAssocID="{4C916B69-1B67-4531-83AE-FF3E078BC61A}" presName="level" presStyleLbl="node1" presStyleIdx="0" presStyleCnt="5">
        <dgm:presLayoutVars>
          <dgm:chMax val="1"/>
          <dgm:bulletEnabled val="1"/>
        </dgm:presLayoutVars>
      </dgm:prSet>
      <dgm:spPr/>
      <dgm:t>
        <a:bodyPr/>
        <a:lstStyle/>
        <a:p>
          <a:endParaRPr lang="en-US"/>
        </a:p>
      </dgm:t>
    </dgm:pt>
    <dgm:pt modelId="{22B80203-E45E-4208-ACD9-8409BF48348D}" type="pres">
      <dgm:prSet presAssocID="{4C916B69-1B67-4531-83AE-FF3E078BC61A}" presName="levelTx" presStyleLbl="revTx" presStyleIdx="0" presStyleCnt="0">
        <dgm:presLayoutVars>
          <dgm:chMax val="1"/>
          <dgm:bulletEnabled val="1"/>
        </dgm:presLayoutVars>
      </dgm:prSet>
      <dgm:spPr/>
      <dgm:t>
        <a:bodyPr/>
        <a:lstStyle/>
        <a:p>
          <a:endParaRPr lang="en-US"/>
        </a:p>
      </dgm:t>
    </dgm:pt>
    <dgm:pt modelId="{9B4540AB-615A-4362-897D-44EF18100443}" type="pres">
      <dgm:prSet presAssocID="{23CF1AEF-9D0A-42C7-8BEB-7C6A441B6D26}" presName="Name8" presStyleCnt="0"/>
      <dgm:spPr/>
      <dgm:t>
        <a:bodyPr/>
        <a:lstStyle/>
        <a:p>
          <a:endParaRPr/>
        </a:p>
      </dgm:t>
    </dgm:pt>
    <dgm:pt modelId="{24BBC7FA-E286-4E93-8A9B-5FCC9C5F9A47}" type="pres">
      <dgm:prSet presAssocID="{23CF1AEF-9D0A-42C7-8BEB-7C6A441B6D26}" presName="level" presStyleLbl="node1" presStyleIdx="1" presStyleCnt="5">
        <dgm:presLayoutVars>
          <dgm:chMax val="1"/>
          <dgm:bulletEnabled val="1"/>
        </dgm:presLayoutVars>
      </dgm:prSet>
      <dgm:spPr/>
      <dgm:t>
        <a:bodyPr/>
        <a:lstStyle/>
        <a:p>
          <a:endParaRPr lang="en-US"/>
        </a:p>
      </dgm:t>
    </dgm:pt>
    <dgm:pt modelId="{CE024518-9F47-43D2-B2C7-A8EF44986664}" type="pres">
      <dgm:prSet presAssocID="{23CF1AEF-9D0A-42C7-8BEB-7C6A441B6D26}" presName="levelTx" presStyleLbl="revTx" presStyleIdx="0" presStyleCnt="0">
        <dgm:presLayoutVars>
          <dgm:chMax val="1"/>
          <dgm:bulletEnabled val="1"/>
        </dgm:presLayoutVars>
      </dgm:prSet>
      <dgm:spPr/>
      <dgm:t>
        <a:bodyPr/>
        <a:lstStyle/>
        <a:p>
          <a:endParaRPr lang="en-US"/>
        </a:p>
      </dgm:t>
    </dgm:pt>
    <dgm:pt modelId="{62F6E5CB-7A9D-40BA-BA70-2AB21CEB902B}" type="pres">
      <dgm:prSet presAssocID="{97BFABD0-8AA5-4B73-8355-186F72285963}" presName="Name8" presStyleCnt="0"/>
      <dgm:spPr/>
      <dgm:t>
        <a:bodyPr/>
        <a:lstStyle/>
        <a:p>
          <a:endParaRPr/>
        </a:p>
      </dgm:t>
    </dgm:pt>
    <dgm:pt modelId="{1C78055D-F071-40EB-A583-703B3B0E2550}" type="pres">
      <dgm:prSet presAssocID="{97BFABD0-8AA5-4B73-8355-186F72285963}" presName="level" presStyleLbl="node1" presStyleIdx="2" presStyleCnt="5">
        <dgm:presLayoutVars>
          <dgm:chMax val="1"/>
          <dgm:bulletEnabled val="1"/>
        </dgm:presLayoutVars>
      </dgm:prSet>
      <dgm:spPr/>
      <dgm:t>
        <a:bodyPr/>
        <a:lstStyle/>
        <a:p>
          <a:endParaRPr lang="en-US"/>
        </a:p>
      </dgm:t>
    </dgm:pt>
    <dgm:pt modelId="{E6814F2E-CBCF-4391-A3F1-6616EEE06D6E}" type="pres">
      <dgm:prSet presAssocID="{97BFABD0-8AA5-4B73-8355-186F72285963}" presName="levelTx" presStyleLbl="revTx" presStyleIdx="0" presStyleCnt="0">
        <dgm:presLayoutVars>
          <dgm:chMax val="1"/>
          <dgm:bulletEnabled val="1"/>
        </dgm:presLayoutVars>
      </dgm:prSet>
      <dgm:spPr/>
      <dgm:t>
        <a:bodyPr/>
        <a:lstStyle/>
        <a:p>
          <a:endParaRPr lang="en-US"/>
        </a:p>
      </dgm:t>
    </dgm:pt>
    <dgm:pt modelId="{21C03833-CF86-4FD8-BD02-3452BC38F59A}" type="pres">
      <dgm:prSet presAssocID="{208EC71C-9A97-42FA-9A36-A40409258C9A}" presName="Name8" presStyleCnt="0"/>
      <dgm:spPr/>
      <dgm:t>
        <a:bodyPr/>
        <a:lstStyle/>
        <a:p>
          <a:endParaRPr/>
        </a:p>
      </dgm:t>
    </dgm:pt>
    <dgm:pt modelId="{611B7318-9E5A-4412-AC9F-FCFB921810D6}" type="pres">
      <dgm:prSet presAssocID="{208EC71C-9A97-42FA-9A36-A40409258C9A}" presName="level" presStyleLbl="node1" presStyleIdx="3" presStyleCnt="5">
        <dgm:presLayoutVars>
          <dgm:chMax val="1"/>
          <dgm:bulletEnabled val="1"/>
        </dgm:presLayoutVars>
      </dgm:prSet>
      <dgm:spPr/>
      <dgm:t>
        <a:bodyPr/>
        <a:lstStyle/>
        <a:p>
          <a:endParaRPr lang="en-US"/>
        </a:p>
      </dgm:t>
    </dgm:pt>
    <dgm:pt modelId="{E11945F8-DB3C-4322-87B3-C760F7CE3625}" type="pres">
      <dgm:prSet presAssocID="{208EC71C-9A97-42FA-9A36-A40409258C9A}" presName="levelTx" presStyleLbl="revTx" presStyleIdx="0" presStyleCnt="0">
        <dgm:presLayoutVars>
          <dgm:chMax val="1"/>
          <dgm:bulletEnabled val="1"/>
        </dgm:presLayoutVars>
      </dgm:prSet>
      <dgm:spPr/>
      <dgm:t>
        <a:bodyPr/>
        <a:lstStyle/>
        <a:p>
          <a:endParaRPr lang="en-US"/>
        </a:p>
      </dgm:t>
    </dgm:pt>
    <dgm:pt modelId="{24F8BA2B-299A-4384-97CE-5AB82264CEBD}" type="pres">
      <dgm:prSet presAssocID="{B2921F82-E4A9-4C91-9E26-CC9132E36700}" presName="Name8" presStyleCnt="0"/>
      <dgm:spPr/>
      <dgm:t>
        <a:bodyPr/>
        <a:lstStyle/>
        <a:p>
          <a:endParaRPr/>
        </a:p>
      </dgm:t>
    </dgm:pt>
    <dgm:pt modelId="{8009D241-5E8B-485D-970E-BE260C39894D}" type="pres">
      <dgm:prSet presAssocID="{B2921F82-E4A9-4C91-9E26-CC9132E36700}" presName="level" presStyleLbl="node1" presStyleIdx="4" presStyleCnt="5">
        <dgm:presLayoutVars>
          <dgm:chMax val="1"/>
          <dgm:bulletEnabled val="1"/>
        </dgm:presLayoutVars>
      </dgm:prSet>
      <dgm:spPr/>
      <dgm:t>
        <a:bodyPr/>
        <a:lstStyle/>
        <a:p>
          <a:endParaRPr lang="en-US"/>
        </a:p>
      </dgm:t>
    </dgm:pt>
    <dgm:pt modelId="{86BB2D09-FDDA-436D-B90E-42D984465187}" type="pres">
      <dgm:prSet presAssocID="{B2921F82-E4A9-4C91-9E26-CC9132E36700}" presName="levelTx" presStyleLbl="revTx" presStyleIdx="0" presStyleCnt="0">
        <dgm:presLayoutVars>
          <dgm:chMax val="1"/>
          <dgm:bulletEnabled val="1"/>
        </dgm:presLayoutVars>
      </dgm:prSet>
      <dgm:spPr/>
      <dgm:t>
        <a:bodyPr/>
        <a:lstStyle/>
        <a:p>
          <a:endParaRPr lang="en-US"/>
        </a:p>
      </dgm:t>
    </dgm:pt>
  </dgm:ptLst>
  <dgm:cxnLst>
    <dgm:cxn modelId="{F4EBF784-BE46-42DA-A472-49862523F2B7}" srcId="{A5EB2F82-FEFC-46EF-938A-A2E556FBE366}" destId="{4C916B69-1B67-4531-83AE-FF3E078BC61A}" srcOrd="0" destOrd="0" parTransId="{81E2C031-2C14-4888-AF6A-044BFBF1B8FB}" sibTransId="{02C7297B-3DE0-40E7-A519-228D34735EA5}"/>
    <dgm:cxn modelId="{576A2DEC-4E8A-4D5C-B4E2-4EF7C2850559}" type="presOf" srcId="{208EC71C-9A97-42FA-9A36-A40409258C9A}" destId="{E11945F8-DB3C-4322-87B3-C760F7CE3625}" srcOrd="1" destOrd="0" presId="urn:microsoft.com/office/officeart/2005/8/layout/pyramid1"/>
    <dgm:cxn modelId="{EB3A8269-A0E2-4F33-B171-08891ADFF330}" srcId="{A5EB2F82-FEFC-46EF-938A-A2E556FBE366}" destId="{97BFABD0-8AA5-4B73-8355-186F72285963}" srcOrd="2" destOrd="0" parTransId="{157C6589-72C1-4FB7-BB78-86A1DBC518C5}" sibTransId="{E3162F15-28C9-48AF-A9E4-5CC9D2AB09B9}"/>
    <dgm:cxn modelId="{046212C4-C29C-4705-895F-E2D48800161F}" srcId="{A5EB2F82-FEFC-46EF-938A-A2E556FBE366}" destId="{B2921F82-E4A9-4C91-9E26-CC9132E36700}" srcOrd="4" destOrd="0" parTransId="{FC794E05-A06A-4B53-886E-CE55BFC9E559}" sibTransId="{BD84DB6E-173A-4E74-BCD4-75FE111A2FD2}"/>
    <dgm:cxn modelId="{73B29E0E-EC95-49D3-9051-07BD434A3FB1}" type="presOf" srcId="{97BFABD0-8AA5-4B73-8355-186F72285963}" destId="{E6814F2E-CBCF-4391-A3F1-6616EEE06D6E}" srcOrd="1" destOrd="0" presId="urn:microsoft.com/office/officeart/2005/8/layout/pyramid1"/>
    <dgm:cxn modelId="{31239C0B-4D9B-4A45-BD7C-FFEDA9AC6154}" srcId="{A5EB2F82-FEFC-46EF-938A-A2E556FBE366}" destId="{208EC71C-9A97-42FA-9A36-A40409258C9A}" srcOrd="3" destOrd="0" parTransId="{BB42DE09-1F00-4CA5-9818-716B28CE479F}" sibTransId="{EC4B7AF6-576D-48CF-A8C3-FAA1C394D83E}"/>
    <dgm:cxn modelId="{1A35F6C4-143D-4C94-96F0-DD0E70BEBAF3}" type="presOf" srcId="{208EC71C-9A97-42FA-9A36-A40409258C9A}" destId="{611B7318-9E5A-4412-AC9F-FCFB921810D6}" srcOrd="0" destOrd="0" presId="urn:microsoft.com/office/officeart/2005/8/layout/pyramid1"/>
    <dgm:cxn modelId="{4FFAAFA4-E590-4868-B4B8-35B6F446312B}" type="presOf" srcId="{4C916B69-1B67-4531-83AE-FF3E078BC61A}" destId="{025A3FDA-54CB-4634-80EF-BA953F5EE857}" srcOrd="0" destOrd="0" presId="urn:microsoft.com/office/officeart/2005/8/layout/pyramid1"/>
    <dgm:cxn modelId="{963BE6C0-8090-45E4-AF15-B282E9015E2A}" type="presOf" srcId="{4C916B69-1B67-4531-83AE-FF3E078BC61A}" destId="{22B80203-E45E-4208-ACD9-8409BF48348D}" srcOrd="1" destOrd="0" presId="urn:microsoft.com/office/officeart/2005/8/layout/pyramid1"/>
    <dgm:cxn modelId="{5DF27CD3-9C1A-4ADA-B2D4-1CF9D7541219}" type="presOf" srcId="{23CF1AEF-9D0A-42C7-8BEB-7C6A441B6D26}" destId="{CE024518-9F47-43D2-B2C7-A8EF44986664}" srcOrd="1" destOrd="0" presId="urn:microsoft.com/office/officeart/2005/8/layout/pyramid1"/>
    <dgm:cxn modelId="{EB0C07E4-3232-4761-A2FE-6D2A1F081C8E}" type="presOf" srcId="{A5EB2F82-FEFC-46EF-938A-A2E556FBE366}" destId="{A47587E6-1293-4D2B-AD19-6937B6FB7E38}" srcOrd="0" destOrd="0" presId="urn:microsoft.com/office/officeart/2005/8/layout/pyramid1"/>
    <dgm:cxn modelId="{EFE03A9F-E28C-4023-9357-A8981F5346EA}" type="presOf" srcId="{23CF1AEF-9D0A-42C7-8BEB-7C6A441B6D26}" destId="{24BBC7FA-E286-4E93-8A9B-5FCC9C5F9A47}" srcOrd="0" destOrd="0" presId="urn:microsoft.com/office/officeart/2005/8/layout/pyramid1"/>
    <dgm:cxn modelId="{7562C60A-4288-4EA3-B42C-F8784C4765C9}" type="presOf" srcId="{B2921F82-E4A9-4C91-9E26-CC9132E36700}" destId="{8009D241-5E8B-485D-970E-BE260C39894D}" srcOrd="0" destOrd="0" presId="urn:microsoft.com/office/officeart/2005/8/layout/pyramid1"/>
    <dgm:cxn modelId="{3997CE79-48AB-4ED8-BD66-FDDDE4898D19}" type="presOf" srcId="{97BFABD0-8AA5-4B73-8355-186F72285963}" destId="{1C78055D-F071-40EB-A583-703B3B0E2550}" srcOrd="0" destOrd="0" presId="urn:microsoft.com/office/officeart/2005/8/layout/pyramid1"/>
    <dgm:cxn modelId="{CAC56148-DB18-492E-94C5-5E3A79034888}" type="presOf" srcId="{B2921F82-E4A9-4C91-9E26-CC9132E36700}" destId="{86BB2D09-FDDA-436D-B90E-42D984465187}" srcOrd="1" destOrd="0" presId="urn:microsoft.com/office/officeart/2005/8/layout/pyramid1"/>
    <dgm:cxn modelId="{4595E977-36D7-49BF-81D6-2A5D5ABC9434}" srcId="{A5EB2F82-FEFC-46EF-938A-A2E556FBE366}" destId="{23CF1AEF-9D0A-42C7-8BEB-7C6A441B6D26}" srcOrd="1" destOrd="0" parTransId="{6833537D-C330-4D03-BA2B-650D1353AB03}" sibTransId="{1E31AD86-8DC3-49C8-BCFE-83F6C1076CF5}"/>
    <dgm:cxn modelId="{08098D89-22E5-401B-9779-7FA69BFC21E6}" type="presParOf" srcId="{A47587E6-1293-4D2B-AD19-6937B6FB7E38}" destId="{4184F912-74C7-4657-8865-A76007877277}" srcOrd="0" destOrd="0" presId="urn:microsoft.com/office/officeart/2005/8/layout/pyramid1"/>
    <dgm:cxn modelId="{1F4214F2-5CBF-4CF1-8095-4315F402EFD2}" type="presParOf" srcId="{4184F912-74C7-4657-8865-A76007877277}" destId="{025A3FDA-54CB-4634-80EF-BA953F5EE857}" srcOrd="0" destOrd="0" presId="urn:microsoft.com/office/officeart/2005/8/layout/pyramid1"/>
    <dgm:cxn modelId="{20746C54-70DC-4394-B765-EC22615365EF}" type="presParOf" srcId="{4184F912-74C7-4657-8865-A76007877277}" destId="{22B80203-E45E-4208-ACD9-8409BF48348D}" srcOrd="1" destOrd="0" presId="urn:microsoft.com/office/officeart/2005/8/layout/pyramid1"/>
    <dgm:cxn modelId="{14F43BAE-D20D-4035-B880-1D5C67A1D9EB}" type="presParOf" srcId="{A47587E6-1293-4D2B-AD19-6937B6FB7E38}" destId="{9B4540AB-615A-4362-897D-44EF18100443}" srcOrd="1" destOrd="0" presId="urn:microsoft.com/office/officeart/2005/8/layout/pyramid1"/>
    <dgm:cxn modelId="{1572D18C-8A00-45A9-AE9B-DE477D43D2B7}" type="presParOf" srcId="{9B4540AB-615A-4362-897D-44EF18100443}" destId="{24BBC7FA-E286-4E93-8A9B-5FCC9C5F9A47}" srcOrd="0" destOrd="0" presId="urn:microsoft.com/office/officeart/2005/8/layout/pyramid1"/>
    <dgm:cxn modelId="{8A35FA03-9969-4F51-B8E6-C75C249E1666}" type="presParOf" srcId="{9B4540AB-615A-4362-897D-44EF18100443}" destId="{CE024518-9F47-43D2-B2C7-A8EF44986664}" srcOrd="1" destOrd="0" presId="urn:microsoft.com/office/officeart/2005/8/layout/pyramid1"/>
    <dgm:cxn modelId="{E780C334-EAAD-4B3F-860C-1A559A2C3C9B}" type="presParOf" srcId="{A47587E6-1293-4D2B-AD19-6937B6FB7E38}" destId="{62F6E5CB-7A9D-40BA-BA70-2AB21CEB902B}" srcOrd="2" destOrd="0" presId="urn:microsoft.com/office/officeart/2005/8/layout/pyramid1"/>
    <dgm:cxn modelId="{365DF6BF-AFA3-491F-9C4C-BEBAF4D2BC69}" type="presParOf" srcId="{62F6E5CB-7A9D-40BA-BA70-2AB21CEB902B}" destId="{1C78055D-F071-40EB-A583-703B3B0E2550}" srcOrd="0" destOrd="0" presId="urn:microsoft.com/office/officeart/2005/8/layout/pyramid1"/>
    <dgm:cxn modelId="{A5F1D065-8CFB-4F11-9C57-E89172A27F7D}" type="presParOf" srcId="{62F6E5CB-7A9D-40BA-BA70-2AB21CEB902B}" destId="{E6814F2E-CBCF-4391-A3F1-6616EEE06D6E}" srcOrd="1" destOrd="0" presId="urn:microsoft.com/office/officeart/2005/8/layout/pyramid1"/>
    <dgm:cxn modelId="{048E4E50-4A79-44F0-B94C-B8026F2DDBAC}" type="presParOf" srcId="{A47587E6-1293-4D2B-AD19-6937B6FB7E38}" destId="{21C03833-CF86-4FD8-BD02-3452BC38F59A}" srcOrd="3" destOrd="0" presId="urn:microsoft.com/office/officeart/2005/8/layout/pyramid1"/>
    <dgm:cxn modelId="{187A69A4-91B5-4B15-B80C-A83DB8189741}" type="presParOf" srcId="{21C03833-CF86-4FD8-BD02-3452BC38F59A}" destId="{611B7318-9E5A-4412-AC9F-FCFB921810D6}" srcOrd="0" destOrd="0" presId="urn:microsoft.com/office/officeart/2005/8/layout/pyramid1"/>
    <dgm:cxn modelId="{B4816B9A-5AFA-4674-9C6A-9E960BFFFE69}" type="presParOf" srcId="{21C03833-CF86-4FD8-BD02-3452BC38F59A}" destId="{E11945F8-DB3C-4322-87B3-C760F7CE3625}" srcOrd="1" destOrd="0" presId="urn:microsoft.com/office/officeart/2005/8/layout/pyramid1"/>
    <dgm:cxn modelId="{6762214C-566A-4EBF-89AC-BAE78D85F94B}" type="presParOf" srcId="{A47587E6-1293-4D2B-AD19-6937B6FB7E38}" destId="{24F8BA2B-299A-4384-97CE-5AB82264CEBD}" srcOrd="4" destOrd="0" presId="urn:microsoft.com/office/officeart/2005/8/layout/pyramid1"/>
    <dgm:cxn modelId="{BA887034-11AC-4520-B56C-EAD34BE1036A}" type="presParOf" srcId="{24F8BA2B-299A-4384-97CE-5AB82264CEBD}" destId="{8009D241-5E8B-485D-970E-BE260C39894D}" srcOrd="0" destOrd="0" presId="urn:microsoft.com/office/officeart/2005/8/layout/pyramid1"/>
    <dgm:cxn modelId="{6C3B904C-A6F6-4E03-8AA0-4C2CFDE64F75}" type="presParOf" srcId="{24F8BA2B-299A-4384-97CE-5AB82264CEBD}" destId="{86BB2D09-FDDA-436D-B90E-42D984465187}" srcOrd="1" destOrd="0" presId="urn:microsoft.com/office/officeart/2005/8/layout/pyramid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67B46AAB-EEF2-43E0-B3D5-944BB7BD9AD7}" type="doc">
      <dgm:prSet loTypeId="urn:microsoft.com/office/officeart/2005/8/layout/chart3" loCatId="relationship" qsTypeId="urn:microsoft.com/office/officeart/2005/8/quickstyle/simple1" qsCatId="simple" csTypeId="urn:microsoft.com/office/officeart/2005/8/colors/accent1_2" csCatId="accent1" phldr="1"/>
      <dgm:spPr/>
      <dgm:t>
        <a:bodyPr/>
        <a:lstStyle/>
        <a:p>
          <a:endParaRPr/>
        </a:p>
      </dgm:t>
    </dgm:pt>
    <dgm:pt modelId="{A82FFD2C-2566-4D18-95B5-73B8ADF7105B}" type="parTrans" cxnId="{E01195DD-6D27-4B8A-AC4D-DC2658C403A2}">
      <dgm:prSet/>
      <dgm:spPr/>
      <dgm:t>
        <a:bodyPr/>
        <a:lstStyle/>
        <a:p>
          <a:endParaRPr lang="en-US"/>
        </a:p>
      </dgm:t>
    </dgm:pt>
    <dgm:pt modelId="{65893168-59D5-4C54-8B19-33D7789C52C7}">
      <dgm:prSet phldrT="[Text]"/>
      <dgm:spPr>
        <a:solidFill>
          <a:srgbClr val="F49D15"/>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D6847E8C-7A08-48BA-9EB6-0DDADA5A1CCE}" type="sibTrans" cxnId="{E01195DD-6D27-4B8A-AC4D-DC2658C403A2}">
      <dgm:prSet/>
      <dgm:spPr/>
      <dgm:t>
        <a:bodyPr/>
        <a:lstStyle/>
        <a:p>
          <a:endParaRPr lang="en-US"/>
        </a:p>
      </dgm:t>
    </dgm:pt>
    <dgm:pt modelId="{6A6B5A2E-CE37-4136-9DE1-E4E53264CCDF}" type="parTrans" cxnId="{298B5C85-1990-4769-8480-91CEF1FFF162}">
      <dgm:prSet/>
      <dgm:spPr/>
      <dgm:t>
        <a:bodyPr/>
        <a:lstStyle/>
        <a:p>
          <a:endParaRPr lang="en-US"/>
        </a:p>
      </dgm:t>
    </dgm:pt>
    <dgm:pt modelId="{E30C1273-F18B-44A7-BDA2-E016FC4B6A60}">
      <dgm:prSet phldrT="[Text]"/>
      <dgm:spPr>
        <a:solidFill>
          <a:srgbClr val="C0392B"/>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4F1E1E70-E485-4D41-B67C-DACE0E42F931}" type="sibTrans" cxnId="{298B5C85-1990-4769-8480-91CEF1FFF162}">
      <dgm:prSet/>
      <dgm:spPr/>
      <dgm:t>
        <a:bodyPr/>
        <a:lstStyle/>
        <a:p>
          <a:endParaRPr lang="en-US"/>
        </a:p>
      </dgm:t>
    </dgm:pt>
    <dgm:pt modelId="{64E5038F-5757-4439-93EC-C3A4B056EC3B}" type="parTrans" cxnId="{8765BAE2-6ABD-4118-ABCE-DA02B1ABE28C}">
      <dgm:prSet/>
      <dgm:spPr/>
      <dgm:t>
        <a:bodyPr/>
        <a:lstStyle/>
        <a:p>
          <a:endParaRPr lang="en-US"/>
        </a:p>
      </dgm:t>
    </dgm:pt>
    <dgm:pt modelId="{169DDD14-7252-4EE6-AE87-728901EB93EC}">
      <dgm:prSet phldrT="[Text]"/>
      <dgm:spPr>
        <a:solidFill>
          <a:srgbClr val="9BBC57"/>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6F11693A-3E2B-4F7C-A82C-634B89BA5BA2}" type="sibTrans" cxnId="{8765BAE2-6ABD-4118-ABCE-DA02B1ABE28C}">
      <dgm:prSet/>
      <dgm:spPr/>
      <dgm:t>
        <a:bodyPr/>
        <a:lstStyle/>
        <a:p>
          <a:endParaRPr lang="en-US"/>
        </a:p>
      </dgm:t>
    </dgm:pt>
    <dgm:pt modelId="{A580EA5A-E612-420E-AC6E-B2984B731B5E}" type="parTrans" cxnId="{5E60E399-DB9E-44E7-A264-E122774D2977}">
      <dgm:prSet/>
      <dgm:spPr/>
      <dgm:t>
        <a:bodyPr/>
        <a:lstStyle/>
        <a:p>
          <a:endParaRPr lang="en-US"/>
        </a:p>
      </dgm:t>
    </dgm:pt>
    <dgm:pt modelId="{347E7686-F1DF-4980-8F8D-A59B79053347}">
      <dgm:prSet phldrT="[Text]"/>
      <dgm:spPr>
        <a:solidFill>
          <a:srgbClr val="15A185"/>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1D676651-E118-4228-A768-F4B563493A02}" type="sibTrans" cxnId="{5E60E399-DB9E-44E7-A264-E122774D2977}">
      <dgm:prSet/>
      <dgm:spPr/>
      <dgm:t>
        <a:bodyPr/>
        <a:lstStyle/>
        <a:p>
          <a:endParaRPr lang="en-US"/>
        </a:p>
      </dgm:t>
    </dgm:pt>
    <dgm:pt modelId="{E92A03B9-EBE4-4144-A504-F77ABBE1BA0B}" type="parTrans" cxnId="{482400AC-689B-4AC1-B010-1560911FABCD}">
      <dgm:prSet/>
      <dgm:spPr/>
      <dgm:t>
        <a:bodyPr/>
        <a:lstStyle/>
        <a:p>
          <a:endParaRPr lang="en-US"/>
        </a:p>
      </dgm:t>
    </dgm:pt>
    <dgm:pt modelId="{AB2190FE-322E-4B1C-822A-A6B322A14CA3}">
      <dgm:prSet phldrT="[Text]"/>
      <dgm:spPr>
        <a:solidFill>
          <a:srgbClr val="297F9D"/>
        </a:solidFill>
        <a:ln>
          <a:noFill/>
        </a:ln>
      </dgm:spPr>
      <dgm:t>
        <a:bodyPr/>
        <a:lstStyle/>
        <a:p>
          <a:endParaRPr lang="en-US">
            <a:latin typeface="Arial" panose="020B0604020202020204" pitchFamily="34" charset="0"/>
            <a:ea typeface="微软雅黑" panose="020B0503020204020204" pitchFamily="34" charset="-122"/>
            <a:sym typeface="Arial" panose="020B0604020202020204" pitchFamily="34" charset="0"/>
          </a:endParaRPr>
        </a:p>
      </dgm:t>
    </dgm:pt>
    <dgm:pt modelId="{B8D4A352-8A28-488D-BE9A-DD6FC300EEF1}" type="sibTrans" cxnId="{482400AC-689B-4AC1-B010-1560911FABCD}">
      <dgm:prSet/>
      <dgm:spPr/>
      <dgm:t>
        <a:bodyPr/>
        <a:lstStyle/>
        <a:p>
          <a:endParaRPr lang="en-US"/>
        </a:p>
      </dgm:t>
    </dgm:pt>
    <dgm:pt modelId="{0179913D-18D3-4684-8CF6-A738BFC7B7BF}" type="pres">
      <dgm:prSet presAssocID="{67B46AAB-EEF2-43E0-B3D5-944BB7BD9AD7}" presName="compositeShape" presStyleCnt="0">
        <dgm:presLayoutVars>
          <dgm:chMax val="7"/>
          <dgm:dir/>
          <dgm:resizeHandles val="exact"/>
        </dgm:presLayoutVars>
      </dgm:prSet>
      <dgm:spPr/>
      <dgm:t>
        <a:bodyPr/>
        <a:lstStyle/>
        <a:p>
          <a:endParaRPr/>
        </a:p>
      </dgm:t>
    </dgm:pt>
    <dgm:pt modelId="{A4514F13-B60B-4EDD-99EA-3D2718E5F07D}" type="pres">
      <dgm:prSet presAssocID="{67B46AAB-EEF2-43E0-B3D5-944BB7BD9AD7}" presName="wedge1" presStyleLbl="node1" presStyleIdx="0" presStyleCnt="5"/>
      <dgm:spPr/>
      <dgm:t>
        <a:bodyPr/>
        <a:lstStyle/>
        <a:p>
          <a:endParaRPr lang="en-US"/>
        </a:p>
      </dgm:t>
    </dgm:pt>
    <dgm:pt modelId="{13DA3794-CBAB-49EA-99DC-18C6FF5E2C99}" type="pres">
      <dgm:prSet presAssocID="{67B46AAB-EEF2-43E0-B3D5-944BB7BD9AD7}" presName="wedge1Tx" presStyleLbl="node1" presStyleIdx="0" presStyleCnt="5">
        <dgm:presLayoutVars>
          <dgm:chMax val="0"/>
          <dgm:chPref val="0"/>
          <dgm:bulletEnabled val="1"/>
        </dgm:presLayoutVars>
      </dgm:prSet>
      <dgm:spPr/>
      <dgm:t>
        <a:bodyPr/>
        <a:lstStyle/>
        <a:p>
          <a:endParaRPr lang="en-US"/>
        </a:p>
      </dgm:t>
    </dgm:pt>
    <dgm:pt modelId="{472DDAAE-02EC-4FF8-8EB8-1063416F8DDA}" type="pres">
      <dgm:prSet presAssocID="{67B46AAB-EEF2-43E0-B3D5-944BB7BD9AD7}" presName="wedge2" presStyleLbl="node1" presStyleIdx="1" presStyleCnt="5"/>
      <dgm:spPr/>
      <dgm:t>
        <a:bodyPr/>
        <a:lstStyle/>
        <a:p>
          <a:endParaRPr lang="en-US"/>
        </a:p>
      </dgm:t>
    </dgm:pt>
    <dgm:pt modelId="{D228EC4B-F5A6-486F-B6DB-01CBEB7C77FE}" type="pres">
      <dgm:prSet presAssocID="{67B46AAB-EEF2-43E0-B3D5-944BB7BD9AD7}" presName="wedge2Tx" presStyleLbl="node1" presStyleIdx="1" presStyleCnt="5">
        <dgm:presLayoutVars>
          <dgm:chMax val="0"/>
          <dgm:chPref val="0"/>
          <dgm:bulletEnabled val="1"/>
        </dgm:presLayoutVars>
      </dgm:prSet>
      <dgm:spPr/>
      <dgm:t>
        <a:bodyPr/>
        <a:lstStyle/>
        <a:p>
          <a:endParaRPr lang="en-US"/>
        </a:p>
      </dgm:t>
    </dgm:pt>
    <dgm:pt modelId="{7F1F13D5-9BF9-4781-AAFF-DE20F63BBF01}" type="pres">
      <dgm:prSet presAssocID="{67B46AAB-EEF2-43E0-B3D5-944BB7BD9AD7}" presName="wedge3" presStyleLbl="node1" presStyleIdx="2" presStyleCnt="5"/>
      <dgm:spPr/>
      <dgm:t>
        <a:bodyPr/>
        <a:lstStyle/>
        <a:p>
          <a:endParaRPr lang="en-US"/>
        </a:p>
      </dgm:t>
    </dgm:pt>
    <dgm:pt modelId="{630973AC-753D-48B5-BDEC-08F0C64FDA50}" type="pres">
      <dgm:prSet presAssocID="{67B46AAB-EEF2-43E0-B3D5-944BB7BD9AD7}" presName="wedge3Tx" presStyleLbl="node1" presStyleIdx="2" presStyleCnt="5">
        <dgm:presLayoutVars>
          <dgm:chMax val="0"/>
          <dgm:chPref val="0"/>
          <dgm:bulletEnabled val="1"/>
        </dgm:presLayoutVars>
      </dgm:prSet>
      <dgm:spPr/>
      <dgm:t>
        <a:bodyPr/>
        <a:lstStyle/>
        <a:p>
          <a:endParaRPr lang="en-US"/>
        </a:p>
      </dgm:t>
    </dgm:pt>
    <dgm:pt modelId="{2B446166-4B3D-4862-9E1B-A6AB4919726D}" type="pres">
      <dgm:prSet presAssocID="{67B46AAB-EEF2-43E0-B3D5-944BB7BD9AD7}" presName="wedge4" presStyleLbl="node1" presStyleIdx="3" presStyleCnt="5"/>
      <dgm:spPr/>
      <dgm:t>
        <a:bodyPr/>
        <a:lstStyle/>
        <a:p>
          <a:endParaRPr lang="en-US"/>
        </a:p>
      </dgm:t>
    </dgm:pt>
    <dgm:pt modelId="{32E3092F-6BEA-470D-8E21-17F53E35FC59}" type="pres">
      <dgm:prSet presAssocID="{67B46AAB-EEF2-43E0-B3D5-944BB7BD9AD7}" presName="wedge4Tx" presStyleLbl="node1" presStyleIdx="3" presStyleCnt="5">
        <dgm:presLayoutVars>
          <dgm:chMax val="0"/>
          <dgm:chPref val="0"/>
          <dgm:bulletEnabled val="1"/>
        </dgm:presLayoutVars>
      </dgm:prSet>
      <dgm:spPr/>
      <dgm:t>
        <a:bodyPr/>
        <a:lstStyle/>
        <a:p>
          <a:endParaRPr lang="en-US"/>
        </a:p>
      </dgm:t>
    </dgm:pt>
    <dgm:pt modelId="{A889ADA5-FE21-407E-A95B-ECFCAEE32533}" type="pres">
      <dgm:prSet presAssocID="{67B46AAB-EEF2-43E0-B3D5-944BB7BD9AD7}" presName="wedge5" presStyleLbl="node1" presStyleIdx="4" presStyleCnt="5"/>
      <dgm:spPr/>
      <dgm:t>
        <a:bodyPr/>
        <a:lstStyle/>
        <a:p>
          <a:endParaRPr lang="en-US"/>
        </a:p>
      </dgm:t>
    </dgm:pt>
    <dgm:pt modelId="{86C0AB21-E3AB-4358-9E89-622721593C24}" type="pres">
      <dgm:prSet presAssocID="{67B46AAB-EEF2-43E0-B3D5-944BB7BD9AD7}" presName="wedge5Tx" presStyleLbl="node1" presStyleIdx="4" presStyleCnt="5">
        <dgm:presLayoutVars>
          <dgm:chMax val="0"/>
          <dgm:chPref val="0"/>
          <dgm:bulletEnabled val="1"/>
        </dgm:presLayoutVars>
      </dgm:prSet>
      <dgm:spPr/>
      <dgm:t>
        <a:bodyPr/>
        <a:lstStyle/>
        <a:p>
          <a:endParaRPr lang="en-US"/>
        </a:p>
      </dgm:t>
    </dgm:pt>
  </dgm:ptLst>
  <dgm:cxnLst>
    <dgm:cxn modelId="{1957A536-BB66-4E41-8D38-C27810959E62}" type="presOf" srcId="{169DDD14-7252-4EE6-AE87-728901EB93EC}" destId="{630973AC-753D-48B5-BDEC-08F0C64FDA50}" srcOrd="1" destOrd="0" presId="urn:microsoft.com/office/officeart/2005/8/layout/chart3"/>
    <dgm:cxn modelId="{E01195DD-6D27-4B8A-AC4D-DC2658C403A2}" srcId="{67B46AAB-EEF2-43E0-B3D5-944BB7BD9AD7}" destId="{65893168-59D5-4C54-8B19-33D7789C52C7}" srcOrd="0" destOrd="0" parTransId="{A82FFD2C-2566-4D18-95B5-73B8ADF7105B}" sibTransId="{D6847E8C-7A08-48BA-9EB6-0DDADA5A1CCE}"/>
    <dgm:cxn modelId="{298B5C85-1990-4769-8480-91CEF1FFF162}" srcId="{67B46AAB-EEF2-43E0-B3D5-944BB7BD9AD7}" destId="{E30C1273-F18B-44A7-BDA2-E016FC4B6A60}" srcOrd="1" destOrd="0" parTransId="{6A6B5A2E-CE37-4136-9DE1-E4E53264CCDF}" sibTransId="{4F1E1E70-E485-4D41-B67C-DACE0E42F931}"/>
    <dgm:cxn modelId="{84FAAFC6-9641-4FDB-83F3-1E8AB898A08A}" type="presOf" srcId="{E30C1273-F18B-44A7-BDA2-E016FC4B6A60}" destId="{472DDAAE-02EC-4FF8-8EB8-1063416F8DDA}" srcOrd="0" destOrd="0" presId="urn:microsoft.com/office/officeart/2005/8/layout/chart3"/>
    <dgm:cxn modelId="{3F45299A-03AE-4C99-9203-3088C54E21B7}" type="presOf" srcId="{347E7686-F1DF-4980-8F8D-A59B79053347}" destId="{32E3092F-6BEA-470D-8E21-17F53E35FC59}" srcOrd="1" destOrd="0" presId="urn:microsoft.com/office/officeart/2005/8/layout/chart3"/>
    <dgm:cxn modelId="{18C84AF7-A119-406E-8B3F-DA44E96544C2}" type="presOf" srcId="{65893168-59D5-4C54-8B19-33D7789C52C7}" destId="{13DA3794-CBAB-49EA-99DC-18C6FF5E2C99}" srcOrd="1" destOrd="0" presId="urn:microsoft.com/office/officeart/2005/8/layout/chart3"/>
    <dgm:cxn modelId="{5E60E399-DB9E-44E7-A264-E122774D2977}" srcId="{67B46AAB-EEF2-43E0-B3D5-944BB7BD9AD7}" destId="{347E7686-F1DF-4980-8F8D-A59B79053347}" srcOrd="3" destOrd="0" parTransId="{A580EA5A-E612-420E-AC6E-B2984B731B5E}" sibTransId="{1D676651-E118-4228-A768-F4B563493A02}"/>
    <dgm:cxn modelId="{101CC887-670E-4057-91CD-9CB69A02AE72}" type="presOf" srcId="{67B46AAB-EEF2-43E0-B3D5-944BB7BD9AD7}" destId="{0179913D-18D3-4684-8CF6-A738BFC7B7BF}" srcOrd="0" destOrd="0" presId="urn:microsoft.com/office/officeart/2005/8/layout/chart3"/>
    <dgm:cxn modelId="{2E516ABF-1DDD-4540-B967-CC9B1C0F21E3}" type="presOf" srcId="{AB2190FE-322E-4B1C-822A-A6B322A14CA3}" destId="{A889ADA5-FE21-407E-A95B-ECFCAEE32533}" srcOrd="0" destOrd="0" presId="urn:microsoft.com/office/officeart/2005/8/layout/chart3"/>
    <dgm:cxn modelId="{FDDCE37B-1788-4355-80D8-83A9981F0606}" type="presOf" srcId="{347E7686-F1DF-4980-8F8D-A59B79053347}" destId="{2B446166-4B3D-4862-9E1B-A6AB4919726D}" srcOrd="0" destOrd="0" presId="urn:microsoft.com/office/officeart/2005/8/layout/chart3"/>
    <dgm:cxn modelId="{A6B69F04-C6BE-4009-8B41-0CD8716B409F}" type="presOf" srcId="{169DDD14-7252-4EE6-AE87-728901EB93EC}" destId="{7F1F13D5-9BF9-4781-AAFF-DE20F63BBF01}" srcOrd="0" destOrd="0" presId="urn:microsoft.com/office/officeart/2005/8/layout/chart3"/>
    <dgm:cxn modelId="{A7B6C2AA-9C10-4C4A-B592-802A17735B51}" type="presOf" srcId="{AB2190FE-322E-4B1C-822A-A6B322A14CA3}" destId="{86C0AB21-E3AB-4358-9E89-622721593C24}" srcOrd="1" destOrd="0" presId="urn:microsoft.com/office/officeart/2005/8/layout/chart3"/>
    <dgm:cxn modelId="{8765BAE2-6ABD-4118-ABCE-DA02B1ABE28C}" srcId="{67B46AAB-EEF2-43E0-B3D5-944BB7BD9AD7}" destId="{169DDD14-7252-4EE6-AE87-728901EB93EC}" srcOrd="2" destOrd="0" parTransId="{64E5038F-5757-4439-93EC-C3A4B056EC3B}" sibTransId="{6F11693A-3E2B-4F7C-A82C-634B89BA5BA2}"/>
    <dgm:cxn modelId="{AD937800-BE82-481C-A930-6786E7B1C0AE}" type="presOf" srcId="{65893168-59D5-4C54-8B19-33D7789C52C7}" destId="{A4514F13-B60B-4EDD-99EA-3D2718E5F07D}" srcOrd="0" destOrd="0" presId="urn:microsoft.com/office/officeart/2005/8/layout/chart3"/>
    <dgm:cxn modelId="{763D38A3-95E6-4CE3-95D3-BD0B989AAF99}" type="presOf" srcId="{E30C1273-F18B-44A7-BDA2-E016FC4B6A60}" destId="{D228EC4B-F5A6-486F-B6DB-01CBEB7C77FE}" srcOrd="1" destOrd="0" presId="urn:microsoft.com/office/officeart/2005/8/layout/chart3"/>
    <dgm:cxn modelId="{482400AC-689B-4AC1-B010-1560911FABCD}" srcId="{67B46AAB-EEF2-43E0-B3D5-944BB7BD9AD7}" destId="{AB2190FE-322E-4B1C-822A-A6B322A14CA3}" srcOrd="4" destOrd="0" parTransId="{E92A03B9-EBE4-4144-A504-F77ABBE1BA0B}" sibTransId="{B8D4A352-8A28-488D-BE9A-DD6FC300EEF1}"/>
    <dgm:cxn modelId="{C913C065-B777-4CD2-A269-756F18489179}" type="presParOf" srcId="{0179913D-18D3-4684-8CF6-A738BFC7B7BF}" destId="{A4514F13-B60B-4EDD-99EA-3D2718E5F07D}" srcOrd="0" destOrd="0" presId="urn:microsoft.com/office/officeart/2005/8/layout/chart3"/>
    <dgm:cxn modelId="{B95FF9E0-795C-459E-9B9A-E43189312284}" type="presParOf" srcId="{0179913D-18D3-4684-8CF6-A738BFC7B7BF}" destId="{13DA3794-CBAB-49EA-99DC-18C6FF5E2C99}" srcOrd="1" destOrd="0" presId="urn:microsoft.com/office/officeart/2005/8/layout/chart3"/>
    <dgm:cxn modelId="{D48D4FF8-6CBA-4782-B760-044E1457E68E}" type="presParOf" srcId="{0179913D-18D3-4684-8CF6-A738BFC7B7BF}" destId="{472DDAAE-02EC-4FF8-8EB8-1063416F8DDA}" srcOrd="2" destOrd="0" presId="urn:microsoft.com/office/officeart/2005/8/layout/chart3"/>
    <dgm:cxn modelId="{EF676AF5-E7E1-4707-83DE-9C0E2EE8E1F0}" type="presParOf" srcId="{0179913D-18D3-4684-8CF6-A738BFC7B7BF}" destId="{D228EC4B-F5A6-486F-B6DB-01CBEB7C77FE}" srcOrd="3" destOrd="0" presId="urn:microsoft.com/office/officeart/2005/8/layout/chart3"/>
    <dgm:cxn modelId="{30C7CD00-B343-49E1-99C6-C4CA316443F7}" type="presParOf" srcId="{0179913D-18D3-4684-8CF6-A738BFC7B7BF}" destId="{7F1F13D5-9BF9-4781-AAFF-DE20F63BBF01}" srcOrd="4" destOrd="0" presId="urn:microsoft.com/office/officeart/2005/8/layout/chart3"/>
    <dgm:cxn modelId="{DC2C5576-278A-40FE-904F-BEA8084709EB}" type="presParOf" srcId="{0179913D-18D3-4684-8CF6-A738BFC7B7BF}" destId="{630973AC-753D-48B5-BDEC-08F0C64FDA50}" srcOrd="5" destOrd="0" presId="urn:microsoft.com/office/officeart/2005/8/layout/chart3"/>
    <dgm:cxn modelId="{D322162D-8624-4BDE-9DA8-0E6A842B01AA}" type="presParOf" srcId="{0179913D-18D3-4684-8CF6-A738BFC7B7BF}" destId="{2B446166-4B3D-4862-9E1B-A6AB4919726D}" srcOrd="6" destOrd="0" presId="urn:microsoft.com/office/officeart/2005/8/layout/chart3"/>
    <dgm:cxn modelId="{7BA38AAD-9769-4A03-B5D9-68B335F52971}" type="presParOf" srcId="{0179913D-18D3-4684-8CF6-A738BFC7B7BF}" destId="{32E3092F-6BEA-470D-8E21-17F53E35FC59}" srcOrd="7" destOrd="0" presId="urn:microsoft.com/office/officeart/2005/8/layout/chart3"/>
    <dgm:cxn modelId="{BF06E78E-A144-4082-A6AA-B1FA8B840564}" type="presParOf" srcId="{0179913D-18D3-4684-8CF6-A738BFC7B7BF}" destId="{A889ADA5-FE21-407E-A95B-ECFCAEE32533}" srcOrd="8" destOrd="0" presId="urn:microsoft.com/office/officeart/2005/8/layout/chart3"/>
    <dgm:cxn modelId="{F99EC22A-161B-4630-9A4D-2B9E593C49ED}" type="presParOf" srcId="{0179913D-18D3-4684-8CF6-A738BFC7B7BF}" destId="{86C0AB21-E3AB-4358-9E89-622721593C24}" srcOrd="9" destOrd="0" presId="urn:microsoft.com/office/officeart/2005/8/layout/chart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25A3FDA-54CB-4634-80EF-BA953F5EE857}">
      <dsp:nvSpPr>
        <dsp:cNvPr id="0" name=""/>
        <dsp:cNvSpPr/>
      </dsp:nvSpPr>
      <dsp:spPr>
        <a:xfrm>
          <a:off x="1828799" y="0"/>
          <a:ext cx="914399" cy="927059"/>
        </a:xfrm>
        <a:prstGeom prst="trapezoid">
          <a:avLst>
            <a:gd name="adj" fmla="val 50000"/>
          </a:avLst>
        </a:prstGeom>
        <a:solidFill>
          <a:srgbClr val="C0392B"/>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4930" tIns="74930" rIns="74930" bIns="74930" numCol="1" spcCol="1270" anchor="ctr" anchorCtr="0">
          <a:noAutofit/>
        </a:bodyPr>
        <a:lstStyle/>
        <a:p>
          <a:pPr lvl="0" algn="ctr" defTabSz="2622550">
            <a:lnSpc>
              <a:spcPct val="90000"/>
            </a:lnSpc>
            <a:spcBef>
              <a:spcPct val="0"/>
            </a:spcBef>
            <a:spcAft>
              <a:spcPct val="35000"/>
            </a:spcAft>
          </a:pPr>
          <a:endParaRPr lang="en-US" sz="5900" kern="1200">
            <a:latin typeface="Arial" panose="020B0604020202020204" pitchFamily="34" charset="0"/>
            <a:ea typeface="微软雅黑" panose="020B0503020204020204" pitchFamily="34" charset="-122"/>
            <a:sym typeface="Arial" panose="020B0604020202020204" pitchFamily="34" charset="0"/>
          </a:endParaRPr>
        </a:p>
      </dsp:txBody>
      <dsp:txXfrm>
        <a:off x="1828799" y="0"/>
        <a:ext cx="914399" cy="927059"/>
      </dsp:txXfrm>
    </dsp:sp>
    <dsp:sp modelId="{24BBC7FA-E286-4E93-8A9B-5FCC9C5F9A47}">
      <dsp:nvSpPr>
        <dsp:cNvPr id="0" name=""/>
        <dsp:cNvSpPr/>
      </dsp:nvSpPr>
      <dsp:spPr>
        <a:xfrm>
          <a:off x="1371600" y="927059"/>
          <a:ext cx="1828799" cy="927059"/>
        </a:xfrm>
        <a:prstGeom prst="trapezoid">
          <a:avLst>
            <a:gd name="adj" fmla="val 49317"/>
          </a:avLst>
        </a:prstGeom>
        <a:solidFill>
          <a:srgbClr val="F49D1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4930" tIns="74930" rIns="74930" bIns="74930" numCol="1" spcCol="1270" anchor="ctr" anchorCtr="0">
          <a:noAutofit/>
        </a:bodyPr>
        <a:lstStyle/>
        <a:p>
          <a:pPr lvl="0" algn="ctr" defTabSz="2622550">
            <a:lnSpc>
              <a:spcPct val="90000"/>
            </a:lnSpc>
            <a:spcBef>
              <a:spcPct val="0"/>
            </a:spcBef>
            <a:spcAft>
              <a:spcPct val="35000"/>
            </a:spcAft>
          </a:pPr>
          <a:endParaRPr lang="en-US" sz="5900" kern="1200">
            <a:latin typeface="Arial" panose="020B0604020202020204" pitchFamily="34" charset="0"/>
            <a:ea typeface="微软雅黑" panose="020B0503020204020204" pitchFamily="34" charset="-122"/>
            <a:sym typeface="Arial" panose="020B0604020202020204" pitchFamily="34" charset="0"/>
          </a:endParaRPr>
        </a:p>
      </dsp:txBody>
      <dsp:txXfrm>
        <a:off x="1691639" y="927059"/>
        <a:ext cx="1188720" cy="927059"/>
      </dsp:txXfrm>
    </dsp:sp>
    <dsp:sp modelId="{1C78055D-F071-40EB-A583-703B3B0E2550}">
      <dsp:nvSpPr>
        <dsp:cNvPr id="0" name=""/>
        <dsp:cNvSpPr/>
      </dsp:nvSpPr>
      <dsp:spPr>
        <a:xfrm>
          <a:off x="914399" y="1854118"/>
          <a:ext cx="2743200" cy="927059"/>
        </a:xfrm>
        <a:prstGeom prst="trapezoid">
          <a:avLst>
            <a:gd name="adj" fmla="val 49317"/>
          </a:avLst>
        </a:prstGeom>
        <a:solidFill>
          <a:srgbClr val="9BBC57"/>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4930" tIns="74930" rIns="74930" bIns="74930" numCol="1" spcCol="1270" anchor="ctr" anchorCtr="0">
          <a:noAutofit/>
        </a:bodyPr>
        <a:lstStyle/>
        <a:p>
          <a:pPr lvl="0" algn="ctr" defTabSz="2622550">
            <a:lnSpc>
              <a:spcPct val="90000"/>
            </a:lnSpc>
            <a:spcBef>
              <a:spcPct val="0"/>
            </a:spcBef>
            <a:spcAft>
              <a:spcPct val="35000"/>
            </a:spcAft>
          </a:pPr>
          <a:endParaRPr lang="en-US" sz="5900" kern="1200">
            <a:latin typeface="Arial" panose="020B0604020202020204" pitchFamily="34" charset="0"/>
            <a:ea typeface="微软雅黑" panose="020B0503020204020204" pitchFamily="34" charset="-122"/>
            <a:sym typeface="Arial" panose="020B0604020202020204" pitchFamily="34" charset="0"/>
          </a:endParaRPr>
        </a:p>
      </dsp:txBody>
      <dsp:txXfrm>
        <a:off x="1394459" y="1854118"/>
        <a:ext cx="1783080" cy="927059"/>
      </dsp:txXfrm>
    </dsp:sp>
    <dsp:sp modelId="{611B7318-9E5A-4412-AC9F-FCFB921810D6}">
      <dsp:nvSpPr>
        <dsp:cNvPr id="0" name=""/>
        <dsp:cNvSpPr/>
      </dsp:nvSpPr>
      <dsp:spPr>
        <a:xfrm>
          <a:off x="457200" y="2781178"/>
          <a:ext cx="3657599" cy="927059"/>
        </a:xfrm>
        <a:prstGeom prst="trapezoid">
          <a:avLst>
            <a:gd name="adj" fmla="val 49317"/>
          </a:avLst>
        </a:prstGeom>
        <a:solidFill>
          <a:srgbClr val="15A18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4930" tIns="74930" rIns="74930" bIns="74930" numCol="1" spcCol="1270" anchor="ctr" anchorCtr="0">
          <a:noAutofit/>
        </a:bodyPr>
        <a:lstStyle/>
        <a:p>
          <a:pPr lvl="0" algn="ctr" defTabSz="2622550">
            <a:lnSpc>
              <a:spcPct val="90000"/>
            </a:lnSpc>
            <a:spcBef>
              <a:spcPct val="0"/>
            </a:spcBef>
            <a:spcAft>
              <a:spcPct val="35000"/>
            </a:spcAft>
          </a:pPr>
          <a:endParaRPr lang="en-US" sz="5900" kern="1200">
            <a:latin typeface="Arial" panose="020B0604020202020204" pitchFamily="34" charset="0"/>
            <a:ea typeface="微软雅黑" panose="020B0503020204020204" pitchFamily="34" charset="-122"/>
            <a:sym typeface="Arial" panose="020B0604020202020204" pitchFamily="34" charset="0"/>
          </a:endParaRPr>
        </a:p>
      </dsp:txBody>
      <dsp:txXfrm>
        <a:off x="1097279" y="2781178"/>
        <a:ext cx="2377440" cy="927059"/>
      </dsp:txXfrm>
    </dsp:sp>
    <dsp:sp modelId="{8009D241-5E8B-485D-970E-BE260C39894D}">
      <dsp:nvSpPr>
        <dsp:cNvPr id="0" name=""/>
        <dsp:cNvSpPr/>
      </dsp:nvSpPr>
      <dsp:spPr>
        <a:xfrm>
          <a:off x="0" y="3708237"/>
          <a:ext cx="4572000" cy="927059"/>
        </a:xfrm>
        <a:prstGeom prst="trapezoid">
          <a:avLst>
            <a:gd name="adj" fmla="val 49317"/>
          </a:avLst>
        </a:prstGeom>
        <a:solidFill>
          <a:srgbClr val="297F9D"/>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4930" tIns="74930" rIns="74930" bIns="74930" numCol="1" spcCol="1270" anchor="ctr" anchorCtr="0">
          <a:noAutofit/>
        </a:bodyPr>
        <a:lstStyle/>
        <a:p>
          <a:pPr lvl="0" algn="ctr" defTabSz="2622550">
            <a:lnSpc>
              <a:spcPct val="90000"/>
            </a:lnSpc>
            <a:spcBef>
              <a:spcPct val="0"/>
            </a:spcBef>
            <a:spcAft>
              <a:spcPct val="35000"/>
            </a:spcAft>
          </a:pPr>
          <a:endParaRPr lang="en-US" sz="5900" kern="1200">
            <a:latin typeface="Arial" panose="020B0604020202020204" pitchFamily="34" charset="0"/>
            <a:ea typeface="微软雅黑" panose="020B0503020204020204" pitchFamily="34" charset="-122"/>
            <a:sym typeface="Arial" panose="020B0604020202020204" pitchFamily="34" charset="0"/>
          </a:endParaRPr>
        </a:p>
      </dsp:txBody>
      <dsp:txXfrm>
        <a:off x="800099" y="3708237"/>
        <a:ext cx="2971800" cy="927059"/>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4514F13-B60B-4EDD-99EA-3D2718E5F07D}">
      <dsp:nvSpPr>
        <dsp:cNvPr id="0" name=""/>
        <dsp:cNvSpPr/>
      </dsp:nvSpPr>
      <dsp:spPr>
        <a:xfrm>
          <a:off x="474146" y="267106"/>
          <a:ext cx="3755136" cy="3755136"/>
        </a:xfrm>
        <a:prstGeom prst="pie">
          <a:avLst>
            <a:gd name="adj1" fmla="val 16200000"/>
            <a:gd name="adj2" fmla="val 20520000"/>
          </a:avLst>
        </a:prstGeom>
        <a:solidFill>
          <a:srgbClr val="F49D1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9850" tIns="69850" rIns="69850" bIns="69850" numCol="1" spcCol="1270" anchor="ctr" anchorCtr="0">
          <a:noAutofit/>
        </a:bodyPr>
        <a:lstStyle/>
        <a:p>
          <a:pPr lvl="0" algn="ctr" defTabSz="2444750">
            <a:lnSpc>
              <a:spcPct val="90000"/>
            </a:lnSpc>
            <a:spcBef>
              <a:spcPct val="0"/>
            </a:spcBef>
            <a:spcAft>
              <a:spcPct val="35000"/>
            </a:spcAft>
          </a:pPr>
          <a:endParaRPr lang="en-US" sz="5500" kern="1200">
            <a:latin typeface="Arial" panose="020B0604020202020204" pitchFamily="34" charset="0"/>
            <a:ea typeface="微软雅黑" panose="020B0503020204020204" pitchFamily="34" charset="-122"/>
            <a:sym typeface="Arial" panose="020B0604020202020204" pitchFamily="34" charset="0"/>
          </a:endParaRPr>
        </a:p>
      </dsp:txBody>
      <dsp:txXfrm>
        <a:off x="2399101" y="828141"/>
        <a:ext cx="1274064" cy="871728"/>
      </dsp:txXfrm>
    </dsp:sp>
    <dsp:sp modelId="{472DDAAE-02EC-4FF8-8EB8-1063416F8DDA}">
      <dsp:nvSpPr>
        <dsp:cNvPr id="0" name=""/>
        <dsp:cNvSpPr/>
      </dsp:nvSpPr>
      <dsp:spPr>
        <a:xfrm>
          <a:off x="342717" y="448157"/>
          <a:ext cx="3755136" cy="3755136"/>
        </a:xfrm>
        <a:prstGeom prst="pie">
          <a:avLst>
            <a:gd name="adj1" fmla="val 20520000"/>
            <a:gd name="adj2" fmla="val 3240000"/>
          </a:avLst>
        </a:prstGeom>
        <a:solidFill>
          <a:srgbClr val="C0392B"/>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lvl="0" algn="ctr" defTabSz="2667000">
            <a:lnSpc>
              <a:spcPct val="90000"/>
            </a:lnSpc>
            <a:spcBef>
              <a:spcPct val="0"/>
            </a:spcBef>
            <a:spcAft>
              <a:spcPct val="35000"/>
            </a:spcAft>
          </a:pPr>
          <a:endParaRPr lang="en-US" sz="6000" kern="1200">
            <a:latin typeface="Arial" panose="020B0604020202020204" pitchFamily="34" charset="0"/>
            <a:ea typeface="微软雅黑" panose="020B0503020204020204" pitchFamily="34" charset="-122"/>
            <a:sym typeface="Arial" panose="020B0604020202020204" pitchFamily="34" charset="0"/>
          </a:endParaRPr>
        </a:p>
      </dsp:txBody>
      <dsp:txXfrm>
        <a:off x="2796966" y="2146909"/>
        <a:ext cx="1117599" cy="943254"/>
      </dsp:txXfrm>
    </dsp:sp>
    <dsp:sp modelId="{7F1F13D5-9BF9-4781-AAFF-DE20F63BBF01}">
      <dsp:nvSpPr>
        <dsp:cNvPr id="0" name=""/>
        <dsp:cNvSpPr/>
      </dsp:nvSpPr>
      <dsp:spPr>
        <a:xfrm>
          <a:off x="342717" y="448157"/>
          <a:ext cx="3755136" cy="3755136"/>
        </a:xfrm>
        <a:prstGeom prst="pie">
          <a:avLst>
            <a:gd name="adj1" fmla="val 3240000"/>
            <a:gd name="adj2" fmla="val 7560000"/>
          </a:avLst>
        </a:prstGeom>
        <a:solidFill>
          <a:srgbClr val="9BBC57"/>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770" tIns="64770" rIns="64770" bIns="64770" numCol="1" spcCol="1270" anchor="ctr" anchorCtr="0">
          <a:noAutofit/>
        </a:bodyPr>
        <a:lstStyle/>
        <a:p>
          <a:pPr lvl="0" algn="ctr" defTabSz="2266950">
            <a:lnSpc>
              <a:spcPct val="90000"/>
            </a:lnSpc>
            <a:spcBef>
              <a:spcPct val="0"/>
            </a:spcBef>
            <a:spcAft>
              <a:spcPct val="35000"/>
            </a:spcAft>
          </a:pPr>
          <a:endParaRPr lang="en-US" sz="5100" kern="1200">
            <a:latin typeface="Arial" panose="020B0604020202020204" pitchFamily="34" charset="0"/>
            <a:ea typeface="微软雅黑" panose="020B0503020204020204" pitchFamily="34" charset="-122"/>
            <a:sym typeface="Arial" panose="020B0604020202020204" pitchFamily="34" charset="0"/>
          </a:endParaRPr>
        </a:p>
      </dsp:txBody>
      <dsp:txXfrm>
        <a:off x="1549725" y="3264509"/>
        <a:ext cx="1341120" cy="804672"/>
      </dsp:txXfrm>
    </dsp:sp>
    <dsp:sp modelId="{2B446166-4B3D-4862-9E1B-A6AB4919726D}">
      <dsp:nvSpPr>
        <dsp:cNvPr id="0" name=""/>
        <dsp:cNvSpPr/>
      </dsp:nvSpPr>
      <dsp:spPr>
        <a:xfrm>
          <a:off x="342717" y="448157"/>
          <a:ext cx="3755136" cy="3755136"/>
        </a:xfrm>
        <a:prstGeom prst="pie">
          <a:avLst>
            <a:gd name="adj1" fmla="val 7560000"/>
            <a:gd name="adj2" fmla="val 11880000"/>
          </a:avLst>
        </a:prstGeom>
        <a:solidFill>
          <a:srgbClr val="15A18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lvl="0" algn="ctr" defTabSz="2667000">
            <a:lnSpc>
              <a:spcPct val="90000"/>
            </a:lnSpc>
            <a:spcBef>
              <a:spcPct val="0"/>
            </a:spcBef>
            <a:spcAft>
              <a:spcPct val="35000"/>
            </a:spcAft>
          </a:pPr>
          <a:endParaRPr lang="en-US" sz="6000" kern="1200">
            <a:latin typeface="Arial" panose="020B0604020202020204" pitchFamily="34" charset="0"/>
            <a:ea typeface="微软雅黑" panose="020B0503020204020204" pitchFamily="34" charset="-122"/>
            <a:sym typeface="Arial" panose="020B0604020202020204" pitchFamily="34" charset="0"/>
          </a:endParaRPr>
        </a:p>
      </dsp:txBody>
      <dsp:txXfrm>
        <a:off x="521533" y="2146909"/>
        <a:ext cx="1117599" cy="943254"/>
      </dsp:txXfrm>
    </dsp:sp>
    <dsp:sp modelId="{A889ADA5-FE21-407E-A95B-ECFCAEE32533}">
      <dsp:nvSpPr>
        <dsp:cNvPr id="0" name=""/>
        <dsp:cNvSpPr/>
      </dsp:nvSpPr>
      <dsp:spPr>
        <a:xfrm>
          <a:off x="342717" y="448157"/>
          <a:ext cx="3755136" cy="3755136"/>
        </a:xfrm>
        <a:prstGeom prst="pie">
          <a:avLst>
            <a:gd name="adj1" fmla="val 11880000"/>
            <a:gd name="adj2" fmla="val 16200000"/>
          </a:avLst>
        </a:prstGeom>
        <a:solidFill>
          <a:srgbClr val="297F9D"/>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9850" tIns="69850" rIns="69850" bIns="69850" numCol="1" spcCol="1270" anchor="ctr" anchorCtr="0">
          <a:noAutofit/>
        </a:bodyPr>
        <a:lstStyle/>
        <a:p>
          <a:pPr lvl="0" algn="ctr" defTabSz="2444750">
            <a:lnSpc>
              <a:spcPct val="90000"/>
            </a:lnSpc>
            <a:spcBef>
              <a:spcPct val="0"/>
            </a:spcBef>
            <a:spcAft>
              <a:spcPct val="35000"/>
            </a:spcAft>
          </a:pPr>
          <a:endParaRPr lang="en-US" sz="5500" kern="1200">
            <a:latin typeface="Arial" panose="020B0604020202020204" pitchFamily="34" charset="0"/>
            <a:ea typeface="微软雅黑" panose="020B0503020204020204" pitchFamily="34" charset="-122"/>
            <a:sym typeface="Arial" panose="020B0604020202020204" pitchFamily="34" charset="0"/>
          </a:endParaRPr>
        </a:p>
      </dsp:txBody>
      <dsp:txXfrm>
        <a:off x="890341" y="1020368"/>
        <a:ext cx="1274064" cy="871728"/>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chart3">
  <dgm:title val=""/>
  <dgm:desc val=""/>
  <dgm:catLst>
    <dgm:cat type="relationship" pri="27000"/>
    <dgm:cat type="cycle" pri="8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ompositeShape">
    <dgm:varLst>
      <dgm:chMax val="7"/>
      <dgm:dir/>
      <dgm:resizeHandles val="exact"/>
    </dgm:varLst>
    <dgm:alg type="composite">
      <dgm:param type="horzAlign" val="ctr"/>
      <dgm:param type="vertAlign" val="mid"/>
      <dgm:param type="ar" val="1"/>
    </dgm:alg>
    <dgm:presOf/>
    <dgm:shape xmlns:r="http://schemas.openxmlformats.org/officeDocument/2006/relationships" r:blip="">
      <dgm:adjLst/>
    </dgm:shape>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wedge1Tx" refType="w" fact="0.205"/>
          <dgm:constr type="t" for="ch" forName="wedge1Tx" refType="h" fact="0.205"/>
          <dgm:constr type="w" for="ch" forName="wedge1Tx" refType="w" fact="0.59"/>
          <dgm:constr type="h" for="ch" forName="wedge1Tx" refType="h" fact="0.59"/>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wedge1Tx" refType="w" fact="0.52"/>
          <dgm:constr type="t" for="ch" forName="wedge1Tx" refType="h" fact="0.205"/>
          <dgm:constr type="w" for="ch" forName="wedge1Tx" refType="w" fact="0.295"/>
          <dgm:constr type="h" for="ch" forName="wedge1Tx" refType="h" fact="0.59"/>
          <dgm:constr type="l" for="ch" forName="wedge2" refType="w" fact="0.08"/>
          <dgm:constr type="t" for="ch" forName="wedge2" refType="w" fact="0.08"/>
          <dgm:constr type="w" for="ch" forName="wedge2" refType="w" fact="0.84"/>
          <dgm:constr type="h" for="ch" forName="wedge2" refType="h" fact="0.84"/>
          <dgm:constr type="l" for="ch" forName="wedge2Tx" refType="w" fact="0.2"/>
          <dgm:constr type="t" for="ch" forName="wedge2Tx" refType="h" fact="0.205"/>
          <dgm:constr type="w" for="ch" forName="wedge2Tx" refType="w" fact="0.295"/>
          <dgm:constr type="h" for="ch" forName="wedge2Tx" refType="h" fact="0.59"/>
          <dgm:constr type="primFontSz" for="ch" ptType="node" op="equ"/>
        </dgm:constrLst>
      </dgm:if>
      <dgm:if name="Name3" axis="ch" ptType="node" func="cnt" op="equ" val="3">
        <dgm:choose name="Name4">
          <dgm:if name="Name5" func="var" arg="dir" op="equ" val="norm">
            <dgm:constrLst>
              <dgm:constr type="l" for="ch" forName="wedge1" refType="w" fact="0.1233"/>
              <dgm:constr type="t" for="ch" forName="wedge1" refType="w" fact="0.055"/>
              <dgm:constr type="w" for="ch" forName="wedge1" refType="w" fact="0.84"/>
              <dgm:constr type="h" for="ch" forName="wedge1" refType="h" fact="0.84"/>
              <dgm:constr type="l" for="ch" forName="wedge1Tx" refType="w" fact="0.58"/>
              <dgm:constr type="t" for="ch" forName="wedge1Tx" refType="h" fact="0.21"/>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8"/>
              <dgm:constr type="t" for="ch" forName="wedge3" refType="w" fact="0.08"/>
              <dgm:constr type="w" for="ch" forName="wedge3" refType="w" fact="0.84"/>
              <dgm:constr type="h" for="ch" forName="wedge3" refType="h" fact="0.84"/>
              <dgm:constr type="l" for="ch" forName="wedge3Tx" refType="w" fact="0.17"/>
              <dgm:constr type="t" for="ch" forName="wedge3Tx" refType="h" fact="0.245"/>
              <dgm:constr type="w" for="ch" forName="wedge3Tx" refType="w" fact="0.285"/>
              <dgm:constr type="h" for="ch" forName="wedge3Tx" refType="h" fact="0.28"/>
              <dgm:constr type="primFontSz" for="ch" ptType="node" op="equ"/>
            </dgm:constrLst>
          </dgm:if>
          <dgm:else name="Name6">
            <dgm:constrLst>
              <dgm:constr type="l" for="ch" forName="wedge1" refType="w" fact="0.08"/>
              <dgm:constr type="t" for="ch" forName="wedge1" refType="w" fact="0.08"/>
              <dgm:constr type="w" for="ch" forName="wedge1" refType="w" fact="0.84"/>
              <dgm:constr type="h" for="ch" forName="wedge1" refType="h" fact="0.84"/>
              <dgm:constr type="l" for="ch" forName="wedge1Tx" refType="w" fact="0.545"/>
              <dgm:constr type="t" for="ch" forName="wedge1Tx" refType="h" fact="0.245"/>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367"/>
              <dgm:constr type="t" for="ch" forName="wedge3" refType="w" fact="0.055"/>
              <dgm:constr type="w" for="ch" forName="wedge3" refType="w" fact="0.84"/>
              <dgm:constr type="h" for="ch" forName="wedge3" refType="h" fact="0.84"/>
              <dgm:constr type="l" for="ch" forName="wedge3Tx" refType="w" fact="0.14"/>
              <dgm:constr type="t" for="ch" forName="wedge3Tx" refType="h" fact="0.21"/>
              <dgm:constr type="w" for="ch" forName="wedge3Tx" refType="w" fact="0.285"/>
              <dgm:constr type="h" for="ch" forName="wedge3Tx" refType="h" fact="0.28"/>
              <dgm:constr type="primFontSz" for="ch" ptType="node" op="equ"/>
            </dgm:constrLst>
          </dgm:else>
        </dgm:choose>
      </dgm:if>
      <dgm:if name="Name7" axis="ch" ptType="node" func="cnt" op="equ" val="4">
        <dgm:choose name="Name8">
          <dgm:if name="Name9" func="var" arg="dir" op="equ" val="norm">
            <dgm:constrLst>
              <dgm:constr type="l" for="ch" forName="wedge1" refType="w" fact="0.1154"/>
              <dgm:constr type="t" for="ch" forName="wedge1" refType="w" fact="0.0446"/>
              <dgm:constr type="w" for="ch" forName="wedge1" refType="w" fact="0.84"/>
              <dgm:constr type="h" for="ch" forName="wedge1" refType="h" fact="0.84"/>
              <dgm:constr type="l" for="ch" forName="wedge1Tx" refType="w" fact="0.545"/>
              <dgm:constr type="t" for="ch" forName="wedge1Tx" refType="h" fact="0.2"/>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8"/>
              <dgm:constr type="t" for="ch" forName="wedge4" refType="h" fact="0.08"/>
              <dgm:constr type="w" for="ch" forName="wedge4" refType="w" fact="0.84"/>
              <dgm:constr type="h" for="ch" forName="wedge4" refType="h" fact="0.84"/>
              <dgm:constr type="l" for="ch" forName="wedge4Tx" refType="w" fact="0.175"/>
              <dgm:constr type="t" for="ch" forName="wedge4Tx" refType="h" fact="0.235"/>
              <dgm:constr type="w" for="ch" forName="wedge4Tx" refType="w" fact="0.31"/>
              <dgm:constr type="h" for="ch" forName="wedge4Tx" refType="h" fact="0.25"/>
              <dgm:constr type="primFontSz" for="ch" ptType="node" op="equ"/>
            </dgm:constrLst>
          </dgm:if>
          <dgm:else name="Name10">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5"/>
              <dgm:constr type="t" for="ch" forName="wedge1Tx" refType="h" fact="0.235"/>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446"/>
              <dgm:constr type="t" for="ch" forName="wedge4" refType="h" fact="0.0446"/>
              <dgm:constr type="w" for="ch" forName="wedge4" refType="w" fact="0.84"/>
              <dgm:constr type="h" for="ch" forName="wedge4" refType="h" fact="0.84"/>
              <dgm:constr type="l" for="ch" forName="wedge4Tx" refType="w" fact="0.145"/>
              <dgm:constr type="t" for="ch" forName="wedge4Tx" refType="h" fact="0.2"/>
              <dgm:constr type="w" for="ch" forName="wedge4Tx" refType="w" fact="0.31"/>
              <dgm:constr type="h" for="ch" forName="wedge4Tx" refType="h" fact="0.25"/>
              <dgm:constr type="primFontSz" for="ch" ptType="node" op="equ"/>
            </dgm:constrLst>
          </dgm:else>
        </dgm:choose>
      </dgm:if>
      <dgm:if name="Name11" axis="ch" ptType="node" func="cnt" op="equ" val="5">
        <dgm:choose name="Name12">
          <dgm:if name="Name13" func="var" arg="dir" op="equ" val="norm">
            <dgm:constrLst>
              <dgm:constr type="l" for="ch" forName="wedge1" refType="w" fact="0.1094"/>
              <dgm:constr type="t" for="ch" forName="wedge1" refType="w" fact="0.0395"/>
              <dgm:constr type="w" for="ch" forName="wedge1" refType="w" fact="0.84"/>
              <dgm:constr type="h" for="ch" forName="wedge1" refType="h" fact="0.84"/>
              <dgm:constr type="l" for="ch" forName="wedge1Tx" refType="w" fact="0.54"/>
              <dgm:constr type="t" for="ch" forName="wedge1Tx" refType="h" fact="0.165"/>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8"/>
              <dgm:constr type="t" for="ch" forName="wedge5" refType="h" fact="0.08"/>
              <dgm:constr type="w" for="ch" forName="wedge5" refType="w" fact="0.84"/>
              <dgm:constr type="h" for="ch" forName="wedge5" refType="h" fact="0.84"/>
              <dgm:constr type="l" for="ch" forName="wedge5Tx" refType="w" fact="0.2025"/>
              <dgm:constr type="t" for="ch" forName="wedge5Tx" refType="h" fact="0.208"/>
              <dgm:constr type="w" for="ch" forName="wedge5Tx" refType="w" fact="0.285"/>
              <dgm:constr type="h" for="ch" forName="wedge5Tx" refType="h" fact="0.195"/>
              <dgm:constr type="primFontSz" for="ch" ptType="node" op="equ"/>
            </dgm:constrLst>
          </dgm:if>
          <dgm:else name="Name14">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
              <dgm:constr type="t" for="ch" forName="wedge1Tx" refType="h" fact="0.208"/>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506"/>
              <dgm:constr type="t" for="ch" forName="wedge5" refType="h" fact="0.0395"/>
              <dgm:constr type="w" for="ch" forName="wedge5" refType="w" fact="0.84"/>
              <dgm:constr type="h" for="ch" forName="wedge5" refType="h" fact="0.84"/>
              <dgm:constr type="l" for="ch" forName="wedge5Tx" refType="w" fact="0.18"/>
              <dgm:constr type="t" for="ch" forName="wedge5Tx" refType="h" fact="0.165"/>
              <dgm:constr type="w" for="ch" forName="wedge5Tx" refType="w" fact="0.285"/>
              <dgm:constr type="h" for="ch" forName="wedge5Tx" refType="h" fact="0.195"/>
              <dgm:constr type="primFontSz" for="ch" ptType="node" op="equ"/>
            </dgm:constrLst>
          </dgm:else>
        </dgm:choose>
      </dgm:if>
      <dgm:if name="Name15" axis="ch" ptType="node" func="cnt" op="equ" val="6">
        <dgm:choose name="Name16">
          <dgm:if name="Name17" func="var" arg="dir" op="equ" val="norm">
            <dgm:constrLst>
              <dgm:constr type="l" for="ch" forName="wedge1" refType="w" fact="0.105"/>
              <dgm:constr type="t" for="ch" forName="wedge1" refType="w" fact="0.0367"/>
              <dgm:constr type="w" for="ch" forName="wedge1" refType="w" fact="0.84"/>
              <dgm:constr type="h" for="ch" forName="wedge1" refType="h" fact="0.84"/>
              <dgm:constr type="l" for="ch" forName="wedge1Tx" refType="w" fact="0.534"/>
              <dgm:constr type="t" for="ch" forName="wedge1Tx" refType="h" fact="0.126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8"/>
              <dgm:constr type="t" for="ch" forName="wedge6" refType="h" fact="0.08"/>
              <dgm:constr type="w" for="ch" forName="wedge6" refType="w" fact="0.84"/>
              <dgm:constr type="h" for="ch" forName="wedge6" refType="h" fact="0.84"/>
              <dgm:constr type="l" for="ch" forName="wedge6Tx" refType="w" fact="0.246"/>
              <dgm:constr type="t" for="ch" forName="wedge6Tx" refType="h" fact="0.17"/>
              <dgm:constr type="w" for="ch" forName="wedge6Tx" refType="w" fact="0.245"/>
              <dgm:constr type="h" for="ch" forName="wedge6Tx" refType="h" fact="0.18"/>
              <dgm:constr type="primFontSz" for="ch" ptType="node" op="equ"/>
            </dgm:constrLst>
          </dgm:if>
          <dgm:else name="Name18">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9"/>
              <dgm:constr type="t" for="ch" forName="wedge1Tx" refType="h" fact="0.1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55"/>
              <dgm:constr type="t" for="ch" forName="wedge6" refType="h" fact="0.0367"/>
              <dgm:constr type="w" for="ch" forName="wedge6" refType="w" fact="0.84"/>
              <dgm:constr type="h" for="ch" forName="wedge6" refType="h" fact="0.84"/>
              <dgm:constr type="l" for="ch" forName="wedge6Tx" refType="w" fact="0.221"/>
              <dgm:constr type="t" for="ch" forName="wedge6Tx" refType="h" fact="0.1267"/>
              <dgm:constr type="w" for="ch" forName="wedge6Tx" refType="w" fact="0.245"/>
              <dgm:constr type="h" for="ch" forName="wedge6Tx" refType="h" fact="0.18"/>
              <dgm:constr type="primFontSz" for="ch" ptType="node" op="equ"/>
            </dgm:constrLst>
          </dgm:else>
        </dgm:choose>
      </dgm:if>
      <dgm:else name="Name19">
        <dgm:choose name="Name20">
          <dgm:if name="Name21" func="var" arg="dir" op="equ" val="norm">
            <dgm:constrLst>
              <dgm:constr type="l" for="ch" forName="wedge1" refType="w" fact="0.1017"/>
              <dgm:constr type="t" for="ch" forName="wedge1" refType="w" fact="0.035"/>
              <dgm:constr type="w" for="ch" forName="wedge1" refType="w" fact="0.84"/>
              <dgm:constr type="h" for="ch" forName="wedge1" refType="h" fact="0.84"/>
              <dgm:constr type="l" for="ch" forName="wedge1Tx" refType="w" fact="0.53"/>
              <dgm:constr type="t" for="ch" forName="wedge1Tx" refType="h" fact="0.115"/>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8"/>
              <dgm:constr type="t" for="ch" forName="wedge7" refType="h" fact="0.08"/>
              <dgm:constr type="w" for="ch" forName="wedge7" refType="w" fact="0.84"/>
              <dgm:constr type="h" for="ch" forName="wedge7" refType="h" fact="0.84"/>
              <dgm:constr type="l" for="ch" forName="wedge7Tx" refType="w" fact="0.262"/>
              <dgm:constr type="t" for="ch" forName="wedge7Tx" refType="h" fact="0.16"/>
              <dgm:constr type="w" for="ch" forName="wedge7Tx" refType="w" fact="0.23"/>
              <dgm:constr type="h" for="ch" forName="wedge7Tx" refType="h" fact="0.145"/>
              <dgm:constr type="primFontSz" for="ch" ptType="node" op="equ"/>
            </dgm:constrLst>
          </dgm:if>
          <dgm:else name="Name22">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8"/>
              <dgm:constr type="t" for="ch" forName="wedge1Tx" refType="h" fact="0.16"/>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583"/>
              <dgm:constr type="t" for="ch" forName="wedge7" refType="h" fact="0.035"/>
              <dgm:constr type="w" for="ch" forName="wedge7" refType="w" fact="0.84"/>
              <dgm:constr type="h" for="ch" forName="wedge7" refType="h" fact="0.84"/>
              <dgm:constr type="l" for="ch" forName="wedge7Tx" refType="w" fact="0.2403"/>
              <dgm:constr type="t" for="ch" forName="wedge7Tx" refType="h" fact="0.115"/>
              <dgm:constr type="w" for="ch" forName="wedge7Tx" refType="w" fact="0.23"/>
              <dgm:constr type="h" for="ch" forName="wedge7Tx" refType="h" fact="0.145"/>
              <dgm:constr type="primFontSz" for="ch" ptType="node" op="equ"/>
            </dgm:constrLst>
          </dgm:else>
        </dgm:choose>
      </dgm:else>
    </dgm:choose>
    <dgm:ruleLst/>
    <dgm:choose name="Name23">
      <dgm:if name="Name24" axis="ch" ptType="node" func="cnt" op="gte" val="1">
        <dgm:layoutNode name="wedge1">
          <dgm:alg type="sp"/>
          <dgm:choose name="Name25">
            <dgm:if name="Name26" axis="ch" ptType="node" func="cnt" op="equ" val="1">
              <dgm:shape xmlns:r="http://schemas.openxmlformats.org/officeDocument/2006/relationships" type="ellipse" r:blip="">
                <dgm:adjLst/>
              </dgm:shape>
            </dgm:if>
            <dgm:if name="Name27" axis="ch" ptType="node" func="cnt" op="equ" val="2">
              <dgm:shape xmlns:r="http://schemas.openxmlformats.org/officeDocument/2006/relationships" type="pie" r:blip="">
                <dgm:adjLst>
                  <dgm:adj idx="1" val="270"/>
                  <dgm:adj idx="2" val="90"/>
                </dgm:adjLst>
              </dgm:shape>
            </dgm:if>
            <dgm:if name="Name28" axis="ch" ptType="node" func="cnt" op="equ" val="3">
              <dgm:shape xmlns:r="http://schemas.openxmlformats.org/officeDocument/2006/relationships" type="pie" r:blip="">
                <dgm:adjLst>
                  <dgm:adj idx="1" val="270"/>
                  <dgm:adj idx="2" val="30"/>
                </dgm:adjLst>
              </dgm:shape>
            </dgm:if>
            <dgm:if name="Name29" axis="ch" ptType="node" func="cnt" op="equ" val="4">
              <dgm:shape xmlns:r="http://schemas.openxmlformats.org/officeDocument/2006/relationships" type="pie" r:blip="">
                <dgm:adjLst>
                  <dgm:adj idx="1" val="270"/>
                  <dgm:adj idx="2" val="0"/>
                </dgm:adjLst>
              </dgm:shape>
            </dgm:if>
            <dgm:if name="Name30" axis="ch" ptType="node" func="cnt" op="equ" val="5">
              <dgm:shape xmlns:r="http://schemas.openxmlformats.org/officeDocument/2006/relationships" type="pie" r:blip="">
                <dgm:adjLst>
                  <dgm:adj idx="1" val="270"/>
                  <dgm:adj idx="2" val="342"/>
                </dgm:adjLst>
              </dgm:shape>
            </dgm:if>
            <dgm:if name="Name31" axis="ch" ptType="node" func="cnt" op="equ" val="6">
              <dgm:shape xmlns:r="http://schemas.openxmlformats.org/officeDocument/2006/relationships" type="pie" r:blip="">
                <dgm:adjLst>
                  <dgm:adj idx="1" val="270"/>
                  <dgm:adj idx="2" val="330"/>
                </dgm:adjLst>
              </dgm:shape>
            </dgm:if>
            <dgm:else name="Name32">
              <dgm:shape xmlns:r="http://schemas.openxmlformats.org/officeDocument/2006/relationships" type="pie" r:blip="">
                <dgm:adjLst>
                  <dgm:adj idx="1" val="270"/>
                  <dgm:adj idx="2" val="321.4286"/>
                </dgm:adjLst>
              </dgm:shape>
            </dgm:else>
          </dgm:choose>
          <dgm:choose name="Name33">
            <dgm:if name="Name34" func="var" arg="dir" op="equ" val="norm">
              <dgm:presOf axis="ch desOrSelf" ptType="node node" st="1 1" cnt="1 0"/>
            </dgm:if>
            <dgm:else name="Name35">
              <dgm:choose name="Name36">
                <dgm:if name="Name37" axis="ch" ptType="node" func="cnt" op="equ" val="1">
                  <dgm:presOf axis="ch desOrSelf" ptType="node node" st="1 1" cnt="1 0"/>
                </dgm:if>
                <dgm:if name="Name38" axis="ch" ptType="node" func="cnt" op="equ" val="2">
                  <dgm:presOf axis="ch desOrSelf" ptType="node node" st="2 1" cnt="1 0"/>
                </dgm:if>
                <dgm:if name="Name39" axis="ch" ptType="node" func="cnt" op="equ" val="3">
                  <dgm:presOf axis="ch desOrSelf" ptType="node node" st="3 1" cnt="1 0"/>
                </dgm:if>
                <dgm:if name="Name40" axis="ch" ptType="node" func="cnt" op="equ" val="4">
                  <dgm:presOf axis="ch desOrSelf" ptType="node node" st="4 1" cnt="1 0"/>
                </dgm:if>
                <dgm:if name="Name41" axis="ch" ptType="node" func="cnt" op="equ" val="5">
                  <dgm:presOf axis="ch desOrSelf" ptType="node node" st="5 1" cnt="1 0"/>
                </dgm:if>
                <dgm:if name="Name42" axis="ch" ptType="node" func="cnt" op="equ" val="6">
                  <dgm:presOf axis="ch desOrSelf" ptType="node node" st="6 1" cnt="1 0"/>
                </dgm:if>
                <dgm:else name="Name43">
                  <dgm:presOf axis="ch desOrSelf" ptType="node node" st="7 1" cnt="1 0"/>
                </dgm:else>
              </dgm:choose>
            </dgm:else>
          </dgm:choose>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44">
            <dgm:if name="Name45" func="var" arg="dir" op="equ" val="norm">
              <dgm:presOf axis="ch desOrSelf" ptType="node node" st="1 1" cnt="1 0"/>
            </dgm:if>
            <dgm:else name="Name46">
              <dgm:choose name="Name47">
                <dgm:if name="Name48" axis="ch" ptType="node" func="cnt" op="equ" val="1">
                  <dgm:presOf axis="ch desOrSelf" ptType="node node" st="1 1" cnt="1 0"/>
                </dgm:if>
                <dgm:if name="Name49" axis="ch" ptType="node" func="cnt" op="equ" val="2">
                  <dgm:presOf axis="ch desOrSelf" ptType="node node" st="2 1" cnt="1 0"/>
                </dgm:if>
                <dgm:if name="Name50" axis="ch" ptType="node" func="cnt" op="equ" val="3">
                  <dgm:presOf axis="ch desOrSelf" ptType="node node" st="3 1" cnt="1 0"/>
                </dgm:if>
                <dgm:if name="Name51" axis="ch" ptType="node" func="cnt" op="equ" val="4">
                  <dgm:presOf axis="ch desOrSelf" ptType="node node" st="4 1" cnt="1 0"/>
                </dgm:if>
                <dgm:if name="Name52" axis="ch" ptType="node" func="cnt" op="equ" val="5">
                  <dgm:presOf axis="ch desOrSelf" ptType="node node" st="5 1" cnt="1 0"/>
                </dgm:if>
                <dgm:if name="Name53" axis="ch" ptType="node" func="cnt" op="equ" val="6">
                  <dgm:presOf axis="ch desOrSelf" ptType="node node" st="6 1" cnt="1 0"/>
                </dgm:if>
                <dgm:else name="Name54">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55"/>
    </dgm:choose>
    <dgm:choose name="Name56">
      <dgm:if name="Name57" axis="ch" ptType="node" func="cnt" op="gte" val="2">
        <dgm:layoutNode name="wedge2">
          <dgm:alg type="sp"/>
          <dgm:choose name="Name58">
            <dgm:if name="Name59" axis="ch" ptType="node" func="cnt" op="equ" val="2">
              <dgm:shape xmlns:r="http://schemas.openxmlformats.org/officeDocument/2006/relationships" type="pie" r:blip="">
                <dgm:adjLst>
                  <dgm:adj idx="1" val="90"/>
                  <dgm:adj idx="2" val="270"/>
                </dgm:adjLst>
              </dgm:shape>
            </dgm:if>
            <dgm:if name="Name60" axis="ch" ptType="node" func="cnt" op="equ" val="3">
              <dgm:shape xmlns:r="http://schemas.openxmlformats.org/officeDocument/2006/relationships" type="pie" r:blip="">
                <dgm:adjLst>
                  <dgm:adj idx="1" val="30"/>
                  <dgm:adj idx="2" val="150"/>
                </dgm:adjLst>
              </dgm:shape>
            </dgm:if>
            <dgm:if name="Name61" axis="ch" ptType="node" func="cnt" op="equ" val="4">
              <dgm:shape xmlns:r="http://schemas.openxmlformats.org/officeDocument/2006/relationships" type="pie" r:blip="">
                <dgm:adjLst>
                  <dgm:adj idx="1" val="0"/>
                  <dgm:adj idx="2" val="90"/>
                </dgm:adjLst>
              </dgm:shape>
            </dgm:if>
            <dgm:if name="Name62" axis="ch" ptType="node" func="cnt" op="equ" val="5">
              <dgm:shape xmlns:r="http://schemas.openxmlformats.org/officeDocument/2006/relationships" type="pie" r:blip="">
                <dgm:adjLst>
                  <dgm:adj idx="1" val="342"/>
                  <dgm:adj idx="2" val="54"/>
                </dgm:adjLst>
              </dgm:shape>
            </dgm:if>
            <dgm:if name="Name63" axis="ch" ptType="node" func="cnt" op="equ" val="6">
              <dgm:shape xmlns:r="http://schemas.openxmlformats.org/officeDocument/2006/relationships" type="pie" r:blip="">
                <dgm:adjLst>
                  <dgm:adj idx="1" val="330"/>
                  <dgm:adj idx="2" val="30"/>
                </dgm:adjLst>
              </dgm:shape>
            </dgm:if>
            <dgm:else name="Name64">
              <dgm:shape xmlns:r="http://schemas.openxmlformats.org/officeDocument/2006/relationships" type="pie" r:blip="">
                <dgm:adjLst>
                  <dgm:adj idx="1" val="321.4286"/>
                  <dgm:adj idx="2" val="12.85714"/>
                </dgm:adjLst>
              </dgm:shape>
            </dgm:else>
          </dgm:choose>
          <dgm:choose name="Name65">
            <dgm:if name="Name66" func="var" arg="dir" op="equ" val="norm">
              <dgm:presOf axis="ch desOrSelf" ptType="node node" st="2 1" cnt="1 0"/>
            </dgm:if>
            <dgm:else name="Name67">
              <dgm:choose name="Name68">
                <dgm:if name="Name69" axis="ch" ptType="node" func="cnt" op="equ" val="2">
                  <dgm:presOf axis="ch desOrSelf" ptType="node node" st="1 1" cnt="1 0"/>
                </dgm:if>
                <dgm:if name="Name70" axis="ch" ptType="node" func="cnt" op="equ" val="3">
                  <dgm:presOf axis="ch desOrSelf" ptType="node node" st="2 1" cnt="1 0"/>
                </dgm:if>
                <dgm:if name="Name71" axis="ch" ptType="node" func="cnt" op="equ" val="4">
                  <dgm:presOf axis="ch desOrSelf" ptType="node node" st="3 1" cnt="1 0"/>
                </dgm:if>
                <dgm:if name="Name72" axis="ch" ptType="node" func="cnt" op="equ" val="5">
                  <dgm:presOf axis="ch desOrSelf" ptType="node node" st="4 1" cnt="1 0"/>
                </dgm:if>
                <dgm:if name="Name73" axis="ch" ptType="node" func="cnt" op="equ" val="6">
                  <dgm:presOf axis="ch desOrSelf" ptType="node node" st="5 1" cnt="1 0"/>
                </dgm:if>
                <dgm:else name="Name74">
                  <dgm:presOf axis="ch desOrSelf" ptType="node node" st="6 1" cnt="1 0"/>
                </dgm:else>
              </dgm:choose>
            </dgm:else>
          </dgm:choose>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75">
            <dgm:if name="Name76" func="var" arg="dir" op="equ" val="norm">
              <dgm:presOf axis="ch desOrSelf" ptType="node node" st="2 1" cnt="1 0"/>
            </dgm:if>
            <dgm:else name="Name77">
              <dgm:choose name="Name78">
                <dgm:if name="Name79" axis="ch" ptType="node" func="cnt" op="equ" val="2">
                  <dgm:presOf axis="ch desOrSelf" ptType="node node" st="1 1" cnt="1 0"/>
                </dgm:if>
                <dgm:if name="Name80" axis="ch" ptType="node" func="cnt" op="equ" val="3">
                  <dgm:presOf axis="ch desOrSelf" ptType="node node" st="2 1" cnt="1 0"/>
                </dgm:if>
                <dgm:if name="Name81" axis="ch" ptType="node" func="cnt" op="equ" val="4">
                  <dgm:presOf axis="ch desOrSelf" ptType="node node" st="3 1" cnt="1 0"/>
                </dgm:if>
                <dgm:if name="Name82" axis="ch" ptType="node" func="cnt" op="equ" val="5">
                  <dgm:presOf axis="ch desOrSelf" ptType="node node" st="4 1" cnt="1 0"/>
                </dgm:if>
                <dgm:if name="Name83" axis="ch" ptType="node" func="cnt" op="equ" val="6">
                  <dgm:presOf axis="ch desOrSelf" ptType="node node" st="5 1" cnt="1 0"/>
                </dgm:if>
                <dgm:else name="Name84">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85"/>
    </dgm:choose>
    <dgm:choose name="Name86">
      <dgm:if name="Name87" axis="ch" ptType="node" func="cnt" op="gte" val="3">
        <dgm:layoutNode name="wedge3">
          <dgm:alg type="sp"/>
          <dgm:choose name="Name88">
            <dgm:if name="Name89" axis="ch" ptType="node" func="cnt" op="equ" val="3">
              <dgm:shape xmlns:r="http://schemas.openxmlformats.org/officeDocument/2006/relationships" type="pie" r:blip="">
                <dgm:adjLst>
                  <dgm:adj idx="1" val="150"/>
                  <dgm:adj idx="2" val="270"/>
                </dgm:adjLst>
              </dgm:shape>
            </dgm:if>
            <dgm:if name="Name90" axis="ch" ptType="node" func="cnt" op="equ" val="4">
              <dgm:shape xmlns:r="http://schemas.openxmlformats.org/officeDocument/2006/relationships" type="pie" r:blip="">
                <dgm:adjLst>
                  <dgm:adj idx="1" val="90"/>
                  <dgm:adj idx="2" val="180"/>
                </dgm:adjLst>
              </dgm:shape>
            </dgm:if>
            <dgm:if name="Name91" axis="ch" ptType="node" func="cnt" op="equ" val="5">
              <dgm:shape xmlns:r="http://schemas.openxmlformats.org/officeDocument/2006/relationships" type="pie" r:blip="">
                <dgm:adjLst>
                  <dgm:adj idx="1" val="54"/>
                  <dgm:adj idx="2" val="126"/>
                </dgm:adjLst>
              </dgm:shape>
            </dgm:if>
            <dgm:if name="Name92" axis="ch" ptType="node" func="cnt" op="equ" val="6">
              <dgm:shape xmlns:r="http://schemas.openxmlformats.org/officeDocument/2006/relationships" type="pie" r:blip="">
                <dgm:adjLst>
                  <dgm:adj idx="1" val="30"/>
                  <dgm:adj idx="2" val="90"/>
                </dgm:adjLst>
              </dgm:shape>
            </dgm:if>
            <dgm:else name="Name93">
              <dgm:shape xmlns:r="http://schemas.openxmlformats.org/officeDocument/2006/relationships" type="pie" r:blip="">
                <dgm:adjLst>
                  <dgm:adj idx="1" val="12.85714"/>
                  <dgm:adj idx="2" val="64.28571"/>
                </dgm:adjLst>
              </dgm:shape>
            </dgm:else>
          </dgm:choose>
          <dgm:choose name="Name94">
            <dgm:if name="Name95" func="var" arg="dir" op="equ" val="norm">
              <dgm:presOf axis="ch desOrSelf" ptType="node node" st="3 1" cnt="1 0"/>
            </dgm:if>
            <dgm:else name="Name96">
              <dgm:choose name="Name97">
                <dgm:if name="Name98" axis="ch" ptType="node" func="cnt" op="equ" val="3">
                  <dgm:presOf axis="ch desOrSelf" ptType="node node" st="1 1" cnt="1 0"/>
                </dgm:if>
                <dgm:if name="Name99" axis="ch" ptType="node" func="cnt" op="equ" val="4">
                  <dgm:presOf axis="ch desOrSelf" ptType="node node" st="2 1" cnt="1 0"/>
                </dgm:if>
                <dgm:if name="Name100" axis="ch" ptType="node" func="cnt" op="equ" val="5">
                  <dgm:presOf axis="ch desOrSelf" ptType="node node" st="3 1" cnt="1 0"/>
                </dgm:if>
                <dgm:if name="Name101" axis="ch" ptType="node" func="cnt" op="equ" val="6">
                  <dgm:presOf axis="ch desOrSelf" ptType="node node" st="4 1" cnt="1 0"/>
                </dgm:if>
                <dgm:else name="Name102">
                  <dgm:presOf axis="ch desOrSelf" ptType="node node" st="5 1" cnt="1 0"/>
                </dgm:else>
              </dgm:choose>
            </dgm:else>
          </dgm:choose>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103">
            <dgm:if name="Name104" func="var" arg="dir" op="equ" val="norm">
              <dgm:presOf axis="ch desOrSelf" ptType="node node" st="3 1" cnt="1 0"/>
            </dgm:if>
            <dgm:else name="Name105">
              <dgm:choose name="Name106">
                <dgm:if name="Name107" axis="ch" ptType="node" func="cnt" op="equ" val="3">
                  <dgm:presOf axis="ch desOrSelf" ptType="node node" st="1 1" cnt="1 0"/>
                </dgm:if>
                <dgm:if name="Name108" axis="ch" ptType="node" func="cnt" op="equ" val="4">
                  <dgm:presOf axis="ch desOrSelf" ptType="node node" st="2 1" cnt="1 0"/>
                </dgm:if>
                <dgm:if name="Name109" axis="ch" ptType="node" func="cnt" op="equ" val="5">
                  <dgm:presOf axis="ch desOrSelf" ptType="node node" st="3 1" cnt="1 0"/>
                </dgm:if>
                <dgm:if name="Name110" axis="ch" ptType="node" func="cnt" op="equ" val="6">
                  <dgm:presOf axis="ch desOrSelf" ptType="node node" st="4 1" cnt="1 0"/>
                </dgm:if>
                <dgm:else name="Name111">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12"/>
    </dgm:choose>
    <dgm:choose name="Name113">
      <dgm:if name="Name114" axis="ch" ptType="node" func="cnt" op="gte" val="4">
        <dgm:layoutNode name="wedge4">
          <dgm:alg type="sp"/>
          <dgm:choose name="Name115">
            <dgm:if name="Name116" axis="ch" ptType="node" func="cnt" op="equ" val="4">
              <dgm:shape xmlns:r="http://schemas.openxmlformats.org/officeDocument/2006/relationships" type="pie" r:blip="">
                <dgm:adjLst>
                  <dgm:adj idx="1" val="180"/>
                  <dgm:adj idx="2" val="270"/>
                </dgm:adjLst>
              </dgm:shape>
            </dgm:if>
            <dgm:if name="Name117" axis="ch" ptType="node" func="cnt" op="equ" val="5">
              <dgm:shape xmlns:r="http://schemas.openxmlformats.org/officeDocument/2006/relationships" type="pie" r:blip="">
                <dgm:adjLst>
                  <dgm:adj idx="1" val="126"/>
                  <dgm:adj idx="2" val="198"/>
                </dgm:adjLst>
              </dgm:shape>
            </dgm:if>
            <dgm:if name="Name118" axis="ch" ptType="node" func="cnt" op="equ" val="6">
              <dgm:shape xmlns:r="http://schemas.openxmlformats.org/officeDocument/2006/relationships" type="pie" r:blip="">
                <dgm:adjLst>
                  <dgm:adj idx="1" val="90"/>
                  <dgm:adj idx="2" val="150"/>
                </dgm:adjLst>
              </dgm:shape>
            </dgm:if>
            <dgm:else name="Name119">
              <dgm:shape xmlns:r="http://schemas.openxmlformats.org/officeDocument/2006/relationships" type="pie" r:blip="">
                <dgm:adjLst>
                  <dgm:adj idx="1" val="64.2871"/>
                  <dgm:adj idx="2" val="115.7143"/>
                </dgm:adjLst>
              </dgm:shape>
            </dgm:else>
          </dgm:choose>
          <dgm:choose name="Name120">
            <dgm:if name="Name121" func="var" arg="dir" op="equ" val="norm">
              <dgm:presOf axis="ch desOrSelf" ptType="node node" st="4 1" cnt="1 0"/>
            </dgm:if>
            <dgm:else name="Name122">
              <dgm:choose name="Name123">
                <dgm:if name="Name124" axis="ch" ptType="node" func="cnt" op="equ" val="4">
                  <dgm:presOf axis="ch desOrSelf" ptType="node node" st="1 1" cnt="1 0"/>
                </dgm:if>
                <dgm:if name="Name125" axis="ch" ptType="node" func="cnt" op="equ" val="5">
                  <dgm:presOf axis="ch desOrSelf" ptType="node node" st="2 1" cnt="1 0"/>
                </dgm:if>
                <dgm:if name="Name126" axis="ch" ptType="node" func="cnt" op="equ" val="6">
                  <dgm:presOf axis="ch desOrSelf" ptType="node node" st="3 1" cnt="1 0"/>
                </dgm:if>
                <dgm:else name="Name127">
                  <dgm:presOf axis="ch desOrSelf" ptType="node node" st="4 1" cnt="1 0"/>
                </dgm:else>
              </dgm:choose>
            </dgm:else>
          </dgm:choose>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28">
            <dgm:if name="Name129" func="var" arg="dir" op="equ" val="norm">
              <dgm:presOf axis="ch desOrSelf" ptType="node node" st="4 1" cnt="1 0"/>
            </dgm:if>
            <dgm:else name="Name130">
              <dgm:choose name="Name131">
                <dgm:if name="Name132" axis="ch" ptType="node" func="cnt" op="equ" val="4">
                  <dgm:presOf axis="ch desOrSelf" ptType="node node" st="1 1" cnt="1 0"/>
                </dgm:if>
                <dgm:if name="Name133" axis="ch" ptType="node" func="cnt" op="equ" val="5">
                  <dgm:presOf axis="ch desOrSelf" ptType="node node" st="2 1" cnt="1 0"/>
                </dgm:if>
                <dgm:if name="Name134" axis="ch" ptType="node" func="cnt" op="equ" val="6">
                  <dgm:presOf axis="ch desOrSelf" ptType="node node" st="3 1" cnt="1 0"/>
                </dgm:if>
                <dgm:else name="Name135">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36"/>
    </dgm:choose>
    <dgm:choose name="Name137">
      <dgm:if name="Name138" axis="ch" ptType="node" func="cnt" op="gte" val="5">
        <dgm:layoutNode name="wedge5">
          <dgm:alg type="sp"/>
          <dgm:choose name="Name139">
            <dgm:if name="Name140" axis="ch" ptType="node" func="cnt" op="equ" val="5">
              <dgm:shape xmlns:r="http://schemas.openxmlformats.org/officeDocument/2006/relationships" type="pie" r:blip="">
                <dgm:adjLst>
                  <dgm:adj idx="1" val="198"/>
                  <dgm:adj idx="2" val="270"/>
                </dgm:adjLst>
              </dgm:shape>
            </dgm:if>
            <dgm:if name="Name141" axis="ch" ptType="node" func="cnt" op="equ" val="6">
              <dgm:shape xmlns:r="http://schemas.openxmlformats.org/officeDocument/2006/relationships" type="pie" r:blip="">
                <dgm:adjLst>
                  <dgm:adj idx="1" val="150"/>
                  <dgm:adj idx="2" val="210"/>
                </dgm:adjLst>
              </dgm:shape>
            </dgm:if>
            <dgm:else name="Name142">
              <dgm:shape xmlns:r="http://schemas.openxmlformats.org/officeDocument/2006/relationships" type="pie" r:blip="">
                <dgm:adjLst>
                  <dgm:adj idx="1" val="115.7143"/>
                  <dgm:adj idx="2" val="167.1429"/>
                </dgm:adjLst>
              </dgm:shape>
            </dgm:else>
          </dgm:choose>
          <dgm:choose name="Name143">
            <dgm:if name="Name144" func="var" arg="dir" op="equ" val="norm">
              <dgm:presOf axis="ch desOrSelf" ptType="node node" st="5 1" cnt="1 0"/>
            </dgm:if>
            <dgm:else name="Name145">
              <dgm:choose name="Name146">
                <dgm:if name="Name147" axis="ch" ptType="node" func="cnt" op="equ" val="5">
                  <dgm:presOf axis="ch desOrSelf" ptType="node node" st="1 1" cnt="1 0"/>
                </dgm:if>
                <dgm:if name="Name148" axis="ch" ptType="node" func="cnt" op="equ" val="6">
                  <dgm:presOf axis="ch desOrSelf" ptType="node node" st="2 1" cnt="1 0"/>
                </dgm:if>
                <dgm:else name="Name149">
                  <dgm:presOf axis="ch desOrSelf" ptType="node node" st="3 1" cnt="1 0"/>
                </dgm:else>
              </dgm:choose>
            </dgm:else>
          </dgm:choose>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50">
            <dgm:if name="Name151" func="var" arg="dir" op="equ" val="norm">
              <dgm:presOf axis="ch desOrSelf" ptType="node node" st="5 1" cnt="1 0"/>
            </dgm:if>
            <dgm:else name="Name152">
              <dgm:choose name="Name153">
                <dgm:if name="Name154" axis="ch" ptType="node" func="cnt" op="equ" val="5">
                  <dgm:presOf axis="ch desOrSelf" ptType="node node" st="1 1" cnt="1 0"/>
                </dgm:if>
                <dgm:if name="Name155" axis="ch" ptType="node" func="cnt" op="equ" val="6">
                  <dgm:presOf axis="ch desOrSelf" ptType="node node" st="2 1" cnt="1 0"/>
                </dgm:if>
                <dgm:else name="Name156">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57"/>
    </dgm:choose>
    <dgm:choose name="Name158">
      <dgm:if name="Name159" axis="ch" ptType="node" func="cnt" op="gte" val="6">
        <dgm:layoutNode name="wedge6">
          <dgm:alg type="sp"/>
          <dgm:choose name="Name160">
            <dgm:if name="Name161" axis="ch" ptType="node" func="cnt" op="equ" val="6">
              <dgm:shape xmlns:r="http://schemas.openxmlformats.org/officeDocument/2006/relationships" type="pie" r:blip="">
                <dgm:adjLst>
                  <dgm:adj idx="1" val="210"/>
                  <dgm:adj idx="2" val="270"/>
                </dgm:adjLst>
              </dgm:shape>
            </dgm:if>
            <dgm:else name="Name162">
              <dgm:shape xmlns:r="http://schemas.openxmlformats.org/officeDocument/2006/relationships" type="pie" r:blip="">
                <dgm:adjLst>
                  <dgm:adj idx="1" val="167.1429"/>
                  <dgm:adj idx="2" val="218.5714"/>
                </dgm:adjLst>
              </dgm:shape>
            </dgm:else>
          </dgm:choose>
          <dgm:choose name="Name163">
            <dgm:if name="Name164" func="var" arg="dir" op="equ" val="norm">
              <dgm:presOf axis="ch desOrSelf" ptType="node node" st="6 1" cnt="1 0"/>
            </dgm:if>
            <dgm:else name="Name165">
              <dgm:choose name="Name166">
                <dgm:if name="Name167" axis="ch" ptType="node" func="cnt" op="equ" val="6">
                  <dgm:presOf axis="ch desOrSelf" ptType="node node" st="1 1" cnt="1 0"/>
                </dgm:if>
                <dgm:else name="Name168">
                  <dgm:presOf axis="ch desOrSelf" ptType="node node" st="2 1" cnt="1 0"/>
                </dgm:else>
              </dgm:choose>
            </dgm:else>
          </dgm:choose>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69">
            <dgm:if name="Name170" func="var" arg="dir" op="equ" val="norm">
              <dgm:presOf axis="ch desOrSelf" ptType="node node" st="6 1" cnt="1 0"/>
            </dgm:if>
            <dgm:else name="Name171">
              <dgm:choose name="Name172">
                <dgm:if name="Name173" axis="ch" ptType="node" func="cnt" op="equ" val="6">
                  <dgm:presOf axis="ch desOrSelf" ptType="node node" st="1 1" cnt="1 0"/>
                </dgm:if>
                <dgm:else name="Name174">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75"/>
    </dgm:choose>
    <dgm:choose name="Name176">
      <dgm:if name="Name177" axis="ch" ptType="node" func="cnt" op="gte" val="7">
        <dgm:layoutNode name="wedge7">
          <dgm:alg type="sp"/>
          <dgm:shape xmlns:r="http://schemas.openxmlformats.org/officeDocument/2006/relationships" type="pie" r:blip="">
            <dgm:adjLst>
              <dgm:adj idx="1" val="218.5714"/>
              <dgm:adj idx="2" val="270"/>
            </dgm:adjLst>
          </dgm:shape>
          <dgm:choose name="Name178">
            <dgm:if name="Name179" func="var" arg="dir" op="equ" val="norm">
              <dgm:presOf axis="ch desOrSelf" ptType="node node" st="7 1" cnt="1 0"/>
            </dgm:if>
            <dgm:else name="Name180">
              <dgm:presOf axis="ch desOrSelf" ptType="node node" st="1 1" cnt="1 0"/>
            </dgm:else>
          </dgm:choose>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81">
            <dgm:if name="Name182" func="var" arg="dir" op="equ" val="norm">
              <dgm:presOf axis="ch desOrSelf" ptType="node node" st="7 1" cnt="1 0"/>
            </dgm:if>
            <dgm:else name="Name183">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84"/>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555B253-3751-4D72-A5EE-C31C1CA702F7}" type="datetimeFigureOut">
              <a:rPr lang="zh-CN" altLang="en-US" smtClean="0"/>
              <a:t>2022/3/23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2A794B0-01C1-4D10-B66A-F14B93E63BB6}" type="slidenum">
              <a:rPr lang="zh-CN" altLang="en-US" smtClean="0"/>
              <a:t>‹#›</a:t>
            </a:fld>
            <a:endParaRPr lang="zh-CN" altLang="en-US"/>
          </a:p>
        </p:txBody>
      </p:sp>
    </p:spTree>
    <p:extLst>
      <p:ext uri="{BB962C8B-B14F-4D97-AF65-F5344CB8AC3E}">
        <p14:creationId xmlns:p14="http://schemas.microsoft.com/office/powerpoint/2010/main" val="39562468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a:t>
            </a:fld>
            <a:endParaRPr lang="zh-CN" altLang="en-US"/>
          </a:p>
        </p:txBody>
      </p:sp>
    </p:spTree>
    <p:extLst>
      <p:ext uri="{BB962C8B-B14F-4D97-AF65-F5344CB8AC3E}">
        <p14:creationId xmlns:p14="http://schemas.microsoft.com/office/powerpoint/2010/main" val="23306084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a:t>
            </a:fld>
            <a:endParaRPr lang="zh-CN" altLang="en-US"/>
          </a:p>
        </p:txBody>
      </p:sp>
    </p:spTree>
    <p:extLst>
      <p:ext uri="{BB962C8B-B14F-4D97-AF65-F5344CB8AC3E}">
        <p14:creationId xmlns:p14="http://schemas.microsoft.com/office/powerpoint/2010/main" val="60476078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a:t>
            </a:fld>
            <a:endParaRPr lang="zh-CN" altLang="en-US"/>
          </a:p>
        </p:txBody>
      </p:sp>
    </p:spTree>
    <p:extLst>
      <p:ext uri="{BB962C8B-B14F-4D97-AF65-F5344CB8AC3E}">
        <p14:creationId xmlns:p14="http://schemas.microsoft.com/office/powerpoint/2010/main" val="17576094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a:t>
            </a:fld>
            <a:endParaRPr lang="zh-CN" altLang="en-US"/>
          </a:p>
        </p:txBody>
      </p:sp>
    </p:spTree>
    <p:extLst>
      <p:ext uri="{BB962C8B-B14F-4D97-AF65-F5344CB8AC3E}">
        <p14:creationId xmlns:p14="http://schemas.microsoft.com/office/powerpoint/2010/main" val="166188795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a:t>
            </a:fld>
            <a:endParaRPr lang="zh-CN" altLang="en-US"/>
          </a:p>
        </p:txBody>
      </p:sp>
    </p:spTree>
    <p:extLst>
      <p:ext uri="{BB962C8B-B14F-4D97-AF65-F5344CB8AC3E}">
        <p14:creationId xmlns:p14="http://schemas.microsoft.com/office/powerpoint/2010/main" val="155057249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6</a:t>
            </a:fld>
            <a:endParaRPr lang="zh-CN" altLang="en-US"/>
          </a:p>
        </p:txBody>
      </p:sp>
    </p:spTree>
    <p:extLst>
      <p:ext uri="{BB962C8B-B14F-4D97-AF65-F5344CB8AC3E}">
        <p14:creationId xmlns:p14="http://schemas.microsoft.com/office/powerpoint/2010/main" val="27973709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7</a:t>
            </a:fld>
            <a:endParaRPr lang="zh-CN" altLang="en-US"/>
          </a:p>
        </p:txBody>
      </p:sp>
    </p:spTree>
    <p:extLst>
      <p:ext uri="{BB962C8B-B14F-4D97-AF65-F5344CB8AC3E}">
        <p14:creationId xmlns:p14="http://schemas.microsoft.com/office/powerpoint/2010/main" val="349745884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8</a:t>
            </a:fld>
            <a:endParaRPr lang="zh-CN" altLang="en-US"/>
          </a:p>
        </p:txBody>
      </p:sp>
    </p:spTree>
    <p:extLst>
      <p:ext uri="{BB962C8B-B14F-4D97-AF65-F5344CB8AC3E}">
        <p14:creationId xmlns:p14="http://schemas.microsoft.com/office/powerpoint/2010/main" val="110252793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9</a:t>
            </a:fld>
            <a:endParaRPr lang="zh-CN" altLang="en-US"/>
          </a:p>
        </p:txBody>
      </p:sp>
    </p:spTree>
    <p:extLst>
      <p:ext uri="{BB962C8B-B14F-4D97-AF65-F5344CB8AC3E}">
        <p14:creationId xmlns:p14="http://schemas.microsoft.com/office/powerpoint/2010/main" val="24755304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10</a:t>
            </a:fld>
            <a:endParaRPr lang="zh-CN" altLang="en-US"/>
          </a:p>
        </p:txBody>
      </p:sp>
    </p:spTree>
    <p:extLst>
      <p:ext uri="{BB962C8B-B14F-4D97-AF65-F5344CB8AC3E}">
        <p14:creationId xmlns:p14="http://schemas.microsoft.com/office/powerpoint/2010/main" val="212180022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11</a:t>
            </a:fld>
            <a:endParaRPr lang="zh-CN" altLang="en-US"/>
          </a:p>
        </p:txBody>
      </p:sp>
    </p:spTree>
    <p:extLst>
      <p:ext uri="{BB962C8B-B14F-4D97-AF65-F5344CB8AC3E}">
        <p14:creationId xmlns:p14="http://schemas.microsoft.com/office/powerpoint/2010/main" val="42282503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12</a:t>
            </a:fld>
            <a:endParaRPr lang="zh-CN" altLang="en-US"/>
          </a:p>
        </p:txBody>
      </p:sp>
    </p:spTree>
    <p:extLst>
      <p:ext uri="{BB962C8B-B14F-4D97-AF65-F5344CB8AC3E}">
        <p14:creationId xmlns:p14="http://schemas.microsoft.com/office/powerpoint/2010/main" val="405490238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13</a:t>
            </a:fld>
            <a:endParaRPr lang="zh-CN" altLang="en-US"/>
          </a:p>
        </p:txBody>
      </p:sp>
    </p:spTree>
    <p:extLst>
      <p:ext uri="{BB962C8B-B14F-4D97-AF65-F5344CB8AC3E}">
        <p14:creationId xmlns:p14="http://schemas.microsoft.com/office/powerpoint/2010/main" val="284105604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14</a:t>
            </a:fld>
            <a:endParaRPr lang="zh-CN" altLang="en-US"/>
          </a:p>
        </p:txBody>
      </p:sp>
    </p:spTree>
    <p:extLst>
      <p:ext uri="{BB962C8B-B14F-4D97-AF65-F5344CB8AC3E}">
        <p14:creationId xmlns:p14="http://schemas.microsoft.com/office/powerpoint/2010/main" val="1983822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15</a:t>
            </a:fld>
            <a:endParaRPr lang="zh-CN" altLang="en-US"/>
          </a:p>
        </p:txBody>
      </p:sp>
    </p:spTree>
    <p:extLst>
      <p:ext uri="{BB962C8B-B14F-4D97-AF65-F5344CB8AC3E}">
        <p14:creationId xmlns:p14="http://schemas.microsoft.com/office/powerpoint/2010/main" val="309013247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16</a:t>
            </a:fld>
            <a:endParaRPr lang="zh-CN" altLang="en-US"/>
          </a:p>
        </p:txBody>
      </p:sp>
    </p:spTree>
    <p:extLst>
      <p:ext uri="{BB962C8B-B14F-4D97-AF65-F5344CB8AC3E}">
        <p14:creationId xmlns:p14="http://schemas.microsoft.com/office/powerpoint/2010/main" val="7844553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17</a:t>
            </a:fld>
            <a:endParaRPr lang="zh-CN" altLang="en-US"/>
          </a:p>
        </p:txBody>
      </p:sp>
    </p:spTree>
    <p:extLst>
      <p:ext uri="{BB962C8B-B14F-4D97-AF65-F5344CB8AC3E}">
        <p14:creationId xmlns:p14="http://schemas.microsoft.com/office/powerpoint/2010/main" val="336986270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18</a:t>
            </a:fld>
            <a:endParaRPr lang="zh-CN" altLang="en-US"/>
          </a:p>
        </p:txBody>
      </p:sp>
    </p:spTree>
    <p:extLst>
      <p:ext uri="{BB962C8B-B14F-4D97-AF65-F5344CB8AC3E}">
        <p14:creationId xmlns:p14="http://schemas.microsoft.com/office/powerpoint/2010/main" val="24819087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19</a:t>
            </a:fld>
            <a:endParaRPr lang="zh-CN" altLang="en-US"/>
          </a:p>
        </p:txBody>
      </p:sp>
    </p:spTree>
    <p:extLst>
      <p:ext uri="{BB962C8B-B14F-4D97-AF65-F5344CB8AC3E}">
        <p14:creationId xmlns:p14="http://schemas.microsoft.com/office/powerpoint/2010/main" val="317123482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20</a:t>
            </a:fld>
            <a:endParaRPr lang="zh-CN" altLang="en-US"/>
          </a:p>
        </p:txBody>
      </p:sp>
    </p:spTree>
    <p:extLst>
      <p:ext uri="{BB962C8B-B14F-4D97-AF65-F5344CB8AC3E}">
        <p14:creationId xmlns:p14="http://schemas.microsoft.com/office/powerpoint/2010/main" val="193213819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21</a:t>
            </a:fld>
            <a:endParaRPr lang="zh-CN" altLang="en-US"/>
          </a:p>
        </p:txBody>
      </p:sp>
    </p:spTree>
    <p:extLst>
      <p:ext uri="{BB962C8B-B14F-4D97-AF65-F5344CB8AC3E}">
        <p14:creationId xmlns:p14="http://schemas.microsoft.com/office/powerpoint/2010/main" val="286001540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22</a:t>
            </a:fld>
            <a:endParaRPr lang="zh-CN" altLang="en-US"/>
          </a:p>
        </p:txBody>
      </p:sp>
    </p:spTree>
    <p:extLst>
      <p:ext uri="{BB962C8B-B14F-4D97-AF65-F5344CB8AC3E}">
        <p14:creationId xmlns:p14="http://schemas.microsoft.com/office/powerpoint/2010/main" val="214131019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23</a:t>
            </a:fld>
            <a:endParaRPr lang="zh-CN" altLang="en-US"/>
          </a:p>
        </p:txBody>
      </p:sp>
    </p:spTree>
    <p:extLst>
      <p:ext uri="{BB962C8B-B14F-4D97-AF65-F5344CB8AC3E}">
        <p14:creationId xmlns:p14="http://schemas.microsoft.com/office/powerpoint/2010/main" val="156731699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24</a:t>
            </a:fld>
            <a:endParaRPr lang="zh-CN" altLang="en-US"/>
          </a:p>
        </p:txBody>
      </p:sp>
    </p:spTree>
    <p:extLst>
      <p:ext uri="{BB962C8B-B14F-4D97-AF65-F5344CB8AC3E}">
        <p14:creationId xmlns:p14="http://schemas.microsoft.com/office/powerpoint/2010/main" val="128054559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25</a:t>
            </a:fld>
            <a:endParaRPr lang="zh-CN" altLang="en-US"/>
          </a:p>
        </p:txBody>
      </p:sp>
    </p:spTree>
    <p:extLst>
      <p:ext uri="{BB962C8B-B14F-4D97-AF65-F5344CB8AC3E}">
        <p14:creationId xmlns:p14="http://schemas.microsoft.com/office/powerpoint/2010/main" val="415355655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26</a:t>
            </a:fld>
            <a:endParaRPr lang="zh-CN" altLang="en-US"/>
          </a:p>
        </p:txBody>
      </p:sp>
    </p:spTree>
    <p:extLst>
      <p:ext uri="{BB962C8B-B14F-4D97-AF65-F5344CB8AC3E}">
        <p14:creationId xmlns:p14="http://schemas.microsoft.com/office/powerpoint/2010/main" val="150556269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27</a:t>
            </a:fld>
            <a:endParaRPr lang="zh-CN" altLang="en-US"/>
          </a:p>
        </p:txBody>
      </p:sp>
    </p:spTree>
    <p:extLst>
      <p:ext uri="{BB962C8B-B14F-4D97-AF65-F5344CB8AC3E}">
        <p14:creationId xmlns:p14="http://schemas.microsoft.com/office/powerpoint/2010/main" val="155007163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28</a:t>
            </a:fld>
            <a:endParaRPr lang="zh-CN" altLang="en-US"/>
          </a:p>
        </p:txBody>
      </p:sp>
    </p:spTree>
    <p:extLst>
      <p:ext uri="{BB962C8B-B14F-4D97-AF65-F5344CB8AC3E}">
        <p14:creationId xmlns:p14="http://schemas.microsoft.com/office/powerpoint/2010/main" val="138910548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29</a:t>
            </a:fld>
            <a:endParaRPr lang="zh-CN" altLang="en-US"/>
          </a:p>
        </p:txBody>
      </p:sp>
    </p:spTree>
    <p:extLst>
      <p:ext uri="{BB962C8B-B14F-4D97-AF65-F5344CB8AC3E}">
        <p14:creationId xmlns:p14="http://schemas.microsoft.com/office/powerpoint/2010/main" val="237136336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30</a:t>
            </a:fld>
            <a:endParaRPr lang="zh-CN" altLang="en-US"/>
          </a:p>
        </p:txBody>
      </p:sp>
    </p:spTree>
    <p:extLst>
      <p:ext uri="{BB962C8B-B14F-4D97-AF65-F5344CB8AC3E}">
        <p14:creationId xmlns:p14="http://schemas.microsoft.com/office/powerpoint/2010/main" val="183527019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31</a:t>
            </a:fld>
            <a:endParaRPr lang="zh-CN" altLang="en-US"/>
          </a:p>
        </p:txBody>
      </p:sp>
    </p:spTree>
    <p:extLst>
      <p:ext uri="{BB962C8B-B14F-4D97-AF65-F5344CB8AC3E}">
        <p14:creationId xmlns:p14="http://schemas.microsoft.com/office/powerpoint/2010/main" val="345960281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32</a:t>
            </a:fld>
            <a:endParaRPr lang="zh-CN" altLang="en-US"/>
          </a:p>
        </p:txBody>
      </p:sp>
    </p:spTree>
    <p:extLst>
      <p:ext uri="{BB962C8B-B14F-4D97-AF65-F5344CB8AC3E}">
        <p14:creationId xmlns:p14="http://schemas.microsoft.com/office/powerpoint/2010/main" val="205598848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33</a:t>
            </a:fld>
            <a:endParaRPr lang="zh-CN" altLang="en-US"/>
          </a:p>
        </p:txBody>
      </p:sp>
    </p:spTree>
    <p:extLst>
      <p:ext uri="{BB962C8B-B14F-4D97-AF65-F5344CB8AC3E}">
        <p14:creationId xmlns:p14="http://schemas.microsoft.com/office/powerpoint/2010/main" val="21814962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34</a:t>
            </a:fld>
            <a:endParaRPr lang="zh-CN" altLang="en-US"/>
          </a:p>
        </p:txBody>
      </p:sp>
    </p:spTree>
    <p:extLst>
      <p:ext uri="{BB962C8B-B14F-4D97-AF65-F5344CB8AC3E}">
        <p14:creationId xmlns:p14="http://schemas.microsoft.com/office/powerpoint/2010/main" val="246951064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35</a:t>
            </a:fld>
            <a:endParaRPr lang="zh-CN" altLang="en-US"/>
          </a:p>
        </p:txBody>
      </p:sp>
    </p:spTree>
    <p:extLst>
      <p:ext uri="{BB962C8B-B14F-4D97-AF65-F5344CB8AC3E}">
        <p14:creationId xmlns:p14="http://schemas.microsoft.com/office/powerpoint/2010/main" val="47969209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36</a:t>
            </a:fld>
            <a:endParaRPr lang="zh-CN" altLang="en-US"/>
          </a:p>
        </p:txBody>
      </p:sp>
    </p:spTree>
    <p:extLst>
      <p:ext uri="{BB962C8B-B14F-4D97-AF65-F5344CB8AC3E}">
        <p14:creationId xmlns:p14="http://schemas.microsoft.com/office/powerpoint/2010/main" val="27546511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37</a:t>
            </a:fld>
            <a:endParaRPr lang="zh-CN" altLang="en-US"/>
          </a:p>
        </p:txBody>
      </p:sp>
    </p:spTree>
    <p:extLst>
      <p:ext uri="{BB962C8B-B14F-4D97-AF65-F5344CB8AC3E}">
        <p14:creationId xmlns:p14="http://schemas.microsoft.com/office/powerpoint/2010/main" val="285431205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38</a:t>
            </a:fld>
            <a:endParaRPr lang="zh-CN" altLang="en-US"/>
          </a:p>
        </p:txBody>
      </p:sp>
    </p:spTree>
    <p:extLst>
      <p:ext uri="{BB962C8B-B14F-4D97-AF65-F5344CB8AC3E}">
        <p14:creationId xmlns:p14="http://schemas.microsoft.com/office/powerpoint/2010/main" val="373083580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39</a:t>
            </a:fld>
            <a:endParaRPr lang="zh-CN" altLang="en-US"/>
          </a:p>
        </p:txBody>
      </p:sp>
    </p:spTree>
    <p:extLst>
      <p:ext uri="{BB962C8B-B14F-4D97-AF65-F5344CB8AC3E}">
        <p14:creationId xmlns:p14="http://schemas.microsoft.com/office/powerpoint/2010/main" val="57620378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40</a:t>
            </a:fld>
            <a:endParaRPr lang="zh-CN" altLang="en-US"/>
          </a:p>
        </p:txBody>
      </p:sp>
    </p:spTree>
    <p:extLst>
      <p:ext uri="{BB962C8B-B14F-4D97-AF65-F5344CB8AC3E}">
        <p14:creationId xmlns:p14="http://schemas.microsoft.com/office/powerpoint/2010/main" val="40984730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41</a:t>
            </a:fld>
            <a:endParaRPr lang="zh-CN" altLang="en-US"/>
          </a:p>
        </p:txBody>
      </p:sp>
    </p:spTree>
    <p:extLst>
      <p:ext uri="{BB962C8B-B14F-4D97-AF65-F5344CB8AC3E}">
        <p14:creationId xmlns:p14="http://schemas.microsoft.com/office/powerpoint/2010/main" val="28748657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42</a:t>
            </a:fld>
            <a:endParaRPr lang="zh-CN" altLang="en-US"/>
          </a:p>
        </p:txBody>
      </p:sp>
    </p:spTree>
    <p:extLst>
      <p:ext uri="{BB962C8B-B14F-4D97-AF65-F5344CB8AC3E}">
        <p14:creationId xmlns:p14="http://schemas.microsoft.com/office/powerpoint/2010/main" val="129436334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43</a:t>
            </a:fld>
            <a:endParaRPr lang="zh-CN" altLang="en-US"/>
          </a:p>
        </p:txBody>
      </p:sp>
    </p:spTree>
    <p:extLst>
      <p:ext uri="{BB962C8B-B14F-4D97-AF65-F5344CB8AC3E}">
        <p14:creationId xmlns:p14="http://schemas.microsoft.com/office/powerpoint/2010/main" val="363429135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44</a:t>
            </a:fld>
            <a:endParaRPr lang="zh-CN" altLang="en-US"/>
          </a:p>
        </p:txBody>
      </p:sp>
    </p:spTree>
    <p:extLst>
      <p:ext uri="{BB962C8B-B14F-4D97-AF65-F5344CB8AC3E}">
        <p14:creationId xmlns:p14="http://schemas.microsoft.com/office/powerpoint/2010/main" val="70716273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45</a:t>
            </a:fld>
            <a:endParaRPr lang="zh-CN" altLang="en-US"/>
          </a:p>
        </p:txBody>
      </p:sp>
    </p:spTree>
    <p:extLst>
      <p:ext uri="{BB962C8B-B14F-4D97-AF65-F5344CB8AC3E}">
        <p14:creationId xmlns:p14="http://schemas.microsoft.com/office/powerpoint/2010/main" val="188213006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46</a:t>
            </a:fld>
            <a:endParaRPr lang="zh-CN" altLang="en-US"/>
          </a:p>
        </p:txBody>
      </p:sp>
    </p:spTree>
    <p:extLst>
      <p:ext uri="{BB962C8B-B14F-4D97-AF65-F5344CB8AC3E}">
        <p14:creationId xmlns:p14="http://schemas.microsoft.com/office/powerpoint/2010/main" val="217277937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47</a:t>
            </a:fld>
            <a:endParaRPr lang="zh-CN" altLang="en-US"/>
          </a:p>
        </p:txBody>
      </p:sp>
    </p:spTree>
    <p:extLst>
      <p:ext uri="{BB962C8B-B14F-4D97-AF65-F5344CB8AC3E}">
        <p14:creationId xmlns:p14="http://schemas.microsoft.com/office/powerpoint/2010/main" val="10751373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48</a:t>
            </a:fld>
            <a:endParaRPr lang="zh-CN" altLang="en-US"/>
          </a:p>
        </p:txBody>
      </p:sp>
    </p:spTree>
    <p:extLst>
      <p:ext uri="{BB962C8B-B14F-4D97-AF65-F5344CB8AC3E}">
        <p14:creationId xmlns:p14="http://schemas.microsoft.com/office/powerpoint/2010/main" val="295135132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49</a:t>
            </a:fld>
            <a:endParaRPr lang="zh-CN" altLang="en-US"/>
          </a:p>
        </p:txBody>
      </p:sp>
    </p:spTree>
    <p:extLst>
      <p:ext uri="{BB962C8B-B14F-4D97-AF65-F5344CB8AC3E}">
        <p14:creationId xmlns:p14="http://schemas.microsoft.com/office/powerpoint/2010/main" val="359327113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50</a:t>
            </a:fld>
            <a:endParaRPr lang="zh-CN" altLang="en-US"/>
          </a:p>
        </p:txBody>
      </p:sp>
    </p:spTree>
    <p:extLst>
      <p:ext uri="{BB962C8B-B14F-4D97-AF65-F5344CB8AC3E}">
        <p14:creationId xmlns:p14="http://schemas.microsoft.com/office/powerpoint/2010/main" val="39573247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51</a:t>
            </a:fld>
            <a:endParaRPr lang="zh-CN" altLang="en-US"/>
          </a:p>
        </p:txBody>
      </p:sp>
    </p:spTree>
    <p:extLst>
      <p:ext uri="{BB962C8B-B14F-4D97-AF65-F5344CB8AC3E}">
        <p14:creationId xmlns:p14="http://schemas.microsoft.com/office/powerpoint/2010/main" val="333053389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52</a:t>
            </a:fld>
            <a:endParaRPr lang="zh-CN" altLang="en-US"/>
          </a:p>
        </p:txBody>
      </p:sp>
    </p:spTree>
    <p:extLst>
      <p:ext uri="{BB962C8B-B14F-4D97-AF65-F5344CB8AC3E}">
        <p14:creationId xmlns:p14="http://schemas.microsoft.com/office/powerpoint/2010/main" val="71587068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53</a:t>
            </a:fld>
            <a:endParaRPr lang="zh-CN" altLang="en-US"/>
          </a:p>
        </p:txBody>
      </p:sp>
    </p:spTree>
    <p:extLst>
      <p:ext uri="{BB962C8B-B14F-4D97-AF65-F5344CB8AC3E}">
        <p14:creationId xmlns:p14="http://schemas.microsoft.com/office/powerpoint/2010/main" val="372697695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54</a:t>
            </a:fld>
            <a:endParaRPr lang="zh-CN" altLang="en-US"/>
          </a:p>
        </p:txBody>
      </p:sp>
    </p:spTree>
    <p:extLst>
      <p:ext uri="{BB962C8B-B14F-4D97-AF65-F5344CB8AC3E}">
        <p14:creationId xmlns:p14="http://schemas.microsoft.com/office/powerpoint/2010/main" val="72438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55</a:t>
            </a:fld>
            <a:endParaRPr lang="zh-CN" altLang="en-US"/>
          </a:p>
        </p:txBody>
      </p:sp>
    </p:spTree>
    <p:extLst>
      <p:ext uri="{BB962C8B-B14F-4D97-AF65-F5344CB8AC3E}">
        <p14:creationId xmlns:p14="http://schemas.microsoft.com/office/powerpoint/2010/main" val="31022856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56</a:t>
            </a:fld>
            <a:endParaRPr lang="zh-CN" altLang="en-US"/>
          </a:p>
        </p:txBody>
      </p:sp>
    </p:spTree>
    <p:extLst>
      <p:ext uri="{BB962C8B-B14F-4D97-AF65-F5344CB8AC3E}">
        <p14:creationId xmlns:p14="http://schemas.microsoft.com/office/powerpoint/2010/main" val="163017837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57</a:t>
            </a:fld>
            <a:endParaRPr lang="zh-CN" altLang="en-US"/>
          </a:p>
        </p:txBody>
      </p:sp>
    </p:spTree>
    <p:extLst>
      <p:ext uri="{BB962C8B-B14F-4D97-AF65-F5344CB8AC3E}">
        <p14:creationId xmlns:p14="http://schemas.microsoft.com/office/powerpoint/2010/main" val="105830364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A794B0-01C1-4D10-B66A-F14B93E63BB6}" type="slidenum">
              <a:rPr lang="zh-CN" altLang="en-US" smtClean="0"/>
              <a:t>58</a:t>
            </a:fld>
            <a:endParaRPr lang="zh-CN" altLang="en-US"/>
          </a:p>
        </p:txBody>
      </p:sp>
    </p:spTree>
    <p:extLst>
      <p:ext uri="{BB962C8B-B14F-4D97-AF65-F5344CB8AC3E}">
        <p14:creationId xmlns:p14="http://schemas.microsoft.com/office/powerpoint/2010/main" val="266359190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10" name="Group 9"/>
          <p:cNvGrpSpPr/>
          <p:nvPr userDrawn="1"/>
        </p:nvGrpSpPr>
        <p:grpSpPr>
          <a:xfrm>
            <a:off x="0" y="4106413"/>
            <a:ext cx="12196763" cy="2751587"/>
            <a:chOff x="0" y="3412146"/>
            <a:chExt cx="12196763" cy="2751587"/>
          </a:xfrm>
          <a:solidFill>
            <a:schemeClr val="bg1">
              <a:lumMod val="95000"/>
            </a:schemeClr>
          </a:solidFill>
        </p:grpSpPr>
        <p:sp>
          <p:nvSpPr>
            <p:cNvPr id="8" name="Freeform 9"/>
            <p:cNvSpPr>
              <a:spLocks noEditPoints="1"/>
            </p:cNvSpPr>
            <p:nvPr/>
          </p:nvSpPr>
          <p:spPr bwMode="auto">
            <a:xfrm>
              <a:off x="0" y="3412146"/>
              <a:ext cx="12196763" cy="1177925"/>
            </a:xfrm>
            <a:custGeom>
              <a:avLst/>
              <a:gdLst>
                <a:gd name="T0" fmla="*/ 7163 w 7683"/>
                <a:gd name="T1" fmla="*/ 572 h 742"/>
                <a:gd name="T2" fmla="*/ 6824 w 7683"/>
                <a:gd name="T3" fmla="*/ 437 h 742"/>
                <a:gd name="T4" fmla="*/ 6358 w 7683"/>
                <a:gd name="T5" fmla="*/ 527 h 742"/>
                <a:gd name="T6" fmla="*/ 5742 w 7683"/>
                <a:gd name="T7" fmla="*/ 582 h 742"/>
                <a:gd name="T8" fmla="*/ 5510 w 7683"/>
                <a:gd name="T9" fmla="*/ 461 h 742"/>
                <a:gd name="T10" fmla="*/ 5092 w 7683"/>
                <a:gd name="T11" fmla="*/ 544 h 742"/>
                <a:gd name="T12" fmla="*/ 4675 w 7683"/>
                <a:gd name="T13" fmla="*/ 284 h 742"/>
                <a:gd name="T14" fmla="*/ 4127 w 7683"/>
                <a:gd name="T15" fmla="*/ 440 h 742"/>
                <a:gd name="T16" fmla="*/ 3863 w 7683"/>
                <a:gd name="T17" fmla="*/ 520 h 742"/>
                <a:gd name="T18" fmla="*/ 3713 w 7683"/>
                <a:gd name="T19" fmla="*/ 226 h 742"/>
                <a:gd name="T20" fmla="*/ 3508 w 7683"/>
                <a:gd name="T21" fmla="*/ 239 h 742"/>
                <a:gd name="T22" fmla="*/ 3155 w 7683"/>
                <a:gd name="T23" fmla="*/ 42 h 742"/>
                <a:gd name="T24" fmla="*/ 3087 w 7683"/>
                <a:gd name="T25" fmla="*/ 208 h 742"/>
                <a:gd name="T26" fmla="*/ 3032 w 7683"/>
                <a:gd name="T27" fmla="*/ 509 h 742"/>
                <a:gd name="T28" fmla="*/ 2960 w 7683"/>
                <a:gd name="T29" fmla="*/ 260 h 742"/>
                <a:gd name="T30" fmla="*/ 2847 w 7683"/>
                <a:gd name="T31" fmla="*/ 385 h 742"/>
                <a:gd name="T32" fmla="*/ 2806 w 7683"/>
                <a:gd name="T33" fmla="*/ 250 h 742"/>
                <a:gd name="T34" fmla="*/ 2714 w 7683"/>
                <a:gd name="T35" fmla="*/ 516 h 742"/>
                <a:gd name="T36" fmla="*/ 2655 w 7683"/>
                <a:gd name="T37" fmla="*/ 444 h 742"/>
                <a:gd name="T38" fmla="*/ 2563 w 7683"/>
                <a:gd name="T39" fmla="*/ 509 h 742"/>
                <a:gd name="T40" fmla="*/ 2491 w 7683"/>
                <a:gd name="T41" fmla="*/ 142 h 742"/>
                <a:gd name="T42" fmla="*/ 2460 w 7683"/>
                <a:gd name="T43" fmla="*/ 454 h 742"/>
                <a:gd name="T44" fmla="*/ 2320 w 7683"/>
                <a:gd name="T45" fmla="*/ 475 h 742"/>
                <a:gd name="T46" fmla="*/ 2094 w 7683"/>
                <a:gd name="T47" fmla="*/ 73 h 742"/>
                <a:gd name="T48" fmla="*/ 1957 w 7683"/>
                <a:gd name="T49" fmla="*/ 475 h 742"/>
                <a:gd name="T50" fmla="*/ 1930 w 7683"/>
                <a:gd name="T51" fmla="*/ 184 h 742"/>
                <a:gd name="T52" fmla="*/ 1848 w 7683"/>
                <a:gd name="T53" fmla="*/ 187 h 742"/>
                <a:gd name="T54" fmla="*/ 1807 w 7683"/>
                <a:gd name="T55" fmla="*/ 42 h 742"/>
                <a:gd name="T56" fmla="*/ 1635 w 7683"/>
                <a:gd name="T57" fmla="*/ 426 h 742"/>
                <a:gd name="T58" fmla="*/ 1533 w 7683"/>
                <a:gd name="T59" fmla="*/ 271 h 742"/>
                <a:gd name="T60" fmla="*/ 1478 w 7683"/>
                <a:gd name="T61" fmla="*/ 485 h 742"/>
                <a:gd name="T62" fmla="*/ 1365 w 7683"/>
                <a:gd name="T63" fmla="*/ 485 h 742"/>
                <a:gd name="T64" fmla="*/ 1245 w 7683"/>
                <a:gd name="T65" fmla="*/ 274 h 742"/>
                <a:gd name="T66" fmla="*/ 1064 w 7683"/>
                <a:gd name="T67" fmla="*/ 222 h 742"/>
                <a:gd name="T68" fmla="*/ 1054 w 7683"/>
                <a:gd name="T69" fmla="*/ 167 h 742"/>
                <a:gd name="T70" fmla="*/ 1040 w 7683"/>
                <a:gd name="T71" fmla="*/ 122 h 742"/>
                <a:gd name="T72" fmla="*/ 1002 w 7683"/>
                <a:gd name="T73" fmla="*/ 170 h 742"/>
                <a:gd name="T74" fmla="*/ 999 w 7683"/>
                <a:gd name="T75" fmla="*/ 250 h 742"/>
                <a:gd name="T76" fmla="*/ 992 w 7683"/>
                <a:gd name="T77" fmla="*/ 492 h 742"/>
                <a:gd name="T78" fmla="*/ 906 w 7683"/>
                <a:gd name="T79" fmla="*/ 343 h 742"/>
                <a:gd name="T80" fmla="*/ 944 w 7683"/>
                <a:gd name="T81" fmla="*/ 336 h 742"/>
                <a:gd name="T82" fmla="*/ 893 w 7683"/>
                <a:gd name="T83" fmla="*/ 336 h 742"/>
                <a:gd name="T84" fmla="*/ 841 w 7683"/>
                <a:gd name="T85" fmla="*/ 319 h 742"/>
                <a:gd name="T86" fmla="*/ 732 w 7683"/>
                <a:gd name="T87" fmla="*/ 374 h 742"/>
                <a:gd name="T88" fmla="*/ 660 w 7683"/>
                <a:gd name="T89" fmla="*/ 406 h 742"/>
                <a:gd name="T90" fmla="*/ 657 w 7683"/>
                <a:gd name="T91" fmla="*/ 361 h 742"/>
                <a:gd name="T92" fmla="*/ 657 w 7683"/>
                <a:gd name="T93" fmla="*/ 406 h 742"/>
                <a:gd name="T94" fmla="*/ 636 w 7683"/>
                <a:gd name="T95" fmla="*/ 406 h 742"/>
                <a:gd name="T96" fmla="*/ 633 w 7683"/>
                <a:gd name="T97" fmla="*/ 361 h 742"/>
                <a:gd name="T98" fmla="*/ 622 w 7683"/>
                <a:gd name="T99" fmla="*/ 492 h 742"/>
                <a:gd name="T100" fmla="*/ 609 w 7683"/>
                <a:gd name="T101" fmla="*/ 402 h 742"/>
                <a:gd name="T102" fmla="*/ 523 w 7683"/>
                <a:gd name="T103" fmla="*/ 416 h 742"/>
                <a:gd name="T104" fmla="*/ 482 w 7683"/>
                <a:gd name="T105" fmla="*/ 402 h 742"/>
                <a:gd name="T106" fmla="*/ 475 w 7683"/>
                <a:gd name="T107" fmla="*/ 447 h 742"/>
                <a:gd name="T108" fmla="*/ 431 w 7683"/>
                <a:gd name="T109" fmla="*/ 232 h 742"/>
                <a:gd name="T110" fmla="*/ 318 w 7683"/>
                <a:gd name="T111" fmla="*/ 347 h 742"/>
                <a:gd name="T112" fmla="*/ 232 w 7683"/>
                <a:gd name="T113" fmla="*/ 461 h 742"/>
                <a:gd name="T114" fmla="*/ 106 w 7683"/>
                <a:gd name="T115" fmla="*/ 381 h 742"/>
                <a:gd name="T116" fmla="*/ 61 w 7683"/>
                <a:gd name="T117" fmla="*/ 416 h 742"/>
                <a:gd name="T118" fmla="*/ 37 w 7683"/>
                <a:gd name="T119" fmla="*/ 589 h 742"/>
                <a:gd name="T120" fmla="*/ 482 w 7683"/>
                <a:gd name="T121" fmla="*/ 423 h 742"/>
                <a:gd name="T122" fmla="*/ 479 w 7683"/>
                <a:gd name="T123" fmla="*/ 447 h 742"/>
                <a:gd name="T124" fmla="*/ 1502 w 7683"/>
                <a:gd name="T125" fmla="*/ 558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83" h="742">
                  <a:moveTo>
                    <a:pt x="7642" y="548"/>
                  </a:moveTo>
                  <a:lnTo>
                    <a:pt x="7642" y="413"/>
                  </a:lnTo>
                  <a:lnTo>
                    <a:pt x="7560" y="444"/>
                  </a:lnTo>
                  <a:lnTo>
                    <a:pt x="7478" y="444"/>
                  </a:lnTo>
                  <a:lnTo>
                    <a:pt x="7478" y="523"/>
                  </a:lnTo>
                  <a:lnTo>
                    <a:pt x="7443" y="523"/>
                  </a:lnTo>
                  <a:lnTo>
                    <a:pt x="7443" y="385"/>
                  </a:lnTo>
                  <a:lnTo>
                    <a:pt x="7371" y="385"/>
                  </a:lnTo>
                  <a:lnTo>
                    <a:pt x="7371" y="471"/>
                  </a:lnTo>
                  <a:lnTo>
                    <a:pt x="7344" y="471"/>
                  </a:lnTo>
                  <a:lnTo>
                    <a:pt x="7344" y="513"/>
                  </a:lnTo>
                  <a:lnTo>
                    <a:pt x="7310" y="513"/>
                  </a:lnTo>
                  <a:lnTo>
                    <a:pt x="7310" y="613"/>
                  </a:lnTo>
                  <a:lnTo>
                    <a:pt x="7265" y="613"/>
                  </a:lnTo>
                  <a:lnTo>
                    <a:pt x="7265" y="413"/>
                  </a:lnTo>
                  <a:lnTo>
                    <a:pt x="7245" y="402"/>
                  </a:lnTo>
                  <a:lnTo>
                    <a:pt x="7245" y="357"/>
                  </a:lnTo>
                  <a:lnTo>
                    <a:pt x="7214" y="343"/>
                  </a:lnTo>
                  <a:lnTo>
                    <a:pt x="7211" y="271"/>
                  </a:lnTo>
                  <a:lnTo>
                    <a:pt x="7211" y="343"/>
                  </a:lnTo>
                  <a:lnTo>
                    <a:pt x="7180" y="357"/>
                  </a:lnTo>
                  <a:lnTo>
                    <a:pt x="7180" y="402"/>
                  </a:lnTo>
                  <a:lnTo>
                    <a:pt x="7163" y="416"/>
                  </a:lnTo>
                  <a:lnTo>
                    <a:pt x="7163" y="572"/>
                  </a:lnTo>
                  <a:lnTo>
                    <a:pt x="7111" y="572"/>
                  </a:lnTo>
                  <a:lnTo>
                    <a:pt x="7111" y="600"/>
                  </a:lnTo>
                  <a:lnTo>
                    <a:pt x="7070" y="600"/>
                  </a:lnTo>
                  <a:lnTo>
                    <a:pt x="7070" y="641"/>
                  </a:lnTo>
                  <a:lnTo>
                    <a:pt x="7057" y="641"/>
                  </a:lnTo>
                  <a:lnTo>
                    <a:pt x="7057" y="503"/>
                  </a:lnTo>
                  <a:lnTo>
                    <a:pt x="6988" y="503"/>
                  </a:lnTo>
                  <a:lnTo>
                    <a:pt x="6988" y="544"/>
                  </a:lnTo>
                  <a:lnTo>
                    <a:pt x="6968" y="544"/>
                  </a:lnTo>
                  <a:lnTo>
                    <a:pt x="6968" y="437"/>
                  </a:lnTo>
                  <a:lnTo>
                    <a:pt x="6954" y="437"/>
                  </a:lnTo>
                  <a:lnTo>
                    <a:pt x="6954" y="364"/>
                  </a:lnTo>
                  <a:lnTo>
                    <a:pt x="6951" y="364"/>
                  </a:lnTo>
                  <a:lnTo>
                    <a:pt x="6951" y="343"/>
                  </a:lnTo>
                  <a:lnTo>
                    <a:pt x="6933" y="343"/>
                  </a:lnTo>
                  <a:lnTo>
                    <a:pt x="6903" y="271"/>
                  </a:lnTo>
                  <a:lnTo>
                    <a:pt x="6899" y="142"/>
                  </a:lnTo>
                  <a:lnTo>
                    <a:pt x="6896" y="271"/>
                  </a:lnTo>
                  <a:lnTo>
                    <a:pt x="6862" y="340"/>
                  </a:lnTo>
                  <a:lnTo>
                    <a:pt x="6844" y="340"/>
                  </a:lnTo>
                  <a:lnTo>
                    <a:pt x="6844" y="361"/>
                  </a:lnTo>
                  <a:lnTo>
                    <a:pt x="6841" y="364"/>
                  </a:lnTo>
                  <a:lnTo>
                    <a:pt x="6841" y="437"/>
                  </a:lnTo>
                  <a:lnTo>
                    <a:pt x="6824" y="437"/>
                  </a:lnTo>
                  <a:lnTo>
                    <a:pt x="6824" y="444"/>
                  </a:lnTo>
                  <a:lnTo>
                    <a:pt x="6790" y="433"/>
                  </a:lnTo>
                  <a:lnTo>
                    <a:pt x="6790" y="586"/>
                  </a:lnTo>
                  <a:lnTo>
                    <a:pt x="6783" y="586"/>
                  </a:lnTo>
                  <a:lnTo>
                    <a:pt x="6783" y="600"/>
                  </a:lnTo>
                  <a:lnTo>
                    <a:pt x="6759" y="600"/>
                  </a:lnTo>
                  <a:lnTo>
                    <a:pt x="6759" y="520"/>
                  </a:lnTo>
                  <a:lnTo>
                    <a:pt x="6687" y="520"/>
                  </a:lnTo>
                  <a:lnTo>
                    <a:pt x="6687" y="620"/>
                  </a:lnTo>
                  <a:lnTo>
                    <a:pt x="6639" y="620"/>
                  </a:lnTo>
                  <a:lnTo>
                    <a:pt x="6639" y="440"/>
                  </a:lnTo>
                  <a:lnTo>
                    <a:pt x="6567" y="440"/>
                  </a:lnTo>
                  <a:lnTo>
                    <a:pt x="6567" y="613"/>
                  </a:lnTo>
                  <a:lnTo>
                    <a:pt x="6567" y="613"/>
                  </a:lnTo>
                  <a:lnTo>
                    <a:pt x="6567" y="631"/>
                  </a:lnTo>
                  <a:lnTo>
                    <a:pt x="6506" y="631"/>
                  </a:lnTo>
                  <a:lnTo>
                    <a:pt x="6506" y="620"/>
                  </a:lnTo>
                  <a:lnTo>
                    <a:pt x="6471" y="620"/>
                  </a:lnTo>
                  <a:lnTo>
                    <a:pt x="6471" y="596"/>
                  </a:lnTo>
                  <a:lnTo>
                    <a:pt x="6441" y="596"/>
                  </a:lnTo>
                  <a:lnTo>
                    <a:pt x="6441" y="530"/>
                  </a:lnTo>
                  <a:lnTo>
                    <a:pt x="6430" y="530"/>
                  </a:lnTo>
                  <a:lnTo>
                    <a:pt x="6430" y="527"/>
                  </a:lnTo>
                  <a:lnTo>
                    <a:pt x="6358" y="527"/>
                  </a:lnTo>
                  <a:lnTo>
                    <a:pt x="6358" y="603"/>
                  </a:lnTo>
                  <a:lnTo>
                    <a:pt x="6341" y="603"/>
                  </a:lnTo>
                  <a:lnTo>
                    <a:pt x="6341" y="174"/>
                  </a:lnTo>
                  <a:lnTo>
                    <a:pt x="6222" y="174"/>
                  </a:lnTo>
                  <a:lnTo>
                    <a:pt x="6222" y="634"/>
                  </a:lnTo>
                  <a:lnTo>
                    <a:pt x="6180" y="634"/>
                  </a:lnTo>
                  <a:lnTo>
                    <a:pt x="6180" y="174"/>
                  </a:lnTo>
                  <a:lnTo>
                    <a:pt x="6050" y="174"/>
                  </a:lnTo>
                  <a:lnTo>
                    <a:pt x="6050" y="451"/>
                  </a:lnTo>
                  <a:lnTo>
                    <a:pt x="6023" y="451"/>
                  </a:lnTo>
                  <a:lnTo>
                    <a:pt x="6023" y="596"/>
                  </a:lnTo>
                  <a:lnTo>
                    <a:pt x="5972" y="568"/>
                  </a:lnTo>
                  <a:lnTo>
                    <a:pt x="5972" y="440"/>
                  </a:lnTo>
                  <a:lnTo>
                    <a:pt x="5931" y="402"/>
                  </a:lnTo>
                  <a:lnTo>
                    <a:pt x="5890" y="440"/>
                  </a:lnTo>
                  <a:lnTo>
                    <a:pt x="5886" y="516"/>
                  </a:lnTo>
                  <a:lnTo>
                    <a:pt x="5879" y="516"/>
                  </a:lnTo>
                  <a:lnTo>
                    <a:pt x="5879" y="534"/>
                  </a:lnTo>
                  <a:lnTo>
                    <a:pt x="5876" y="534"/>
                  </a:lnTo>
                  <a:lnTo>
                    <a:pt x="5876" y="485"/>
                  </a:lnTo>
                  <a:lnTo>
                    <a:pt x="5783" y="485"/>
                  </a:lnTo>
                  <a:lnTo>
                    <a:pt x="5783" y="568"/>
                  </a:lnTo>
                  <a:lnTo>
                    <a:pt x="5742" y="568"/>
                  </a:lnTo>
                  <a:lnTo>
                    <a:pt x="5742" y="582"/>
                  </a:lnTo>
                  <a:lnTo>
                    <a:pt x="5722" y="582"/>
                  </a:lnTo>
                  <a:lnTo>
                    <a:pt x="5722" y="568"/>
                  </a:lnTo>
                  <a:lnTo>
                    <a:pt x="5701" y="568"/>
                  </a:lnTo>
                  <a:lnTo>
                    <a:pt x="5701" y="523"/>
                  </a:lnTo>
                  <a:lnTo>
                    <a:pt x="5640" y="503"/>
                  </a:lnTo>
                  <a:lnTo>
                    <a:pt x="5640" y="492"/>
                  </a:lnTo>
                  <a:lnTo>
                    <a:pt x="5599" y="492"/>
                  </a:lnTo>
                  <a:lnTo>
                    <a:pt x="5599" y="478"/>
                  </a:lnTo>
                  <a:lnTo>
                    <a:pt x="5578" y="478"/>
                  </a:lnTo>
                  <a:lnTo>
                    <a:pt x="5578" y="468"/>
                  </a:lnTo>
                  <a:lnTo>
                    <a:pt x="5571" y="464"/>
                  </a:lnTo>
                  <a:lnTo>
                    <a:pt x="5558" y="326"/>
                  </a:lnTo>
                  <a:lnTo>
                    <a:pt x="5547" y="468"/>
                  </a:lnTo>
                  <a:lnTo>
                    <a:pt x="5540" y="468"/>
                  </a:lnTo>
                  <a:lnTo>
                    <a:pt x="5540" y="496"/>
                  </a:lnTo>
                  <a:lnTo>
                    <a:pt x="5537" y="496"/>
                  </a:lnTo>
                  <a:lnTo>
                    <a:pt x="5537" y="503"/>
                  </a:lnTo>
                  <a:lnTo>
                    <a:pt x="5527" y="503"/>
                  </a:lnTo>
                  <a:lnTo>
                    <a:pt x="5523" y="506"/>
                  </a:lnTo>
                  <a:lnTo>
                    <a:pt x="5520" y="506"/>
                  </a:lnTo>
                  <a:lnTo>
                    <a:pt x="5520" y="478"/>
                  </a:lnTo>
                  <a:lnTo>
                    <a:pt x="5517" y="478"/>
                  </a:lnTo>
                  <a:lnTo>
                    <a:pt x="5517" y="461"/>
                  </a:lnTo>
                  <a:lnTo>
                    <a:pt x="5510" y="461"/>
                  </a:lnTo>
                  <a:lnTo>
                    <a:pt x="5493" y="409"/>
                  </a:lnTo>
                  <a:lnTo>
                    <a:pt x="5482" y="357"/>
                  </a:lnTo>
                  <a:lnTo>
                    <a:pt x="5475" y="409"/>
                  </a:lnTo>
                  <a:lnTo>
                    <a:pt x="5458" y="458"/>
                  </a:lnTo>
                  <a:lnTo>
                    <a:pt x="5455" y="458"/>
                  </a:lnTo>
                  <a:lnTo>
                    <a:pt x="5455" y="492"/>
                  </a:lnTo>
                  <a:lnTo>
                    <a:pt x="5451" y="492"/>
                  </a:lnTo>
                  <a:lnTo>
                    <a:pt x="5451" y="509"/>
                  </a:lnTo>
                  <a:lnTo>
                    <a:pt x="5445" y="509"/>
                  </a:lnTo>
                  <a:lnTo>
                    <a:pt x="5445" y="471"/>
                  </a:lnTo>
                  <a:lnTo>
                    <a:pt x="5397" y="471"/>
                  </a:lnTo>
                  <a:lnTo>
                    <a:pt x="5397" y="579"/>
                  </a:lnTo>
                  <a:lnTo>
                    <a:pt x="5373" y="579"/>
                  </a:lnTo>
                  <a:lnTo>
                    <a:pt x="5373" y="447"/>
                  </a:lnTo>
                  <a:lnTo>
                    <a:pt x="5232" y="444"/>
                  </a:lnTo>
                  <a:lnTo>
                    <a:pt x="5232" y="548"/>
                  </a:lnTo>
                  <a:lnTo>
                    <a:pt x="5226" y="548"/>
                  </a:lnTo>
                  <a:lnTo>
                    <a:pt x="5226" y="537"/>
                  </a:lnTo>
                  <a:lnTo>
                    <a:pt x="5212" y="537"/>
                  </a:lnTo>
                  <a:lnTo>
                    <a:pt x="5212" y="520"/>
                  </a:lnTo>
                  <a:lnTo>
                    <a:pt x="5209" y="520"/>
                  </a:lnTo>
                  <a:lnTo>
                    <a:pt x="5209" y="482"/>
                  </a:lnTo>
                  <a:lnTo>
                    <a:pt x="5092" y="482"/>
                  </a:lnTo>
                  <a:lnTo>
                    <a:pt x="5092" y="544"/>
                  </a:lnTo>
                  <a:lnTo>
                    <a:pt x="5082" y="544"/>
                  </a:lnTo>
                  <a:lnTo>
                    <a:pt x="5041" y="565"/>
                  </a:lnTo>
                  <a:lnTo>
                    <a:pt x="5041" y="548"/>
                  </a:lnTo>
                  <a:lnTo>
                    <a:pt x="4989" y="548"/>
                  </a:lnTo>
                  <a:lnTo>
                    <a:pt x="4989" y="423"/>
                  </a:lnTo>
                  <a:lnTo>
                    <a:pt x="4877" y="426"/>
                  </a:lnTo>
                  <a:lnTo>
                    <a:pt x="4877" y="437"/>
                  </a:lnTo>
                  <a:lnTo>
                    <a:pt x="4873" y="437"/>
                  </a:lnTo>
                  <a:lnTo>
                    <a:pt x="4873" y="454"/>
                  </a:lnTo>
                  <a:lnTo>
                    <a:pt x="4870" y="454"/>
                  </a:lnTo>
                  <a:lnTo>
                    <a:pt x="4870" y="492"/>
                  </a:lnTo>
                  <a:lnTo>
                    <a:pt x="4846" y="492"/>
                  </a:lnTo>
                  <a:lnTo>
                    <a:pt x="4846" y="575"/>
                  </a:lnTo>
                  <a:lnTo>
                    <a:pt x="4788" y="575"/>
                  </a:lnTo>
                  <a:lnTo>
                    <a:pt x="4788" y="606"/>
                  </a:lnTo>
                  <a:lnTo>
                    <a:pt x="4781" y="606"/>
                  </a:lnTo>
                  <a:lnTo>
                    <a:pt x="4781" y="516"/>
                  </a:lnTo>
                  <a:lnTo>
                    <a:pt x="4777" y="516"/>
                  </a:lnTo>
                  <a:lnTo>
                    <a:pt x="4777" y="496"/>
                  </a:lnTo>
                  <a:lnTo>
                    <a:pt x="4770" y="496"/>
                  </a:lnTo>
                  <a:lnTo>
                    <a:pt x="4770" y="471"/>
                  </a:lnTo>
                  <a:lnTo>
                    <a:pt x="4757" y="458"/>
                  </a:lnTo>
                  <a:lnTo>
                    <a:pt x="4757" y="309"/>
                  </a:lnTo>
                  <a:lnTo>
                    <a:pt x="4675" y="284"/>
                  </a:lnTo>
                  <a:lnTo>
                    <a:pt x="4558" y="312"/>
                  </a:lnTo>
                  <a:lnTo>
                    <a:pt x="4558" y="530"/>
                  </a:lnTo>
                  <a:lnTo>
                    <a:pt x="4551" y="530"/>
                  </a:lnTo>
                  <a:lnTo>
                    <a:pt x="4551" y="624"/>
                  </a:lnTo>
                  <a:lnTo>
                    <a:pt x="4545" y="624"/>
                  </a:lnTo>
                  <a:lnTo>
                    <a:pt x="4545" y="548"/>
                  </a:lnTo>
                  <a:lnTo>
                    <a:pt x="4541" y="544"/>
                  </a:lnTo>
                  <a:lnTo>
                    <a:pt x="4541" y="489"/>
                  </a:lnTo>
                  <a:lnTo>
                    <a:pt x="4538" y="468"/>
                  </a:lnTo>
                  <a:lnTo>
                    <a:pt x="4534" y="478"/>
                  </a:lnTo>
                  <a:lnTo>
                    <a:pt x="4517" y="433"/>
                  </a:lnTo>
                  <a:lnTo>
                    <a:pt x="4503" y="478"/>
                  </a:lnTo>
                  <a:lnTo>
                    <a:pt x="4500" y="471"/>
                  </a:lnTo>
                  <a:lnTo>
                    <a:pt x="4500" y="170"/>
                  </a:lnTo>
                  <a:lnTo>
                    <a:pt x="4414" y="149"/>
                  </a:lnTo>
                  <a:lnTo>
                    <a:pt x="4308" y="177"/>
                  </a:lnTo>
                  <a:lnTo>
                    <a:pt x="4308" y="558"/>
                  </a:lnTo>
                  <a:lnTo>
                    <a:pt x="4295" y="558"/>
                  </a:lnTo>
                  <a:lnTo>
                    <a:pt x="4295" y="485"/>
                  </a:lnTo>
                  <a:lnTo>
                    <a:pt x="4284" y="485"/>
                  </a:lnTo>
                  <a:lnTo>
                    <a:pt x="4284" y="458"/>
                  </a:lnTo>
                  <a:lnTo>
                    <a:pt x="4274" y="458"/>
                  </a:lnTo>
                  <a:lnTo>
                    <a:pt x="4274" y="440"/>
                  </a:lnTo>
                  <a:lnTo>
                    <a:pt x="4127" y="440"/>
                  </a:lnTo>
                  <a:lnTo>
                    <a:pt x="4127" y="461"/>
                  </a:lnTo>
                  <a:lnTo>
                    <a:pt x="4120" y="461"/>
                  </a:lnTo>
                  <a:lnTo>
                    <a:pt x="4120" y="485"/>
                  </a:lnTo>
                  <a:lnTo>
                    <a:pt x="4103" y="485"/>
                  </a:lnTo>
                  <a:lnTo>
                    <a:pt x="4103" y="565"/>
                  </a:lnTo>
                  <a:lnTo>
                    <a:pt x="4093" y="534"/>
                  </a:lnTo>
                  <a:lnTo>
                    <a:pt x="4079" y="534"/>
                  </a:lnTo>
                  <a:lnTo>
                    <a:pt x="4079" y="447"/>
                  </a:lnTo>
                  <a:lnTo>
                    <a:pt x="4069" y="440"/>
                  </a:lnTo>
                  <a:lnTo>
                    <a:pt x="4069" y="399"/>
                  </a:lnTo>
                  <a:lnTo>
                    <a:pt x="4059" y="399"/>
                  </a:lnTo>
                  <a:lnTo>
                    <a:pt x="4059" y="388"/>
                  </a:lnTo>
                  <a:lnTo>
                    <a:pt x="3990" y="354"/>
                  </a:lnTo>
                  <a:lnTo>
                    <a:pt x="3918" y="388"/>
                  </a:lnTo>
                  <a:lnTo>
                    <a:pt x="3918" y="399"/>
                  </a:lnTo>
                  <a:lnTo>
                    <a:pt x="3905" y="399"/>
                  </a:lnTo>
                  <a:lnTo>
                    <a:pt x="3905" y="440"/>
                  </a:lnTo>
                  <a:lnTo>
                    <a:pt x="3887" y="440"/>
                  </a:lnTo>
                  <a:lnTo>
                    <a:pt x="3887" y="572"/>
                  </a:lnTo>
                  <a:lnTo>
                    <a:pt x="3881" y="572"/>
                  </a:lnTo>
                  <a:lnTo>
                    <a:pt x="3881" y="555"/>
                  </a:lnTo>
                  <a:lnTo>
                    <a:pt x="3870" y="555"/>
                  </a:lnTo>
                  <a:lnTo>
                    <a:pt x="3870" y="520"/>
                  </a:lnTo>
                  <a:lnTo>
                    <a:pt x="3863" y="520"/>
                  </a:lnTo>
                  <a:lnTo>
                    <a:pt x="3863" y="509"/>
                  </a:lnTo>
                  <a:lnTo>
                    <a:pt x="3857" y="509"/>
                  </a:lnTo>
                  <a:lnTo>
                    <a:pt x="3857" y="499"/>
                  </a:lnTo>
                  <a:lnTo>
                    <a:pt x="3853" y="499"/>
                  </a:lnTo>
                  <a:lnTo>
                    <a:pt x="3853" y="361"/>
                  </a:lnTo>
                  <a:lnTo>
                    <a:pt x="3843" y="357"/>
                  </a:lnTo>
                  <a:lnTo>
                    <a:pt x="3792" y="357"/>
                  </a:lnTo>
                  <a:lnTo>
                    <a:pt x="3781" y="357"/>
                  </a:lnTo>
                  <a:lnTo>
                    <a:pt x="3781" y="361"/>
                  </a:lnTo>
                  <a:lnTo>
                    <a:pt x="3781" y="364"/>
                  </a:lnTo>
                  <a:lnTo>
                    <a:pt x="3781" y="364"/>
                  </a:lnTo>
                  <a:lnTo>
                    <a:pt x="3781" y="368"/>
                  </a:lnTo>
                  <a:lnTo>
                    <a:pt x="3781" y="579"/>
                  </a:lnTo>
                  <a:lnTo>
                    <a:pt x="3757" y="579"/>
                  </a:lnTo>
                  <a:lnTo>
                    <a:pt x="3744" y="579"/>
                  </a:lnTo>
                  <a:lnTo>
                    <a:pt x="3744" y="665"/>
                  </a:lnTo>
                  <a:lnTo>
                    <a:pt x="3730" y="665"/>
                  </a:lnTo>
                  <a:lnTo>
                    <a:pt x="3730" y="229"/>
                  </a:lnTo>
                  <a:lnTo>
                    <a:pt x="3730" y="229"/>
                  </a:lnTo>
                  <a:lnTo>
                    <a:pt x="3727" y="229"/>
                  </a:lnTo>
                  <a:lnTo>
                    <a:pt x="3723" y="226"/>
                  </a:lnTo>
                  <a:lnTo>
                    <a:pt x="3720" y="226"/>
                  </a:lnTo>
                  <a:lnTo>
                    <a:pt x="3716" y="226"/>
                  </a:lnTo>
                  <a:lnTo>
                    <a:pt x="3713" y="226"/>
                  </a:lnTo>
                  <a:lnTo>
                    <a:pt x="3610" y="226"/>
                  </a:lnTo>
                  <a:lnTo>
                    <a:pt x="3603" y="226"/>
                  </a:lnTo>
                  <a:lnTo>
                    <a:pt x="3600" y="226"/>
                  </a:lnTo>
                  <a:lnTo>
                    <a:pt x="3597" y="226"/>
                  </a:lnTo>
                  <a:lnTo>
                    <a:pt x="3597" y="229"/>
                  </a:lnTo>
                  <a:lnTo>
                    <a:pt x="3593" y="229"/>
                  </a:lnTo>
                  <a:lnTo>
                    <a:pt x="3590" y="568"/>
                  </a:lnTo>
                  <a:lnTo>
                    <a:pt x="3555" y="565"/>
                  </a:lnTo>
                  <a:lnTo>
                    <a:pt x="3555" y="561"/>
                  </a:lnTo>
                  <a:lnTo>
                    <a:pt x="3545" y="561"/>
                  </a:lnTo>
                  <a:lnTo>
                    <a:pt x="3545" y="561"/>
                  </a:lnTo>
                  <a:lnTo>
                    <a:pt x="3545" y="561"/>
                  </a:lnTo>
                  <a:lnTo>
                    <a:pt x="3542" y="561"/>
                  </a:lnTo>
                  <a:lnTo>
                    <a:pt x="3538" y="561"/>
                  </a:lnTo>
                  <a:lnTo>
                    <a:pt x="3531" y="561"/>
                  </a:lnTo>
                  <a:lnTo>
                    <a:pt x="3531" y="561"/>
                  </a:lnTo>
                  <a:lnTo>
                    <a:pt x="3528" y="561"/>
                  </a:lnTo>
                  <a:lnTo>
                    <a:pt x="3525" y="409"/>
                  </a:lnTo>
                  <a:lnTo>
                    <a:pt x="3525" y="409"/>
                  </a:lnTo>
                  <a:lnTo>
                    <a:pt x="3525" y="392"/>
                  </a:lnTo>
                  <a:lnTo>
                    <a:pt x="3521" y="392"/>
                  </a:lnTo>
                  <a:lnTo>
                    <a:pt x="3508" y="392"/>
                  </a:lnTo>
                  <a:lnTo>
                    <a:pt x="3508" y="260"/>
                  </a:lnTo>
                  <a:lnTo>
                    <a:pt x="3508" y="239"/>
                  </a:lnTo>
                  <a:lnTo>
                    <a:pt x="3508" y="232"/>
                  </a:lnTo>
                  <a:lnTo>
                    <a:pt x="3504" y="232"/>
                  </a:lnTo>
                  <a:lnTo>
                    <a:pt x="3429" y="232"/>
                  </a:lnTo>
                  <a:lnTo>
                    <a:pt x="3425" y="232"/>
                  </a:lnTo>
                  <a:lnTo>
                    <a:pt x="3425" y="239"/>
                  </a:lnTo>
                  <a:lnTo>
                    <a:pt x="3425" y="260"/>
                  </a:lnTo>
                  <a:lnTo>
                    <a:pt x="3425" y="388"/>
                  </a:lnTo>
                  <a:lnTo>
                    <a:pt x="3425" y="388"/>
                  </a:lnTo>
                  <a:lnTo>
                    <a:pt x="3408" y="388"/>
                  </a:lnTo>
                  <a:lnTo>
                    <a:pt x="3391" y="388"/>
                  </a:lnTo>
                  <a:lnTo>
                    <a:pt x="3388" y="388"/>
                  </a:lnTo>
                  <a:lnTo>
                    <a:pt x="3388" y="298"/>
                  </a:lnTo>
                  <a:lnTo>
                    <a:pt x="3374" y="298"/>
                  </a:lnTo>
                  <a:lnTo>
                    <a:pt x="3261" y="298"/>
                  </a:lnTo>
                  <a:lnTo>
                    <a:pt x="3261" y="80"/>
                  </a:lnTo>
                  <a:lnTo>
                    <a:pt x="3261" y="77"/>
                  </a:lnTo>
                  <a:lnTo>
                    <a:pt x="3261" y="73"/>
                  </a:lnTo>
                  <a:lnTo>
                    <a:pt x="3261" y="66"/>
                  </a:lnTo>
                  <a:lnTo>
                    <a:pt x="3261" y="56"/>
                  </a:lnTo>
                  <a:lnTo>
                    <a:pt x="3247" y="35"/>
                  </a:lnTo>
                  <a:lnTo>
                    <a:pt x="3244" y="32"/>
                  </a:lnTo>
                  <a:lnTo>
                    <a:pt x="3165" y="35"/>
                  </a:lnTo>
                  <a:lnTo>
                    <a:pt x="3158" y="39"/>
                  </a:lnTo>
                  <a:lnTo>
                    <a:pt x="3155" y="42"/>
                  </a:lnTo>
                  <a:lnTo>
                    <a:pt x="3155" y="52"/>
                  </a:lnTo>
                  <a:lnTo>
                    <a:pt x="3155" y="59"/>
                  </a:lnTo>
                  <a:lnTo>
                    <a:pt x="3155" y="63"/>
                  </a:lnTo>
                  <a:lnTo>
                    <a:pt x="3152" y="66"/>
                  </a:lnTo>
                  <a:lnTo>
                    <a:pt x="3152" y="73"/>
                  </a:lnTo>
                  <a:lnTo>
                    <a:pt x="3148" y="492"/>
                  </a:lnTo>
                  <a:lnTo>
                    <a:pt x="3134" y="458"/>
                  </a:lnTo>
                  <a:lnTo>
                    <a:pt x="3134" y="381"/>
                  </a:lnTo>
                  <a:lnTo>
                    <a:pt x="3131" y="336"/>
                  </a:lnTo>
                  <a:lnTo>
                    <a:pt x="3131" y="232"/>
                  </a:lnTo>
                  <a:lnTo>
                    <a:pt x="3128" y="232"/>
                  </a:lnTo>
                  <a:lnTo>
                    <a:pt x="3128" y="232"/>
                  </a:lnTo>
                  <a:lnTo>
                    <a:pt x="3124" y="229"/>
                  </a:lnTo>
                  <a:lnTo>
                    <a:pt x="3121" y="226"/>
                  </a:lnTo>
                  <a:lnTo>
                    <a:pt x="3121" y="226"/>
                  </a:lnTo>
                  <a:lnTo>
                    <a:pt x="3121" y="222"/>
                  </a:lnTo>
                  <a:lnTo>
                    <a:pt x="3117" y="219"/>
                  </a:lnTo>
                  <a:lnTo>
                    <a:pt x="3114" y="219"/>
                  </a:lnTo>
                  <a:lnTo>
                    <a:pt x="3114" y="215"/>
                  </a:lnTo>
                  <a:lnTo>
                    <a:pt x="3111" y="215"/>
                  </a:lnTo>
                  <a:lnTo>
                    <a:pt x="3111" y="215"/>
                  </a:lnTo>
                  <a:lnTo>
                    <a:pt x="3111" y="208"/>
                  </a:lnTo>
                  <a:lnTo>
                    <a:pt x="3104" y="208"/>
                  </a:lnTo>
                  <a:lnTo>
                    <a:pt x="3087" y="208"/>
                  </a:lnTo>
                  <a:lnTo>
                    <a:pt x="3083" y="208"/>
                  </a:lnTo>
                  <a:lnTo>
                    <a:pt x="3083" y="215"/>
                  </a:lnTo>
                  <a:lnTo>
                    <a:pt x="3083" y="215"/>
                  </a:lnTo>
                  <a:lnTo>
                    <a:pt x="3076" y="215"/>
                  </a:lnTo>
                  <a:lnTo>
                    <a:pt x="3076" y="219"/>
                  </a:lnTo>
                  <a:lnTo>
                    <a:pt x="3076" y="219"/>
                  </a:lnTo>
                  <a:lnTo>
                    <a:pt x="3073" y="222"/>
                  </a:lnTo>
                  <a:lnTo>
                    <a:pt x="3073" y="226"/>
                  </a:lnTo>
                  <a:lnTo>
                    <a:pt x="3073" y="226"/>
                  </a:lnTo>
                  <a:lnTo>
                    <a:pt x="3066" y="229"/>
                  </a:lnTo>
                  <a:lnTo>
                    <a:pt x="3066" y="232"/>
                  </a:lnTo>
                  <a:lnTo>
                    <a:pt x="3066" y="232"/>
                  </a:lnTo>
                  <a:lnTo>
                    <a:pt x="3063" y="232"/>
                  </a:lnTo>
                  <a:lnTo>
                    <a:pt x="3063" y="336"/>
                  </a:lnTo>
                  <a:lnTo>
                    <a:pt x="3059" y="381"/>
                  </a:lnTo>
                  <a:lnTo>
                    <a:pt x="3059" y="485"/>
                  </a:lnTo>
                  <a:lnTo>
                    <a:pt x="3052" y="506"/>
                  </a:lnTo>
                  <a:lnTo>
                    <a:pt x="3049" y="506"/>
                  </a:lnTo>
                  <a:lnTo>
                    <a:pt x="3049" y="506"/>
                  </a:lnTo>
                  <a:lnTo>
                    <a:pt x="3046" y="506"/>
                  </a:lnTo>
                  <a:lnTo>
                    <a:pt x="3046" y="506"/>
                  </a:lnTo>
                  <a:lnTo>
                    <a:pt x="3039" y="506"/>
                  </a:lnTo>
                  <a:lnTo>
                    <a:pt x="3039" y="509"/>
                  </a:lnTo>
                  <a:lnTo>
                    <a:pt x="3032" y="509"/>
                  </a:lnTo>
                  <a:lnTo>
                    <a:pt x="3032" y="239"/>
                  </a:lnTo>
                  <a:lnTo>
                    <a:pt x="3032" y="146"/>
                  </a:lnTo>
                  <a:lnTo>
                    <a:pt x="2987" y="132"/>
                  </a:lnTo>
                  <a:lnTo>
                    <a:pt x="2984" y="153"/>
                  </a:lnTo>
                  <a:lnTo>
                    <a:pt x="2984" y="388"/>
                  </a:lnTo>
                  <a:lnTo>
                    <a:pt x="2960" y="392"/>
                  </a:lnTo>
                  <a:lnTo>
                    <a:pt x="2960" y="381"/>
                  </a:lnTo>
                  <a:lnTo>
                    <a:pt x="2960" y="381"/>
                  </a:lnTo>
                  <a:lnTo>
                    <a:pt x="2960" y="368"/>
                  </a:lnTo>
                  <a:lnTo>
                    <a:pt x="2963" y="368"/>
                  </a:lnTo>
                  <a:lnTo>
                    <a:pt x="2963" y="368"/>
                  </a:lnTo>
                  <a:lnTo>
                    <a:pt x="2963" y="364"/>
                  </a:lnTo>
                  <a:lnTo>
                    <a:pt x="2967" y="364"/>
                  </a:lnTo>
                  <a:lnTo>
                    <a:pt x="2967" y="364"/>
                  </a:lnTo>
                  <a:lnTo>
                    <a:pt x="2967" y="364"/>
                  </a:lnTo>
                  <a:lnTo>
                    <a:pt x="2963" y="260"/>
                  </a:lnTo>
                  <a:lnTo>
                    <a:pt x="2963" y="260"/>
                  </a:lnTo>
                  <a:lnTo>
                    <a:pt x="2963" y="260"/>
                  </a:lnTo>
                  <a:lnTo>
                    <a:pt x="2963" y="260"/>
                  </a:lnTo>
                  <a:lnTo>
                    <a:pt x="2963" y="260"/>
                  </a:lnTo>
                  <a:lnTo>
                    <a:pt x="2963" y="260"/>
                  </a:lnTo>
                  <a:lnTo>
                    <a:pt x="2960" y="260"/>
                  </a:lnTo>
                  <a:lnTo>
                    <a:pt x="2960" y="260"/>
                  </a:lnTo>
                  <a:lnTo>
                    <a:pt x="2960" y="260"/>
                  </a:lnTo>
                  <a:lnTo>
                    <a:pt x="2960" y="260"/>
                  </a:lnTo>
                  <a:lnTo>
                    <a:pt x="2960" y="260"/>
                  </a:lnTo>
                  <a:lnTo>
                    <a:pt x="2922" y="177"/>
                  </a:lnTo>
                  <a:lnTo>
                    <a:pt x="2885" y="177"/>
                  </a:lnTo>
                  <a:lnTo>
                    <a:pt x="2850" y="260"/>
                  </a:lnTo>
                  <a:lnTo>
                    <a:pt x="2847" y="260"/>
                  </a:lnTo>
                  <a:lnTo>
                    <a:pt x="2847" y="260"/>
                  </a:lnTo>
                  <a:lnTo>
                    <a:pt x="2847" y="260"/>
                  </a:lnTo>
                  <a:lnTo>
                    <a:pt x="2847" y="260"/>
                  </a:lnTo>
                  <a:lnTo>
                    <a:pt x="2847" y="260"/>
                  </a:lnTo>
                  <a:lnTo>
                    <a:pt x="2844" y="260"/>
                  </a:lnTo>
                  <a:lnTo>
                    <a:pt x="2844" y="260"/>
                  </a:lnTo>
                  <a:lnTo>
                    <a:pt x="2844" y="260"/>
                  </a:lnTo>
                  <a:lnTo>
                    <a:pt x="2844" y="260"/>
                  </a:lnTo>
                  <a:lnTo>
                    <a:pt x="2844" y="364"/>
                  </a:lnTo>
                  <a:lnTo>
                    <a:pt x="2844" y="368"/>
                  </a:lnTo>
                  <a:lnTo>
                    <a:pt x="2844" y="368"/>
                  </a:lnTo>
                  <a:lnTo>
                    <a:pt x="2844" y="368"/>
                  </a:lnTo>
                  <a:lnTo>
                    <a:pt x="2847" y="368"/>
                  </a:lnTo>
                  <a:lnTo>
                    <a:pt x="2847" y="368"/>
                  </a:lnTo>
                  <a:lnTo>
                    <a:pt x="2847" y="368"/>
                  </a:lnTo>
                  <a:lnTo>
                    <a:pt x="2847" y="385"/>
                  </a:lnTo>
                  <a:lnTo>
                    <a:pt x="2847" y="385"/>
                  </a:lnTo>
                  <a:lnTo>
                    <a:pt x="2847" y="385"/>
                  </a:lnTo>
                  <a:lnTo>
                    <a:pt x="2847" y="575"/>
                  </a:lnTo>
                  <a:lnTo>
                    <a:pt x="2840" y="575"/>
                  </a:lnTo>
                  <a:lnTo>
                    <a:pt x="2840" y="665"/>
                  </a:lnTo>
                  <a:lnTo>
                    <a:pt x="2833" y="665"/>
                  </a:lnTo>
                  <a:lnTo>
                    <a:pt x="2833" y="638"/>
                  </a:lnTo>
                  <a:lnTo>
                    <a:pt x="2830" y="638"/>
                  </a:lnTo>
                  <a:lnTo>
                    <a:pt x="2830" y="492"/>
                  </a:lnTo>
                  <a:lnTo>
                    <a:pt x="2833" y="492"/>
                  </a:lnTo>
                  <a:lnTo>
                    <a:pt x="2833" y="316"/>
                  </a:lnTo>
                  <a:lnTo>
                    <a:pt x="2826" y="312"/>
                  </a:lnTo>
                  <a:lnTo>
                    <a:pt x="2826" y="253"/>
                  </a:lnTo>
                  <a:lnTo>
                    <a:pt x="2820" y="253"/>
                  </a:lnTo>
                  <a:lnTo>
                    <a:pt x="2820" y="253"/>
                  </a:lnTo>
                  <a:lnTo>
                    <a:pt x="2816" y="250"/>
                  </a:lnTo>
                  <a:lnTo>
                    <a:pt x="2816" y="250"/>
                  </a:lnTo>
                  <a:lnTo>
                    <a:pt x="2816" y="250"/>
                  </a:lnTo>
                  <a:lnTo>
                    <a:pt x="2816" y="250"/>
                  </a:lnTo>
                  <a:lnTo>
                    <a:pt x="2813" y="250"/>
                  </a:lnTo>
                  <a:lnTo>
                    <a:pt x="2813" y="250"/>
                  </a:lnTo>
                  <a:lnTo>
                    <a:pt x="2813" y="250"/>
                  </a:lnTo>
                  <a:lnTo>
                    <a:pt x="2809" y="250"/>
                  </a:lnTo>
                  <a:lnTo>
                    <a:pt x="2809" y="250"/>
                  </a:lnTo>
                  <a:lnTo>
                    <a:pt x="2806" y="250"/>
                  </a:lnTo>
                  <a:lnTo>
                    <a:pt x="2806" y="250"/>
                  </a:lnTo>
                  <a:lnTo>
                    <a:pt x="2796" y="246"/>
                  </a:lnTo>
                  <a:lnTo>
                    <a:pt x="2789" y="250"/>
                  </a:lnTo>
                  <a:lnTo>
                    <a:pt x="2789" y="250"/>
                  </a:lnTo>
                  <a:lnTo>
                    <a:pt x="2785" y="250"/>
                  </a:lnTo>
                  <a:lnTo>
                    <a:pt x="2785" y="250"/>
                  </a:lnTo>
                  <a:lnTo>
                    <a:pt x="2782" y="250"/>
                  </a:lnTo>
                  <a:lnTo>
                    <a:pt x="2782" y="250"/>
                  </a:lnTo>
                  <a:lnTo>
                    <a:pt x="2782" y="250"/>
                  </a:lnTo>
                  <a:lnTo>
                    <a:pt x="2779" y="250"/>
                  </a:lnTo>
                  <a:lnTo>
                    <a:pt x="2779" y="250"/>
                  </a:lnTo>
                  <a:lnTo>
                    <a:pt x="2779" y="250"/>
                  </a:lnTo>
                  <a:lnTo>
                    <a:pt x="2775" y="250"/>
                  </a:lnTo>
                  <a:lnTo>
                    <a:pt x="2775" y="250"/>
                  </a:lnTo>
                  <a:lnTo>
                    <a:pt x="2775" y="253"/>
                  </a:lnTo>
                  <a:lnTo>
                    <a:pt x="2768" y="253"/>
                  </a:lnTo>
                  <a:lnTo>
                    <a:pt x="2768" y="312"/>
                  </a:lnTo>
                  <a:lnTo>
                    <a:pt x="2761" y="316"/>
                  </a:lnTo>
                  <a:lnTo>
                    <a:pt x="2761" y="492"/>
                  </a:lnTo>
                  <a:lnTo>
                    <a:pt x="2765" y="492"/>
                  </a:lnTo>
                  <a:lnTo>
                    <a:pt x="2765" y="638"/>
                  </a:lnTo>
                  <a:lnTo>
                    <a:pt x="2751" y="638"/>
                  </a:lnTo>
                  <a:lnTo>
                    <a:pt x="2751" y="520"/>
                  </a:lnTo>
                  <a:lnTo>
                    <a:pt x="2717" y="516"/>
                  </a:lnTo>
                  <a:lnTo>
                    <a:pt x="2714" y="516"/>
                  </a:lnTo>
                  <a:lnTo>
                    <a:pt x="2714" y="523"/>
                  </a:lnTo>
                  <a:lnTo>
                    <a:pt x="2714" y="523"/>
                  </a:lnTo>
                  <a:lnTo>
                    <a:pt x="2703" y="523"/>
                  </a:lnTo>
                  <a:lnTo>
                    <a:pt x="2696" y="523"/>
                  </a:lnTo>
                  <a:lnTo>
                    <a:pt x="2696" y="496"/>
                  </a:lnTo>
                  <a:lnTo>
                    <a:pt x="2693" y="496"/>
                  </a:lnTo>
                  <a:lnTo>
                    <a:pt x="2693" y="461"/>
                  </a:lnTo>
                  <a:lnTo>
                    <a:pt x="2686" y="461"/>
                  </a:lnTo>
                  <a:lnTo>
                    <a:pt x="2686" y="461"/>
                  </a:lnTo>
                  <a:lnTo>
                    <a:pt x="2686" y="461"/>
                  </a:lnTo>
                  <a:lnTo>
                    <a:pt x="2686" y="461"/>
                  </a:lnTo>
                  <a:lnTo>
                    <a:pt x="2686" y="461"/>
                  </a:lnTo>
                  <a:lnTo>
                    <a:pt x="2683" y="461"/>
                  </a:lnTo>
                  <a:lnTo>
                    <a:pt x="2683" y="461"/>
                  </a:lnTo>
                  <a:lnTo>
                    <a:pt x="2683" y="461"/>
                  </a:lnTo>
                  <a:lnTo>
                    <a:pt x="2679" y="461"/>
                  </a:lnTo>
                  <a:lnTo>
                    <a:pt x="2679" y="461"/>
                  </a:lnTo>
                  <a:lnTo>
                    <a:pt x="2679" y="461"/>
                  </a:lnTo>
                  <a:lnTo>
                    <a:pt x="2676" y="461"/>
                  </a:lnTo>
                  <a:lnTo>
                    <a:pt x="2676" y="461"/>
                  </a:lnTo>
                  <a:lnTo>
                    <a:pt x="2669" y="461"/>
                  </a:lnTo>
                  <a:lnTo>
                    <a:pt x="2666" y="461"/>
                  </a:lnTo>
                  <a:lnTo>
                    <a:pt x="2666" y="444"/>
                  </a:lnTo>
                  <a:lnTo>
                    <a:pt x="2655" y="444"/>
                  </a:lnTo>
                  <a:lnTo>
                    <a:pt x="2645" y="444"/>
                  </a:lnTo>
                  <a:lnTo>
                    <a:pt x="2645" y="475"/>
                  </a:lnTo>
                  <a:lnTo>
                    <a:pt x="2642" y="475"/>
                  </a:lnTo>
                  <a:lnTo>
                    <a:pt x="2642" y="506"/>
                  </a:lnTo>
                  <a:lnTo>
                    <a:pt x="2638" y="506"/>
                  </a:lnTo>
                  <a:lnTo>
                    <a:pt x="2638" y="520"/>
                  </a:lnTo>
                  <a:lnTo>
                    <a:pt x="2635" y="520"/>
                  </a:lnTo>
                  <a:lnTo>
                    <a:pt x="2635" y="520"/>
                  </a:lnTo>
                  <a:lnTo>
                    <a:pt x="2631" y="520"/>
                  </a:lnTo>
                  <a:lnTo>
                    <a:pt x="2631" y="520"/>
                  </a:lnTo>
                  <a:lnTo>
                    <a:pt x="2631" y="506"/>
                  </a:lnTo>
                  <a:lnTo>
                    <a:pt x="2625" y="506"/>
                  </a:lnTo>
                  <a:lnTo>
                    <a:pt x="2625" y="496"/>
                  </a:lnTo>
                  <a:lnTo>
                    <a:pt x="2625" y="496"/>
                  </a:lnTo>
                  <a:lnTo>
                    <a:pt x="2618" y="496"/>
                  </a:lnTo>
                  <a:lnTo>
                    <a:pt x="2618" y="440"/>
                  </a:lnTo>
                  <a:lnTo>
                    <a:pt x="2583" y="440"/>
                  </a:lnTo>
                  <a:lnTo>
                    <a:pt x="2583" y="506"/>
                  </a:lnTo>
                  <a:lnTo>
                    <a:pt x="2580" y="506"/>
                  </a:lnTo>
                  <a:lnTo>
                    <a:pt x="2580" y="665"/>
                  </a:lnTo>
                  <a:lnTo>
                    <a:pt x="2580" y="665"/>
                  </a:lnTo>
                  <a:lnTo>
                    <a:pt x="2580" y="596"/>
                  </a:lnTo>
                  <a:lnTo>
                    <a:pt x="2563" y="596"/>
                  </a:lnTo>
                  <a:lnTo>
                    <a:pt x="2563" y="509"/>
                  </a:lnTo>
                  <a:lnTo>
                    <a:pt x="2556" y="464"/>
                  </a:lnTo>
                  <a:lnTo>
                    <a:pt x="2556" y="312"/>
                  </a:lnTo>
                  <a:lnTo>
                    <a:pt x="2549" y="298"/>
                  </a:lnTo>
                  <a:lnTo>
                    <a:pt x="2549" y="160"/>
                  </a:lnTo>
                  <a:lnTo>
                    <a:pt x="2546" y="149"/>
                  </a:lnTo>
                  <a:lnTo>
                    <a:pt x="2542" y="149"/>
                  </a:lnTo>
                  <a:lnTo>
                    <a:pt x="2542" y="142"/>
                  </a:lnTo>
                  <a:lnTo>
                    <a:pt x="2542" y="142"/>
                  </a:lnTo>
                  <a:lnTo>
                    <a:pt x="2539" y="142"/>
                  </a:lnTo>
                  <a:lnTo>
                    <a:pt x="2539" y="135"/>
                  </a:lnTo>
                  <a:lnTo>
                    <a:pt x="2539" y="135"/>
                  </a:lnTo>
                  <a:lnTo>
                    <a:pt x="2536" y="135"/>
                  </a:lnTo>
                  <a:lnTo>
                    <a:pt x="2536" y="125"/>
                  </a:lnTo>
                  <a:lnTo>
                    <a:pt x="2536" y="125"/>
                  </a:lnTo>
                  <a:lnTo>
                    <a:pt x="2536" y="122"/>
                  </a:lnTo>
                  <a:lnTo>
                    <a:pt x="2498" y="122"/>
                  </a:lnTo>
                  <a:lnTo>
                    <a:pt x="2498" y="125"/>
                  </a:lnTo>
                  <a:lnTo>
                    <a:pt x="2498" y="125"/>
                  </a:lnTo>
                  <a:lnTo>
                    <a:pt x="2498" y="135"/>
                  </a:lnTo>
                  <a:lnTo>
                    <a:pt x="2491" y="135"/>
                  </a:lnTo>
                  <a:lnTo>
                    <a:pt x="2491" y="135"/>
                  </a:lnTo>
                  <a:lnTo>
                    <a:pt x="2491" y="142"/>
                  </a:lnTo>
                  <a:lnTo>
                    <a:pt x="2491" y="142"/>
                  </a:lnTo>
                  <a:lnTo>
                    <a:pt x="2491" y="142"/>
                  </a:lnTo>
                  <a:lnTo>
                    <a:pt x="2491" y="149"/>
                  </a:lnTo>
                  <a:lnTo>
                    <a:pt x="2488" y="149"/>
                  </a:lnTo>
                  <a:lnTo>
                    <a:pt x="2484" y="160"/>
                  </a:lnTo>
                  <a:lnTo>
                    <a:pt x="2484" y="298"/>
                  </a:lnTo>
                  <a:lnTo>
                    <a:pt x="2477" y="312"/>
                  </a:lnTo>
                  <a:lnTo>
                    <a:pt x="2477" y="444"/>
                  </a:lnTo>
                  <a:lnTo>
                    <a:pt x="2477" y="444"/>
                  </a:lnTo>
                  <a:lnTo>
                    <a:pt x="2477" y="440"/>
                  </a:lnTo>
                  <a:lnTo>
                    <a:pt x="2477" y="440"/>
                  </a:lnTo>
                  <a:lnTo>
                    <a:pt x="2467" y="440"/>
                  </a:lnTo>
                  <a:lnTo>
                    <a:pt x="2467" y="440"/>
                  </a:lnTo>
                  <a:lnTo>
                    <a:pt x="2467" y="440"/>
                  </a:lnTo>
                  <a:lnTo>
                    <a:pt x="2467" y="444"/>
                  </a:lnTo>
                  <a:lnTo>
                    <a:pt x="2464" y="444"/>
                  </a:lnTo>
                  <a:lnTo>
                    <a:pt x="2464" y="444"/>
                  </a:lnTo>
                  <a:lnTo>
                    <a:pt x="2464" y="444"/>
                  </a:lnTo>
                  <a:lnTo>
                    <a:pt x="2464" y="444"/>
                  </a:lnTo>
                  <a:lnTo>
                    <a:pt x="2464" y="447"/>
                  </a:lnTo>
                  <a:lnTo>
                    <a:pt x="2464" y="447"/>
                  </a:lnTo>
                  <a:lnTo>
                    <a:pt x="2460" y="447"/>
                  </a:lnTo>
                  <a:lnTo>
                    <a:pt x="2460" y="447"/>
                  </a:lnTo>
                  <a:lnTo>
                    <a:pt x="2460" y="451"/>
                  </a:lnTo>
                  <a:lnTo>
                    <a:pt x="2460" y="451"/>
                  </a:lnTo>
                  <a:lnTo>
                    <a:pt x="2460" y="454"/>
                  </a:lnTo>
                  <a:lnTo>
                    <a:pt x="2460" y="523"/>
                  </a:lnTo>
                  <a:lnTo>
                    <a:pt x="2457" y="534"/>
                  </a:lnTo>
                  <a:lnTo>
                    <a:pt x="2457" y="326"/>
                  </a:lnTo>
                  <a:lnTo>
                    <a:pt x="2457" y="316"/>
                  </a:lnTo>
                  <a:lnTo>
                    <a:pt x="2457" y="284"/>
                  </a:lnTo>
                  <a:lnTo>
                    <a:pt x="2457" y="284"/>
                  </a:lnTo>
                  <a:lnTo>
                    <a:pt x="2457" y="274"/>
                  </a:lnTo>
                  <a:lnTo>
                    <a:pt x="2457" y="253"/>
                  </a:lnTo>
                  <a:lnTo>
                    <a:pt x="2426" y="253"/>
                  </a:lnTo>
                  <a:lnTo>
                    <a:pt x="2426" y="250"/>
                  </a:lnTo>
                  <a:lnTo>
                    <a:pt x="2419" y="250"/>
                  </a:lnTo>
                  <a:lnTo>
                    <a:pt x="2419" y="253"/>
                  </a:lnTo>
                  <a:lnTo>
                    <a:pt x="2392" y="253"/>
                  </a:lnTo>
                  <a:lnTo>
                    <a:pt x="2392" y="250"/>
                  </a:lnTo>
                  <a:lnTo>
                    <a:pt x="2388" y="250"/>
                  </a:lnTo>
                  <a:lnTo>
                    <a:pt x="2388" y="253"/>
                  </a:lnTo>
                  <a:lnTo>
                    <a:pt x="2358" y="250"/>
                  </a:lnTo>
                  <a:lnTo>
                    <a:pt x="2358" y="274"/>
                  </a:lnTo>
                  <a:lnTo>
                    <a:pt x="2358" y="284"/>
                  </a:lnTo>
                  <a:lnTo>
                    <a:pt x="2354" y="284"/>
                  </a:lnTo>
                  <a:lnTo>
                    <a:pt x="2358" y="316"/>
                  </a:lnTo>
                  <a:lnTo>
                    <a:pt x="2358" y="326"/>
                  </a:lnTo>
                  <a:lnTo>
                    <a:pt x="2358" y="475"/>
                  </a:lnTo>
                  <a:lnTo>
                    <a:pt x="2320" y="475"/>
                  </a:lnTo>
                  <a:lnTo>
                    <a:pt x="2320" y="475"/>
                  </a:lnTo>
                  <a:lnTo>
                    <a:pt x="2320" y="485"/>
                  </a:lnTo>
                  <a:lnTo>
                    <a:pt x="2317" y="485"/>
                  </a:lnTo>
                  <a:lnTo>
                    <a:pt x="2296" y="489"/>
                  </a:lnTo>
                  <a:lnTo>
                    <a:pt x="2296" y="520"/>
                  </a:lnTo>
                  <a:lnTo>
                    <a:pt x="2282" y="516"/>
                  </a:lnTo>
                  <a:lnTo>
                    <a:pt x="2269" y="516"/>
                  </a:lnTo>
                  <a:lnTo>
                    <a:pt x="2269" y="451"/>
                  </a:lnTo>
                  <a:lnTo>
                    <a:pt x="2269" y="451"/>
                  </a:lnTo>
                  <a:lnTo>
                    <a:pt x="2269" y="305"/>
                  </a:lnTo>
                  <a:lnTo>
                    <a:pt x="2262" y="291"/>
                  </a:lnTo>
                  <a:lnTo>
                    <a:pt x="2262" y="291"/>
                  </a:lnTo>
                  <a:lnTo>
                    <a:pt x="2262" y="281"/>
                  </a:lnTo>
                  <a:lnTo>
                    <a:pt x="2258" y="277"/>
                  </a:lnTo>
                  <a:lnTo>
                    <a:pt x="2159" y="281"/>
                  </a:lnTo>
                  <a:lnTo>
                    <a:pt x="2159" y="551"/>
                  </a:lnTo>
                  <a:lnTo>
                    <a:pt x="2145" y="551"/>
                  </a:lnTo>
                  <a:lnTo>
                    <a:pt x="2145" y="555"/>
                  </a:lnTo>
                  <a:lnTo>
                    <a:pt x="2132" y="548"/>
                  </a:lnTo>
                  <a:lnTo>
                    <a:pt x="2132" y="87"/>
                  </a:lnTo>
                  <a:lnTo>
                    <a:pt x="2128" y="84"/>
                  </a:lnTo>
                  <a:lnTo>
                    <a:pt x="2121" y="80"/>
                  </a:lnTo>
                  <a:lnTo>
                    <a:pt x="2108" y="77"/>
                  </a:lnTo>
                  <a:lnTo>
                    <a:pt x="2094" y="73"/>
                  </a:lnTo>
                  <a:lnTo>
                    <a:pt x="2077" y="73"/>
                  </a:lnTo>
                  <a:lnTo>
                    <a:pt x="2070" y="73"/>
                  </a:lnTo>
                  <a:lnTo>
                    <a:pt x="2070" y="35"/>
                  </a:lnTo>
                  <a:lnTo>
                    <a:pt x="2063" y="0"/>
                  </a:lnTo>
                  <a:lnTo>
                    <a:pt x="2046" y="4"/>
                  </a:lnTo>
                  <a:lnTo>
                    <a:pt x="2032" y="4"/>
                  </a:lnTo>
                  <a:lnTo>
                    <a:pt x="2019" y="7"/>
                  </a:lnTo>
                  <a:lnTo>
                    <a:pt x="2009" y="11"/>
                  </a:lnTo>
                  <a:lnTo>
                    <a:pt x="2002" y="14"/>
                  </a:lnTo>
                  <a:lnTo>
                    <a:pt x="2002" y="18"/>
                  </a:lnTo>
                  <a:lnTo>
                    <a:pt x="2002" y="87"/>
                  </a:lnTo>
                  <a:lnTo>
                    <a:pt x="2002" y="613"/>
                  </a:lnTo>
                  <a:lnTo>
                    <a:pt x="1998" y="617"/>
                  </a:lnTo>
                  <a:lnTo>
                    <a:pt x="1995" y="617"/>
                  </a:lnTo>
                  <a:lnTo>
                    <a:pt x="1995" y="520"/>
                  </a:lnTo>
                  <a:lnTo>
                    <a:pt x="1991" y="503"/>
                  </a:lnTo>
                  <a:lnTo>
                    <a:pt x="1991" y="489"/>
                  </a:lnTo>
                  <a:lnTo>
                    <a:pt x="1988" y="475"/>
                  </a:lnTo>
                  <a:lnTo>
                    <a:pt x="1985" y="468"/>
                  </a:lnTo>
                  <a:lnTo>
                    <a:pt x="1985" y="461"/>
                  </a:lnTo>
                  <a:lnTo>
                    <a:pt x="1967" y="461"/>
                  </a:lnTo>
                  <a:lnTo>
                    <a:pt x="1961" y="461"/>
                  </a:lnTo>
                  <a:lnTo>
                    <a:pt x="1957" y="468"/>
                  </a:lnTo>
                  <a:lnTo>
                    <a:pt x="1957" y="475"/>
                  </a:lnTo>
                  <a:lnTo>
                    <a:pt x="1954" y="485"/>
                  </a:lnTo>
                  <a:lnTo>
                    <a:pt x="1954" y="499"/>
                  </a:lnTo>
                  <a:lnTo>
                    <a:pt x="1950" y="340"/>
                  </a:lnTo>
                  <a:lnTo>
                    <a:pt x="1950" y="329"/>
                  </a:lnTo>
                  <a:lnTo>
                    <a:pt x="1950" y="329"/>
                  </a:lnTo>
                  <a:lnTo>
                    <a:pt x="1950" y="326"/>
                  </a:lnTo>
                  <a:lnTo>
                    <a:pt x="1950" y="316"/>
                  </a:lnTo>
                  <a:lnTo>
                    <a:pt x="1950" y="302"/>
                  </a:lnTo>
                  <a:lnTo>
                    <a:pt x="1950" y="291"/>
                  </a:lnTo>
                  <a:lnTo>
                    <a:pt x="1947" y="277"/>
                  </a:lnTo>
                  <a:lnTo>
                    <a:pt x="1947" y="267"/>
                  </a:lnTo>
                  <a:lnTo>
                    <a:pt x="1943" y="253"/>
                  </a:lnTo>
                  <a:lnTo>
                    <a:pt x="1940" y="239"/>
                  </a:lnTo>
                  <a:lnTo>
                    <a:pt x="1940" y="229"/>
                  </a:lnTo>
                  <a:lnTo>
                    <a:pt x="1937" y="215"/>
                  </a:lnTo>
                  <a:lnTo>
                    <a:pt x="1933" y="205"/>
                  </a:lnTo>
                  <a:lnTo>
                    <a:pt x="1930" y="194"/>
                  </a:lnTo>
                  <a:lnTo>
                    <a:pt x="1930" y="194"/>
                  </a:lnTo>
                  <a:lnTo>
                    <a:pt x="1930" y="191"/>
                  </a:lnTo>
                  <a:lnTo>
                    <a:pt x="1933" y="191"/>
                  </a:lnTo>
                  <a:lnTo>
                    <a:pt x="1933" y="187"/>
                  </a:lnTo>
                  <a:lnTo>
                    <a:pt x="1933" y="187"/>
                  </a:lnTo>
                  <a:lnTo>
                    <a:pt x="1930" y="187"/>
                  </a:lnTo>
                  <a:lnTo>
                    <a:pt x="1930" y="184"/>
                  </a:lnTo>
                  <a:lnTo>
                    <a:pt x="1930" y="184"/>
                  </a:lnTo>
                  <a:lnTo>
                    <a:pt x="1930" y="181"/>
                  </a:lnTo>
                  <a:lnTo>
                    <a:pt x="1930" y="177"/>
                  </a:lnTo>
                  <a:lnTo>
                    <a:pt x="1930" y="174"/>
                  </a:lnTo>
                  <a:lnTo>
                    <a:pt x="1926" y="170"/>
                  </a:lnTo>
                  <a:lnTo>
                    <a:pt x="1926" y="167"/>
                  </a:lnTo>
                  <a:lnTo>
                    <a:pt x="1926" y="163"/>
                  </a:lnTo>
                  <a:lnTo>
                    <a:pt x="1926" y="160"/>
                  </a:lnTo>
                  <a:lnTo>
                    <a:pt x="1926" y="156"/>
                  </a:lnTo>
                  <a:lnTo>
                    <a:pt x="1926" y="153"/>
                  </a:lnTo>
                  <a:lnTo>
                    <a:pt x="1923" y="149"/>
                  </a:lnTo>
                  <a:lnTo>
                    <a:pt x="1854" y="149"/>
                  </a:lnTo>
                  <a:lnTo>
                    <a:pt x="1851" y="153"/>
                  </a:lnTo>
                  <a:lnTo>
                    <a:pt x="1851" y="156"/>
                  </a:lnTo>
                  <a:lnTo>
                    <a:pt x="1851" y="160"/>
                  </a:lnTo>
                  <a:lnTo>
                    <a:pt x="1851" y="163"/>
                  </a:lnTo>
                  <a:lnTo>
                    <a:pt x="1851" y="167"/>
                  </a:lnTo>
                  <a:lnTo>
                    <a:pt x="1851" y="170"/>
                  </a:lnTo>
                  <a:lnTo>
                    <a:pt x="1851" y="174"/>
                  </a:lnTo>
                  <a:lnTo>
                    <a:pt x="1848" y="174"/>
                  </a:lnTo>
                  <a:lnTo>
                    <a:pt x="1848" y="177"/>
                  </a:lnTo>
                  <a:lnTo>
                    <a:pt x="1848" y="181"/>
                  </a:lnTo>
                  <a:lnTo>
                    <a:pt x="1848" y="184"/>
                  </a:lnTo>
                  <a:lnTo>
                    <a:pt x="1848" y="187"/>
                  </a:lnTo>
                  <a:lnTo>
                    <a:pt x="1848" y="187"/>
                  </a:lnTo>
                  <a:lnTo>
                    <a:pt x="1848" y="198"/>
                  </a:lnTo>
                  <a:lnTo>
                    <a:pt x="1844" y="205"/>
                  </a:lnTo>
                  <a:lnTo>
                    <a:pt x="1844" y="208"/>
                  </a:lnTo>
                  <a:lnTo>
                    <a:pt x="1841" y="215"/>
                  </a:lnTo>
                  <a:lnTo>
                    <a:pt x="1841" y="222"/>
                  </a:lnTo>
                  <a:lnTo>
                    <a:pt x="1837" y="229"/>
                  </a:lnTo>
                  <a:lnTo>
                    <a:pt x="1837" y="232"/>
                  </a:lnTo>
                  <a:lnTo>
                    <a:pt x="1837" y="239"/>
                  </a:lnTo>
                  <a:lnTo>
                    <a:pt x="1834" y="246"/>
                  </a:lnTo>
                  <a:lnTo>
                    <a:pt x="1834" y="253"/>
                  </a:lnTo>
                  <a:lnTo>
                    <a:pt x="1834" y="260"/>
                  </a:lnTo>
                  <a:lnTo>
                    <a:pt x="1831" y="264"/>
                  </a:lnTo>
                  <a:lnTo>
                    <a:pt x="1831" y="277"/>
                  </a:lnTo>
                  <a:lnTo>
                    <a:pt x="1831" y="291"/>
                  </a:lnTo>
                  <a:lnTo>
                    <a:pt x="1827" y="302"/>
                  </a:lnTo>
                  <a:lnTo>
                    <a:pt x="1827" y="316"/>
                  </a:lnTo>
                  <a:lnTo>
                    <a:pt x="1827" y="329"/>
                  </a:lnTo>
                  <a:lnTo>
                    <a:pt x="1827" y="333"/>
                  </a:lnTo>
                  <a:lnTo>
                    <a:pt x="1827" y="340"/>
                  </a:lnTo>
                  <a:lnTo>
                    <a:pt x="1824" y="489"/>
                  </a:lnTo>
                  <a:lnTo>
                    <a:pt x="1803" y="489"/>
                  </a:lnTo>
                  <a:lnTo>
                    <a:pt x="1807" y="90"/>
                  </a:lnTo>
                  <a:lnTo>
                    <a:pt x="1807" y="42"/>
                  </a:lnTo>
                  <a:lnTo>
                    <a:pt x="1659" y="39"/>
                  </a:lnTo>
                  <a:lnTo>
                    <a:pt x="1656" y="45"/>
                  </a:lnTo>
                  <a:lnTo>
                    <a:pt x="1659" y="94"/>
                  </a:lnTo>
                  <a:lnTo>
                    <a:pt x="1659" y="485"/>
                  </a:lnTo>
                  <a:lnTo>
                    <a:pt x="1656" y="485"/>
                  </a:lnTo>
                  <a:lnTo>
                    <a:pt x="1656" y="464"/>
                  </a:lnTo>
                  <a:lnTo>
                    <a:pt x="1656" y="464"/>
                  </a:lnTo>
                  <a:lnTo>
                    <a:pt x="1656" y="464"/>
                  </a:lnTo>
                  <a:lnTo>
                    <a:pt x="1656" y="464"/>
                  </a:lnTo>
                  <a:lnTo>
                    <a:pt x="1656" y="464"/>
                  </a:lnTo>
                  <a:lnTo>
                    <a:pt x="1646" y="464"/>
                  </a:lnTo>
                  <a:lnTo>
                    <a:pt x="1646" y="444"/>
                  </a:lnTo>
                  <a:lnTo>
                    <a:pt x="1646" y="444"/>
                  </a:lnTo>
                  <a:lnTo>
                    <a:pt x="1646" y="444"/>
                  </a:lnTo>
                  <a:lnTo>
                    <a:pt x="1646" y="444"/>
                  </a:lnTo>
                  <a:lnTo>
                    <a:pt x="1646" y="444"/>
                  </a:lnTo>
                  <a:lnTo>
                    <a:pt x="1646" y="444"/>
                  </a:lnTo>
                  <a:lnTo>
                    <a:pt x="1635" y="444"/>
                  </a:lnTo>
                  <a:lnTo>
                    <a:pt x="1635" y="430"/>
                  </a:lnTo>
                  <a:lnTo>
                    <a:pt x="1635" y="426"/>
                  </a:lnTo>
                  <a:lnTo>
                    <a:pt x="1635" y="426"/>
                  </a:lnTo>
                  <a:lnTo>
                    <a:pt x="1635" y="426"/>
                  </a:lnTo>
                  <a:lnTo>
                    <a:pt x="1635" y="426"/>
                  </a:lnTo>
                  <a:lnTo>
                    <a:pt x="1635" y="426"/>
                  </a:lnTo>
                  <a:lnTo>
                    <a:pt x="1605" y="423"/>
                  </a:lnTo>
                  <a:lnTo>
                    <a:pt x="1605" y="423"/>
                  </a:lnTo>
                  <a:lnTo>
                    <a:pt x="1605" y="423"/>
                  </a:lnTo>
                  <a:lnTo>
                    <a:pt x="1605" y="423"/>
                  </a:lnTo>
                  <a:lnTo>
                    <a:pt x="1605" y="419"/>
                  </a:lnTo>
                  <a:lnTo>
                    <a:pt x="1605" y="419"/>
                  </a:lnTo>
                  <a:lnTo>
                    <a:pt x="1605" y="419"/>
                  </a:lnTo>
                  <a:lnTo>
                    <a:pt x="1605" y="416"/>
                  </a:lnTo>
                  <a:lnTo>
                    <a:pt x="1605" y="416"/>
                  </a:lnTo>
                  <a:lnTo>
                    <a:pt x="1605" y="413"/>
                  </a:lnTo>
                  <a:lnTo>
                    <a:pt x="1605" y="413"/>
                  </a:lnTo>
                  <a:lnTo>
                    <a:pt x="1605" y="409"/>
                  </a:lnTo>
                  <a:lnTo>
                    <a:pt x="1605" y="409"/>
                  </a:lnTo>
                  <a:lnTo>
                    <a:pt x="1605" y="409"/>
                  </a:lnTo>
                  <a:lnTo>
                    <a:pt x="1605" y="409"/>
                  </a:lnTo>
                  <a:lnTo>
                    <a:pt x="1605" y="402"/>
                  </a:lnTo>
                  <a:lnTo>
                    <a:pt x="1581" y="402"/>
                  </a:lnTo>
                  <a:lnTo>
                    <a:pt x="1581" y="423"/>
                  </a:lnTo>
                  <a:lnTo>
                    <a:pt x="1581" y="423"/>
                  </a:lnTo>
                  <a:lnTo>
                    <a:pt x="1581" y="371"/>
                  </a:lnTo>
                  <a:lnTo>
                    <a:pt x="1574" y="284"/>
                  </a:lnTo>
                  <a:lnTo>
                    <a:pt x="1574" y="267"/>
                  </a:lnTo>
                  <a:lnTo>
                    <a:pt x="1570" y="260"/>
                  </a:lnTo>
                  <a:lnTo>
                    <a:pt x="1533" y="271"/>
                  </a:lnTo>
                  <a:lnTo>
                    <a:pt x="1533" y="277"/>
                  </a:lnTo>
                  <a:lnTo>
                    <a:pt x="1526" y="277"/>
                  </a:lnTo>
                  <a:lnTo>
                    <a:pt x="1526" y="271"/>
                  </a:lnTo>
                  <a:lnTo>
                    <a:pt x="1505" y="264"/>
                  </a:lnTo>
                  <a:lnTo>
                    <a:pt x="1502" y="284"/>
                  </a:lnTo>
                  <a:lnTo>
                    <a:pt x="1499" y="374"/>
                  </a:lnTo>
                  <a:lnTo>
                    <a:pt x="1499" y="471"/>
                  </a:lnTo>
                  <a:lnTo>
                    <a:pt x="1502" y="541"/>
                  </a:lnTo>
                  <a:lnTo>
                    <a:pt x="1502" y="541"/>
                  </a:lnTo>
                  <a:lnTo>
                    <a:pt x="1499" y="541"/>
                  </a:lnTo>
                  <a:lnTo>
                    <a:pt x="1499" y="516"/>
                  </a:lnTo>
                  <a:lnTo>
                    <a:pt x="1492" y="516"/>
                  </a:lnTo>
                  <a:lnTo>
                    <a:pt x="1492" y="506"/>
                  </a:lnTo>
                  <a:lnTo>
                    <a:pt x="1485" y="506"/>
                  </a:lnTo>
                  <a:lnTo>
                    <a:pt x="1485" y="506"/>
                  </a:lnTo>
                  <a:lnTo>
                    <a:pt x="1485" y="485"/>
                  </a:lnTo>
                  <a:lnTo>
                    <a:pt x="1485" y="485"/>
                  </a:lnTo>
                  <a:lnTo>
                    <a:pt x="1485" y="485"/>
                  </a:lnTo>
                  <a:lnTo>
                    <a:pt x="1485" y="485"/>
                  </a:lnTo>
                  <a:lnTo>
                    <a:pt x="1481" y="485"/>
                  </a:lnTo>
                  <a:lnTo>
                    <a:pt x="1481" y="485"/>
                  </a:lnTo>
                  <a:lnTo>
                    <a:pt x="1481" y="485"/>
                  </a:lnTo>
                  <a:lnTo>
                    <a:pt x="1478" y="485"/>
                  </a:lnTo>
                  <a:lnTo>
                    <a:pt x="1478" y="485"/>
                  </a:lnTo>
                  <a:lnTo>
                    <a:pt x="1475" y="485"/>
                  </a:lnTo>
                  <a:lnTo>
                    <a:pt x="1475" y="485"/>
                  </a:lnTo>
                  <a:lnTo>
                    <a:pt x="1475" y="485"/>
                  </a:lnTo>
                  <a:lnTo>
                    <a:pt x="1475" y="485"/>
                  </a:lnTo>
                  <a:lnTo>
                    <a:pt x="1475" y="489"/>
                  </a:lnTo>
                  <a:lnTo>
                    <a:pt x="1457" y="489"/>
                  </a:lnTo>
                  <a:lnTo>
                    <a:pt x="1457" y="485"/>
                  </a:lnTo>
                  <a:lnTo>
                    <a:pt x="1440" y="485"/>
                  </a:lnTo>
                  <a:lnTo>
                    <a:pt x="1440" y="471"/>
                  </a:lnTo>
                  <a:lnTo>
                    <a:pt x="1437" y="464"/>
                  </a:lnTo>
                  <a:lnTo>
                    <a:pt x="1437" y="464"/>
                  </a:lnTo>
                  <a:lnTo>
                    <a:pt x="1403" y="464"/>
                  </a:lnTo>
                  <a:lnTo>
                    <a:pt x="1403" y="464"/>
                  </a:lnTo>
                  <a:lnTo>
                    <a:pt x="1403" y="475"/>
                  </a:lnTo>
                  <a:lnTo>
                    <a:pt x="1403" y="485"/>
                  </a:lnTo>
                  <a:lnTo>
                    <a:pt x="1382" y="485"/>
                  </a:lnTo>
                  <a:lnTo>
                    <a:pt x="1382" y="489"/>
                  </a:lnTo>
                  <a:lnTo>
                    <a:pt x="1369" y="489"/>
                  </a:lnTo>
                  <a:lnTo>
                    <a:pt x="1369" y="485"/>
                  </a:lnTo>
                  <a:lnTo>
                    <a:pt x="1369" y="485"/>
                  </a:lnTo>
                  <a:lnTo>
                    <a:pt x="1369" y="485"/>
                  </a:lnTo>
                  <a:lnTo>
                    <a:pt x="1365" y="485"/>
                  </a:lnTo>
                  <a:lnTo>
                    <a:pt x="1365" y="485"/>
                  </a:lnTo>
                  <a:lnTo>
                    <a:pt x="1365" y="485"/>
                  </a:lnTo>
                  <a:lnTo>
                    <a:pt x="1362" y="482"/>
                  </a:lnTo>
                  <a:lnTo>
                    <a:pt x="1362" y="482"/>
                  </a:lnTo>
                  <a:lnTo>
                    <a:pt x="1358" y="482"/>
                  </a:lnTo>
                  <a:lnTo>
                    <a:pt x="1358" y="485"/>
                  </a:lnTo>
                  <a:lnTo>
                    <a:pt x="1355" y="485"/>
                  </a:lnTo>
                  <a:lnTo>
                    <a:pt x="1355" y="485"/>
                  </a:lnTo>
                  <a:lnTo>
                    <a:pt x="1355" y="485"/>
                  </a:lnTo>
                  <a:lnTo>
                    <a:pt x="1355" y="506"/>
                  </a:lnTo>
                  <a:lnTo>
                    <a:pt x="1351" y="506"/>
                  </a:lnTo>
                  <a:lnTo>
                    <a:pt x="1348" y="506"/>
                  </a:lnTo>
                  <a:lnTo>
                    <a:pt x="1348" y="516"/>
                  </a:lnTo>
                  <a:lnTo>
                    <a:pt x="1341" y="516"/>
                  </a:lnTo>
                  <a:lnTo>
                    <a:pt x="1341" y="541"/>
                  </a:lnTo>
                  <a:lnTo>
                    <a:pt x="1341" y="541"/>
                  </a:lnTo>
                  <a:lnTo>
                    <a:pt x="1338" y="541"/>
                  </a:lnTo>
                  <a:lnTo>
                    <a:pt x="1338" y="537"/>
                  </a:lnTo>
                  <a:lnTo>
                    <a:pt x="1338" y="277"/>
                  </a:lnTo>
                  <a:lnTo>
                    <a:pt x="1331" y="274"/>
                  </a:lnTo>
                  <a:lnTo>
                    <a:pt x="1331" y="226"/>
                  </a:lnTo>
                  <a:lnTo>
                    <a:pt x="1303" y="215"/>
                  </a:lnTo>
                  <a:lnTo>
                    <a:pt x="1286" y="215"/>
                  </a:lnTo>
                  <a:lnTo>
                    <a:pt x="1256" y="222"/>
                  </a:lnTo>
                  <a:lnTo>
                    <a:pt x="1256" y="271"/>
                  </a:lnTo>
                  <a:lnTo>
                    <a:pt x="1245" y="274"/>
                  </a:lnTo>
                  <a:lnTo>
                    <a:pt x="1245" y="371"/>
                  </a:lnTo>
                  <a:lnTo>
                    <a:pt x="1204" y="371"/>
                  </a:lnTo>
                  <a:lnTo>
                    <a:pt x="1204" y="56"/>
                  </a:lnTo>
                  <a:lnTo>
                    <a:pt x="1112" y="56"/>
                  </a:lnTo>
                  <a:lnTo>
                    <a:pt x="1112" y="371"/>
                  </a:lnTo>
                  <a:lnTo>
                    <a:pt x="1071" y="371"/>
                  </a:lnTo>
                  <a:lnTo>
                    <a:pt x="1071" y="368"/>
                  </a:lnTo>
                  <a:lnTo>
                    <a:pt x="1074" y="357"/>
                  </a:lnTo>
                  <a:lnTo>
                    <a:pt x="1071" y="357"/>
                  </a:lnTo>
                  <a:lnTo>
                    <a:pt x="1071" y="322"/>
                  </a:lnTo>
                  <a:lnTo>
                    <a:pt x="1071" y="312"/>
                  </a:lnTo>
                  <a:lnTo>
                    <a:pt x="1071" y="312"/>
                  </a:lnTo>
                  <a:lnTo>
                    <a:pt x="1071" y="295"/>
                  </a:lnTo>
                  <a:lnTo>
                    <a:pt x="1071" y="284"/>
                  </a:lnTo>
                  <a:lnTo>
                    <a:pt x="1067" y="284"/>
                  </a:lnTo>
                  <a:lnTo>
                    <a:pt x="1067" y="267"/>
                  </a:lnTo>
                  <a:lnTo>
                    <a:pt x="1071" y="260"/>
                  </a:lnTo>
                  <a:lnTo>
                    <a:pt x="1067" y="260"/>
                  </a:lnTo>
                  <a:lnTo>
                    <a:pt x="1067" y="246"/>
                  </a:lnTo>
                  <a:lnTo>
                    <a:pt x="1067" y="236"/>
                  </a:lnTo>
                  <a:lnTo>
                    <a:pt x="1067" y="236"/>
                  </a:lnTo>
                  <a:lnTo>
                    <a:pt x="1067" y="229"/>
                  </a:lnTo>
                  <a:lnTo>
                    <a:pt x="1067" y="222"/>
                  </a:lnTo>
                  <a:lnTo>
                    <a:pt x="1064" y="222"/>
                  </a:lnTo>
                  <a:lnTo>
                    <a:pt x="1067" y="215"/>
                  </a:lnTo>
                  <a:lnTo>
                    <a:pt x="1064" y="215"/>
                  </a:lnTo>
                  <a:lnTo>
                    <a:pt x="1067" y="208"/>
                  </a:lnTo>
                  <a:lnTo>
                    <a:pt x="1064" y="208"/>
                  </a:lnTo>
                  <a:lnTo>
                    <a:pt x="1067" y="208"/>
                  </a:lnTo>
                  <a:lnTo>
                    <a:pt x="1064" y="208"/>
                  </a:lnTo>
                  <a:lnTo>
                    <a:pt x="1067" y="198"/>
                  </a:lnTo>
                  <a:lnTo>
                    <a:pt x="1064" y="198"/>
                  </a:lnTo>
                  <a:lnTo>
                    <a:pt x="1064" y="191"/>
                  </a:lnTo>
                  <a:lnTo>
                    <a:pt x="1060" y="187"/>
                  </a:lnTo>
                  <a:lnTo>
                    <a:pt x="1060" y="184"/>
                  </a:lnTo>
                  <a:lnTo>
                    <a:pt x="1060" y="181"/>
                  </a:lnTo>
                  <a:lnTo>
                    <a:pt x="1057" y="181"/>
                  </a:lnTo>
                  <a:lnTo>
                    <a:pt x="1060" y="177"/>
                  </a:lnTo>
                  <a:lnTo>
                    <a:pt x="1057" y="177"/>
                  </a:lnTo>
                  <a:lnTo>
                    <a:pt x="1057" y="174"/>
                  </a:lnTo>
                  <a:lnTo>
                    <a:pt x="1057" y="170"/>
                  </a:lnTo>
                  <a:lnTo>
                    <a:pt x="1054" y="170"/>
                  </a:lnTo>
                  <a:lnTo>
                    <a:pt x="1054" y="167"/>
                  </a:lnTo>
                  <a:lnTo>
                    <a:pt x="1054" y="167"/>
                  </a:lnTo>
                  <a:lnTo>
                    <a:pt x="1054" y="167"/>
                  </a:lnTo>
                  <a:lnTo>
                    <a:pt x="1054" y="167"/>
                  </a:lnTo>
                  <a:lnTo>
                    <a:pt x="1054" y="167"/>
                  </a:lnTo>
                  <a:lnTo>
                    <a:pt x="1054" y="167"/>
                  </a:lnTo>
                  <a:lnTo>
                    <a:pt x="1054" y="167"/>
                  </a:lnTo>
                  <a:lnTo>
                    <a:pt x="1054" y="167"/>
                  </a:lnTo>
                  <a:lnTo>
                    <a:pt x="1054" y="163"/>
                  </a:lnTo>
                  <a:lnTo>
                    <a:pt x="1050" y="160"/>
                  </a:lnTo>
                  <a:lnTo>
                    <a:pt x="1050" y="160"/>
                  </a:lnTo>
                  <a:lnTo>
                    <a:pt x="1050" y="160"/>
                  </a:lnTo>
                  <a:lnTo>
                    <a:pt x="1050" y="156"/>
                  </a:lnTo>
                  <a:lnTo>
                    <a:pt x="1050" y="156"/>
                  </a:lnTo>
                  <a:lnTo>
                    <a:pt x="1050" y="156"/>
                  </a:lnTo>
                  <a:lnTo>
                    <a:pt x="1050" y="156"/>
                  </a:lnTo>
                  <a:lnTo>
                    <a:pt x="1050" y="156"/>
                  </a:lnTo>
                  <a:lnTo>
                    <a:pt x="1047" y="149"/>
                  </a:lnTo>
                  <a:lnTo>
                    <a:pt x="1047" y="149"/>
                  </a:lnTo>
                  <a:lnTo>
                    <a:pt x="1047" y="149"/>
                  </a:lnTo>
                  <a:lnTo>
                    <a:pt x="1043" y="149"/>
                  </a:lnTo>
                  <a:lnTo>
                    <a:pt x="1043" y="149"/>
                  </a:lnTo>
                  <a:lnTo>
                    <a:pt x="1043" y="142"/>
                  </a:lnTo>
                  <a:lnTo>
                    <a:pt x="1040" y="142"/>
                  </a:lnTo>
                  <a:lnTo>
                    <a:pt x="1040" y="142"/>
                  </a:lnTo>
                  <a:lnTo>
                    <a:pt x="1037" y="135"/>
                  </a:lnTo>
                  <a:lnTo>
                    <a:pt x="1037" y="135"/>
                  </a:lnTo>
                  <a:lnTo>
                    <a:pt x="1037" y="132"/>
                  </a:lnTo>
                  <a:lnTo>
                    <a:pt x="1037" y="132"/>
                  </a:lnTo>
                  <a:lnTo>
                    <a:pt x="1040" y="122"/>
                  </a:lnTo>
                  <a:lnTo>
                    <a:pt x="1040" y="122"/>
                  </a:lnTo>
                  <a:lnTo>
                    <a:pt x="1040" y="111"/>
                  </a:lnTo>
                  <a:lnTo>
                    <a:pt x="1033" y="115"/>
                  </a:lnTo>
                  <a:lnTo>
                    <a:pt x="1033" y="87"/>
                  </a:lnTo>
                  <a:lnTo>
                    <a:pt x="1030" y="111"/>
                  </a:lnTo>
                  <a:lnTo>
                    <a:pt x="1030" y="111"/>
                  </a:lnTo>
                  <a:lnTo>
                    <a:pt x="1030" y="111"/>
                  </a:lnTo>
                  <a:lnTo>
                    <a:pt x="1030" y="115"/>
                  </a:lnTo>
                  <a:lnTo>
                    <a:pt x="1026" y="115"/>
                  </a:lnTo>
                  <a:lnTo>
                    <a:pt x="1026" y="118"/>
                  </a:lnTo>
                  <a:lnTo>
                    <a:pt x="1026" y="118"/>
                  </a:lnTo>
                  <a:lnTo>
                    <a:pt x="1026" y="132"/>
                  </a:lnTo>
                  <a:lnTo>
                    <a:pt x="1026" y="132"/>
                  </a:lnTo>
                  <a:lnTo>
                    <a:pt x="1026" y="132"/>
                  </a:lnTo>
                  <a:lnTo>
                    <a:pt x="1026" y="132"/>
                  </a:lnTo>
                  <a:lnTo>
                    <a:pt x="1026" y="132"/>
                  </a:lnTo>
                  <a:lnTo>
                    <a:pt x="1023" y="146"/>
                  </a:lnTo>
                  <a:lnTo>
                    <a:pt x="1016" y="146"/>
                  </a:lnTo>
                  <a:lnTo>
                    <a:pt x="1019" y="153"/>
                  </a:lnTo>
                  <a:lnTo>
                    <a:pt x="1009" y="153"/>
                  </a:lnTo>
                  <a:lnTo>
                    <a:pt x="1013" y="160"/>
                  </a:lnTo>
                  <a:lnTo>
                    <a:pt x="1006" y="160"/>
                  </a:lnTo>
                  <a:lnTo>
                    <a:pt x="1006" y="170"/>
                  </a:lnTo>
                  <a:lnTo>
                    <a:pt x="1002" y="170"/>
                  </a:lnTo>
                  <a:lnTo>
                    <a:pt x="1002" y="177"/>
                  </a:lnTo>
                  <a:lnTo>
                    <a:pt x="1002" y="177"/>
                  </a:lnTo>
                  <a:lnTo>
                    <a:pt x="999" y="181"/>
                  </a:lnTo>
                  <a:lnTo>
                    <a:pt x="999" y="191"/>
                  </a:lnTo>
                  <a:lnTo>
                    <a:pt x="999" y="191"/>
                  </a:lnTo>
                  <a:lnTo>
                    <a:pt x="999" y="198"/>
                  </a:lnTo>
                  <a:lnTo>
                    <a:pt x="999" y="198"/>
                  </a:lnTo>
                  <a:lnTo>
                    <a:pt x="999" y="208"/>
                  </a:lnTo>
                  <a:lnTo>
                    <a:pt x="999" y="208"/>
                  </a:lnTo>
                  <a:lnTo>
                    <a:pt x="999" y="215"/>
                  </a:lnTo>
                  <a:lnTo>
                    <a:pt x="999" y="215"/>
                  </a:lnTo>
                  <a:lnTo>
                    <a:pt x="999" y="219"/>
                  </a:lnTo>
                  <a:lnTo>
                    <a:pt x="999" y="219"/>
                  </a:lnTo>
                  <a:lnTo>
                    <a:pt x="999" y="219"/>
                  </a:lnTo>
                  <a:lnTo>
                    <a:pt x="999" y="226"/>
                  </a:lnTo>
                  <a:lnTo>
                    <a:pt x="999" y="226"/>
                  </a:lnTo>
                  <a:lnTo>
                    <a:pt x="999" y="236"/>
                  </a:lnTo>
                  <a:lnTo>
                    <a:pt x="999" y="236"/>
                  </a:lnTo>
                  <a:lnTo>
                    <a:pt x="999" y="236"/>
                  </a:lnTo>
                  <a:lnTo>
                    <a:pt x="999" y="239"/>
                  </a:lnTo>
                  <a:lnTo>
                    <a:pt x="999" y="239"/>
                  </a:lnTo>
                  <a:lnTo>
                    <a:pt x="999" y="239"/>
                  </a:lnTo>
                  <a:lnTo>
                    <a:pt x="995" y="243"/>
                  </a:lnTo>
                  <a:lnTo>
                    <a:pt x="999" y="250"/>
                  </a:lnTo>
                  <a:lnTo>
                    <a:pt x="999" y="260"/>
                  </a:lnTo>
                  <a:lnTo>
                    <a:pt x="999" y="260"/>
                  </a:lnTo>
                  <a:lnTo>
                    <a:pt x="999" y="264"/>
                  </a:lnTo>
                  <a:lnTo>
                    <a:pt x="995" y="264"/>
                  </a:lnTo>
                  <a:lnTo>
                    <a:pt x="995" y="274"/>
                  </a:lnTo>
                  <a:lnTo>
                    <a:pt x="995" y="288"/>
                  </a:lnTo>
                  <a:lnTo>
                    <a:pt x="995" y="288"/>
                  </a:lnTo>
                  <a:lnTo>
                    <a:pt x="995" y="288"/>
                  </a:lnTo>
                  <a:lnTo>
                    <a:pt x="995" y="288"/>
                  </a:lnTo>
                  <a:lnTo>
                    <a:pt x="995" y="298"/>
                  </a:lnTo>
                  <a:lnTo>
                    <a:pt x="995" y="316"/>
                  </a:lnTo>
                  <a:lnTo>
                    <a:pt x="995" y="316"/>
                  </a:lnTo>
                  <a:lnTo>
                    <a:pt x="995" y="316"/>
                  </a:lnTo>
                  <a:lnTo>
                    <a:pt x="992" y="319"/>
                  </a:lnTo>
                  <a:lnTo>
                    <a:pt x="995" y="326"/>
                  </a:lnTo>
                  <a:lnTo>
                    <a:pt x="995" y="361"/>
                  </a:lnTo>
                  <a:lnTo>
                    <a:pt x="992" y="361"/>
                  </a:lnTo>
                  <a:lnTo>
                    <a:pt x="992" y="371"/>
                  </a:lnTo>
                  <a:lnTo>
                    <a:pt x="992" y="413"/>
                  </a:lnTo>
                  <a:lnTo>
                    <a:pt x="992" y="413"/>
                  </a:lnTo>
                  <a:lnTo>
                    <a:pt x="992" y="423"/>
                  </a:lnTo>
                  <a:lnTo>
                    <a:pt x="992" y="478"/>
                  </a:lnTo>
                  <a:lnTo>
                    <a:pt x="989" y="478"/>
                  </a:lnTo>
                  <a:lnTo>
                    <a:pt x="992" y="492"/>
                  </a:lnTo>
                  <a:lnTo>
                    <a:pt x="992" y="555"/>
                  </a:lnTo>
                  <a:lnTo>
                    <a:pt x="989" y="555"/>
                  </a:lnTo>
                  <a:lnTo>
                    <a:pt x="989" y="568"/>
                  </a:lnTo>
                  <a:lnTo>
                    <a:pt x="989" y="617"/>
                  </a:lnTo>
                  <a:lnTo>
                    <a:pt x="985" y="617"/>
                  </a:lnTo>
                  <a:lnTo>
                    <a:pt x="985" y="610"/>
                  </a:lnTo>
                  <a:lnTo>
                    <a:pt x="985" y="357"/>
                  </a:lnTo>
                  <a:lnTo>
                    <a:pt x="978" y="357"/>
                  </a:lnTo>
                  <a:lnTo>
                    <a:pt x="975" y="354"/>
                  </a:lnTo>
                  <a:lnTo>
                    <a:pt x="968" y="354"/>
                  </a:lnTo>
                  <a:lnTo>
                    <a:pt x="961" y="354"/>
                  </a:lnTo>
                  <a:lnTo>
                    <a:pt x="954" y="354"/>
                  </a:lnTo>
                  <a:lnTo>
                    <a:pt x="944" y="354"/>
                  </a:lnTo>
                  <a:lnTo>
                    <a:pt x="937" y="354"/>
                  </a:lnTo>
                  <a:lnTo>
                    <a:pt x="930" y="354"/>
                  </a:lnTo>
                  <a:lnTo>
                    <a:pt x="924" y="354"/>
                  </a:lnTo>
                  <a:lnTo>
                    <a:pt x="917" y="354"/>
                  </a:lnTo>
                  <a:lnTo>
                    <a:pt x="917" y="347"/>
                  </a:lnTo>
                  <a:lnTo>
                    <a:pt x="913" y="347"/>
                  </a:lnTo>
                  <a:lnTo>
                    <a:pt x="910" y="354"/>
                  </a:lnTo>
                  <a:lnTo>
                    <a:pt x="913" y="354"/>
                  </a:lnTo>
                  <a:lnTo>
                    <a:pt x="910" y="357"/>
                  </a:lnTo>
                  <a:lnTo>
                    <a:pt x="906" y="357"/>
                  </a:lnTo>
                  <a:lnTo>
                    <a:pt x="906" y="343"/>
                  </a:lnTo>
                  <a:lnTo>
                    <a:pt x="906" y="343"/>
                  </a:lnTo>
                  <a:lnTo>
                    <a:pt x="910" y="343"/>
                  </a:lnTo>
                  <a:lnTo>
                    <a:pt x="917" y="343"/>
                  </a:lnTo>
                  <a:lnTo>
                    <a:pt x="924" y="347"/>
                  </a:lnTo>
                  <a:lnTo>
                    <a:pt x="930" y="347"/>
                  </a:lnTo>
                  <a:lnTo>
                    <a:pt x="937" y="347"/>
                  </a:lnTo>
                  <a:lnTo>
                    <a:pt x="944" y="347"/>
                  </a:lnTo>
                  <a:lnTo>
                    <a:pt x="954" y="347"/>
                  </a:lnTo>
                  <a:lnTo>
                    <a:pt x="961" y="347"/>
                  </a:lnTo>
                  <a:lnTo>
                    <a:pt x="968" y="347"/>
                  </a:lnTo>
                  <a:lnTo>
                    <a:pt x="975" y="347"/>
                  </a:lnTo>
                  <a:lnTo>
                    <a:pt x="975" y="354"/>
                  </a:lnTo>
                  <a:lnTo>
                    <a:pt x="978" y="354"/>
                  </a:lnTo>
                  <a:lnTo>
                    <a:pt x="978" y="343"/>
                  </a:lnTo>
                  <a:lnTo>
                    <a:pt x="978" y="343"/>
                  </a:lnTo>
                  <a:lnTo>
                    <a:pt x="982" y="343"/>
                  </a:lnTo>
                  <a:lnTo>
                    <a:pt x="989" y="343"/>
                  </a:lnTo>
                  <a:lnTo>
                    <a:pt x="989" y="340"/>
                  </a:lnTo>
                  <a:lnTo>
                    <a:pt x="982" y="340"/>
                  </a:lnTo>
                  <a:lnTo>
                    <a:pt x="975" y="340"/>
                  </a:lnTo>
                  <a:lnTo>
                    <a:pt x="968" y="336"/>
                  </a:lnTo>
                  <a:lnTo>
                    <a:pt x="961" y="336"/>
                  </a:lnTo>
                  <a:lnTo>
                    <a:pt x="954" y="336"/>
                  </a:lnTo>
                  <a:lnTo>
                    <a:pt x="944" y="336"/>
                  </a:lnTo>
                  <a:lnTo>
                    <a:pt x="937" y="336"/>
                  </a:lnTo>
                  <a:lnTo>
                    <a:pt x="930" y="336"/>
                  </a:lnTo>
                  <a:lnTo>
                    <a:pt x="924" y="336"/>
                  </a:lnTo>
                  <a:lnTo>
                    <a:pt x="913" y="336"/>
                  </a:lnTo>
                  <a:lnTo>
                    <a:pt x="910" y="340"/>
                  </a:lnTo>
                  <a:lnTo>
                    <a:pt x="906" y="340"/>
                  </a:lnTo>
                  <a:lnTo>
                    <a:pt x="903" y="340"/>
                  </a:lnTo>
                  <a:lnTo>
                    <a:pt x="903" y="336"/>
                  </a:lnTo>
                  <a:lnTo>
                    <a:pt x="903" y="302"/>
                  </a:lnTo>
                  <a:lnTo>
                    <a:pt x="903" y="302"/>
                  </a:lnTo>
                  <a:lnTo>
                    <a:pt x="903" y="302"/>
                  </a:lnTo>
                  <a:lnTo>
                    <a:pt x="903" y="302"/>
                  </a:lnTo>
                  <a:lnTo>
                    <a:pt x="903" y="364"/>
                  </a:lnTo>
                  <a:lnTo>
                    <a:pt x="906" y="371"/>
                  </a:lnTo>
                  <a:lnTo>
                    <a:pt x="906" y="610"/>
                  </a:lnTo>
                  <a:lnTo>
                    <a:pt x="906" y="610"/>
                  </a:lnTo>
                  <a:lnTo>
                    <a:pt x="906" y="617"/>
                  </a:lnTo>
                  <a:lnTo>
                    <a:pt x="903" y="617"/>
                  </a:lnTo>
                  <a:lnTo>
                    <a:pt x="903" y="610"/>
                  </a:lnTo>
                  <a:lnTo>
                    <a:pt x="903" y="610"/>
                  </a:lnTo>
                  <a:lnTo>
                    <a:pt x="900" y="610"/>
                  </a:lnTo>
                  <a:lnTo>
                    <a:pt x="896" y="610"/>
                  </a:lnTo>
                  <a:lnTo>
                    <a:pt x="896" y="610"/>
                  </a:lnTo>
                  <a:lnTo>
                    <a:pt x="893" y="336"/>
                  </a:lnTo>
                  <a:lnTo>
                    <a:pt x="889" y="336"/>
                  </a:lnTo>
                  <a:lnTo>
                    <a:pt x="889" y="322"/>
                  </a:lnTo>
                  <a:lnTo>
                    <a:pt x="889" y="322"/>
                  </a:lnTo>
                  <a:lnTo>
                    <a:pt x="893" y="322"/>
                  </a:lnTo>
                  <a:lnTo>
                    <a:pt x="893" y="319"/>
                  </a:lnTo>
                  <a:lnTo>
                    <a:pt x="893" y="316"/>
                  </a:lnTo>
                  <a:lnTo>
                    <a:pt x="889" y="316"/>
                  </a:lnTo>
                  <a:lnTo>
                    <a:pt x="889" y="284"/>
                  </a:lnTo>
                  <a:lnTo>
                    <a:pt x="872" y="277"/>
                  </a:lnTo>
                  <a:lnTo>
                    <a:pt x="872" y="277"/>
                  </a:lnTo>
                  <a:lnTo>
                    <a:pt x="865" y="281"/>
                  </a:lnTo>
                  <a:lnTo>
                    <a:pt x="862" y="281"/>
                  </a:lnTo>
                  <a:lnTo>
                    <a:pt x="855" y="281"/>
                  </a:lnTo>
                  <a:lnTo>
                    <a:pt x="852" y="284"/>
                  </a:lnTo>
                  <a:lnTo>
                    <a:pt x="852" y="284"/>
                  </a:lnTo>
                  <a:lnTo>
                    <a:pt x="848" y="288"/>
                  </a:lnTo>
                  <a:lnTo>
                    <a:pt x="848" y="291"/>
                  </a:lnTo>
                  <a:lnTo>
                    <a:pt x="845" y="298"/>
                  </a:lnTo>
                  <a:lnTo>
                    <a:pt x="845" y="298"/>
                  </a:lnTo>
                  <a:lnTo>
                    <a:pt x="845" y="302"/>
                  </a:lnTo>
                  <a:lnTo>
                    <a:pt x="845" y="309"/>
                  </a:lnTo>
                  <a:lnTo>
                    <a:pt x="845" y="312"/>
                  </a:lnTo>
                  <a:lnTo>
                    <a:pt x="841" y="316"/>
                  </a:lnTo>
                  <a:lnTo>
                    <a:pt x="841" y="319"/>
                  </a:lnTo>
                  <a:lnTo>
                    <a:pt x="838" y="319"/>
                  </a:lnTo>
                  <a:lnTo>
                    <a:pt x="835" y="319"/>
                  </a:lnTo>
                  <a:lnTo>
                    <a:pt x="831" y="322"/>
                  </a:lnTo>
                  <a:lnTo>
                    <a:pt x="828" y="322"/>
                  </a:lnTo>
                  <a:lnTo>
                    <a:pt x="824" y="326"/>
                  </a:lnTo>
                  <a:lnTo>
                    <a:pt x="821" y="326"/>
                  </a:lnTo>
                  <a:lnTo>
                    <a:pt x="821" y="329"/>
                  </a:lnTo>
                  <a:lnTo>
                    <a:pt x="821" y="492"/>
                  </a:lnTo>
                  <a:lnTo>
                    <a:pt x="800" y="478"/>
                  </a:lnTo>
                  <a:lnTo>
                    <a:pt x="790" y="478"/>
                  </a:lnTo>
                  <a:lnTo>
                    <a:pt x="780" y="478"/>
                  </a:lnTo>
                  <a:lnTo>
                    <a:pt x="759" y="492"/>
                  </a:lnTo>
                  <a:lnTo>
                    <a:pt x="759" y="499"/>
                  </a:lnTo>
                  <a:lnTo>
                    <a:pt x="756" y="499"/>
                  </a:lnTo>
                  <a:lnTo>
                    <a:pt x="756" y="392"/>
                  </a:lnTo>
                  <a:lnTo>
                    <a:pt x="756" y="392"/>
                  </a:lnTo>
                  <a:lnTo>
                    <a:pt x="756" y="378"/>
                  </a:lnTo>
                  <a:lnTo>
                    <a:pt x="766" y="374"/>
                  </a:lnTo>
                  <a:lnTo>
                    <a:pt x="766" y="371"/>
                  </a:lnTo>
                  <a:lnTo>
                    <a:pt x="756" y="368"/>
                  </a:lnTo>
                  <a:lnTo>
                    <a:pt x="749" y="371"/>
                  </a:lnTo>
                  <a:lnTo>
                    <a:pt x="742" y="371"/>
                  </a:lnTo>
                  <a:lnTo>
                    <a:pt x="735" y="371"/>
                  </a:lnTo>
                  <a:lnTo>
                    <a:pt x="732" y="374"/>
                  </a:lnTo>
                  <a:lnTo>
                    <a:pt x="725" y="374"/>
                  </a:lnTo>
                  <a:lnTo>
                    <a:pt x="718" y="378"/>
                  </a:lnTo>
                  <a:lnTo>
                    <a:pt x="711" y="378"/>
                  </a:lnTo>
                  <a:lnTo>
                    <a:pt x="708" y="378"/>
                  </a:lnTo>
                  <a:lnTo>
                    <a:pt x="701" y="381"/>
                  </a:lnTo>
                  <a:lnTo>
                    <a:pt x="694" y="381"/>
                  </a:lnTo>
                  <a:lnTo>
                    <a:pt x="691" y="381"/>
                  </a:lnTo>
                  <a:lnTo>
                    <a:pt x="684" y="381"/>
                  </a:lnTo>
                  <a:lnTo>
                    <a:pt x="674" y="388"/>
                  </a:lnTo>
                  <a:lnTo>
                    <a:pt x="674" y="392"/>
                  </a:lnTo>
                  <a:lnTo>
                    <a:pt x="677" y="392"/>
                  </a:lnTo>
                  <a:lnTo>
                    <a:pt x="677" y="395"/>
                  </a:lnTo>
                  <a:lnTo>
                    <a:pt x="674" y="399"/>
                  </a:lnTo>
                  <a:lnTo>
                    <a:pt x="674" y="503"/>
                  </a:lnTo>
                  <a:lnTo>
                    <a:pt x="667" y="492"/>
                  </a:lnTo>
                  <a:lnTo>
                    <a:pt x="667" y="437"/>
                  </a:lnTo>
                  <a:lnTo>
                    <a:pt x="663" y="437"/>
                  </a:lnTo>
                  <a:lnTo>
                    <a:pt x="663" y="437"/>
                  </a:lnTo>
                  <a:lnTo>
                    <a:pt x="660" y="437"/>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37"/>
                  </a:lnTo>
                  <a:lnTo>
                    <a:pt x="653" y="437"/>
                  </a:lnTo>
                  <a:lnTo>
                    <a:pt x="650" y="437"/>
                  </a:lnTo>
                  <a:lnTo>
                    <a:pt x="640" y="433"/>
                  </a:lnTo>
                  <a:lnTo>
                    <a:pt x="636" y="433"/>
                  </a:lnTo>
                  <a:lnTo>
                    <a:pt x="633" y="433"/>
                  </a:lnTo>
                  <a:lnTo>
                    <a:pt x="633" y="406"/>
                  </a:lnTo>
                  <a:lnTo>
                    <a:pt x="633" y="406"/>
                  </a:lnTo>
                  <a:lnTo>
                    <a:pt x="633" y="406"/>
                  </a:lnTo>
                  <a:lnTo>
                    <a:pt x="633" y="406"/>
                  </a:lnTo>
                  <a:lnTo>
                    <a:pt x="633" y="406"/>
                  </a:lnTo>
                  <a:lnTo>
                    <a:pt x="636" y="406"/>
                  </a:lnTo>
                  <a:lnTo>
                    <a:pt x="636" y="406"/>
                  </a:lnTo>
                  <a:lnTo>
                    <a:pt x="636" y="406"/>
                  </a:lnTo>
                  <a:lnTo>
                    <a:pt x="636" y="406"/>
                  </a:lnTo>
                  <a:lnTo>
                    <a:pt x="636" y="406"/>
                  </a:lnTo>
                  <a:lnTo>
                    <a:pt x="636" y="406"/>
                  </a:lnTo>
                  <a:lnTo>
                    <a:pt x="636" y="406"/>
                  </a:lnTo>
                  <a:lnTo>
                    <a:pt x="636" y="406"/>
                  </a:lnTo>
                  <a:lnTo>
                    <a:pt x="633" y="406"/>
                  </a:lnTo>
                  <a:lnTo>
                    <a:pt x="633" y="406"/>
                  </a:lnTo>
                  <a:lnTo>
                    <a:pt x="633" y="406"/>
                  </a:lnTo>
                  <a:lnTo>
                    <a:pt x="633" y="406"/>
                  </a:lnTo>
                  <a:lnTo>
                    <a:pt x="633" y="402"/>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402"/>
                  </a:lnTo>
                  <a:lnTo>
                    <a:pt x="633" y="402"/>
                  </a:lnTo>
                  <a:lnTo>
                    <a:pt x="633" y="402"/>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33"/>
                  </a:lnTo>
                  <a:lnTo>
                    <a:pt x="626" y="433"/>
                  </a:lnTo>
                  <a:lnTo>
                    <a:pt x="626" y="437"/>
                  </a:lnTo>
                  <a:lnTo>
                    <a:pt x="622" y="437"/>
                  </a:lnTo>
                  <a:lnTo>
                    <a:pt x="622" y="492"/>
                  </a:lnTo>
                  <a:lnTo>
                    <a:pt x="616" y="499"/>
                  </a:lnTo>
                  <a:lnTo>
                    <a:pt x="616" y="416"/>
                  </a:lnTo>
                  <a:lnTo>
                    <a:pt x="616" y="413"/>
                  </a:lnTo>
                  <a:lnTo>
                    <a:pt x="616" y="413"/>
                  </a:lnTo>
                  <a:lnTo>
                    <a:pt x="616" y="413"/>
                  </a:lnTo>
                  <a:lnTo>
                    <a:pt x="616" y="413"/>
                  </a:lnTo>
                  <a:lnTo>
                    <a:pt x="616" y="413"/>
                  </a:lnTo>
                  <a:lnTo>
                    <a:pt x="616" y="413"/>
                  </a:lnTo>
                  <a:lnTo>
                    <a:pt x="616" y="413"/>
                  </a:lnTo>
                  <a:lnTo>
                    <a:pt x="616" y="413"/>
                  </a:lnTo>
                  <a:lnTo>
                    <a:pt x="616" y="413"/>
                  </a:lnTo>
                  <a:lnTo>
                    <a:pt x="616" y="413"/>
                  </a:lnTo>
                  <a:lnTo>
                    <a:pt x="616" y="413"/>
                  </a:lnTo>
                  <a:lnTo>
                    <a:pt x="616" y="413"/>
                  </a:lnTo>
                  <a:lnTo>
                    <a:pt x="612" y="406"/>
                  </a:lnTo>
                  <a:lnTo>
                    <a:pt x="612" y="406"/>
                  </a:lnTo>
                  <a:lnTo>
                    <a:pt x="612" y="406"/>
                  </a:lnTo>
                  <a:lnTo>
                    <a:pt x="612" y="406"/>
                  </a:lnTo>
                  <a:lnTo>
                    <a:pt x="612" y="402"/>
                  </a:lnTo>
                  <a:lnTo>
                    <a:pt x="612" y="402"/>
                  </a:lnTo>
                  <a:lnTo>
                    <a:pt x="612" y="402"/>
                  </a:lnTo>
                  <a:lnTo>
                    <a:pt x="612" y="402"/>
                  </a:lnTo>
                  <a:lnTo>
                    <a:pt x="609" y="402"/>
                  </a:lnTo>
                  <a:lnTo>
                    <a:pt x="609" y="402"/>
                  </a:lnTo>
                  <a:lnTo>
                    <a:pt x="609" y="402"/>
                  </a:lnTo>
                  <a:lnTo>
                    <a:pt x="609" y="392"/>
                  </a:lnTo>
                  <a:lnTo>
                    <a:pt x="585" y="399"/>
                  </a:lnTo>
                  <a:lnTo>
                    <a:pt x="561" y="413"/>
                  </a:lnTo>
                  <a:lnTo>
                    <a:pt x="561" y="406"/>
                  </a:lnTo>
                  <a:lnTo>
                    <a:pt x="547" y="402"/>
                  </a:lnTo>
                  <a:lnTo>
                    <a:pt x="547" y="402"/>
                  </a:lnTo>
                  <a:lnTo>
                    <a:pt x="547" y="402"/>
                  </a:lnTo>
                  <a:lnTo>
                    <a:pt x="547" y="402"/>
                  </a:lnTo>
                  <a:lnTo>
                    <a:pt x="547" y="402"/>
                  </a:lnTo>
                  <a:lnTo>
                    <a:pt x="544" y="402"/>
                  </a:lnTo>
                  <a:lnTo>
                    <a:pt x="533" y="409"/>
                  </a:lnTo>
                  <a:lnTo>
                    <a:pt x="533" y="409"/>
                  </a:lnTo>
                  <a:lnTo>
                    <a:pt x="533" y="409"/>
                  </a:lnTo>
                  <a:lnTo>
                    <a:pt x="533" y="409"/>
                  </a:lnTo>
                  <a:lnTo>
                    <a:pt x="533" y="409"/>
                  </a:lnTo>
                  <a:lnTo>
                    <a:pt x="530" y="409"/>
                  </a:lnTo>
                  <a:lnTo>
                    <a:pt x="530" y="409"/>
                  </a:lnTo>
                  <a:lnTo>
                    <a:pt x="530" y="409"/>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85"/>
                  </a:lnTo>
                  <a:lnTo>
                    <a:pt x="503" y="464"/>
                  </a:lnTo>
                  <a:lnTo>
                    <a:pt x="486" y="447"/>
                  </a:lnTo>
                  <a:lnTo>
                    <a:pt x="486" y="447"/>
                  </a:lnTo>
                  <a:lnTo>
                    <a:pt x="486" y="416"/>
                  </a:lnTo>
                  <a:lnTo>
                    <a:pt x="486" y="416"/>
                  </a:lnTo>
                  <a:lnTo>
                    <a:pt x="486" y="416"/>
                  </a:lnTo>
                  <a:lnTo>
                    <a:pt x="486" y="402"/>
                  </a:lnTo>
                  <a:lnTo>
                    <a:pt x="482" y="402"/>
                  </a:lnTo>
                  <a:lnTo>
                    <a:pt x="482" y="402"/>
                  </a:lnTo>
                  <a:lnTo>
                    <a:pt x="482" y="402"/>
                  </a:lnTo>
                  <a:lnTo>
                    <a:pt x="482" y="402"/>
                  </a:lnTo>
                  <a:lnTo>
                    <a:pt x="482" y="402"/>
                  </a:lnTo>
                  <a:lnTo>
                    <a:pt x="482" y="402"/>
                  </a:lnTo>
                  <a:lnTo>
                    <a:pt x="482" y="402"/>
                  </a:lnTo>
                  <a:lnTo>
                    <a:pt x="482" y="402"/>
                  </a:lnTo>
                  <a:lnTo>
                    <a:pt x="482" y="402"/>
                  </a:lnTo>
                  <a:lnTo>
                    <a:pt x="482" y="402"/>
                  </a:lnTo>
                  <a:lnTo>
                    <a:pt x="482" y="402"/>
                  </a:lnTo>
                  <a:lnTo>
                    <a:pt x="482" y="402"/>
                  </a:lnTo>
                  <a:lnTo>
                    <a:pt x="482" y="416"/>
                  </a:lnTo>
                  <a:lnTo>
                    <a:pt x="479" y="416"/>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16"/>
                  </a:lnTo>
                  <a:lnTo>
                    <a:pt x="479" y="416"/>
                  </a:lnTo>
                  <a:lnTo>
                    <a:pt x="479" y="416"/>
                  </a:lnTo>
                  <a:lnTo>
                    <a:pt x="479" y="447"/>
                  </a:lnTo>
                  <a:lnTo>
                    <a:pt x="475" y="447"/>
                  </a:lnTo>
                  <a:lnTo>
                    <a:pt x="475" y="496"/>
                  </a:lnTo>
                  <a:lnTo>
                    <a:pt x="458" y="509"/>
                  </a:lnTo>
                  <a:lnTo>
                    <a:pt x="458" y="361"/>
                  </a:lnTo>
                  <a:lnTo>
                    <a:pt x="451" y="357"/>
                  </a:lnTo>
                  <a:lnTo>
                    <a:pt x="451" y="316"/>
                  </a:lnTo>
                  <a:lnTo>
                    <a:pt x="448" y="316"/>
                  </a:lnTo>
                  <a:lnTo>
                    <a:pt x="448" y="291"/>
                  </a:lnTo>
                  <a:lnTo>
                    <a:pt x="441" y="291"/>
                  </a:lnTo>
                  <a:lnTo>
                    <a:pt x="441" y="274"/>
                  </a:lnTo>
                  <a:lnTo>
                    <a:pt x="434" y="274"/>
                  </a:lnTo>
                  <a:lnTo>
                    <a:pt x="434" y="264"/>
                  </a:lnTo>
                  <a:lnTo>
                    <a:pt x="434" y="264"/>
                  </a:lnTo>
                  <a:lnTo>
                    <a:pt x="434" y="264"/>
                  </a:lnTo>
                  <a:lnTo>
                    <a:pt x="434" y="232"/>
                  </a:lnTo>
                  <a:lnTo>
                    <a:pt x="434" y="232"/>
                  </a:lnTo>
                  <a:lnTo>
                    <a:pt x="434" y="232"/>
                  </a:lnTo>
                  <a:lnTo>
                    <a:pt x="434" y="232"/>
                  </a:lnTo>
                  <a:lnTo>
                    <a:pt x="434" y="232"/>
                  </a:lnTo>
                  <a:lnTo>
                    <a:pt x="431" y="232"/>
                  </a:lnTo>
                  <a:lnTo>
                    <a:pt x="431" y="232"/>
                  </a:lnTo>
                  <a:lnTo>
                    <a:pt x="431" y="232"/>
                  </a:lnTo>
                  <a:lnTo>
                    <a:pt x="431" y="232"/>
                  </a:lnTo>
                  <a:lnTo>
                    <a:pt x="431" y="232"/>
                  </a:lnTo>
                  <a:lnTo>
                    <a:pt x="431" y="232"/>
                  </a:lnTo>
                  <a:lnTo>
                    <a:pt x="431" y="232"/>
                  </a:lnTo>
                  <a:lnTo>
                    <a:pt x="431" y="232"/>
                  </a:lnTo>
                  <a:lnTo>
                    <a:pt x="431" y="264"/>
                  </a:lnTo>
                  <a:lnTo>
                    <a:pt x="427" y="264"/>
                  </a:lnTo>
                  <a:lnTo>
                    <a:pt x="427" y="274"/>
                  </a:lnTo>
                  <a:lnTo>
                    <a:pt x="424" y="274"/>
                  </a:lnTo>
                  <a:lnTo>
                    <a:pt x="424" y="288"/>
                  </a:lnTo>
                  <a:lnTo>
                    <a:pt x="390" y="288"/>
                  </a:lnTo>
                  <a:lnTo>
                    <a:pt x="362" y="291"/>
                  </a:lnTo>
                  <a:lnTo>
                    <a:pt x="362" y="312"/>
                  </a:lnTo>
                  <a:lnTo>
                    <a:pt x="349" y="312"/>
                  </a:lnTo>
                  <a:lnTo>
                    <a:pt x="349" y="354"/>
                  </a:lnTo>
                  <a:lnTo>
                    <a:pt x="335" y="357"/>
                  </a:lnTo>
                  <a:lnTo>
                    <a:pt x="338" y="596"/>
                  </a:lnTo>
                  <a:lnTo>
                    <a:pt x="325" y="603"/>
                  </a:lnTo>
                  <a:lnTo>
                    <a:pt x="321" y="347"/>
                  </a:lnTo>
                  <a:lnTo>
                    <a:pt x="321" y="347"/>
                  </a:lnTo>
                  <a:lnTo>
                    <a:pt x="321" y="347"/>
                  </a:lnTo>
                  <a:lnTo>
                    <a:pt x="321" y="347"/>
                  </a:lnTo>
                  <a:lnTo>
                    <a:pt x="321" y="347"/>
                  </a:lnTo>
                  <a:lnTo>
                    <a:pt x="321" y="347"/>
                  </a:lnTo>
                  <a:lnTo>
                    <a:pt x="318" y="347"/>
                  </a:lnTo>
                  <a:lnTo>
                    <a:pt x="318" y="347"/>
                  </a:lnTo>
                  <a:lnTo>
                    <a:pt x="318" y="347"/>
                  </a:lnTo>
                  <a:lnTo>
                    <a:pt x="314" y="347"/>
                  </a:lnTo>
                  <a:lnTo>
                    <a:pt x="314" y="347"/>
                  </a:lnTo>
                  <a:lnTo>
                    <a:pt x="311" y="347"/>
                  </a:lnTo>
                  <a:lnTo>
                    <a:pt x="311" y="347"/>
                  </a:lnTo>
                  <a:lnTo>
                    <a:pt x="260" y="347"/>
                  </a:lnTo>
                  <a:lnTo>
                    <a:pt x="256" y="347"/>
                  </a:lnTo>
                  <a:lnTo>
                    <a:pt x="253" y="347"/>
                  </a:lnTo>
                  <a:lnTo>
                    <a:pt x="253" y="347"/>
                  </a:lnTo>
                  <a:lnTo>
                    <a:pt x="249" y="347"/>
                  </a:lnTo>
                  <a:lnTo>
                    <a:pt x="249" y="347"/>
                  </a:lnTo>
                  <a:lnTo>
                    <a:pt x="246" y="347"/>
                  </a:lnTo>
                  <a:lnTo>
                    <a:pt x="246" y="347"/>
                  </a:lnTo>
                  <a:lnTo>
                    <a:pt x="246" y="347"/>
                  </a:lnTo>
                  <a:lnTo>
                    <a:pt x="246" y="347"/>
                  </a:lnTo>
                  <a:lnTo>
                    <a:pt x="246" y="347"/>
                  </a:lnTo>
                  <a:lnTo>
                    <a:pt x="253" y="631"/>
                  </a:lnTo>
                  <a:lnTo>
                    <a:pt x="246" y="634"/>
                  </a:lnTo>
                  <a:lnTo>
                    <a:pt x="246" y="468"/>
                  </a:lnTo>
                  <a:lnTo>
                    <a:pt x="239" y="468"/>
                  </a:lnTo>
                  <a:lnTo>
                    <a:pt x="239" y="468"/>
                  </a:lnTo>
                  <a:lnTo>
                    <a:pt x="239" y="464"/>
                  </a:lnTo>
                  <a:lnTo>
                    <a:pt x="239" y="464"/>
                  </a:lnTo>
                  <a:lnTo>
                    <a:pt x="236" y="464"/>
                  </a:lnTo>
                  <a:lnTo>
                    <a:pt x="232" y="461"/>
                  </a:lnTo>
                  <a:lnTo>
                    <a:pt x="225" y="461"/>
                  </a:lnTo>
                  <a:lnTo>
                    <a:pt x="222" y="461"/>
                  </a:lnTo>
                  <a:lnTo>
                    <a:pt x="215" y="461"/>
                  </a:lnTo>
                  <a:lnTo>
                    <a:pt x="212" y="461"/>
                  </a:lnTo>
                  <a:lnTo>
                    <a:pt x="205" y="461"/>
                  </a:lnTo>
                  <a:lnTo>
                    <a:pt x="205" y="464"/>
                  </a:lnTo>
                  <a:lnTo>
                    <a:pt x="201" y="464"/>
                  </a:lnTo>
                  <a:lnTo>
                    <a:pt x="205" y="388"/>
                  </a:lnTo>
                  <a:lnTo>
                    <a:pt x="191" y="388"/>
                  </a:lnTo>
                  <a:lnTo>
                    <a:pt x="130" y="374"/>
                  </a:lnTo>
                  <a:lnTo>
                    <a:pt x="123" y="371"/>
                  </a:lnTo>
                  <a:lnTo>
                    <a:pt x="123" y="471"/>
                  </a:lnTo>
                  <a:lnTo>
                    <a:pt x="116" y="471"/>
                  </a:lnTo>
                  <a:lnTo>
                    <a:pt x="116" y="458"/>
                  </a:lnTo>
                  <a:lnTo>
                    <a:pt x="112" y="458"/>
                  </a:lnTo>
                  <a:lnTo>
                    <a:pt x="112" y="458"/>
                  </a:lnTo>
                  <a:lnTo>
                    <a:pt x="109" y="458"/>
                  </a:lnTo>
                  <a:lnTo>
                    <a:pt x="109" y="423"/>
                  </a:lnTo>
                  <a:lnTo>
                    <a:pt x="109" y="423"/>
                  </a:lnTo>
                  <a:lnTo>
                    <a:pt x="109" y="413"/>
                  </a:lnTo>
                  <a:lnTo>
                    <a:pt x="106" y="413"/>
                  </a:lnTo>
                  <a:lnTo>
                    <a:pt x="106" y="413"/>
                  </a:lnTo>
                  <a:lnTo>
                    <a:pt x="106" y="413"/>
                  </a:lnTo>
                  <a:lnTo>
                    <a:pt x="106" y="381"/>
                  </a:lnTo>
                  <a:lnTo>
                    <a:pt x="102" y="381"/>
                  </a:lnTo>
                  <a:lnTo>
                    <a:pt x="102" y="381"/>
                  </a:lnTo>
                  <a:lnTo>
                    <a:pt x="102" y="413"/>
                  </a:lnTo>
                  <a:lnTo>
                    <a:pt x="102" y="413"/>
                  </a:lnTo>
                  <a:lnTo>
                    <a:pt x="102" y="413"/>
                  </a:lnTo>
                  <a:lnTo>
                    <a:pt x="99" y="413"/>
                  </a:lnTo>
                  <a:lnTo>
                    <a:pt x="99" y="413"/>
                  </a:lnTo>
                  <a:lnTo>
                    <a:pt x="99" y="416"/>
                  </a:lnTo>
                  <a:lnTo>
                    <a:pt x="99" y="416"/>
                  </a:lnTo>
                  <a:lnTo>
                    <a:pt x="99" y="423"/>
                  </a:lnTo>
                  <a:lnTo>
                    <a:pt x="95" y="423"/>
                  </a:lnTo>
                  <a:lnTo>
                    <a:pt x="92" y="423"/>
                  </a:lnTo>
                  <a:lnTo>
                    <a:pt x="89" y="423"/>
                  </a:lnTo>
                  <a:lnTo>
                    <a:pt x="85" y="423"/>
                  </a:lnTo>
                  <a:lnTo>
                    <a:pt x="82" y="423"/>
                  </a:lnTo>
                  <a:lnTo>
                    <a:pt x="82" y="423"/>
                  </a:lnTo>
                  <a:lnTo>
                    <a:pt x="78" y="423"/>
                  </a:lnTo>
                  <a:lnTo>
                    <a:pt x="75" y="423"/>
                  </a:lnTo>
                  <a:lnTo>
                    <a:pt x="71" y="423"/>
                  </a:lnTo>
                  <a:lnTo>
                    <a:pt x="68" y="423"/>
                  </a:lnTo>
                  <a:lnTo>
                    <a:pt x="65" y="423"/>
                  </a:lnTo>
                  <a:lnTo>
                    <a:pt x="61" y="423"/>
                  </a:lnTo>
                  <a:lnTo>
                    <a:pt x="61" y="416"/>
                  </a:lnTo>
                  <a:lnTo>
                    <a:pt x="61" y="416"/>
                  </a:lnTo>
                  <a:lnTo>
                    <a:pt x="61" y="413"/>
                  </a:lnTo>
                  <a:lnTo>
                    <a:pt x="61" y="413"/>
                  </a:lnTo>
                  <a:lnTo>
                    <a:pt x="61" y="413"/>
                  </a:lnTo>
                  <a:lnTo>
                    <a:pt x="61" y="413"/>
                  </a:lnTo>
                  <a:lnTo>
                    <a:pt x="58" y="413"/>
                  </a:lnTo>
                  <a:lnTo>
                    <a:pt x="58" y="381"/>
                  </a:lnTo>
                  <a:lnTo>
                    <a:pt x="58" y="381"/>
                  </a:lnTo>
                  <a:lnTo>
                    <a:pt x="58" y="381"/>
                  </a:lnTo>
                  <a:lnTo>
                    <a:pt x="58" y="413"/>
                  </a:lnTo>
                  <a:lnTo>
                    <a:pt x="54" y="413"/>
                  </a:lnTo>
                  <a:lnTo>
                    <a:pt x="54" y="413"/>
                  </a:lnTo>
                  <a:lnTo>
                    <a:pt x="51" y="413"/>
                  </a:lnTo>
                  <a:lnTo>
                    <a:pt x="51" y="423"/>
                  </a:lnTo>
                  <a:lnTo>
                    <a:pt x="51" y="423"/>
                  </a:lnTo>
                  <a:lnTo>
                    <a:pt x="51" y="458"/>
                  </a:lnTo>
                  <a:lnTo>
                    <a:pt x="47" y="458"/>
                  </a:lnTo>
                  <a:lnTo>
                    <a:pt x="47" y="458"/>
                  </a:lnTo>
                  <a:lnTo>
                    <a:pt x="47" y="458"/>
                  </a:lnTo>
                  <a:lnTo>
                    <a:pt x="47" y="586"/>
                  </a:lnTo>
                  <a:lnTo>
                    <a:pt x="41" y="586"/>
                  </a:lnTo>
                  <a:lnTo>
                    <a:pt x="41" y="586"/>
                  </a:lnTo>
                  <a:lnTo>
                    <a:pt x="37" y="586"/>
                  </a:lnTo>
                  <a:lnTo>
                    <a:pt x="37" y="586"/>
                  </a:lnTo>
                  <a:lnTo>
                    <a:pt x="37" y="589"/>
                  </a:lnTo>
                  <a:lnTo>
                    <a:pt x="37" y="589"/>
                  </a:lnTo>
                  <a:lnTo>
                    <a:pt x="37" y="606"/>
                  </a:lnTo>
                  <a:lnTo>
                    <a:pt x="17" y="606"/>
                  </a:lnTo>
                  <a:lnTo>
                    <a:pt x="17" y="593"/>
                  </a:lnTo>
                  <a:lnTo>
                    <a:pt x="17" y="593"/>
                  </a:lnTo>
                  <a:lnTo>
                    <a:pt x="17" y="593"/>
                  </a:lnTo>
                  <a:lnTo>
                    <a:pt x="13" y="593"/>
                  </a:lnTo>
                  <a:lnTo>
                    <a:pt x="0" y="593"/>
                  </a:lnTo>
                  <a:lnTo>
                    <a:pt x="0" y="742"/>
                  </a:lnTo>
                  <a:lnTo>
                    <a:pt x="1485" y="742"/>
                  </a:lnTo>
                  <a:lnTo>
                    <a:pt x="1981" y="742"/>
                  </a:lnTo>
                  <a:lnTo>
                    <a:pt x="3826" y="742"/>
                  </a:lnTo>
                  <a:lnTo>
                    <a:pt x="3853" y="742"/>
                  </a:lnTo>
                  <a:lnTo>
                    <a:pt x="7683" y="742"/>
                  </a:lnTo>
                  <a:lnTo>
                    <a:pt x="7683" y="586"/>
                  </a:lnTo>
                  <a:lnTo>
                    <a:pt x="7642" y="548"/>
                  </a:lnTo>
                  <a:close/>
                  <a:moveTo>
                    <a:pt x="482" y="430"/>
                  </a:moveTo>
                  <a:lnTo>
                    <a:pt x="482" y="426"/>
                  </a:lnTo>
                  <a:lnTo>
                    <a:pt x="482" y="419"/>
                  </a:lnTo>
                  <a:lnTo>
                    <a:pt x="482" y="430"/>
                  </a:lnTo>
                  <a:close/>
                  <a:moveTo>
                    <a:pt x="479" y="416"/>
                  </a:moveTo>
                  <a:lnTo>
                    <a:pt x="482" y="416"/>
                  </a:lnTo>
                  <a:lnTo>
                    <a:pt x="482" y="416"/>
                  </a:lnTo>
                  <a:lnTo>
                    <a:pt x="482" y="423"/>
                  </a:lnTo>
                  <a:lnTo>
                    <a:pt x="479" y="416"/>
                  </a:lnTo>
                  <a:lnTo>
                    <a:pt x="479" y="416"/>
                  </a:lnTo>
                  <a:close/>
                  <a:moveTo>
                    <a:pt x="482" y="426"/>
                  </a:moveTo>
                  <a:lnTo>
                    <a:pt x="479" y="430"/>
                  </a:lnTo>
                  <a:lnTo>
                    <a:pt x="479" y="419"/>
                  </a:lnTo>
                  <a:lnTo>
                    <a:pt x="482" y="426"/>
                  </a:lnTo>
                  <a:close/>
                  <a:moveTo>
                    <a:pt x="479" y="433"/>
                  </a:moveTo>
                  <a:lnTo>
                    <a:pt x="482" y="426"/>
                  </a:lnTo>
                  <a:lnTo>
                    <a:pt x="482" y="433"/>
                  </a:lnTo>
                  <a:lnTo>
                    <a:pt x="482" y="433"/>
                  </a:lnTo>
                  <a:lnTo>
                    <a:pt x="479" y="433"/>
                  </a:lnTo>
                  <a:lnTo>
                    <a:pt x="479" y="433"/>
                  </a:lnTo>
                  <a:close/>
                  <a:moveTo>
                    <a:pt x="479" y="433"/>
                  </a:moveTo>
                  <a:lnTo>
                    <a:pt x="482" y="433"/>
                  </a:lnTo>
                  <a:lnTo>
                    <a:pt x="482" y="433"/>
                  </a:lnTo>
                  <a:lnTo>
                    <a:pt x="482" y="440"/>
                  </a:lnTo>
                  <a:lnTo>
                    <a:pt x="479" y="433"/>
                  </a:lnTo>
                  <a:lnTo>
                    <a:pt x="479" y="433"/>
                  </a:lnTo>
                  <a:close/>
                  <a:moveTo>
                    <a:pt x="479" y="447"/>
                  </a:moveTo>
                  <a:lnTo>
                    <a:pt x="479" y="437"/>
                  </a:lnTo>
                  <a:lnTo>
                    <a:pt x="482" y="440"/>
                  </a:lnTo>
                  <a:lnTo>
                    <a:pt x="479" y="447"/>
                  </a:lnTo>
                  <a:lnTo>
                    <a:pt x="479" y="447"/>
                  </a:lnTo>
                  <a:close/>
                  <a:moveTo>
                    <a:pt x="479" y="447"/>
                  </a:moveTo>
                  <a:lnTo>
                    <a:pt x="482" y="444"/>
                  </a:lnTo>
                  <a:lnTo>
                    <a:pt x="482" y="447"/>
                  </a:lnTo>
                  <a:lnTo>
                    <a:pt x="479" y="447"/>
                  </a:lnTo>
                  <a:close/>
                  <a:moveTo>
                    <a:pt x="482" y="447"/>
                  </a:moveTo>
                  <a:lnTo>
                    <a:pt x="482" y="440"/>
                  </a:lnTo>
                  <a:lnTo>
                    <a:pt x="482" y="433"/>
                  </a:lnTo>
                  <a:lnTo>
                    <a:pt x="482" y="447"/>
                  </a:lnTo>
                  <a:lnTo>
                    <a:pt x="482" y="447"/>
                  </a:lnTo>
                  <a:close/>
                  <a:moveTo>
                    <a:pt x="1187" y="77"/>
                  </a:moveTo>
                  <a:lnTo>
                    <a:pt x="1187" y="80"/>
                  </a:lnTo>
                  <a:lnTo>
                    <a:pt x="1184" y="94"/>
                  </a:lnTo>
                  <a:lnTo>
                    <a:pt x="1184" y="108"/>
                  </a:lnTo>
                  <a:lnTo>
                    <a:pt x="1184" y="111"/>
                  </a:lnTo>
                  <a:lnTo>
                    <a:pt x="1132" y="111"/>
                  </a:lnTo>
                  <a:lnTo>
                    <a:pt x="1132" y="108"/>
                  </a:lnTo>
                  <a:lnTo>
                    <a:pt x="1129" y="94"/>
                  </a:lnTo>
                  <a:lnTo>
                    <a:pt x="1129" y="80"/>
                  </a:lnTo>
                  <a:lnTo>
                    <a:pt x="1129" y="77"/>
                  </a:lnTo>
                  <a:lnTo>
                    <a:pt x="1126" y="70"/>
                  </a:lnTo>
                  <a:lnTo>
                    <a:pt x="1191" y="70"/>
                  </a:lnTo>
                  <a:lnTo>
                    <a:pt x="1187" y="77"/>
                  </a:lnTo>
                  <a:close/>
                  <a:moveTo>
                    <a:pt x="1502" y="558"/>
                  </a:moveTo>
                  <a:lnTo>
                    <a:pt x="1502" y="558"/>
                  </a:lnTo>
                  <a:lnTo>
                    <a:pt x="1502" y="558"/>
                  </a:lnTo>
                  <a:lnTo>
                    <a:pt x="1502" y="55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 name="Rectangle 68"/>
            <p:cNvSpPr>
              <a:spLocks noChangeArrowheads="1"/>
            </p:cNvSpPr>
            <p:nvPr/>
          </p:nvSpPr>
          <p:spPr bwMode="auto">
            <a:xfrm>
              <a:off x="0" y="4584588"/>
              <a:ext cx="12196763" cy="15791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909902194"/>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06E817E6-E4E2-407B-A426-88DCBA5DDE6A}" type="datetimeFigureOut">
              <a:rPr lang="en-US" smtClean="0"/>
              <a:t>3/23/2022</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AE583915-90DC-4D88-9A71-6297A374BA02}" type="slidenum">
              <a:rPr lang="en-US" smtClean="0"/>
              <a:t>‹#›</a:t>
            </a:fld>
            <a:endParaRPr lang="en-US"/>
          </a:p>
        </p:txBody>
      </p:sp>
    </p:spTree>
    <p:extLst>
      <p:ext uri="{BB962C8B-B14F-4D97-AF65-F5344CB8AC3E}">
        <p14:creationId xmlns:p14="http://schemas.microsoft.com/office/powerpoint/2010/main" val="239465649"/>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3D7FDF61-FFC3-4A6A-9B07-8C9DDA0812A3}" type="datetimeFigureOut">
              <a:rPr lang="en-US" smtClean="0"/>
              <a:t>3/23/2022</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2B174410-BF07-4A26-9BEA-35898E312850}" type="slidenum">
              <a:rPr lang="en-US" smtClean="0"/>
              <a:t>‹#›</a:t>
            </a:fld>
            <a:endParaRPr lang="en-US"/>
          </a:p>
        </p:txBody>
      </p:sp>
    </p:spTree>
    <p:extLst>
      <p:ext uri="{BB962C8B-B14F-4D97-AF65-F5344CB8AC3E}">
        <p14:creationId xmlns:p14="http://schemas.microsoft.com/office/powerpoint/2010/main" val="1549191748"/>
      </p:ext>
    </p:extLst>
  </p:cSld>
  <p:clrMapOvr>
    <a:masterClrMapping/>
  </p:clrMapOvr>
  <p:transition/>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Rounded Rectangle 7"/>
          <p:cNvSpPr/>
          <p:nvPr userDrawn="1"/>
        </p:nvSpPr>
        <p:spPr>
          <a:xfrm>
            <a:off x="11235267" y="321733"/>
            <a:ext cx="567267" cy="567267"/>
          </a:xfrm>
          <a:prstGeom prst="round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8576174"/>
      </p:ext>
    </p:extLst>
  </p:cSld>
  <p:clrMap bg1="lt1" tx1="dk1" bg2="lt2" tx2="dk2" accent1="accent1" accent2="accent2" accent3="accent3" accent4="accent4" accent5="accent5" accent6="accent6" hlink="hlink" folHlink="folHlink"/>
  <p:sldLayoutIdLst>
    <p:sldLayoutId id="2147483650" r:id="rId1"/>
    <p:sldLayoutId id="2147483649" r:id="rId2"/>
  </p:sldLayoutIdLst>
  <p:transition/>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 name="Group 6"/>
          <p:cNvGrpSpPr/>
          <p:nvPr userDrawn="1"/>
        </p:nvGrpSpPr>
        <p:grpSpPr>
          <a:xfrm>
            <a:off x="0" y="4106413"/>
            <a:ext cx="12196763" cy="2751587"/>
            <a:chOff x="0" y="3412146"/>
            <a:chExt cx="12196763" cy="2751587"/>
          </a:xfrm>
          <a:solidFill>
            <a:schemeClr val="bg1">
              <a:lumMod val="95000"/>
            </a:schemeClr>
          </a:solidFill>
        </p:grpSpPr>
        <p:sp>
          <p:nvSpPr>
            <p:cNvPr id="8" name="Freeform 9"/>
            <p:cNvSpPr>
              <a:spLocks noEditPoints="1"/>
            </p:cNvSpPr>
            <p:nvPr/>
          </p:nvSpPr>
          <p:spPr bwMode="auto">
            <a:xfrm>
              <a:off x="0" y="3412146"/>
              <a:ext cx="12196763" cy="1177925"/>
            </a:xfrm>
            <a:custGeom>
              <a:avLst/>
              <a:gdLst>
                <a:gd name="T0" fmla="*/ 7163 w 7683"/>
                <a:gd name="T1" fmla="*/ 572 h 742"/>
                <a:gd name="T2" fmla="*/ 6824 w 7683"/>
                <a:gd name="T3" fmla="*/ 437 h 742"/>
                <a:gd name="T4" fmla="*/ 6358 w 7683"/>
                <a:gd name="T5" fmla="*/ 527 h 742"/>
                <a:gd name="T6" fmla="*/ 5742 w 7683"/>
                <a:gd name="T7" fmla="*/ 582 h 742"/>
                <a:gd name="T8" fmla="*/ 5510 w 7683"/>
                <a:gd name="T9" fmla="*/ 461 h 742"/>
                <a:gd name="T10" fmla="*/ 5092 w 7683"/>
                <a:gd name="T11" fmla="*/ 544 h 742"/>
                <a:gd name="T12" fmla="*/ 4675 w 7683"/>
                <a:gd name="T13" fmla="*/ 284 h 742"/>
                <a:gd name="T14" fmla="*/ 4127 w 7683"/>
                <a:gd name="T15" fmla="*/ 440 h 742"/>
                <a:gd name="T16" fmla="*/ 3863 w 7683"/>
                <a:gd name="T17" fmla="*/ 520 h 742"/>
                <a:gd name="T18" fmla="*/ 3713 w 7683"/>
                <a:gd name="T19" fmla="*/ 226 h 742"/>
                <a:gd name="T20" fmla="*/ 3508 w 7683"/>
                <a:gd name="T21" fmla="*/ 239 h 742"/>
                <a:gd name="T22" fmla="*/ 3155 w 7683"/>
                <a:gd name="T23" fmla="*/ 42 h 742"/>
                <a:gd name="T24" fmla="*/ 3087 w 7683"/>
                <a:gd name="T25" fmla="*/ 208 h 742"/>
                <a:gd name="T26" fmla="*/ 3032 w 7683"/>
                <a:gd name="T27" fmla="*/ 509 h 742"/>
                <a:gd name="T28" fmla="*/ 2960 w 7683"/>
                <a:gd name="T29" fmla="*/ 260 h 742"/>
                <a:gd name="T30" fmla="*/ 2847 w 7683"/>
                <a:gd name="T31" fmla="*/ 385 h 742"/>
                <a:gd name="T32" fmla="*/ 2806 w 7683"/>
                <a:gd name="T33" fmla="*/ 250 h 742"/>
                <a:gd name="T34" fmla="*/ 2714 w 7683"/>
                <a:gd name="T35" fmla="*/ 516 h 742"/>
                <a:gd name="T36" fmla="*/ 2655 w 7683"/>
                <a:gd name="T37" fmla="*/ 444 h 742"/>
                <a:gd name="T38" fmla="*/ 2563 w 7683"/>
                <a:gd name="T39" fmla="*/ 509 h 742"/>
                <a:gd name="T40" fmla="*/ 2491 w 7683"/>
                <a:gd name="T41" fmla="*/ 142 h 742"/>
                <a:gd name="T42" fmla="*/ 2460 w 7683"/>
                <a:gd name="T43" fmla="*/ 454 h 742"/>
                <a:gd name="T44" fmla="*/ 2320 w 7683"/>
                <a:gd name="T45" fmla="*/ 475 h 742"/>
                <a:gd name="T46" fmla="*/ 2094 w 7683"/>
                <a:gd name="T47" fmla="*/ 73 h 742"/>
                <a:gd name="T48" fmla="*/ 1957 w 7683"/>
                <a:gd name="T49" fmla="*/ 475 h 742"/>
                <a:gd name="T50" fmla="*/ 1930 w 7683"/>
                <a:gd name="T51" fmla="*/ 184 h 742"/>
                <a:gd name="T52" fmla="*/ 1848 w 7683"/>
                <a:gd name="T53" fmla="*/ 187 h 742"/>
                <a:gd name="T54" fmla="*/ 1807 w 7683"/>
                <a:gd name="T55" fmla="*/ 42 h 742"/>
                <a:gd name="T56" fmla="*/ 1635 w 7683"/>
                <a:gd name="T57" fmla="*/ 426 h 742"/>
                <a:gd name="T58" fmla="*/ 1533 w 7683"/>
                <a:gd name="T59" fmla="*/ 271 h 742"/>
                <a:gd name="T60" fmla="*/ 1478 w 7683"/>
                <a:gd name="T61" fmla="*/ 485 h 742"/>
                <a:gd name="T62" fmla="*/ 1365 w 7683"/>
                <a:gd name="T63" fmla="*/ 485 h 742"/>
                <a:gd name="T64" fmla="*/ 1245 w 7683"/>
                <a:gd name="T65" fmla="*/ 274 h 742"/>
                <a:gd name="T66" fmla="*/ 1064 w 7683"/>
                <a:gd name="T67" fmla="*/ 222 h 742"/>
                <a:gd name="T68" fmla="*/ 1054 w 7683"/>
                <a:gd name="T69" fmla="*/ 167 h 742"/>
                <a:gd name="T70" fmla="*/ 1040 w 7683"/>
                <a:gd name="T71" fmla="*/ 122 h 742"/>
                <a:gd name="T72" fmla="*/ 1002 w 7683"/>
                <a:gd name="T73" fmla="*/ 170 h 742"/>
                <a:gd name="T74" fmla="*/ 999 w 7683"/>
                <a:gd name="T75" fmla="*/ 250 h 742"/>
                <a:gd name="T76" fmla="*/ 992 w 7683"/>
                <a:gd name="T77" fmla="*/ 492 h 742"/>
                <a:gd name="T78" fmla="*/ 906 w 7683"/>
                <a:gd name="T79" fmla="*/ 343 h 742"/>
                <a:gd name="T80" fmla="*/ 944 w 7683"/>
                <a:gd name="T81" fmla="*/ 336 h 742"/>
                <a:gd name="T82" fmla="*/ 893 w 7683"/>
                <a:gd name="T83" fmla="*/ 336 h 742"/>
                <a:gd name="T84" fmla="*/ 841 w 7683"/>
                <a:gd name="T85" fmla="*/ 319 h 742"/>
                <a:gd name="T86" fmla="*/ 732 w 7683"/>
                <a:gd name="T87" fmla="*/ 374 h 742"/>
                <a:gd name="T88" fmla="*/ 660 w 7683"/>
                <a:gd name="T89" fmla="*/ 406 h 742"/>
                <a:gd name="T90" fmla="*/ 657 w 7683"/>
                <a:gd name="T91" fmla="*/ 361 h 742"/>
                <a:gd name="T92" fmla="*/ 657 w 7683"/>
                <a:gd name="T93" fmla="*/ 406 h 742"/>
                <a:gd name="T94" fmla="*/ 636 w 7683"/>
                <a:gd name="T95" fmla="*/ 406 h 742"/>
                <a:gd name="T96" fmla="*/ 633 w 7683"/>
                <a:gd name="T97" fmla="*/ 361 h 742"/>
                <a:gd name="T98" fmla="*/ 622 w 7683"/>
                <a:gd name="T99" fmla="*/ 492 h 742"/>
                <a:gd name="T100" fmla="*/ 609 w 7683"/>
                <a:gd name="T101" fmla="*/ 402 h 742"/>
                <a:gd name="T102" fmla="*/ 523 w 7683"/>
                <a:gd name="T103" fmla="*/ 416 h 742"/>
                <a:gd name="T104" fmla="*/ 482 w 7683"/>
                <a:gd name="T105" fmla="*/ 402 h 742"/>
                <a:gd name="T106" fmla="*/ 475 w 7683"/>
                <a:gd name="T107" fmla="*/ 447 h 742"/>
                <a:gd name="T108" fmla="*/ 431 w 7683"/>
                <a:gd name="T109" fmla="*/ 232 h 742"/>
                <a:gd name="T110" fmla="*/ 318 w 7683"/>
                <a:gd name="T111" fmla="*/ 347 h 742"/>
                <a:gd name="T112" fmla="*/ 232 w 7683"/>
                <a:gd name="T113" fmla="*/ 461 h 742"/>
                <a:gd name="T114" fmla="*/ 106 w 7683"/>
                <a:gd name="T115" fmla="*/ 381 h 742"/>
                <a:gd name="T116" fmla="*/ 61 w 7683"/>
                <a:gd name="T117" fmla="*/ 416 h 742"/>
                <a:gd name="T118" fmla="*/ 37 w 7683"/>
                <a:gd name="T119" fmla="*/ 589 h 742"/>
                <a:gd name="T120" fmla="*/ 482 w 7683"/>
                <a:gd name="T121" fmla="*/ 423 h 742"/>
                <a:gd name="T122" fmla="*/ 479 w 7683"/>
                <a:gd name="T123" fmla="*/ 447 h 742"/>
                <a:gd name="T124" fmla="*/ 1502 w 7683"/>
                <a:gd name="T125" fmla="*/ 558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83" h="742">
                  <a:moveTo>
                    <a:pt x="7642" y="548"/>
                  </a:moveTo>
                  <a:lnTo>
                    <a:pt x="7642" y="413"/>
                  </a:lnTo>
                  <a:lnTo>
                    <a:pt x="7560" y="444"/>
                  </a:lnTo>
                  <a:lnTo>
                    <a:pt x="7478" y="444"/>
                  </a:lnTo>
                  <a:lnTo>
                    <a:pt x="7478" y="523"/>
                  </a:lnTo>
                  <a:lnTo>
                    <a:pt x="7443" y="523"/>
                  </a:lnTo>
                  <a:lnTo>
                    <a:pt x="7443" y="385"/>
                  </a:lnTo>
                  <a:lnTo>
                    <a:pt x="7371" y="385"/>
                  </a:lnTo>
                  <a:lnTo>
                    <a:pt x="7371" y="471"/>
                  </a:lnTo>
                  <a:lnTo>
                    <a:pt x="7344" y="471"/>
                  </a:lnTo>
                  <a:lnTo>
                    <a:pt x="7344" y="513"/>
                  </a:lnTo>
                  <a:lnTo>
                    <a:pt x="7310" y="513"/>
                  </a:lnTo>
                  <a:lnTo>
                    <a:pt x="7310" y="613"/>
                  </a:lnTo>
                  <a:lnTo>
                    <a:pt x="7265" y="613"/>
                  </a:lnTo>
                  <a:lnTo>
                    <a:pt x="7265" y="413"/>
                  </a:lnTo>
                  <a:lnTo>
                    <a:pt x="7245" y="402"/>
                  </a:lnTo>
                  <a:lnTo>
                    <a:pt x="7245" y="357"/>
                  </a:lnTo>
                  <a:lnTo>
                    <a:pt x="7214" y="343"/>
                  </a:lnTo>
                  <a:lnTo>
                    <a:pt x="7211" y="271"/>
                  </a:lnTo>
                  <a:lnTo>
                    <a:pt x="7211" y="343"/>
                  </a:lnTo>
                  <a:lnTo>
                    <a:pt x="7180" y="357"/>
                  </a:lnTo>
                  <a:lnTo>
                    <a:pt x="7180" y="402"/>
                  </a:lnTo>
                  <a:lnTo>
                    <a:pt x="7163" y="416"/>
                  </a:lnTo>
                  <a:lnTo>
                    <a:pt x="7163" y="572"/>
                  </a:lnTo>
                  <a:lnTo>
                    <a:pt x="7111" y="572"/>
                  </a:lnTo>
                  <a:lnTo>
                    <a:pt x="7111" y="600"/>
                  </a:lnTo>
                  <a:lnTo>
                    <a:pt x="7070" y="600"/>
                  </a:lnTo>
                  <a:lnTo>
                    <a:pt x="7070" y="641"/>
                  </a:lnTo>
                  <a:lnTo>
                    <a:pt x="7057" y="641"/>
                  </a:lnTo>
                  <a:lnTo>
                    <a:pt x="7057" y="503"/>
                  </a:lnTo>
                  <a:lnTo>
                    <a:pt x="6988" y="503"/>
                  </a:lnTo>
                  <a:lnTo>
                    <a:pt x="6988" y="544"/>
                  </a:lnTo>
                  <a:lnTo>
                    <a:pt x="6968" y="544"/>
                  </a:lnTo>
                  <a:lnTo>
                    <a:pt x="6968" y="437"/>
                  </a:lnTo>
                  <a:lnTo>
                    <a:pt x="6954" y="437"/>
                  </a:lnTo>
                  <a:lnTo>
                    <a:pt x="6954" y="364"/>
                  </a:lnTo>
                  <a:lnTo>
                    <a:pt x="6951" y="364"/>
                  </a:lnTo>
                  <a:lnTo>
                    <a:pt x="6951" y="343"/>
                  </a:lnTo>
                  <a:lnTo>
                    <a:pt x="6933" y="343"/>
                  </a:lnTo>
                  <a:lnTo>
                    <a:pt x="6903" y="271"/>
                  </a:lnTo>
                  <a:lnTo>
                    <a:pt x="6899" y="142"/>
                  </a:lnTo>
                  <a:lnTo>
                    <a:pt x="6896" y="271"/>
                  </a:lnTo>
                  <a:lnTo>
                    <a:pt x="6862" y="340"/>
                  </a:lnTo>
                  <a:lnTo>
                    <a:pt x="6844" y="340"/>
                  </a:lnTo>
                  <a:lnTo>
                    <a:pt x="6844" y="361"/>
                  </a:lnTo>
                  <a:lnTo>
                    <a:pt x="6841" y="364"/>
                  </a:lnTo>
                  <a:lnTo>
                    <a:pt x="6841" y="437"/>
                  </a:lnTo>
                  <a:lnTo>
                    <a:pt x="6824" y="437"/>
                  </a:lnTo>
                  <a:lnTo>
                    <a:pt x="6824" y="444"/>
                  </a:lnTo>
                  <a:lnTo>
                    <a:pt x="6790" y="433"/>
                  </a:lnTo>
                  <a:lnTo>
                    <a:pt x="6790" y="586"/>
                  </a:lnTo>
                  <a:lnTo>
                    <a:pt x="6783" y="586"/>
                  </a:lnTo>
                  <a:lnTo>
                    <a:pt x="6783" y="600"/>
                  </a:lnTo>
                  <a:lnTo>
                    <a:pt x="6759" y="600"/>
                  </a:lnTo>
                  <a:lnTo>
                    <a:pt x="6759" y="520"/>
                  </a:lnTo>
                  <a:lnTo>
                    <a:pt x="6687" y="520"/>
                  </a:lnTo>
                  <a:lnTo>
                    <a:pt x="6687" y="620"/>
                  </a:lnTo>
                  <a:lnTo>
                    <a:pt x="6639" y="620"/>
                  </a:lnTo>
                  <a:lnTo>
                    <a:pt x="6639" y="440"/>
                  </a:lnTo>
                  <a:lnTo>
                    <a:pt x="6567" y="440"/>
                  </a:lnTo>
                  <a:lnTo>
                    <a:pt x="6567" y="613"/>
                  </a:lnTo>
                  <a:lnTo>
                    <a:pt x="6567" y="613"/>
                  </a:lnTo>
                  <a:lnTo>
                    <a:pt x="6567" y="631"/>
                  </a:lnTo>
                  <a:lnTo>
                    <a:pt x="6506" y="631"/>
                  </a:lnTo>
                  <a:lnTo>
                    <a:pt x="6506" y="620"/>
                  </a:lnTo>
                  <a:lnTo>
                    <a:pt x="6471" y="620"/>
                  </a:lnTo>
                  <a:lnTo>
                    <a:pt x="6471" y="596"/>
                  </a:lnTo>
                  <a:lnTo>
                    <a:pt x="6441" y="596"/>
                  </a:lnTo>
                  <a:lnTo>
                    <a:pt x="6441" y="530"/>
                  </a:lnTo>
                  <a:lnTo>
                    <a:pt x="6430" y="530"/>
                  </a:lnTo>
                  <a:lnTo>
                    <a:pt x="6430" y="527"/>
                  </a:lnTo>
                  <a:lnTo>
                    <a:pt x="6358" y="527"/>
                  </a:lnTo>
                  <a:lnTo>
                    <a:pt x="6358" y="603"/>
                  </a:lnTo>
                  <a:lnTo>
                    <a:pt x="6341" y="603"/>
                  </a:lnTo>
                  <a:lnTo>
                    <a:pt x="6341" y="174"/>
                  </a:lnTo>
                  <a:lnTo>
                    <a:pt x="6222" y="174"/>
                  </a:lnTo>
                  <a:lnTo>
                    <a:pt x="6222" y="634"/>
                  </a:lnTo>
                  <a:lnTo>
                    <a:pt x="6180" y="634"/>
                  </a:lnTo>
                  <a:lnTo>
                    <a:pt x="6180" y="174"/>
                  </a:lnTo>
                  <a:lnTo>
                    <a:pt x="6050" y="174"/>
                  </a:lnTo>
                  <a:lnTo>
                    <a:pt x="6050" y="451"/>
                  </a:lnTo>
                  <a:lnTo>
                    <a:pt x="6023" y="451"/>
                  </a:lnTo>
                  <a:lnTo>
                    <a:pt x="6023" y="596"/>
                  </a:lnTo>
                  <a:lnTo>
                    <a:pt x="5972" y="568"/>
                  </a:lnTo>
                  <a:lnTo>
                    <a:pt x="5972" y="440"/>
                  </a:lnTo>
                  <a:lnTo>
                    <a:pt x="5931" y="402"/>
                  </a:lnTo>
                  <a:lnTo>
                    <a:pt x="5890" y="440"/>
                  </a:lnTo>
                  <a:lnTo>
                    <a:pt x="5886" y="516"/>
                  </a:lnTo>
                  <a:lnTo>
                    <a:pt x="5879" y="516"/>
                  </a:lnTo>
                  <a:lnTo>
                    <a:pt x="5879" y="534"/>
                  </a:lnTo>
                  <a:lnTo>
                    <a:pt x="5876" y="534"/>
                  </a:lnTo>
                  <a:lnTo>
                    <a:pt x="5876" y="485"/>
                  </a:lnTo>
                  <a:lnTo>
                    <a:pt x="5783" y="485"/>
                  </a:lnTo>
                  <a:lnTo>
                    <a:pt x="5783" y="568"/>
                  </a:lnTo>
                  <a:lnTo>
                    <a:pt x="5742" y="568"/>
                  </a:lnTo>
                  <a:lnTo>
                    <a:pt x="5742" y="582"/>
                  </a:lnTo>
                  <a:lnTo>
                    <a:pt x="5722" y="582"/>
                  </a:lnTo>
                  <a:lnTo>
                    <a:pt x="5722" y="568"/>
                  </a:lnTo>
                  <a:lnTo>
                    <a:pt x="5701" y="568"/>
                  </a:lnTo>
                  <a:lnTo>
                    <a:pt x="5701" y="523"/>
                  </a:lnTo>
                  <a:lnTo>
                    <a:pt x="5640" y="503"/>
                  </a:lnTo>
                  <a:lnTo>
                    <a:pt x="5640" y="492"/>
                  </a:lnTo>
                  <a:lnTo>
                    <a:pt x="5599" y="492"/>
                  </a:lnTo>
                  <a:lnTo>
                    <a:pt x="5599" y="478"/>
                  </a:lnTo>
                  <a:lnTo>
                    <a:pt x="5578" y="478"/>
                  </a:lnTo>
                  <a:lnTo>
                    <a:pt x="5578" y="468"/>
                  </a:lnTo>
                  <a:lnTo>
                    <a:pt x="5571" y="464"/>
                  </a:lnTo>
                  <a:lnTo>
                    <a:pt x="5558" y="326"/>
                  </a:lnTo>
                  <a:lnTo>
                    <a:pt x="5547" y="468"/>
                  </a:lnTo>
                  <a:lnTo>
                    <a:pt x="5540" y="468"/>
                  </a:lnTo>
                  <a:lnTo>
                    <a:pt x="5540" y="496"/>
                  </a:lnTo>
                  <a:lnTo>
                    <a:pt x="5537" y="496"/>
                  </a:lnTo>
                  <a:lnTo>
                    <a:pt x="5537" y="503"/>
                  </a:lnTo>
                  <a:lnTo>
                    <a:pt x="5527" y="503"/>
                  </a:lnTo>
                  <a:lnTo>
                    <a:pt x="5523" y="506"/>
                  </a:lnTo>
                  <a:lnTo>
                    <a:pt x="5520" y="506"/>
                  </a:lnTo>
                  <a:lnTo>
                    <a:pt x="5520" y="478"/>
                  </a:lnTo>
                  <a:lnTo>
                    <a:pt x="5517" y="478"/>
                  </a:lnTo>
                  <a:lnTo>
                    <a:pt x="5517" y="461"/>
                  </a:lnTo>
                  <a:lnTo>
                    <a:pt x="5510" y="461"/>
                  </a:lnTo>
                  <a:lnTo>
                    <a:pt x="5493" y="409"/>
                  </a:lnTo>
                  <a:lnTo>
                    <a:pt x="5482" y="357"/>
                  </a:lnTo>
                  <a:lnTo>
                    <a:pt x="5475" y="409"/>
                  </a:lnTo>
                  <a:lnTo>
                    <a:pt x="5458" y="458"/>
                  </a:lnTo>
                  <a:lnTo>
                    <a:pt x="5455" y="458"/>
                  </a:lnTo>
                  <a:lnTo>
                    <a:pt x="5455" y="492"/>
                  </a:lnTo>
                  <a:lnTo>
                    <a:pt x="5451" y="492"/>
                  </a:lnTo>
                  <a:lnTo>
                    <a:pt x="5451" y="509"/>
                  </a:lnTo>
                  <a:lnTo>
                    <a:pt x="5445" y="509"/>
                  </a:lnTo>
                  <a:lnTo>
                    <a:pt x="5445" y="471"/>
                  </a:lnTo>
                  <a:lnTo>
                    <a:pt x="5397" y="471"/>
                  </a:lnTo>
                  <a:lnTo>
                    <a:pt x="5397" y="579"/>
                  </a:lnTo>
                  <a:lnTo>
                    <a:pt x="5373" y="579"/>
                  </a:lnTo>
                  <a:lnTo>
                    <a:pt x="5373" y="447"/>
                  </a:lnTo>
                  <a:lnTo>
                    <a:pt x="5232" y="444"/>
                  </a:lnTo>
                  <a:lnTo>
                    <a:pt x="5232" y="548"/>
                  </a:lnTo>
                  <a:lnTo>
                    <a:pt x="5226" y="548"/>
                  </a:lnTo>
                  <a:lnTo>
                    <a:pt x="5226" y="537"/>
                  </a:lnTo>
                  <a:lnTo>
                    <a:pt x="5212" y="537"/>
                  </a:lnTo>
                  <a:lnTo>
                    <a:pt x="5212" y="520"/>
                  </a:lnTo>
                  <a:lnTo>
                    <a:pt x="5209" y="520"/>
                  </a:lnTo>
                  <a:lnTo>
                    <a:pt x="5209" y="482"/>
                  </a:lnTo>
                  <a:lnTo>
                    <a:pt x="5092" y="482"/>
                  </a:lnTo>
                  <a:lnTo>
                    <a:pt x="5092" y="544"/>
                  </a:lnTo>
                  <a:lnTo>
                    <a:pt x="5082" y="544"/>
                  </a:lnTo>
                  <a:lnTo>
                    <a:pt x="5041" y="565"/>
                  </a:lnTo>
                  <a:lnTo>
                    <a:pt x="5041" y="548"/>
                  </a:lnTo>
                  <a:lnTo>
                    <a:pt x="4989" y="548"/>
                  </a:lnTo>
                  <a:lnTo>
                    <a:pt x="4989" y="423"/>
                  </a:lnTo>
                  <a:lnTo>
                    <a:pt x="4877" y="426"/>
                  </a:lnTo>
                  <a:lnTo>
                    <a:pt x="4877" y="437"/>
                  </a:lnTo>
                  <a:lnTo>
                    <a:pt x="4873" y="437"/>
                  </a:lnTo>
                  <a:lnTo>
                    <a:pt x="4873" y="454"/>
                  </a:lnTo>
                  <a:lnTo>
                    <a:pt x="4870" y="454"/>
                  </a:lnTo>
                  <a:lnTo>
                    <a:pt x="4870" y="492"/>
                  </a:lnTo>
                  <a:lnTo>
                    <a:pt x="4846" y="492"/>
                  </a:lnTo>
                  <a:lnTo>
                    <a:pt x="4846" y="575"/>
                  </a:lnTo>
                  <a:lnTo>
                    <a:pt x="4788" y="575"/>
                  </a:lnTo>
                  <a:lnTo>
                    <a:pt x="4788" y="606"/>
                  </a:lnTo>
                  <a:lnTo>
                    <a:pt x="4781" y="606"/>
                  </a:lnTo>
                  <a:lnTo>
                    <a:pt x="4781" y="516"/>
                  </a:lnTo>
                  <a:lnTo>
                    <a:pt x="4777" y="516"/>
                  </a:lnTo>
                  <a:lnTo>
                    <a:pt x="4777" y="496"/>
                  </a:lnTo>
                  <a:lnTo>
                    <a:pt x="4770" y="496"/>
                  </a:lnTo>
                  <a:lnTo>
                    <a:pt x="4770" y="471"/>
                  </a:lnTo>
                  <a:lnTo>
                    <a:pt x="4757" y="458"/>
                  </a:lnTo>
                  <a:lnTo>
                    <a:pt x="4757" y="309"/>
                  </a:lnTo>
                  <a:lnTo>
                    <a:pt x="4675" y="284"/>
                  </a:lnTo>
                  <a:lnTo>
                    <a:pt x="4558" y="312"/>
                  </a:lnTo>
                  <a:lnTo>
                    <a:pt x="4558" y="530"/>
                  </a:lnTo>
                  <a:lnTo>
                    <a:pt x="4551" y="530"/>
                  </a:lnTo>
                  <a:lnTo>
                    <a:pt x="4551" y="624"/>
                  </a:lnTo>
                  <a:lnTo>
                    <a:pt x="4545" y="624"/>
                  </a:lnTo>
                  <a:lnTo>
                    <a:pt x="4545" y="548"/>
                  </a:lnTo>
                  <a:lnTo>
                    <a:pt x="4541" y="544"/>
                  </a:lnTo>
                  <a:lnTo>
                    <a:pt x="4541" y="489"/>
                  </a:lnTo>
                  <a:lnTo>
                    <a:pt x="4538" y="468"/>
                  </a:lnTo>
                  <a:lnTo>
                    <a:pt x="4534" y="478"/>
                  </a:lnTo>
                  <a:lnTo>
                    <a:pt x="4517" y="433"/>
                  </a:lnTo>
                  <a:lnTo>
                    <a:pt x="4503" y="478"/>
                  </a:lnTo>
                  <a:lnTo>
                    <a:pt x="4500" y="471"/>
                  </a:lnTo>
                  <a:lnTo>
                    <a:pt x="4500" y="170"/>
                  </a:lnTo>
                  <a:lnTo>
                    <a:pt x="4414" y="149"/>
                  </a:lnTo>
                  <a:lnTo>
                    <a:pt x="4308" y="177"/>
                  </a:lnTo>
                  <a:lnTo>
                    <a:pt x="4308" y="558"/>
                  </a:lnTo>
                  <a:lnTo>
                    <a:pt x="4295" y="558"/>
                  </a:lnTo>
                  <a:lnTo>
                    <a:pt x="4295" y="485"/>
                  </a:lnTo>
                  <a:lnTo>
                    <a:pt x="4284" y="485"/>
                  </a:lnTo>
                  <a:lnTo>
                    <a:pt x="4284" y="458"/>
                  </a:lnTo>
                  <a:lnTo>
                    <a:pt x="4274" y="458"/>
                  </a:lnTo>
                  <a:lnTo>
                    <a:pt x="4274" y="440"/>
                  </a:lnTo>
                  <a:lnTo>
                    <a:pt x="4127" y="440"/>
                  </a:lnTo>
                  <a:lnTo>
                    <a:pt x="4127" y="461"/>
                  </a:lnTo>
                  <a:lnTo>
                    <a:pt x="4120" y="461"/>
                  </a:lnTo>
                  <a:lnTo>
                    <a:pt x="4120" y="485"/>
                  </a:lnTo>
                  <a:lnTo>
                    <a:pt x="4103" y="485"/>
                  </a:lnTo>
                  <a:lnTo>
                    <a:pt x="4103" y="565"/>
                  </a:lnTo>
                  <a:lnTo>
                    <a:pt x="4093" y="534"/>
                  </a:lnTo>
                  <a:lnTo>
                    <a:pt x="4079" y="534"/>
                  </a:lnTo>
                  <a:lnTo>
                    <a:pt x="4079" y="447"/>
                  </a:lnTo>
                  <a:lnTo>
                    <a:pt x="4069" y="440"/>
                  </a:lnTo>
                  <a:lnTo>
                    <a:pt x="4069" y="399"/>
                  </a:lnTo>
                  <a:lnTo>
                    <a:pt x="4059" y="399"/>
                  </a:lnTo>
                  <a:lnTo>
                    <a:pt x="4059" y="388"/>
                  </a:lnTo>
                  <a:lnTo>
                    <a:pt x="3990" y="354"/>
                  </a:lnTo>
                  <a:lnTo>
                    <a:pt x="3918" y="388"/>
                  </a:lnTo>
                  <a:lnTo>
                    <a:pt x="3918" y="399"/>
                  </a:lnTo>
                  <a:lnTo>
                    <a:pt x="3905" y="399"/>
                  </a:lnTo>
                  <a:lnTo>
                    <a:pt x="3905" y="440"/>
                  </a:lnTo>
                  <a:lnTo>
                    <a:pt x="3887" y="440"/>
                  </a:lnTo>
                  <a:lnTo>
                    <a:pt x="3887" y="572"/>
                  </a:lnTo>
                  <a:lnTo>
                    <a:pt x="3881" y="572"/>
                  </a:lnTo>
                  <a:lnTo>
                    <a:pt x="3881" y="555"/>
                  </a:lnTo>
                  <a:lnTo>
                    <a:pt x="3870" y="555"/>
                  </a:lnTo>
                  <a:lnTo>
                    <a:pt x="3870" y="520"/>
                  </a:lnTo>
                  <a:lnTo>
                    <a:pt x="3863" y="520"/>
                  </a:lnTo>
                  <a:lnTo>
                    <a:pt x="3863" y="509"/>
                  </a:lnTo>
                  <a:lnTo>
                    <a:pt x="3857" y="509"/>
                  </a:lnTo>
                  <a:lnTo>
                    <a:pt x="3857" y="499"/>
                  </a:lnTo>
                  <a:lnTo>
                    <a:pt x="3853" y="499"/>
                  </a:lnTo>
                  <a:lnTo>
                    <a:pt x="3853" y="361"/>
                  </a:lnTo>
                  <a:lnTo>
                    <a:pt x="3843" y="357"/>
                  </a:lnTo>
                  <a:lnTo>
                    <a:pt x="3792" y="357"/>
                  </a:lnTo>
                  <a:lnTo>
                    <a:pt x="3781" y="357"/>
                  </a:lnTo>
                  <a:lnTo>
                    <a:pt x="3781" y="361"/>
                  </a:lnTo>
                  <a:lnTo>
                    <a:pt x="3781" y="364"/>
                  </a:lnTo>
                  <a:lnTo>
                    <a:pt x="3781" y="364"/>
                  </a:lnTo>
                  <a:lnTo>
                    <a:pt x="3781" y="368"/>
                  </a:lnTo>
                  <a:lnTo>
                    <a:pt x="3781" y="579"/>
                  </a:lnTo>
                  <a:lnTo>
                    <a:pt x="3757" y="579"/>
                  </a:lnTo>
                  <a:lnTo>
                    <a:pt x="3744" y="579"/>
                  </a:lnTo>
                  <a:lnTo>
                    <a:pt x="3744" y="665"/>
                  </a:lnTo>
                  <a:lnTo>
                    <a:pt x="3730" y="665"/>
                  </a:lnTo>
                  <a:lnTo>
                    <a:pt x="3730" y="229"/>
                  </a:lnTo>
                  <a:lnTo>
                    <a:pt x="3730" y="229"/>
                  </a:lnTo>
                  <a:lnTo>
                    <a:pt x="3727" y="229"/>
                  </a:lnTo>
                  <a:lnTo>
                    <a:pt x="3723" y="226"/>
                  </a:lnTo>
                  <a:lnTo>
                    <a:pt x="3720" y="226"/>
                  </a:lnTo>
                  <a:lnTo>
                    <a:pt x="3716" y="226"/>
                  </a:lnTo>
                  <a:lnTo>
                    <a:pt x="3713" y="226"/>
                  </a:lnTo>
                  <a:lnTo>
                    <a:pt x="3610" y="226"/>
                  </a:lnTo>
                  <a:lnTo>
                    <a:pt x="3603" y="226"/>
                  </a:lnTo>
                  <a:lnTo>
                    <a:pt x="3600" y="226"/>
                  </a:lnTo>
                  <a:lnTo>
                    <a:pt x="3597" y="226"/>
                  </a:lnTo>
                  <a:lnTo>
                    <a:pt x="3597" y="229"/>
                  </a:lnTo>
                  <a:lnTo>
                    <a:pt x="3593" y="229"/>
                  </a:lnTo>
                  <a:lnTo>
                    <a:pt x="3590" y="568"/>
                  </a:lnTo>
                  <a:lnTo>
                    <a:pt x="3555" y="565"/>
                  </a:lnTo>
                  <a:lnTo>
                    <a:pt x="3555" y="561"/>
                  </a:lnTo>
                  <a:lnTo>
                    <a:pt x="3545" y="561"/>
                  </a:lnTo>
                  <a:lnTo>
                    <a:pt x="3545" y="561"/>
                  </a:lnTo>
                  <a:lnTo>
                    <a:pt x="3545" y="561"/>
                  </a:lnTo>
                  <a:lnTo>
                    <a:pt x="3542" y="561"/>
                  </a:lnTo>
                  <a:lnTo>
                    <a:pt x="3538" y="561"/>
                  </a:lnTo>
                  <a:lnTo>
                    <a:pt x="3531" y="561"/>
                  </a:lnTo>
                  <a:lnTo>
                    <a:pt x="3531" y="561"/>
                  </a:lnTo>
                  <a:lnTo>
                    <a:pt x="3528" y="561"/>
                  </a:lnTo>
                  <a:lnTo>
                    <a:pt x="3525" y="409"/>
                  </a:lnTo>
                  <a:lnTo>
                    <a:pt x="3525" y="409"/>
                  </a:lnTo>
                  <a:lnTo>
                    <a:pt x="3525" y="392"/>
                  </a:lnTo>
                  <a:lnTo>
                    <a:pt x="3521" y="392"/>
                  </a:lnTo>
                  <a:lnTo>
                    <a:pt x="3508" y="392"/>
                  </a:lnTo>
                  <a:lnTo>
                    <a:pt x="3508" y="260"/>
                  </a:lnTo>
                  <a:lnTo>
                    <a:pt x="3508" y="239"/>
                  </a:lnTo>
                  <a:lnTo>
                    <a:pt x="3508" y="232"/>
                  </a:lnTo>
                  <a:lnTo>
                    <a:pt x="3504" y="232"/>
                  </a:lnTo>
                  <a:lnTo>
                    <a:pt x="3429" y="232"/>
                  </a:lnTo>
                  <a:lnTo>
                    <a:pt x="3425" y="232"/>
                  </a:lnTo>
                  <a:lnTo>
                    <a:pt x="3425" y="239"/>
                  </a:lnTo>
                  <a:lnTo>
                    <a:pt x="3425" y="260"/>
                  </a:lnTo>
                  <a:lnTo>
                    <a:pt x="3425" y="388"/>
                  </a:lnTo>
                  <a:lnTo>
                    <a:pt x="3425" y="388"/>
                  </a:lnTo>
                  <a:lnTo>
                    <a:pt x="3408" y="388"/>
                  </a:lnTo>
                  <a:lnTo>
                    <a:pt x="3391" y="388"/>
                  </a:lnTo>
                  <a:lnTo>
                    <a:pt x="3388" y="388"/>
                  </a:lnTo>
                  <a:lnTo>
                    <a:pt x="3388" y="298"/>
                  </a:lnTo>
                  <a:lnTo>
                    <a:pt x="3374" y="298"/>
                  </a:lnTo>
                  <a:lnTo>
                    <a:pt x="3261" y="298"/>
                  </a:lnTo>
                  <a:lnTo>
                    <a:pt x="3261" y="80"/>
                  </a:lnTo>
                  <a:lnTo>
                    <a:pt x="3261" y="77"/>
                  </a:lnTo>
                  <a:lnTo>
                    <a:pt x="3261" y="73"/>
                  </a:lnTo>
                  <a:lnTo>
                    <a:pt x="3261" y="66"/>
                  </a:lnTo>
                  <a:lnTo>
                    <a:pt x="3261" y="56"/>
                  </a:lnTo>
                  <a:lnTo>
                    <a:pt x="3247" y="35"/>
                  </a:lnTo>
                  <a:lnTo>
                    <a:pt x="3244" y="32"/>
                  </a:lnTo>
                  <a:lnTo>
                    <a:pt x="3165" y="35"/>
                  </a:lnTo>
                  <a:lnTo>
                    <a:pt x="3158" y="39"/>
                  </a:lnTo>
                  <a:lnTo>
                    <a:pt x="3155" y="42"/>
                  </a:lnTo>
                  <a:lnTo>
                    <a:pt x="3155" y="52"/>
                  </a:lnTo>
                  <a:lnTo>
                    <a:pt x="3155" y="59"/>
                  </a:lnTo>
                  <a:lnTo>
                    <a:pt x="3155" y="63"/>
                  </a:lnTo>
                  <a:lnTo>
                    <a:pt x="3152" y="66"/>
                  </a:lnTo>
                  <a:lnTo>
                    <a:pt x="3152" y="73"/>
                  </a:lnTo>
                  <a:lnTo>
                    <a:pt x="3148" y="492"/>
                  </a:lnTo>
                  <a:lnTo>
                    <a:pt x="3134" y="458"/>
                  </a:lnTo>
                  <a:lnTo>
                    <a:pt x="3134" y="381"/>
                  </a:lnTo>
                  <a:lnTo>
                    <a:pt x="3131" y="336"/>
                  </a:lnTo>
                  <a:lnTo>
                    <a:pt x="3131" y="232"/>
                  </a:lnTo>
                  <a:lnTo>
                    <a:pt x="3128" y="232"/>
                  </a:lnTo>
                  <a:lnTo>
                    <a:pt x="3128" y="232"/>
                  </a:lnTo>
                  <a:lnTo>
                    <a:pt x="3124" y="229"/>
                  </a:lnTo>
                  <a:lnTo>
                    <a:pt x="3121" y="226"/>
                  </a:lnTo>
                  <a:lnTo>
                    <a:pt x="3121" y="226"/>
                  </a:lnTo>
                  <a:lnTo>
                    <a:pt x="3121" y="222"/>
                  </a:lnTo>
                  <a:lnTo>
                    <a:pt x="3117" y="219"/>
                  </a:lnTo>
                  <a:lnTo>
                    <a:pt x="3114" y="219"/>
                  </a:lnTo>
                  <a:lnTo>
                    <a:pt x="3114" y="215"/>
                  </a:lnTo>
                  <a:lnTo>
                    <a:pt x="3111" y="215"/>
                  </a:lnTo>
                  <a:lnTo>
                    <a:pt x="3111" y="215"/>
                  </a:lnTo>
                  <a:lnTo>
                    <a:pt x="3111" y="208"/>
                  </a:lnTo>
                  <a:lnTo>
                    <a:pt x="3104" y="208"/>
                  </a:lnTo>
                  <a:lnTo>
                    <a:pt x="3087" y="208"/>
                  </a:lnTo>
                  <a:lnTo>
                    <a:pt x="3083" y="208"/>
                  </a:lnTo>
                  <a:lnTo>
                    <a:pt x="3083" y="215"/>
                  </a:lnTo>
                  <a:lnTo>
                    <a:pt x="3083" y="215"/>
                  </a:lnTo>
                  <a:lnTo>
                    <a:pt x="3076" y="215"/>
                  </a:lnTo>
                  <a:lnTo>
                    <a:pt x="3076" y="219"/>
                  </a:lnTo>
                  <a:lnTo>
                    <a:pt x="3076" y="219"/>
                  </a:lnTo>
                  <a:lnTo>
                    <a:pt x="3073" y="222"/>
                  </a:lnTo>
                  <a:lnTo>
                    <a:pt x="3073" y="226"/>
                  </a:lnTo>
                  <a:lnTo>
                    <a:pt x="3073" y="226"/>
                  </a:lnTo>
                  <a:lnTo>
                    <a:pt x="3066" y="229"/>
                  </a:lnTo>
                  <a:lnTo>
                    <a:pt x="3066" y="232"/>
                  </a:lnTo>
                  <a:lnTo>
                    <a:pt x="3066" y="232"/>
                  </a:lnTo>
                  <a:lnTo>
                    <a:pt x="3063" y="232"/>
                  </a:lnTo>
                  <a:lnTo>
                    <a:pt x="3063" y="336"/>
                  </a:lnTo>
                  <a:lnTo>
                    <a:pt x="3059" y="381"/>
                  </a:lnTo>
                  <a:lnTo>
                    <a:pt x="3059" y="485"/>
                  </a:lnTo>
                  <a:lnTo>
                    <a:pt x="3052" y="506"/>
                  </a:lnTo>
                  <a:lnTo>
                    <a:pt x="3049" y="506"/>
                  </a:lnTo>
                  <a:lnTo>
                    <a:pt x="3049" y="506"/>
                  </a:lnTo>
                  <a:lnTo>
                    <a:pt x="3046" y="506"/>
                  </a:lnTo>
                  <a:lnTo>
                    <a:pt x="3046" y="506"/>
                  </a:lnTo>
                  <a:lnTo>
                    <a:pt x="3039" y="506"/>
                  </a:lnTo>
                  <a:lnTo>
                    <a:pt x="3039" y="509"/>
                  </a:lnTo>
                  <a:lnTo>
                    <a:pt x="3032" y="509"/>
                  </a:lnTo>
                  <a:lnTo>
                    <a:pt x="3032" y="239"/>
                  </a:lnTo>
                  <a:lnTo>
                    <a:pt x="3032" y="146"/>
                  </a:lnTo>
                  <a:lnTo>
                    <a:pt x="2987" y="132"/>
                  </a:lnTo>
                  <a:lnTo>
                    <a:pt x="2984" y="153"/>
                  </a:lnTo>
                  <a:lnTo>
                    <a:pt x="2984" y="388"/>
                  </a:lnTo>
                  <a:lnTo>
                    <a:pt x="2960" y="392"/>
                  </a:lnTo>
                  <a:lnTo>
                    <a:pt x="2960" y="381"/>
                  </a:lnTo>
                  <a:lnTo>
                    <a:pt x="2960" y="381"/>
                  </a:lnTo>
                  <a:lnTo>
                    <a:pt x="2960" y="368"/>
                  </a:lnTo>
                  <a:lnTo>
                    <a:pt x="2963" y="368"/>
                  </a:lnTo>
                  <a:lnTo>
                    <a:pt x="2963" y="368"/>
                  </a:lnTo>
                  <a:lnTo>
                    <a:pt x="2963" y="364"/>
                  </a:lnTo>
                  <a:lnTo>
                    <a:pt x="2967" y="364"/>
                  </a:lnTo>
                  <a:lnTo>
                    <a:pt x="2967" y="364"/>
                  </a:lnTo>
                  <a:lnTo>
                    <a:pt x="2967" y="364"/>
                  </a:lnTo>
                  <a:lnTo>
                    <a:pt x="2963" y="260"/>
                  </a:lnTo>
                  <a:lnTo>
                    <a:pt x="2963" y="260"/>
                  </a:lnTo>
                  <a:lnTo>
                    <a:pt x="2963" y="260"/>
                  </a:lnTo>
                  <a:lnTo>
                    <a:pt x="2963" y="260"/>
                  </a:lnTo>
                  <a:lnTo>
                    <a:pt x="2963" y="260"/>
                  </a:lnTo>
                  <a:lnTo>
                    <a:pt x="2963" y="260"/>
                  </a:lnTo>
                  <a:lnTo>
                    <a:pt x="2960" y="260"/>
                  </a:lnTo>
                  <a:lnTo>
                    <a:pt x="2960" y="260"/>
                  </a:lnTo>
                  <a:lnTo>
                    <a:pt x="2960" y="260"/>
                  </a:lnTo>
                  <a:lnTo>
                    <a:pt x="2960" y="260"/>
                  </a:lnTo>
                  <a:lnTo>
                    <a:pt x="2960" y="260"/>
                  </a:lnTo>
                  <a:lnTo>
                    <a:pt x="2922" y="177"/>
                  </a:lnTo>
                  <a:lnTo>
                    <a:pt x="2885" y="177"/>
                  </a:lnTo>
                  <a:lnTo>
                    <a:pt x="2850" y="260"/>
                  </a:lnTo>
                  <a:lnTo>
                    <a:pt x="2847" y="260"/>
                  </a:lnTo>
                  <a:lnTo>
                    <a:pt x="2847" y="260"/>
                  </a:lnTo>
                  <a:lnTo>
                    <a:pt x="2847" y="260"/>
                  </a:lnTo>
                  <a:lnTo>
                    <a:pt x="2847" y="260"/>
                  </a:lnTo>
                  <a:lnTo>
                    <a:pt x="2847" y="260"/>
                  </a:lnTo>
                  <a:lnTo>
                    <a:pt x="2844" y="260"/>
                  </a:lnTo>
                  <a:lnTo>
                    <a:pt x="2844" y="260"/>
                  </a:lnTo>
                  <a:lnTo>
                    <a:pt x="2844" y="260"/>
                  </a:lnTo>
                  <a:lnTo>
                    <a:pt x="2844" y="260"/>
                  </a:lnTo>
                  <a:lnTo>
                    <a:pt x="2844" y="364"/>
                  </a:lnTo>
                  <a:lnTo>
                    <a:pt x="2844" y="368"/>
                  </a:lnTo>
                  <a:lnTo>
                    <a:pt x="2844" y="368"/>
                  </a:lnTo>
                  <a:lnTo>
                    <a:pt x="2844" y="368"/>
                  </a:lnTo>
                  <a:lnTo>
                    <a:pt x="2847" y="368"/>
                  </a:lnTo>
                  <a:lnTo>
                    <a:pt x="2847" y="368"/>
                  </a:lnTo>
                  <a:lnTo>
                    <a:pt x="2847" y="368"/>
                  </a:lnTo>
                  <a:lnTo>
                    <a:pt x="2847" y="385"/>
                  </a:lnTo>
                  <a:lnTo>
                    <a:pt x="2847" y="385"/>
                  </a:lnTo>
                  <a:lnTo>
                    <a:pt x="2847" y="385"/>
                  </a:lnTo>
                  <a:lnTo>
                    <a:pt x="2847" y="575"/>
                  </a:lnTo>
                  <a:lnTo>
                    <a:pt x="2840" y="575"/>
                  </a:lnTo>
                  <a:lnTo>
                    <a:pt x="2840" y="665"/>
                  </a:lnTo>
                  <a:lnTo>
                    <a:pt x="2833" y="665"/>
                  </a:lnTo>
                  <a:lnTo>
                    <a:pt x="2833" y="638"/>
                  </a:lnTo>
                  <a:lnTo>
                    <a:pt x="2830" y="638"/>
                  </a:lnTo>
                  <a:lnTo>
                    <a:pt x="2830" y="492"/>
                  </a:lnTo>
                  <a:lnTo>
                    <a:pt x="2833" y="492"/>
                  </a:lnTo>
                  <a:lnTo>
                    <a:pt x="2833" y="316"/>
                  </a:lnTo>
                  <a:lnTo>
                    <a:pt x="2826" y="312"/>
                  </a:lnTo>
                  <a:lnTo>
                    <a:pt x="2826" y="253"/>
                  </a:lnTo>
                  <a:lnTo>
                    <a:pt x="2820" y="253"/>
                  </a:lnTo>
                  <a:lnTo>
                    <a:pt x="2820" y="253"/>
                  </a:lnTo>
                  <a:lnTo>
                    <a:pt x="2816" y="250"/>
                  </a:lnTo>
                  <a:lnTo>
                    <a:pt x="2816" y="250"/>
                  </a:lnTo>
                  <a:lnTo>
                    <a:pt x="2816" y="250"/>
                  </a:lnTo>
                  <a:lnTo>
                    <a:pt x="2816" y="250"/>
                  </a:lnTo>
                  <a:lnTo>
                    <a:pt x="2813" y="250"/>
                  </a:lnTo>
                  <a:lnTo>
                    <a:pt x="2813" y="250"/>
                  </a:lnTo>
                  <a:lnTo>
                    <a:pt x="2813" y="250"/>
                  </a:lnTo>
                  <a:lnTo>
                    <a:pt x="2809" y="250"/>
                  </a:lnTo>
                  <a:lnTo>
                    <a:pt x="2809" y="250"/>
                  </a:lnTo>
                  <a:lnTo>
                    <a:pt x="2806" y="250"/>
                  </a:lnTo>
                  <a:lnTo>
                    <a:pt x="2806" y="250"/>
                  </a:lnTo>
                  <a:lnTo>
                    <a:pt x="2796" y="246"/>
                  </a:lnTo>
                  <a:lnTo>
                    <a:pt x="2789" y="250"/>
                  </a:lnTo>
                  <a:lnTo>
                    <a:pt x="2789" y="250"/>
                  </a:lnTo>
                  <a:lnTo>
                    <a:pt x="2785" y="250"/>
                  </a:lnTo>
                  <a:lnTo>
                    <a:pt x="2785" y="250"/>
                  </a:lnTo>
                  <a:lnTo>
                    <a:pt x="2782" y="250"/>
                  </a:lnTo>
                  <a:lnTo>
                    <a:pt x="2782" y="250"/>
                  </a:lnTo>
                  <a:lnTo>
                    <a:pt x="2782" y="250"/>
                  </a:lnTo>
                  <a:lnTo>
                    <a:pt x="2779" y="250"/>
                  </a:lnTo>
                  <a:lnTo>
                    <a:pt x="2779" y="250"/>
                  </a:lnTo>
                  <a:lnTo>
                    <a:pt x="2779" y="250"/>
                  </a:lnTo>
                  <a:lnTo>
                    <a:pt x="2775" y="250"/>
                  </a:lnTo>
                  <a:lnTo>
                    <a:pt x="2775" y="250"/>
                  </a:lnTo>
                  <a:lnTo>
                    <a:pt x="2775" y="253"/>
                  </a:lnTo>
                  <a:lnTo>
                    <a:pt x="2768" y="253"/>
                  </a:lnTo>
                  <a:lnTo>
                    <a:pt x="2768" y="312"/>
                  </a:lnTo>
                  <a:lnTo>
                    <a:pt x="2761" y="316"/>
                  </a:lnTo>
                  <a:lnTo>
                    <a:pt x="2761" y="492"/>
                  </a:lnTo>
                  <a:lnTo>
                    <a:pt x="2765" y="492"/>
                  </a:lnTo>
                  <a:lnTo>
                    <a:pt x="2765" y="638"/>
                  </a:lnTo>
                  <a:lnTo>
                    <a:pt x="2751" y="638"/>
                  </a:lnTo>
                  <a:lnTo>
                    <a:pt x="2751" y="520"/>
                  </a:lnTo>
                  <a:lnTo>
                    <a:pt x="2717" y="516"/>
                  </a:lnTo>
                  <a:lnTo>
                    <a:pt x="2714" y="516"/>
                  </a:lnTo>
                  <a:lnTo>
                    <a:pt x="2714" y="523"/>
                  </a:lnTo>
                  <a:lnTo>
                    <a:pt x="2714" y="523"/>
                  </a:lnTo>
                  <a:lnTo>
                    <a:pt x="2703" y="523"/>
                  </a:lnTo>
                  <a:lnTo>
                    <a:pt x="2696" y="523"/>
                  </a:lnTo>
                  <a:lnTo>
                    <a:pt x="2696" y="496"/>
                  </a:lnTo>
                  <a:lnTo>
                    <a:pt x="2693" y="496"/>
                  </a:lnTo>
                  <a:lnTo>
                    <a:pt x="2693" y="461"/>
                  </a:lnTo>
                  <a:lnTo>
                    <a:pt x="2686" y="461"/>
                  </a:lnTo>
                  <a:lnTo>
                    <a:pt x="2686" y="461"/>
                  </a:lnTo>
                  <a:lnTo>
                    <a:pt x="2686" y="461"/>
                  </a:lnTo>
                  <a:lnTo>
                    <a:pt x="2686" y="461"/>
                  </a:lnTo>
                  <a:lnTo>
                    <a:pt x="2686" y="461"/>
                  </a:lnTo>
                  <a:lnTo>
                    <a:pt x="2683" y="461"/>
                  </a:lnTo>
                  <a:lnTo>
                    <a:pt x="2683" y="461"/>
                  </a:lnTo>
                  <a:lnTo>
                    <a:pt x="2683" y="461"/>
                  </a:lnTo>
                  <a:lnTo>
                    <a:pt x="2679" y="461"/>
                  </a:lnTo>
                  <a:lnTo>
                    <a:pt x="2679" y="461"/>
                  </a:lnTo>
                  <a:lnTo>
                    <a:pt x="2679" y="461"/>
                  </a:lnTo>
                  <a:lnTo>
                    <a:pt x="2676" y="461"/>
                  </a:lnTo>
                  <a:lnTo>
                    <a:pt x="2676" y="461"/>
                  </a:lnTo>
                  <a:lnTo>
                    <a:pt x="2669" y="461"/>
                  </a:lnTo>
                  <a:lnTo>
                    <a:pt x="2666" y="461"/>
                  </a:lnTo>
                  <a:lnTo>
                    <a:pt x="2666" y="444"/>
                  </a:lnTo>
                  <a:lnTo>
                    <a:pt x="2655" y="444"/>
                  </a:lnTo>
                  <a:lnTo>
                    <a:pt x="2645" y="444"/>
                  </a:lnTo>
                  <a:lnTo>
                    <a:pt x="2645" y="475"/>
                  </a:lnTo>
                  <a:lnTo>
                    <a:pt x="2642" y="475"/>
                  </a:lnTo>
                  <a:lnTo>
                    <a:pt x="2642" y="506"/>
                  </a:lnTo>
                  <a:lnTo>
                    <a:pt x="2638" y="506"/>
                  </a:lnTo>
                  <a:lnTo>
                    <a:pt x="2638" y="520"/>
                  </a:lnTo>
                  <a:lnTo>
                    <a:pt x="2635" y="520"/>
                  </a:lnTo>
                  <a:lnTo>
                    <a:pt x="2635" y="520"/>
                  </a:lnTo>
                  <a:lnTo>
                    <a:pt x="2631" y="520"/>
                  </a:lnTo>
                  <a:lnTo>
                    <a:pt x="2631" y="520"/>
                  </a:lnTo>
                  <a:lnTo>
                    <a:pt x="2631" y="506"/>
                  </a:lnTo>
                  <a:lnTo>
                    <a:pt x="2625" y="506"/>
                  </a:lnTo>
                  <a:lnTo>
                    <a:pt x="2625" y="496"/>
                  </a:lnTo>
                  <a:lnTo>
                    <a:pt x="2625" y="496"/>
                  </a:lnTo>
                  <a:lnTo>
                    <a:pt x="2618" y="496"/>
                  </a:lnTo>
                  <a:lnTo>
                    <a:pt x="2618" y="440"/>
                  </a:lnTo>
                  <a:lnTo>
                    <a:pt x="2583" y="440"/>
                  </a:lnTo>
                  <a:lnTo>
                    <a:pt x="2583" y="506"/>
                  </a:lnTo>
                  <a:lnTo>
                    <a:pt x="2580" y="506"/>
                  </a:lnTo>
                  <a:lnTo>
                    <a:pt x="2580" y="665"/>
                  </a:lnTo>
                  <a:lnTo>
                    <a:pt x="2580" y="665"/>
                  </a:lnTo>
                  <a:lnTo>
                    <a:pt x="2580" y="596"/>
                  </a:lnTo>
                  <a:lnTo>
                    <a:pt x="2563" y="596"/>
                  </a:lnTo>
                  <a:lnTo>
                    <a:pt x="2563" y="509"/>
                  </a:lnTo>
                  <a:lnTo>
                    <a:pt x="2556" y="464"/>
                  </a:lnTo>
                  <a:lnTo>
                    <a:pt x="2556" y="312"/>
                  </a:lnTo>
                  <a:lnTo>
                    <a:pt x="2549" y="298"/>
                  </a:lnTo>
                  <a:lnTo>
                    <a:pt x="2549" y="160"/>
                  </a:lnTo>
                  <a:lnTo>
                    <a:pt x="2546" y="149"/>
                  </a:lnTo>
                  <a:lnTo>
                    <a:pt x="2542" y="149"/>
                  </a:lnTo>
                  <a:lnTo>
                    <a:pt x="2542" y="142"/>
                  </a:lnTo>
                  <a:lnTo>
                    <a:pt x="2542" y="142"/>
                  </a:lnTo>
                  <a:lnTo>
                    <a:pt x="2539" y="142"/>
                  </a:lnTo>
                  <a:lnTo>
                    <a:pt x="2539" y="135"/>
                  </a:lnTo>
                  <a:lnTo>
                    <a:pt x="2539" y="135"/>
                  </a:lnTo>
                  <a:lnTo>
                    <a:pt x="2536" y="135"/>
                  </a:lnTo>
                  <a:lnTo>
                    <a:pt x="2536" y="125"/>
                  </a:lnTo>
                  <a:lnTo>
                    <a:pt x="2536" y="125"/>
                  </a:lnTo>
                  <a:lnTo>
                    <a:pt x="2536" y="122"/>
                  </a:lnTo>
                  <a:lnTo>
                    <a:pt x="2498" y="122"/>
                  </a:lnTo>
                  <a:lnTo>
                    <a:pt x="2498" y="125"/>
                  </a:lnTo>
                  <a:lnTo>
                    <a:pt x="2498" y="125"/>
                  </a:lnTo>
                  <a:lnTo>
                    <a:pt x="2498" y="135"/>
                  </a:lnTo>
                  <a:lnTo>
                    <a:pt x="2491" y="135"/>
                  </a:lnTo>
                  <a:lnTo>
                    <a:pt x="2491" y="135"/>
                  </a:lnTo>
                  <a:lnTo>
                    <a:pt x="2491" y="142"/>
                  </a:lnTo>
                  <a:lnTo>
                    <a:pt x="2491" y="142"/>
                  </a:lnTo>
                  <a:lnTo>
                    <a:pt x="2491" y="142"/>
                  </a:lnTo>
                  <a:lnTo>
                    <a:pt x="2491" y="149"/>
                  </a:lnTo>
                  <a:lnTo>
                    <a:pt x="2488" y="149"/>
                  </a:lnTo>
                  <a:lnTo>
                    <a:pt x="2484" y="160"/>
                  </a:lnTo>
                  <a:lnTo>
                    <a:pt x="2484" y="298"/>
                  </a:lnTo>
                  <a:lnTo>
                    <a:pt x="2477" y="312"/>
                  </a:lnTo>
                  <a:lnTo>
                    <a:pt x="2477" y="444"/>
                  </a:lnTo>
                  <a:lnTo>
                    <a:pt x="2477" y="444"/>
                  </a:lnTo>
                  <a:lnTo>
                    <a:pt x="2477" y="440"/>
                  </a:lnTo>
                  <a:lnTo>
                    <a:pt x="2477" y="440"/>
                  </a:lnTo>
                  <a:lnTo>
                    <a:pt x="2467" y="440"/>
                  </a:lnTo>
                  <a:lnTo>
                    <a:pt x="2467" y="440"/>
                  </a:lnTo>
                  <a:lnTo>
                    <a:pt x="2467" y="440"/>
                  </a:lnTo>
                  <a:lnTo>
                    <a:pt x="2467" y="444"/>
                  </a:lnTo>
                  <a:lnTo>
                    <a:pt x="2464" y="444"/>
                  </a:lnTo>
                  <a:lnTo>
                    <a:pt x="2464" y="444"/>
                  </a:lnTo>
                  <a:lnTo>
                    <a:pt x="2464" y="444"/>
                  </a:lnTo>
                  <a:lnTo>
                    <a:pt x="2464" y="444"/>
                  </a:lnTo>
                  <a:lnTo>
                    <a:pt x="2464" y="447"/>
                  </a:lnTo>
                  <a:lnTo>
                    <a:pt x="2464" y="447"/>
                  </a:lnTo>
                  <a:lnTo>
                    <a:pt x="2460" y="447"/>
                  </a:lnTo>
                  <a:lnTo>
                    <a:pt x="2460" y="447"/>
                  </a:lnTo>
                  <a:lnTo>
                    <a:pt x="2460" y="451"/>
                  </a:lnTo>
                  <a:lnTo>
                    <a:pt x="2460" y="451"/>
                  </a:lnTo>
                  <a:lnTo>
                    <a:pt x="2460" y="454"/>
                  </a:lnTo>
                  <a:lnTo>
                    <a:pt x="2460" y="523"/>
                  </a:lnTo>
                  <a:lnTo>
                    <a:pt x="2457" y="534"/>
                  </a:lnTo>
                  <a:lnTo>
                    <a:pt x="2457" y="326"/>
                  </a:lnTo>
                  <a:lnTo>
                    <a:pt x="2457" y="316"/>
                  </a:lnTo>
                  <a:lnTo>
                    <a:pt x="2457" y="284"/>
                  </a:lnTo>
                  <a:lnTo>
                    <a:pt x="2457" y="284"/>
                  </a:lnTo>
                  <a:lnTo>
                    <a:pt x="2457" y="274"/>
                  </a:lnTo>
                  <a:lnTo>
                    <a:pt x="2457" y="253"/>
                  </a:lnTo>
                  <a:lnTo>
                    <a:pt x="2426" y="253"/>
                  </a:lnTo>
                  <a:lnTo>
                    <a:pt x="2426" y="250"/>
                  </a:lnTo>
                  <a:lnTo>
                    <a:pt x="2419" y="250"/>
                  </a:lnTo>
                  <a:lnTo>
                    <a:pt x="2419" y="253"/>
                  </a:lnTo>
                  <a:lnTo>
                    <a:pt x="2392" y="253"/>
                  </a:lnTo>
                  <a:lnTo>
                    <a:pt x="2392" y="250"/>
                  </a:lnTo>
                  <a:lnTo>
                    <a:pt x="2388" y="250"/>
                  </a:lnTo>
                  <a:lnTo>
                    <a:pt x="2388" y="253"/>
                  </a:lnTo>
                  <a:lnTo>
                    <a:pt x="2358" y="250"/>
                  </a:lnTo>
                  <a:lnTo>
                    <a:pt x="2358" y="274"/>
                  </a:lnTo>
                  <a:lnTo>
                    <a:pt x="2358" y="284"/>
                  </a:lnTo>
                  <a:lnTo>
                    <a:pt x="2354" y="284"/>
                  </a:lnTo>
                  <a:lnTo>
                    <a:pt x="2358" y="316"/>
                  </a:lnTo>
                  <a:lnTo>
                    <a:pt x="2358" y="326"/>
                  </a:lnTo>
                  <a:lnTo>
                    <a:pt x="2358" y="475"/>
                  </a:lnTo>
                  <a:lnTo>
                    <a:pt x="2320" y="475"/>
                  </a:lnTo>
                  <a:lnTo>
                    <a:pt x="2320" y="475"/>
                  </a:lnTo>
                  <a:lnTo>
                    <a:pt x="2320" y="485"/>
                  </a:lnTo>
                  <a:lnTo>
                    <a:pt x="2317" y="485"/>
                  </a:lnTo>
                  <a:lnTo>
                    <a:pt x="2296" y="489"/>
                  </a:lnTo>
                  <a:lnTo>
                    <a:pt x="2296" y="520"/>
                  </a:lnTo>
                  <a:lnTo>
                    <a:pt x="2282" y="516"/>
                  </a:lnTo>
                  <a:lnTo>
                    <a:pt x="2269" y="516"/>
                  </a:lnTo>
                  <a:lnTo>
                    <a:pt x="2269" y="451"/>
                  </a:lnTo>
                  <a:lnTo>
                    <a:pt x="2269" y="451"/>
                  </a:lnTo>
                  <a:lnTo>
                    <a:pt x="2269" y="305"/>
                  </a:lnTo>
                  <a:lnTo>
                    <a:pt x="2262" y="291"/>
                  </a:lnTo>
                  <a:lnTo>
                    <a:pt x="2262" y="291"/>
                  </a:lnTo>
                  <a:lnTo>
                    <a:pt x="2262" y="281"/>
                  </a:lnTo>
                  <a:lnTo>
                    <a:pt x="2258" y="277"/>
                  </a:lnTo>
                  <a:lnTo>
                    <a:pt x="2159" y="281"/>
                  </a:lnTo>
                  <a:lnTo>
                    <a:pt x="2159" y="551"/>
                  </a:lnTo>
                  <a:lnTo>
                    <a:pt x="2145" y="551"/>
                  </a:lnTo>
                  <a:lnTo>
                    <a:pt x="2145" y="555"/>
                  </a:lnTo>
                  <a:lnTo>
                    <a:pt x="2132" y="548"/>
                  </a:lnTo>
                  <a:lnTo>
                    <a:pt x="2132" y="87"/>
                  </a:lnTo>
                  <a:lnTo>
                    <a:pt x="2128" y="84"/>
                  </a:lnTo>
                  <a:lnTo>
                    <a:pt x="2121" y="80"/>
                  </a:lnTo>
                  <a:lnTo>
                    <a:pt x="2108" y="77"/>
                  </a:lnTo>
                  <a:lnTo>
                    <a:pt x="2094" y="73"/>
                  </a:lnTo>
                  <a:lnTo>
                    <a:pt x="2077" y="73"/>
                  </a:lnTo>
                  <a:lnTo>
                    <a:pt x="2070" y="73"/>
                  </a:lnTo>
                  <a:lnTo>
                    <a:pt x="2070" y="35"/>
                  </a:lnTo>
                  <a:lnTo>
                    <a:pt x="2063" y="0"/>
                  </a:lnTo>
                  <a:lnTo>
                    <a:pt x="2046" y="4"/>
                  </a:lnTo>
                  <a:lnTo>
                    <a:pt x="2032" y="4"/>
                  </a:lnTo>
                  <a:lnTo>
                    <a:pt x="2019" y="7"/>
                  </a:lnTo>
                  <a:lnTo>
                    <a:pt x="2009" y="11"/>
                  </a:lnTo>
                  <a:lnTo>
                    <a:pt x="2002" y="14"/>
                  </a:lnTo>
                  <a:lnTo>
                    <a:pt x="2002" y="18"/>
                  </a:lnTo>
                  <a:lnTo>
                    <a:pt x="2002" y="87"/>
                  </a:lnTo>
                  <a:lnTo>
                    <a:pt x="2002" y="613"/>
                  </a:lnTo>
                  <a:lnTo>
                    <a:pt x="1998" y="617"/>
                  </a:lnTo>
                  <a:lnTo>
                    <a:pt x="1995" y="617"/>
                  </a:lnTo>
                  <a:lnTo>
                    <a:pt x="1995" y="520"/>
                  </a:lnTo>
                  <a:lnTo>
                    <a:pt x="1991" y="503"/>
                  </a:lnTo>
                  <a:lnTo>
                    <a:pt x="1991" y="489"/>
                  </a:lnTo>
                  <a:lnTo>
                    <a:pt x="1988" y="475"/>
                  </a:lnTo>
                  <a:lnTo>
                    <a:pt x="1985" y="468"/>
                  </a:lnTo>
                  <a:lnTo>
                    <a:pt x="1985" y="461"/>
                  </a:lnTo>
                  <a:lnTo>
                    <a:pt x="1967" y="461"/>
                  </a:lnTo>
                  <a:lnTo>
                    <a:pt x="1961" y="461"/>
                  </a:lnTo>
                  <a:lnTo>
                    <a:pt x="1957" y="468"/>
                  </a:lnTo>
                  <a:lnTo>
                    <a:pt x="1957" y="475"/>
                  </a:lnTo>
                  <a:lnTo>
                    <a:pt x="1954" y="485"/>
                  </a:lnTo>
                  <a:lnTo>
                    <a:pt x="1954" y="499"/>
                  </a:lnTo>
                  <a:lnTo>
                    <a:pt x="1950" y="340"/>
                  </a:lnTo>
                  <a:lnTo>
                    <a:pt x="1950" y="329"/>
                  </a:lnTo>
                  <a:lnTo>
                    <a:pt x="1950" y="329"/>
                  </a:lnTo>
                  <a:lnTo>
                    <a:pt x="1950" y="326"/>
                  </a:lnTo>
                  <a:lnTo>
                    <a:pt x="1950" y="316"/>
                  </a:lnTo>
                  <a:lnTo>
                    <a:pt x="1950" y="302"/>
                  </a:lnTo>
                  <a:lnTo>
                    <a:pt x="1950" y="291"/>
                  </a:lnTo>
                  <a:lnTo>
                    <a:pt x="1947" y="277"/>
                  </a:lnTo>
                  <a:lnTo>
                    <a:pt x="1947" y="267"/>
                  </a:lnTo>
                  <a:lnTo>
                    <a:pt x="1943" y="253"/>
                  </a:lnTo>
                  <a:lnTo>
                    <a:pt x="1940" y="239"/>
                  </a:lnTo>
                  <a:lnTo>
                    <a:pt x="1940" y="229"/>
                  </a:lnTo>
                  <a:lnTo>
                    <a:pt x="1937" y="215"/>
                  </a:lnTo>
                  <a:lnTo>
                    <a:pt x="1933" y="205"/>
                  </a:lnTo>
                  <a:lnTo>
                    <a:pt x="1930" y="194"/>
                  </a:lnTo>
                  <a:lnTo>
                    <a:pt x="1930" y="194"/>
                  </a:lnTo>
                  <a:lnTo>
                    <a:pt x="1930" y="191"/>
                  </a:lnTo>
                  <a:lnTo>
                    <a:pt x="1933" y="191"/>
                  </a:lnTo>
                  <a:lnTo>
                    <a:pt x="1933" y="187"/>
                  </a:lnTo>
                  <a:lnTo>
                    <a:pt x="1933" y="187"/>
                  </a:lnTo>
                  <a:lnTo>
                    <a:pt x="1930" y="187"/>
                  </a:lnTo>
                  <a:lnTo>
                    <a:pt x="1930" y="184"/>
                  </a:lnTo>
                  <a:lnTo>
                    <a:pt x="1930" y="184"/>
                  </a:lnTo>
                  <a:lnTo>
                    <a:pt x="1930" y="181"/>
                  </a:lnTo>
                  <a:lnTo>
                    <a:pt x="1930" y="177"/>
                  </a:lnTo>
                  <a:lnTo>
                    <a:pt x="1930" y="174"/>
                  </a:lnTo>
                  <a:lnTo>
                    <a:pt x="1926" y="170"/>
                  </a:lnTo>
                  <a:lnTo>
                    <a:pt x="1926" y="167"/>
                  </a:lnTo>
                  <a:lnTo>
                    <a:pt x="1926" y="163"/>
                  </a:lnTo>
                  <a:lnTo>
                    <a:pt x="1926" y="160"/>
                  </a:lnTo>
                  <a:lnTo>
                    <a:pt x="1926" y="156"/>
                  </a:lnTo>
                  <a:lnTo>
                    <a:pt x="1926" y="153"/>
                  </a:lnTo>
                  <a:lnTo>
                    <a:pt x="1923" y="149"/>
                  </a:lnTo>
                  <a:lnTo>
                    <a:pt x="1854" y="149"/>
                  </a:lnTo>
                  <a:lnTo>
                    <a:pt x="1851" y="153"/>
                  </a:lnTo>
                  <a:lnTo>
                    <a:pt x="1851" y="156"/>
                  </a:lnTo>
                  <a:lnTo>
                    <a:pt x="1851" y="160"/>
                  </a:lnTo>
                  <a:lnTo>
                    <a:pt x="1851" y="163"/>
                  </a:lnTo>
                  <a:lnTo>
                    <a:pt x="1851" y="167"/>
                  </a:lnTo>
                  <a:lnTo>
                    <a:pt x="1851" y="170"/>
                  </a:lnTo>
                  <a:lnTo>
                    <a:pt x="1851" y="174"/>
                  </a:lnTo>
                  <a:lnTo>
                    <a:pt x="1848" y="174"/>
                  </a:lnTo>
                  <a:lnTo>
                    <a:pt x="1848" y="177"/>
                  </a:lnTo>
                  <a:lnTo>
                    <a:pt x="1848" y="181"/>
                  </a:lnTo>
                  <a:lnTo>
                    <a:pt x="1848" y="184"/>
                  </a:lnTo>
                  <a:lnTo>
                    <a:pt x="1848" y="187"/>
                  </a:lnTo>
                  <a:lnTo>
                    <a:pt x="1848" y="187"/>
                  </a:lnTo>
                  <a:lnTo>
                    <a:pt x="1848" y="198"/>
                  </a:lnTo>
                  <a:lnTo>
                    <a:pt x="1844" y="205"/>
                  </a:lnTo>
                  <a:lnTo>
                    <a:pt x="1844" y="208"/>
                  </a:lnTo>
                  <a:lnTo>
                    <a:pt x="1841" y="215"/>
                  </a:lnTo>
                  <a:lnTo>
                    <a:pt x="1841" y="222"/>
                  </a:lnTo>
                  <a:lnTo>
                    <a:pt x="1837" y="229"/>
                  </a:lnTo>
                  <a:lnTo>
                    <a:pt x="1837" y="232"/>
                  </a:lnTo>
                  <a:lnTo>
                    <a:pt x="1837" y="239"/>
                  </a:lnTo>
                  <a:lnTo>
                    <a:pt x="1834" y="246"/>
                  </a:lnTo>
                  <a:lnTo>
                    <a:pt x="1834" y="253"/>
                  </a:lnTo>
                  <a:lnTo>
                    <a:pt x="1834" y="260"/>
                  </a:lnTo>
                  <a:lnTo>
                    <a:pt x="1831" y="264"/>
                  </a:lnTo>
                  <a:lnTo>
                    <a:pt x="1831" y="277"/>
                  </a:lnTo>
                  <a:lnTo>
                    <a:pt x="1831" y="291"/>
                  </a:lnTo>
                  <a:lnTo>
                    <a:pt x="1827" y="302"/>
                  </a:lnTo>
                  <a:lnTo>
                    <a:pt x="1827" y="316"/>
                  </a:lnTo>
                  <a:lnTo>
                    <a:pt x="1827" y="329"/>
                  </a:lnTo>
                  <a:lnTo>
                    <a:pt x="1827" y="333"/>
                  </a:lnTo>
                  <a:lnTo>
                    <a:pt x="1827" y="340"/>
                  </a:lnTo>
                  <a:lnTo>
                    <a:pt x="1824" y="489"/>
                  </a:lnTo>
                  <a:lnTo>
                    <a:pt x="1803" y="489"/>
                  </a:lnTo>
                  <a:lnTo>
                    <a:pt x="1807" y="90"/>
                  </a:lnTo>
                  <a:lnTo>
                    <a:pt x="1807" y="42"/>
                  </a:lnTo>
                  <a:lnTo>
                    <a:pt x="1659" y="39"/>
                  </a:lnTo>
                  <a:lnTo>
                    <a:pt x="1656" y="45"/>
                  </a:lnTo>
                  <a:lnTo>
                    <a:pt x="1659" y="94"/>
                  </a:lnTo>
                  <a:lnTo>
                    <a:pt x="1659" y="485"/>
                  </a:lnTo>
                  <a:lnTo>
                    <a:pt x="1656" y="485"/>
                  </a:lnTo>
                  <a:lnTo>
                    <a:pt x="1656" y="464"/>
                  </a:lnTo>
                  <a:lnTo>
                    <a:pt x="1656" y="464"/>
                  </a:lnTo>
                  <a:lnTo>
                    <a:pt x="1656" y="464"/>
                  </a:lnTo>
                  <a:lnTo>
                    <a:pt x="1656" y="464"/>
                  </a:lnTo>
                  <a:lnTo>
                    <a:pt x="1656" y="464"/>
                  </a:lnTo>
                  <a:lnTo>
                    <a:pt x="1646" y="464"/>
                  </a:lnTo>
                  <a:lnTo>
                    <a:pt x="1646" y="444"/>
                  </a:lnTo>
                  <a:lnTo>
                    <a:pt x="1646" y="444"/>
                  </a:lnTo>
                  <a:lnTo>
                    <a:pt x="1646" y="444"/>
                  </a:lnTo>
                  <a:lnTo>
                    <a:pt x="1646" y="444"/>
                  </a:lnTo>
                  <a:lnTo>
                    <a:pt x="1646" y="444"/>
                  </a:lnTo>
                  <a:lnTo>
                    <a:pt x="1646" y="444"/>
                  </a:lnTo>
                  <a:lnTo>
                    <a:pt x="1635" y="444"/>
                  </a:lnTo>
                  <a:lnTo>
                    <a:pt x="1635" y="430"/>
                  </a:lnTo>
                  <a:lnTo>
                    <a:pt x="1635" y="426"/>
                  </a:lnTo>
                  <a:lnTo>
                    <a:pt x="1635" y="426"/>
                  </a:lnTo>
                  <a:lnTo>
                    <a:pt x="1635" y="426"/>
                  </a:lnTo>
                  <a:lnTo>
                    <a:pt x="1635" y="426"/>
                  </a:lnTo>
                  <a:lnTo>
                    <a:pt x="1635" y="426"/>
                  </a:lnTo>
                  <a:lnTo>
                    <a:pt x="1605" y="423"/>
                  </a:lnTo>
                  <a:lnTo>
                    <a:pt x="1605" y="423"/>
                  </a:lnTo>
                  <a:lnTo>
                    <a:pt x="1605" y="423"/>
                  </a:lnTo>
                  <a:lnTo>
                    <a:pt x="1605" y="423"/>
                  </a:lnTo>
                  <a:lnTo>
                    <a:pt x="1605" y="419"/>
                  </a:lnTo>
                  <a:lnTo>
                    <a:pt x="1605" y="419"/>
                  </a:lnTo>
                  <a:lnTo>
                    <a:pt x="1605" y="419"/>
                  </a:lnTo>
                  <a:lnTo>
                    <a:pt x="1605" y="416"/>
                  </a:lnTo>
                  <a:lnTo>
                    <a:pt x="1605" y="416"/>
                  </a:lnTo>
                  <a:lnTo>
                    <a:pt x="1605" y="413"/>
                  </a:lnTo>
                  <a:lnTo>
                    <a:pt x="1605" y="413"/>
                  </a:lnTo>
                  <a:lnTo>
                    <a:pt x="1605" y="409"/>
                  </a:lnTo>
                  <a:lnTo>
                    <a:pt x="1605" y="409"/>
                  </a:lnTo>
                  <a:lnTo>
                    <a:pt x="1605" y="409"/>
                  </a:lnTo>
                  <a:lnTo>
                    <a:pt x="1605" y="409"/>
                  </a:lnTo>
                  <a:lnTo>
                    <a:pt x="1605" y="402"/>
                  </a:lnTo>
                  <a:lnTo>
                    <a:pt x="1581" y="402"/>
                  </a:lnTo>
                  <a:lnTo>
                    <a:pt x="1581" y="423"/>
                  </a:lnTo>
                  <a:lnTo>
                    <a:pt x="1581" y="423"/>
                  </a:lnTo>
                  <a:lnTo>
                    <a:pt x="1581" y="371"/>
                  </a:lnTo>
                  <a:lnTo>
                    <a:pt x="1574" y="284"/>
                  </a:lnTo>
                  <a:lnTo>
                    <a:pt x="1574" y="267"/>
                  </a:lnTo>
                  <a:lnTo>
                    <a:pt x="1570" y="260"/>
                  </a:lnTo>
                  <a:lnTo>
                    <a:pt x="1533" y="271"/>
                  </a:lnTo>
                  <a:lnTo>
                    <a:pt x="1533" y="277"/>
                  </a:lnTo>
                  <a:lnTo>
                    <a:pt x="1526" y="277"/>
                  </a:lnTo>
                  <a:lnTo>
                    <a:pt x="1526" y="271"/>
                  </a:lnTo>
                  <a:lnTo>
                    <a:pt x="1505" y="264"/>
                  </a:lnTo>
                  <a:lnTo>
                    <a:pt x="1502" y="284"/>
                  </a:lnTo>
                  <a:lnTo>
                    <a:pt x="1499" y="374"/>
                  </a:lnTo>
                  <a:lnTo>
                    <a:pt x="1499" y="471"/>
                  </a:lnTo>
                  <a:lnTo>
                    <a:pt x="1502" y="541"/>
                  </a:lnTo>
                  <a:lnTo>
                    <a:pt x="1502" y="541"/>
                  </a:lnTo>
                  <a:lnTo>
                    <a:pt x="1499" y="541"/>
                  </a:lnTo>
                  <a:lnTo>
                    <a:pt x="1499" y="516"/>
                  </a:lnTo>
                  <a:lnTo>
                    <a:pt x="1492" y="516"/>
                  </a:lnTo>
                  <a:lnTo>
                    <a:pt x="1492" y="506"/>
                  </a:lnTo>
                  <a:lnTo>
                    <a:pt x="1485" y="506"/>
                  </a:lnTo>
                  <a:lnTo>
                    <a:pt x="1485" y="506"/>
                  </a:lnTo>
                  <a:lnTo>
                    <a:pt x="1485" y="485"/>
                  </a:lnTo>
                  <a:lnTo>
                    <a:pt x="1485" y="485"/>
                  </a:lnTo>
                  <a:lnTo>
                    <a:pt x="1485" y="485"/>
                  </a:lnTo>
                  <a:lnTo>
                    <a:pt x="1485" y="485"/>
                  </a:lnTo>
                  <a:lnTo>
                    <a:pt x="1481" y="485"/>
                  </a:lnTo>
                  <a:lnTo>
                    <a:pt x="1481" y="485"/>
                  </a:lnTo>
                  <a:lnTo>
                    <a:pt x="1481" y="485"/>
                  </a:lnTo>
                  <a:lnTo>
                    <a:pt x="1478" y="485"/>
                  </a:lnTo>
                  <a:lnTo>
                    <a:pt x="1478" y="485"/>
                  </a:lnTo>
                  <a:lnTo>
                    <a:pt x="1475" y="485"/>
                  </a:lnTo>
                  <a:lnTo>
                    <a:pt x="1475" y="485"/>
                  </a:lnTo>
                  <a:lnTo>
                    <a:pt x="1475" y="485"/>
                  </a:lnTo>
                  <a:lnTo>
                    <a:pt x="1475" y="485"/>
                  </a:lnTo>
                  <a:lnTo>
                    <a:pt x="1475" y="489"/>
                  </a:lnTo>
                  <a:lnTo>
                    <a:pt x="1457" y="489"/>
                  </a:lnTo>
                  <a:lnTo>
                    <a:pt x="1457" y="485"/>
                  </a:lnTo>
                  <a:lnTo>
                    <a:pt x="1440" y="485"/>
                  </a:lnTo>
                  <a:lnTo>
                    <a:pt x="1440" y="471"/>
                  </a:lnTo>
                  <a:lnTo>
                    <a:pt x="1437" y="464"/>
                  </a:lnTo>
                  <a:lnTo>
                    <a:pt x="1437" y="464"/>
                  </a:lnTo>
                  <a:lnTo>
                    <a:pt x="1403" y="464"/>
                  </a:lnTo>
                  <a:lnTo>
                    <a:pt x="1403" y="464"/>
                  </a:lnTo>
                  <a:lnTo>
                    <a:pt x="1403" y="475"/>
                  </a:lnTo>
                  <a:lnTo>
                    <a:pt x="1403" y="485"/>
                  </a:lnTo>
                  <a:lnTo>
                    <a:pt x="1382" y="485"/>
                  </a:lnTo>
                  <a:lnTo>
                    <a:pt x="1382" y="489"/>
                  </a:lnTo>
                  <a:lnTo>
                    <a:pt x="1369" y="489"/>
                  </a:lnTo>
                  <a:lnTo>
                    <a:pt x="1369" y="485"/>
                  </a:lnTo>
                  <a:lnTo>
                    <a:pt x="1369" y="485"/>
                  </a:lnTo>
                  <a:lnTo>
                    <a:pt x="1369" y="485"/>
                  </a:lnTo>
                  <a:lnTo>
                    <a:pt x="1365" y="485"/>
                  </a:lnTo>
                  <a:lnTo>
                    <a:pt x="1365" y="485"/>
                  </a:lnTo>
                  <a:lnTo>
                    <a:pt x="1365" y="485"/>
                  </a:lnTo>
                  <a:lnTo>
                    <a:pt x="1362" y="482"/>
                  </a:lnTo>
                  <a:lnTo>
                    <a:pt x="1362" y="482"/>
                  </a:lnTo>
                  <a:lnTo>
                    <a:pt x="1358" y="482"/>
                  </a:lnTo>
                  <a:lnTo>
                    <a:pt x="1358" y="485"/>
                  </a:lnTo>
                  <a:lnTo>
                    <a:pt x="1355" y="485"/>
                  </a:lnTo>
                  <a:lnTo>
                    <a:pt x="1355" y="485"/>
                  </a:lnTo>
                  <a:lnTo>
                    <a:pt x="1355" y="485"/>
                  </a:lnTo>
                  <a:lnTo>
                    <a:pt x="1355" y="506"/>
                  </a:lnTo>
                  <a:lnTo>
                    <a:pt x="1351" y="506"/>
                  </a:lnTo>
                  <a:lnTo>
                    <a:pt x="1348" y="506"/>
                  </a:lnTo>
                  <a:lnTo>
                    <a:pt x="1348" y="516"/>
                  </a:lnTo>
                  <a:lnTo>
                    <a:pt x="1341" y="516"/>
                  </a:lnTo>
                  <a:lnTo>
                    <a:pt x="1341" y="541"/>
                  </a:lnTo>
                  <a:lnTo>
                    <a:pt x="1341" y="541"/>
                  </a:lnTo>
                  <a:lnTo>
                    <a:pt x="1338" y="541"/>
                  </a:lnTo>
                  <a:lnTo>
                    <a:pt x="1338" y="537"/>
                  </a:lnTo>
                  <a:lnTo>
                    <a:pt x="1338" y="277"/>
                  </a:lnTo>
                  <a:lnTo>
                    <a:pt x="1331" y="274"/>
                  </a:lnTo>
                  <a:lnTo>
                    <a:pt x="1331" y="226"/>
                  </a:lnTo>
                  <a:lnTo>
                    <a:pt x="1303" y="215"/>
                  </a:lnTo>
                  <a:lnTo>
                    <a:pt x="1286" y="215"/>
                  </a:lnTo>
                  <a:lnTo>
                    <a:pt x="1256" y="222"/>
                  </a:lnTo>
                  <a:lnTo>
                    <a:pt x="1256" y="271"/>
                  </a:lnTo>
                  <a:lnTo>
                    <a:pt x="1245" y="274"/>
                  </a:lnTo>
                  <a:lnTo>
                    <a:pt x="1245" y="371"/>
                  </a:lnTo>
                  <a:lnTo>
                    <a:pt x="1204" y="371"/>
                  </a:lnTo>
                  <a:lnTo>
                    <a:pt x="1204" y="56"/>
                  </a:lnTo>
                  <a:lnTo>
                    <a:pt x="1112" y="56"/>
                  </a:lnTo>
                  <a:lnTo>
                    <a:pt x="1112" y="371"/>
                  </a:lnTo>
                  <a:lnTo>
                    <a:pt x="1071" y="371"/>
                  </a:lnTo>
                  <a:lnTo>
                    <a:pt x="1071" y="368"/>
                  </a:lnTo>
                  <a:lnTo>
                    <a:pt x="1074" y="357"/>
                  </a:lnTo>
                  <a:lnTo>
                    <a:pt x="1071" y="357"/>
                  </a:lnTo>
                  <a:lnTo>
                    <a:pt x="1071" y="322"/>
                  </a:lnTo>
                  <a:lnTo>
                    <a:pt x="1071" y="312"/>
                  </a:lnTo>
                  <a:lnTo>
                    <a:pt x="1071" y="312"/>
                  </a:lnTo>
                  <a:lnTo>
                    <a:pt x="1071" y="295"/>
                  </a:lnTo>
                  <a:lnTo>
                    <a:pt x="1071" y="284"/>
                  </a:lnTo>
                  <a:lnTo>
                    <a:pt x="1067" y="284"/>
                  </a:lnTo>
                  <a:lnTo>
                    <a:pt x="1067" y="267"/>
                  </a:lnTo>
                  <a:lnTo>
                    <a:pt x="1071" y="260"/>
                  </a:lnTo>
                  <a:lnTo>
                    <a:pt x="1067" y="260"/>
                  </a:lnTo>
                  <a:lnTo>
                    <a:pt x="1067" y="246"/>
                  </a:lnTo>
                  <a:lnTo>
                    <a:pt x="1067" y="236"/>
                  </a:lnTo>
                  <a:lnTo>
                    <a:pt x="1067" y="236"/>
                  </a:lnTo>
                  <a:lnTo>
                    <a:pt x="1067" y="229"/>
                  </a:lnTo>
                  <a:lnTo>
                    <a:pt x="1067" y="222"/>
                  </a:lnTo>
                  <a:lnTo>
                    <a:pt x="1064" y="222"/>
                  </a:lnTo>
                  <a:lnTo>
                    <a:pt x="1067" y="215"/>
                  </a:lnTo>
                  <a:lnTo>
                    <a:pt x="1064" y="215"/>
                  </a:lnTo>
                  <a:lnTo>
                    <a:pt x="1067" y="208"/>
                  </a:lnTo>
                  <a:lnTo>
                    <a:pt x="1064" y="208"/>
                  </a:lnTo>
                  <a:lnTo>
                    <a:pt x="1067" y="208"/>
                  </a:lnTo>
                  <a:lnTo>
                    <a:pt x="1064" y="208"/>
                  </a:lnTo>
                  <a:lnTo>
                    <a:pt x="1067" y="198"/>
                  </a:lnTo>
                  <a:lnTo>
                    <a:pt x="1064" y="198"/>
                  </a:lnTo>
                  <a:lnTo>
                    <a:pt x="1064" y="191"/>
                  </a:lnTo>
                  <a:lnTo>
                    <a:pt x="1060" y="187"/>
                  </a:lnTo>
                  <a:lnTo>
                    <a:pt x="1060" y="184"/>
                  </a:lnTo>
                  <a:lnTo>
                    <a:pt x="1060" y="181"/>
                  </a:lnTo>
                  <a:lnTo>
                    <a:pt x="1057" y="181"/>
                  </a:lnTo>
                  <a:lnTo>
                    <a:pt x="1060" y="177"/>
                  </a:lnTo>
                  <a:lnTo>
                    <a:pt x="1057" y="177"/>
                  </a:lnTo>
                  <a:lnTo>
                    <a:pt x="1057" y="174"/>
                  </a:lnTo>
                  <a:lnTo>
                    <a:pt x="1057" y="170"/>
                  </a:lnTo>
                  <a:lnTo>
                    <a:pt x="1054" y="170"/>
                  </a:lnTo>
                  <a:lnTo>
                    <a:pt x="1054" y="167"/>
                  </a:lnTo>
                  <a:lnTo>
                    <a:pt x="1054" y="167"/>
                  </a:lnTo>
                  <a:lnTo>
                    <a:pt x="1054" y="167"/>
                  </a:lnTo>
                  <a:lnTo>
                    <a:pt x="1054" y="167"/>
                  </a:lnTo>
                  <a:lnTo>
                    <a:pt x="1054" y="167"/>
                  </a:lnTo>
                  <a:lnTo>
                    <a:pt x="1054" y="167"/>
                  </a:lnTo>
                  <a:lnTo>
                    <a:pt x="1054" y="167"/>
                  </a:lnTo>
                  <a:lnTo>
                    <a:pt x="1054" y="167"/>
                  </a:lnTo>
                  <a:lnTo>
                    <a:pt x="1054" y="163"/>
                  </a:lnTo>
                  <a:lnTo>
                    <a:pt x="1050" y="160"/>
                  </a:lnTo>
                  <a:lnTo>
                    <a:pt x="1050" y="160"/>
                  </a:lnTo>
                  <a:lnTo>
                    <a:pt x="1050" y="160"/>
                  </a:lnTo>
                  <a:lnTo>
                    <a:pt x="1050" y="156"/>
                  </a:lnTo>
                  <a:lnTo>
                    <a:pt x="1050" y="156"/>
                  </a:lnTo>
                  <a:lnTo>
                    <a:pt x="1050" y="156"/>
                  </a:lnTo>
                  <a:lnTo>
                    <a:pt x="1050" y="156"/>
                  </a:lnTo>
                  <a:lnTo>
                    <a:pt x="1050" y="156"/>
                  </a:lnTo>
                  <a:lnTo>
                    <a:pt x="1047" y="149"/>
                  </a:lnTo>
                  <a:lnTo>
                    <a:pt x="1047" y="149"/>
                  </a:lnTo>
                  <a:lnTo>
                    <a:pt x="1047" y="149"/>
                  </a:lnTo>
                  <a:lnTo>
                    <a:pt x="1043" y="149"/>
                  </a:lnTo>
                  <a:lnTo>
                    <a:pt x="1043" y="149"/>
                  </a:lnTo>
                  <a:lnTo>
                    <a:pt x="1043" y="142"/>
                  </a:lnTo>
                  <a:lnTo>
                    <a:pt x="1040" y="142"/>
                  </a:lnTo>
                  <a:lnTo>
                    <a:pt x="1040" y="142"/>
                  </a:lnTo>
                  <a:lnTo>
                    <a:pt x="1037" y="135"/>
                  </a:lnTo>
                  <a:lnTo>
                    <a:pt x="1037" y="135"/>
                  </a:lnTo>
                  <a:lnTo>
                    <a:pt x="1037" y="132"/>
                  </a:lnTo>
                  <a:lnTo>
                    <a:pt x="1037" y="132"/>
                  </a:lnTo>
                  <a:lnTo>
                    <a:pt x="1040" y="122"/>
                  </a:lnTo>
                  <a:lnTo>
                    <a:pt x="1040" y="122"/>
                  </a:lnTo>
                  <a:lnTo>
                    <a:pt x="1040" y="111"/>
                  </a:lnTo>
                  <a:lnTo>
                    <a:pt x="1033" y="115"/>
                  </a:lnTo>
                  <a:lnTo>
                    <a:pt x="1033" y="87"/>
                  </a:lnTo>
                  <a:lnTo>
                    <a:pt x="1030" y="111"/>
                  </a:lnTo>
                  <a:lnTo>
                    <a:pt x="1030" y="111"/>
                  </a:lnTo>
                  <a:lnTo>
                    <a:pt x="1030" y="111"/>
                  </a:lnTo>
                  <a:lnTo>
                    <a:pt x="1030" y="115"/>
                  </a:lnTo>
                  <a:lnTo>
                    <a:pt x="1026" y="115"/>
                  </a:lnTo>
                  <a:lnTo>
                    <a:pt x="1026" y="118"/>
                  </a:lnTo>
                  <a:lnTo>
                    <a:pt x="1026" y="118"/>
                  </a:lnTo>
                  <a:lnTo>
                    <a:pt x="1026" y="132"/>
                  </a:lnTo>
                  <a:lnTo>
                    <a:pt x="1026" y="132"/>
                  </a:lnTo>
                  <a:lnTo>
                    <a:pt x="1026" y="132"/>
                  </a:lnTo>
                  <a:lnTo>
                    <a:pt x="1026" y="132"/>
                  </a:lnTo>
                  <a:lnTo>
                    <a:pt x="1026" y="132"/>
                  </a:lnTo>
                  <a:lnTo>
                    <a:pt x="1023" y="146"/>
                  </a:lnTo>
                  <a:lnTo>
                    <a:pt x="1016" y="146"/>
                  </a:lnTo>
                  <a:lnTo>
                    <a:pt x="1019" y="153"/>
                  </a:lnTo>
                  <a:lnTo>
                    <a:pt x="1009" y="153"/>
                  </a:lnTo>
                  <a:lnTo>
                    <a:pt x="1013" y="160"/>
                  </a:lnTo>
                  <a:lnTo>
                    <a:pt x="1006" y="160"/>
                  </a:lnTo>
                  <a:lnTo>
                    <a:pt x="1006" y="170"/>
                  </a:lnTo>
                  <a:lnTo>
                    <a:pt x="1002" y="170"/>
                  </a:lnTo>
                  <a:lnTo>
                    <a:pt x="1002" y="177"/>
                  </a:lnTo>
                  <a:lnTo>
                    <a:pt x="1002" y="177"/>
                  </a:lnTo>
                  <a:lnTo>
                    <a:pt x="999" y="181"/>
                  </a:lnTo>
                  <a:lnTo>
                    <a:pt x="999" y="191"/>
                  </a:lnTo>
                  <a:lnTo>
                    <a:pt x="999" y="191"/>
                  </a:lnTo>
                  <a:lnTo>
                    <a:pt x="999" y="198"/>
                  </a:lnTo>
                  <a:lnTo>
                    <a:pt x="999" y="198"/>
                  </a:lnTo>
                  <a:lnTo>
                    <a:pt x="999" y="208"/>
                  </a:lnTo>
                  <a:lnTo>
                    <a:pt x="999" y="208"/>
                  </a:lnTo>
                  <a:lnTo>
                    <a:pt x="999" y="215"/>
                  </a:lnTo>
                  <a:lnTo>
                    <a:pt x="999" y="215"/>
                  </a:lnTo>
                  <a:lnTo>
                    <a:pt x="999" y="219"/>
                  </a:lnTo>
                  <a:lnTo>
                    <a:pt x="999" y="219"/>
                  </a:lnTo>
                  <a:lnTo>
                    <a:pt x="999" y="219"/>
                  </a:lnTo>
                  <a:lnTo>
                    <a:pt x="999" y="226"/>
                  </a:lnTo>
                  <a:lnTo>
                    <a:pt x="999" y="226"/>
                  </a:lnTo>
                  <a:lnTo>
                    <a:pt x="999" y="236"/>
                  </a:lnTo>
                  <a:lnTo>
                    <a:pt x="999" y="236"/>
                  </a:lnTo>
                  <a:lnTo>
                    <a:pt x="999" y="236"/>
                  </a:lnTo>
                  <a:lnTo>
                    <a:pt x="999" y="239"/>
                  </a:lnTo>
                  <a:lnTo>
                    <a:pt x="999" y="239"/>
                  </a:lnTo>
                  <a:lnTo>
                    <a:pt x="999" y="239"/>
                  </a:lnTo>
                  <a:lnTo>
                    <a:pt x="995" y="243"/>
                  </a:lnTo>
                  <a:lnTo>
                    <a:pt x="999" y="250"/>
                  </a:lnTo>
                  <a:lnTo>
                    <a:pt x="999" y="260"/>
                  </a:lnTo>
                  <a:lnTo>
                    <a:pt x="999" y="260"/>
                  </a:lnTo>
                  <a:lnTo>
                    <a:pt x="999" y="264"/>
                  </a:lnTo>
                  <a:lnTo>
                    <a:pt x="995" y="264"/>
                  </a:lnTo>
                  <a:lnTo>
                    <a:pt x="995" y="274"/>
                  </a:lnTo>
                  <a:lnTo>
                    <a:pt x="995" y="288"/>
                  </a:lnTo>
                  <a:lnTo>
                    <a:pt x="995" y="288"/>
                  </a:lnTo>
                  <a:lnTo>
                    <a:pt x="995" y="288"/>
                  </a:lnTo>
                  <a:lnTo>
                    <a:pt x="995" y="288"/>
                  </a:lnTo>
                  <a:lnTo>
                    <a:pt x="995" y="298"/>
                  </a:lnTo>
                  <a:lnTo>
                    <a:pt x="995" y="316"/>
                  </a:lnTo>
                  <a:lnTo>
                    <a:pt x="995" y="316"/>
                  </a:lnTo>
                  <a:lnTo>
                    <a:pt x="995" y="316"/>
                  </a:lnTo>
                  <a:lnTo>
                    <a:pt x="992" y="319"/>
                  </a:lnTo>
                  <a:lnTo>
                    <a:pt x="995" y="326"/>
                  </a:lnTo>
                  <a:lnTo>
                    <a:pt x="995" y="361"/>
                  </a:lnTo>
                  <a:lnTo>
                    <a:pt x="992" y="361"/>
                  </a:lnTo>
                  <a:lnTo>
                    <a:pt x="992" y="371"/>
                  </a:lnTo>
                  <a:lnTo>
                    <a:pt x="992" y="413"/>
                  </a:lnTo>
                  <a:lnTo>
                    <a:pt x="992" y="413"/>
                  </a:lnTo>
                  <a:lnTo>
                    <a:pt x="992" y="423"/>
                  </a:lnTo>
                  <a:lnTo>
                    <a:pt x="992" y="478"/>
                  </a:lnTo>
                  <a:lnTo>
                    <a:pt x="989" y="478"/>
                  </a:lnTo>
                  <a:lnTo>
                    <a:pt x="992" y="492"/>
                  </a:lnTo>
                  <a:lnTo>
                    <a:pt x="992" y="555"/>
                  </a:lnTo>
                  <a:lnTo>
                    <a:pt x="989" y="555"/>
                  </a:lnTo>
                  <a:lnTo>
                    <a:pt x="989" y="568"/>
                  </a:lnTo>
                  <a:lnTo>
                    <a:pt x="989" y="617"/>
                  </a:lnTo>
                  <a:lnTo>
                    <a:pt x="985" y="617"/>
                  </a:lnTo>
                  <a:lnTo>
                    <a:pt x="985" y="610"/>
                  </a:lnTo>
                  <a:lnTo>
                    <a:pt x="985" y="357"/>
                  </a:lnTo>
                  <a:lnTo>
                    <a:pt x="978" y="357"/>
                  </a:lnTo>
                  <a:lnTo>
                    <a:pt x="975" y="354"/>
                  </a:lnTo>
                  <a:lnTo>
                    <a:pt x="968" y="354"/>
                  </a:lnTo>
                  <a:lnTo>
                    <a:pt x="961" y="354"/>
                  </a:lnTo>
                  <a:lnTo>
                    <a:pt x="954" y="354"/>
                  </a:lnTo>
                  <a:lnTo>
                    <a:pt x="944" y="354"/>
                  </a:lnTo>
                  <a:lnTo>
                    <a:pt x="937" y="354"/>
                  </a:lnTo>
                  <a:lnTo>
                    <a:pt x="930" y="354"/>
                  </a:lnTo>
                  <a:lnTo>
                    <a:pt x="924" y="354"/>
                  </a:lnTo>
                  <a:lnTo>
                    <a:pt x="917" y="354"/>
                  </a:lnTo>
                  <a:lnTo>
                    <a:pt x="917" y="347"/>
                  </a:lnTo>
                  <a:lnTo>
                    <a:pt x="913" y="347"/>
                  </a:lnTo>
                  <a:lnTo>
                    <a:pt x="910" y="354"/>
                  </a:lnTo>
                  <a:lnTo>
                    <a:pt x="913" y="354"/>
                  </a:lnTo>
                  <a:lnTo>
                    <a:pt x="910" y="357"/>
                  </a:lnTo>
                  <a:lnTo>
                    <a:pt x="906" y="357"/>
                  </a:lnTo>
                  <a:lnTo>
                    <a:pt x="906" y="343"/>
                  </a:lnTo>
                  <a:lnTo>
                    <a:pt x="906" y="343"/>
                  </a:lnTo>
                  <a:lnTo>
                    <a:pt x="910" y="343"/>
                  </a:lnTo>
                  <a:lnTo>
                    <a:pt x="917" y="343"/>
                  </a:lnTo>
                  <a:lnTo>
                    <a:pt x="924" y="347"/>
                  </a:lnTo>
                  <a:lnTo>
                    <a:pt x="930" y="347"/>
                  </a:lnTo>
                  <a:lnTo>
                    <a:pt x="937" y="347"/>
                  </a:lnTo>
                  <a:lnTo>
                    <a:pt x="944" y="347"/>
                  </a:lnTo>
                  <a:lnTo>
                    <a:pt x="954" y="347"/>
                  </a:lnTo>
                  <a:lnTo>
                    <a:pt x="961" y="347"/>
                  </a:lnTo>
                  <a:lnTo>
                    <a:pt x="968" y="347"/>
                  </a:lnTo>
                  <a:lnTo>
                    <a:pt x="975" y="347"/>
                  </a:lnTo>
                  <a:lnTo>
                    <a:pt x="975" y="354"/>
                  </a:lnTo>
                  <a:lnTo>
                    <a:pt x="978" y="354"/>
                  </a:lnTo>
                  <a:lnTo>
                    <a:pt x="978" y="343"/>
                  </a:lnTo>
                  <a:lnTo>
                    <a:pt x="978" y="343"/>
                  </a:lnTo>
                  <a:lnTo>
                    <a:pt x="982" y="343"/>
                  </a:lnTo>
                  <a:lnTo>
                    <a:pt x="989" y="343"/>
                  </a:lnTo>
                  <a:lnTo>
                    <a:pt x="989" y="340"/>
                  </a:lnTo>
                  <a:lnTo>
                    <a:pt x="982" y="340"/>
                  </a:lnTo>
                  <a:lnTo>
                    <a:pt x="975" y="340"/>
                  </a:lnTo>
                  <a:lnTo>
                    <a:pt x="968" y="336"/>
                  </a:lnTo>
                  <a:lnTo>
                    <a:pt x="961" y="336"/>
                  </a:lnTo>
                  <a:lnTo>
                    <a:pt x="954" y="336"/>
                  </a:lnTo>
                  <a:lnTo>
                    <a:pt x="944" y="336"/>
                  </a:lnTo>
                  <a:lnTo>
                    <a:pt x="937" y="336"/>
                  </a:lnTo>
                  <a:lnTo>
                    <a:pt x="930" y="336"/>
                  </a:lnTo>
                  <a:lnTo>
                    <a:pt x="924" y="336"/>
                  </a:lnTo>
                  <a:lnTo>
                    <a:pt x="913" y="336"/>
                  </a:lnTo>
                  <a:lnTo>
                    <a:pt x="910" y="340"/>
                  </a:lnTo>
                  <a:lnTo>
                    <a:pt x="906" y="340"/>
                  </a:lnTo>
                  <a:lnTo>
                    <a:pt x="903" y="340"/>
                  </a:lnTo>
                  <a:lnTo>
                    <a:pt x="903" y="336"/>
                  </a:lnTo>
                  <a:lnTo>
                    <a:pt x="903" y="302"/>
                  </a:lnTo>
                  <a:lnTo>
                    <a:pt x="903" y="302"/>
                  </a:lnTo>
                  <a:lnTo>
                    <a:pt x="903" y="302"/>
                  </a:lnTo>
                  <a:lnTo>
                    <a:pt x="903" y="302"/>
                  </a:lnTo>
                  <a:lnTo>
                    <a:pt x="903" y="364"/>
                  </a:lnTo>
                  <a:lnTo>
                    <a:pt x="906" y="371"/>
                  </a:lnTo>
                  <a:lnTo>
                    <a:pt x="906" y="610"/>
                  </a:lnTo>
                  <a:lnTo>
                    <a:pt x="906" y="610"/>
                  </a:lnTo>
                  <a:lnTo>
                    <a:pt x="906" y="617"/>
                  </a:lnTo>
                  <a:lnTo>
                    <a:pt x="903" y="617"/>
                  </a:lnTo>
                  <a:lnTo>
                    <a:pt x="903" y="610"/>
                  </a:lnTo>
                  <a:lnTo>
                    <a:pt x="903" y="610"/>
                  </a:lnTo>
                  <a:lnTo>
                    <a:pt x="900" y="610"/>
                  </a:lnTo>
                  <a:lnTo>
                    <a:pt x="896" y="610"/>
                  </a:lnTo>
                  <a:lnTo>
                    <a:pt x="896" y="610"/>
                  </a:lnTo>
                  <a:lnTo>
                    <a:pt x="893" y="336"/>
                  </a:lnTo>
                  <a:lnTo>
                    <a:pt x="889" y="336"/>
                  </a:lnTo>
                  <a:lnTo>
                    <a:pt x="889" y="322"/>
                  </a:lnTo>
                  <a:lnTo>
                    <a:pt x="889" y="322"/>
                  </a:lnTo>
                  <a:lnTo>
                    <a:pt x="893" y="322"/>
                  </a:lnTo>
                  <a:lnTo>
                    <a:pt x="893" y="319"/>
                  </a:lnTo>
                  <a:lnTo>
                    <a:pt x="893" y="316"/>
                  </a:lnTo>
                  <a:lnTo>
                    <a:pt x="889" y="316"/>
                  </a:lnTo>
                  <a:lnTo>
                    <a:pt x="889" y="284"/>
                  </a:lnTo>
                  <a:lnTo>
                    <a:pt x="872" y="277"/>
                  </a:lnTo>
                  <a:lnTo>
                    <a:pt x="872" y="277"/>
                  </a:lnTo>
                  <a:lnTo>
                    <a:pt x="865" y="281"/>
                  </a:lnTo>
                  <a:lnTo>
                    <a:pt x="862" y="281"/>
                  </a:lnTo>
                  <a:lnTo>
                    <a:pt x="855" y="281"/>
                  </a:lnTo>
                  <a:lnTo>
                    <a:pt x="852" y="284"/>
                  </a:lnTo>
                  <a:lnTo>
                    <a:pt x="852" y="284"/>
                  </a:lnTo>
                  <a:lnTo>
                    <a:pt x="848" y="288"/>
                  </a:lnTo>
                  <a:lnTo>
                    <a:pt x="848" y="291"/>
                  </a:lnTo>
                  <a:lnTo>
                    <a:pt x="845" y="298"/>
                  </a:lnTo>
                  <a:lnTo>
                    <a:pt x="845" y="298"/>
                  </a:lnTo>
                  <a:lnTo>
                    <a:pt x="845" y="302"/>
                  </a:lnTo>
                  <a:lnTo>
                    <a:pt x="845" y="309"/>
                  </a:lnTo>
                  <a:lnTo>
                    <a:pt x="845" y="312"/>
                  </a:lnTo>
                  <a:lnTo>
                    <a:pt x="841" y="316"/>
                  </a:lnTo>
                  <a:lnTo>
                    <a:pt x="841" y="319"/>
                  </a:lnTo>
                  <a:lnTo>
                    <a:pt x="838" y="319"/>
                  </a:lnTo>
                  <a:lnTo>
                    <a:pt x="835" y="319"/>
                  </a:lnTo>
                  <a:lnTo>
                    <a:pt x="831" y="322"/>
                  </a:lnTo>
                  <a:lnTo>
                    <a:pt x="828" y="322"/>
                  </a:lnTo>
                  <a:lnTo>
                    <a:pt x="824" y="326"/>
                  </a:lnTo>
                  <a:lnTo>
                    <a:pt x="821" y="326"/>
                  </a:lnTo>
                  <a:lnTo>
                    <a:pt x="821" y="329"/>
                  </a:lnTo>
                  <a:lnTo>
                    <a:pt x="821" y="492"/>
                  </a:lnTo>
                  <a:lnTo>
                    <a:pt x="800" y="478"/>
                  </a:lnTo>
                  <a:lnTo>
                    <a:pt x="790" y="478"/>
                  </a:lnTo>
                  <a:lnTo>
                    <a:pt x="780" y="478"/>
                  </a:lnTo>
                  <a:lnTo>
                    <a:pt x="759" y="492"/>
                  </a:lnTo>
                  <a:lnTo>
                    <a:pt x="759" y="499"/>
                  </a:lnTo>
                  <a:lnTo>
                    <a:pt x="756" y="499"/>
                  </a:lnTo>
                  <a:lnTo>
                    <a:pt x="756" y="392"/>
                  </a:lnTo>
                  <a:lnTo>
                    <a:pt x="756" y="392"/>
                  </a:lnTo>
                  <a:lnTo>
                    <a:pt x="756" y="378"/>
                  </a:lnTo>
                  <a:lnTo>
                    <a:pt x="766" y="374"/>
                  </a:lnTo>
                  <a:lnTo>
                    <a:pt x="766" y="371"/>
                  </a:lnTo>
                  <a:lnTo>
                    <a:pt x="756" y="368"/>
                  </a:lnTo>
                  <a:lnTo>
                    <a:pt x="749" y="371"/>
                  </a:lnTo>
                  <a:lnTo>
                    <a:pt x="742" y="371"/>
                  </a:lnTo>
                  <a:lnTo>
                    <a:pt x="735" y="371"/>
                  </a:lnTo>
                  <a:lnTo>
                    <a:pt x="732" y="374"/>
                  </a:lnTo>
                  <a:lnTo>
                    <a:pt x="725" y="374"/>
                  </a:lnTo>
                  <a:lnTo>
                    <a:pt x="718" y="378"/>
                  </a:lnTo>
                  <a:lnTo>
                    <a:pt x="711" y="378"/>
                  </a:lnTo>
                  <a:lnTo>
                    <a:pt x="708" y="378"/>
                  </a:lnTo>
                  <a:lnTo>
                    <a:pt x="701" y="381"/>
                  </a:lnTo>
                  <a:lnTo>
                    <a:pt x="694" y="381"/>
                  </a:lnTo>
                  <a:lnTo>
                    <a:pt x="691" y="381"/>
                  </a:lnTo>
                  <a:lnTo>
                    <a:pt x="684" y="381"/>
                  </a:lnTo>
                  <a:lnTo>
                    <a:pt x="674" y="388"/>
                  </a:lnTo>
                  <a:lnTo>
                    <a:pt x="674" y="392"/>
                  </a:lnTo>
                  <a:lnTo>
                    <a:pt x="677" y="392"/>
                  </a:lnTo>
                  <a:lnTo>
                    <a:pt x="677" y="395"/>
                  </a:lnTo>
                  <a:lnTo>
                    <a:pt x="674" y="399"/>
                  </a:lnTo>
                  <a:lnTo>
                    <a:pt x="674" y="503"/>
                  </a:lnTo>
                  <a:lnTo>
                    <a:pt x="667" y="492"/>
                  </a:lnTo>
                  <a:lnTo>
                    <a:pt x="667" y="437"/>
                  </a:lnTo>
                  <a:lnTo>
                    <a:pt x="663" y="437"/>
                  </a:lnTo>
                  <a:lnTo>
                    <a:pt x="663" y="437"/>
                  </a:lnTo>
                  <a:lnTo>
                    <a:pt x="660" y="437"/>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60" y="406"/>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361"/>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06"/>
                  </a:lnTo>
                  <a:lnTo>
                    <a:pt x="657" y="437"/>
                  </a:lnTo>
                  <a:lnTo>
                    <a:pt x="653" y="437"/>
                  </a:lnTo>
                  <a:lnTo>
                    <a:pt x="650" y="437"/>
                  </a:lnTo>
                  <a:lnTo>
                    <a:pt x="640" y="433"/>
                  </a:lnTo>
                  <a:lnTo>
                    <a:pt x="636" y="433"/>
                  </a:lnTo>
                  <a:lnTo>
                    <a:pt x="633" y="433"/>
                  </a:lnTo>
                  <a:lnTo>
                    <a:pt x="633" y="406"/>
                  </a:lnTo>
                  <a:lnTo>
                    <a:pt x="633" y="406"/>
                  </a:lnTo>
                  <a:lnTo>
                    <a:pt x="633" y="406"/>
                  </a:lnTo>
                  <a:lnTo>
                    <a:pt x="633" y="406"/>
                  </a:lnTo>
                  <a:lnTo>
                    <a:pt x="633" y="406"/>
                  </a:lnTo>
                  <a:lnTo>
                    <a:pt x="636" y="406"/>
                  </a:lnTo>
                  <a:lnTo>
                    <a:pt x="636" y="406"/>
                  </a:lnTo>
                  <a:lnTo>
                    <a:pt x="636" y="406"/>
                  </a:lnTo>
                  <a:lnTo>
                    <a:pt x="636" y="406"/>
                  </a:lnTo>
                  <a:lnTo>
                    <a:pt x="636" y="406"/>
                  </a:lnTo>
                  <a:lnTo>
                    <a:pt x="636" y="406"/>
                  </a:lnTo>
                  <a:lnTo>
                    <a:pt x="636" y="406"/>
                  </a:lnTo>
                  <a:lnTo>
                    <a:pt x="636" y="406"/>
                  </a:lnTo>
                  <a:lnTo>
                    <a:pt x="633" y="406"/>
                  </a:lnTo>
                  <a:lnTo>
                    <a:pt x="633" y="406"/>
                  </a:lnTo>
                  <a:lnTo>
                    <a:pt x="633" y="406"/>
                  </a:lnTo>
                  <a:lnTo>
                    <a:pt x="633" y="406"/>
                  </a:lnTo>
                  <a:lnTo>
                    <a:pt x="633" y="402"/>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361"/>
                  </a:lnTo>
                  <a:lnTo>
                    <a:pt x="633" y="402"/>
                  </a:lnTo>
                  <a:lnTo>
                    <a:pt x="633" y="402"/>
                  </a:lnTo>
                  <a:lnTo>
                    <a:pt x="633" y="402"/>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06"/>
                  </a:lnTo>
                  <a:lnTo>
                    <a:pt x="633" y="433"/>
                  </a:lnTo>
                  <a:lnTo>
                    <a:pt x="626" y="433"/>
                  </a:lnTo>
                  <a:lnTo>
                    <a:pt x="626" y="437"/>
                  </a:lnTo>
                  <a:lnTo>
                    <a:pt x="622" y="437"/>
                  </a:lnTo>
                  <a:lnTo>
                    <a:pt x="622" y="492"/>
                  </a:lnTo>
                  <a:lnTo>
                    <a:pt x="616" y="499"/>
                  </a:lnTo>
                  <a:lnTo>
                    <a:pt x="616" y="416"/>
                  </a:lnTo>
                  <a:lnTo>
                    <a:pt x="616" y="413"/>
                  </a:lnTo>
                  <a:lnTo>
                    <a:pt x="616" y="413"/>
                  </a:lnTo>
                  <a:lnTo>
                    <a:pt x="616" y="413"/>
                  </a:lnTo>
                  <a:lnTo>
                    <a:pt x="616" y="413"/>
                  </a:lnTo>
                  <a:lnTo>
                    <a:pt x="616" y="413"/>
                  </a:lnTo>
                  <a:lnTo>
                    <a:pt x="616" y="413"/>
                  </a:lnTo>
                  <a:lnTo>
                    <a:pt x="616" y="413"/>
                  </a:lnTo>
                  <a:lnTo>
                    <a:pt x="616" y="413"/>
                  </a:lnTo>
                  <a:lnTo>
                    <a:pt x="616" y="413"/>
                  </a:lnTo>
                  <a:lnTo>
                    <a:pt x="616" y="413"/>
                  </a:lnTo>
                  <a:lnTo>
                    <a:pt x="616" y="413"/>
                  </a:lnTo>
                  <a:lnTo>
                    <a:pt x="616" y="413"/>
                  </a:lnTo>
                  <a:lnTo>
                    <a:pt x="612" y="406"/>
                  </a:lnTo>
                  <a:lnTo>
                    <a:pt x="612" y="406"/>
                  </a:lnTo>
                  <a:lnTo>
                    <a:pt x="612" y="406"/>
                  </a:lnTo>
                  <a:lnTo>
                    <a:pt x="612" y="406"/>
                  </a:lnTo>
                  <a:lnTo>
                    <a:pt x="612" y="402"/>
                  </a:lnTo>
                  <a:lnTo>
                    <a:pt x="612" y="402"/>
                  </a:lnTo>
                  <a:lnTo>
                    <a:pt x="612" y="402"/>
                  </a:lnTo>
                  <a:lnTo>
                    <a:pt x="612" y="402"/>
                  </a:lnTo>
                  <a:lnTo>
                    <a:pt x="609" y="402"/>
                  </a:lnTo>
                  <a:lnTo>
                    <a:pt x="609" y="402"/>
                  </a:lnTo>
                  <a:lnTo>
                    <a:pt x="609" y="402"/>
                  </a:lnTo>
                  <a:lnTo>
                    <a:pt x="609" y="392"/>
                  </a:lnTo>
                  <a:lnTo>
                    <a:pt x="585" y="399"/>
                  </a:lnTo>
                  <a:lnTo>
                    <a:pt x="561" y="413"/>
                  </a:lnTo>
                  <a:lnTo>
                    <a:pt x="561" y="406"/>
                  </a:lnTo>
                  <a:lnTo>
                    <a:pt x="547" y="402"/>
                  </a:lnTo>
                  <a:lnTo>
                    <a:pt x="547" y="402"/>
                  </a:lnTo>
                  <a:lnTo>
                    <a:pt x="547" y="402"/>
                  </a:lnTo>
                  <a:lnTo>
                    <a:pt x="547" y="402"/>
                  </a:lnTo>
                  <a:lnTo>
                    <a:pt x="547" y="402"/>
                  </a:lnTo>
                  <a:lnTo>
                    <a:pt x="544" y="402"/>
                  </a:lnTo>
                  <a:lnTo>
                    <a:pt x="533" y="409"/>
                  </a:lnTo>
                  <a:lnTo>
                    <a:pt x="533" y="409"/>
                  </a:lnTo>
                  <a:lnTo>
                    <a:pt x="533" y="409"/>
                  </a:lnTo>
                  <a:lnTo>
                    <a:pt x="533" y="409"/>
                  </a:lnTo>
                  <a:lnTo>
                    <a:pt x="533" y="409"/>
                  </a:lnTo>
                  <a:lnTo>
                    <a:pt x="530" y="409"/>
                  </a:lnTo>
                  <a:lnTo>
                    <a:pt x="530" y="409"/>
                  </a:lnTo>
                  <a:lnTo>
                    <a:pt x="530" y="409"/>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16"/>
                  </a:lnTo>
                  <a:lnTo>
                    <a:pt x="523" y="485"/>
                  </a:lnTo>
                  <a:lnTo>
                    <a:pt x="503" y="464"/>
                  </a:lnTo>
                  <a:lnTo>
                    <a:pt x="486" y="447"/>
                  </a:lnTo>
                  <a:lnTo>
                    <a:pt x="486" y="447"/>
                  </a:lnTo>
                  <a:lnTo>
                    <a:pt x="486" y="416"/>
                  </a:lnTo>
                  <a:lnTo>
                    <a:pt x="486" y="416"/>
                  </a:lnTo>
                  <a:lnTo>
                    <a:pt x="486" y="416"/>
                  </a:lnTo>
                  <a:lnTo>
                    <a:pt x="486" y="402"/>
                  </a:lnTo>
                  <a:lnTo>
                    <a:pt x="482" y="402"/>
                  </a:lnTo>
                  <a:lnTo>
                    <a:pt x="482" y="402"/>
                  </a:lnTo>
                  <a:lnTo>
                    <a:pt x="482" y="402"/>
                  </a:lnTo>
                  <a:lnTo>
                    <a:pt x="482" y="402"/>
                  </a:lnTo>
                  <a:lnTo>
                    <a:pt x="482" y="402"/>
                  </a:lnTo>
                  <a:lnTo>
                    <a:pt x="482" y="402"/>
                  </a:lnTo>
                  <a:lnTo>
                    <a:pt x="482" y="402"/>
                  </a:lnTo>
                  <a:lnTo>
                    <a:pt x="482" y="402"/>
                  </a:lnTo>
                  <a:lnTo>
                    <a:pt x="482" y="402"/>
                  </a:lnTo>
                  <a:lnTo>
                    <a:pt x="482" y="402"/>
                  </a:lnTo>
                  <a:lnTo>
                    <a:pt x="482" y="402"/>
                  </a:lnTo>
                  <a:lnTo>
                    <a:pt x="482" y="402"/>
                  </a:lnTo>
                  <a:lnTo>
                    <a:pt x="482" y="416"/>
                  </a:lnTo>
                  <a:lnTo>
                    <a:pt x="479" y="416"/>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02"/>
                  </a:lnTo>
                  <a:lnTo>
                    <a:pt x="479" y="416"/>
                  </a:lnTo>
                  <a:lnTo>
                    <a:pt x="479" y="416"/>
                  </a:lnTo>
                  <a:lnTo>
                    <a:pt x="479" y="416"/>
                  </a:lnTo>
                  <a:lnTo>
                    <a:pt x="479" y="447"/>
                  </a:lnTo>
                  <a:lnTo>
                    <a:pt x="475" y="447"/>
                  </a:lnTo>
                  <a:lnTo>
                    <a:pt x="475" y="496"/>
                  </a:lnTo>
                  <a:lnTo>
                    <a:pt x="458" y="509"/>
                  </a:lnTo>
                  <a:lnTo>
                    <a:pt x="458" y="361"/>
                  </a:lnTo>
                  <a:lnTo>
                    <a:pt x="451" y="357"/>
                  </a:lnTo>
                  <a:lnTo>
                    <a:pt x="451" y="316"/>
                  </a:lnTo>
                  <a:lnTo>
                    <a:pt x="448" y="316"/>
                  </a:lnTo>
                  <a:lnTo>
                    <a:pt x="448" y="291"/>
                  </a:lnTo>
                  <a:lnTo>
                    <a:pt x="441" y="291"/>
                  </a:lnTo>
                  <a:lnTo>
                    <a:pt x="441" y="274"/>
                  </a:lnTo>
                  <a:lnTo>
                    <a:pt x="434" y="274"/>
                  </a:lnTo>
                  <a:lnTo>
                    <a:pt x="434" y="264"/>
                  </a:lnTo>
                  <a:lnTo>
                    <a:pt x="434" y="264"/>
                  </a:lnTo>
                  <a:lnTo>
                    <a:pt x="434" y="264"/>
                  </a:lnTo>
                  <a:lnTo>
                    <a:pt x="434" y="232"/>
                  </a:lnTo>
                  <a:lnTo>
                    <a:pt x="434" y="232"/>
                  </a:lnTo>
                  <a:lnTo>
                    <a:pt x="434" y="232"/>
                  </a:lnTo>
                  <a:lnTo>
                    <a:pt x="434" y="232"/>
                  </a:lnTo>
                  <a:lnTo>
                    <a:pt x="434" y="232"/>
                  </a:lnTo>
                  <a:lnTo>
                    <a:pt x="431" y="232"/>
                  </a:lnTo>
                  <a:lnTo>
                    <a:pt x="431" y="232"/>
                  </a:lnTo>
                  <a:lnTo>
                    <a:pt x="431" y="232"/>
                  </a:lnTo>
                  <a:lnTo>
                    <a:pt x="431" y="232"/>
                  </a:lnTo>
                  <a:lnTo>
                    <a:pt x="431" y="232"/>
                  </a:lnTo>
                  <a:lnTo>
                    <a:pt x="431" y="232"/>
                  </a:lnTo>
                  <a:lnTo>
                    <a:pt x="431" y="232"/>
                  </a:lnTo>
                  <a:lnTo>
                    <a:pt x="431" y="232"/>
                  </a:lnTo>
                  <a:lnTo>
                    <a:pt x="431" y="264"/>
                  </a:lnTo>
                  <a:lnTo>
                    <a:pt x="427" y="264"/>
                  </a:lnTo>
                  <a:lnTo>
                    <a:pt x="427" y="274"/>
                  </a:lnTo>
                  <a:lnTo>
                    <a:pt x="424" y="274"/>
                  </a:lnTo>
                  <a:lnTo>
                    <a:pt x="424" y="288"/>
                  </a:lnTo>
                  <a:lnTo>
                    <a:pt x="390" y="288"/>
                  </a:lnTo>
                  <a:lnTo>
                    <a:pt x="362" y="291"/>
                  </a:lnTo>
                  <a:lnTo>
                    <a:pt x="362" y="312"/>
                  </a:lnTo>
                  <a:lnTo>
                    <a:pt x="349" y="312"/>
                  </a:lnTo>
                  <a:lnTo>
                    <a:pt x="349" y="354"/>
                  </a:lnTo>
                  <a:lnTo>
                    <a:pt x="335" y="357"/>
                  </a:lnTo>
                  <a:lnTo>
                    <a:pt x="338" y="596"/>
                  </a:lnTo>
                  <a:lnTo>
                    <a:pt x="325" y="603"/>
                  </a:lnTo>
                  <a:lnTo>
                    <a:pt x="321" y="347"/>
                  </a:lnTo>
                  <a:lnTo>
                    <a:pt x="321" y="347"/>
                  </a:lnTo>
                  <a:lnTo>
                    <a:pt x="321" y="347"/>
                  </a:lnTo>
                  <a:lnTo>
                    <a:pt x="321" y="347"/>
                  </a:lnTo>
                  <a:lnTo>
                    <a:pt x="321" y="347"/>
                  </a:lnTo>
                  <a:lnTo>
                    <a:pt x="321" y="347"/>
                  </a:lnTo>
                  <a:lnTo>
                    <a:pt x="318" y="347"/>
                  </a:lnTo>
                  <a:lnTo>
                    <a:pt x="318" y="347"/>
                  </a:lnTo>
                  <a:lnTo>
                    <a:pt x="318" y="347"/>
                  </a:lnTo>
                  <a:lnTo>
                    <a:pt x="314" y="347"/>
                  </a:lnTo>
                  <a:lnTo>
                    <a:pt x="314" y="347"/>
                  </a:lnTo>
                  <a:lnTo>
                    <a:pt x="311" y="347"/>
                  </a:lnTo>
                  <a:lnTo>
                    <a:pt x="311" y="347"/>
                  </a:lnTo>
                  <a:lnTo>
                    <a:pt x="260" y="347"/>
                  </a:lnTo>
                  <a:lnTo>
                    <a:pt x="256" y="347"/>
                  </a:lnTo>
                  <a:lnTo>
                    <a:pt x="253" y="347"/>
                  </a:lnTo>
                  <a:lnTo>
                    <a:pt x="253" y="347"/>
                  </a:lnTo>
                  <a:lnTo>
                    <a:pt x="249" y="347"/>
                  </a:lnTo>
                  <a:lnTo>
                    <a:pt x="249" y="347"/>
                  </a:lnTo>
                  <a:lnTo>
                    <a:pt x="246" y="347"/>
                  </a:lnTo>
                  <a:lnTo>
                    <a:pt x="246" y="347"/>
                  </a:lnTo>
                  <a:lnTo>
                    <a:pt x="246" y="347"/>
                  </a:lnTo>
                  <a:lnTo>
                    <a:pt x="246" y="347"/>
                  </a:lnTo>
                  <a:lnTo>
                    <a:pt x="246" y="347"/>
                  </a:lnTo>
                  <a:lnTo>
                    <a:pt x="253" y="631"/>
                  </a:lnTo>
                  <a:lnTo>
                    <a:pt x="246" y="634"/>
                  </a:lnTo>
                  <a:lnTo>
                    <a:pt x="246" y="468"/>
                  </a:lnTo>
                  <a:lnTo>
                    <a:pt x="239" y="468"/>
                  </a:lnTo>
                  <a:lnTo>
                    <a:pt x="239" y="468"/>
                  </a:lnTo>
                  <a:lnTo>
                    <a:pt x="239" y="464"/>
                  </a:lnTo>
                  <a:lnTo>
                    <a:pt x="239" y="464"/>
                  </a:lnTo>
                  <a:lnTo>
                    <a:pt x="236" y="464"/>
                  </a:lnTo>
                  <a:lnTo>
                    <a:pt x="232" y="461"/>
                  </a:lnTo>
                  <a:lnTo>
                    <a:pt x="225" y="461"/>
                  </a:lnTo>
                  <a:lnTo>
                    <a:pt x="222" y="461"/>
                  </a:lnTo>
                  <a:lnTo>
                    <a:pt x="215" y="461"/>
                  </a:lnTo>
                  <a:lnTo>
                    <a:pt x="212" y="461"/>
                  </a:lnTo>
                  <a:lnTo>
                    <a:pt x="205" y="461"/>
                  </a:lnTo>
                  <a:lnTo>
                    <a:pt x="205" y="464"/>
                  </a:lnTo>
                  <a:lnTo>
                    <a:pt x="201" y="464"/>
                  </a:lnTo>
                  <a:lnTo>
                    <a:pt x="205" y="388"/>
                  </a:lnTo>
                  <a:lnTo>
                    <a:pt x="191" y="388"/>
                  </a:lnTo>
                  <a:lnTo>
                    <a:pt x="130" y="374"/>
                  </a:lnTo>
                  <a:lnTo>
                    <a:pt x="123" y="371"/>
                  </a:lnTo>
                  <a:lnTo>
                    <a:pt x="123" y="471"/>
                  </a:lnTo>
                  <a:lnTo>
                    <a:pt x="116" y="471"/>
                  </a:lnTo>
                  <a:lnTo>
                    <a:pt x="116" y="458"/>
                  </a:lnTo>
                  <a:lnTo>
                    <a:pt x="112" y="458"/>
                  </a:lnTo>
                  <a:lnTo>
                    <a:pt x="112" y="458"/>
                  </a:lnTo>
                  <a:lnTo>
                    <a:pt x="109" y="458"/>
                  </a:lnTo>
                  <a:lnTo>
                    <a:pt x="109" y="423"/>
                  </a:lnTo>
                  <a:lnTo>
                    <a:pt x="109" y="423"/>
                  </a:lnTo>
                  <a:lnTo>
                    <a:pt x="109" y="413"/>
                  </a:lnTo>
                  <a:lnTo>
                    <a:pt x="106" y="413"/>
                  </a:lnTo>
                  <a:lnTo>
                    <a:pt x="106" y="413"/>
                  </a:lnTo>
                  <a:lnTo>
                    <a:pt x="106" y="413"/>
                  </a:lnTo>
                  <a:lnTo>
                    <a:pt x="106" y="381"/>
                  </a:lnTo>
                  <a:lnTo>
                    <a:pt x="102" y="381"/>
                  </a:lnTo>
                  <a:lnTo>
                    <a:pt x="102" y="381"/>
                  </a:lnTo>
                  <a:lnTo>
                    <a:pt x="102" y="413"/>
                  </a:lnTo>
                  <a:lnTo>
                    <a:pt x="102" y="413"/>
                  </a:lnTo>
                  <a:lnTo>
                    <a:pt x="102" y="413"/>
                  </a:lnTo>
                  <a:lnTo>
                    <a:pt x="99" y="413"/>
                  </a:lnTo>
                  <a:lnTo>
                    <a:pt x="99" y="413"/>
                  </a:lnTo>
                  <a:lnTo>
                    <a:pt x="99" y="416"/>
                  </a:lnTo>
                  <a:lnTo>
                    <a:pt x="99" y="416"/>
                  </a:lnTo>
                  <a:lnTo>
                    <a:pt x="99" y="423"/>
                  </a:lnTo>
                  <a:lnTo>
                    <a:pt x="95" y="423"/>
                  </a:lnTo>
                  <a:lnTo>
                    <a:pt x="92" y="423"/>
                  </a:lnTo>
                  <a:lnTo>
                    <a:pt x="89" y="423"/>
                  </a:lnTo>
                  <a:lnTo>
                    <a:pt x="85" y="423"/>
                  </a:lnTo>
                  <a:lnTo>
                    <a:pt x="82" y="423"/>
                  </a:lnTo>
                  <a:lnTo>
                    <a:pt x="82" y="423"/>
                  </a:lnTo>
                  <a:lnTo>
                    <a:pt x="78" y="423"/>
                  </a:lnTo>
                  <a:lnTo>
                    <a:pt x="75" y="423"/>
                  </a:lnTo>
                  <a:lnTo>
                    <a:pt x="71" y="423"/>
                  </a:lnTo>
                  <a:lnTo>
                    <a:pt x="68" y="423"/>
                  </a:lnTo>
                  <a:lnTo>
                    <a:pt x="65" y="423"/>
                  </a:lnTo>
                  <a:lnTo>
                    <a:pt x="61" y="423"/>
                  </a:lnTo>
                  <a:lnTo>
                    <a:pt x="61" y="416"/>
                  </a:lnTo>
                  <a:lnTo>
                    <a:pt x="61" y="416"/>
                  </a:lnTo>
                  <a:lnTo>
                    <a:pt x="61" y="413"/>
                  </a:lnTo>
                  <a:lnTo>
                    <a:pt x="61" y="413"/>
                  </a:lnTo>
                  <a:lnTo>
                    <a:pt x="61" y="413"/>
                  </a:lnTo>
                  <a:lnTo>
                    <a:pt x="61" y="413"/>
                  </a:lnTo>
                  <a:lnTo>
                    <a:pt x="58" y="413"/>
                  </a:lnTo>
                  <a:lnTo>
                    <a:pt x="58" y="381"/>
                  </a:lnTo>
                  <a:lnTo>
                    <a:pt x="58" y="381"/>
                  </a:lnTo>
                  <a:lnTo>
                    <a:pt x="58" y="381"/>
                  </a:lnTo>
                  <a:lnTo>
                    <a:pt x="58" y="413"/>
                  </a:lnTo>
                  <a:lnTo>
                    <a:pt x="54" y="413"/>
                  </a:lnTo>
                  <a:lnTo>
                    <a:pt x="54" y="413"/>
                  </a:lnTo>
                  <a:lnTo>
                    <a:pt x="51" y="413"/>
                  </a:lnTo>
                  <a:lnTo>
                    <a:pt x="51" y="423"/>
                  </a:lnTo>
                  <a:lnTo>
                    <a:pt x="51" y="423"/>
                  </a:lnTo>
                  <a:lnTo>
                    <a:pt x="51" y="458"/>
                  </a:lnTo>
                  <a:lnTo>
                    <a:pt x="47" y="458"/>
                  </a:lnTo>
                  <a:lnTo>
                    <a:pt x="47" y="458"/>
                  </a:lnTo>
                  <a:lnTo>
                    <a:pt x="47" y="458"/>
                  </a:lnTo>
                  <a:lnTo>
                    <a:pt x="47" y="586"/>
                  </a:lnTo>
                  <a:lnTo>
                    <a:pt x="41" y="586"/>
                  </a:lnTo>
                  <a:lnTo>
                    <a:pt x="41" y="586"/>
                  </a:lnTo>
                  <a:lnTo>
                    <a:pt x="37" y="586"/>
                  </a:lnTo>
                  <a:lnTo>
                    <a:pt x="37" y="586"/>
                  </a:lnTo>
                  <a:lnTo>
                    <a:pt x="37" y="589"/>
                  </a:lnTo>
                  <a:lnTo>
                    <a:pt x="37" y="589"/>
                  </a:lnTo>
                  <a:lnTo>
                    <a:pt x="37" y="606"/>
                  </a:lnTo>
                  <a:lnTo>
                    <a:pt x="17" y="606"/>
                  </a:lnTo>
                  <a:lnTo>
                    <a:pt x="17" y="593"/>
                  </a:lnTo>
                  <a:lnTo>
                    <a:pt x="17" y="593"/>
                  </a:lnTo>
                  <a:lnTo>
                    <a:pt x="17" y="593"/>
                  </a:lnTo>
                  <a:lnTo>
                    <a:pt x="13" y="593"/>
                  </a:lnTo>
                  <a:lnTo>
                    <a:pt x="0" y="593"/>
                  </a:lnTo>
                  <a:lnTo>
                    <a:pt x="0" y="742"/>
                  </a:lnTo>
                  <a:lnTo>
                    <a:pt x="1485" y="742"/>
                  </a:lnTo>
                  <a:lnTo>
                    <a:pt x="1981" y="742"/>
                  </a:lnTo>
                  <a:lnTo>
                    <a:pt x="3826" y="742"/>
                  </a:lnTo>
                  <a:lnTo>
                    <a:pt x="3853" y="742"/>
                  </a:lnTo>
                  <a:lnTo>
                    <a:pt x="7683" y="742"/>
                  </a:lnTo>
                  <a:lnTo>
                    <a:pt x="7683" y="586"/>
                  </a:lnTo>
                  <a:lnTo>
                    <a:pt x="7642" y="548"/>
                  </a:lnTo>
                  <a:close/>
                  <a:moveTo>
                    <a:pt x="482" y="430"/>
                  </a:moveTo>
                  <a:lnTo>
                    <a:pt x="482" y="426"/>
                  </a:lnTo>
                  <a:lnTo>
                    <a:pt x="482" y="419"/>
                  </a:lnTo>
                  <a:lnTo>
                    <a:pt x="482" y="430"/>
                  </a:lnTo>
                  <a:close/>
                  <a:moveTo>
                    <a:pt x="479" y="416"/>
                  </a:moveTo>
                  <a:lnTo>
                    <a:pt x="482" y="416"/>
                  </a:lnTo>
                  <a:lnTo>
                    <a:pt x="482" y="416"/>
                  </a:lnTo>
                  <a:lnTo>
                    <a:pt x="482" y="423"/>
                  </a:lnTo>
                  <a:lnTo>
                    <a:pt x="479" y="416"/>
                  </a:lnTo>
                  <a:lnTo>
                    <a:pt x="479" y="416"/>
                  </a:lnTo>
                  <a:close/>
                  <a:moveTo>
                    <a:pt x="482" y="426"/>
                  </a:moveTo>
                  <a:lnTo>
                    <a:pt x="479" y="430"/>
                  </a:lnTo>
                  <a:lnTo>
                    <a:pt x="479" y="419"/>
                  </a:lnTo>
                  <a:lnTo>
                    <a:pt x="482" y="426"/>
                  </a:lnTo>
                  <a:close/>
                  <a:moveTo>
                    <a:pt x="479" y="433"/>
                  </a:moveTo>
                  <a:lnTo>
                    <a:pt x="482" y="426"/>
                  </a:lnTo>
                  <a:lnTo>
                    <a:pt x="482" y="433"/>
                  </a:lnTo>
                  <a:lnTo>
                    <a:pt x="482" y="433"/>
                  </a:lnTo>
                  <a:lnTo>
                    <a:pt x="479" y="433"/>
                  </a:lnTo>
                  <a:lnTo>
                    <a:pt x="479" y="433"/>
                  </a:lnTo>
                  <a:close/>
                  <a:moveTo>
                    <a:pt x="479" y="433"/>
                  </a:moveTo>
                  <a:lnTo>
                    <a:pt x="482" y="433"/>
                  </a:lnTo>
                  <a:lnTo>
                    <a:pt x="482" y="433"/>
                  </a:lnTo>
                  <a:lnTo>
                    <a:pt x="482" y="440"/>
                  </a:lnTo>
                  <a:lnTo>
                    <a:pt x="479" y="433"/>
                  </a:lnTo>
                  <a:lnTo>
                    <a:pt x="479" y="433"/>
                  </a:lnTo>
                  <a:close/>
                  <a:moveTo>
                    <a:pt x="479" y="447"/>
                  </a:moveTo>
                  <a:lnTo>
                    <a:pt x="479" y="437"/>
                  </a:lnTo>
                  <a:lnTo>
                    <a:pt x="482" y="440"/>
                  </a:lnTo>
                  <a:lnTo>
                    <a:pt x="479" y="447"/>
                  </a:lnTo>
                  <a:lnTo>
                    <a:pt x="479" y="447"/>
                  </a:lnTo>
                  <a:close/>
                  <a:moveTo>
                    <a:pt x="479" y="447"/>
                  </a:moveTo>
                  <a:lnTo>
                    <a:pt x="482" y="444"/>
                  </a:lnTo>
                  <a:lnTo>
                    <a:pt x="482" y="447"/>
                  </a:lnTo>
                  <a:lnTo>
                    <a:pt x="479" y="447"/>
                  </a:lnTo>
                  <a:close/>
                  <a:moveTo>
                    <a:pt x="482" y="447"/>
                  </a:moveTo>
                  <a:lnTo>
                    <a:pt x="482" y="440"/>
                  </a:lnTo>
                  <a:lnTo>
                    <a:pt x="482" y="433"/>
                  </a:lnTo>
                  <a:lnTo>
                    <a:pt x="482" y="447"/>
                  </a:lnTo>
                  <a:lnTo>
                    <a:pt x="482" y="447"/>
                  </a:lnTo>
                  <a:close/>
                  <a:moveTo>
                    <a:pt x="1187" y="77"/>
                  </a:moveTo>
                  <a:lnTo>
                    <a:pt x="1187" y="80"/>
                  </a:lnTo>
                  <a:lnTo>
                    <a:pt x="1184" y="94"/>
                  </a:lnTo>
                  <a:lnTo>
                    <a:pt x="1184" y="108"/>
                  </a:lnTo>
                  <a:lnTo>
                    <a:pt x="1184" y="111"/>
                  </a:lnTo>
                  <a:lnTo>
                    <a:pt x="1132" y="111"/>
                  </a:lnTo>
                  <a:lnTo>
                    <a:pt x="1132" y="108"/>
                  </a:lnTo>
                  <a:lnTo>
                    <a:pt x="1129" y="94"/>
                  </a:lnTo>
                  <a:lnTo>
                    <a:pt x="1129" y="80"/>
                  </a:lnTo>
                  <a:lnTo>
                    <a:pt x="1129" y="77"/>
                  </a:lnTo>
                  <a:lnTo>
                    <a:pt x="1126" y="70"/>
                  </a:lnTo>
                  <a:lnTo>
                    <a:pt x="1191" y="70"/>
                  </a:lnTo>
                  <a:lnTo>
                    <a:pt x="1187" y="77"/>
                  </a:lnTo>
                  <a:close/>
                  <a:moveTo>
                    <a:pt x="1502" y="558"/>
                  </a:moveTo>
                  <a:lnTo>
                    <a:pt x="1502" y="558"/>
                  </a:lnTo>
                  <a:lnTo>
                    <a:pt x="1502" y="558"/>
                  </a:lnTo>
                  <a:lnTo>
                    <a:pt x="1502" y="55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 name="Rectangle 68"/>
            <p:cNvSpPr>
              <a:spLocks noChangeArrowheads="1"/>
            </p:cNvSpPr>
            <p:nvPr/>
          </p:nvSpPr>
          <p:spPr bwMode="auto">
            <a:xfrm>
              <a:off x="0" y="4584588"/>
              <a:ext cx="12196763" cy="15791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225363848"/>
      </p:ext>
    </p:extLst>
  </p:cSld>
  <p:clrMap bg1="lt1" tx1="dk1" bg2="lt2" tx2="dk2" accent1="accent1" accent2="accent2" accent3="accent3" accent4="accent4" accent5="accent5" accent6="accent6" hlink="hlink" folHlink="folHlink"/>
  <p:sldLayoutIdLst>
    <p:sldLayoutId id="2147483661" r:id="rId1"/>
  </p:sldLayoutIdLst>
  <p:transition/>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2.xml"/><Relationship Id="rId1" Type="http://schemas.openxmlformats.org/officeDocument/2006/relationships/themeOverride" Target="../theme/themeOverride1.xml"/><Relationship Id="rId4" Type="http://schemas.openxmlformats.org/officeDocument/2006/relationships/image" Target="../media/image1.jpe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hemeOverride" Target="../theme/themeOverride2.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themeOverride" Target="../theme/themeOverride3.xml"/><Relationship Id="rId4" Type="http://schemas.openxmlformats.org/officeDocument/2006/relationships/chart" Target="../charts/chart1.xml"/></Relationships>
</file>

<file path=ppt/slides/_rels/slide4.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notesSlide" Target="../notesSlides/notesSlide4.xml"/><Relationship Id="rId7" Type="http://schemas.openxmlformats.org/officeDocument/2006/relationships/diagramColors" Target="../diagrams/colors1.xml"/><Relationship Id="rId2" Type="http://schemas.openxmlformats.org/officeDocument/2006/relationships/slideLayout" Target="../slideLayouts/slideLayout2.xml"/><Relationship Id="rId1" Type="http://schemas.openxmlformats.org/officeDocument/2006/relationships/themeOverride" Target="../theme/themeOverride4.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5.xml.rels><?xml version="1.0" encoding="UTF-8" standalone="yes"?>
<Relationships xmlns="http://schemas.openxmlformats.org/package/2006/relationships"><Relationship Id="rId8" Type="http://schemas.microsoft.com/office/2007/relationships/diagramDrawing" Target="../diagrams/drawing2.xml"/><Relationship Id="rId3" Type="http://schemas.openxmlformats.org/officeDocument/2006/relationships/notesSlide" Target="../notesSlides/notesSlide5.xml"/><Relationship Id="rId7" Type="http://schemas.openxmlformats.org/officeDocument/2006/relationships/diagramColors" Target="../diagrams/colors2.xml"/><Relationship Id="rId2" Type="http://schemas.openxmlformats.org/officeDocument/2006/relationships/slideLayout" Target="../slideLayouts/slideLayout2.xml"/><Relationship Id="rId1" Type="http://schemas.openxmlformats.org/officeDocument/2006/relationships/themeOverride" Target="../theme/themeOverride5.xml"/><Relationship Id="rId6" Type="http://schemas.openxmlformats.org/officeDocument/2006/relationships/diagramQuickStyle" Target="../diagrams/quickStyle2.xml"/><Relationship Id="rId5" Type="http://schemas.openxmlformats.org/officeDocument/2006/relationships/diagramLayout" Target="../diagrams/layout2.xml"/><Relationship Id="rId4" Type="http://schemas.openxmlformats.org/officeDocument/2006/relationships/diagramData" Target="../diagrams/data2.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hemeOverride" Target="../theme/themeOverride6.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xml"/><Relationship Id="rId1" Type="http://schemas.openxmlformats.org/officeDocument/2006/relationships/themeOverride" Target="../theme/themeOverride7.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xml"/><Relationship Id="rId1" Type="http://schemas.openxmlformats.org/officeDocument/2006/relationships/themeOverride" Target="../theme/themeOverride8.xml"/></Relationships>
</file>

<file path=ppt/slides/_rels/slide9.xml.rels><?xml version="1.0" encoding="UTF-8" standalone="yes"?>
<Relationships xmlns="http://schemas.openxmlformats.org/package/2006/relationships"><Relationship Id="rId8" Type="http://schemas.openxmlformats.org/officeDocument/2006/relationships/image" Target="../media/image6.png"/><Relationship Id="rId13" Type="http://schemas.openxmlformats.org/officeDocument/2006/relationships/image" Target="../media/image11.png"/><Relationship Id="rId18" Type="http://schemas.openxmlformats.org/officeDocument/2006/relationships/image" Target="../media/image16.png"/><Relationship Id="rId3" Type="http://schemas.openxmlformats.org/officeDocument/2006/relationships/notesSlide" Target="../notesSlides/notesSlide9.xml"/><Relationship Id="rId7" Type="http://schemas.openxmlformats.org/officeDocument/2006/relationships/image" Target="../media/image5.png"/><Relationship Id="rId12" Type="http://schemas.openxmlformats.org/officeDocument/2006/relationships/image" Target="../media/image10.jpeg"/><Relationship Id="rId17" Type="http://schemas.openxmlformats.org/officeDocument/2006/relationships/image" Target="../media/image15.png"/><Relationship Id="rId2" Type="http://schemas.openxmlformats.org/officeDocument/2006/relationships/slideLayout" Target="../slideLayouts/slideLayout2.xml"/><Relationship Id="rId16" Type="http://schemas.openxmlformats.org/officeDocument/2006/relationships/image" Target="../media/image14.png"/><Relationship Id="rId1" Type="http://schemas.openxmlformats.org/officeDocument/2006/relationships/themeOverride" Target="../theme/themeOverride9.xml"/><Relationship Id="rId6" Type="http://schemas.openxmlformats.org/officeDocument/2006/relationships/image" Target="../media/image4.png"/><Relationship Id="rId11" Type="http://schemas.openxmlformats.org/officeDocument/2006/relationships/image" Target="../media/image9.png"/><Relationship Id="rId5" Type="http://schemas.openxmlformats.org/officeDocument/2006/relationships/image" Target="../media/image3.png"/><Relationship Id="rId15" Type="http://schemas.openxmlformats.org/officeDocument/2006/relationships/image" Target="../media/image13.jpeg"/><Relationship Id="rId10" Type="http://schemas.openxmlformats.org/officeDocument/2006/relationships/image" Target="../media/image8.png"/><Relationship Id="rId4" Type="http://schemas.openxmlformats.org/officeDocument/2006/relationships/image" Target="../media/image2.png"/><Relationship Id="rId9" Type="http://schemas.openxmlformats.org/officeDocument/2006/relationships/image" Target="../media/image7.png"/><Relationship Id="rId14" Type="http://schemas.openxmlformats.org/officeDocument/2006/relationships/image" Target="../media/image12.pn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1.xml"/><Relationship Id="rId1" Type="http://schemas.openxmlformats.org/officeDocument/2006/relationships/themeOverride" Target="../theme/themeOverride10.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xml"/><Relationship Id="rId1" Type="http://schemas.openxmlformats.org/officeDocument/2006/relationships/themeOverride" Target="../theme/themeOverride11.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hemeOverride" Target="../theme/themeOverride12.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hemeOverride" Target="../theme/themeOverride13.x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3.xml"/><Relationship Id="rId1" Type="http://schemas.openxmlformats.org/officeDocument/2006/relationships/themeOverride" Target="../theme/themeOverride14.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xml"/><Relationship Id="rId1" Type="http://schemas.openxmlformats.org/officeDocument/2006/relationships/themeOverride" Target="../theme/themeOverride15.xml"/><Relationship Id="rId4" Type="http://schemas.openxmlformats.org/officeDocument/2006/relationships/image" Target="../media/image17.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hemeOverride" Target="../theme/themeOverride16.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hemeOverride" Target="../theme/themeOverride17.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themeOverride" Target="../theme/themeOverride18.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hemeOverride" Target="../theme/themeOverride19.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xml"/><Relationship Id="rId1" Type="http://schemas.openxmlformats.org/officeDocument/2006/relationships/themeOverride" Target="../theme/themeOverride20.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xml"/><Relationship Id="rId1" Type="http://schemas.openxmlformats.org/officeDocument/2006/relationships/themeOverride" Target="../theme/themeOverride21.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hemeOverride" Target="../theme/themeOverride22.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2.xml"/><Relationship Id="rId1" Type="http://schemas.openxmlformats.org/officeDocument/2006/relationships/themeOverride" Target="../theme/themeOverride23.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hemeOverride" Target="../theme/themeOverride24.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2.xml"/><Relationship Id="rId1" Type="http://schemas.openxmlformats.org/officeDocument/2006/relationships/themeOverride" Target="../theme/themeOverride25.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hemeOverride" Target="../theme/themeOverride26.xml"/><Relationship Id="rId4" Type="http://schemas.openxmlformats.org/officeDocument/2006/relationships/image" Target="../media/image17.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xml"/><Relationship Id="rId1" Type="http://schemas.openxmlformats.org/officeDocument/2006/relationships/themeOverride" Target="../theme/themeOverride27.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1.xml"/><Relationship Id="rId1" Type="http://schemas.openxmlformats.org/officeDocument/2006/relationships/themeOverride" Target="../theme/themeOverride28.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2.xml"/><Relationship Id="rId1" Type="http://schemas.openxmlformats.org/officeDocument/2006/relationships/themeOverride" Target="../theme/themeOverride29.xml"/><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themeOverride" Target="../theme/themeOverride30.xml"/></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themeOverride" Target="../theme/themeOverride31.xml"/><Relationship Id="rId4" Type="http://schemas.openxmlformats.org/officeDocument/2006/relationships/chart" Target="../charts/chart2.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1.xml"/><Relationship Id="rId1" Type="http://schemas.openxmlformats.org/officeDocument/2006/relationships/themeOverride" Target="../theme/themeOverride32.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1.xml"/><Relationship Id="rId1" Type="http://schemas.openxmlformats.org/officeDocument/2006/relationships/themeOverride" Target="../theme/themeOverride33.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2.xml"/><Relationship Id="rId1" Type="http://schemas.openxmlformats.org/officeDocument/2006/relationships/themeOverride" Target="../theme/themeOverride34.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themeOverride" Target="../theme/themeOverride35.xml"/></Relationships>
</file>

<file path=ppt/slides/_rels/slide36.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5.jpeg"/><Relationship Id="rId18" Type="http://schemas.openxmlformats.org/officeDocument/2006/relationships/image" Target="../media/image29.png"/><Relationship Id="rId3" Type="http://schemas.openxmlformats.org/officeDocument/2006/relationships/notesSlide" Target="../notesSlides/notesSlide36.xml"/><Relationship Id="rId7" Type="http://schemas.openxmlformats.org/officeDocument/2006/relationships/image" Target="../media/image20.png"/><Relationship Id="rId12" Type="http://schemas.openxmlformats.org/officeDocument/2006/relationships/image" Target="../media/image24.png"/><Relationship Id="rId17" Type="http://schemas.openxmlformats.org/officeDocument/2006/relationships/image" Target="../media/image28.png"/><Relationship Id="rId2" Type="http://schemas.openxmlformats.org/officeDocument/2006/relationships/slideLayout" Target="../slideLayouts/slideLayout2.xml"/><Relationship Id="rId16" Type="http://schemas.openxmlformats.org/officeDocument/2006/relationships/image" Target="../media/image27.jpeg"/><Relationship Id="rId1" Type="http://schemas.openxmlformats.org/officeDocument/2006/relationships/themeOverride" Target="../theme/themeOverride36.xml"/><Relationship Id="rId6" Type="http://schemas.openxmlformats.org/officeDocument/2006/relationships/image" Target="../media/image19.png"/><Relationship Id="rId11" Type="http://schemas.openxmlformats.org/officeDocument/2006/relationships/image" Target="../media/image23.png"/><Relationship Id="rId5" Type="http://schemas.openxmlformats.org/officeDocument/2006/relationships/image" Target="../media/image2.png"/><Relationship Id="rId15" Type="http://schemas.openxmlformats.org/officeDocument/2006/relationships/image" Target="../media/image26.png"/><Relationship Id="rId10" Type="http://schemas.openxmlformats.org/officeDocument/2006/relationships/image" Target="../media/image22.png"/><Relationship Id="rId19" Type="http://schemas.openxmlformats.org/officeDocument/2006/relationships/image" Target="../media/image16.png"/><Relationship Id="rId4" Type="http://schemas.openxmlformats.org/officeDocument/2006/relationships/image" Target="../media/image18.png"/><Relationship Id="rId9" Type="http://schemas.openxmlformats.org/officeDocument/2006/relationships/image" Target="../media/image6.png"/><Relationship Id="rId14" Type="http://schemas.openxmlformats.org/officeDocument/2006/relationships/image" Target="../media/image11.pn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themeOverride" Target="../theme/themeOverride37.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7" Type="http://schemas.openxmlformats.org/officeDocument/2006/relationships/chart" Target="../charts/chart6.xml"/><Relationship Id="rId2" Type="http://schemas.openxmlformats.org/officeDocument/2006/relationships/slideLayout" Target="../slideLayouts/slideLayout2.xml"/><Relationship Id="rId1" Type="http://schemas.openxmlformats.org/officeDocument/2006/relationships/themeOverride" Target="../theme/themeOverride38.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chart" Target="../charts/chart3.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themeOverride" Target="../theme/themeOverride39.xml"/><Relationship Id="rId4" Type="http://schemas.openxmlformats.org/officeDocument/2006/relationships/chart" Target="../charts/chart7.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2.xml"/><Relationship Id="rId1" Type="http://schemas.openxmlformats.org/officeDocument/2006/relationships/themeOverride" Target="../theme/themeOverride40.xml"/></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2.xml"/><Relationship Id="rId1" Type="http://schemas.openxmlformats.org/officeDocument/2006/relationships/themeOverride" Target="../theme/themeOverride41.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1.xml"/><Relationship Id="rId1" Type="http://schemas.openxmlformats.org/officeDocument/2006/relationships/themeOverride" Target="../theme/themeOverride42.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2.xml"/><Relationship Id="rId1" Type="http://schemas.openxmlformats.org/officeDocument/2006/relationships/themeOverride" Target="../theme/themeOverride43.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2.xml"/><Relationship Id="rId1" Type="http://schemas.openxmlformats.org/officeDocument/2006/relationships/themeOverride" Target="../theme/themeOverride44.xml"/><Relationship Id="rId5" Type="http://schemas.openxmlformats.org/officeDocument/2006/relationships/chart" Target="../charts/chart9.xml"/><Relationship Id="rId4" Type="http://schemas.openxmlformats.org/officeDocument/2006/relationships/chart" Target="../charts/chart8.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2.xml"/><Relationship Id="rId1" Type="http://schemas.openxmlformats.org/officeDocument/2006/relationships/themeOverride" Target="../theme/themeOverride45.xml"/><Relationship Id="rId5" Type="http://schemas.openxmlformats.org/officeDocument/2006/relationships/chart" Target="../charts/chart11.xml"/><Relationship Id="rId4" Type="http://schemas.openxmlformats.org/officeDocument/2006/relationships/chart" Target="../charts/chart10.xml"/></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2.xml"/><Relationship Id="rId1" Type="http://schemas.openxmlformats.org/officeDocument/2006/relationships/themeOverride" Target="../theme/themeOverride46.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2.xml"/><Relationship Id="rId1" Type="http://schemas.openxmlformats.org/officeDocument/2006/relationships/themeOverride" Target="../theme/themeOverride47.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2.xml"/><Relationship Id="rId1" Type="http://schemas.openxmlformats.org/officeDocument/2006/relationships/themeOverride" Target="../theme/themeOverride48.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2.xml"/><Relationship Id="rId1" Type="http://schemas.openxmlformats.org/officeDocument/2006/relationships/themeOverride" Target="../theme/themeOverride49.xml"/></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1.xml"/><Relationship Id="rId1" Type="http://schemas.openxmlformats.org/officeDocument/2006/relationships/themeOverride" Target="../theme/themeOverride50.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2.xml"/><Relationship Id="rId1" Type="http://schemas.openxmlformats.org/officeDocument/2006/relationships/themeOverride" Target="../theme/themeOverride51.xml"/></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2.xml"/><Relationship Id="rId1" Type="http://schemas.openxmlformats.org/officeDocument/2006/relationships/themeOverride" Target="../theme/themeOverride52.xml"/></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2.xml"/><Relationship Id="rId1" Type="http://schemas.openxmlformats.org/officeDocument/2006/relationships/themeOverride" Target="../theme/themeOverride53.xml"/></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2.xml"/><Relationship Id="rId1" Type="http://schemas.openxmlformats.org/officeDocument/2006/relationships/themeOverride" Target="../theme/themeOverride54.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1.xml"/><Relationship Id="rId1" Type="http://schemas.openxmlformats.org/officeDocument/2006/relationships/themeOverride" Target="../theme/themeOverride55.xml"/></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1.xml"/><Relationship Id="rId1" Type="http://schemas.openxmlformats.org/officeDocument/2006/relationships/themeOverride" Target="../theme/themeOverride56.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1.xml"/><Relationship Id="rId1" Type="http://schemas.openxmlformats.org/officeDocument/2006/relationships/themeOverride" Target="../theme/themeOverride57.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2.xml"/><Relationship Id="rId1" Type="http://schemas.openxmlformats.org/officeDocument/2006/relationships/themeOverride" Target="../theme/themeOverride58.xml"/><Relationship Id="rId4" Type="http://schemas.openxmlformats.org/officeDocument/2006/relationships/image" Target="../media/image30.jpeg"/></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 name="图片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673"/>
            <a:ext cx="12192000" cy="6854652"/>
          </a:xfrm>
          <a:prstGeom prst="rect">
            <a:avLst/>
          </a:prstGeom>
        </p:spPr>
      </p:pic>
      <p:sp>
        <p:nvSpPr>
          <p:cNvPr id="11" name="矩形 10"/>
          <p:cNvSpPr/>
          <p:nvPr/>
        </p:nvSpPr>
        <p:spPr>
          <a:xfrm>
            <a:off x="0" y="4669221"/>
            <a:ext cx="12192000" cy="2187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4" name="Rectangle 3"/>
          <p:cNvSpPr/>
          <p:nvPr/>
        </p:nvSpPr>
        <p:spPr>
          <a:xfrm>
            <a:off x="0" y="3754821"/>
            <a:ext cx="6197600" cy="914400"/>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 name="Rectangle 4"/>
          <p:cNvSpPr/>
          <p:nvPr/>
        </p:nvSpPr>
        <p:spPr>
          <a:xfrm>
            <a:off x="6197600" y="3754821"/>
            <a:ext cx="2743200" cy="914400"/>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 name="Rectangle 5"/>
          <p:cNvSpPr/>
          <p:nvPr/>
        </p:nvSpPr>
        <p:spPr>
          <a:xfrm>
            <a:off x="8940800" y="3754821"/>
            <a:ext cx="2235200" cy="914400"/>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Rectangle 6"/>
          <p:cNvSpPr/>
          <p:nvPr/>
        </p:nvSpPr>
        <p:spPr>
          <a:xfrm>
            <a:off x="11176000" y="3754821"/>
            <a:ext cx="1016000" cy="914400"/>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Text Box 7"/>
          <p:cNvSpPr txBox="1">
            <a:spLocks noChangeArrowheads="1"/>
          </p:cNvSpPr>
          <p:nvPr/>
        </p:nvSpPr>
        <p:spPr bwMode="auto">
          <a:xfrm>
            <a:off x="812800" y="4981027"/>
            <a:ext cx="4922501" cy="800219"/>
          </a:xfrm>
          <a:prstGeom prst="rect">
            <a:avLst/>
          </a:prstGeom>
          <a:noFill/>
          <a:ln w="9525">
            <a:noFill/>
            <a:miter lim="800000"/>
          </a:ln>
        </p:spPr>
        <p:txBody>
          <a:bodyPr wrap="none" lIns="60960" tIns="30480" rIns="60960" bIns="30480">
            <a:spAutoFit/>
          </a:bodyPr>
          <a:lstStyle/>
          <a:p>
            <a:pPr defTabSz="1450940"/>
            <a:r>
              <a:rPr lang="zh-CN" altLang="en-US" sz="4800" spc="-200" smtClean="0">
                <a:solidFill>
                  <a:schemeClr val="tx1">
                    <a:lumMod val="75000"/>
                    <a:lumOff val="2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创意流程图表</a:t>
            </a:r>
            <a:r>
              <a:rPr lang="en-US" altLang="zh-CN" sz="4800" spc="-200" smtClean="0">
                <a:solidFill>
                  <a:schemeClr val="tx1">
                    <a:lumMod val="75000"/>
                    <a:lumOff val="2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58</a:t>
            </a:r>
            <a:r>
              <a:rPr lang="zh-CN" altLang="en-US" sz="4800" spc="-200" smtClean="0">
                <a:solidFill>
                  <a:schemeClr val="tx1">
                    <a:lumMod val="75000"/>
                    <a:lumOff val="2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页</a:t>
            </a:r>
            <a:endParaRPr lang="en-CA" sz="4800" spc="-200">
              <a:solidFill>
                <a:schemeClr val="tx1">
                  <a:lumMod val="75000"/>
                  <a:lumOff val="2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endParaRPr>
          </a:p>
        </p:txBody>
      </p:sp>
      <p:sp>
        <p:nvSpPr>
          <p:cNvPr id="9" name="Rectangle 8"/>
          <p:cNvSpPr/>
          <p:nvPr/>
        </p:nvSpPr>
        <p:spPr>
          <a:xfrm>
            <a:off x="812800" y="5778380"/>
            <a:ext cx="3216940" cy="523220"/>
          </a:xfrm>
          <a:prstGeom prst="rect">
            <a:avLst/>
          </a:prstGeom>
        </p:spPr>
        <p:txBody>
          <a:bodyPr wrap="square">
            <a:spAutoFit/>
          </a:bodyPr>
          <a:lstStyle/>
          <a:p>
            <a:r>
              <a:rPr lang="zh-CN" altLang="en-US" sz="1400" smtClean="0">
                <a:solidFill>
                  <a:schemeClr val="tx1">
                    <a:lumMod val="75000"/>
                    <a:lumOff val="2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提高办公效率、从此不加班</a:t>
            </a:r>
            <a:endParaRPr lang="en-US" altLang="zh-CN" sz="1400" smtClean="0">
              <a:solidFill>
                <a:schemeClr val="tx1">
                  <a:lumMod val="75000"/>
                  <a:lumOff val="2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altLang="zh-CN"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a:t>
            </a:r>
            <a:endParaRPr lang="en-US" sz="1400">
              <a:solidFill>
                <a:schemeClr val="tx1">
                  <a:lumMod val="75000"/>
                  <a:lumOff val="2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16480542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805793" y="1880299"/>
            <a:ext cx="980016" cy="980016"/>
            <a:chOff x="533400" y="1410224"/>
            <a:chExt cx="735012" cy="735012"/>
          </a:xfrm>
        </p:grpSpPr>
        <p:sp>
          <p:nvSpPr>
            <p:cNvPr id="16" name="Oval 15"/>
            <p:cNvSpPr/>
            <p:nvPr/>
          </p:nvSpPr>
          <p:spPr>
            <a:xfrm>
              <a:off x="533400" y="1410224"/>
              <a:ext cx="735012" cy="735012"/>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Rectangle 67"/>
            <p:cNvSpPr/>
            <p:nvPr/>
          </p:nvSpPr>
          <p:spPr>
            <a:xfrm>
              <a:off x="545703" y="1524693"/>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60%</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25" name="Group 24"/>
          <p:cNvGrpSpPr/>
          <p:nvPr/>
        </p:nvGrpSpPr>
        <p:grpSpPr>
          <a:xfrm>
            <a:off x="1980544" y="2030581"/>
            <a:ext cx="5873749" cy="679451"/>
            <a:chOff x="1980544" y="2030581"/>
            <a:chExt cx="5873749" cy="679451"/>
          </a:xfrm>
        </p:grpSpPr>
        <p:sp>
          <p:nvSpPr>
            <p:cNvPr id="2" name="Freeform 5"/>
            <p:cNvSpPr>
              <a:spLocks noEditPoints="1"/>
            </p:cNvSpPr>
            <p:nvPr/>
          </p:nvSpPr>
          <p:spPr bwMode="auto">
            <a:xfrm>
              <a:off x="1980544" y="2030581"/>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 name="Freeform 6"/>
            <p:cNvSpPr>
              <a:spLocks noEditPoints="1"/>
            </p:cNvSpPr>
            <p:nvPr/>
          </p:nvSpPr>
          <p:spPr bwMode="auto">
            <a:xfrm>
              <a:off x="4912127" y="2030581"/>
              <a:ext cx="275167"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 name="Freeform 7"/>
            <p:cNvSpPr>
              <a:spLocks noEditPoints="1"/>
            </p:cNvSpPr>
            <p:nvPr/>
          </p:nvSpPr>
          <p:spPr bwMode="auto">
            <a:xfrm>
              <a:off x="3151060" y="2030581"/>
              <a:ext cx="277284"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9 w 96"/>
                <a:gd name="T47" fmla="*/ 69 h 234"/>
                <a:gd name="T48" fmla="*/ 19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3"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9" y="69"/>
                    <a:pt x="19" y="69"/>
                    <a:pt x="19" y="69"/>
                  </a:cubicBezTo>
                  <a:cubicBezTo>
                    <a:pt x="19" y="134"/>
                    <a:pt x="19" y="134"/>
                    <a:pt x="19" y="134"/>
                  </a:cubicBezTo>
                  <a:cubicBezTo>
                    <a:pt x="19"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 name="Freeform 9"/>
            <p:cNvSpPr>
              <a:spLocks noEditPoints="1"/>
            </p:cNvSpPr>
            <p:nvPr/>
          </p:nvSpPr>
          <p:spPr bwMode="auto">
            <a:xfrm>
              <a:off x="2568977" y="2030581"/>
              <a:ext cx="275167"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 name="Freeform 10"/>
            <p:cNvSpPr>
              <a:spLocks noEditPoints="1"/>
            </p:cNvSpPr>
            <p:nvPr/>
          </p:nvSpPr>
          <p:spPr bwMode="auto">
            <a:xfrm>
              <a:off x="5498444" y="2030581"/>
              <a:ext cx="277284"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4 w 95"/>
                <a:gd name="T37" fmla="*/ 133 h 234"/>
                <a:gd name="T38" fmla="*/ 44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4" y="133"/>
                    <a:pt x="44" y="133"/>
                    <a:pt x="44" y="133"/>
                  </a:cubicBezTo>
                  <a:cubicBezTo>
                    <a:pt x="44" y="224"/>
                    <a:pt x="44" y="224"/>
                    <a:pt x="44" y="224"/>
                  </a:cubicBezTo>
                  <a:cubicBezTo>
                    <a:pt x="44"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11"/>
            <p:cNvSpPr>
              <a:spLocks noEditPoints="1"/>
            </p:cNvSpPr>
            <p:nvPr/>
          </p:nvSpPr>
          <p:spPr bwMode="auto">
            <a:xfrm>
              <a:off x="3737377" y="2030581"/>
              <a:ext cx="279400"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13"/>
            <p:cNvSpPr>
              <a:spLocks noEditPoints="1"/>
            </p:cNvSpPr>
            <p:nvPr/>
          </p:nvSpPr>
          <p:spPr bwMode="auto">
            <a:xfrm>
              <a:off x="4323693" y="2030581"/>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15"/>
            <p:cNvSpPr>
              <a:spLocks noEditPoints="1"/>
            </p:cNvSpPr>
            <p:nvPr/>
          </p:nvSpPr>
          <p:spPr bwMode="auto">
            <a:xfrm>
              <a:off x="2276877" y="2030581"/>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16"/>
            <p:cNvSpPr>
              <a:spLocks noEditPoints="1"/>
            </p:cNvSpPr>
            <p:nvPr/>
          </p:nvSpPr>
          <p:spPr bwMode="auto">
            <a:xfrm>
              <a:off x="5208460" y="2030581"/>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17"/>
            <p:cNvSpPr>
              <a:spLocks noEditPoints="1"/>
            </p:cNvSpPr>
            <p:nvPr/>
          </p:nvSpPr>
          <p:spPr bwMode="auto">
            <a:xfrm>
              <a:off x="3449511" y="2030581"/>
              <a:ext cx="275167" cy="679451"/>
            </a:xfrm>
            <a:custGeom>
              <a:avLst/>
              <a:gdLst>
                <a:gd name="T0" fmla="*/ 67 w 95"/>
                <a:gd name="T1" fmla="*/ 19 h 234"/>
                <a:gd name="T2" fmla="*/ 61 w 95"/>
                <a:gd name="T3" fmla="*/ 34 h 234"/>
                <a:gd name="T4" fmla="*/ 47 w 95"/>
                <a:gd name="T5" fmla="*/ 40 h 234"/>
                <a:gd name="T6" fmla="*/ 34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1 w 95"/>
                <a:gd name="T33" fmla="*/ 224 h 234"/>
                <a:gd name="T34" fmla="*/ 51 w 95"/>
                <a:gd name="T35" fmla="*/ 133 h 234"/>
                <a:gd name="T36" fmla="*/ 45 w 95"/>
                <a:gd name="T37" fmla="*/ 133 h 234"/>
                <a:gd name="T38" fmla="*/ 45 w 95"/>
                <a:gd name="T39" fmla="*/ 224 h 234"/>
                <a:gd name="T40" fmla="*/ 34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4"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9"/>
            <p:cNvSpPr>
              <a:spLocks noEditPoints="1"/>
            </p:cNvSpPr>
            <p:nvPr/>
          </p:nvSpPr>
          <p:spPr bwMode="auto">
            <a:xfrm>
              <a:off x="2865311" y="2030581"/>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20"/>
            <p:cNvSpPr>
              <a:spLocks noEditPoints="1"/>
            </p:cNvSpPr>
            <p:nvPr/>
          </p:nvSpPr>
          <p:spPr bwMode="auto">
            <a:xfrm>
              <a:off x="5794777" y="2030581"/>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6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21"/>
            <p:cNvSpPr>
              <a:spLocks noEditPoints="1"/>
            </p:cNvSpPr>
            <p:nvPr/>
          </p:nvSpPr>
          <p:spPr bwMode="auto">
            <a:xfrm>
              <a:off x="4035827" y="2030581"/>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23"/>
            <p:cNvSpPr>
              <a:spLocks noEditPoints="1"/>
            </p:cNvSpPr>
            <p:nvPr/>
          </p:nvSpPr>
          <p:spPr bwMode="auto">
            <a:xfrm>
              <a:off x="4622144" y="2030581"/>
              <a:ext cx="277284"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6"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6"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5"/>
            <p:cNvSpPr>
              <a:spLocks noEditPoints="1"/>
            </p:cNvSpPr>
            <p:nvPr/>
          </p:nvSpPr>
          <p:spPr bwMode="auto">
            <a:xfrm>
              <a:off x="6110160" y="2030581"/>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7"/>
            <p:cNvSpPr>
              <a:spLocks noEditPoints="1"/>
            </p:cNvSpPr>
            <p:nvPr/>
          </p:nvSpPr>
          <p:spPr bwMode="auto">
            <a:xfrm>
              <a:off x="7280676" y="2030581"/>
              <a:ext cx="277284"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9 w 96"/>
                <a:gd name="T47" fmla="*/ 69 h 234"/>
                <a:gd name="T48" fmla="*/ 19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3"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9" y="69"/>
                    <a:pt x="19" y="69"/>
                    <a:pt x="19" y="69"/>
                  </a:cubicBezTo>
                  <a:cubicBezTo>
                    <a:pt x="19" y="134"/>
                    <a:pt x="19" y="134"/>
                    <a:pt x="19" y="134"/>
                  </a:cubicBezTo>
                  <a:cubicBezTo>
                    <a:pt x="19"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Freeform 9"/>
            <p:cNvSpPr>
              <a:spLocks noEditPoints="1"/>
            </p:cNvSpPr>
            <p:nvPr/>
          </p:nvSpPr>
          <p:spPr bwMode="auto">
            <a:xfrm>
              <a:off x="6698593" y="2030581"/>
              <a:ext cx="275167"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Freeform 15"/>
            <p:cNvSpPr>
              <a:spLocks noEditPoints="1"/>
            </p:cNvSpPr>
            <p:nvPr/>
          </p:nvSpPr>
          <p:spPr bwMode="auto">
            <a:xfrm>
              <a:off x="6406493" y="2030581"/>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Freeform 17"/>
            <p:cNvSpPr>
              <a:spLocks noEditPoints="1"/>
            </p:cNvSpPr>
            <p:nvPr/>
          </p:nvSpPr>
          <p:spPr bwMode="auto">
            <a:xfrm>
              <a:off x="7579126" y="2030581"/>
              <a:ext cx="275167" cy="679451"/>
            </a:xfrm>
            <a:custGeom>
              <a:avLst/>
              <a:gdLst>
                <a:gd name="T0" fmla="*/ 67 w 95"/>
                <a:gd name="T1" fmla="*/ 19 h 234"/>
                <a:gd name="T2" fmla="*/ 61 w 95"/>
                <a:gd name="T3" fmla="*/ 34 h 234"/>
                <a:gd name="T4" fmla="*/ 47 w 95"/>
                <a:gd name="T5" fmla="*/ 40 h 234"/>
                <a:gd name="T6" fmla="*/ 34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1 w 95"/>
                <a:gd name="T33" fmla="*/ 224 h 234"/>
                <a:gd name="T34" fmla="*/ 51 w 95"/>
                <a:gd name="T35" fmla="*/ 133 h 234"/>
                <a:gd name="T36" fmla="*/ 45 w 95"/>
                <a:gd name="T37" fmla="*/ 133 h 234"/>
                <a:gd name="T38" fmla="*/ 45 w 95"/>
                <a:gd name="T39" fmla="*/ 224 h 234"/>
                <a:gd name="T40" fmla="*/ 34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4"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Freeform 19"/>
            <p:cNvSpPr>
              <a:spLocks noEditPoints="1"/>
            </p:cNvSpPr>
            <p:nvPr/>
          </p:nvSpPr>
          <p:spPr bwMode="auto">
            <a:xfrm>
              <a:off x="6994926" y="2030581"/>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1" name="Group 20"/>
          <p:cNvGrpSpPr/>
          <p:nvPr/>
        </p:nvGrpSpPr>
        <p:grpSpPr>
          <a:xfrm>
            <a:off x="805793" y="3123480"/>
            <a:ext cx="980016" cy="980016"/>
            <a:chOff x="533400" y="2342610"/>
            <a:chExt cx="735012" cy="735012"/>
          </a:xfrm>
        </p:grpSpPr>
        <p:sp>
          <p:nvSpPr>
            <p:cNvPr id="94" name="Oval 93"/>
            <p:cNvSpPr/>
            <p:nvPr/>
          </p:nvSpPr>
          <p:spPr>
            <a:xfrm>
              <a:off x="533400" y="2342610"/>
              <a:ext cx="735012" cy="735012"/>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Rectangle 95"/>
            <p:cNvSpPr/>
            <p:nvPr/>
          </p:nvSpPr>
          <p:spPr>
            <a:xfrm>
              <a:off x="545703" y="2457079"/>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85%</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24" name="Group 23"/>
          <p:cNvGrpSpPr/>
          <p:nvPr/>
        </p:nvGrpSpPr>
        <p:grpSpPr>
          <a:xfrm>
            <a:off x="1980544" y="3273763"/>
            <a:ext cx="5873749" cy="679451"/>
            <a:chOff x="1980544" y="3273763"/>
            <a:chExt cx="5873749" cy="679451"/>
          </a:xfrm>
        </p:grpSpPr>
        <p:sp>
          <p:nvSpPr>
            <p:cNvPr id="80" name="Freeform 5"/>
            <p:cNvSpPr>
              <a:spLocks noEditPoints="1"/>
            </p:cNvSpPr>
            <p:nvPr/>
          </p:nvSpPr>
          <p:spPr bwMode="auto">
            <a:xfrm>
              <a:off x="1980544" y="3273763"/>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Freeform 6"/>
            <p:cNvSpPr>
              <a:spLocks noEditPoints="1"/>
            </p:cNvSpPr>
            <p:nvPr/>
          </p:nvSpPr>
          <p:spPr bwMode="auto">
            <a:xfrm>
              <a:off x="4912127" y="3273763"/>
              <a:ext cx="275167"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Freeform 7"/>
            <p:cNvSpPr>
              <a:spLocks noEditPoints="1"/>
            </p:cNvSpPr>
            <p:nvPr/>
          </p:nvSpPr>
          <p:spPr bwMode="auto">
            <a:xfrm>
              <a:off x="3151060" y="3273763"/>
              <a:ext cx="277284"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9 w 96"/>
                <a:gd name="T47" fmla="*/ 69 h 234"/>
                <a:gd name="T48" fmla="*/ 19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3"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9" y="69"/>
                    <a:pt x="19" y="69"/>
                    <a:pt x="19" y="69"/>
                  </a:cubicBezTo>
                  <a:cubicBezTo>
                    <a:pt x="19" y="134"/>
                    <a:pt x="19" y="134"/>
                    <a:pt x="19" y="134"/>
                  </a:cubicBezTo>
                  <a:cubicBezTo>
                    <a:pt x="19"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9"/>
            <p:cNvSpPr>
              <a:spLocks noEditPoints="1"/>
            </p:cNvSpPr>
            <p:nvPr/>
          </p:nvSpPr>
          <p:spPr bwMode="auto">
            <a:xfrm>
              <a:off x="2568977" y="3273763"/>
              <a:ext cx="275167"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Freeform 10"/>
            <p:cNvSpPr>
              <a:spLocks noEditPoints="1"/>
            </p:cNvSpPr>
            <p:nvPr/>
          </p:nvSpPr>
          <p:spPr bwMode="auto">
            <a:xfrm>
              <a:off x="5498444" y="3273763"/>
              <a:ext cx="277284"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4 w 95"/>
                <a:gd name="T37" fmla="*/ 133 h 234"/>
                <a:gd name="T38" fmla="*/ 44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4" y="133"/>
                    <a:pt x="44" y="133"/>
                    <a:pt x="44" y="133"/>
                  </a:cubicBezTo>
                  <a:cubicBezTo>
                    <a:pt x="44" y="224"/>
                    <a:pt x="44" y="224"/>
                    <a:pt x="44" y="224"/>
                  </a:cubicBezTo>
                  <a:cubicBezTo>
                    <a:pt x="44"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Freeform 11"/>
            <p:cNvSpPr>
              <a:spLocks noEditPoints="1"/>
            </p:cNvSpPr>
            <p:nvPr/>
          </p:nvSpPr>
          <p:spPr bwMode="auto">
            <a:xfrm>
              <a:off x="3737377" y="3273763"/>
              <a:ext cx="279400"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Freeform 13"/>
            <p:cNvSpPr>
              <a:spLocks noEditPoints="1"/>
            </p:cNvSpPr>
            <p:nvPr/>
          </p:nvSpPr>
          <p:spPr bwMode="auto">
            <a:xfrm>
              <a:off x="4323693" y="3273763"/>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Freeform 15"/>
            <p:cNvSpPr>
              <a:spLocks noEditPoints="1"/>
            </p:cNvSpPr>
            <p:nvPr/>
          </p:nvSpPr>
          <p:spPr bwMode="auto">
            <a:xfrm>
              <a:off x="2276877" y="3273763"/>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Freeform 16"/>
            <p:cNvSpPr>
              <a:spLocks noEditPoints="1"/>
            </p:cNvSpPr>
            <p:nvPr/>
          </p:nvSpPr>
          <p:spPr bwMode="auto">
            <a:xfrm>
              <a:off x="5208460" y="3273763"/>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17"/>
            <p:cNvSpPr>
              <a:spLocks noEditPoints="1"/>
            </p:cNvSpPr>
            <p:nvPr/>
          </p:nvSpPr>
          <p:spPr bwMode="auto">
            <a:xfrm>
              <a:off x="3449511" y="3273763"/>
              <a:ext cx="275167" cy="679451"/>
            </a:xfrm>
            <a:custGeom>
              <a:avLst/>
              <a:gdLst>
                <a:gd name="T0" fmla="*/ 67 w 95"/>
                <a:gd name="T1" fmla="*/ 19 h 234"/>
                <a:gd name="T2" fmla="*/ 61 w 95"/>
                <a:gd name="T3" fmla="*/ 34 h 234"/>
                <a:gd name="T4" fmla="*/ 47 w 95"/>
                <a:gd name="T5" fmla="*/ 40 h 234"/>
                <a:gd name="T6" fmla="*/ 34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1 w 95"/>
                <a:gd name="T33" fmla="*/ 224 h 234"/>
                <a:gd name="T34" fmla="*/ 51 w 95"/>
                <a:gd name="T35" fmla="*/ 133 h 234"/>
                <a:gd name="T36" fmla="*/ 45 w 95"/>
                <a:gd name="T37" fmla="*/ 133 h 234"/>
                <a:gd name="T38" fmla="*/ 45 w 95"/>
                <a:gd name="T39" fmla="*/ 224 h 234"/>
                <a:gd name="T40" fmla="*/ 34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4"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Freeform 19"/>
            <p:cNvSpPr>
              <a:spLocks noEditPoints="1"/>
            </p:cNvSpPr>
            <p:nvPr/>
          </p:nvSpPr>
          <p:spPr bwMode="auto">
            <a:xfrm>
              <a:off x="2865311" y="3273763"/>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Freeform 20"/>
            <p:cNvSpPr>
              <a:spLocks noEditPoints="1"/>
            </p:cNvSpPr>
            <p:nvPr/>
          </p:nvSpPr>
          <p:spPr bwMode="auto">
            <a:xfrm>
              <a:off x="5794777" y="3273763"/>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6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Freeform 21"/>
            <p:cNvSpPr>
              <a:spLocks noEditPoints="1"/>
            </p:cNvSpPr>
            <p:nvPr/>
          </p:nvSpPr>
          <p:spPr bwMode="auto">
            <a:xfrm>
              <a:off x="4035827" y="3273763"/>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Freeform 23"/>
            <p:cNvSpPr>
              <a:spLocks noEditPoints="1"/>
            </p:cNvSpPr>
            <p:nvPr/>
          </p:nvSpPr>
          <p:spPr bwMode="auto">
            <a:xfrm>
              <a:off x="4622144" y="3273763"/>
              <a:ext cx="277284"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6"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6"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Freeform 5"/>
            <p:cNvSpPr>
              <a:spLocks noEditPoints="1"/>
            </p:cNvSpPr>
            <p:nvPr/>
          </p:nvSpPr>
          <p:spPr bwMode="auto">
            <a:xfrm>
              <a:off x="6110160" y="3273763"/>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Freeform 7"/>
            <p:cNvSpPr>
              <a:spLocks noEditPoints="1"/>
            </p:cNvSpPr>
            <p:nvPr/>
          </p:nvSpPr>
          <p:spPr bwMode="auto">
            <a:xfrm>
              <a:off x="7280676" y="3273763"/>
              <a:ext cx="277284"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9 w 96"/>
                <a:gd name="T47" fmla="*/ 69 h 234"/>
                <a:gd name="T48" fmla="*/ 19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3"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9" y="69"/>
                    <a:pt x="19" y="69"/>
                    <a:pt x="19" y="69"/>
                  </a:cubicBezTo>
                  <a:cubicBezTo>
                    <a:pt x="19" y="134"/>
                    <a:pt x="19" y="134"/>
                    <a:pt x="19" y="134"/>
                  </a:cubicBezTo>
                  <a:cubicBezTo>
                    <a:pt x="19"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Freeform 9"/>
            <p:cNvSpPr>
              <a:spLocks noEditPoints="1"/>
            </p:cNvSpPr>
            <p:nvPr/>
          </p:nvSpPr>
          <p:spPr bwMode="auto">
            <a:xfrm>
              <a:off x="6698593" y="3273763"/>
              <a:ext cx="275167"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Freeform 15"/>
            <p:cNvSpPr>
              <a:spLocks noEditPoints="1"/>
            </p:cNvSpPr>
            <p:nvPr/>
          </p:nvSpPr>
          <p:spPr bwMode="auto">
            <a:xfrm>
              <a:off x="6406493" y="3273763"/>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Freeform 17"/>
            <p:cNvSpPr>
              <a:spLocks noEditPoints="1"/>
            </p:cNvSpPr>
            <p:nvPr/>
          </p:nvSpPr>
          <p:spPr bwMode="auto">
            <a:xfrm>
              <a:off x="7579126" y="3273763"/>
              <a:ext cx="275167" cy="679451"/>
            </a:xfrm>
            <a:custGeom>
              <a:avLst/>
              <a:gdLst>
                <a:gd name="T0" fmla="*/ 67 w 95"/>
                <a:gd name="T1" fmla="*/ 19 h 234"/>
                <a:gd name="T2" fmla="*/ 61 w 95"/>
                <a:gd name="T3" fmla="*/ 34 h 234"/>
                <a:gd name="T4" fmla="*/ 47 w 95"/>
                <a:gd name="T5" fmla="*/ 40 h 234"/>
                <a:gd name="T6" fmla="*/ 34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1 w 95"/>
                <a:gd name="T33" fmla="*/ 224 h 234"/>
                <a:gd name="T34" fmla="*/ 51 w 95"/>
                <a:gd name="T35" fmla="*/ 133 h 234"/>
                <a:gd name="T36" fmla="*/ 45 w 95"/>
                <a:gd name="T37" fmla="*/ 133 h 234"/>
                <a:gd name="T38" fmla="*/ 45 w 95"/>
                <a:gd name="T39" fmla="*/ 224 h 234"/>
                <a:gd name="T40" fmla="*/ 34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4"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4" name="Freeform 19"/>
            <p:cNvSpPr>
              <a:spLocks noEditPoints="1"/>
            </p:cNvSpPr>
            <p:nvPr/>
          </p:nvSpPr>
          <p:spPr bwMode="auto">
            <a:xfrm>
              <a:off x="6994926" y="3273763"/>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2" name="Group 21"/>
          <p:cNvGrpSpPr/>
          <p:nvPr/>
        </p:nvGrpSpPr>
        <p:grpSpPr>
          <a:xfrm>
            <a:off x="805793" y="4367673"/>
            <a:ext cx="980016" cy="980016"/>
            <a:chOff x="533400" y="3275755"/>
            <a:chExt cx="735012" cy="735012"/>
          </a:xfrm>
        </p:grpSpPr>
        <p:sp>
          <p:nvSpPr>
            <p:cNvPr id="120" name="Oval 119"/>
            <p:cNvSpPr/>
            <p:nvPr/>
          </p:nvSpPr>
          <p:spPr>
            <a:xfrm>
              <a:off x="533400" y="3275755"/>
              <a:ext cx="735012" cy="735012"/>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2" name="Rectangle 121"/>
            <p:cNvSpPr/>
            <p:nvPr/>
          </p:nvSpPr>
          <p:spPr>
            <a:xfrm>
              <a:off x="545703" y="3390224"/>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75%</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23" name="Group 22"/>
          <p:cNvGrpSpPr/>
          <p:nvPr/>
        </p:nvGrpSpPr>
        <p:grpSpPr>
          <a:xfrm>
            <a:off x="1980544" y="4517956"/>
            <a:ext cx="5873749" cy="679451"/>
            <a:chOff x="1980544" y="4517956"/>
            <a:chExt cx="5873749" cy="679451"/>
          </a:xfrm>
        </p:grpSpPr>
        <p:sp>
          <p:nvSpPr>
            <p:cNvPr id="106" name="Freeform 5"/>
            <p:cNvSpPr>
              <a:spLocks noEditPoints="1"/>
            </p:cNvSpPr>
            <p:nvPr/>
          </p:nvSpPr>
          <p:spPr bwMode="auto">
            <a:xfrm>
              <a:off x="1980544" y="4517956"/>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Freeform 6"/>
            <p:cNvSpPr>
              <a:spLocks noEditPoints="1"/>
            </p:cNvSpPr>
            <p:nvPr/>
          </p:nvSpPr>
          <p:spPr bwMode="auto">
            <a:xfrm>
              <a:off x="4912127" y="4517956"/>
              <a:ext cx="275167"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Freeform 7"/>
            <p:cNvSpPr>
              <a:spLocks noEditPoints="1"/>
            </p:cNvSpPr>
            <p:nvPr/>
          </p:nvSpPr>
          <p:spPr bwMode="auto">
            <a:xfrm>
              <a:off x="3151060" y="4517956"/>
              <a:ext cx="277284"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9 w 96"/>
                <a:gd name="T47" fmla="*/ 69 h 234"/>
                <a:gd name="T48" fmla="*/ 19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3"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9" y="69"/>
                    <a:pt x="19" y="69"/>
                    <a:pt x="19" y="69"/>
                  </a:cubicBezTo>
                  <a:cubicBezTo>
                    <a:pt x="19" y="134"/>
                    <a:pt x="19" y="134"/>
                    <a:pt x="19" y="134"/>
                  </a:cubicBezTo>
                  <a:cubicBezTo>
                    <a:pt x="19"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Freeform 9"/>
            <p:cNvSpPr>
              <a:spLocks noEditPoints="1"/>
            </p:cNvSpPr>
            <p:nvPr/>
          </p:nvSpPr>
          <p:spPr bwMode="auto">
            <a:xfrm>
              <a:off x="2568977" y="4517956"/>
              <a:ext cx="275167"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0" name="Freeform 10"/>
            <p:cNvSpPr>
              <a:spLocks noEditPoints="1"/>
            </p:cNvSpPr>
            <p:nvPr/>
          </p:nvSpPr>
          <p:spPr bwMode="auto">
            <a:xfrm>
              <a:off x="5498444" y="4517956"/>
              <a:ext cx="277284"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4 w 95"/>
                <a:gd name="T37" fmla="*/ 133 h 234"/>
                <a:gd name="T38" fmla="*/ 44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4" y="133"/>
                    <a:pt x="44" y="133"/>
                    <a:pt x="44" y="133"/>
                  </a:cubicBezTo>
                  <a:cubicBezTo>
                    <a:pt x="44" y="224"/>
                    <a:pt x="44" y="224"/>
                    <a:pt x="44" y="224"/>
                  </a:cubicBezTo>
                  <a:cubicBezTo>
                    <a:pt x="44"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Freeform 11"/>
            <p:cNvSpPr>
              <a:spLocks noEditPoints="1"/>
            </p:cNvSpPr>
            <p:nvPr/>
          </p:nvSpPr>
          <p:spPr bwMode="auto">
            <a:xfrm>
              <a:off x="3737377" y="4517956"/>
              <a:ext cx="279400"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Freeform 13"/>
            <p:cNvSpPr>
              <a:spLocks noEditPoints="1"/>
            </p:cNvSpPr>
            <p:nvPr/>
          </p:nvSpPr>
          <p:spPr bwMode="auto">
            <a:xfrm>
              <a:off x="4323693" y="4517956"/>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Freeform 15"/>
            <p:cNvSpPr>
              <a:spLocks noEditPoints="1"/>
            </p:cNvSpPr>
            <p:nvPr/>
          </p:nvSpPr>
          <p:spPr bwMode="auto">
            <a:xfrm>
              <a:off x="2276877" y="4517956"/>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4" name="Freeform 16"/>
            <p:cNvSpPr>
              <a:spLocks noEditPoints="1"/>
            </p:cNvSpPr>
            <p:nvPr/>
          </p:nvSpPr>
          <p:spPr bwMode="auto">
            <a:xfrm>
              <a:off x="5208460" y="4517956"/>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Freeform 17"/>
            <p:cNvSpPr>
              <a:spLocks noEditPoints="1"/>
            </p:cNvSpPr>
            <p:nvPr/>
          </p:nvSpPr>
          <p:spPr bwMode="auto">
            <a:xfrm>
              <a:off x="3449511" y="4517956"/>
              <a:ext cx="275167" cy="679451"/>
            </a:xfrm>
            <a:custGeom>
              <a:avLst/>
              <a:gdLst>
                <a:gd name="T0" fmla="*/ 67 w 95"/>
                <a:gd name="T1" fmla="*/ 19 h 234"/>
                <a:gd name="T2" fmla="*/ 61 w 95"/>
                <a:gd name="T3" fmla="*/ 34 h 234"/>
                <a:gd name="T4" fmla="*/ 47 w 95"/>
                <a:gd name="T5" fmla="*/ 40 h 234"/>
                <a:gd name="T6" fmla="*/ 34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1 w 95"/>
                <a:gd name="T33" fmla="*/ 224 h 234"/>
                <a:gd name="T34" fmla="*/ 51 w 95"/>
                <a:gd name="T35" fmla="*/ 133 h 234"/>
                <a:gd name="T36" fmla="*/ 45 w 95"/>
                <a:gd name="T37" fmla="*/ 133 h 234"/>
                <a:gd name="T38" fmla="*/ 45 w 95"/>
                <a:gd name="T39" fmla="*/ 224 h 234"/>
                <a:gd name="T40" fmla="*/ 34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4"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6" name="Freeform 19"/>
            <p:cNvSpPr>
              <a:spLocks noEditPoints="1"/>
            </p:cNvSpPr>
            <p:nvPr/>
          </p:nvSpPr>
          <p:spPr bwMode="auto">
            <a:xfrm>
              <a:off x="2865311" y="4517956"/>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7" name="Freeform 20"/>
            <p:cNvSpPr>
              <a:spLocks noEditPoints="1"/>
            </p:cNvSpPr>
            <p:nvPr/>
          </p:nvSpPr>
          <p:spPr bwMode="auto">
            <a:xfrm>
              <a:off x="5794777" y="4517956"/>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6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8" name="Freeform 21"/>
            <p:cNvSpPr>
              <a:spLocks noEditPoints="1"/>
            </p:cNvSpPr>
            <p:nvPr/>
          </p:nvSpPr>
          <p:spPr bwMode="auto">
            <a:xfrm>
              <a:off x="4035827" y="4517956"/>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9" name="Freeform 23"/>
            <p:cNvSpPr>
              <a:spLocks noEditPoints="1"/>
            </p:cNvSpPr>
            <p:nvPr/>
          </p:nvSpPr>
          <p:spPr bwMode="auto">
            <a:xfrm>
              <a:off x="4622144" y="4517956"/>
              <a:ext cx="277284"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6"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6"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3" name="Freeform 5"/>
            <p:cNvSpPr>
              <a:spLocks noEditPoints="1"/>
            </p:cNvSpPr>
            <p:nvPr/>
          </p:nvSpPr>
          <p:spPr bwMode="auto">
            <a:xfrm>
              <a:off x="6110160" y="4517956"/>
              <a:ext cx="277284" cy="679451"/>
            </a:xfrm>
            <a:custGeom>
              <a:avLst/>
              <a:gdLst>
                <a:gd name="T0" fmla="*/ 67 w 95"/>
                <a:gd name="T1" fmla="*/ 19 h 234"/>
                <a:gd name="T2" fmla="*/ 61 w 95"/>
                <a:gd name="T3" fmla="*/ 34 h 234"/>
                <a:gd name="T4" fmla="*/ 47 w 95"/>
                <a:gd name="T5" fmla="*/ 40 h 234"/>
                <a:gd name="T6" fmla="*/ 33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8" y="25"/>
                    <a:pt x="28" y="19"/>
                  </a:cubicBezTo>
                  <a:cubicBezTo>
                    <a:pt x="28"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4" name="Freeform 7"/>
            <p:cNvSpPr>
              <a:spLocks noEditPoints="1"/>
            </p:cNvSpPr>
            <p:nvPr/>
          </p:nvSpPr>
          <p:spPr bwMode="auto">
            <a:xfrm>
              <a:off x="7280676" y="4517956"/>
              <a:ext cx="277284" cy="679451"/>
            </a:xfrm>
            <a:custGeom>
              <a:avLst/>
              <a:gdLst>
                <a:gd name="T0" fmla="*/ 68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8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9 w 96"/>
                <a:gd name="T47" fmla="*/ 69 h 234"/>
                <a:gd name="T48" fmla="*/ 19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8" y="19"/>
                  </a:moveTo>
                  <a:cubicBezTo>
                    <a:pt x="68" y="25"/>
                    <a:pt x="66" y="29"/>
                    <a:pt x="62" y="34"/>
                  </a:cubicBezTo>
                  <a:cubicBezTo>
                    <a:pt x="58" y="38"/>
                    <a:pt x="53" y="40"/>
                    <a:pt x="48" y="40"/>
                  </a:cubicBezTo>
                  <a:cubicBezTo>
                    <a:pt x="43" y="40"/>
                    <a:pt x="38" y="38"/>
                    <a:pt x="34" y="34"/>
                  </a:cubicBezTo>
                  <a:cubicBezTo>
                    <a:pt x="30" y="29"/>
                    <a:pt x="28" y="25"/>
                    <a:pt x="28" y="19"/>
                  </a:cubicBezTo>
                  <a:cubicBezTo>
                    <a:pt x="28" y="14"/>
                    <a:pt x="30" y="9"/>
                    <a:pt x="34" y="6"/>
                  </a:cubicBezTo>
                  <a:cubicBezTo>
                    <a:pt x="38" y="2"/>
                    <a:pt x="43" y="0"/>
                    <a:pt x="48" y="0"/>
                  </a:cubicBezTo>
                  <a:cubicBezTo>
                    <a:pt x="53" y="0"/>
                    <a:pt x="58" y="2"/>
                    <a:pt x="62" y="6"/>
                  </a:cubicBezTo>
                  <a:cubicBezTo>
                    <a:pt x="66" y="9"/>
                    <a:pt x="68" y="14"/>
                    <a:pt x="68"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70" y="234"/>
                    <a:pt x="62" y="234"/>
                  </a:cubicBezTo>
                  <a:cubicBezTo>
                    <a:pt x="55" y="234"/>
                    <a:pt x="51" y="231"/>
                    <a:pt x="51" y="224"/>
                  </a:cubicBezTo>
                  <a:cubicBezTo>
                    <a:pt x="51" y="133"/>
                    <a:pt x="51" y="133"/>
                    <a:pt x="51" y="133"/>
                  </a:cubicBezTo>
                  <a:cubicBezTo>
                    <a:pt x="45" y="133"/>
                    <a:pt x="45" y="133"/>
                    <a:pt x="45" y="133"/>
                  </a:cubicBezTo>
                  <a:cubicBezTo>
                    <a:pt x="45" y="224"/>
                    <a:pt x="45" y="224"/>
                    <a:pt x="45" y="224"/>
                  </a:cubicBezTo>
                  <a:cubicBezTo>
                    <a:pt x="45" y="231"/>
                    <a:pt x="42" y="234"/>
                    <a:pt x="34" y="234"/>
                  </a:cubicBezTo>
                  <a:cubicBezTo>
                    <a:pt x="27" y="234"/>
                    <a:pt x="23" y="231"/>
                    <a:pt x="23" y="224"/>
                  </a:cubicBezTo>
                  <a:cubicBezTo>
                    <a:pt x="23" y="69"/>
                    <a:pt x="23" y="69"/>
                    <a:pt x="23" y="69"/>
                  </a:cubicBezTo>
                  <a:cubicBezTo>
                    <a:pt x="19" y="69"/>
                    <a:pt x="19" y="69"/>
                    <a:pt x="19" y="69"/>
                  </a:cubicBezTo>
                  <a:cubicBezTo>
                    <a:pt x="19" y="134"/>
                    <a:pt x="19" y="134"/>
                    <a:pt x="19" y="134"/>
                  </a:cubicBezTo>
                  <a:cubicBezTo>
                    <a:pt x="19" y="140"/>
                    <a:pt x="15" y="143"/>
                    <a:pt x="9" y="143"/>
                  </a:cubicBezTo>
                  <a:cubicBezTo>
                    <a:pt x="3" y="143"/>
                    <a:pt x="0" y="140"/>
                    <a:pt x="0" y="134"/>
                  </a:cubicBezTo>
                  <a:cubicBezTo>
                    <a:pt x="0" y="60"/>
                    <a:pt x="0" y="60"/>
                    <a:pt x="0" y="60"/>
                  </a:cubicBezTo>
                  <a:cubicBezTo>
                    <a:pt x="0" y="48"/>
                    <a:pt x="9" y="42"/>
                    <a:pt x="25" y="42"/>
                  </a:cubicBezTo>
                  <a:cubicBezTo>
                    <a:pt x="71" y="42"/>
                    <a:pt x="71" y="42"/>
                    <a:pt x="71" y="42"/>
                  </a:cubicBezTo>
                  <a:cubicBezTo>
                    <a:pt x="88"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5" name="Freeform 9"/>
            <p:cNvSpPr>
              <a:spLocks noEditPoints="1"/>
            </p:cNvSpPr>
            <p:nvPr/>
          </p:nvSpPr>
          <p:spPr bwMode="auto">
            <a:xfrm>
              <a:off x="6698593" y="4517956"/>
              <a:ext cx="275167" cy="679451"/>
            </a:xfrm>
            <a:custGeom>
              <a:avLst/>
              <a:gdLst>
                <a:gd name="T0" fmla="*/ 67 w 95"/>
                <a:gd name="T1" fmla="*/ 19 h 234"/>
                <a:gd name="T2" fmla="*/ 61 w 95"/>
                <a:gd name="T3" fmla="*/ 34 h 234"/>
                <a:gd name="T4" fmla="*/ 47 w 95"/>
                <a:gd name="T5" fmla="*/ 40 h 234"/>
                <a:gd name="T6" fmla="*/ 33 w 95"/>
                <a:gd name="T7" fmla="*/ 34 h 234"/>
                <a:gd name="T8" fmla="*/ 27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1 w 95"/>
                <a:gd name="T31" fmla="*/ 234 h 234"/>
                <a:gd name="T32" fmla="*/ 50 w 95"/>
                <a:gd name="T33" fmla="*/ 224 h 234"/>
                <a:gd name="T34" fmla="*/ 50 w 95"/>
                <a:gd name="T35" fmla="*/ 133 h 234"/>
                <a:gd name="T36" fmla="*/ 45 w 95"/>
                <a:gd name="T37" fmla="*/ 133 h 234"/>
                <a:gd name="T38" fmla="*/ 45 w 95"/>
                <a:gd name="T39" fmla="*/ 224 h 234"/>
                <a:gd name="T40" fmla="*/ 33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4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3" y="34"/>
                  </a:cubicBezTo>
                  <a:cubicBezTo>
                    <a:pt x="29" y="29"/>
                    <a:pt x="27" y="25"/>
                    <a:pt x="27" y="19"/>
                  </a:cubicBezTo>
                  <a:cubicBezTo>
                    <a:pt x="27" y="14"/>
                    <a:pt x="29"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1" y="234"/>
                  </a:cubicBezTo>
                  <a:cubicBezTo>
                    <a:pt x="54" y="234"/>
                    <a:pt x="50" y="231"/>
                    <a:pt x="50" y="224"/>
                  </a:cubicBezTo>
                  <a:cubicBezTo>
                    <a:pt x="50" y="133"/>
                    <a:pt x="50" y="133"/>
                    <a:pt x="50" y="133"/>
                  </a:cubicBezTo>
                  <a:cubicBezTo>
                    <a:pt x="45" y="133"/>
                    <a:pt x="45" y="133"/>
                    <a:pt x="45" y="133"/>
                  </a:cubicBezTo>
                  <a:cubicBezTo>
                    <a:pt x="45" y="224"/>
                    <a:pt x="45" y="224"/>
                    <a:pt x="45" y="224"/>
                  </a:cubicBezTo>
                  <a:cubicBezTo>
                    <a:pt x="45" y="231"/>
                    <a:pt x="41" y="234"/>
                    <a:pt x="33"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4" y="42"/>
                  </a:cubicBezTo>
                  <a:cubicBezTo>
                    <a:pt x="71" y="42"/>
                    <a:pt x="71" y="42"/>
                    <a:pt x="71" y="42"/>
                  </a:cubicBezTo>
                  <a:cubicBezTo>
                    <a:pt x="87" y="42"/>
                    <a:pt x="95" y="48"/>
                    <a:pt x="95" y="60"/>
                  </a:cubicBezTo>
                  <a:lnTo>
                    <a:pt x="95"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8" name="Freeform 15"/>
            <p:cNvSpPr>
              <a:spLocks noEditPoints="1"/>
            </p:cNvSpPr>
            <p:nvPr/>
          </p:nvSpPr>
          <p:spPr bwMode="auto">
            <a:xfrm>
              <a:off x="6406493" y="4517956"/>
              <a:ext cx="279400" cy="679451"/>
            </a:xfrm>
            <a:custGeom>
              <a:avLst/>
              <a:gdLst>
                <a:gd name="T0" fmla="*/ 67 w 96"/>
                <a:gd name="T1" fmla="*/ 19 h 234"/>
                <a:gd name="T2" fmla="*/ 62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2 w 96"/>
                <a:gd name="T15" fmla="*/ 6 h 234"/>
                <a:gd name="T16" fmla="*/ 67 w 96"/>
                <a:gd name="T17" fmla="*/ 19 h 234"/>
                <a:gd name="T18" fmla="*/ 96 w 96"/>
                <a:gd name="T19" fmla="*/ 134 h 234"/>
                <a:gd name="T20" fmla="*/ 87 w 96"/>
                <a:gd name="T21" fmla="*/ 143 h 234"/>
                <a:gd name="T22" fmla="*/ 78 w 96"/>
                <a:gd name="T23" fmla="*/ 134 h 234"/>
                <a:gd name="T24" fmla="*/ 78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2" y="34"/>
                  </a:cubicBezTo>
                  <a:cubicBezTo>
                    <a:pt x="58" y="38"/>
                    <a:pt x="53" y="40"/>
                    <a:pt x="48" y="40"/>
                  </a:cubicBezTo>
                  <a:cubicBezTo>
                    <a:pt x="42" y="40"/>
                    <a:pt x="38" y="38"/>
                    <a:pt x="34" y="34"/>
                  </a:cubicBezTo>
                  <a:cubicBezTo>
                    <a:pt x="30" y="29"/>
                    <a:pt x="28" y="25"/>
                    <a:pt x="28" y="19"/>
                  </a:cubicBezTo>
                  <a:cubicBezTo>
                    <a:pt x="28" y="14"/>
                    <a:pt x="30" y="9"/>
                    <a:pt x="34" y="6"/>
                  </a:cubicBezTo>
                  <a:cubicBezTo>
                    <a:pt x="38" y="2"/>
                    <a:pt x="42" y="0"/>
                    <a:pt x="48" y="0"/>
                  </a:cubicBezTo>
                  <a:cubicBezTo>
                    <a:pt x="53" y="0"/>
                    <a:pt x="58" y="2"/>
                    <a:pt x="62" y="6"/>
                  </a:cubicBezTo>
                  <a:cubicBezTo>
                    <a:pt x="65" y="9"/>
                    <a:pt x="67" y="14"/>
                    <a:pt x="67" y="19"/>
                  </a:cubicBezTo>
                  <a:close/>
                  <a:moveTo>
                    <a:pt x="96" y="134"/>
                  </a:moveTo>
                  <a:cubicBezTo>
                    <a:pt x="96" y="140"/>
                    <a:pt x="93" y="143"/>
                    <a:pt x="87" y="143"/>
                  </a:cubicBezTo>
                  <a:cubicBezTo>
                    <a:pt x="81" y="143"/>
                    <a:pt x="78" y="140"/>
                    <a:pt x="78" y="134"/>
                  </a:cubicBezTo>
                  <a:cubicBezTo>
                    <a:pt x="78" y="69"/>
                    <a:pt x="78" y="69"/>
                    <a:pt x="78"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9" name="Freeform 17"/>
            <p:cNvSpPr>
              <a:spLocks noEditPoints="1"/>
            </p:cNvSpPr>
            <p:nvPr/>
          </p:nvSpPr>
          <p:spPr bwMode="auto">
            <a:xfrm>
              <a:off x="7579126" y="4517956"/>
              <a:ext cx="275167" cy="679451"/>
            </a:xfrm>
            <a:custGeom>
              <a:avLst/>
              <a:gdLst>
                <a:gd name="T0" fmla="*/ 67 w 95"/>
                <a:gd name="T1" fmla="*/ 19 h 234"/>
                <a:gd name="T2" fmla="*/ 61 w 95"/>
                <a:gd name="T3" fmla="*/ 34 h 234"/>
                <a:gd name="T4" fmla="*/ 47 w 95"/>
                <a:gd name="T5" fmla="*/ 40 h 234"/>
                <a:gd name="T6" fmla="*/ 34 w 95"/>
                <a:gd name="T7" fmla="*/ 34 h 234"/>
                <a:gd name="T8" fmla="*/ 28 w 95"/>
                <a:gd name="T9" fmla="*/ 19 h 234"/>
                <a:gd name="T10" fmla="*/ 33 w 95"/>
                <a:gd name="T11" fmla="*/ 6 h 234"/>
                <a:gd name="T12" fmla="*/ 47 w 95"/>
                <a:gd name="T13" fmla="*/ 0 h 234"/>
                <a:gd name="T14" fmla="*/ 61 w 95"/>
                <a:gd name="T15" fmla="*/ 6 h 234"/>
                <a:gd name="T16" fmla="*/ 67 w 95"/>
                <a:gd name="T17" fmla="*/ 19 h 234"/>
                <a:gd name="T18" fmla="*/ 95 w 95"/>
                <a:gd name="T19" fmla="*/ 134 h 234"/>
                <a:gd name="T20" fmla="*/ 86 w 95"/>
                <a:gd name="T21" fmla="*/ 143 h 234"/>
                <a:gd name="T22" fmla="*/ 77 w 95"/>
                <a:gd name="T23" fmla="*/ 134 h 234"/>
                <a:gd name="T24" fmla="*/ 77 w 95"/>
                <a:gd name="T25" fmla="*/ 69 h 234"/>
                <a:gd name="T26" fmla="*/ 73 w 95"/>
                <a:gd name="T27" fmla="*/ 69 h 234"/>
                <a:gd name="T28" fmla="*/ 73 w 95"/>
                <a:gd name="T29" fmla="*/ 224 h 234"/>
                <a:gd name="T30" fmla="*/ 62 w 95"/>
                <a:gd name="T31" fmla="*/ 234 h 234"/>
                <a:gd name="T32" fmla="*/ 51 w 95"/>
                <a:gd name="T33" fmla="*/ 224 h 234"/>
                <a:gd name="T34" fmla="*/ 51 w 95"/>
                <a:gd name="T35" fmla="*/ 133 h 234"/>
                <a:gd name="T36" fmla="*/ 45 w 95"/>
                <a:gd name="T37" fmla="*/ 133 h 234"/>
                <a:gd name="T38" fmla="*/ 45 w 95"/>
                <a:gd name="T39" fmla="*/ 224 h 234"/>
                <a:gd name="T40" fmla="*/ 34 w 95"/>
                <a:gd name="T41" fmla="*/ 234 h 234"/>
                <a:gd name="T42" fmla="*/ 22 w 95"/>
                <a:gd name="T43" fmla="*/ 224 h 234"/>
                <a:gd name="T44" fmla="*/ 22 w 95"/>
                <a:gd name="T45" fmla="*/ 69 h 234"/>
                <a:gd name="T46" fmla="*/ 18 w 95"/>
                <a:gd name="T47" fmla="*/ 69 h 234"/>
                <a:gd name="T48" fmla="*/ 18 w 95"/>
                <a:gd name="T49" fmla="*/ 134 h 234"/>
                <a:gd name="T50" fmla="*/ 9 w 95"/>
                <a:gd name="T51" fmla="*/ 143 h 234"/>
                <a:gd name="T52" fmla="*/ 0 w 95"/>
                <a:gd name="T53" fmla="*/ 134 h 234"/>
                <a:gd name="T54" fmla="*/ 0 w 95"/>
                <a:gd name="T55" fmla="*/ 60 h 234"/>
                <a:gd name="T56" fmla="*/ 25 w 95"/>
                <a:gd name="T57" fmla="*/ 42 h 234"/>
                <a:gd name="T58" fmla="*/ 71 w 95"/>
                <a:gd name="T59" fmla="*/ 42 h 234"/>
                <a:gd name="T60" fmla="*/ 95 w 95"/>
                <a:gd name="T61" fmla="*/ 60 h 234"/>
                <a:gd name="T62" fmla="*/ 95 w 95"/>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 h="234">
                  <a:moveTo>
                    <a:pt x="67" y="19"/>
                  </a:moveTo>
                  <a:cubicBezTo>
                    <a:pt x="67" y="25"/>
                    <a:pt x="65" y="29"/>
                    <a:pt x="61" y="34"/>
                  </a:cubicBezTo>
                  <a:cubicBezTo>
                    <a:pt x="57" y="38"/>
                    <a:pt x="53" y="40"/>
                    <a:pt x="47" y="40"/>
                  </a:cubicBezTo>
                  <a:cubicBezTo>
                    <a:pt x="42" y="40"/>
                    <a:pt x="37" y="38"/>
                    <a:pt x="34" y="34"/>
                  </a:cubicBezTo>
                  <a:cubicBezTo>
                    <a:pt x="30" y="29"/>
                    <a:pt x="28" y="25"/>
                    <a:pt x="28" y="19"/>
                  </a:cubicBezTo>
                  <a:cubicBezTo>
                    <a:pt x="28" y="14"/>
                    <a:pt x="30" y="9"/>
                    <a:pt x="33" y="6"/>
                  </a:cubicBezTo>
                  <a:cubicBezTo>
                    <a:pt x="37" y="2"/>
                    <a:pt x="42" y="0"/>
                    <a:pt x="47" y="0"/>
                  </a:cubicBezTo>
                  <a:cubicBezTo>
                    <a:pt x="53" y="0"/>
                    <a:pt x="57" y="2"/>
                    <a:pt x="61" y="6"/>
                  </a:cubicBezTo>
                  <a:cubicBezTo>
                    <a:pt x="65" y="9"/>
                    <a:pt x="67" y="14"/>
                    <a:pt x="67" y="19"/>
                  </a:cubicBezTo>
                  <a:close/>
                  <a:moveTo>
                    <a:pt x="95" y="134"/>
                  </a:moveTo>
                  <a:cubicBezTo>
                    <a:pt x="95" y="140"/>
                    <a:pt x="92" y="143"/>
                    <a:pt x="86" y="143"/>
                  </a:cubicBezTo>
                  <a:cubicBezTo>
                    <a:pt x="80"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2" y="231"/>
                    <a:pt x="22" y="224"/>
                  </a:cubicBezTo>
                  <a:cubicBezTo>
                    <a:pt x="22" y="69"/>
                    <a:pt x="22" y="69"/>
                    <a:pt x="22"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5" y="48"/>
                    <a:pt x="95" y="60"/>
                  </a:cubicBezTo>
                  <a:lnTo>
                    <a:pt x="95"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0" name="Freeform 19"/>
            <p:cNvSpPr>
              <a:spLocks noEditPoints="1"/>
            </p:cNvSpPr>
            <p:nvPr/>
          </p:nvSpPr>
          <p:spPr bwMode="auto">
            <a:xfrm>
              <a:off x="6994926" y="4517956"/>
              <a:ext cx="279400" cy="679451"/>
            </a:xfrm>
            <a:custGeom>
              <a:avLst/>
              <a:gdLst>
                <a:gd name="T0" fmla="*/ 67 w 96"/>
                <a:gd name="T1" fmla="*/ 19 h 234"/>
                <a:gd name="T2" fmla="*/ 61 w 96"/>
                <a:gd name="T3" fmla="*/ 34 h 234"/>
                <a:gd name="T4" fmla="*/ 48 w 96"/>
                <a:gd name="T5" fmla="*/ 40 h 234"/>
                <a:gd name="T6" fmla="*/ 34 w 96"/>
                <a:gd name="T7" fmla="*/ 34 h 234"/>
                <a:gd name="T8" fmla="*/ 28 w 96"/>
                <a:gd name="T9" fmla="*/ 19 h 234"/>
                <a:gd name="T10" fmla="*/ 34 w 96"/>
                <a:gd name="T11" fmla="*/ 6 h 234"/>
                <a:gd name="T12" fmla="*/ 48 w 96"/>
                <a:gd name="T13" fmla="*/ 0 h 234"/>
                <a:gd name="T14" fmla="*/ 61 w 96"/>
                <a:gd name="T15" fmla="*/ 6 h 234"/>
                <a:gd name="T16" fmla="*/ 67 w 96"/>
                <a:gd name="T17" fmla="*/ 19 h 234"/>
                <a:gd name="T18" fmla="*/ 96 w 96"/>
                <a:gd name="T19" fmla="*/ 134 h 234"/>
                <a:gd name="T20" fmla="*/ 87 w 96"/>
                <a:gd name="T21" fmla="*/ 143 h 234"/>
                <a:gd name="T22" fmla="*/ 77 w 96"/>
                <a:gd name="T23" fmla="*/ 134 h 234"/>
                <a:gd name="T24" fmla="*/ 77 w 96"/>
                <a:gd name="T25" fmla="*/ 69 h 234"/>
                <a:gd name="T26" fmla="*/ 73 w 96"/>
                <a:gd name="T27" fmla="*/ 69 h 234"/>
                <a:gd name="T28" fmla="*/ 73 w 96"/>
                <a:gd name="T29" fmla="*/ 224 h 234"/>
                <a:gd name="T30" fmla="*/ 62 w 96"/>
                <a:gd name="T31" fmla="*/ 234 h 234"/>
                <a:gd name="T32" fmla="*/ 51 w 96"/>
                <a:gd name="T33" fmla="*/ 224 h 234"/>
                <a:gd name="T34" fmla="*/ 51 w 96"/>
                <a:gd name="T35" fmla="*/ 133 h 234"/>
                <a:gd name="T36" fmla="*/ 45 w 96"/>
                <a:gd name="T37" fmla="*/ 133 h 234"/>
                <a:gd name="T38" fmla="*/ 45 w 96"/>
                <a:gd name="T39" fmla="*/ 224 h 234"/>
                <a:gd name="T40" fmla="*/ 34 w 96"/>
                <a:gd name="T41" fmla="*/ 234 h 234"/>
                <a:gd name="T42" fmla="*/ 23 w 96"/>
                <a:gd name="T43" fmla="*/ 224 h 234"/>
                <a:gd name="T44" fmla="*/ 23 w 96"/>
                <a:gd name="T45" fmla="*/ 69 h 234"/>
                <a:gd name="T46" fmla="*/ 18 w 96"/>
                <a:gd name="T47" fmla="*/ 69 h 234"/>
                <a:gd name="T48" fmla="*/ 18 w 96"/>
                <a:gd name="T49" fmla="*/ 134 h 234"/>
                <a:gd name="T50" fmla="*/ 9 w 96"/>
                <a:gd name="T51" fmla="*/ 143 h 234"/>
                <a:gd name="T52" fmla="*/ 0 w 96"/>
                <a:gd name="T53" fmla="*/ 134 h 234"/>
                <a:gd name="T54" fmla="*/ 0 w 96"/>
                <a:gd name="T55" fmla="*/ 60 h 234"/>
                <a:gd name="T56" fmla="*/ 25 w 96"/>
                <a:gd name="T57" fmla="*/ 42 h 234"/>
                <a:gd name="T58" fmla="*/ 71 w 96"/>
                <a:gd name="T59" fmla="*/ 42 h 234"/>
                <a:gd name="T60" fmla="*/ 96 w 96"/>
                <a:gd name="T61" fmla="*/ 60 h 234"/>
                <a:gd name="T62" fmla="*/ 96 w 96"/>
                <a:gd name="T63" fmla="*/ 1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234">
                  <a:moveTo>
                    <a:pt x="67" y="19"/>
                  </a:moveTo>
                  <a:cubicBezTo>
                    <a:pt x="67" y="25"/>
                    <a:pt x="65" y="29"/>
                    <a:pt x="61" y="34"/>
                  </a:cubicBezTo>
                  <a:cubicBezTo>
                    <a:pt x="58" y="38"/>
                    <a:pt x="53" y="40"/>
                    <a:pt x="48" y="40"/>
                  </a:cubicBezTo>
                  <a:cubicBezTo>
                    <a:pt x="42" y="40"/>
                    <a:pt x="38" y="38"/>
                    <a:pt x="34" y="34"/>
                  </a:cubicBezTo>
                  <a:cubicBezTo>
                    <a:pt x="30" y="29"/>
                    <a:pt x="28" y="25"/>
                    <a:pt x="28" y="19"/>
                  </a:cubicBezTo>
                  <a:cubicBezTo>
                    <a:pt x="28" y="14"/>
                    <a:pt x="30" y="9"/>
                    <a:pt x="34" y="6"/>
                  </a:cubicBezTo>
                  <a:cubicBezTo>
                    <a:pt x="37" y="2"/>
                    <a:pt x="42" y="0"/>
                    <a:pt x="48" y="0"/>
                  </a:cubicBezTo>
                  <a:cubicBezTo>
                    <a:pt x="53" y="0"/>
                    <a:pt x="58" y="2"/>
                    <a:pt x="61" y="6"/>
                  </a:cubicBezTo>
                  <a:cubicBezTo>
                    <a:pt x="65" y="9"/>
                    <a:pt x="67" y="14"/>
                    <a:pt x="67" y="19"/>
                  </a:cubicBezTo>
                  <a:close/>
                  <a:moveTo>
                    <a:pt x="96" y="134"/>
                  </a:moveTo>
                  <a:cubicBezTo>
                    <a:pt x="96" y="140"/>
                    <a:pt x="93" y="143"/>
                    <a:pt x="87" y="143"/>
                  </a:cubicBezTo>
                  <a:cubicBezTo>
                    <a:pt x="81" y="143"/>
                    <a:pt x="77" y="140"/>
                    <a:pt x="77" y="134"/>
                  </a:cubicBezTo>
                  <a:cubicBezTo>
                    <a:pt x="77" y="69"/>
                    <a:pt x="77" y="69"/>
                    <a:pt x="77" y="69"/>
                  </a:cubicBezTo>
                  <a:cubicBezTo>
                    <a:pt x="73" y="69"/>
                    <a:pt x="73" y="69"/>
                    <a:pt x="73" y="69"/>
                  </a:cubicBezTo>
                  <a:cubicBezTo>
                    <a:pt x="73" y="224"/>
                    <a:pt x="73" y="224"/>
                    <a:pt x="73" y="224"/>
                  </a:cubicBezTo>
                  <a:cubicBezTo>
                    <a:pt x="73" y="231"/>
                    <a:pt x="69" y="234"/>
                    <a:pt x="62" y="234"/>
                  </a:cubicBezTo>
                  <a:cubicBezTo>
                    <a:pt x="54" y="234"/>
                    <a:pt x="51" y="231"/>
                    <a:pt x="51" y="224"/>
                  </a:cubicBezTo>
                  <a:cubicBezTo>
                    <a:pt x="51" y="133"/>
                    <a:pt x="51" y="133"/>
                    <a:pt x="51" y="133"/>
                  </a:cubicBezTo>
                  <a:cubicBezTo>
                    <a:pt x="45" y="133"/>
                    <a:pt x="45" y="133"/>
                    <a:pt x="45" y="133"/>
                  </a:cubicBezTo>
                  <a:cubicBezTo>
                    <a:pt x="45" y="224"/>
                    <a:pt x="45" y="224"/>
                    <a:pt x="45" y="224"/>
                  </a:cubicBezTo>
                  <a:cubicBezTo>
                    <a:pt x="45" y="231"/>
                    <a:pt x="41" y="234"/>
                    <a:pt x="34" y="234"/>
                  </a:cubicBezTo>
                  <a:cubicBezTo>
                    <a:pt x="26" y="234"/>
                    <a:pt x="23" y="231"/>
                    <a:pt x="23" y="224"/>
                  </a:cubicBezTo>
                  <a:cubicBezTo>
                    <a:pt x="23" y="69"/>
                    <a:pt x="23" y="69"/>
                    <a:pt x="23" y="69"/>
                  </a:cubicBezTo>
                  <a:cubicBezTo>
                    <a:pt x="18" y="69"/>
                    <a:pt x="18" y="69"/>
                    <a:pt x="18" y="69"/>
                  </a:cubicBezTo>
                  <a:cubicBezTo>
                    <a:pt x="18" y="134"/>
                    <a:pt x="18" y="134"/>
                    <a:pt x="18" y="134"/>
                  </a:cubicBezTo>
                  <a:cubicBezTo>
                    <a:pt x="18" y="140"/>
                    <a:pt x="15" y="143"/>
                    <a:pt x="9" y="143"/>
                  </a:cubicBezTo>
                  <a:cubicBezTo>
                    <a:pt x="3" y="143"/>
                    <a:pt x="0" y="140"/>
                    <a:pt x="0" y="134"/>
                  </a:cubicBezTo>
                  <a:cubicBezTo>
                    <a:pt x="0" y="60"/>
                    <a:pt x="0" y="60"/>
                    <a:pt x="0" y="60"/>
                  </a:cubicBezTo>
                  <a:cubicBezTo>
                    <a:pt x="0" y="48"/>
                    <a:pt x="8" y="42"/>
                    <a:pt x="25" y="42"/>
                  </a:cubicBezTo>
                  <a:cubicBezTo>
                    <a:pt x="71" y="42"/>
                    <a:pt x="71" y="42"/>
                    <a:pt x="71" y="42"/>
                  </a:cubicBezTo>
                  <a:cubicBezTo>
                    <a:pt x="87" y="42"/>
                    <a:pt x="96" y="48"/>
                    <a:pt x="96" y="60"/>
                  </a:cubicBezTo>
                  <a:lnTo>
                    <a:pt x="96" y="13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75" name="Text Box 7"/>
          <p:cNvSpPr txBox="1">
            <a:spLocks noChangeArrowheads="1"/>
          </p:cNvSpPr>
          <p:nvPr/>
        </p:nvSpPr>
        <p:spPr bwMode="auto">
          <a:xfrm>
            <a:off x="812801" y="495181"/>
            <a:ext cx="4080925"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Man Production</a:t>
            </a:r>
          </a:p>
        </p:txBody>
      </p:sp>
      <p:sp>
        <p:nvSpPr>
          <p:cNvPr id="100"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101"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105" name="Group 104"/>
          <p:cNvGrpSpPr/>
          <p:nvPr/>
        </p:nvGrpSpPr>
        <p:grpSpPr>
          <a:xfrm>
            <a:off x="745927" y="5735914"/>
            <a:ext cx="10661949" cy="140901"/>
            <a:chOff x="745927" y="5494178"/>
            <a:chExt cx="10661949" cy="140901"/>
          </a:xfrm>
        </p:grpSpPr>
        <p:cxnSp>
          <p:nvCxnSpPr>
            <p:cNvPr id="126" name="Straight Connector 125"/>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27" name="Group 126"/>
            <p:cNvGrpSpPr/>
            <p:nvPr/>
          </p:nvGrpSpPr>
          <p:grpSpPr>
            <a:xfrm>
              <a:off x="4430272" y="5494178"/>
              <a:ext cx="3293258" cy="140901"/>
              <a:chOff x="3978245" y="5494178"/>
              <a:chExt cx="3293258" cy="140901"/>
            </a:xfrm>
          </p:grpSpPr>
          <p:sp>
            <p:nvSpPr>
              <p:cNvPr id="131" name="Rectangle 130"/>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33" name="Rectangle 132"/>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34" name="Rectangle 133"/>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35" name="Rectangle 134"/>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136" name="Rectangle 135"/>
          <p:cNvSpPr/>
          <p:nvPr/>
        </p:nvSpPr>
        <p:spPr>
          <a:xfrm>
            <a:off x="8370691" y="1815974"/>
            <a:ext cx="293939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Marketplace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137" name="Rectangle 136"/>
          <p:cNvSpPr/>
          <p:nvPr/>
        </p:nvSpPr>
        <p:spPr>
          <a:xfrm>
            <a:off x="8370691" y="3091438"/>
            <a:ext cx="293939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Factory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138" name="Rectangle 137"/>
          <p:cNvSpPr/>
          <p:nvPr/>
        </p:nvSpPr>
        <p:spPr>
          <a:xfrm>
            <a:off x="8370691" y="4355888"/>
            <a:ext cx="293939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Higher Market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4514926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p:cNvGraphicFramePr/>
          <p:nvPr>
            <p:extLst>
              <p:ext uri="{D42A27DB-BD31-4B8C-83A1-F6EECF244321}">
                <p14:modId xmlns:p14="http://schemas.microsoft.com/office/powerpoint/2010/main" val="1509876994"/>
              </p:ext>
            </p:extLst>
          </p:nvPr>
        </p:nvGraphicFramePr>
        <p:xfrm>
          <a:off x="609600" y="1791712"/>
          <a:ext cx="7721600" cy="4673600"/>
        </p:xfrm>
        <a:graphic>
          <a:graphicData uri="http://schemas.openxmlformats.org/drawingml/2006/chart">
            <c:chart xmlns:c="http://schemas.openxmlformats.org/drawingml/2006/chart" xmlns:r="http://schemas.openxmlformats.org/officeDocument/2006/relationships" r:id="rId4"/>
          </a:graphicData>
        </a:graphic>
      </p:graphicFrame>
      <p:grpSp>
        <p:nvGrpSpPr>
          <p:cNvPr id="4" name="Group 3"/>
          <p:cNvGrpSpPr/>
          <p:nvPr/>
        </p:nvGrpSpPr>
        <p:grpSpPr>
          <a:xfrm>
            <a:off x="1524001" y="2400503"/>
            <a:ext cx="6823636" cy="3124400"/>
            <a:chOff x="1524001" y="2400503"/>
            <a:chExt cx="6823636" cy="3124400"/>
          </a:xfrm>
        </p:grpSpPr>
        <p:sp>
          <p:nvSpPr>
            <p:cNvPr id="11" name="Rounded Rectangle 10"/>
            <p:cNvSpPr/>
            <p:nvPr/>
          </p:nvSpPr>
          <p:spPr>
            <a:xfrm>
              <a:off x="1524001" y="2400503"/>
              <a:ext cx="914400" cy="304800"/>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600</a:t>
              </a:r>
            </a:p>
          </p:txBody>
        </p:sp>
        <p:sp>
          <p:nvSpPr>
            <p:cNvPr id="12" name="Rounded Rectangle 11"/>
            <p:cNvSpPr/>
            <p:nvPr/>
          </p:nvSpPr>
          <p:spPr>
            <a:xfrm>
              <a:off x="3059857" y="2400503"/>
              <a:ext cx="914400" cy="304800"/>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600</a:t>
              </a:r>
            </a:p>
          </p:txBody>
        </p:sp>
        <p:sp>
          <p:nvSpPr>
            <p:cNvPr id="13" name="Rounded Rectangle 12"/>
            <p:cNvSpPr/>
            <p:nvPr/>
          </p:nvSpPr>
          <p:spPr>
            <a:xfrm>
              <a:off x="4470401" y="2705303"/>
              <a:ext cx="914400" cy="304800"/>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900</a:t>
              </a:r>
            </a:p>
          </p:txBody>
        </p:sp>
        <p:sp>
          <p:nvSpPr>
            <p:cNvPr id="14" name="Rounded Rectangle 13"/>
            <p:cNvSpPr/>
            <p:nvPr/>
          </p:nvSpPr>
          <p:spPr>
            <a:xfrm>
              <a:off x="5922776" y="2705303"/>
              <a:ext cx="914400" cy="304800"/>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1100</a:t>
              </a:r>
            </a:p>
          </p:txBody>
        </p:sp>
        <p:sp>
          <p:nvSpPr>
            <p:cNvPr id="15" name="Rounded Rectangle 14"/>
            <p:cNvSpPr/>
            <p:nvPr/>
          </p:nvSpPr>
          <p:spPr>
            <a:xfrm>
              <a:off x="7393269" y="2400503"/>
              <a:ext cx="914400" cy="304800"/>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600</a:t>
              </a:r>
            </a:p>
          </p:txBody>
        </p:sp>
        <p:sp>
          <p:nvSpPr>
            <p:cNvPr id="16" name="Rounded Rectangle 15"/>
            <p:cNvSpPr/>
            <p:nvPr/>
          </p:nvSpPr>
          <p:spPr>
            <a:xfrm>
              <a:off x="7433237" y="3581806"/>
              <a:ext cx="914400" cy="304800"/>
            </a:xfrm>
            <a:prstGeom prst="roundRect">
              <a:avLst>
                <a:gd name="adj" fmla="val 6927"/>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1600</a:t>
              </a:r>
            </a:p>
          </p:txBody>
        </p:sp>
        <p:sp>
          <p:nvSpPr>
            <p:cNvPr id="17" name="Rounded Rectangle 16"/>
            <p:cNvSpPr/>
            <p:nvPr/>
          </p:nvSpPr>
          <p:spPr>
            <a:xfrm>
              <a:off x="5994401" y="3823712"/>
              <a:ext cx="914400" cy="304800"/>
            </a:xfrm>
            <a:prstGeom prst="roundRect">
              <a:avLst>
                <a:gd name="adj" fmla="val 6927"/>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400</a:t>
              </a:r>
            </a:p>
          </p:txBody>
        </p:sp>
        <p:sp>
          <p:nvSpPr>
            <p:cNvPr id="18" name="Rounded Rectangle 17"/>
            <p:cNvSpPr/>
            <p:nvPr/>
          </p:nvSpPr>
          <p:spPr>
            <a:xfrm>
              <a:off x="4470401" y="3734206"/>
              <a:ext cx="914400" cy="304800"/>
            </a:xfrm>
            <a:prstGeom prst="roundRect">
              <a:avLst>
                <a:gd name="adj" fmla="val 6927"/>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400</a:t>
              </a:r>
            </a:p>
          </p:txBody>
        </p:sp>
        <p:sp>
          <p:nvSpPr>
            <p:cNvPr id="19" name="Rounded Rectangle 18"/>
            <p:cNvSpPr/>
            <p:nvPr/>
          </p:nvSpPr>
          <p:spPr>
            <a:xfrm>
              <a:off x="3059857" y="3671312"/>
              <a:ext cx="914400" cy="304800"/>
            </a:xfrm>
            <a:prstGeom prst="roundRect">
              <a:avLst>
                <a:gd name="adj" fmla="val 6927"/>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1100</a:t>
              </a:r>
            </a:p>
          </p:txBody>
        </p:sp>
        <p:sp>
          <p:nvSpPr>
            <p:cNvPr id="20" name="Rounded Rectangle 19"/>
            <p:cNvSpPr/>
            <p:nvPr/>
          </p:nvSpPr>
          <p:spPr>
            <a:xfrm>
              <a:off x="1524001" y="3327806"/>
              <a:ext cx="914400" cy="304800"/>
            </a:xfrm>
            <a:prstGeom prst="roundRect">
              <a:avLst>
                <a:gd name="adj" fmla="val 6927"/>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500</a:t>
              </a:r>
            </a:p>
          </p:txBody>
        </p:sp>
        <p:sp>
          <p:nvSpPr>
            <p:cNvPr id="21" name="Rounded Rectangle 20"/>
            <p:cNvSpPr/>
            <p:nvPr/>
          </p:nvSpPr>
          <p:spPr>
            <a:xfrm>
              <a:off x="1524001" y="4749800"/>
              <a:ext cx="914400" cy="304800"/>
            </a:xfrm>
            <a:prstGeom prst="roundRect">
              <a:avLst>
                <a:gd name="adj" fmla="val 6927"/>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1500</a:t>
              </a:r>
            </a:p>
          </p:txBody>
        </p:sp>
        <p:sp>
          <p:nvSpPr>
            <p:cNvPr id="22" name="Rounded Rectangle 21"/>
            <p:cNvSpPr/>
            <p:nvPr/>
          </p:nvSpPr>
          <p:spPr>
            <a:xfrm>
              <a:off x="3059857" y="5220103"/>
              <a:ext cx="914400" cy="304800"/>
            </a:xfrm>
            <a:prstGeom prst="roundRect">
              <a:avLst>
                <a:gd name="adj" fmla="val 6927"/>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800</a:t>
              </a:r>
            </a:p>
          </p:txBody>
        </p:sp>
        <p:sp>
          <p:nvSpPr>
            <p:cNvPr id="23" name="Rounded Rectangle 22"/>
            <p:cNvSpPr/>
            <p:nvPr/>
          </p:nvSpPr>
          <p:spPr>
            <a:xfrm>
              <a:off x="4470401" y="4902200"/>
              <a:ext cx="914400" cy="304800"/>
            </a:xfrm>
            <a:prstGeom prst="roundRect">
              <a:avLst>
                <a:gd name="adj" fmla="val 6927"/>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1100</a:t>
              </a:r>
            </a:p>
          </p:txBody>
        </p:sp>
        <p:sp>
          <p:nvSpPr>
            <p:cNvPr id="24" name="Rounded Rectangle 23"/>
            <p:cNvSpPr/>
            <p:nvPr/>
          </p:nvSpPr>
          <p:spPr>
            <a:xfrm>
              <a:off x="5994401" y="5105400"/>
              <a:ext cx="914400" cy="304800"/>
            </a:xfrm>
            <a:prstGeom prst="roundRect">
              <a:avLst>
                <a:gd name="adj" fmla="val 6927"/>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1000</a:t>
              </a:r>
            </a:p>
          </p:txBody>
        </p:sp>
        <p:sp>
          <p:nvSpPr>
            <p:cNvPr id="25" name="Rounded Rectangle 24"/>
            <p:cNvSpPr/>
            <p:nvPr/>
          </p:nvSpPr>
          <p:spPr>
            <a:xfrm>
              <a:off x="7393269" y="5041900"/>
              <a:ext cx="914400" cy="304800"/>
            </a:xfrm>
            <a:prstGeom prst="roundRect">
              <a:avLst>
                <a:gd name="adj" fmla="val 6927"/>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1500</a:t>
              </a:r>
            </a:p>
          </p:txBody>
        </p:sp>
      </p:grpSp>
      <p:sp>
        <p:nvSpPr>
          <p:cNvPr id="26" name="Text Box 7"/>
          <p:cNvSpPr txBox="1">
            <a:spLocks noChangeArrowheads="1"/>
          </p:cNvSpPr>
          <p:nvPr/>
        </p:nvSpPr>
        <p:spPr bwMode="auto">
          <a:xfrm>
            <a:off x="812801" y="495181"/>
            <a:ext cx="463716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Man Performance</a:t>
            </a:r>
          </a:p>
        </p:txBody>
      </p:sp>
      <p:sp>
        <p:nvSpPr>
          <p:cNvPr id="28"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9" name="Rectangle 28"/>
          <p:cNvSpPr/>
          <p:nvPr/>
        </p:nvSpPr>
        <p:spPr>
          <a:xfrm>
            <a:off x="9555952" y="2075994"/>
            <a:ext cx="2154456"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Market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0" name="Rectangle 29"/>
          <p:cNvSpPr/>
          <p:nvPr/>
        </p:nvSpPr>
        <p:spPr>
          <a:xfrm>
            <a:off x="9555952" y="3447594"/>
            <a:ext cx="2154456"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Income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1" name="Rectangle 30"/>
          <p:cNvSpPr/>
          <p:nvPr/>
        </p:nvSpPr>
        <p:spPr>
          <a:xfrm>
            <a:off x="9555952" y="4819194"/>
            <a:ext cx="2154456"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Profit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32" name="Group 31"/>
          <p:cNvGrpSpPr/>
          <p:nvPr/>
        </p:nvGrpSpPr>
        <p:grpSpPr>
          <a:xfrm>
            <a:off x="8681545" y="2273701"/>
            <a:ext cx="805828" cy="805828"/>
            <a:chOff x="3657600" y="1657350"/>
            <a:chExt cx="838200" cy="838200"/>
          </a:xfrm>
        </p:grpSpPr>
        <p:sp>
          <p:nvSpPr>
            <p:cNvPr id="33" name="Oval 32"/>
            <p:cNvSpPr/>
            <p:nvPr/>
          </p:nvSpPr>
          <p:spPr>
            <a:xfrm>
              <a:off x="3657600" y="1657350"/>
              <a:ext cx="838200" cy="838200"/>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4" name="Group 33"/>
            <p:cNvGrpSpPr/>
            <p:nvPr/>
          </p:nvGrpSpPr>
          <p:grpSpPr>
            <a:xfrm>
              <a:off x="3916370" y="1866784"/>
              <a:ext cx="320660" cy="419329"/>
              <a:chOff x="812800" y="2401888"/>
              <a:chExt cx="206375" cy="269875"/>
            </a:xfrm>
            <a:solidFill>
              <a:schemeClr val="bg1"/>
            </a:solidFill>
          </p:grpSpPr>
          <p:sp>
            <p:nvSpPr>
              <p:cNvPr id="35"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7" name="Group 36"/>
          <p:cNvGrpSpPr/>
          <p:nvPr/>
        </p:nvGrpSpPr>
        <p:grpSpPr>
          <a:xfrm>
            <a:off x="8681545" y="3645301"/>
            <a:ext cx="805828" cy="805828"/>
            <a:chOff x="3657600" y="2686050"/>
            <a:chExt cx="838200" cy="838200"/>
          </a:xfrm>
        </p:grpSpPr>
        <p:sp>
          <p:nvSpPr>
            <p:cNvPr id="38" name="Oval 37"/>
            <p:cNvSpPr/>
            <p:nvPr/>
          </p:nvSpPr>
          <p:spPr>
            <a:xfrm>
              <a:off x="3657600" y="2686050"/>
              <a:ext cx="838200" cy="838200"/>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9" name="Group 38"/>
            <p:cNvGrpSpPr/>
            <p:nvPr/>
          </p:nvGrpSpPr>
          <p:grpSpPr>
            <a:xfrm>
              <a:off x="3874869" y="2900375"/>
              <a:ext cx="403662" cy="409550"/>
              <a:chOff x="2360613" y="2686051"/>
              <a:chExt cx="217488" cy="220662"/>
            </a:xfrm>
            <a:solidFill>
              <a:schemeClr val="bg1"/>
            </a:solidFill>
          </p:grpSpPr>
          <p:sp>
            <p:nvSpPr>
              <p:cNvPr id="40"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43" name="Group 42"/>
          <p:cNvGrpSpPr/>
          <p:nvPr/>
        </p:nvGrpSpPr>
        <p:grpSpPr>
          <a:xfrm>
            <a:off x="8681545" y="5016901"/>
            <a:ext cx="805828" cy="805828"/>
            <a:chOff x="3657600" y="3714750"/>
            <a:chExt cx="838200" cy="838200"/>
          </a:xfrm>
        </p:grpSpPr>
        <p:sp>
          <p:nvSpPr>
            <p:cNvPr id="44" name="Oval 43"/>
            <p:cNvSpPr/>
            <p:nvPr/>
          </p:nvSpPr>
          <p:spPr>
            <a:xfrm>
              <a:off x="3657600" y="3714750"/>
              <a:ext cx="838200" cy="838200"/>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5" name="Group 44"/>
            <p:cNvGrpSpPr/>
            <p:nvPr/>
          </p:nvGrpSpPr>
          <p:grpSpPr>
            <a:xfrm>
              <a:off x="3845037" y="3975083"/>
              <a:ext cx="463327" cy="343205"/>
              <a:chOff x="4598988" y="3619501"/>
              <a:chExt cx="214313" cy="158750"/>
            </a:xfrm>
            <a:solidFill>
              <a:schemeClr val="bg1"/>
            </a:solidFill>
          </p:grpSpPr>
          <p:sp>
            <p:nvSpPr>
              <p:cNvPr id="46" name="Freeform 24"/>
              <p:cNvSpPr/>
              <p:nvPr/>
            </p:nvSpPr>
            <p:spPr bwMode="auto">
              <a:xfrm>
                <a:off x="4675188" y="3729038"/>
                <a:ext cx="61913" cy="49213"/>
              </a:xfrm>
              <a:custGeom>
                <a:avLst/>
                <a:gdLst>
                  <a:gd name="T0" fmla="*/ 36 w 38"/>
                  <a:gd name="T1" fmla="*/ 10 h 30"/>
                  <a:gd name="T2" fmla="*/ 1 w 38"/>
                  <a:gd name="T3" fmla="*/ 11 h 30"/>
                  <a:gd name="T4" fmla="*/ 1 w 38"/>
                  <a:gd name="T5" fmla="*/ 13 h 30"/>
                  <a:gd name="T6" fmla="*/ 19 w 38"/>
                  <a:gd name="T7" fmla="*/ 30 h 30"/>
                  <a:gd name="T8" fmla="*/ 36 w 38"/>
                  <a:gd name="T9" fmla="*/ 13 h 30"/>
                  <a:gd name="T10" fmla="*/ 36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6" y="10"/>
                    </a:moveTo>
                    <a:cubicBezTo>
                      <a:pt x="26" y="1"/>
                      <a:pt x="12" y="0"/>
                      <a:pt x="1" y="11"/>
                    </a:cubicBezTo>
                    <a:cubicBezTo>
                      <a:pt x="0" y="11"/>
                      <a:pt x="0" y="12"/>
                      <a:pt x="1" y="13"/>
                    </a:cubicBezTo>
                    <a:cubicBezTo>
                      <a:pt x="19" y="30"/>
                      <a:pt x="19" y="30"/>
                      <a:pt x="19" y="30"/>
                    </a:cubicBezTo>
                    <a:cubicBezTo>
                      <a:pt x="36" y="13"/>
                      <a:pt x="36" y="13"/>
                      <a:pt x="36" y="13"/>
                    </a:cubicBezTo>
                    <a:cubicBezTo>
                      <a:pt x="38" y="11"/>
                      <a:pt x="37" y="11"/>
                      <a:pt x="3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25"/>
              <p:cNvSpPr/>
              <p:nvPr/>
            </p:nvSpPr>
            <p:spPr bwMode="auto">
              <a:xfrm>
                <a:off x="4633913" y="3675063"/>
                <a:ext cx="142875" cy="63500"/>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7 w 88"/>
                  <a:gd name="T15" fmla="*/ 26 h 39"/>
                  <a:gd name="T16" fmla="*/ 87 w 88"/>
                  <a:gd name="T17" fmla="*/ 26 h 39"/>
                  <a:gd name="T18" fmla="*/ 87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3" y="39"/>
                      <a:pt x="74" y="39"/>
                      <a:pt x="75" y="38"/>
                    </a:cubicBezTo>
                    <a:cubicBezTo>
                      <a:pt x="87" y="26"/>
                      <a:pt x="87" y="26"/>
                      <a:pt x="87" y="26"/>
                    </a:cubicBezTo>
                    <a:cubicBezTo>
                      <a:pt x="87" y="26"/>
                      <a:pt x="87" y="26"/>
                      <a:pt x="87" y="26"/>
                    </a:cubicBezTo>
                    <a:cubicBezTo>
                      <a:pt x="88" y="25"/>
                      <a:pt x="88" y="24"/>
                      <a:pt x="87"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26"/>
              <p:cNvSpPr/>
              <p:nvPr/>
            </p:nvSpPr>
            <p:spPr bwMode="auto">
              <a:xfrm>
                <a:off x="4598988" y="3619501"/>
                <a:ext cx="214313" cy="82550"/>
              </a:xfrm>
              <a:custGeom>
                <a:avLst/>
                <a:gdLst>
                  <a:gd name="T0" fmla="*/ 131 w 132"/>
                  <a:gd name="T1" fmla="*/ 36 h 51"/>
                  <a:gd name="T2" fmla="*/ 131 w 132"/>
                  <a:gd name="T3" fmla="*/ 36 h 51"/>
                  <a:gd name="T4" fmla="*/ 1 w 132"/>
                  <a:gd name="T5" fmla="*/ 36 h 51"/>
                  <a:gd name="T6" fmla="*/ 1 w 132"/>
                  <a:gd name="T7" fmla="*/ 38 h 51"/>
                  <a:gd name="T8" fmla="*/ 13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6" y="0"/>
                      <a:pt x="1" y="36"/>
                    </a:cubicBezTo>
                    <a:cubicBezTo>
                      <a:pt x="0" y="37"/>
                      <a:pt x="0" y="37"/>
                      <a:pt x="1" y="38"/>
                    </a:cubicBezTo>
                    <a:cubicBezTo>
                      <a:pt x="13" y="51"/>
                      <a:pt x="13" y="51"/>
                      <a:pt x="13" y="51"/>
                    </a:cubicBezTo>
                    <a:cubicBezTo>
                      <a:pt x="14" y="51"/>
                      <a:pt x="15" y="51"/>
                      <a:pt x="16" y="51"/>
                    </a:cubicBezTo>
                    <a:cubicBezTo>
                      <a:pt x="43" y="23"/>
                      <a:pt x="88" y="23"/>
                      <a:pt x="116" y="51"/>
                    </a:cubicBezTo>
                    <a:cubicBezTo>
                      <a:pt x="117" y="51"/>
                      <a:pt x="118" y="51"/>
                      <a:pt x="118" y="51"/>
                    </a:cubicBezTo>
                    <a:cubicBezTo>
                      <a:pt x="131" y="38"/>
                      <a:pt x="131" y="38"/>
                      <a:pt x="131" y="38"/>
                    </a:cubicBezTo>
                    <a:cubicBezTo>
                      <a:pt x="131" y="38"/>
                      <a:pt x="131" y="38"/>
                      <a:pt x="131" y="38"/>
                    </a:cubicBezTo>
                    <a:cubicBezTo>
                      <a:pt x="132" y="37"/>
                      <a:pt x="132" y="37"/>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2547531090"/>
      </p:ext>
    </p:extLst>
  </p:cSld>
  <p:clrMapOvr>
    <a:masterClrMapping/>
  </p:clrMapOvr>
  <p:transition spd="slow">
    <p:push dir="u"/>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1865279461"/>
              </p:ext>
            </p:extLst>
          </p:nvPr>
        </p:nvGraphicFramePr>
        <p:xfrm>
          <a:off x="3759200" y="1841702"/>
          <a:ext cx="4572000" cy="463529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7" name="Rectangle 6"/>
          <p:cNvSpPr/>
          <p:nvPr/>
        </p:nvSpPr>
        <p:spPr>
          <a:xfrm>
            <a:off x="7523411" y="1625194"/>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Digital</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10" name="Group 9"/>
          <p:cNvGrpSpPr/>
          <p:nvPr/>
        </p:nvGrpSpPr>
        <p:grpSpPr>
          <a:xfrm>
            <a:off x="3398321" y="4713994"/>
            <a:ext cx="534701" cy="542501"/>
            <a:chOff x="2360613" y="2686051"/>
            <a:chExt cx="217488" cy="220662"/>
          </a:xfrm>
          <a:solidFill>
            <a:srgbClr val="15A185"/>
          </a:solidFill>
        </p:grpSpPr>
        <p:sp>
          <p:nvSpPr>
            <p:cNvPr id="11"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4" name="Group 13"/>
          <p:cNvGrpSpPr/>
          <p:nvPr/>
        </p:nvGrpSpPr>
        <p:grpSpPr>
          <a:xfrm>
            <a:off x="6803696" y="1864014"/>
            <a:ext cx="558556" cy="538022"/>
            <a:chOff x="4616450" y="1549401"/>
            <a:chExt cx="215900" cy="207963"/>
          </a:xfrm>
          <a:solidFill>
            <a:srgbClr val="C0392B"/>
          </a:solidFill>
        </p:grpSpPr>
        <p:sp>
          <p:nvSpPr>
            <p:cNvPr id="15"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7" name="Group 16"/>
          <p:cNvGrpSpPr/>
          <p:nvPr/>
        </p:nvGrpSpPr>
        <p:grpSpPr>
          <a:xfrm>
            <a:off x="7933315" y="3802902"/>
            <a:ext cx="377818" cy="570424"/>
            <a:chOff x="549275" y="4406901"/>
            <a:chExt cx="161926" cy="244475"/>
          </a:xfrm>
          <a:solidFill>
            <a:srgbClr val="9BBC57"/>
          </a:solidFill>
        </p:grpSpPr>
        <p:sp>
          <p:nvSpPr>
            <p:cNvPr id="18"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 name="Group 19"/>
          <p:cNvGrpSpPr/>
          <p:nvPr/>
        </p:nvGrpSpPr>
        <p:grpSpPr>
          <a:xfrm>
            <a:off x="8559564" y="5562646"/>
            <a:ext cx="411564" cy="538201"/>
            <a:chOff x="812800" y="2401888"/>
            <a:chExt cx="206375" cy="269875"/>
          </a:xfrm>
          <a:solidFill>
            <a:srgbClr val="297F9D"/>
          </a:solidFill>
        </p:grpSpPr>
        <p:sp>
          <p:nvSpPr>
            <p:cNvPr id="21"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23" name="Freeform 33"/>
          <p:cNvSpPr>
            <a:spLocks noEditPoints="1"/>
          </p:cNvSpPr>
          <p:nvPr/>
        </p:nvSpPr>
        <p:spPr bwMode="auto">
          <a:xfrm>
            <a:off x="3959244" y="2834262"/>
            <a:ext cx="770411" cy="524538"/>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Text Box 7"/>
          <p:cNvSpPr txBox="1">
            <a:spLocks noChangeArrowheads="1"/>
          </p:cNvSpPr>
          <p:nvPr/>
        </p:nvSpPr>
        <p:spPr bwMode="auto">
          <a:xfrm>
            <a:off x="812800" y="495181"/>
            <a:ext cx="457304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System Hierarchy</a:t>
            </a:r>
          </a:p>
        </p:txBody>
      </p:sp>
      <p:sp>
        <p:nvSpPr>
          <p:cNvPr id="2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7" name="Rectangle 26"/>
          <p:cNvSpPr/>
          <p:nvPr/>
        </p:nvSpPr>
        <p:spPr>
          <a:xfrm>
            <a:off x="8448185" y="3461751"/>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Mobile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28" name="Rectangle 27"/>
          <p:cNvSpPr/>
          <p:nvPr/>
        </p:nvSpPr>
        <p:spPr>
          <a:xfrm>
            <a:off x="9157055" y="5298308"/>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Security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29" name="Rectangle 28"/>
          <p:cNvSpPr/>
          <p:nvPr/>
        </p:nvSpPr>
        <p:spPr>
          <a:xfrm>
            <a:off x="1117220" y="2591629"/>
            <a:ext cx="271517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Cloud</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0" name="Rectangle 29"/>
          <p:cNvSpPr/>
          <p:nvPr/>
        </p:nvSpPr>
        <p:spPr>
          <a:xfrm>
            <a:off x="520316" y="4477414"/>
            <a:ext cx="2715172" cy="1015663"/>
          </a:xfrm>
          <a:prstGeom prst="rect">
            <a:avLst/>
          </a:prstGeom>
        </p:spPr>
        <p:txBody>
          <a:bodyPr wrap="square">
            <a:spAutoFit/>
          </a:bodyPr>
          <a:lstStyle/>
          <a:p>
            <a:pPr algn="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Passion</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1406274587"/>
      </p:ext>
    </p:extLst>
  </p:cSld>
  <p:clrMapOvr>
    <a:masterClrMapping/>
  </p:clrMapOvr>
  <p:transition spd="slow">
    <p:push dir="u"/>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3082038245"/>
              </p:ext>
            </p:extLst>
          </p:nvPr>
        </p:nvGraphicFramePr>
        <p:xfrm>
          <a:off x="3990426" y="2006600"/>
          <a:ext cx="4572000" cy="447040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Oval 5"/>
          <p:cNvSpPr/>
          <p:nvPr/>
        </p:nvSpPr>
        <p:spPr>
          <a:xfrm>
            <a:off x="3247695" y="2103146"/>
            <a:ext cx="580960" cy="584607"/>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Oval 7"/>
          <p:cNvSpPr/>
          <p:nvPr/>
        </p:nvSpPr>
        <p:spPr>
          <a:xfrm>
            <a:off x="3247695" y="3315341"/>
            <a:ext cx="580960" cy="584607"/>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0" name="Oval 9"/>
          <p:cNvSpPr/>
          <p:nvPr/>
        </p:nvSpPr>
        <p:spPr>
          <a:xfrm>
            <a:off x="3247695" y="4427233"/>
            <a:ext cx="580960" cy="584607"/>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2" name="Oval 11"/>
          <p:cNvSpPr/>
          <p:nvPr/>
        </p:nvSpPr>
        <p:spPr>
          <a:xfrm>
            <a:off x="3247695" y="5523813"/>
            <a:ext cx="580960" cy="584607"/>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3" name="Group 2"/>
          <p:cNvGrpSpPr/>
          <p:nvPr/>
        </p:nvGrpSpPr>
        <p:grpSpPr>
          <a:xfrm>
            <a:off x="4812658" y="2920396"/>
            <a:ext cx="2773953" cy="2784297"/>
            <a:chOff x="3436073" y="2190296"/>
            <a:chExt cx="2080465" cy="2088223"/>
          </a:xfrm>
        </p:grpSpPr>
        <p:grpSp>
          <p:nvGrpSpPr>
            <p:cNvPr id="15" name="Group 14"/>
            <p:cNvGrpSpPr/>
            <p:nvPr/>
          </p:nvGrpSpPr>
          <p:grpSpPr>
            <a:xfrm>
              <a:off x="3436073" y="3229622"/>
              <a:ext cx="517355" cy="394529"/>
              <a:chOff x="4914900" y="1812925"/>
              <a:chExt cx="441326" cy="336550"/>
            </a:xfrm>
            <a:solidFill>
              <a:schemeClr val="bg1"/>
            </a:solidFill>
          </p:grpSpPr>
          <p:sp>
            <p:nvSpPr>
              <p:cNvPr id="16" name="Freeform 5"/>
              <p:cNvSpPr/>
              <p:nvPr/>
            </p:nvSpPr>
            <p:spPr bwMode="auto">
              <a:xfrm>
                <a:off x="4914900" y="1849438"/>
                <a:ext cx="230188" cy="257175"/>
              </a:xfrm>
              <a:custGeom>
                <a:avLst/>
                <a:gdLst>
                  <a:gd name="T0" fmla="*/ 18 w 145"/>
                  <a:gd name="T1" fmla="*/ 143 h 162"/>
                  <a:gd name="T2" fmla="*/ 18 w 145"/>
                  <a:gd name="T3" fmla="*/ 21 h 162"/>
                  <a:gd name="T4" fmla="*/ 124 w 145"/>
                  <a:gd name="T5" fmla="*/ 21 h 162"/>
                  <a:gd name="T6" fmla="*/ 145 w 145"/>
                  <a:gd name="T7" fmla="*/ 0 h 162"/>
                  <a:gd name="T8" fmla="*/ 0 w 145"/>
                  <a:gd name="T9" fmla="*/ 0 h 162"/>
                  <a:gd name="T10" fmla="*/ 0 w 145"/>
                  <a:gd name="T11" fmla="*/ 162 h 162"/>
                  <a:gd name="T12" fmla="*/ 68 w 145"/>
                  <a:gd name="T13" fmla="*/ 162 h 162"/>
                  <a:gd name="T14" fmla="*/ 77 w 145"/>
                  <a:gd name="T15" fmla="*/ 143 h 162"/>
                  <a:gd name="T16" fmla="*/ 18 w 145"/>
                  <a:gd name="T17" fmla="*/ 14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62">
                    <a:moveTo>
                      <a:pt x="18" y="143"/>
                    </a:moveTo>
                    <a:lnTo>
                      <a:pt x="18" y="21"/>
                    </a:lnTo>
                    <a:lnTo>
                      <a:pt x="124" y="21"/>
                    </a:lnTo>
                    <a:lnTo>
                      <a:pt x="145" y="0"/>
                    </a:lnTo>
                    <a:lnTo>
                      <a:pt x="0" y="0"/>
                    </a:lnTo>
                    <a:lnTo>
                      <a:pt x="0" y="162"/>
                    </a:lnTo>
                    <a:lnTo>
                      <a:pt x="68" y="162"/>
                    </a:lnTo>
                    <a:lnTo>
                      <a:pt x="77" y="143"/>
                    </a:lnTo>
                    <a:lnTo>
                      <a:pt x="18"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6"/>
              <p:cNvSpPr/>
              <p:nvPr/>
            </p:nvSpPr>
            <p:spPr bwMode="auto">
              <a:xfrm>
                <a:off x="5065713" y="1849438"/>
                <a:ext cx="290513" cy="257175"/>
              </a:xfrm>
              <a:custGeom>
                <a:avLst/>
                <a:gdLst>
                  <a:gd name="T0" fmla="*/ 76 w 88"/>
                  <a:gd name="T1" fmla="*/ 18 h 78"/>
                  <a:gd name="T2" fmla="*/ 76 w 88"/>
                  <a:gd name="T3" fmla="*/ 0 h 78"/>
                  <a:gd name="T4" fmla="*/ 40 w 88"/>
                  <a:gd name="T5" fmla="*/ 0 h 78"/>
                  <a:gd name="T6" fmla="*/ 37 w 88"/>
                  <a:gd name="T7" fmla="*/ 10 h 78"/>
                  <a:gd name="T8" fmla="*/ 67 w 88"/>
                  <a:gd name="T9" fmla="*/ 10 h 78"/>
                  <a:gd name="T10" fmla="*/ 67 w 88"/>
                  <a:gd name="T11" fmla="*/ 69 h 78"/>
                  <a:gd name="T12" fmla="*/ 10 w 88"/>
                  <a:gd name="T13" fmla="*/ 69 h 78"/>
                  <a:gd name="T14" fmla="*/ 0 w 88"/>
                  <a:gd name="T15" fmla="*/ 78 h 78"/>
                  <a:gd name="T16" fmla="*/ 76 w 88"/>
                  <a:gd name="T17" fmla="*/ 78 h 78"/>
                  <a:gd name="T18" fmla="*/ 76 w 88"/>
                  <a:gd name="T19" fmla="*/ 60 h 78"/>
                  <a:gd name="T20" fmla="*/ 88 w 88"/>
                  <a:gd name="T21" fmla="*/ 54 h 78"/>
                  <a:gd name="T22" fmla="*/ 88 w 88"/>
                  <a:gd name="T23" fmla="*/ 26 h 78"/>
                  <a:gd name="T24" fmla="*/ 76 w 88"/>
                  <a:gd name="T25" fmla="*/ 1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78">
                    <a:moveTo>
                      <a:pt x="76" y="18"/>
                    </a:moveTo>
                    <a:cubicBezTo>
                      <a:pt x="76" y="0"/>
                      <a:pt x="76" y="0"/>
                      <a:pt x="76" y="0"/>
                    </a:cubicBezTo>
                    <a:cubicBezTo>
                      <a:pt x="40" y="0"/>
                      <a:pt x="40" y="0"/>
                      <a:pt x="40" y="0"/>
                    </a:cubicBezTo>
                    <a:cubicBezTo>
                      <a:pt x="37" y="10"/>
                      <a:pt x="37" y="10"/>
                      <a:pt x="37" y="10"/>
                    </a:cubicBezTo>
                    <a:cubicBezTo>
                      <a:pt x="67" y="10"/>
                      <a:pt x="67" y="10"/>
                      <a:pt x="67" y="10"/>
                    </a:cubicBezTo>
                    <a:cubicBezTo>
                      <a:pt x="67" y="69"/>
                      <a:pt x="67" y="69"/>
                      <a:pt x="67" y="69"/>
                    </a:cubicBezTo>
                    <a:cubicBezTo>
                      <a:pt x="10" y="69"/>
                      <a:pt x="10" y="69"/>
                      <a:pt x="10" y="69"/>
                    </a:cubicBezTo>
                    <a:cubicBezTo>
                      <a:pt x="0" y="78"/>
                      <a:pt x="0" y="78"/>
                      <a:pt x="0" y="78"/>
                    </a:cubicBezTo>
                    <a:cubicBezTo>
                      <a:pt x="76" y="78"/>
                      <a:pt x="76" y="78"/>
                      <a:pt x="76" y="78"/>
                    </a:cubicBezTo>
                    <a:cubicBezTo>
                      <a:pt x="76" y="60"/>
                      <a:pt x="76" y="60"/>
                      <a:pt x="76" y="60"/>
                    </a:cubicBezTo>
                    <a:cubicBezTo>
                      <a:pt x="80" y="60"/>
                      <a:pt x="88" y="61"/>
                      <a:pt x="88" y="54"/>
                    </a:cubicBezTo>
                    <a:cubicBezTo>
                      <a:pt x="88" y="26"/>
                      <a:pt x="88" y="26"/>
                      <a:pt x="88" y="26"/>
                    </a:cubicBezTo>
                    <a:cubicBezTo>
                      <a:pt x="88" y="17"/>
                      <a:pt x="79" y="18"/>
                      <a:pt x="7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7"/>
              <p:cNvSpPr/>
              <p:nvPr/>
            </p:nvSpPr>
            <p:spPr bwMode="auto">
              <a:xfrm>
                <a:off x="4970463" y="1905000"/>
                <a:ext cx="115888" cy="144463"/>
              </a:xfrm>
              <a:custGeom>
                <a:avLst/>
                <a:gdLst>
                  <a:gd name="T0" fmla="*/ 0 w 73"/>
                  <a:gd name="T1" fmla="*/ 0 h 91"/>
                  <a:gd name="T2" fmla="*/ 0 w 73"/>
                  <a:gd name="T3" fmla="*/ 91 h 91"/>
                  <a:gd name="T4" fmla="*/ 0 w 73"/>
                  <a:gd name="T5" fmla="*/ 91 h 91"/>
                  <a:gd name="T6" fmla="*/ 48 w 73"/>
                  <a:gd name="T7" fmla="*/ 91 h 91"/>
                  <a:gd name="T8" fmla="*/ 60 w 73"/>
                  <a:gd name="T9" fmla="*/ 60 h 91"/>
                  <a:gd name="T10" fmla="*/ 19 w 73"/>
                  <a:gd name="T11" fmla="*/ 60 h 91"/>
                  <a:gd name="T12" fmla="*/ 73 w 73"/>
                  <a:gd name="T13" fmla="*/ 0 h 91"/>
                  <a:gd name="T14" fmla="*/ 0 w 73"/>
                  <a:gd name="T15" fmla="*/ 0 h 91"/>
                  <a:gd name="T16" fmla="*/ 0 w 73"/>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91">
                    <a:moveTo>
                      <a:pt x="0" y="0"/>
                    </a:moveTo>
                    <a:lnTo>
                      <a:pt x="0" y="91"/>
                    </a:lnTo>
                    <a:lnTo>
                      <a:pt x="0" y="91"/>
                    </a:lnTo>
                    <a:lnTo>
                      <a:pt x="48" y="91"/>
                    </a:lnTo>
                    <a:lnTo>
                      <a:pt x="60" y="60"/>
                    </a:lnTo>
                    <a:lnTo>
                      <a:pt x="19" y="60"/>
                    </a:lnTo>
                    <a:lnTo>
                      <a:pt x="73"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8"/>
              <p:cNvSpPr/>
              <p:nvPr/>
            </p:nvSpPr>
            <p:spPr bwMode="auto">
              <a:xfrm>
                <a:off x="5126038" y="1905000"/>
                <a:ext cx="138113" cy="144463"/>
              </a:xfrm>
              <a:custGeom>
                <a:avLst/>
                <a:gdLst>
                  <a:gd name="T0" fmla="*/ 66 w 87"/>
                  <a:gd name="T1" fmla="*/ 21 h 91"/>
                  <a:gd name="T2" fmla="*/ 0 w 87"/>
                  <a:gd name="T3" fmla="*/ 91 h 91"/>
                  <a:gd name="T4" fmla="*/ 87 w 87"/>
                  <a:gd name="T5" fmla="*/ 91 h 91"/>
                  <a:gd name="T6" fmla="*/ 87 w 87"/>
                  <a:gd name="T7" fmla="*/ 0 h 91"/>
                  <a:gd name="T8" fmla="*/ 31 w 87"/>
                  <a:gd name="T9" fmla="*/ 0 h 91"/>
                  <a:gd name="T10" fmla="*/ 24 w 87"/>
                  <a:gd name="T11" fmla="*/ 21 h 91"/>
                  <a:gd name="T12" fmla="*/ 66 w 87"/>
                  <a:gd name="T13" fmla="*/ 21 h 91"/>
                </a:gdLst>
                <a:ahLst/>
                <a:cxnLst>
                  <a:cxn ang="0">
                    <a:pos x="T0" y="T1"/>
                  </a:cxn>
                  <a:cxn ang="0">
                    <a:pos x="T2" y="T3"/>
                  </a:cxn>
                  <a:cxn ang="0">
                    <a:pos x="T4" y="T5"/>
                  </a:cxn>
                  <a:cxn ang="0">
                    <a:pos x="T6" y="T7"/>
                  </a:cxn>
                  <a:cxn ang="0">
                    <a:pos x="T8" y="T9"/>
                  </a:cxn>
                  <a:cxn ang="0">
                    <a:pos x="T10" y="T11"/>
                  </a:cxn>
                  <a:cxn ang="0">
                    <a:pos x="T12" y="T13"/>
                  </a:cxn>
                </a:cxnLst>
                <a:rect l="0" t="0" r="r" b="b"/>
                <a:pathLst>
                  <a:path w="87" h="91">
                    <a:moveTo>
                      <a:pt x="66" y="21"/>
                    </a:moveTo>
                    <a:lnTo>
                      <a:pt x="0" y="91"/>
                    </a:lnTo>
                    <a:lnTo>
                      <a:pt x="87" y="91"/>
                    </a:lnTo>
                    <a:lnTo>
                      <a:pt x="87" y="0"/>
                    </a:lnTo>
                    <a:lnTo>
                      <a:pt x="31" y="0"/>
                    </a:lnTo>
                    <a:lnTo>
                      <a:pt x="24" y="21"/>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9"/>
              <p:cNvSpPr/>
              <p:nvPr/>
            </p:nvSpPr>
            <p:spPr bwMode="auto">
              <a:xfrm>
                <a:off x="5019675" y="1812925"/>
                <a:ext cx="180975" cy="336550"/>
              </a:xfrm>
              <a:custGeom>
                <a:avLst/>
                <a:gdLst>
                  <a:gd name="T0" fmla="*/ 79 w 114"/>
                  <a:gd name="T1" fmla="*/ 87 h 212"/>
                  <a:gd name="T2" fmla="*/ 112 w 114"/>
                  <a:gd name="T3" fmla="*/ 0 h 212"/>
                  <a:gd name="T4" fmla="*/ 8 w 114"/>
                  <a:gd name="T5" fmla="*/ 110 h 212"/>
                  <a:gd name="T6" fmla="*/ 44 w 114"/>
                  <a:gd name="T7" fmla="*/ 110 h 212"/>
                  <a:gd name="T8" fmla="*/ 0 w 114"/>
                  <a:gd name="T9" fmla="*/ 212 h 212"/>
                  <a:gd name="T10" fmla="*/ 114 w 114"/>
                  <a:gd name="T11" fmla="*/ 85 h 212"/>
                  <a:gd name="T12" fmla="*/ 79 w 114"/>
                  <a:gd name="T13" fmla="*/ 87 h 212"/>
                </a:gdLst>
                <a:ahLst/>
                <a:cxnLst>
                  <a:cxn ang="0">
                    <a:pos x="T0" y="T1"/>
                  </a:cxn>
                  <a:cxn ang="0">
                    <a:pos x="T2" y="T3"/>
                  </a:cxn>
                  <a:cxn ang="0">
                    <a:pos x="T4" y="T5"/>
                  </a:cxn>
                  <a:cxn ang="0">
                    <a:pos x="T6" y="T7"/>
                  </a:cxn>
                  <a:cxn ang="0">
                    <a:pos x="T8" y="T9"/>
                  </a:cxn>
                  <a:cxn ang="0">
                    <a:pos x="T10" y="T11"/>
                  </a:cxn>
                  <a:cxn ang="0">
                    <a:pos x="T12" y="T13"/>
                  </a:cxn>
                </a:cxnLst>
                <a:rect l="0" t="0" r="r" b="b"/>
                <a:pathLst>
                  <a:path w="114" h="211">
                    <a:moveTo>
                      <a:pt x="79" y="87"/>
                    </a:moveTo>
                    <a:lnTo>
                      <a:pt x="112" y="0"/>
                    </a:lnTo>
                    <a:lnTo>
                      <a:pt x="8" y="110"/>
                    </a:lnTo>
                    <a:lnTo>
                      <a:pt x="44" y="110"/>
                    </a:lnTo>
                    <a:lnTo>
                      <a:pt x="0" y="212"/>
                    </a:lnTo>
                    <a:lnTo>
                      <a:pt x="114" y="85"/>
                    </a:lnTo>
                    <a:lnTo>
                      <a:pt x="79"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21" name="Freeform 10"/>
            <p:cNvSpPr>
              <a:spLocks noEditPoints="1"/>
            </p:cNvSpPr>
            <p:nvPr/>
          </p:nvSpPr>
          <p:spPr bwMode="auto">
            <a:xfrm>
              <a:off x="5029200" y="3289360"/>
              <a:ext cx="487338" cy="481116"/>
            </a:xfrm>
            <a:custGeom>
              <a:avLst/>
              <a:gdLst>
                <a:gd name="T0" fmla="*/ 14 w 113"/>
                <a:gd name="T1" fmla="*/ 13 h 112"/>
                <a:gd name="T2" fmla="*/ 14 w 113"/>
                <a:gd name="T3" fmla="*/ 62 h 112"/>
                <a:gd name="T4" fmla="*/ 49 w 113"/>
                <a:gd name="T5" fmla="*/ 71 h 112"/>
                <a:gd name="T6" fmla="*/ 60 w 113"/>
                <a:gd name="T7" fmla="*/ 82 h 112"/>
                <a:gd name="T8" fmla="*/ 75 w 113"/>
                <a:gd name="T9" fmla="*/ 79 h 112"/>
                <a:gd name="T10" fmla="*/ 75 w 113"/>
                <a:gd name="T11" fmla="*/ 93 h 112"/>
                <a:gd name="T12" fmla="*/ 79 w 113"/>
                <a:gd name="T13" fmla="*/ 97 h 112"/>
                <a:gd name="T14" fmla="*/ 92 w 113"/>
                <a:gd name="T15" fmla="*/ 97 h 112"/>
                <a:gd name="T16" fmla="*/ 92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7 w 113"/>
                <a:gd name="T29" fmla="*/ 53 h 112"/>
                <a:gd name="T30" fmla="*/ 21 w 113"/>
                <a:gd name="T31" fmla="*/ 20 h 112"/>
                <a:gd name="T32" fmla="*/ 53 w 113"/>
                <a:gd name="T33" fmla="*/ 17 h 112"/>
                <a:gd name="T34" fmla="*/ 17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2"/>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9" y="97"/>
                  </a:cubicBezTo>
                  <a:cubicBezTo>
                    <a:pt x="81" y="96"/>
                    <a:pt x="88" y="92"/>
                    <a:pt x="92" y="97"/>
                  </a:cubicBezTo>
                  <a:cubicBezTo>
                    <a:pt x="97" y="102"/>
                    <a:pt x="92" y="112"/>
                    <a:pt x="92"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7" y="53"/>
                  </a:moveTo>
                  <a:cubicBezTo>
                    <a:pt x="11" y="43"/>
                    <a:pt x="12" y="29"/>
                    <a:pt x="21" y="20"/>
                  </a:cubicBezTo>
                  <a:cubicBezTo>
                    <a:pt x="29" y="11"/>
                    <a:pt x="43" y="10"/>
                    <a:pt x="53" y="17"/>
                  </a:cubicBezTo>
                  <a:lnTo>
                    <a:pt x="17" y="53"/>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11"/>
            <p:cNvSpPr>
              <a:spLocks noEditPoints="1"/>
            </p:cNvSpPr>
            <p:nvPr/>
          </p:nvSpPr>
          <p:spPr bwMode="auto">
            <a:xfrm>
              <a:off x="4788346" y="2190296"/>
              <a:ext cx="484523" cy="430495"/>
            </a:xfrm>
            <a:custGeom>
              <a:avLst/>
              <a:gdLst>
                <a:gd name="T0" fmla="*/ 133 w 134"/>
                <a:gd name="T1" fmla="*/ 16 h 119"/>
                <a:gd name="T2" fmla="*/ 121 w 134"/>
                <a:gd name="T3" fmla="*/ 5 h 119"/>
                <a:gd name="T4" fmla="*/ 115 w 134"/>
                <a:gd name="T5" fmla="*/ 5 h 119"/>
                <a:gd name="T6" fmla="*/ 114 w 134"/>
                <a:gd name="T7" fmla="*/ 8 h 119"/>
                <a:gd name="T8" fmla="*/ 111 w 134"/>
                <a:gd name="T9" fmla="*/ 9 h 119"/>
                <a:gd name="T10" fmla="*/ 111 w 134"/>
                <a:gd name="T11" fmla="*/ 9 h 119"/>
                <a:gd name="T12" fmla="*/ 81 w 134"/>
                <a:gd name="T13" fmla="*/ 39 h 119"/>
                <a:gd name="T14" fmla="*/ 79 w 134"/>
                <a:gd name="T15" fmla="*/ 47 h 119"/>
                <a:gd name="T16" fmla="*/ 82 w 134"/>
                <a:gd name="T17" fmla="*/ 50 h 119"/>
                <a:gd name="T18" fmla="*/ 82 w 134"/>
                <a:gd name="T19" fmla="*/ 50 h 119"/>
                <a:gd name="T20" fmla="*/ 83 w 134"/>
                <a:gd name="T21" fmla="*/ 51 h 119"/>
                <a:gd name="T22" fmla="*/ 76 w 134"/>
                <a:gd name="T23" fmla="*/ 57 h 119"/>
                <a:gd name="T24" fmla="*/ 54 w 134"/>
                <a:gd name="T25" fmla="*/ 35 h 119"/>
                <a:gd name="T26" fmla="*/ 47 w 134"/>
                <a:gd name="T27" fmla="*/ 10 h 119"/>
                <a:gd name="T28" fmla="*/ 21 w 134"/>
                <a:gd name="T29" fmla="*/ 3 h 119"/>
                <a:gd name="T30" fmla="*/ 36 w 134"/>
                <a:gd name="T31" fmla="*/ 18 h 119"/>
                <a:gd name="T32" fmla="*/ 32 w 134"/>
                <a:gd name="T33" fmla="*/ 32 h 119"/>
                <a:gd name="T34" fmla="*/ 18 w 134"/>
                <a:gd name="T35" fmla="*/ 36 h 119"/>
                <a:gd name="T36" fmla="*/ 3 w 134"/>
                <a:gd name="T37" fmla="*/ 21 h 119"/>
                <a:gd name="T38" fmla="*/ 10 w 134"/>
                <a:gd name="T39" fmla="*/ 47 h 119"/>
                <a:gd name="T40" fmla="*/ 36 w 134"/>
                <a:gd name="T41" fmla="*/ 53 h 119"/>
                <a:gd name="T42" fmla="*/ 37 w 134"/>
                <a:gd name="T43" fmla="*/ 53 h 119"/>
                <a:gd name="T44" fmla="*/ 58 w 134"/>
                <a:gd name="T45" fmla="*/ 75 h 119"/>
                <a:gd name="T46" fmla="*/ 38 w 134"/>
                <a:gd name="T47" fmla="*/ 96 h 119"/>
                <a:gd name="T48" fmla="*/ 36 w 134"/>
                <a:gd name="T49" fmla="*/ 95 h 119"/>
                <a:gd name="T50" fmla="*/ 31 w 134"/>
                <a:gd name="T51" fmla="*/ 99 h 119"/>
                <a:gd name="T52" fmla="*/ 21 w 134"/>
                <a:gd name="T53" fmla="*/ 115 h 119"/>
                <a:gd name="T54" fmla="*/ 23 w 134"/>
                <a:gd name="T55" fmla="*/ 117 h 119"/>
                <a:gd name="T56" fmla="*/ 39 w 134"/>
                <a:gd name="T57" fmla="*/ 107 h 119"/>
                <a:gd name="T58" fmla="*/ 43 w 134"/>
                <a:gd name="T59" fmla="*/ 101 h 119"/>
                <a:gd name="T60" fmla="*/ 42 w 134"/>
                <a:gd name="T61" fmla="*/ 100 h 119"/>
                <a:gd name="T62" fmla="*/ 63 w 134"/>
                <a:gd name="T63" fmla="*/ 80 h 119"/>
                <a:gd name="T64" fmla="*/ 98 w 134"/>
                <a:gd name="T65" fmla="*/ 115 h 119"/>
                <a:gd name="T66" fmla="*/ 107 w 134"/>
                <a:gd name="T67" fmla="*/ 119 h 119"/>
                <a:gd name="T68" fmla="*/ 116 w 134"/>
                <a:gd name="T69" fmla="*/ 115 h 119"/>
                <a:gd name="T70" fmla="*/ 116 w 134"/>
                <a:gd name="T71" fmla="*/ 97 h 119"/>
                <a:gd name="T72" fmla="*/ 81 w 134"/>
                <a:gd name="T73" fmla="*/ 62 h 119"/>
                <a:gd name="T74" fmla="*/ 87 w 134"/>
                <a:gd name="T75" fmla="*/ 56 h 119"/>
                <a:gd name="T76" fmla="*/ 90 w 134"/>
                <a:gd name="T77" fmla="*/ 59 h 119"/>
                <a:gd name="T78" fmla="*/ 98 w 134"/>
                <a:gd name="T79" fmla="*/ 57 h 119"/>
                <a:gd name="T80" fmla="*/ 128 w 134"/>
                <a:gd name="T81" fmla="*/ 26 h 119"/>
                <a:gd name="T82" fmla="*/ 128 w 134"/>
                <a:gd name="T83" fmla="*/ 26 h 119"/>
                <a:gd name="T84" fmla="*/ 128 w 134"/>
                <a:gd name="T85" fmla="*/ 26 h 119"/>
                <a:gd name="T86" fmla="*/ 129 w 134"/>
                <a:gd name="T87" fmla="*/ 23 h 119"/>
                <a:gd name="T88" fmla="*/ 133 w 134"/>
                <a:gd name="T89" fmla="*/ 22 h 119"/>
                <a:gd name="T90" fmla="*/ 133 w 134"/>
                <a:gd name="T91" fmla="*/ 16 h 119"/>
                <a:gd name="T92" fmla="*/ 108 w 134"/>
                <a:gd name="T93" fmla="*/ 103 h 119"/>
                <a:gd name="T94" fmla="*/ 113 w 134"/>
                <a:gd name="T95" fmla="*/ 108 h 119"/>
                <a:gd name="T96" fmla="*/ 108 w 134"/>
                <a:gd name="T97" fmla="*/ 113 h 119"/>
                <a:gd name="T98" fmla="*/ 103 w 134"/>
                <a:gd name="T99" fmla="*/ 108 h 119"/>
                <a:gd name="T100" fmla="*/ 108 w 134"/>
                <a:gd name="T101" fmla="*/ 103 h 119"/>
                <a:gd name="T102" fmla="*/ 91 w 134"/>
                <a:gd name="T103" fmla="*/ 41 h 119"/>
                <a:gd name="T104" fmla="*/ 89 w 134"/>
                <a:gd name="T105" fmla="*/ 39 h 119"/>
                <a:gd name="T106" fmla="*/ 112 w 134"/>
                <a:gd name="T107" fmla="*/ 17 h 119"/>
                <a:gd name="T108" fmla="*/ 114 w 134"/>
                <a:gd name="T109" fmla="*/ 19 h 119"/>
                <a:gd name="T110" fmla="*/ 91 w 134"/>
                <a:gd name="T111" fmla="*/ 41 h 119"/>
                <a:gd name="T112" fmla="*/ 98 w 134"/>
                <a:gd name="T113" fmla="*/ 48 h 119"/>
                <a:gd name="T114" fmla="*/ 96 w 134"/>
                <a:gd name="T115" fmla="*/ 47 h 119"/>
                <a:gd name="T116" fmla="*/ 119 w 134"/>
                <a:gd name="T117" fmla="*/ 24 h 119"/>
                <a:gd name="T118" fmla="*/ 121 w 134"/>
                <a:gd name="T119" fmla="*/ 26 h 119"/>
                <a:gd name="T120" fmla="*/ 98 w 134"/>
                <a:gd name="T121" fmla="*/ 4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9">
                  <a:moveTo>
                    <a:pt x="133" y="16"/>
                  </a:moveTo>
                  <a:cubicBezTo>
                    <a:pt x="121" y="5"/>
                    <a:pt x="121" y="5"/>
                    <a:pt x="121" y="5"/>
                  </a:cubicBezTo>
                  <a:cubicBezTo>
                    <a:pt x="119" y="3"/>
                    <a:pt x="117" y="3"/>
                    <a:pt x="115" y="5"/>
                  </a:cubicBezTo>
                  <a:cubicBezTo>
                    <a:pt x="114" y="6"/>
                    <a:pt x="114" y="7"/>
                    <a:pt x="114" y="8"/>
                  </a:cubicBezTo>
                  <a:cubicBezTo>
                    <a:pt x="113" y="8"/>
                    <a:pt x="112" y="8"/>
                    <a:pt x="111" y="9"/>
                  </a:cubicBezTo>
                  <a:cubicBezTo>
                    <a:pt x="111" y="9"/>
                    <a:pt x="111" y="9"/>
                    <a:pt x="111" y="9"/>
                  </a:cubicBezTo>
                  <a:cubicBezTo>
                    <a:pt x="81" y="39"/>
                    <a:pt x="81" y="39"/>
                    <a:pt x="81" y="39"/>
                  </a:cubicBezTo>
                  <a:cubicBezTo>
                    <a:pt x="81" y="42"/>
                    <a:pt x="80" y="45"/>
                    <a:pt x="79" y="47"/>
                  </a:cubicBezTo>
                  <a:cubicBezTo>
                    <a:pt x="82" y="50"/>
                    <a:pt x="82" y="50"/>
                    <a:pt x="82" y="50"/>
                  </a:cubicBezTo>
                  <a:cubicBezTo>
                    <a:pt x="82" y="50"/>
                    <a:pt x="82" y="50"/>
                    <a:pt x="82" y="50"/>
                  </a:cubicBezTo>
                  <a:cubicBezTo>
                    <a:pt x="83" y="51"/>
                    <a:pt x="83" y="51"/>
                    <a:pt x="83" y="51"/>
                  </a:cubicBezTo>
                  <a:cubicBezTo>
                    <a:pt x="76" y="57"/>
                    <a:pt x="76" y="57"/>
                    <a:pt x="76" y="57"/>
                  </a:cubicBezTo>
                  <a:cubicBezTo>
                    <a:pt x="54" y="35"/>
                    <a:pt x="54" y="35"/>
                    <a:pt x="54" y="35"/>
                  </a:cubicBezTo>
                  <a:cubicBezTo>
                    <a:pt x="56" y="26"/>
                    <a:pt x="54" y="17"/>
                    <a:pt x="47" y="10"/>
                  </a:cubicBezTo>
                  <a:cubicBezTo>
                    <a:pt x="40" y="3"/>
                    <a:pt x="30" y="0"/>
                    <a:pt x="21" y="3"/>
                  </a:cubicBezTo>
                  <a:cubicBezTo>
                    <a:pt x="36" y="18"/>
                    <a:pt x="36" y="18"/>
                    <a:pt x="36" y="18"/>
                  </a:cubicBezTo>
                  <a:cubicBezTo>
                    <a:pt x="32" y="32"/>
                    <a:pt x="32" y="32"/>
                    <a:pt x="32" y="32"/>
                  </a:cubicBezTo>
                  <a:cubicBezTo>
                    <a:pt x="18" y="36"/>
                    <a:pt x="18" y="36"/>
                    <a:pt x="18" y="36"/>
                  </a:cubicBezTo>
                  <a:cubicBezTo>
                    <a:pt x="3" y="21"/>
                    <a:pt x="3" y="21"/>
                    <a:pt x="3" y="21"/>
                  </a:cubicBezTo>
                  <a:cubicBezTo>
                    <a:pt x="0" y="30"/>
                    <a:pt x="3" y="40"/>
                    <a:pt x="10" y="47"/>
                  </a:cubicBezTo>
                  <a:cubicBezTo>
                    <a:pt x="17" y="54"/>
                    <a:pt x="27" y="56"/>
                    <a:pt x="36" y="53"/>
                  </a:cubicBezTo>
                  <a:cubicBezTo>
                    <a:pt x="37" y="53"/>
                    <a:pt x="37" y="53"/>
                    <a:pt x="37" y="53"/>
                  </a:cubicBezTo>
                  <a:cubicBezTo>
                    <a:pt x="58" y="75"/>
                    <a:pt x="58" y="75"/>
                    <a:pt x="58" y="75"/>
                  </a:cubicBezTo>
                  <a:cubicBezTo>
                    <a:pt x="38" y="96"/>
                    <a:pt x="38" y="96"/>
                    <a:pt x="38" y="96"/>
                  </a:cubicBezTo>
                  <a:cubicBezTo>
                    <a:pt x="36" y="95"/>
                    <a:pt x="36" y="95"/>
                    <a:pt x="36" y="95"/>
                  </a:cubicBezTo>
                  <a:cubicBezTo>
                    <a:pt x="31" y="99"/>
                    <a:pt x="31" y="99"/>
                    <a:pt x="31" y="99"/>
                  </a:cubicBezTo>
                  <a:cubicBezTo>
                    <a:pt x="21" y="115"/>
                    <a:pt x="21" y="115"/>
                    <a:pt x="21" y="115"/>
                  </a:cubicBezTo>
                  <a:cubicBezTo>
                    <a:pt x="23" y="117"/>
                    <a:pt x="23" y="117"/>
                    <a:pt x="23" y="117"/>
                  </a:cubicBezTo>
                  <a:cubicBezTo>
                    <a:pt x="39" y="107"/>
                    <a:pt x="39" y="107"/>
                    <a:pt x="39" y="107"/>
                  </a:cubicBezTo>
                  <a:cubicBezTo>
                    <a:pt x="43" y="101"/>
                    <a:pt x="43" y="101"/>
                    <a:pt x="43" y="101"/>
                  </a:cubicBezTo>
                  <a:cubicBezTo>
                    <a:pt x="42" y="100"/>
                    <a:pt x="42" y="100"/>
                    <a:pt x="42" y="100"/>
                  </a:cubicBezTo>
                  <a:cubicBezTo>
                    <a:pt x="63" y="80"/>
                    <a:pt x="63" y="80"/>
                    <a:pt x="63" y="80"/>
                  </a:cubicBezTo>
                  <a:cubicBezTo>
                    <a:pt x="98" y="115"/>
                    <a:pt x="98" y="115"/>
                    <a:pt x="98" y="115"/>
                  </a:cubicBezTo>
                  <a:cubicBezTo>
                    <a:pt x="101" y="117"/>
                    <a:pt x="104" y="119"/>
                    <a:pt x="107" y="119"/>
                  </a:cubicBezTo>
                  <a:cubicBezTo>
                    <a:pt x="110" y="119"/>
                    <a:pt x="113" y="117"/>
                    <a:pt x="116" y="115"/>
                  </a:cubicBezTo>
                  <a:cubicBezTo>
                    <a:pt x="121" y="110"/>
                    <a:pt x="121" y="102"/>
                    <a:pt x="116" y="97"/>
                  </a:cubicBezTo>
                  <a:cubicBezTo>
                    <a:pt x="81" y="62"/>
                    <a:pt x="81" y="62"/>
                    <a:pt x="81" y="62"/>
                  </a:cubicBezTo>
                  <a:cubicBezTo>
                    <a:pt x="87" y="56"/>
                    <a:pt x="87" y="56"/>
                    <a:pt x="87" y="56"/>
                  </a:cubicBezTo>
                  <a:cubicBezTo>
                    <a:pt x="90" y="59"/>
                    <a:pt x="90" y="59"/>
                    <a:pt x="90" y="59"/>
                  </a:cubicBezTo>
                  <a:cubicBezTo>
                    <a:pt x="92" y="57"/>
                    <a:pt x="95" y="56"/>
                    <a:pt x="98" y="57"/>
                  </a:cubicBezTo>
                  <a:cubicBezTo>
                    <a:pt x="128" y="26"/>
                    <a:pt x="128" y="26"/>
                    <a:pt x="128" y="26"/>
                  </a:cubicBezTo>
                  <a:cubicBezTo>
                    <a:pt x="128" y="26"/>
                    <a:pt x="128" y="26"/>
                    <a:pt x="128" y="26"/>
                  </a:cubicBezTo>
                  <a:cubicBezTo>
                    <a:pt x="128" y="26"/>
                    <a:pt x="128" y="26"/>
                    <a:pt x="128" y="26"/>
                  </a:cubicBezTo>
                  <a:cubicBezTo>
                    <a:pt x="129" y="25"/>
                    <a:pt x="129" y="24"/>
                    <a:pt x="129" y="23"/>
                  </a:cubicBezTo>
                  <a:cubicBezTo>
                    <a:pt x="130" y="24"/>
                    <a:pt x="132" y="23"/>
                    <a:pt x="133" y="22"/>
                  </a:cubicBezTo>
                  <a:cubicBezTo>
                    <a:pt x="134" y="21"/>
                    <a:pt x="134" y="18"/>
                    <a:pt x="133" y="16"/>
                  </a:cubicBezTo>
                  <a:close/>
                  <a:moveTo>
                    <a:pt x="108" y="103"/>
                  </a:moveTo>
                  <a:cubicBezTo>
                    <a:pt x="111" y="103"/>
                    <a:pt x="113" y="106"/>
                    <a:pt x="113" y="108"/>
                  </a:cubicBezTo>
                  <a:cubicBezTo>
                    <a:pt x="113" y="111"/>
                    <a:pt x="111" y="113"/>
                    <a:pt x="108" y="113"/>
                  </a:cubicBezTo>
                  <a:cubicBezTo>
                    <a:pt x="105" y="113"/>
                    <a:pt x="103" y="111"/>
                    <a:pt x="103" y="108"/>
                  </a:cubicBezTo>
                  <a:cubicBezTo>
                    <a:pt x="103" y="106"/>
                    <a:pt x="105" y="103"/>
                    <a:pt x="108" y="103"/>
                  </a:cubicBezTo>
                  <a:close/>
                  <a:moveTo>
                    <a:pt x="91" y="41"/>
                  </a:moveTo>
                  <a:cubicBezTo>
                    <a:pt x="89" y="39"/>
                    <a:pt x="89" y="39"/>
                    <a:pt x="89" y="39"/>
                  </a:cubicBezTo>
                  <a:cubicBezTo>
                    <a:pt x="112" y="17"/>
                    <a:pt x="112" y="17"/>
                    <a:pt x="112" y="17"/>
                  </a:cubicBezTo>
                  <a:cubicBezTo>
                    <a:pt x="114" y="19"/>
                    <a:pt x="114" y="19"/>
                    <a:pt x="114" y="19"/>
                  </a:cubicBezTo>
                  <a:lnTo>
                    <a:pt x="91" y="41"/>
                  </a:lnTo>
                  <a:close/>
                  <a:moveTo>
                    <a:pt x="98" y="48"/>
                  </a:moveTo>
                  <a:cubicBezTo>
                    <a:pt x="96" y="47"/>
                    <a:pt x="96" y="47"/>
                    <a:pt x="96" y="47"/>
                  </a:cubicBezTo>
                  <a:cubicBezTo>
                    <a:pt x="119" y="24"/>
                    <a:pt x="119" y="24"/>
                    <a:pt x="119" y="24"/>
                  </a:cubicBezTo>
                  <a:cubicBezTo>
                    <a:pt x="121" y="26"/>
                    <a:pt x="121" y="26"/>
                    <a:pt x="121" y="26"/>
                  </a:cubicBezTo>
                  <a:lnTo>
                    <a:pt x="98" y="48"/>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3" name="Group 22"/>
            <p:cNvGrpSpPr/>
            <p:nvPr/>
          </p:nvGrpSpPr>
          <p:grpSpPr>
            <a:xfrm>
              <a:off x="3819437" y="2353917"/>
              <a:ext cx="324064" cy="405082"/>
              <a:chOff x="6751638" y="2265363"/>
              <a:chExt cx="158750" cy="198438"/>
            </a:xfrm>
            <a:solidFill>
              <a:schemeClr val="bg1"/>
            </a:solidFill>
          </p:grpSpPr>
          <p:sp>
            <p:nvSpPr>
              <p:cNvPr id="24"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8" name="Group 27"/>
            <p:cNvGrpSpPr/>
            <p:nvPr/>
          </p:nvGrpSpPr>
          <p:grpSpPr>
            <a:xfrm>
              <a:off x="4277187" y="3857125"/>
              <a:ext cx="364577" cy="421394"/>
              <a:chOff x="3339600" y="4181341"/>
              <a:chExt cx="244475" cy="282575"/>
            </a:xfrm>
            <a:solidFill>
              <a:schemeClr val="bg1"/>
            </a:solidFill>
          </p:grpSpPr>
          <p:sp>
            <p:nvSpPr>
              <p:cNvPr id="29" name="Rectangle 28"/>
              <p:cNvSpPr>
                <a:spLocks noChangeArrowheads="1"/>
              </p:cNvSpPr>
              <p:nvPr/>
            </p:nvSpPr>
            <p:spPr bwMode="auto">
              <a:xfrm>
                <a:off x="3476125" y="4236903"/>
                <a:ext cx="41275" cy="2270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Rectangle 29"/>
              <p:cNvSpPr>
                <a:spLocks noChangeArrowheads="1"/>
              </p:cNvSpPr>
              <p:nvPr/>
            </p:nvSpPr>
            <p:spPr bwMode="auto">
              <a:xfrm>
                <a:off x="3409450" y="4282941"/>
                <a:ext cx="41275"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Rectangle 30"/>
              <p:cNvSpPr>
                <a:spLocks noChangeArrowheads="1"/>
              </p:cNvSpPr>
              <p:nvPr/>
            </p:nvSpPr>
            <p:spPr bwMode="auto">
              <a:xfrm>
                <a:off x="3339600" y="4317866"/>
                <a:ext cx="42863" cy="146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Rectangle 31"/>
              <p:cNvSpPr>
                <a:spLocks noChangeArrowheads="1"/>
              </p:cNvSpPr>
              <p:nvPr/>
            </p:nvSpPr>
            <p:spPr bwMode="auto">
              <a:xfrm>
                <a:off x="3542800" y="4181341"/>
                <a:ext cx="41275" cy="282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33" name="Oval 32"/>
          <p:cNvSpPr/>
          <p:nvPr/>
        </p:nvSpPr>
        <p:spPr>
          <a:xfrm>
            <a:off x="8353473" y="2514601"/>
            <a:ext cx="580960" cy="584607"/>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34" name="Text Box 7"/>
          <p:cNvSpPr txBox="1">
            <a:spLocks noChangeArrowheads="1"/>
          </p:cNvSpPr>
          <p:nvPr/>
        </p:nvSpPr>
        <p:spPr bwMode="auto">
          <a:xfrm>
            <a:off x="812801" y="495181"/>
            <a:ext cx="5619936"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Product Differentiation</a:t>
            </a:r>
          </a:p>
        </p:txBody>
      </p:sp>
      <p:sp>
        <p:nvSpPr>
          <p:cNvPr id="3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37" name="Rectangle 36"/>
          <p:cNvSpPr/>
          <p:nvPr/>
        </p:nvSpPr>
        <p:spPr>
          <a:xfrm>
            <a:off x="393671" y="1887617"/>
            <a:ext cx="271517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Database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8" name="Rectangle 37"/>
          <p:cNvSpPr/>
          <p:nvPr/>
        </p:nvSpPr>
        <p:spPr>
          <a:xfrm>
            <a:off x="393671" y="3017036"/>
            <a:ext cx="271517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Power</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9" name="Rectangle 38"/>
          <p:cNvSpPr/>
          <p:nvPr/>
        </p:nvSpPr>
        <p:spPr>
          <a:xfrm>
            <a:off x="393671" y="4167196"/>
            <a:ext cx="271517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Diagram</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40" name="Rectangle 39"/>
          <p:cNvSpPr/>
          <p:nvPr/>
        </p:nvSpPr>
        <p:spPr>
          <a:xfrm>
            <a:off x="393671" y="5308284"/>
            <a:ext cx="271517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Security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41" name="Rectangle 40"/>
          <p:cNvSpPr/>
          <p:nvPr/>
        </p:nvSpPr>
        <p:spPr>
          <a:xfrm>
            <a:off x="9063858" y="2293761"/>
            <a:ext cx="2571094" cy="2015936"/>
          </a:xfrm>
          <a:prstGeom prst="rect">
            <a:avLst/>
          </a:prstGeom>
        </p:spPr>
        <p:txBody>
          <a:bodyPr wrap="square">
            <a:spAutoFit/>
          </a:bodyPr>
          <a:lstStyle/>
          <a:p>
            <a:r>
              <a:rPr lang="en-US" sz="2800" smtClean="0">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90,000</a:t>
            </a:r>
            <a:endParaRPr lang="en-US" sz="3600" smtClean="0">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endParaRPr>
          </a:p>
          <a:p>
            <a:pPr>
              <a:lnSpc>
                <a:spcPct val="150000"/>
              </a:lnSpc>
            </a:pPr>
            <a:r>
              <a:rPr lang="en-US" b="1" smtClean="0">
                <a:solidFill>
                  <a:srgbClr val="F49D1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Service</a:t>
            </a:r>
            <a:endParaRPr lang="en-US" b="1" i="1">
              <a:solidFill>
                <a:srgbClr val="F49D1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400" i="1"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 fermentum quis. </a:t>
            </a:r>
          </a:p>
        </p:txBody>
      </p:sp>
    </p:spTree>
    <p:extLst>
      <p:ext uri="{BB962C8B-B14F-4D97-AF65-F5344CB8AC3E}">
        <p14:creationId xmlns:p14="http://schemas.microsoft.com/office/powerpoint/2010/main" val="2029454634"/>
      </p:ext>
    </p:extLst>
  </p:cSld>
  <p:clrMapOvr>
    <a:masterClrMapping/>
  </p:clrMapOvr>
  <p:transition spd="slow">
    <p:push dir="u"/>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5481950"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Simplicity the Product</a:t>
            </a:r>
          </a:p>
        </p:txBody>
      </p:sp>
      <p:sp>
        <p:nvSpPr>
          <p:cNvPr id="8" name="Freeform 5"/>
          <p:cNvSpPr/>
          <p:nvPr/>
        </p:nvSpPr>
        <p:spPr bwMode="auto">
          <a:xfrm>
            <a:off x="2569750" y="1890876"/>
            <a:ext cx="2230965" cy="4379419"/>
          </a:xfrm>
          <a:custGeom>
            <a:avLst/>
            <a:gdLst>
              <a:gd name="T0" fmla="*/ 0 w 1594"/>
              <a:gd name="T1" fmla="*/ 3017 h 3017"/>
              <a:gd name="T2" fmla="*/ 1594 w 1594"/>
              <a:gd name="T3" fmla="*/ 1509 h 3017"/>
              <a:gd name="T4" fmla="*/ 0 w 1594"/>
              <a:gd name="T5" fmla="*/ 0 h 3017"/>
            </a:gdLst>
            <a:ahLst/>
            <a:cxnLst>
              <a:cxn ang="0">
                <a:pos x="T0" y="T1"/>
              </a:cxn>
              <a:cxn ang="0">
                <a:pos x="T2" y="T3"/>
              </a:cxn>
              <a:cxn ang="0">
                <a:pos x="T4" y="T5"/>
              </a:cxn>
            </a:cxnLst>
            <a:rect l="0" t="0" r="r" b="b"/>
            <a:pathLst>
              <a:path w="1594" h="3017">
                <a:moveTo>
                  <a:pt x="0" y="3017"/>
                </a:moveTo>
                <a:cubicBezTo>
                  <a:pt x="880" y="3017"/>
                  <a:pt x="1594" y="2342"/>
                  <a:pt x="1594" y="1509"/>
                </a:cubicBezTo>
                <a:cubicBezTo>
                  <a:pt x="1594" y="676"/>
                  <a:pt x="880" y="0"/>
                  <a:pt x="0" y="0"/>
                </a:cubicBezTo>
              </a:path>
            </a:pathLst>
          </a:custGeom>
          <a:noFill/>
          <a:ln w="57150" cap="flat">
            <a:solidFill>
              <a:schemeClr val="bg1">
                <a:lumMod val="75000"/>
              </a:schemeClr>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Oval 9"/>
          <p:cNvSpPr/>
          <p:nvPr/>
        </p:nvSpPr>
        <p:spPr>
          <a:xfrm>
            <a:off x="3713488" y="2100880"/>
            <a:ext cx="463157" cy="466065"/>
          </a:xfrm>
          <a:prstGeom prst="ellipse">
            <a:avLst/>
          </a:prstGeom>
          <a:solidFill>
            <a:schemeClr val="bg1"/>
          </a:solidFill>
          <a:ln w="76200">
            <a:solidFill>
              <a:srgbClr val="9BBC57"/>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1" name="Oval 10"/>
          <p:cNvSpPr/>
          <p:nvPr/>
        </p:nvSpPr>
        <p:spPr>
          <a:xfrm>
            <a:off x="4413643" y="3150889"/>
            <a:ext cx="463157" cy="466065"/>
          </a:xfrm>
          <a:prstGeom prst="ellipse">
            <a:avLst/>
          </a:prstGeom>
          <a:solidFill>
            <a:schemeClr val="bg1"/>
          </a:solidFill>
          <a:ln w="76200">
            <a:solidFill>
              <a:srgbClr val="15A185"/>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2" name="Oval 11"/>
          <p:cNvSpPr/>
          <p:nvPr/>
        </p:nvSpPr>
        <p:spPr>
          <a:xfrm>
            <a:off x="4413643" y="4492873"/>
            <a:ext cx="463157" cy="466065"/>
          </a:xfrm>
          <a:prstGeom prst="ellipse">
            <a:avLst/>
          </a:prstGeom>
          <a:solidFill>
            <a:schemeClr val="bg1"/>
          </a:solidFill>
          <a:ln w="76200">
            <a:solidFill>
              <a:srgbClr val="297F9D"/>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3" name="Oval 12"/>
          <p:cNvSpPr/>
          <p:nvPr/>
        </p:nvSpPr>
        <p:spPr>
          <a:xfrm>
            <a:off x="3713488" y="5624853"/>
            <a:ext cx="463157" cy="466065"/>
          </a:xfrm>
          <a:prstGeom prst="ellipse">
            <a:avLst/>
          </a:prstGeom>
          <a:solidFill>
            <a:schemeClr val="bg1"/>
          </a:solidFill>
          <a:ln w="76200">
            <a:solidFill>
              <a:srgbClr val="44546A"/>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cxnSp>
        <p:nvCxnSpPr>
          <p:cNvPr id="28" name="Straight Arrow Connector 27"/>
          <p:cNvCxnSpPr>
            <a:stCxn id="10" idx="6"/>
            <a:endCxn id="15" idx="2"/>
          </p:cNvCxnSpPr>
          <p:nvPr/>
        </p:nvCxnSpPr>
        <p:spPr>
          <a:xfrm flipV="1">
            <a:off x="4176645" y="2333912"/>
            <a:ext cx="1411355" cy="1"/>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1" idx="6"/>
            <a:endCxn id="17" idx="2"/>
          </p:cNvCxnSpPr>
          <p:nvPr/>
        </p:nvCxnSpPr>
        <p:spPr>
          <a:xfrm flipV="1">
            <a:off x="4876801" y="3383921"/>
            <a:ext cx="2870220" cy="1"/>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120" name="Straight Arrow Connector 5119"/>
          <p:cNvCxnSpPr>
            <a:stCxn id="12" idx="6"/>
            <a:endCxn id="19" idx="2"/>
          </p:cNvCxnSpPr>
          <p:nvPr/>
        </p:nvCxnSpPr>
        <p:spPr>
          <a:xfrm flipV="1">
            <a:off x="4876801" y="4725905"/>
            <a:ext cx="2870220" cy="1"/>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123" name="Straight Arrow Connector 5122"/>
          <p:cNvCxnSpPr>
            <a:stCxn id="13" idx="6"/>
            <a:endCxn id="21" idx="2"/>
          </p:cNvCxnSpPr>
          <p:nvPr/>
        </p:nvCxnSpPr>
        <p:spPr>
          <a:xfrm flipV="1">
            <a:off x="4176645" y="5857885"/>
            <a:ext cx="1411355" cy="1"/>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14" name="Group 13"/>
          <p:cNvGrpSpPr/>
          <p:nvPr/>
        </p:nvGrpSpPr>
        <p:grpSpPr>
          <a:xfrm>
            <a:off x="5588000" y="5386086"/>
            <a:ext cx="937712" cy="943597"/>
            <a:chOff x="4191000" y="4118393"/>
            <a:chExt cx="703284" cy="707698"/>
          </a:xfrm>
        </p:grpSpPr>
        <p:sp>
          <p:nvSpPr>
            <p:cNvPr id="21" name="Oval 20"/>
            <p:cNvSpPr/>
            <p:nvPr/>
          </p:nvSpPr>
          <p:spPr>
            <a:xfrm>
              <a:off x="4191000" y="4118393"/>
              <a:ext cx="703284" cy="707698"/>
            </a:xfrm>
            <a:prstGeom prst="ellipse">
              <a:avLst/>
            </a:prstGeom>
            <a:solidFill>
              <a:srgbClr val="44546A"/>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36" name="Group 35"/>
            <p:cNvGrpSpPr/>
            <p:nvPr/>
          </p:nvGrpSpPr>
          <p:grpSpPr>
            <a:xfrm>
              <a:off x="4351749" y="4326669"/>
              <a:ext cx="381786" cy="291146"/>
              <a:chOff x="4914900" y="1812925"/>
              <a:chExt cx="441326" cy="336550"/>
            </a:xfrm>
            <a:solidFill>
              <a:schemeClr val="bg1"/>
            </a:solidFill>
          </p:grpSpPr>
          <p:sp>
            <p:nvSpPr>
              <p:cNvPr id="37" name="Freeform 5"/>
              <p:cNvSpPr/>
              <p:nvPr/>
            </p:nvSpPr>
            <p:spPr bwMode="auto">
              <a:xfrm>
                <a:off x="4914900" y="1849438"/>
                <a:ext cx="230188" cy="257175"/>
              </a:xfrm>
              <a:custGeom>
                <a:avLst/>
                <a:gdLst>
                  <a:gd name="T0" fmla="*/ 18 w 145"/>
                  <a:gd name="T1" fmla="*/ 143 h 162"/>
                  <a:gd name="T2" fmla="*/ 18 w 145"/>
                  <a:gd name="T3" fmla="*/ 21 h 162"/>
                  <a:gd name="T4" fmla="*/ 124 w 145"/>
                  <a:gd name="T5" fmla="*/ 21 h 162"/>
                  <a:gd name="T6" fmla="*/ 145 w 145"/>
                  <a:gd name="T7" fmla="*/ 0 h 162"/>
                  <a:gd name="T8" fmla="*/ 0 w 145"/>
                  <a:gd name="T9" fmla="*/ 0 h 162"/>
                  <a:gd name="T10" fmla="*/ 0 w 145"/>
                  <a:gd name="T11" fmla="*/ 162 h 162"/>
                  <a:gd name="T12" fmla="*/ 68 w 145"/>
                  <a:gd name="T13" fmla="*/ 162 h 162"/>
                  <a:gd name="T14" fmla="*/ 77 w 145"/>
                  <a:gd name="T15" fmla="*/ 143 h 162"/>
                  <a:gd name="T16" fmla="*/ 18 w 145"/>
                  <a:gd name="T17" fmla="*/ 14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62">
                    <a:moveTo>
                      <a:pt x="18" y="143"/>
                    </a:moveTo>
                    <a:lnTo>
                      <a:pt x="18" y="21"/>
                    </a:lnTo>
                    <a:lnTo>
                      <a:pt x="124" y="21"/>
                    </a:lnTo>
                    <a:lnTo>
                      <a:pt x="145" y="0"/>
                    </a:lnTo>
                    <a:lnTo>
                      <a:pt x="0" y="0"/>
                    </a:lnTo>
                    <a:lnTo>
                      <a:pt x="0" y="162"/>
                    </a:lnTo>
                    <a:lnTo>
                      <a:pt x="68" y="162"/>
                    </a:lnTo>
                    <a:lnTo>
                      <a:pt x="77" y="143"/>
                    </a:lnTo>
                    <a:lnTo>
                      <a:pt x="18"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6"/>
              <p:cNvSpPr/>
              <p:nvPr/>
            </p:nvSpPr>
            <p:spPr bwMode="auto">
              <a:xfrm>
                <a:off x="5065713" y="1849438"/>
                <a:ext cx="290513" cy="257175"/>
              </a:xfrm>
              <a:custGeom>
                <a:avLst/>
                <a:gdLst>
                  <a:gd name="T0" fmla="*/ 76 w 88"/>
                  <a:gd name="T1" fmla="*/ 18 h 78"/>
                  <a:gd name="T2" fmla="*/ 76 w 88"/>
                  <a:gd name="T3" fmla="*/ 0 h 78"/>
                  <a:gd name="T4" fmla="*/ 40 w 88"/>
                  <a:gd name="T5" fmla="*/ 0 h 78"/>
                  <a:gd name="T6" fmla="*/ 37 w 88"/>
                  <a:gd name="T7" fmla="*/ 10 h 78"/>
                  <a:gd name="T8" fmla="*/ 67 w 88"/>
                  <a:gd name="T9" fmla="*/ 10 h 78"/>
                  <a:gd name="T10" fmla="*/ 67 w 88"/>
                  <a:gd name="T11" fmla="*/ 69 h 78"/>
                  <a:gd name="T12" fmla="*/ 10 w 88"/>
                  <a:gd name="T13" fmla="*/ 69 h 78"/>
                  <a:gd name="T14" fmla="*/ 0 w 88"/>
                  <a:gd name="T15" fmla="*/ 78 h 78"/>
                  <a:gd name="T16" fmla="*/ 76 w 88"/>
                  <a:gd name="T17" fmla="*/ 78 h 78"/>
                  <a:gd name="T18" fmla="*/ 76 w 88"/>
                  <a:gd name="T19" fmla="*/ 60 h 78"/>
                  <a:gd name="T20" fmla="*/ 88 w 88"/>
                  <a:gd name="T21" fmla="*/ 54 h 78"/>
                  <a:gd name="T22" fmla="*/ 88 w 88"/>
                  <a:gd name="T23" fmla="*/ 26 h 78"/>
                  <a:gd name="T24" fmla="*/ 76 w 88"/>
                  <a:gd name="T25" fmla="*/ 1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78">
                    <a:moveTo>
                      <a:pt x="76" y="18"/>
                    </a:moveTo>
                    <a:cubicBezTo>
                      <a:pt x="76" y="0"/>
                      <a:pt x="76" y="0"/>
                      <a:pt x="76" y="0"/>
                    </a:cubicBezTo>
                    <a:cubicBezTo>
                      <a:pt x="40" y="0"/>
                      <a:pt x="40" y="0"/>
                      <a:pt x="40" y="0"/>
                    </a:cubicBezTo>
                    <a:cubicBezTo>
                      <a:pt x="37" y="10"/>
                      <a:pt x="37" y="10"/>
                      <a:pt x="37" y="10"/>
                    </a:cubicBezTo>
                    <a:cubicBezTo>
                      <a:pt x="67" y="10"/>
                      <a:pt x="67" y="10"/>
                      <a:pt x="67" y="10"/>
                    </a:cubicBezTo>
                    <a:cubicBezTo>
                      <a:pt x="67" y="69"/>
                      <a:pt x="67" y="69"/>
                      <a:pt x="67" y="69"/>
                    </a:cubicBezTo>
                    <a:cubicBezTo>
                      <a:pt x="10" y="69"/>
                      <a:pt x="10" y="69"/>
                      <a:pt x="10" y="69"/>
                    </a:cubicBezTo>
                    <a:cubicBezTo>
                      <a:pt x="0" y="78"/>
                      <a:pt x="0" y="78"/>
                      <a:pt x="0" y="78"/>
                    </a:cubicBezTo>
                    <a:cubicBezTo>
                      <a:pt x="76" y="78"/>
                      <a:pt x="76" y="78"/>
                      <a:pt x="76" y="78"/>
                    </a:cubicBezTo>
                    <a:cubicBezTo>
                      <a:pt x="76" y="60"/>
                      <a:pt x="76" y="60"/>
                      <a:pt x="76" y="60"/>
                    </a:cubicBezTo>
                    <a:cubicBezTo>
                      <a:pt x="80" y="60"/>
                      <a:pt x="88" y="61"/>
                      <a:pt x="88" y="54"/>
                    </a:cubicBezTo>
                    <a:cubicBezTo>
                      <a:pt x="88" y="26"/>
                      <a:pt x="88" y="26"/>
                      <a:pt x="88" y="26"/>
                    </a:cubicBezTo>
                    <a:cubicBezTo>
                      <a:pt x="88" y="17"/>
                      <a:pt x="79" y="18"/>
                      <a:pt x="7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7"/>
              <p:cNvSpPr/>
              <p:nvPr/>
            </p:nvSpPr>
            <p:spPr bwMode="auto">
              <a:xfrm>
                <a:off x="4970463" y="1905000"/>
                <a:ext cx="115888" cy="144463"/>
              </a:xfrm>
              <a:custGeom>
                <a:avLst/>
                <a:gdLst>
                  <a:gd name="T0" fmla="*/ 0 w 73"/>
                  <a:gd name="T1" fmla="*/ 0 h 91"/>
                  <a:gd name="T2" fmla="*/ 0 w 73"/>
                  <a:gd name="T3" fmla="*/ 91 h 91"/>
                  <a:gd name="T4" fmla="*/ 0 w 73"/>
                  <a:gd name="T5" fmla="*/ 91 h 91"/>
                  <a:gd name="T6" fmla="*/ 48 w 73"/>
                  <a:gd name="T7" fmla="*/ 91 h 91"/>
                  <a:gd name="T8" fmla="*/ 60 w 73"/>
                  <a:gd name="T9" fmla="*/ 60 h 91"/>
                  <a:gd name="T10" fmla="*/ 19 w 73"/>
                  <a:gd name="T11" fmla="*/ 60 h 91"/>
                  <a:gd name="T12" fmla="*/ 73 w 73"/>
                  <a:gd name="T13" fmla="*/ 0 h 91"/>
                  <a:gd name="T14" fmla="*/ 0 w 73"/>
                  <a:gd name="T15" fmla="*/ 0 h 91"/>
                  <a:gd name="T16" fmla="*/ 0 w 73"/>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91">
                    <a:moveTo>
                      <a:pt x="0" y="0"/>
                    </a:moveTo>
                    <a:lnTo>
                      <a:pt x="0" y="91"/>
                    </a:lnTo>
                    <a:lnTo>
                      <a:pt x="0" y="91"/>
                    </a:lnTo>
                    <a:lnTo>
                      <a:pt x="48" y="91"/>
                    </a:lnTo>
                    <a:lnTo>
                      <a:pt x="60" y="60"/>
                    </a:lnTo>
                    <a:lnTo>
                      <a:pt x="19" y="60"/>
                    </a:lnTo>
                    <a:lnTo>
                      <a:pt x="73"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8"/>
              <p:cNvSpPr/>
              <p:nvPr/>
            </p:nvSpPr>
            <p:spPr bwMode="auto">
              <a:xfrm>
                <a:off x="5126038" y="1905000"/>
                <a:ext cx="138113" cy="144463"/>
              </a:xfrm>
              <a:custGeom>
                <a:avLst/>
                <a:gdLst>
                  <a:gd name="T0" fmla="*/ 66 w 87"/>
                  <a:gd name="T1" fmla="*/ 21 h 91"/>
                  <a:gd name="T2" fmla="*/ 0 w 87"/>
                  <a:gd name="T3" fmla="*/ 91 h 91"/>
                  <a:gd name="T4" fmla="*/ 87 w 87"/>
                  <a:gd name="T5" fmla="*/ 91 h 91"/>
                  <a:gd name="T6" fmla="*/ 87 w 87"/>
                  <a:gd name="T7" fmla="*/ 0 h 91"/>
                  <a:gd name="T8" fmla="*/ 31 w 87"/>
                  <a:gd name="T9" fmla="*/ 0 h 91"/>
                  <a:gd name="T10" fmla="*/ 24 w 87"/>
                  <a:gd name="T11" fmla="*/ 21 h 91"/>
                  <a:gd name="T12" fmla="*/ 66 w 87"/>
                  <a:gd name="T13" fmla="*/ 21 h 91"/>
                </a:gdLst>
                <a:ahLst/>
                <a:cxnLst>
                  <a:cxn ang="0">
                    <a:pos x="T0" y="T1"/>
                  </a:cxn>
                  <a:cxn ang="0">
                    <a:pos x="T2" y="T3"/>
                  </a:cxn>
                  <a:cxn ang="0">
                    <a:pos x="T4" y="T5"/>
                  </a:cxn>
                  <a:cxn ang="0">
                    <a:pos x="T6" y="T7"/>
                  </a:cxn>
                  <a:cxn ang="0">
                    <a:pos x="T8" y="T9"/>
                  </a:cxn>
                  <a:cxn ang="0">
                    <a:pos x="T10" y="T11"/>
                  </a:cxn>
                  <a:cxn ang="0">
                    <a:pos x="T12" y="T13"/>
                  </a:cxn>
                </a:cxnLst>
                <a:rect l="0" t="0" r="r" b="b"/>
                <a:pathLst>
                  <a:path w="87" h="91">
                    <a:moveTo>
                      <a:pt x="66" y="21"/>
                    </a:moveTo>
                    <a:lnTo>
                      <a:pt x="0" y="91"/>
                    </a:lnTo>
                    <a:lnTo>
                      <a:pt x="87" y="91"/>
                    </a:lnTo>
                    <a:lnTo>
                      <a:pt x="87" y="0"/>
                    </a:lnTo>
                    <a:lnTo>
                      <a:pt x="31" y="0"/>
                    </a:lnTo>
                    <a:lnTo>
                      <a:pt x="24" y="21"/>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9"/>
              <p:cNvSpPr/>
              <p:nvPr/>
            </p:nvSpPr>
            <p:spPr bwMode="auto">
              <a:xfrm>
                <a:off x="5019675" y="1812925"/>
                <a:ext cx="180975" cy="336550"/>
              </a:xfrm>
              <a:custGeom>
                <a:avLst/>
                <a:gdLst>
                  <a:gd name="T0" fmla="*/ 79 w 114"/>
                  <a:gd name="T1" fmla="*/ 87 h 212"/>
                  <a:gd name="T2" fmla="*/ 112 w 114"/>
                  <a:gd name="T3" fmla="*/ 0 h 212"/>
                  <a:gd name="T4" fmla="*/ 8 w 114"/>
                  <a:gd name="T5" fmla="*/ 110 h 212"/>
                  <a:gd name="T6" fmla="*/ 44 w 114"/>
                  <a:gd name="T7" fmla="*/ 110 h 212"/>
                  <a:gd name="T8" fmla="*/ 0 w 114"/>
                  <a:gd name="T9" fmla="*/ 212 h 212"/>
                  <a:gd name="T10" fmla="*/ 114 w 114"/>
                  <a:gd name="T11" fmla="*/ 85 h 212"/>
                  <a:gd name="T12" fmla="*/ 79 w 114"/>
                  <a:gd name="T13" fmla="*/ 87 h 212"/>
                </a:gdLst>
                <a:ahLst/>
                <a:cxnLst>
                  <a:cxn ang="0">
                    <a:pos x="T0" y="T1"/>
                  </a:cxn>
                  <a:cxn ang="0">
                    <a:pos x="T2" y="T3"/>
                  </a:cxn>
                  <a:cxn ang="0">
                    <a:pos x="T4" y="T5"/>
                  </a:cxn>
                  <a:cxn ang="0">
                    <a:pos x="T6" y="T7"/>
                  </a:cxn>
                  <a:cxn ang="0">
                    <a:pos x="T8" y="T9"/>
                  </a:cxn>
                  <a:cxn ang="0">
                    <a:pos x="T10" y="T11"/>
                  </a:cxn>
                  <a:cxn ang="0">
                    <a:pos x="T12" y="T13"/>
                  </a:cxn>
                </a:cxnLst>
                <a:rect l="0" t="0" r="r" b="b"/>
                <a:pathLst>
                  <a:path w="114" h="211">
                    <a:moveTo>
                      <a:pt x="79" y="87"/>
                    </a:moveTo>
                    <a:lnTo>
                      <a:pt x="112" y="0"/>
                    </a:lnTo>
                    <a:lnTo>
                      <a:pt x="8" y="110"/>
                    </a:lnTo>
                    <a:lnTo>
                      <a:pt x="44" y="110"/>
                    </a:lnTo>
                    <a:lnTo>
                      <a:pt x="0" y="212"/>
                    </a:lnTo>
                    <a:lnTo>
                      <a:pt x="114" y="85"/>
                    </a:lnTo>
                    <a:lnTo>
                      <a:pt x="79"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9" name="Group 8"/>
          <p:cNvGrpSpPr/>
          <p:nvPr/>
        </p:nvGrpSpPr>
        <p:grpSpPr>
          <a:xfrm>
            <a:off x="7747020" y="4254106"/>
            <a:ext cx="937712" cy="943597"/>
            <a:chOff x="5810265" y="3269408"/>
            <a:chExt cx="703284" cy="707698"/>
          </a:xfrm>
        </p:grpSpPr>
        <p:sp>
          <p:nvSpPr>
            <p:cNvPr id="19" name="Oval 18"/>
            <p:cNvSpPr/>
            <p:nvPr/>
          </p:nvSpPr>
          <p:spPr>
            <a:xfrm>
              <a:off x="5810265" y="3269408"/>
              <a:ext cx="703284" cy="707698"/>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10"/>
            <p:cNvSpPr>
              <a:spLocks noEditPoints="1"/>
            </p:cNvSpPr>
            <p:nvPr/>
          </p:nvSpPr>
          <p:spPr bwMode="auto">
            <a:xfrm>
              <a:off x="6018422" y="3481604"/>
              <a:ext cx="286971" cy="283307"/>
            </a:xfrm>
            <a:custGeom>
              <a:avLst/>
              <a:gdLst>
                <a:gd name="T0" fmla="*/ 14 w 113"/>
                <a:gd name="T1" fmla="*/ 13 h 112"/>
                <a:gd name="T2" fmla="*/ 14 w 113"/>
                <a:gd name="T3" fmla="*/ 62 h 112"/>
                <a:gd name="T4" fmla="*/ 49 w 113"/>
                <a:gd name="T5" fmla="*/ 71 h 112"/>
                <a:gd name="T6" fmla="*/ 60 w 113"/>
                <a:gd name="T7" fmla="*/ 82 h 112"/>
                <a:gd name="T8" fmla="*/ 75 w 113"/>
                <a:gd name="T9" fmla="*/ 79 h 112"/>
                <a:gd name="T10" fmla="*/ 75 w 113"/>
                <a:gd name="T11" fmla="*/ 93 h 112"/>
                <a:gd name="T12" fmla="*/ 79 w 113"/>
                <a:gd name="T13" fmla="*/ 97 h 112"/>
                <a:gd name="T14" fmla="*/ 92 w 113"/>
                <a:gd name="T15" fmla="*/ 97 h 112"/>
                <a:gd name="T16" fmla="*/ 92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7 w 113"/>
                <a:gd name="T29" fmla="*/ 53 h 112"/>
                <a:gd name="T30" fmla="*/ 21 w 113"/>
                <a:gd name="T31" fmla="*/ 20 h 112"/>
                <a:gd name="T32" fmla="*/ 53 w 113"/>
                <a:gd name="T33" fmla="*/ 17 h 112"/>
                <a:gd name="T34" fmla="*/ 17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2"/>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9" y="97"/>
                  </a:cubicBezTo>
                  <a:cubicBezTo>
                    <a:pt x="81" y="96"/>
                    <a:pt x="88" y="92"/>
                    <a:pt x="92" y="97"/>
                  </a:cubicBezTo>
                  <a:cubicBezTo>
                    <a:pt x="97" y="102"/>
                    <a:pt x="92" y="112"/>
                    <a:pt x="92"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7" y="53"/>
                  </a:moveTo>
                  <a:cubicBezTo>
                    <a:pt x="11" y="43"/>
                    <a:pt x="12" y="29"/>
                    <a:pt x="21" y="20"/>
                  </a:cubicBezTo>
                  <a:cubicBezTo>
                    <a:pt x="29" y="11"/>
                    <a:pt x="43" y="10"/>
                    <a:pt x="53" y="17"/>
                  </a:cubicBezTo>
                  <a:lnTo>
                    <a:pt x="17" y="53"/>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 name="Group 6"/>
          <p:cNvGrpSpPr/>
          <p:nvPr/>
        </p:nvGrpSpPr>
        <p:grpSpPr>
          <a:xfrm>
            <a:off x="7747020" y="2912122"/>
            <a:ext cx="937712" cy="943597"/>
            <a:chOff x="5810265" y="2262920"/>
            <a:chExt cx="703284" cy="707698"/>
          </a:xfrm>
        </p:grpSpPr>
        <p:sp>
          <p:nvSpPr>
            <p:cNvPr id="17" name="Oval 16"/>
            <p:cNvSpPr/>
            <p:nvPr/>
          </p:nvSpPr>
          <p:spPr>
            <a:xfrm>
              <a:off x="5810265" y="2262920"/>
              <a:ext cx="703284" cy="707698"/>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11"/>
            <p:cNvSpPr>
              <a:spLocks noEditPoints="1"/>
            </p:cNvSpPr>
            <p:nvPr/>
          </p:nvSpPr>
          <p:spPr bwMode="auto">
            <a:xfrm>
              <a:off x="5976569" y="2465796"/>
              <a:ext cx="370676" cy="329343"/>
            </a:xfrm>
            <a:custGeom>
              <a:avLst/>
              <a:gdLst>
                <a:gd name="T0" fmla="*/ 133 w 134"/>
                <a:gd name="T1" fmla="*/ 16 h 119"/>
                <a:gd name="T2" fmla="*/ 121 w 134"/>
                <a:gd name="T3" fmla="*/ 5 h 119"/>
                <a:gd name="T4" fmla="*/ 115 w 134"/>
                <a:gd name="T5" fmla="*/ 5 h 119"/>
                <a:gd name="T6" fmla="*/ 114 w 134"/>
                <a:gd name="T7" fmla="*/ 8 h 119"/>
                <a:gd name="T8" fmla="*/ 111 w 134"/>
                <a:gd name="T9" fmla="*/ 9 h 119"/>
                <a:gd name="T10" fmla="*/ 111 w 134"/>
                <a:gd name="T11" fmla="*/ 9 h 119"/>
                <a:gd name="T12" fmla="*/ 81 w 134"/>
                <a:gd name="T13" fmla="*/ 39 h 119"/>
                <a:gd name="T14" fmla="*/ 79 w 134"/>
                <a:gd name="T15" fmla="*/ 47 h 119"/>
                <a:gd name="T16" fmla="*/ 82 w 134"/>
                <a:gd name="T17" fmla="*/ 50 h 119"/>
                <a:gd name="T18" fmla="*/ 82 w 134"/>
                <a:gd name="T19" fmla="*/ 50 h 119"/>
                <a:gd name="T20" fmla="*/ 83 w 134"/>
                <a:gd name="T21" fmla="*/ 51 h 119"/>
                <a:gd name="T22" fmla="*/ 76 w 134"/>
                <a:gd name="T23" fmla="*/ 57 h 119"/>
                <a:gd name="T24" fmla="*/ 54 w 134"/>
                <a:gd name="T25" fmla="*/ 35 h 119"/>
                <a:gd name="T26" fmla="*/ 47 w 134"/>
                <a:gd name="T27" fmla="*/ 10 h 119"/>
                <a:gd name="T28" fmla="*/ 21 w 134"/>
                <a:gd name="T29" fmla="*/ 3 h 119"/>
                <a:gd name="T30" fmla="*/ 36 w 134"/>
                <a:gd name="T31" fmla="*/ 18 h 119"/>
                <a:gd name="T32" fmla="*/ 32 w 134"/>
                <a:gd name="T33" fmla="*/ 32 h 119"/>
                <a:gd name="T34" fmla="*/ 18 w 134"/>
                <a:gd name="T35" fmla="*/ 36 h 119"/>
                <a:gd name="T36" fmla="*/ 3 w 134"/>
                <a:gd name="T37" fmla="*/ 21 h 119"/>
                <a:gd name="T38" fmla="*/ 10 w 134"/>
                <a:gd name="T39" fmla="*/ 47 h 119"/>
                <a:gd name="T40" fmla="*/ 36 w 134"/>
                <a:gd name="T41" fmla="*/ 53 h 119"/>
                <a:gd name="T42" fmla="*/ 37 w 134"/>
                <a:gd name="T43" fmla="*/ 53 h 119"/>
                <a:gd name="T44" fmla="*/ 58 w 134"/>
                <a:gd name="T45" fmla="*/ 75 h 119"/>
                <a:gd name="T46" fmla="*/ 38 w 134"/>
                <a:gd name="T47" fmla="*/ 96 h 119"/>
                <a:gd name="T48" fmla="*/ 36 w 134"/>
                <a:gd name="T49" fmla="*/ 95 h 119"/>
                <a:gd name="T50" fmla="*/ 31 w 134"/>
                <a:gd name="T51" fmla="*/ 99 h 119"/>
                <a:gd name="T52" fmla="*/ 21 w 134"/>
                <a:gd name="T53" fmla="*/ 115 h 119"/>
                <a:gd name="T54" fmla="*/ 23 w 134"/>
                <a:gd name="T55" fmla="*/ 117 h 119"/>
                <a:gd name="T56" fmla="*/ 39 w 134"/>
                <a:gd name="T57" fmla="*/ 107 h 119"/>
                <a:gd name="T58" fmla="*/ 43 w 134"/>
                <a:gd name="T59" fmla="*/ 101 h 119"/>
                <a:gd name="T60" fmla="*/ 42 w 134"/>
                <a:gd name="T61" fmla="*/ 100 h 119"/>
                <a:gd name="T62" fmla="*/ 63 w 134"/>
                <a:gd name="T63" fmla="*/ 80 h 119"/>
                <a:gd name="T64" fmla="*/ 98 w 134"/>
                <a:gd name="T65" fmla="*/ 115 h 119"/>
                <a:gd name="T66" fmla="*/ 107 w 134"/>
                <a:gd name="T67" fmla="*/ 119 h 119"/>
                <a:gd name="T68" fmla="*/ 116 w 134"/>
                <a:gd name="T69" fmla="*/ 115 h 119"/>
                <a:gd name="T70" fmla="*/ 116 w 134"/>
                <a:gd name="T71" fmla="*/ 97 h 119"/>
                <a:gd name="T72" fmla="*/ 81 w 134"/>
                <a:gd name="T73" fmla="*/ 62 h 119"/>
                <a:gd name="T74" fmla="*/ 87 w 134"/>
                <a:gd name="T75" fmla="*/ 56 h 119"/>
                <a:gd name="T76" fmla="*/ 90 w 134"/>
                <a:gd name="T77" fmla="*/ 59 h 119"/>
                <a:gd name="T78" fmla="*/ 98 w 134"/>
                <a:gd name="T79" fmla="*/ 57 h 119"/>
                <a:gd name="T80" fmla="*/ 128 w 134"/>
                <a:gd name="T81" fmla="*/ 26 h 119"/>
                <a:gd name="T82" fmla="*/ 128 w 134"/>
                <a:gd name="T83" fmla="*/ 26 h 119"/>
                <a:gd name="T84" fmla="*/ 128 w 134"/>
                <a:gd name="T85" fmla="*/ 26 h 119"/>
                <a:gd name="T86" fmla="*/ 129 w 134"/>
                <a:gd name="T87" fmla="*/ 23 h 119"/>
                <a:gd name="T88" fmla="*/ 133 w 134"/>
                <a:gd name="T89" fmla="*/ 22 h 119"/>
                <a:gd name="T90" fmla="*/ 133 w 134"/>
                <a:gd name="T91" fmla="*/ 16 h 119"/>
                <a:gd name="T92" fmla="*/ 108 w 134"/>
                <a:gd name="T93" fmla="*/ 103 h 119"/>
                <a:gd name="T94" fmla="*/ 113 w 134"/>
                <a:gd name="T95" fmla="*/ 108 h 119"/>
                <a:gd name="T96" fmla="*/ 108 w 134"/>
                <a:gd name="T97" fmla="*/ 113 h 119"/>
                <a:gd name="T98" fmla="*/ 103 w 134"/>
                <a:gd name="T99" fmla="*/ 108 h 119"/>
                <a:gd name="T100" fmla="*/ 108 w 134"/>
                <a:gd name="T101" fmla="*/ 103 h 119"/>
                <a:gd name="T102" fmla="*/ 91 w 134"/>
                <a:gd name="T103" fmla="*/ 41 h 119"/>
                <a:gd name="T104" fmla="*/ 89 w 134"/>
                <a:gd name="T105" fmla="*/ 39 h 119"/>
                <a:gd name="T106" fmla="*/ 112 w 134"/>
                <a:gd name="T107" fmla="*/ 17 h 119"/>
                <a:gd name="T108" fmla="*/ 114 w 134"/>
                <a:gd name="T109" fmla="*/ 19 h 119"/>
                <a:gd name="T110" fmla="*/ 91 w 134"/>
                <a:gd name="T111" fmla="*/ 41 h 119"/>
                <a:gd name="T112" fmla="*/ 98 w 134"/>
                <a:gd name="T113" fmla="*/ 48 h 119"/>
                <a:gd name="T114" fmla="*/ 96 w 134"/>
                <a:gd name="T115" fmla="*/ 47 h 119"/>
                <a:gd name="T116" fmla="*/ 119 w 134"/>
                <a:gd name="T117" fmla="*/ 24 h 119"/>
                <a:gd name="T118" fmla="*/ 121 w 134"/>
                <a:gd name="T119" fmla="*/ 26 h 119"/>
                <a:gd name="T120" fmla="*/ 98 w 134"/>
                <a:gd name="T121" fmla="*/ 4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9">
                  <a:moveTo>
                    <a:pt x="133" y="16"/>
                  </a:moveTo>
                  <a:cubicBezTo>
                    <a:pt x="121" y="5"/>
                    <a:pt x="121" y="5"/>
                    <a:pt x="121" y="5"/>
                  </a:cubicBezTo>
                  <a:cubicBezTo>
                    <a:pt x="119" y="3"/>
                    <a:pt x="117" y="3"/>
                    <a:pt x="115" y="5"/>
                  </a:cubicBezTo>
                  <a:cubicBezTo>
                    <a:pt x="114" y="6"/>
                    <a:pt x="114" y="7"/>
                    <a:pt x="114" y="8"/>
                  </a:cubicBezTo>
                  <a:cubicBezTo>
                    <a:pt x="113" y="8"/>
                    <a:pt x="112" y="8"/>
                    <a:pt x="111" y="9"/>
                  </a:cubicBezTo>
                  <a:cubicBezTo>
                    <a:pt x="111" y="9"/>
                    <a:pt x="111" y="9"/>
                    <a:pt x="111" y="9"/>
                  </a:cubicBezTo>
                  <a:cubicBezTo>
                    <a:pt x="81" y="39"/>
                    <a:pt x="81" y="39"/>
                    <a:pt x="81" y="39"/>
                  </a:cubicBezTo>
                  <a:cubicBezTo>
                    <a:pt x="81" y="42"/>
                    <a:pt x="80" y="45"/>
                    <a:pt x="79" y="47"/>
                  </a:cubicBezTo>
                  <a:cubicBezTo>
                    <a:pt x="82" y="50"/>
                    <a:pt x="82" y="50"/>
                    <a:pt x="82" y="50"/>
                  </a:cubicBezTo>
                  <a:cubicBezTo>
                    <a:pt x="82" y="50"/>
                    <a:pt x="82" y="50"/>
                    <a:pt x="82" y="50"/>
                  </a:cubicBezTo>
                  <a:cubicBezTo>
                    <a:pt x="83" y="51"/>
                    <a:pt x="83" y="51"/>
                    <a:pt x="83" y="51"/>
                  </a:cubicBezTo>
                  <a:cubicBezTo>
                    <a:pt x="76" y="57"/>
                    <a:pt x="76" y="57"/>
                    <a:pt x="76" y="57"/>
                  </a:cubicBezTo>
                  <a:cubicBezTo>
                    <a:pt x="54" y="35"/>
                    <a:pt x="54" y="35"/>
                    <a:pt x="54" y="35"/>
                  </a:cubicBezTo>
                  <a:cubicBezTo>
                    <a:pt x="56" y="26"/>
                    <a:pt x="54" y="17"/>
                    <a:pt x="47" y="10"/>
                  </a:cubicBezTo>
                  <a:cubicBezTo>
                    <a:pt x="40" y="3"/>
                    <a:pt x="30" y="0"/>
                    <a:pt x="21" y="3"/>
                  </a:cubicBezTo>
                  <a:cubicBezTo>
                    <a:pt x="36" y="18"/>
                    <a:pt x="36" y="18"/>
                    <a:pt x="36" y="18"/>
                  </a:cubicBezTo>
                  <a:cubicBezTo>
                    <a:pt x="32" y="32"/>
                    <a:pt x="32" y="32"/>
                    <a:pt x="32" y="32"/>
                  </a:cubicBezTo>
                  <a:cubicBezTo>
                    <a:pt x="18" y="36"/>
                    <a:pt x="18" y="36"/>
                    <a:pt x="18" y="36"/>
                  </a:cubicBezTo>
                  <a:cubicBezTo>
                    <a:pt x="3" y="21"/>
                    <a:pt x="3" y="21"/>
                    <a:pt x="3" y="21"/>
                  </a:cubicBezTo>
                  <a:cubicBezTo>
                    <a:pt x="0" y="30"/>
                    <a:pt x="3" y="40"/>
                    <a:pt x="10" y="47"/>
                  </a:cubicBezTo>
                  <a:cubicBezTo>
                    <a:pt x="17" y="54"/>
                    <a:pt x="27" y="56"/>
                    <a:pt x="36" y="53"/>
                  </a:cubicBezTo>
                  <a:cubicBezTo>
                    <a:pt x="37" y="53"/>
                    <a:pt x="37" y="53"/>
                    <a:pt x="37" y="53"/>
                  </a:cubicBezTo>
                  <a:cubicBezTo>
                    <a:pt x="58" y="75"/>
                    <a:pt x="58" y="75"/>
                    <a:pt x="58" y="75"/>
                  </a:cubicBezTo>
                  <a:cubicBezTo>
                    <a:pt x="38" y="96"/>
                    <a:pt x="38" y="96"/>
                    <a:pt x="38" y="96"/>
                  </a:cubicBezTo>
                  <a:cubicBezTo>
                    <a:pt x="36" y="95"/>
                    <a:pt x="36" y="95"/>
                    <a:pt x="36" y="95"/>
                  </a:cubicBezTo>
                  <a:cubicBezTo>
                    <a:pt x="31" y="99"/>
                    <a:pt x="31" y="99"/>
                    <a:pt x="31" y="99"/>
                  </a:cubicBezTo>
                  <a:cubicBezTo>
                    <a:pt x="21" y="115"/>
                    <a:pt x="21" y="115"/>
                    <a:pt x="21" y="115"/>
                  </a:cubicBezTo>
                  <a:cubicBezTo>
                    <a:pt x="23" y="117"/>
                    <a:pt x="23" y="117"/>
                    <a:pt x="23" y="117"/>
                  </a:cubicBezTo>
                  <a:cubicBezTo>
                    <a:pt x="39" y="107"/>
                    <a:pt x="39" y="107"/>
                    <a:pt x="39" y="107"/>
                  </a:cubicBezTo>
                  <a:cubicBezTo>
                    <a:pt x="43" y="101"/>
                    <a:pt x="43" y="101"/>
                    <a:pt x="43" y="101"/>
                  </a:cubicBezTo>
                  <a:cubicBezTo>
                    <a:pt x="42" y="100"/>
                    <a:pt x="42" y="100"/>
                    <a:pt x="42" y="100"/>
                  </a:cubicBezTo>
                  <a:cubicBezTo>
                    <a:pt x="63" y="80"/>
                    <a:pt x="63" y="80"/>
                    <a:pt x="63" y="80"/>
                  </a:cubicBezTo>
                  <a:cubicBezTo>
                    <a:pt x="98" y="115"/>
                    <a:pt x="98" y="115"/>
                    <a:pt x="98" y="115"/>
                  </a:cubicBezTo>
                  <a:cubicBezTo>
                    <a:pt x="101" y="117"/>
                    <a:pt x="104" y="119"/>
                    <a:pt x="107" y="119"/>
                  </a:cubicBezTo>
                  <a:cubicBezTo>
                    <a:pt x="110" y="119"/>
                    <a:pt x="113" y="117"/>
                    <a:pt x="116" y="115"/>
                  </a:cubicBezTo>
                  <a:cubicBezTo>
                    <a:pt x="121" y="110"/>
                    <a:pt x="121" y="102"/>
                    <a:pt x="116" y="97"/>
                  </a:cubicBezTo>
                  <a:cubicBezTo>
                    <a:pt x="81" y="62"/>
                    <a:pt x="81" y="62"/>
                    <a:pt x="81" y="62"/>
                  </a:cubicBezTo>
                  <a:cubicBezTo>
                    <a:pt x="87" y="56"/>
                    <a:pt x="87" y="56"/>
                    <a:pt x="87" y="56"/>
                  </a:cubicBezTo>
                  <a:cubicBezTo>
                    <a:pt x="90" y="59"/>
                    <a:pt x="90" y="59"/>
                    <a:pt x="90" y="59"/>
                  </a:cubicBezTo>
                  <a:cubicBezTo>
                    <a:pt x="92" y="57"/>
                    <a:pt x="95" y="56"/>
                    <a:pt x="98" y="57"/>
                  </a:cubicBezTo>
                  <a:cubicBezTo>
                    <a:pt x="128" y="26"/>
                    <a:pt x="128" y="26"/>
                    <a:pt x="128" y="26"/>
                  </a:cubicBezTo>
                  <a:cubicBezTo>
                    <a:pt x="128" y="26"/>
                    <a:pt x="128" y="26"/>
                    <a:pt x="128" y="26"/>
                  </a:cubicBezTo>
                  <a:cubicBezTo>
                    <a:pt x="128" y="26"/>
                    <a:pt x="128" y="26"/>
                    <a:pt x="128" y="26"/>
                  </a:cubicBezTo>
                  <a:cubicBezTo>
                    <a:pt x="129" y="25"/>
                    <a:pt x="129" y="24"/>
                    <a:pt x="129" y="23"/>
                  </a:cubicBezTo>
                  <a:cubicBezTo>
                    <a:pt x="130" y="24"/>
                    <a:pt x="132" y="23"/>
                    <a:pt x="133" y="22"/>
                  </a:cubicBezTo>
                  <a:cubicBezTo>
                    <a:pt x="134" y="21"/>
                    <a:pt x="134" y="18"/>
                    <a:pt x="133" y="16"/>
                  </a:cubicBezTo>
                  <a:close/>
                  <a:moveTo>
                    <a:pt x="108" y="103"/>
                  </a:moveTo>
                  <a:cubicBezTo>
                    <a:pt x="111" y="103"/>
                    <a:pt x="113" y="106"/>
                    <a:pt x="113" y="108"/>
                  </a:cubicBezTo>
                  <a:cubicBezTo>
                    <a:pt x="113" y="111"/>
                    <a:pt x="111" y="113"/>
                    <a:pt x="108" y="113"/>
                  </a:cubicBezTo>
                  <a:cubicBezTo>
                    <a:pt x="105" y="113"/>
                    <a:pt x="103" y="111"/>
                    <a:pt x="103" y="108"/>
                  </a:cubicBezTo>
                  <a:cubicBezTo>
                    <a:pt x="103" y="106"/>
                    <a:pt x="105" y="103"/>
                    <a:pt x="108" y="103"/>
                  </a:cubicBezTo>
                  <a:close/>
                  <a:moveTo>
                    <a:pt x="91" y="41"/>
                  </a:moveTo>
                  <a:cubicBezTo>
                    <a:pt x="89" y="39"/>
                    <a:pt x="89" y="39"/>
                    <a:pt x="89" y="39"/>
                  </a:cubicBezTo>
                  <a:cubicBezTo>
                    <a:pt x="112" y="17"/>
                    <a:pt x="112" y="17"/>
                    <a:pt x="112" y="17"/>
                  </a:cubicBezTo>
                  <a:cubicBezTo>
                    <a:pt x="114" y="19"/>
                    <a:pt x="114" y="19"/>
                    <a:pt x="114" y="19"/>
                  </a:cubicBezTo>
                  <a:lnTo>
                    <a:pt x="91" y="41"/>
                  </a:lnTo>
                  <a:close/>
                  <a:moveTo>
                    <a:pt x="98" y="48"/>
                  </a:moveTo>
                  <a:cubicBezTo>
                    <a:pt x="96" y="47"/>
                    <a:pt x="96" y="47"/>
                    <a:pt x="96" y="47"/>
                  </a:cubicBezTo>
                  <a:cubicBezTo>
                    <a:pt x="119" y="24"/>
                    <a:pt x="119" y="24"/>
                    <a:pt x="119" y="24"/>
                  </a:cubicBezTo>
                  <a:cubicBezTo>
                    <a:pt x="121" y="26"/>
                    <a:pt x="121" y="26"/>
                    <a:pt x="121" y="26"/>
                  </a:cubicBezTo>
                  <a:lnTo>
                    <a:pt x="98" y="48"/>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5588000" y="1862113"/>
            <a:ext cx="937712" cy="943597"/>
            <a:chOff x="4191000" y="1475413"/>
            <a:chExt cx="703284" cy="707698"/>
          </a:xfrm>
        </p:grpSpPr>
        <p:sp>
          <p:nvSpPr>
            <p:cNvPr id="15" name="Oval 14"/>
            <p:cNvSpPr/>
            <p:nvPr/>
          </p:nvSpPr>
          <p:spPr>
            <a:xfrm>
              <a:off x="4191000" y="1475413"/>
              <a:ext cx="703284" cy="707698"/>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44" name="Group 43"/>
            <p:cNvGrpSpPr/>
            <p:nvPr/>
          </p:nvGrpSpPr>
          <p:grpSpPr>
            <a:xfrm>
              <a:off x="4406360" y="1658908"/>
              <a:ext cx="272565" cy="340708"/>
              <a:chOff x="6751638" y="2265363"/>
              <a:chExt cx="158750" cy="198438"/>
            </a:xfrm>
            <a:solidFill>
              <a:schemeClr val="bg1"/>
            </a:solidFill>
          </p:grpSpPr>
          <p:sp>
            <p:nvSpPr>
              <p:cNvPr id="45"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6" name="Group 5"/>
          <p:cNvGrpSpPr/>
          <p:nvPr/>
        </p:nvGrpSpPr>
        <p:grpSpPr>
          <a:xfrm>
            <a:off x="876300" y="2444196"/>
            <a:ext cx="3252368" cy="3272780"/>
            <a:chOff x="657225" y="1911975"/>
            <a:chExt cx="2439276" cy="2454585"/>
          </a:xfrm>
        </p:grpSpPr>
        <p:sp>
          <p:nvSpPr>
            <p:cNvPr id="5" name="Oval 4"/>
            <p:cNvSpPr/>
            <p:nvPr/>
          </p:nvSpPr>
          <p:spPr>
            <a:xfrm>
              <a:off x="657225" y="1911975"/>
              <a:ext cx="2439276" cy="2454585"/>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7" name="Rectangle 26"/>
            <p:cNvSpPr/>
            <p:nvPr/>
          </p:nvSpPr>
          <p:spPr>
            <a:xfrm>
              <a:off x="1079730" y="3123895"/>
              <a:ext cx="1594267" cy="761747"/>
            </a:xfrm>
            <a:prstGeom prst="rect">
              <a:avLst/>
            </a:prstGeom>
          </p:spPr>
          <p:txBody>
            <a:bodyPr wrap="square">
              <a:spAutoFit/>
            </a:bodyPr>
            <a:lstStyle/>
            <a:p>
              <a:pPr algn="ctr">
                <a:lnSpc>
                  <a:spcPct val="150000"/>
                </a:lnSpc>
              </a:pPr>
              <a:r>
                <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Diagram</a:t>
              </a:r>
              <a:endParaRPr lang="en-US" sz="14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49" name="Group 48"/>
            <p:cNvGrpSpPr/>
            <p:nvPr/>
          </p:nvGrpSpPr>
          <p:grpSpPr>
            <a:xfrm>
              <a:off x="1621360" y="2525672"/>
              <a:ext cx="511006" cy="590643"/>
              <a:chOff x="3339600" y="4181341"/>
              <a:chExt cx="244475" cy="282575"/>
            </a:xfrm>
            <a:solidFill>
              <a:schemeClr val="bg1"/>
            </a:solidFill>
          </p:grpSpPr>
          <p:sp>
            <p:nvSpPr>
              <p:cNvPr id="50" name="Rectangle 49"/>
              <p:cNvSpPr>
                <a:spLocks noChangeArrowheads="1"/>
              </p:cNvSpPr>
              <p:nvPr/>
            </p:nvSpPr>
            <p:spPr bwMode="auto">
              <a:xfrm>
                <a:off x="3476125" y="4236903"/>
                <a:ext cx="41275" cy="2270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50"/>
              <p:cNvSpPr>
                <a:spLocks noChangeArrowheads="1"/>
              </p:cNvSpPr>
              <p:nvPr/>
            </p:nvSpPr>
            <p:spPr bwMode="auto">
              <a:xfrm>
                <a:off x="3409450" y="4282941"/>
                <a:ext cx="41275"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Rectangle 51"/>
              <p:cNvSpPr>
                <a:spLocks noChangeArrowheads="1"/>
              </p:cNvSpPr>
              <p:nvPr/>
            </p:nvSpPr>
            <p:spPr bwMode="auto">
              <a:xfrm>
                <a:off x="3339600" y="4317866"/>
                <a:ext cx="42863" cy="146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Rectangle 52"/>
              <p:cNvSpPr>
                <a:spLocks noChangeArrowheads="1"/>
              </p:cNvSpPr>
              <p:nvPr/>
            </p:nvSpPr>
            <p:spPr bwMode="auto">
              <a:xfrm>
                <a:off x="3542800" y="4181341"/>
                <a:ext cx="41275" cy="282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54"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55" name="Rectangle 54"/>
          <p:cNvSpPr/>
          <p:nvPr/>
        </p:nvSpPr>
        <p:spPr>
          <a:xfrm>
            <a:off x="6695255" y="1795436"/>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Diagram</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6" name="Rectangle 55"/>
          <p:cNvSpPr/>
          <p:nvPr/>
        </p:nvSpPr>
        <p:spPr>
          <a:xfrm>
            <a:off x="8915865" y="2855068"/>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Diagram</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7" name="Rectangle 56"/>
          <p:cNvSpPr/>
          <p:nvPr/>
        </p:nvSpPr>
        <p:spPr>
          <a:xfrm>
            <a:off x="8915865" y="4218072"/>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Diagram</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8" name="Rectangle 57"/>
          <p:cNvSpPr/>
          <p:nvPr/>
        </p:nvSpPr>
        <p:spPr>
          <a:xfrm>
            <a:off x="6695255" y="5282490"/>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Diagram</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2262206880"/>
      </p:ext>
    </p:extLst>
  </p:cSld>
  <p:clrMapOvr>
    <a:masterClrMapping/>
  </p:clrMapOvr>
  <p:transition spd="slow">
    <p:push dir="u"/>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5"/>
          <p:cNvSpPr/>
          <p:nvPr/>
        </p:nvSpPr>
        <p:spPr bwMode="auto">
          <a:xfrm rot="16200000">
            <a:off x="4924408" y="761989"/>
            <a:ext cx="2230965" cy="4379419"/>
          </a:xfrm>
          <a:custGeom>
            <a:avLst/>
            <a:gdLst>
              <a:gd name="T0" fmla="*/ 0 w 1594"/>
              <a:gd name="T1" fmla="*/ 3017 h 3017"/>
              <a:gd name="T2" fmla="*/ 1594 w 1594"/>
              <a:gd name="T3" fmla="*/ 1509 h 3017"/>
              <a:gd name="T4" fmla="*/ 0 w 1594"/>
              <a:gd name="T5" fmla="*/ 0 h 3017"/>
            </a:gdLst>
            <a:ahLst/>
            <a:cxnLst>
              <a:cxn ang="0">
                <a:pos x="T0" y="T1"/>
              </a:cxn>
              <a:cxn ang="0">
                <a:pos x="T2" y="T3"/>
              </a:cxn>
              <a:cxn ang="0">
                <a:pos x="T4" y="T5"/>
              </a:cxn>
            </a:cxnLst>
            <a:rect l="0" t="0" r="r" b="b"/>
            <a:pathLst>
              <a:path w="1594" h="3017">
                <a:moveTo>
                  <a:pt x="0" y="3017"/>
                </a:moveTo>
                <a:cubicBezTo>
                  <a:pt x="880" y="3017"/>
                  <a:pt x="1594" y="2342"/>
                  <a:pt x="1594" y="1509"/>
                </a:cubicBezTo>
                <a:cubicBezTo>
                  <a:pt x="1594" y="676"/>
                  <a:pt x="880" y="0"/>
                  <a:pt x="0" y="0"/>
                </a:cubicBezTo>
              </a:path>
            </a:pathLst>
          </a:custGeom>
          <a:noFill/>
          <a:ln w="57150" cap="flat">
            <a:solidFill>
              <a:schemeClr val="bg1">
                <a:lumMod val="75000"/>
              </a:schemeClr>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Oval 12"/>
          <p:cNvSpPr/>
          <p:nvPr/>
        </p:nvSpPr>
        <p:spPr>
          <a:xfrm>
            <a:off x="5790614" y="1577168"/>
            <a:ext cx="463157" cy="466065"/>
          </a:xfrm>
          <a:prstGeom prst="ellipse">
            <a:avLst/>
          </a:prstGeom>
          <a:solidFill>
            <a:schemeClr val="bg1"/>
          </a:solidFill>
          <a:ln w="76200">
            <a:solidFill>
              <a:srgbClr val="9BBC57"/>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6" name="Oval 15"/>
          <p:cNvSpPr/>
          <p:nvPr/>
        </p:nvSpPr>
        <p:spPr>
          <a:xfrm>
            <a:off x="7539860" y="2413001"/>
            <a:ext cx="463157" cy="466065"/>
          </a:xfrm>
          <a:prstGeom prst="ellipse">
            <a:avLst/>
          </a:prstGeom>
          <a:solidFill>
            <a:schemeClr val="bg1"/>
          </a:solidFill>
          <a:ln w="76200">
            <a:solidFill>
              <a:srgbClr val="15A185"/>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Oval 16"/>
          <p:cNvSpPr/>
          <p:nvPr/>
        </p:nvSpPr>
        <p:spPr>
          <a:xfrm>
            <a:off x="3618603" y="3890320"/>
            <a:ext cx="463157" cy="466065"/>
          </a:xfrm>
          <a:prstGeom prst="ellipse">
            <a:avLst/>
          </a:prstGeom>
          <a:solidFill>
            <a:schemeClr val="bg1"/>
          </a:solidFill>
          <a:ln w="76200">
            <a:solidFill>
              <a:srgbClr val="44546A"/>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8" name="Oval 17"/>
          <p:cNvSpPr/>
          <p:nvPr/>
        </p:nvSpPr>
        <p:spPr>
          <a:xfrm>
            <a:off x="7998022" y="3890320"/>
            <a:ext cx="463157" cy="466065"/>
          </a:xfrm>
          <a:prstGeom prst="ellipse">
            <a:avLst/>
          </a:prstGeom>
          <a:solidFill>
            <a:schemeClr val="bg1"/>
          </a:solidFill>
          <a:ln w="76200">
            <a:solidFill>
              <a:srgbClr val="297F9D"/>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 name="Oval 18"/>
          <p:cNvSpPr/>
          <p:nvPr/>
        </p:nvSpPr>
        <p:spPr>
          <a:xfrm>
            <a:off x="4081760" y="2413001"/>
            <a:ext cx="463157" cy="466065"/>
          </a:xfrm>
          <a:prstGeom prst="ellipse">
            <a:avLst/>
          </a:prstGeom>
          <a:solidFill>
            <a:schemeClr val="bg1"/>
          </a:solidFill>
          <a:ln w="76200">
            <a:solidFill>
              <a:srgbClr val="C0392B"/>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4" name="Group 3"/>
          <p:cNvGrpSpPr/>
          <p:nvPr/>
        </p:nvGrpSpPr>
        <p:grpSpPr>
          <a:xfrm>
            <a:off x="5357621" y="279401"/>
            <a:ext cx="1364540" cy="1483886"/>
            <a:chOff x="4018215" y="209550"/>
            <a:chExt cx="1023405" cy="1112914"/>
          </a:xfrm>
        </p:grpSpPr>
        <p:sp>
          <p:nvSpPr>
            <p:cNvPr id="20" name="Freeform 5"/>
            <p:cNvSpPr/>
            <p:nvPr/>
          </p:nvSpPr>
          <p:spPr bwMode="auto">
            <a:xfrm>
              <a:off x="4024089" y="209550"/>
              <a:ext cx="1011657" cy="688331"/>
            </a:xfrm>
            <a:custGeom>
              <a:avLst/>
              <a:gdLst>
                <a:gd name="T0" fmla="*/ 1728 w 2004"/>
                <a:gd name="T1" fmla="*/ 592 h 1362"/>
                <a:gd name="T2" fmla="*/ 1744 w 2004"/>
                <a:gd name="T3" fmla="*/ 472 h 1362"/>
                <a:gd name="T4" fmla="*/ 1271 w 2004"/>
                <a:gd name="T5" fmla="*/ 0 h 1362"/>
                <a:gd name="T6" fmla="*/ 929 w 2004"/>
                <a:gd name="T7" fmla="*/ 230 h 1362"/>
                <a:gd name="T8" fmla="*/ 579 w 2004"/>
                <a:gd name="T9" fmla="*/ 100 h 1362"/>
                <a:gd name="T10" fmla="*/ 246 w 2004"/>
                <a:gd name="T11" fmla="*/ 506 h 1362"/>
                <a:gd name="T12" fmla="*/ 258 w 2004"/>
                <a:gd name="T13" fmla="*/ 598 h 1362"/>
                <a:gd name="T14" fmla="*/ 0 w 2004"/>
                <a:gd name="T15" fmla="*/ 968 h 1362"/>
                <a:gd name="T16" fmla="*/ 394 w 2004"/>
                <a:gd name="T17" fmla="*/ 1362 h 1362"/>
                <a:gd name="T18" fmla="*/ 1609 w 2004"/>
                <a:gd name="T19" fmla="*/ 1362 h 1362"/>
                <a:gd name="T20" fmla="*/ 2004 w 2004"/>
                <a:gd name="T21" fmla="*/ 968 h 1362"/>
                <a:gd name="T22" fmla="*/ 1728 w 2004"/>
                <a:gd name="T23" fmla="*/ 592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4" h="1362">
                  <a:moveTo>
                    <a:pt x="1728" y="592"/>
                  </a:moveTo>
                  <a:cubicBezTo>
                    <a:pt x="1738" y="553"/>
                    <a:pt x="1744" y="513"/>
                    <a:pt x="1744" y="472"/>
                  </a:cubicBezTo>
                  <a:cubicBezTo>
                    <a:pt x="1744" y="211"/>
                    <a:pt x="1532" y="0"/>
                    <a:pt x="1271" y="0"/>
                  </a:cubicBezTo>
                  <a:cubicBezTo>
                    <a:pt x="969" y="0"/>
                    <a:pt x="929" y="230"/>
                    <a:pt x="929" y="230"/>
                  </a:cubicBezTo>
                  <a:cubicBezTo>
                    <a:pt x="929" y="230"/>
                    <a:pt x="802" y="73"/>
                    <a:pt x="579" y="100"/>
                  </a:cubicBezTo>
                  <a:cubicBezTo>
                    <a:pt x="377" y="140"/>
                    <a:pt x="246" y="321"/>
                    <a:pt x="246" y="506"/>
                  </a:cubicBezTo>
                  <a:cubicBezTo>
                    <a:pt x="246" y="538"/>
                    <a:pt x="250" y="568"/>
                    <a:pt x="258" y="598"/>
                  </a:cubicBezTo>
                  <a:cubicBezTo>
                    <a:pt x="108" y="653"/>
                    <a:pt x="0" y="798"/>
                    <a:pt x="0" y="968"/>
                  </a:cubicBezTo>
                  <a:cubicBezTo>
                    <a:pt x="0" y="1185"/>
                    <a:pt x="177" y="1362"/>
                    <a:pt x="394" y="1362"/>
                  </a:cubicBezTo>
                  <a:cubicBezTo>
                    <a:pt x="1609" y="1362"/>
                    <a:pt x="1609" y="1362"/>
                    <a:pt x="1609" y="1362"/>
                  </a:cubicBezTo>
                  <a:cubicBezTo>
                    <a:pt x="1827" y="1362"/>
                    <a:pt x="2004" y="1185"/>
                    <a:pt x="2004" y="968"/>
                  </a:cubicBezTo>
                  <a:cubicBezTo>
                    <a:pt x="2004" y="791"/>
                    <a:pt x="1888" y="642"/>
                    <a:pt x="1728" y="592"/>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9" name="Rectangle 28"/>
            <p:cNvSpPr/>
            <p:nvPr/>
          </p:nvSpPr>
          <p:spPr>
            <a:xfrm>
              <a:off x="4018215" y="930049"/>
              <a:ext cx="1023405" cy="392415"/>
            </a:xfrm>
            <a:prstGeom prst="rect">
              <a:avLst/>
            </a:prstGeom>
          </p:spPr>
          <p:txBody>
            <a:bodyPr wrap="square">
              <a:spAutoFit/>
            </a:bodyPr>
            <a:lstStyle/>
            <a:p>
              <a:pPr algn="ctr"/>
              <a:r>
                <a:rPr lang="en-US" sz="14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TECHNOLOGY</a:t>
              </a:r>
              <a:endParaRPr lang="en-US" sz="14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32" name="Group 31"/>
            <p:cNvGrpSpPr/>
            <p:nvPr/>
          </p:nvGrpSpPr>
          <p:grpSpPr>
            <a:xfrm>
              <a:off x="4369405" y="468395"/>
              <a:ext cx="321025" cy="309224"/>
              <a:chOff x="4616450" y="1549401"/>
              <a:chExt cx="215900" cy="207963"/>
            </a:xfrm>
            <a:solidFill>
              <a:schemeClr val="bg1"/>
            </a:solidFill>
          </p:grpSpPr>
          <p:sp>
            <p:nvSpPr>
              <p:cNvPr id="33"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4"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grpSp>
        <p:nvGrpSpPr>
          <p:cNvPr id="3" name="Group 2"/>
          <p:cNvGrpSpPr/>
          <p:nvPr/>
        </p:nvGrpSpPr>
        <p:grpSpPr>
          <a:xfrm>
            <a:off x="2437153" y="1981645"/>
            <a:ext cx="1375452" cy="1296440"/>
            <a:chOff x="1827864" y="1486234"/>
            <a:chExt cx="1031589" cy="972330"/>
          </a:xfrm>
        </p:grpSpPr>
        <p:sp>
          <p:nvSpPr>
            <p:cNvPr id="21" name="Freeform 5"/>
            <p:cNvSpPr/>
            <p:nvPr/>
          </p:nvSpPr>
          <p:spPr bwMode="auto">
            <a:xfrm>
              <a:off x="1847796" y="1486234"/>
              <a:ext cx="1011657" cy="688331"/>
            </a:xfrm>
            <a:custGeom>
              <a:avLst/>
              <a:gdLst>
                <a:gd name="T0" fmla="*/ 1728 w 2004"/>
                <a:gd name="T1" fmla="*/ 592 h 1362"/>
                <a:gd name="T2" fmla="*/ 1744 w 2004"/>
                <a:gd name="T3" fmla="*/ 472 h 1362"/>
                <a:gd name="T4" fmla="*/ 1271 w 2004"/>
                <a:gd name="T5" fmla="*/ 0 h 1362"/>
                <a:gd name="T6" fmla="*/ 929 w 2004"/>
                <a:gd name="T7" fmla="*/ 230 h 1362"/>
                <a:gd name="T8" fmla="*/ 579 w 2004"/>
                <a:gd name="T9" fmla="*/ 100 h 1362"/>
                <a:gd name="T10" fmla="*/ 246 w 2004"/>
                <a:gd name="T11" fmla="*/ 506 h 1362"/>
                <a:gd name="T12" fmla="*/ 258 w 2004"/>
                <a:gd name="T13" fmla="*/ 598 h 1362"/>
                <a:gd name="T14" fmla="*/ 0 w 2004"/>
                <a:gd name="T15" fmla="*/ 968 h 1362"/>
                <a:gd name="T16" fmla="*/ 394 w 2004"/>
                <a:gd name="T17" fmla="*/ 1362 h 1362"/>
                <a:gd name="T18" fmla="*/ 1609 w 2004"/>
                <a:gd name="T19" fmla="*/ 1362 h 1362"/>
                <a:gd name="T20" fmla="*/ 2004 w 2004"/>
                <a:gd name="T21" fmla="*/ 968 h 1362"/>
                <a:gd name="T22" fmla="*/ 1728 w 2004"/>
                <a:gd name="T23" fmla="*/ 592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4" h="1362">
                  <a:moveTo>
                    <a:pt x="1728" y="592"/>
                  </a:moveTo>
                  <a:cubicBezTo>
                    <a:pt x="1738" y="553"/>
                    <a:pt x="1744" y="513"/>
                    <a:pt x="1744" y="472"/>
                  </a:cubicBezTo>
                  <a:cubicBezTo>
                    <a:pt x="1744" y="211"/>
                    <a:pt x="1532" y="0"/>
                    <a:pt x="1271" y="0"/>
                  </a:cubicBezTo>
                  <a:cubicBezTo>
                    <a:pt x="969" y="0"/>
                    <a:pt x="929" y="230"/>
                    <a:pt x="929" y="230"/>
                  </a:cubicBezTo>
                  <a:cubicBezTo>
                    <a:pt x="929" y="230"/>
                    <a:pt x="802" y="73"/>
                    <a:pt x="579" y="100"/>
                  </a:cubicBezTo>
                  <a:cubicBezTo>
                    <a:pt x="377" y="140"/>
                    <a:pt x="246" y="321"/>
                    <a:pt x="246" y="506"/>
                  </a:cubicBezTo>
                  <a:cubicBezTo>
                    <a:pt x="246" y="538"/>
                    <a:pt x="250" y="568"/>
                    <a:pt x="258" y="598"/>
                  </a:cubicBezTo>
                  <a:cubicBezTo>
                    <a:pt x="108" y="653"/>
                    <a:pt x="0" y="798"/>
                    <a:pt x="0" y="968"/>
                  </a:cubicBezTo>
                  <a:cubicBezTo>
                    <a:pt x="0" y="1185"/>
                    <a:pt x="177" y="1362"/>
                    <a:pt x="394" y="1362"/>
                  </a:cubicBezTo>
                  <a:cubicBezTo>
                    <a:pt x="1609" y="1362"/>
                    <a:pt x="1609" y="1362"/>
                    <a:pt x="1609" y="1362"/>
                  </a:cubicBezTo>
                  <a:cubicBezTo>
                    <a:pt x="1827" y="1362"/>
                    <a:pt x="2004" y="1185"/>
                    <a:pt x="2004" y="968"/>
                  </a:cubicBezTo>
                  <a:cubicBezTo>
                    <a:pt x="2004" y="791"/>
                    <a:pt x="1888" y="642"/>
                    <a:pt x="1728" y="592"/>
                  </a:cubicBezTo>
                  <a:close/>
                </a:path>
              </a:pathLst>
            </a:custGeom>
            <a:solidFill>
              <a:srgbClr val="C0392B"/>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8" name="Rectangle 27"/>
            <p:cNvSpPr/>
            <p:nvPr/>
          </p:nvSpPr>
          <p:spPr>
            <a:xfrm>
              <a:off x="1827864" y="2227731"/>
              <a:ext cx="1023405" cy="230833"/>
            </a:xfrm>
            <a:prstGeom prst="rect">
              <a:avLst/>
            </a:prstGeom>
          </p:spPr>
          <p:txBody>
            <a:bodyPr wrap="square">
              <a:spAutoFit/>
            </a:bodyPr>
            <a:lstStyle/>
            <a:p>
              <a:pPr algn="ctr"/>
              <a:r>
                <a:rPr lang="en-US" sz="14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SCIENCE</a:t>
              </a:r>
              <a:endParaRPr lang="en-US" sz="14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35" name="Group 34"/>
            <p:cNvGrpSpPr/>
            <p:nvPr/>
          </p:nvGrpSpPr>
          <p:grpSpPr>
            <a:xfrm>
              <a:off x="2235387" y="1734352"/>
              <a:ext cx="236474" cy="357025"/>
              <a:chOff x="549275" y="4406901"/>
              <a:chExt cx="161926" cy="244475"/>
            </a:xfrm>
            <a:solidFill>
              <a:schemeClr val="bg1"/>
            </a:solidFill>
          </p:grpSpPr>
          <p:sp>
            <p:nvSpPr>
              <p:cNvPr id="36"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7"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grpSp>
        <p:nvGrpSpPr>
          <p:cNvPr id="2" name="Group 1"/>
          <p:cNvGrpSpPr/>
          <p:nvPr/>
        </p:nvGrpSpPr>
        <p:grpSpPr>
          <a:xfrm>
            <a:off x="2032000" y="3613166"/>
            <a:ext cx="1386088" cy="1247079"/>
            <a:chOff x="1524000" y="2709874"/>
            <a:chExt cx="1039566" cy="935309"/>
          </a:xfrm>
        </p:grpSpPr>
        <p:sp>
          <p:nvSpPr>
            <p:cNvPr id="22" name="Freeform 5"/>
            <p:cNvSpPr/>
            <p:nvPr/>
          </p:nvSpPr>
          <p:spPr bwMode="auto">
            <a:xfrm>
              <a:off x="1551909" y="2709874"/>
              <a:ext cx="1011657" cy="688331"/>
            </a:xfrm>
            <a:custGeom>
              <a:avLst/>
              <a:gdLst>
                <a:gd name="T0" fmla="*/ 1728 w 2004"/>
                <a:gd name="T1" fmla="*/ 592 h 1362"/>
                <a:gd name="T2" fmla="*/ 1744 w 2004"/>
                <a:gd name="T3" fmla="*/ 472 h 1362"/>
                <a:gd name="T4" fmla="*/ 1271 w 2004"/>
                <a:gd name="T5" fmla="*/ 0 h 1362"/>
                <a:gd name="T6" fmla="*/ 929 w 2004"/>
                <a:gd name="T7" fmla="*/ 230 h 1362"/>
                <a:gd name="T8" fmla="*/ 579 w 2004"/>
                <a:gd name="T9" fmla="*/ 100 h 1362"/>
                <a:gd name="T10" fmla="*/ 246 w 2004"/>
                <a:gd name="T11" fmla="*/ 506 h 1362"/>
                <a:gd name="T12" fmla="*/ 258 w 2004"/>
                <a:gd name="T13" fmla="*/ 598 h 1362"/>
                <a:gd name="T14" fmla="*/ 0 w 2004"/>
                <a:gd name="T15" fmla="*/ 968 h 1362"/>
                <a:gd name="T16" fmla="*/ 394 w 2004"/>
                <a:gd name="T17" fmla="*/ 1362 h 1362"/>
                <a:gd name="T18" fmla="*/ 1609 w 2004"/>
                <a:gd name="T19" fmla="*/ 1362 h 1362"/>
                <a:gd name="T20" fmla="*/ 2004 w 2004"/>
                <a:gd name="T21" fmla="*/ 968 h 1362"/>
                <a:gd name="T22" fmla="*/ 1728 w 2004"/>
                <a:gd name="T23" fmla="*/ 592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4" h="1362">
                  <a:moveTo>
                    <a:pt x="1728" y="592"/>
                  </a:moveTo>
                  <a:cubicBezTo>
                    <a:pt x="1738" y="553"/>
                    <a:pt x="1744" y="513"/>
                    <a:pt x="1744" y="472"/>
                  </a:cubicBezTo>
                  <a:cubicBezTo>
                    <a:pt x="1744" y="211"/>
                    <a:pt x="1532" y="0"/>
                    <a:pt x="1271" y="0"/>
                  </a:cubicBezTo>
                  <a:cubicBezTo>
                    <a:pt x="969" y="0"/>
                    <a:pt x="929" y="230"/>
                    <a:pt x="929" y="230"/>
                  </a:cubicBezTo>
                  <a:cubicBezTo>
                    <a:pt x="929" y="230"/>
                    <a:pt x="802" y="73"/>
                    <a:pt x="579" y="100"/>
                  </a:cubicBezTo>
                  <a:cubicBezTo>
                    <a:pt x="377" y="140"/>
                    <a:pt x="246" y="321"/>
                    <a:pt x="246" y="506"/>
                  </a:cubicBezTo>
                  <a:cubicBezTo>
                    <a:pt x="246" y="538"/>
                    <a:pt x="250" y="568"/>
                    <a:pt x="258" y="598"/>
                  </a:cubicBezTo>
                  <a:cubicBezTo>
                    <a:pt x="108" y="653"/>
                    <a:pt x="0" y="798"/>
                    <a:pt x="0" y="968"/>
                  </a:cubicBezTo>
                  <a:cubicBezTo>
                    <a:pt x="0" y="1185"/>
                    <a:pt x="177" y="1362"/>
                    <a:pt x="394" y="1362"/>
                  </a:cubicBezTo>
                  <a:cubicBezTo>
                    <a:pt x="1609" y="1362"/>
                    <a:pt x="1609" y="1362"/>
                    <a:pt x="1609" y="1362"/>
                  </a:cubicBezTo>
                  <a:cubicBezTo>
                    <a:pt x="1827" y="1362"/>
                    <a:pt x="2004" y="1185"/>
                    <a:pt x="2004" y="968"/>
                  </a:cubicBezTo>
                  <a:cubicBezTo>
                    <a:pt x="2004" y="791"/>
                    <a:pt x="1888" y="642"/>
                    <a:pt x="1728" y="592"/>
                  </a:cubicBezTo>
                  <a:close/>
                </a:path>
              </a:pathLst>
            </a:custGeom>
            <a:solidFill>
              <a:srgbClr val="44546A"/>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7" name="Rectangle 26"/>
            <p:cNvSpPr/>
            <p:nvPr/>
          </p:nvSpPr>
          <p:spPr>
            <a:xfrm>
              <a:off x="1524000" y="3414350"/>
              <a:ext cx="1023405" cy="230833"/>
            </a:xfrm>
            <a:prstGeom prst="rect">
              <a:avLst/>
            </a:prstGeom>
          </p:spPr>
          <p:txBody>
            <a:bodyPr wrap="square">
              <a:spAutoFit/>
            </a:bodyPr>
            <a:lstStyle/>
            <a:p>
              <a:pPr algn="ctr"/>
              <a:r>
                <a:rPr lang="en-US" sz="14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38" name="Group 37"/>
            <p:cNvGrpSpPr/>
            <p:nvPr/>
          </p:nvGrpSpPr>
          <p:grpSpPr>
            <a:xfrm>
              <a:off x="1891075" y="2973814"/>
              <a:ext cx="289253" cy="293474"/>
              <a:chOff x="2360613" y="2686051"/>
              <a:chExt cx="217488" cy="220662"/>
            </a:xfrm>
            <a:solidFill>
              <a:schemeClr val="bg1"/>
            </a:solidFill>
          </p:grpSpPr>
          <p:sp>
            <p:nvSpPr>
              <p:cNvPr id="39"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0"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1"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grpSp>
        <p:nvGrpSpPr>
          <p:cNvPr id="7" name="Group 6"/>
          <p:cNvGrpSpPr/>
          <p:nvPr/>
        </p:nvGrpSpPr>
        <p:grpSpPr>
          <a:xfrm>
            <a:off x="8128000" y="1981645"/>
            <a:ext cx="1385637" cy="1296440"/>
            <a:chOff x="6096000" y="1486234"/>
            <a:chExt cx="1039228" cy="972330"/>
          </a:xfrm>
        </p:grpSpPr>
        <p:sp>
          <p:nvSpPr>
            <p:cNvPr id="24" name="Freeform 5"/>
            <p:cNvSpPr/>
            <p:nvPr/>
          </p:nvSpPr>
          <p:spPr bwMode="auto">
            <a:xfrm>
              <a:off x="6123571" y="1486234"/>
              <a:ext cx="1011657" cy="688331"/>
            </a:xfrm>
            <a:custGeom>
              <a:avLst/>
              <a:gdLst>
                <a:gd name="T0" fmla="*/ 1728 w 2004"/>
                <a:gd name="T1" fmla="*/ 592 h 1362"/>
                <a:gd name="T2" fmla="*/ 1744 w 2004"/>
                <a:gd name="T3" fmla="*/ 472 h 1362"/>
                <a:gd name="T4" fmla="*/ 1271 w 2004"/>
                <a:gd name="T5" fmla="*/ 0 h 1362"/>
                <a:gd name="T6" fmla="*/ 929 w 2004"/>
                <a:gd name="T7" fmla="*/ 230 h 1362"/>
                <a:gd name="T8" fmla="*/ 579 w 2004"/>
                <a:gd name="T9" fmla="*/ 100 h 1362"/>
                <a:gd name="T10" fmla="*/ 246 w 2004"/>
                <a:gd name="T11" fmla="*/ 506 h 1362"/>
                <a:gd name="T12" fmla="*/ 258 w 2004"/>
                <a:gd name="T13" fmla="*/ 598 h 1362"/>
                <a:gd name="T14" fmla="*/ 0 w 2004"/>
                <a:gd name="T15" fmla="*/ 968 h 1362"/>
                <a:gd name="T16" fmla="*/ 394 w 2004"/>
                <a:gd name="T17" fmla="*/ 1362 h 1362"/>
                <a:gd name="T18" fmla="*/ 1609 w 2004"/>
                <a:gd name="T19" fmla="*/ 1362 h 1362"/>
                <a:gd name="T20" fmla="*/ 2004 w 2004"/>
                <a:gd name="T21" fmla="*/ 968 h 1362"/>
                <a:gd name="T22" fmla="*/ 1728 w 2004"/>
                <a:gd name="T23" fmla="*/ 592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4" h="1362">
                  <a:moveTo>
                    <a:pt x="1728" y="592"/>
                  </a:moveTo>
                  <a:cubicBezTo>
                    <a:pt x="1738" y="553"/>
                    <a:pt x="1744" y="513"/>
                    <a:pt x="1744" y="472"/>
                  </a:cubicBezTo>
                  <a:cubicBezTo>
                    <a:pt x="1744" y="211"/>
                    <a:pt x="1532" y="0"/>
                    <a:pt x="1271" y="0"/>
                  </a:cubicBezTo>
                  <a:cubicBezTo>
                    <a:pt x="969" y="0"/>
                    <a:pt x="929" y="230"/>
                    <a:pt x="929" y="230"/>
                  </a:cubicBezTo>
                  <a:cubicBezTo>
                    <a:pt x="929" y="230"/>
                    <a:pt x="802" y="73"/>
                    <a:pt x="579" y="100"/>
                  </a:cubicBezTo>
                  <a:cubicBezTo>
                    <a:pt x="377" y="140"/>
                    <a:pt x="246" y="321"/>
                    <a:pt x="246" y="506"/>
                  </a:cubicBezTo>
                  <a:cubicBezTo>
                    <a:pt x="246" y="538"/>
                    <a:pt x="250" y="568"/>
                    <a:pt x="258" y="598"/>
                  </a:cubicBezTo>
                  <a:cubicBezTo>
                    <a:pt x="108" y="653"/>
                    <a:pt x="0" y="798"/>
                    <a:pt x="0" y="968"/>
                  </a:cubicBezTo>
                  <a:cubicBezTo>
                    <a:pt x="0" y="1185"/>
                    <a:pt x="177" y="1362"/>
                    <a:pt x="394" y="1362"/>
                  </a:cubicBezTo>
                  <a:cubicBezTo>
                    <a:pt x="1609" y="1362"/>
                    <a:pt x="1609" y="1362"/>
                    <a:pt x="1609" y="1362"/>
                  </a:cubicBezTo>
                  <a:cubicBezTo>
                    <a:pt x="1827" y="1362"/>
                    <a:pt x="2004" y="1185"/>
                    <a:pt x="2004" y="968"/>
                  </a:cubicBezTo>
                  <a:cubicBezTo>
                    <a:pt x="2004" y="791"/>
                    <a:pt x="1888" y="642"/>
                    <a:pt x="1728" y="592"/>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0" name="Rectangle 29"/>
            <p:cNvSpPr/>
            <p:nvPr/>
          </p:nvSpPr>
          <p:spPr>
            <a:xfrm>
              <a:off x="6096000" y="2227731"/>
              <a:ext cx="1023405" cy="230833"/>
            </a:xfrm>
            <a:prstGeom prst="rect">
              <a:avLst/>
            </a:prstGeom>
          </p:spPr>
          <p:txBody>
            <a:bodyPr wrap="square">
              <a:spAutoFit/>
            </a:bodyPr>
            <a:lstStyle/>
            <a:p>
              <a:pPr algn="ctr"/>
              <a:r>
                <a:rPr lang="en-US" sz="14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SCHEDULE</a:t>
              </a:r>
              <a:endParaRPr lang="en-US" sz="14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42" name="Group 41"/>
            <p:cNvGrpSpPr/>
            <p:nvPr/>
          </p:nvGrpSpPr>
          <p:grpSpPr>
            <a:xfrm>
              <a:off x="6477000" y="1715094"/>
              <a:ext cx="331479" cy="320922"/>
              <a:chOff x="2339975" y="3200401"/>
              <a:chExt cx="249238" cy="241300"/>
            </a:xfrm>
            <a:solidFill>
              <a:schemeClr val="bg1"/>
            </a:solidFill>
          </p:grpSpPr>
          <p:sp>
            <p:nvSpPr>
              <p:cNvPr id="43" name="Rectangle 18"/>
              <p:cNvSpPr>
                <a:spLocks noChangeArrowheads="1"/>
              </p:cNvSpPr>
              <p:nvPr/>
            </p:nvSpPr>
            <p:spPr bwMode="auto">
              <a:xfrm>
                <a:off x="2428875" y="3297238"/>
                <a:ext cx="285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4" name="Rectangle 19"/>
              <p:cNvSpPr>
                <a:spLocks noChangeArrowheads="1"/>
              </p:cNvSpPr>
              <p:nvPr/>
            </p:nvSpPr>
            <p:spPr bwMode="auto">
              <a:xfrm>
                <a:off x="2473325" y="3297238"/>
                <a:ext cx="285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5" name="Rectangle 20"/>
              <p:cNvSpPr>
                <a:spLocks noChangeArrowheads="1"/>
              </p:cNvSpPr>
              <p:nvPr/>
            </p:nvSpPr>
            <p:spPr bwMode="auto">
              <a:xfrm>
                <a:off x="2516188" y="3297238"/>
                <a:ext cx="285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6" name="Rectangle 21"/>
              <p:cNvSpPr>
                <a:spLocks noChangeArrowheads="1"/>
              </p:cNvSpPr>
              <p:nvPr/>
            </p:nvSpPr>
            <p:spPr bwMode="auto">
              <a:xfrm>
                <a:off x="2428875" y="3338513"/>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7" name="Rectangle 22"/>
              <p:cNvSpPr>
                <a:spLocks noChangeArrowheads="1"/>
              </p:cNvSpPr>
              <p:nvPr/>
            </p:nvSpPr>
            <p:spPr bwMode="auto">
              <a:xfrm>
                <a:off x="2473325" y="3338513"/>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8" name="Rectangle 23"/>
              <p:cNvSpPr>
                <a:spLocks noChangeArrowheads="1"/>
              </p:cNvSpPr>
              <p:nvPr/>
            </p:nvSpPr>
            <p:spPr bwMode="auto">
              <a:xfrm>
                <a:off x="2516188" y="3338513"/>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9" name="Rectangle 24"/>
              <p:cNvSpPr>
                <a:spLocks noChangeArrowheads="1"/>
              </p:cNvSpPr>
              <p:nvPr/>
            </p:nvSpPr>
            <p:spPr bwMode="auto">
              <a:xfrm>
                <a:off x="2428875"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0" name="Rectangle 25"/>
              <p:cNvSpPr>
                <a:spLocks noChangeArrowheads="1"/>
              </p:cNvSpPr>
              <p:nvPr/>
            </p:nvSpPr>
            <p:spPr bwMode="auto">
              <a:xfrm>
                <a:off x="2386013" y="3338513"/>
                <a:ext cx="254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1" name="Rectangle 26"/>
              <p:cNvSpPr>
                <a:spLocks noChangeArrowheads="1"/>
              </p:cNvSpPr>
              <p:nvPr/>
            </p:nvSpPr>
            <p:spPr bwMode="auto">
              <a:xfrm>
                <a:off x="2386013"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2" name="Rectangle 27"/>
              <p:cNvSpPr>
                <a:spLocks noChangeArrowheads="1"/>
              </p:cNvSpPr>
              <p:nvPr/>
            </p:nvSpPr>
            <p:spPr bwMode="auto">
              <a:xfrm>
                <a:off x="2473325"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3" name="Rectangle 28"/>
              <p:cNvSpPr>
                <a:spLocks noChangeArrowheads="1"/>
              </p:cNvSpPr>
              <p:nvPr/>
            </p:nvSpPr>
            <p:spPr bwMode="auto">
              <a:xfrm>
                <a:off x="2516188"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4" name="Freeform 29"/>
              <p:cNvSpPr>
                <a:spLocks noEditPoints="1"/>
              </p:cNvSpPr>
              <p:nvPr/>
            </p:nvSpPr>
            <p:spPr bwMode="auto">
              <a:xfrm>
                <a:off x="2339975" y="3217863"/>
                <a:ext cx="249238" cy="223838"/>
              </a:xfrm>
              <a:custGeom>
                <a:avLst/>
                <a:gdLst>
                  <a:gd name="T0" fmla="*/ 157 w 157"/>
                  <a:gd name="T1" fmla="*/ 0 h 141"/>
                  <a:gd name="T2" fmla="*/ 135 w 157"/>
                  <a:gd name="T3" fmla="*/ 0 h 141"/>
                  <a:gd name="T4" fmla="*/ 135 w 157"/>
                  <a:gd name="T5" fmla="*/ 15 h 141"/>
                  <a:gd name="T6" fmla="*/ 114 w 157"/>
                  <a:gd name="T7" fmla="*/ 15 h 141"/>
                  <a:gd name="T8" fmla="*/ 114 w 157"/>
                  <a:gd name="T9" fmla="*/ 0 h 141"/>
                  <a:gd name="T10" fmla="*/ 47 w 157"/>
                  <a:gd name="T11" fmla="*/ 0 h 141"/>
                  <a:gd name="T12" fmla="*/ 47 w 157"/>
                  <a:gd name="T13" fmla="*/ 15 h 141"/>
                  <a:gd name="T14" fmla="*/ 25 w 157"/>
                  <a:gd name="T15" fmla="*/ 15 h 141"/>
                  <a:gd name="T16" fmla="*/ 25 w 157"/>
                  <a:gd name="T17" fmla="*/ 0 h 141"/>
                  <a:gd name="T18" fmla="*/ 0 w 157"/>
                  <a:gd name="T19" fmla="*/ 0 h 141"/>
                  <a:gd name="T20" fmla="*/ 0 w 157"/>
                  <a:gd name="T21" fmla="*/ 141 h 141"/>
                  <a:gd name="T22" fmla="*/ 12 w 157"/>
                  <a:gd name="T23" fmla="*/ 141 h 141"/>
                  <a:gd name="T24" fmla="*/ 146 w 157"/>
                  <a:gd name="T25" fmla="*/ 141 h 141"/>
                  <a:gd name="T26" fmla="*/ 157 w 157"/>
                  <a:gd name="T27" fmla="*/ 141 h 141"/>
                  <a:gd name="T28" fmla="*/ 157 w 157"/>
                  <a:gd name="T29" fmla="*/ 0 h 141"/>
                  <a:gd name="T30" fmla="*/ 146 w 157"/>
                  <a:gd name="T31" fmla="*/ 129 h 141"/>
                  <a:gd name="T32" fmla="*/ 12 w 157"/>
                  <a:gd name="T33" fmla="*/ 129 h 141"/>
                  <a:gd name="T34" fmla="*/ 12 w 157"/>
                  <a:gd name="T35" fmla="*/ 40 h 141"/>
                  <a:gd name="T36" fmla="*/ 146 w 157"/>
                  <a:gd name="T37" fmla="*/ 40 h 141"/>
                  <a:gd name="T38" fmla="*/ 146 w 157"/>
                  <a:gd name="T39"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141">
                    <a:moveTo>
                      <a:pt x="157" y="0"/>
                    </a:moveTo>
                    <a:lnTo>
                      <a:pt x="135" y="0"/>
                    </a:lnTo>
                    <a:lnTo>
                      <a:pt x="135" y="15"/>
                    </a:lnTo>
                    <a:lnTo>
                      <a:pt x="114" y="15"/>
                    </a:lnTo>
                    <a:lnTo>
                      <a:pt x="114" y="0"/>
                    </a:lnTo>
                    <a:lnTo>
                      <a:pt x="47" y="0"/>
                    </a:lnTo>
                    <a:lnTo>
                      <a:pt x="47" y="15"/>
                    </a:lnTo>
                    <a:lnTo>
                      <a:pt x="25" y="15"/>
                    </a:lnTo>
                    <a:lnTo>
                      <a:pt x="25" y="0"/>
                    </a:lnTo>
                    <a:lnTo>
                      <a:pt x="0" y="0"/>
                    </a:lnTo>
                    <a:lnTo>
                      <a:pt x="0" y="141"/>
                    </a:lnTo>
                    <a:lnTo>
                      <a:pt x="12" y="141"/>
                    </a:lnTo>
                    <a:lnTo>
                      <a:pt x="146" y="141"/>
                    </a:lnTo>
                    <a:lnTo>
                      <a:pt x="157" y="141"/>
                    </a:lnTo>
                    <a:lnTo>
                      <a:pt x="157" y="0"/>
                    </a:lnTo>
                    <a:close/>
                    <a:moveTo>
                      <a:pt x="146" y="129"/>
                    </a:moveTo>
                    <a:lnTo>
                      <a:pt x="12" y="129"/>
                    </a:lnTo>
                    <a:lnTo>
                      <a:pt x="12" y="40"/>
                    </a:lnTo>
                    <a:lnTo>
                      <a:pt x="146" y="40"/>
                    </a:lnTo>
                    <a:lnTo>
                      <a:pt x="14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5" name="Rectangle 30"/>
              <p:cNvSpPr>
                <a:spLocks noChangeArrowheads="1"/>
              </p:cNvSpPr>
              <p:nvPr/>
            </p:nvSpPr>
            <p:spPr bwMode="auto">
              <a:xfrm>
                <a:off x="2387600" y="3200401"/>
                <a:ext cx="206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6" name="Rectangle 31"/>
              <p:cNvSpPr>
                <a:spLocks noChangeArrowheads="1"/>
              </p:cNvSpPr>
              <p:nvPr/>
            </p:nvSpPr>
            <p:spPr bwMode="auto">
              <a:xfrm>
                <a:off x="2525713" y="3200401"/>
                <a:ext cx="23813"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grpSp>
        <p:nvGrpSpPr>
          <p:cNvPr id="8" name="Group 7"/>
          <p:cNvGrpSpPr/>
          <p:nvPr/>
        </p:nvGrpSpPr>
        <p:grpSpPr>
          <a:xfrm>
            <a:off x="8636002" y="3613167"/>
            <a:ext cx="1485463" cy="1462522"/>
            <a:chOff x="6477000" y="2709874"/>
            <a:chExt cx="1114097" cy="1096891"/>
          </a:xfrm>
        </p:grpSpPr>
        <p:sp>
          <p:nvSpPr>
            <p:cNvPr id="25" name="Freeform 5"/>
            <p:cNvSpPr/>
            <p:nvPr/>
          </p:nvSpPr>
          <p:spPr bwMode="auto">
            <a:xfrm>
              <a:off x="6477000" y="2709874"/>
              <a:ext cx="1011657" cy="688331"/>
            </a:xfrm>
            <a:custGeom>
              <a:avLst/>
              <a:gdLst>
                <a:gd name="T0" fmla="*/ 1728 w 2004"/>
                <a:gd name="T1" fmla="*/ 592 h 1362"/>
                <a:gd name="T2" fmla="*/ 1744 w 2004"/>
                <a:gd name="T3" fmla="*/ 472 h 1362"/>
                <a:gd name="T4" fmla="*/ 1271 w 2004"/>
                <a:gd name="T5" fmla="*/ 0 h 1362"/>
                <a:gd name="T6" fmla="*/ 929 w 2004"/>
                <a:gd name="T7" fmla="*/ 230 h 1362"/>
                <a:gd name="T8" fmla="*/ 579 w 2004"/>
                <a:gd name="T9" fmla="*/ 100 h 1362"/>
                <a:gd name="T10" fmla="*/ 246 w 2004"/>
                <a:gd name="T11" fmla="*/ 506 h 1362"/>
                <a:gd name="T12" fmla="*/ 258 w 2004"/>
                <a:gd name="T13" fmla="*/ 598 h 1362"/>
                <a:gd name="T14" fmla="*/ 0 w 2004"/>
                <a:gd name="T15" fmla="*/ 968 h 1362"/>
                <a:gd name="T16" fmla="*/ 394 w 2004"/>
                <a:gd name="T17" fmla="*/ 1362 h 1362"/>
                <a:gd name="T18" fmla="*/ 1609 w 2004"/>
                <a:gd name="T19" fmla="*/ 1362 h 1362"/>
                <a:gd name="T20" fmla="*/ 2004 w 2004"/>
                <a:gd name="T21" fmla="*/ 968 h 1362"/>
                <a:gd name="T22" fmla="*/ 1728 w 2004"/>
                <a:gd name="T23" fmla="*/ 592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4" h="1362">
                  <a:moveTo>
                    <a:pt x="1728" y="592"/>
                  </a:moveTo>
                  <a:cubicBezTo>
                    <a:pt x="1738" y="553"/>
                    <a:pt x="1744" y="513"/>
                    <a:pt x="1744" y="472"/>
                  </a:cubicBezTo>
                  <a:cubicBezTo>
                    <a:pt x="1744" y="211"/>
                    <a:pt x="1532" y="0"/>
                    <a:pt x="1271" y="0"/>
                  </a:cubicBezTo>
                  <a:cubicBezTo>
                    <a:pt x="969" y="0"/>
                    <a:pt x="929" y="230"/>
                    <a:pt x="929" y="230"/>
                  </a:cubicBezTo>
                  <a:cubicBezTo>
                    <a:pt x="929" y="230"/>
                    <a:pt x="802" y="73"/>
                    <a:pt x="579" y="100"/>
                  </a:cubicBezTo>
                  <a:cubicBezTo>
                    <a:pt x="377" y="140"/>
                    <a:pt x="246" y="321"/>
                    <a:pt x="246" y="506"/>
                  </a:cubicBezTo>
                  <a:cubicBezTo>
                    <a:pt x="246" y="538"/>
                    <a:pt x="250" y="568"/>
                    <a:pt x="258" y="598"/>
                  </a:cubicBezTo>
                  <a:cubicBezTo>
                    <a:pt x="108" y="653"/>
                    <a:pt x="0" y="798"/>
                    <a:pt x="0" y="968"/>
                  </a:cubicBezTo>
                  <a:cubicBezTo>
                    <a:pt x="0" y="1185"/>
                    <a:pt x="177" y="1362"/>
                    <a:pt x="394" y="1362"/>
                  </a:cubicBezTo>
                  <a:cubicBezTo>
                    <a:pt x="1609" y="1362"/>
                    <a:pt x="1609" y="1362"/>
                    <a:pt x="1609" y="1362"/>
                  </a:cubicBezTo>
                  <a:cubicBezTo>
                    <a:pt x="1827" y="1362"/>
                    <a:pt x="2004" y="1185"/>
                    <a:pt x="2004" y="968"/>
                  </a:cubicBezTo>
                  <a:cubicBezTo>
                    <a:pt x="2004" y="791"/>
                    <a:pt x="1888" y="642"/>
                    <a:pt x="1728" y="592"/>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1" name="Rectangle 30"/>
            <p:cNvSpPr/>
            <p:nvPr/>
          </p:nvSpPr>
          <p:spPr>
            <a:xfrm>
              <a:off x="6477000" y="3414350"/>
              <a:ext cx="1114097" cy="392415"/>
            </a:xfrm>
            <a:prstGeom prst="rect">
              <a:avLst/>
            </a:prstGeom>
          </p:spPr>
          <p:txBody>
            <a:bodyPr wrap="square">
              <a:spAutoFit/>
            </a:bodyPr>
            <a:lstStyle/>
            <a:p>
              <a:pPr algn="ctr"/>
              <a:r>
                <a:rPr lang="en-US" sz="14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SURROUNDING</a:t>
              </a:r>
              <a:endParaRPr lang="en-US" sz="14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57" name="Group 56"/>
            <p:cNvGrpSpPr/>
            <p:nvPr/>
          </p:nvGrpSpPr>
          <p:grpSpPr>
            <a:xfrm>
              <a:off x="6807475" y="2931209"/>
              <a:ext cx="323034" cy="339923"/>
              <a:chOff x="1641475" y="2428876"/>
              <a:chExt cx="242888" cy="255587"/>
            </a:xfrm>
            <a:solidFill>
              <a:schemeClr val="bg1"/>
            </a:solidFill>
          </p:grpSpPr>
          <p:sp>
            <p:nvSpPr>
              <p:cNvPr id="58"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9"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60"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61"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62"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grpSp>
        <p:nvGrpSpPr>
          <p:cNvPr id="9" name="Group 8"/>
          <p:cNvGrpSpPr/>
          <p:nvPr/>
        </p:nvGrpSpPr>
        <p:grpSpPr>
          <a:xfrm>
            <a:off x="4550814" y="2445673"/>
            <a:ext cx="3031728" cy="3050755"/>
            <a:chOff x="4550814" y="2445673"/>
            <a:chExt cx="3031728" cy="3050755"/>
          </a:xfrm>
        </p:grpSpPr>
        <p:sp>
          <p:nvSpPr>
            <p:cNvPr id="5" name="Oval 4"/>
            <p:cNvSpPr/>
            <p:nvPr/>
          </p:nvSpPr>
          <p:spPr>
            <a:xfrm>
              <a:off x="4550814" y="2445673"/>
              <a:ext cx="3031728" cy="3050755"/>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6" name="Rectangle 5"/>
            <p:cNvSpPr/>
            <p:nvPr/>
          </p:nvSpPr>
          <p:spPr>
            <a:xfrm>
              <a:off x="4947703" y="3905714"/>
              <a:ext cx="2237950" cy="1015663"/>
            </a:xfrm>
            <a:prstGeom prst="rect">
              <a:avLst/>
            </a:prstGeom>
          </p:spPr>
          <p:txBody>
            <a:bodyPr wrap="square">
              <a:spAutoFit/>
            </a:bodyPr>
            <a:lstStyle/>
            <a:p>
              <a:pPr algn="ctr">
                <a:lnSpc>
                  <a:spcPct val="150000"/>
                </a:lnSpc>
              </a:pPr>
              <a:r>
                <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Leveling</a:t>
              </a:r>
              <a:endParaRPr lang="en-US" sz="14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63" name="Group 62"/>
            <p:cNvGrpSpPr/>
            <p:nvPr/>
          </p:nvGrpSpPr>
          <p:grpSpPr>
            <a:xfrm>
              <a:off x="5596885" y="3196553"/>
              <a:ext cx="939587" cy="693767"/>
              <a:chOff x="2057400" y="3700463"/>
              <a:chExt cx="273050" cy="201613"/>
            </a:xfrm>
            <a:solidFill>
              <a:schemeClr val="bg1"/>
            </a:solidFill>
          </p:grpSpPr>
          <p:sp>
            <p:nvSpPr>
              <p:cNvPr id="64" name="Freeform 66"/>
              <p:cNvSpPr>
                <a:spLocks noEditPoints="1"/>
              </p:cNvSpPr>
              <p:nvPr/>
            </p:nvSpPr>
            <p:spPr bwMode="auto">
              <a:xfrm>
                <a:off x="2063750" y="3700463"/>
                <a:ext cx="260350" cy="158750"/>
              </a:xfrm>
              <a:custGeom>
                <a:avLst/>
                <a:gdLst>
                  <a:gd name="T0" fmla="*/ 164 w 164"/>
                  <a:gd name="T1" fmla="*/ 0 h 100"/>
                  <a:gd name="T2" fmla="*/ 0 w 164"/>
                  <a:gd name="T3" fmla="*/ 0 h 100"/>
                  <a:gd name="T4" fmla="*/ 0 w 164"/>
                  <a:gd name="T5" fmla="*/ 100 h 100"/>
                  <a:gd name="T6" fmla="*/ 164 w 164"/>
                  <a:gd name="T7" fmla="*/ 100 h 100"/>
                  <a:gd name="T8" fmla="*/ 164 w 164"/>
                  <a:gd name="T9" fmla="*/ 0 h 100"/>
                  <a:gd name="T10" fmla="*/ 157 w 164"/>
                  <a:gd name="T11" fmla="*/ 92 h 100"/>
                  <a:gd name="T12" fmla="*/ 8 w 164"/>
                  <a:gd name="T13" fmla="*/ 92 h 100"/>
                  <a:gd name="T14" fmla="*/ 8 w 164"/>
                  <a:gd name="T15" fmla="*/ 7 h 100"/>
                  <a:gd name="T16" fmla="*/ 157 w 164"/>
                  <a:gd name="T17" fmla="*/ 7 h 100"/>
                  <a:gd name="T18" fmla="*/ 157 w 164"/>
                  <a:gd name="T19" fmla="*/ 9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00">
                    <a:moveTo>
                      <a:pt x="164" y="0"/>
                    </a:moveTo>
                    <a:lnTo>
                      <a:pt x="0" y="0"/>
                    </a:lnTo>
                    <a:lnTo>
                      <a:pt x="0" y="100"/>
                    </a:lnTo>
                    <a:lnTo>
                      <a:pt x="164" y="100"/>
                    </a:lnTo>
                    <a:lnTo>
                      <a:pt x="164" y="0"/>
                    </a:lnTo>
                    <a:close/>
                    <a:moveTo>
                      <a:pt x="157" y="92"/>
                    </a:moveTo>
                    <a:lnTo>
                      <a:pt x="8" y="92"/>
                    </a:lnTo>
                    <a:lnTo>
                      <a:pt x="8" y="7"/>
                    </a:lnTo>
                    <a:lnTo>
                      <a:pt x="157" y="7"/>
                    </a:lnTo>
                    <a:lnTo>
                      <a:pt x="157"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67"/>
              <p:cNvSpPr/>
              <p:nvPr/>
            </p:nvSpPr>
            <p:spPr bwMode="auto">
              <a:xfrm>
                <a:off x="2057400" y="3867151"/>
                <a:ext cx="273050" cy="34925"/>
              </a:xfrm>
              <a:custGeom>
                <a:avLst/>
                <a:gdLst>
                  <a:gd name="T0" fmla="*/ 172 w 172"/>
                  <a:gd name="T1" fmla="*/ 13 h 22"/>
                  <a:gd name="T2" fmla="*/ 168 w 172"/>
                  <a:gd name="T3" fmla="*/ 0 h 22"/>
                  <a:gd name="T4" fmla="*/ 3 w 172"/>
                  <a:gd name="T5" fmla="*/ 0 h 22"/>
                  <a:gd name="T6" fmla="*/ 0 w 172"/>
                  <a:gd name="T7" fmla="*/ 13 h 22"/>
                  <a:gd name="T8" fmla="*/ 0 w 172"/>
                  <a:gd name="T9" fmla="*/ 13 h 22"/>
                  <a:gd name="T10" fmla="*/ 0 w 172"/>
                  <a:gd name="T11" fmla="*/ 22 h 22"/>
                  <a:gd name="T12" fmla="*/ 172 w 172"/>
                  <a:gd name="T13" fmla="*/ 22 h 22"/>
                  <a:gd name="T14" fmla="*/ 172 w 172"/>
                  <a:gd name="T15" fmla="*/ 13 h 22"/>
                  <a:gd name="T16" fmla="*/ 172 w 172"/>
                  <a:gd name="T17"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2">
                    <a:moveTo>
                      <a:pt x="172" y="13"/>
                    </a:moveTo>
                    <a:lnTo>
                      <a:pt x="168" y="0"/>
                    </a:lnTo>
                    <a:lnTo>
                      <a:pt x="3" y="0"/>
                    </a:lnTo>
                    <a:lnTo>
                      <a:pt x="0" y="13"/>
                    </a:lnTo>
                    <a:lnTo>
                      <a:pt x="0" y="13"/>
                    </a:lnTo>
                    <a:lnTo>
                      <a:pt x="0" y="22"/>
                    </a:lnTo>
                    <a:lnTo>
                      <a:pt x="172" y="22"/>
                    </a:lnTo>
                    <a:lnTo>
                      <a:pt x="172" y="13"/>
                    </a:lnTo>
                    <a:lnTo>
                      <a:pt x="17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66"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67" name="Group 66"/>
          <p:cNvGrpSpPr/>
          <p:nvPr/>
        </p:nvGrpSpPr>
        <p:grpSpPr>
          <a:xfrm>
            <a:off x="745927" y="5735914"/>
            <a:ext cx="10661949" cy="140901"/>
            <a:chOff x="745927" y="5494178"/>
            <a:chExt cx="10661949" cy="140901"/>
          </a:xfrm>
        </p:grpSpPr>
        <p:cxnSp>
          <p:nvCxnSpPr>
            <p:cNvPr id="68" name="Straight Connector 67"/>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69" name="Group 68"/>
            <p:cNvGrpSpPr/>
            <p:nvPr/>
          </p:nvGrpSpPr>
          <p:grpSpPr>
            <a:xfrm>
              <a:off x="4430272" y="5494178"/>
              <a:ext cx="3293258" cy="140901"/>
              <a:chOff x="3978245" y="5494178"/>
              <a:chExt cx="3293258" cy="140901"/>
            </a:xfrm>
          </p:grpSpPr>
          <p:sp>
            <p:nvSpPr>
              <p:cNvPr id="70" name="Rectangle 69"/>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1" name="Rectangle 70"/>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2" name="Rectangle 71"/>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3" name="Rectangle 72"/>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34093759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223592"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Product Recycle</a:t>
            </a:r>
          </a:p>
        </p:txBody>
      </p:sp>
      <p:sp>
        <p:nvSpPr>
          <p:cNvPr id="5" name="Oval 4"/>
          <p:cNvSpPr/>
          <p:nvPr/>
        </p:nvSpPr>
        <p:spPr>
          <a:xfrm>
            <a:off x="4272131" y="2047090"/>
            <a:ext cx="3749793" cy="3773326"/>
          </a:xfrm>
          <a:prstGeom prst="ellipse">
            <a:avLst/>
          </a:prstGeom>
          <a:noFill/>
          <a:ln w="38100" cmpd="dbl">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10" name="Group 9"/>
          <p:cNvGrpSpPr/>
          <p:nvPr/>
        </p:nvGrpSpPr>
        <p:grpSpPr>
          <a:xfrm>
            <a:off x="7486580" y="2566005"/>
            <a:ext cx="998411" cy="1004677"/>
            <a:chOff x="7213600" y="2003773"/>
            <a:chExt cx="998411" cy="1004677"/>
          </a:xfrm>
        </p:grpSpPr>
        <p:sp>
          <p:nvSpPr>
            <p:cNvPr id="38" name="Oval 37"/>
            <p:cNvSpPr/>
            <p:nvPr/>
          </p:nvSpPr>
          <p:spPr>
            <a:xfrm>
              <a:off x="7213600" y="2003773"/>
              <a:ext cx="998411" cy="1004677"/>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47"/>
            <p:cNvSpPr>
              <a:spLocks noEditPoints="1"/>
            </p:cNvSpPr>
            <p:nvPr/>
          </p:nvSpPr>
          <p:spPr bwMode="auto">
            <a:xfrm>
              <a:off x="7457965" y="2289146"/>
              <a:ext cx="460548" cy="452398"/>
            </a:xfrm>
            <a:custGeom>
              <a:avLst/>
              <a:gdLst>
                <a:gd name="T0" fmla="*/ 82 w 95"/>
                <a:gd name="T1" fmla="*/ 57 h 93"/>
                <a:gd name="T2" fmla="*/ 95 w 95"/>
                <a:gd name="T3" fmla="*/ 51 h 93"/>
                <a:gd name="T4" fmla="*/ 95 w 95"/>
                <a:gd name="T5" fmla="*/ 41 h 93"/>
                <a:gd name="T6" fmla="*/ 82 w 95"/>
                <a:gd name="T7" fmla="*/ 35 h 93"/>
                <a:gd name="T8" fmla="*/ 80 w 95"/>
                <a:gd name="T9" fmla="*/ 30 h 93"/>
                <a:gd name="T10" fmla="*/ 85 w 95"/>
                <a:gd name="T11" fmla="*/ 17 h 93"/>
                <a:gd name="T12" fmla="*/ 77 w 95"/>
                <a:gd name="T13" fmla="*/ 9 h 93"/>
                <a:gd name="T14" fmla="*/ 64 w 95"/>
                <a:gd name="T15" fmla="*/ 15 h 93"/>
                <a:gd name="T16" fmla="*/ 58 w 95"/>
                <a:gd name="T17" fmla="*/ 12 h 93"/>
                <a:gd name="T18" fmla="*/ 53 w 95"/>
                <a:gd name="T19" fmla="*/ 0 h 93"/>
                <a:gd name="T20" fmla="*/ 42 w 95"/>
                <a:gd name="T21" fmla="*/ 0 h 93"/>
                <a:gd name="T22" fmla="*/ 37 w 95"/>
                <a:gd name="T23" fmla="*/ 12 h 93"/>
                <a:gd name="T24" fmla="*/ 31 w 95"/>
                <a:gd name="T25" fmla="*/ 15 h 93"/>
                <a:gd name="T26" fmla="*/ 18 w 95"/>
                <a:gd name="T27" fmla="*/ 10 h 93"/>
                <a:gd name="T28" fmla="*/ 10 w 95"/>
                <a:gd name="T29" fmla="*/ 17 h 93"/>
                <a:gd name="T30" fmla="*/ 15 w 95"/>
                <a:gd name="T31" fmla="*/ 30 h 93"/>
                <a:gd name="T32" fmla="*/ 13 w 95"/>
                <a:gd name="T33" fmla="*/ 36 h 93"/>
                <a:gd name="T34" fmla="*/ 0 w 95"/>
                <a:gd name="T35" fmla="*/ 41 h 93"/>
                <a:gd name="T36" fmla="*/ 0 w 95"/>
                <a:gd name="T37" fmla="*/ 51 h 93"/>
                <a:gd name="T38" fmla="*/ 13 w 95"/>
                <a:gd name="T39" fmla="*/ 57 h 93"/>
                <a:gd name="T40" fmla="*/ 16 w 95"/>
                <a:gd name="T41" fmla="*/ 62 h 93"/>
                <a:gd name="T42" fmla="*/ 10 w 95"/>
                <a:gd name="T43" fmla="*/ 76 h 93"/>
                <a:gd name="T44" fmla="*/ 18 w 95"/>
                <a:gd name="T45" fmla="*/ 83 h 93"/>
                <a:gd name="T46" fmla="*/ 31 w 95"/>
                <a:gd name="T47" fmla="*/ 77 h 93"/>
                <a:gd name="T48" fmla="*/ 37 w 95"/>
                <a:gd name="T49" fmla="*/ 80 h 93"/>
                <a:gd name="T50" fmla="*/ 43 w 95"/>
                <a:gd name="T51" fmla="*/ 93 h 93"/>
                <a:gd name="T52" fmla="*/ 53 w 95"/>
                <a:gd name="T53" fmla="*/ 93 h 93"/>
                <a:gd name="T54" fmla="*/ 58 w 95"/>
                <a:gd name="T55" fmla="*/ 80 h 93"/>
                <a:gd name="T56" fmla="*/ 64 w 95"/>
                <a:gd name="T57" fmla="*/ 77 h 93"/>
                <a:gd name="T58" fmla="*/ 78 w 95"/>
                <a:gd name="T59" fmla="*/ 82 h 93"/>
                <a:gd name="T60" fmla="*/ 85 w 95"/>
                <a:gd name="T61" fmla="*/ 75 h 93"/>
                <a:gd name="T62" fmla="*/ 80 w 95"/>
                <a:gd name="T63" fmla="*/ 62 h 93"/>
                <a:gd name="T64" fmla="*/ 82 w 95"/>
                <a:gd name="T65" fmla="*/ 57 h 93"/>
                <a:gd name="T66" fmla="*/ 48 w 95"/>
                <a:gd name="T67" fmla="*/ 61 h 93"/>
                <a:gd name="T68" fmla="*/ 32 w 95"/>
                <a:gd name="T69" fmla="*/ 46 h 93"/>
                <a:gd name="T70" fmla="*/ 48 w 95"/>
                <a:gd name="T71" fmla="*/ 31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5"/>
                    <a:pt x="82" y="35"/>
                  </a:cubicBezTo>
                  <a:cubicBezTo>
                    <a:pt x="80" y="30"/>
                    <a:pt x="80" y="30"/>
                    <a:pt x="80" y="30"/>
                  </a:cubicBezTo>
                  <a:cubicBezTo>
                    <a:pt x="80" y="30"/>
                    <a:pt x="85" y="17"/>
                    <a:pt x="85" y="17"/>
                  </a:cubicBezTo>
                  <a:cubicBezTo>
                    <a:pt x="77" y="9"/>
                    <a:pt x="77" y="9"/>
                    <a:pt x="77" y="9"/>
                  </a:cubicBezTo>
                  <a:cubicBezTo>
                    <a:pt x="77" y="9"/>
                    <a:pt x="64" y="15"/>
                    <a:pt x="64" y="15"/>
                  </a:cubicBezTo>
                  <a:cubicBezTo>
                    <a:pt x="58" y="12"/>
                    <a:pt x="58" y="12"/>
                    <a:pt x="58" y="12"/>
                  </a:cubicBezTo>
                  <a:cubicBezTo>
                    <a:pt x="58" y="12"/>
                    <a:pt x="53" y="0"/>
                    <a:pt x="53" y="0"/>
                  </a:cubicBezTo>
                  <a:cubicBezTo>
                    <a:pt x="42" y="0"/>
                    <a:pt x="42" y="0"/>
                    <a:pt x="42" y="0"/>
                  </a:cubicBezTo>
                  <a:cubicBezTo>
                    <a:pt x="41" y="0"/>
                    <a:pt x="37" y="12"/>
                    <a:pt x="37" y="12"/>
                  </a:cubicBezTo>
                  <a:cubicBezTo>
                    <a:pt x="31" y="15"/>
                    <a:pt x="31" y="15"/>
                    <a:pt x="31" y="15"/>
                  </a:cubicBezTo>
                  <a:cubicBezTo>
                    <a:pt x="31" y="15"/>
                    <a:pt x="18" y="9"/>
                    <a:pt x="18" y="10"/>
                  </a:cubicBezTo>
                  <a:cubicBezTo>
                    <a:pt x="10" y="17"/>
                    <a:pt x="10" y="17"/>
                    <a:pt x="10" y="17"/>
                  </a:cubicBezTo>
                  <a:cubicBezTo>
                    <a:pt x="10" y="18"/>
                    <a:pt x="15" y="30"/>
                    <a:pt x="15" y="30"/>
                  </a:cubicBezTo>
                  <a:cubicBezTo>
                    <a:pt x="13" y="36"/>
                    <a:pt x="13" y="36"/>
                    <a:pt x="13" y="36"/>
                  </a:cubicBezTo>
                  <a:cubicBezTo>
                    <a:pt x="13" y="36"/>
                    <a:pt x="0" y="41"/>
                    <a:pt x="0" y="41"/>
                  </a:cubicBezTo>
                  <a:cubicBezTo>
                    <a:pt x="0" y="51"/>
                    <a:pt x="0" y="51"/>
                    <a:pt x="0" y="51"/>
                  </a:cubicBezTo>
                  <a:cubicBezTo>
                    <a:pt x="0" y="52"/>
                    <a:pt x="13" y="57"/>
                    <a:pt x="13" y="57"/>
                  </a:cubicBezTo>
                  <a:cubicBezTo>
                    <a:pt x="16" y="62"/>
                    <a:pt x="16" y="62"/>
                    <a:pt x="16" y="62"/>
                  </a:cubicBezTo>
                  <a:cubicBezTo>
                    <a:pt x="16" y="62"/>
                    <a:pt x="10" y="75"/>
                    <a:pt x="10" y="76"/>
                  </a:cubicBezTo>
                  <a:cubicBezTo>
                    <a:pt x="18" y="83"/>
                    <a:pt x="18" y="83"/>
                    <a:pt x="18" y="83"/>
                  </a:cubicBezTo>
                  <a:cubicBezTo>
                    <a:pt x="18" y="83"/>
                    <a:pt x="31" y="77"/>
                    <a:pt x="31" y="77"/>
                  </a:cubicBezTo>
                  <a:cubicBezTo>
                    <a:pt x="37" y="80"/>
                    <a:pt x="37" y="80"/>
                    <a:pt x="37" y="80"/>
                  </a:cubicBezTo>
                  <a:cubicBezTo>
                    <a:pt x="37" y="80"/>
                    <a:pt x="42" y="93"/>
                    <a:pt x="43" y="93"/>
                  </a:cubicBezTo>
                  <a:cubicBezTo>
                    <a:pt x="53" y="93"/>
                    <a:pt x="53" y="93"/>
                    <a:pt x="53" y="93"/>
                  </a:cubicBezTo>
                  <a:cubicBezTo>
                    <a:pt x="54" y="93"/>
                    <a:pt x="58" y="80"/>
                    <a:pt x="58" y="80"/>
                  </a:cubicBezTo>
                  <a:cubicBezTo>
                    <a:pt x="64" y="77"/>
                    <a:pt x="64" y="77"/>
                    <a:pt x="64" y="77"/>
                  </a:cubicBezTo>
                  <a:cubicBezTo>
                    <a:pt x="64" y="77"/>
                    <a:pt x="77" y="83"/>
                    <a:pt x="78" y="82"/>
                  </a:cubicBezTo>
                  <a:cubicBezTo>
                    <a:pt x="85" y="75"/>
                    <a:pt x="85" y="75"/>
                    <a:pt x="85" y="75"/>
                  </a:cubicBezTo>
                  <a:cubicBezTo>
                    <a:pt x="85" y="75"/>
                    <a:pt x="80" y="62"/>
                    <a:pt x="80" y="62"/>
                  </a:cubicBezTo>
                  <a:lnTo>
                    <a:pt x="82" y="57"/>
                  </a:lnTo>
                  <a:close/>
                  <a:moveTo>
                    <a:pt x="48" y="61"/>
                  </a:moveTo>
                  <a:cubicBezTo>
                    <a:pt x="39" y="61"/>
                    <a:pt x="32" y="54"/>
                    <a:pt x="32" y="46"/>
                  </a:cubicBezTo>
                  <a:cubicBezTo>
                    <a:pt x="32" y="38"/>
                    <a:pt x="39" y="31"/>
                    <a:pt x="48" y="31"/>
                  </a:cubicBezTo>
                  <a:cubicBezTo>
                    <a:pt x="56" y="31"/>
                    <a:pt x="63" y="38"/>
                    <a:pt x="63" y="46"/>
                  </a:cubicBezTo>
                  <a:cubicBezTo>
                    <a:pt x="63" y="54"/>
                    <a:pt x="56" y="61"/>
                    <a:pt x="48" y="6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1" name="Group 10"/>
          <p:cNvGrpSpPr/>
          <p:nvPr/>
        </p:nvGrpSpPr>
        <p:grpSpPr>
          <a:xfrm>
            <a:off x="3806008" y="4255315"/>
            <a:ext cx="998411" cy="1004677"/>
            <a:chOff x="4137015" y="4108325"/>
            <a:chExt cx="998411" cy="1004677"/>
          </a:xfrm>
        </p:grpSpPr>
        <p:sp>
          <p:nvSpPr>
            <p:cNvPr id="37" name="Oval 36"/>
            <p:cNvSpPr/>
            <p:nvPr/>
          </p:nvSpPr>
          <p:spPr>
            <a:xfrm>
              <a:off x="4137015" y="4108325"/>
              <a:ext cx="998411" cy="1004677"/>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32"/>
            <p:cNvSpPr/>
            <p:nvPr/>
          </p:nvSpPr>
          <p:spPr bwMode="auto">
            <a:xfrm>
              <a:off x="4370375" y="4406743"/>
              <a:ext cx="482558" cy="426307"/>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 name="Group 8"/>
          <p:cNvGrpSpPr/>
          <p:nvPr/>
        </p:nvGrpSpPr>
        <p:grpSpPr>
          <a:xfrm>
            <a:off x="7522718" y="4255315"/>
            <a:ext cx="998411" cy="1004677"/>
            <a:chOff x="7213600" y="4108325"/>
            <a:chExt cx="998411" cy="1004677"/>
          </a:xfrm>
        </p:grpSpPr>
        <p:sp>
          <p:nvSpPr>
            <p:cNvPr id="39" name="Oval 38"/>
            <p:cNvSpPr/>
            <p:nvPr/>
          </p:nvSpPr>
          <p:spPr>
            <a:xfrm>
              <a:off x="7213600" y="4108325"/>
              <a:ext cx="998411" cy="1004677"/>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50" name="Group 49"/>
            <p:cNvGrpSpPr/>
            <p:nvPr/>
          </p:nvGrpSpPr>
          <p:grpSpPr>
            <a:xfrm>
              <a:off x="7499420" y="4419223"/>
              <a:ext cx="403918" cy="401345"/>
              <a:chOff x="744538" y="3198813"/>
              <a:chExt cx="249237" cy="247650"/>
            </a:xfrm>
            <a:solidFill>
              <a:schemeClr val="bg1"/>
            </a:solidFill>
          </p:grpSpPr>
          <p:sp>
            <p:nvSpPr>
              <p:cNvPr id="51" name="Freeform 8"/>
              <p:cNvSpPr/>
              <p:nvPr/>
            </p:nvSpPr>
            <p:spPr bwMode="auto">
              <a:xfrm>
                <a:off x="744538" y="3379788"/>
                <a:ext cx="66675" cy="66675"/>
              </a:xfrm>
              <a:custGeom>
                <a:avLst/>
                <a:gdLst>
                  <a:gd name="T0" fmla="*/ 19 w 42"/>
                  <a:gd name="T1" fmla="*/ 1 h 42"/>
                  <a:gd name="T2" fmla="*/ 0 w 42"/>
                  <a:gd name="T3" fmla="*/ 42 h 42"/>
                  <a:gd name="T4" fmla="*/ 42 w 42"/>
                  <a:gd name="T5" fmla="*/ 24 h 42"/>
                  <a:gd name="T6" fmla="*/ 42 w 42"/>
                  <a:gd name="T7" fmla="*/ 24 h 42"/>
                  <a:gd name="T8" fmla="*/ 19 w 42"/>
                  <a:gd name="T9" fmla="*/ 0 h 42"/>
                  <a:gd name="T10" fmla="*/ 19 w 42"/>
                  <a:gd name="T11" fmla="*/ 1 h 42"/>
                </a:gdLst>
                <a:ahLst/>
                <a:cxnLst>
                  <a:cxn ang="0">
                    <a:pos x="T0" y="T1"/>
                  </a:cxn>
                  <a:cxn ang="0">
                    <a:pos x="T2" y="T3"/>
                  </a:cxn>
                  <a:cxn ang="0">
                    <a:pos x="T4" y="T5"/>
                  </a:cxn>
                  <a:cxn ang="0">
                    <a:pos x="T6" y="T7"/>
                  </a:cxn>
                  <a:cxn ang="0">
                    <a:pos x="T8" y="T9"/>
                  </a:cxn>
                  <a:cxn ang="0">
                    <a:pos x="T10" y="T11"/>
                  </a:cxn>
                </a:cxnLst>
                <a:rect l="0" t="0" r="r" b="b"/>
                <a:pathLst>
                  <a:path w="42" h="42">
                    <a:moveTo>
                      <a:pt x="19" y="1"/>
                    </a:moveTo>
                    <a:lnTo>
                      <a:pt x="0" y="42"/>
                    </a:lnTo>
                    <a:lnTo>
                      <a:pt x="42" y="24"/>
                    </a:lnTo>
                    <a:lnTo>
                      <a:pt x="42" y="24"/>
                    </a:lnTo>
                    <a:lnTo>
                      <a:pt x="19" y="0"/>
                    </a:lnTo>
                    <a:lnTo>
                      <a:pt x="19"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9"/>
              <p:cNvSpPr/>
              <p:nvPr/>
            </p:nvSpPr>
            <p:spPr bwMode="auto">
              <a:xfrm>
                <a:off x="782638" y="3219451"/>
                <a:ext cx="165100" cy="168275"/>
              </a:xfrm>
              <a:custGeom>
                <a:avLst/>
                <a:gdLst>
                  <a:gd name="T0" fmla="*/ 94 w 104"/>
                  <a:gd name="T1" fmla="*/ 0 h 106"/>
                  <a:gd name="T2" fmla="*/ 0 w 104"/>
                  <a:gd name="T3" fmla="*/ 96 h 106"/>
                  <a:gd name="T4" fmla="*/ 9 w 104"/>
                  <a:gd name="T5" fmla="*/ 106 h 106"/>
                  <a:gd name="T6" fmla="*/ 104 w 104"/>
                  <a:gd name="T7" fmla="*/ 10 h 106"/>
                  <a:gd name="T8" fmla="*/ 94 w 104"/>
                  <a:gd name="T9" fmla="*/ 0 h 106"/>
                </a:gdLst>
                <a:ahLst/>
                <a:cxnLst>
                  <a:cxn ang="0">
                    <a:pos x="T0" y="T1"/>
                  </a:cxn>
                  <a:cxn ang="0">
                    <a:pos x="T2" y="T3"/>
                  </a:cxn>
                  <a:cxn ang="0">
                    <a:pos x="T4" y="T5"/>
                  </a:cxn>
                  <a:cxn ang="0">
                    <a:pos x="T6" y="T7"/>
                  </a:cxn>
                  <a:cxn ang="0">
                    <a:pos x="T8" y="T9"/>
                  </a:cxn>
                </a:cxnLst>
                <a:rect l="0" t="0" r="r" b="b"/>
                <a:pathLst>
                  <a:path w="104" h="105">
                    <a:moveTo>
                      <a:pt x="94" y="0"/>
                    </a:moveTo>
                    <a:lnTo>
                      <a:pt x="0" y="96"/>
                    </a:lnTo>
                    <a:lnTo>
                      <a:pt x="9" y="106"/>
                    </a:lnTo>
                    <a:lnTo>
                      <a:pt x="104" y="10"/>
                    </a:lnTo>
                    <a:lnTo>
                      <a:pt x="9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10"/>
              <p:cNvSpPr/>
              <p:nvPr/>
            </p:nvSpPr>
            <p:spPr bwMode="auto">
              <a:xfrm>
                <a:off x="804863" y="3244851"/>
                <a:ext cx="165100" cy="165100"/>
              </a:xfrm>
              <a:custGeom>
                <a:avLst/>
                <a:gdLst>
                  <a:gd name="T0" fmla="*/ 95 w 104"/>
                  <a:gd name="T1" fmla="*/ 0 h 104"/>
                  <a:gd name="T2" fmla="*/ 0 w 104"/>
                  <a:gd name="T3" fmla="*/ 94 h 104"/>
                  <a:gd name="T4" fmla="*/ 10 w 104"/>
                  <a:gd name="T5" fmla="*/ 104 h 104"/>
                  <a:gd name="T6" fmla="*/ 104 w 104"/>
                  <a:gd name="T7" fmla="*/ 9 h 104"/>
                  <a:gd name="T8" fmla="*/ 95 w 104"/>
                  <a:gd name="T9" fmla="*/ 0 h 104"/>
                </a:gdLst>
                <a:ahLst/>
                <a:cxnLst>
                  <a:cxn ang="0">
                    <a:pos x="T0" y="T1"/>
                  </a:cxn>
                  <a:cxn ang="0">
                    <a:pos x="T2" y="T3"/>
                  </a:cxn>
                  <a:cxn ang="0">
                    <a:pos x="T4" y="T5"/>
                  </a:cxn>
                  <a:cxn ang="0">
                    <a:pos x="T6" y="T7"/>
                  </a:cxn>
                  <a:cxn ang="0">
                    <a:pos x="T8" y="T9"/>
                  </a:cxn>
                </a:cxnLst>
                <a:rect l="0" t="0" r="r" b="b"/>
                <a:pathLst>
                  <a:path w="104" h="104">
                    <a:moveTo>
                      <a:pt x="95" y="0"/>
                    </a:moveTo>
                    <a:lnTo>
                      <a:pt x="0" y="94"/>
                    </a:lnTo>
                    <a:lnTo>
                      <a:pt x="10" y="104"/>
                    </a:lnTo>
                    <a:lnTo>
                      <a:pt x="104" y="9"/>
                    </a:lnTo>
                    <a:lnTo>
                      <a:pt x="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11"/>
              <p:cNvSpPr/>
              <p:nvPr/>
            </p:nvSpPr>
            <p:spPr bwMode="auto">
              <a:xfrm>
                <a:off x="942975" y="3198813"/>
                <a:ext cx="50800" cy="4921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2" name="Group 11"/>
          <p:cNvGrpSpPr/>
          <p:nvPr/>
        </p:nvGrpSpPr>
        <p:grpSpPr>
          <a:xfrm>
            <a:off x="3789968" y="2566005"/>
            <a:ext cx="998411" cy="1004677"/>
            <a:chOff x="4137015" y="2003773"/>
            <a:chExt cx="998411" cy="1004677"/>
          </a:xfrm>
        </p:grpSpPr>
        <p:sp>
          <p:nvSpPr>
            <p:cNvPr id="36" name="Oval 35"/>
            <p:cNvSpPr/>
            <p:nvPr/>
          </p:nvSpPr>
          <p:spPr>
            <a:xfrm>
              <a:off x="4137015" y="2003773"/>
              <a:ext cx="998411" cy="1004677"/>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55" name="Group 54"/>
            <p:cNvGrpSpPr/>
            <p:nvPr/>
          </p:nvGrpSpPr>
          <p:grpSpPr>
            <a:xfrm>
              <a:off x="4460365" y="2317506"/>
              <a:ext cx="302577" cy="395677"/>
              <a:chOff x="812800" y="2401888"/>
              <a:chExt cx="206375" cy="269875"/>
            </a:xfrm>
            <a:solidFill>
              <a:schemeClr val="bg1"/>
            </a:solidFill>
          </p:grpSpPr>
          <p:sp>
            <p:nvSpPr>
              <p:cNvPr id="56"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64"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65" name="Rectangle 64"/>
          <p:cNvSpPr/>
          <p:nvPr/>
        </p:nvSpPr>
        <p:spPr>
          <a:xfrm>
            <a:off x="942128" y="2560512"/>
            <a:ext cx="271517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Security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66" name="Rectangle 65"/>
          <p:cNvSpPr/>
          <p:nvPr/>
        </p:nvSpPr>
        <p:spPr>
          <a:xfrm>
            <a:off x="934248" y="4249822"/>
            <a:ext cx="271517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Chat System</a:t>
            </a:r>
            <a:endParaRPr lang="en-US" sz="14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67" name="Rectangle 66"/>
          <p:cNvSpPr/>
          <p:nvPr/>
        </p:nvSpPr>
        <p:spPr>
          <a:xfrm>
            <a:off x="8601076" y="2560512"/>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Setting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68" name="Rectangle 67"/>
          <p:cNvSpPr/>
          <p:nvPr/>
        </p:nvSpPr>
        <p:spPr>
          <a:xfrm>
            <a:off x="8593196" y="4249822"/>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Document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2" name="Group 1"/>
          <p:cNvGrpSpPr/>
          <p:nvPr/>
        </p:nvGrpSpPr>
        <p:grpSpPr>
          <a:xfrm>
            <a:off x="5001671" y="1688295"/>
            <a:ext cx="2290715" cy="4840060"/>
            <a:chOff x="5001671" y="1688295"/>
            <a:chExt cx="2290715" cy="4840060"/>
          </a:xfrm>
        </p:grpSpPr>
        <p:grpSp>
          <p:nvGrpSpPr>
            <p:cNvPr id="18" name="Group 17"/>
            <p:cNvGrpSpPr/>
            <p:nvPr/>
          </p:nvGrpSpPr>
          <p:grpSpPr>
            <a:xfrm>
              <a:off x="5001671" y="1688295"/>
              <a:ext cx="2290715" cy="4840060"/>
              <a:chOff x="4139969" y="2800350"/>
              <a:chExt cx="917575" cy="1938747"/>
            </a:xfrm>
          </p:grpSpPr>
          <p:sp>
            <p:nvSpPr>
              <p:cNvPr id="16" name="Freeform 28"/>
              <p:cNvSpPr>
                <a:spLocks noEditPoints="1"/>
              </p:cNvSpPr>
              <p:nvPr/>
            </p:nvSpPr>
            <p:spPr bwMode="auto">
              <a:xfrm>
                <a:off x="4139969" y="2800350"/>
                <a:ext cx="917575" cy="1938747"/>
              </a:xfrm>
              <a:custGeom>
                <a:avLst/>
                <a:gdLst>
                  <a:gd name="T0" fmla="*/ 214 w 214"/>
                  <a:gd name="T1" fmla="*/ 30 h 453"/>
                  <a:gd name="T2" fmla="*/ 184 w 214"/>
                  <a:gd name="T3" fmla="*/ 0 h 453"/>
                  <a:gd name="T4" fmla="*/ 31 w 214"/>
                  <a:gd name="T5" fmla="*/ 0 h 453"/>
                  <a:gd name="T6" fmla="*/ 0 w 214"/>
                  <a:gd name="T7" fmla="*/ 30 h 453"/>
                  <a:gd name="T8" fmla="*/ 0 w 214"/>
                  <a:gd name="T9" fmla="*/ 423 h 453"/>
                  <a:gd name="T10" fmla="*/ 31 w 214"/>
                  <a:gd name="T11" fmla="*/ 453 h 453"/>
                  <a:gd name="T12" fmla="*/ 184 w 214"/>
                  <a:gd name="T13" fmla="*/ 453 h 453"/>
                  <a:gd name="T14" fmla="*/ 214 w 214"/>
                  <a:gd name="T15" fmla="*/ 423 h 453"/>
                  <a:gd name="T16" fmla="*/ 214 w 214"/>
                  <a:gd name="T17" fmla="*/ 30 h 453"/>
                  <a:gd name="T18" fmla="*/ 130 w 214"/>
                  <a:gd name="T19" fmla="*/ 40 h 453"/>
                  <a:gd name="T20" fmla="*/ 125 w 214"/>
                  <a:gd name="T21" fmla="*/ 45 h 453"/>
                  <a:gd name="T22" fmla="*/ 92 w 214"/>
                  <a:gd name="T23" fmla="*/ 45 h 453"/>
                  <a:gd name="T24" fmla="*/ 87 w 214"/>
                  <a:gd name="T25" fmla="*/ 40 h 453"/>
                  <a:gd name="T26" fmla="*/ 87 w 214"/>
                  <a:gd name="T27" fmla="*/ 40 h 453"/>
                  <a:gd name="T28" fmla="*/ 92 w 214"/>
                  <a:gd name="T29" fmla="*/ 35 h 453"/>
                  <a:gd name="T30" fmla="*/ 125 w 214"/>
                  <a:gd name="T31" fmla="*/ 35 h 453"/>
                  <a:gd name="T32" fmla="*/ 130 w 214"/>
                  <a:gd name="T33" fmla="*/ 40 h 453"/>
                  <a:gd name="T34" fmla="*/ 200 w 214"/>
                  <a:gd name="T35" fmla="*/ 389 h 453"/>
                  <a:gd name="T36" fmla="*/ 18 w 214"/>
                  <a:gd name="T37" fmla="*/ 389 h 453"/>
                  <a:gd name="T38" fmla="*/ 18 w 214"/>
                  <a:gd name="T39" fmla="*/ 65 h 453"/>
                  <a:gd name="T40" fmla="*/ 200 w 214"/>
                  <a:gd name="T41" fmla="*/ 65 h 453"/>
                  <a:gd name="T42" fmla="*/ 200 w 214"/>
                  <a:gd name="T43" fmla="*/ 38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452">
                    <a:moveTo>
                      <a:pt x="214" y="30"/>
                    </a:moveTo>
                    <a:cubicBezTo>
                      <a:pt x="214" y="14"/>
                      <a:pt x="201" y="0"/>
                      <a:pt x="184" y="0"/>
                    </a:cubicBezTo>
                    <a:cubicBezTo>
                      <a:pt x="31" y="0"/>
                      <a:pt x="31" y="0"/>
                      <a:pt x="31" y="0"/>
                    </a:cubicBezTo>
                    <a:cubicBezTo>
                      <a:pt x="14" y="0"/>
                      <a:pt x="0" y="14"/>
                      <a:pt x="0" y="30"/>
                    </a:cubicBezTo>
                    <a:cubicBezTo>
                      <a:pt x="0" y="423"/>
                      <a:pt x="0" y="423"/>
                      <a:pt x="0" y="423"/>
                    </a:cubicBezTo>
                    <a:cubicBezTo>
                      <a:pt x="0" y="440"/>
                      <a:pt x="14" y="453"/>
                      <a:pt x="31" y="453"/>
                    </a:cubicBezTo>
                    <a:cubicBezTo>
                      <a:pt x="184" y="453"/>
                      <a:pt x="184" y="453"/>
                      <a:pt x="184" y="453"/>
                    </a:cubicBezTo>
                    <a:cubicBezTo>
                      <a:pt x="201" y="453"/>
                      <a:pt x="214" y="440"/>
                      <a:pt x="214" y="423"/>
                    </a:cubicBezTo>
                    <a:lnTo>
                      <a:pt x="214" y="30"/>
                    </a:lnTo>
                    <a:close/>
                    <a:moveTo>
                      <a:pt x="130" y="40"/>
                    </a:moveTo>
                    <a:cubicBezTo>
                      <a:pt x="130" y="43"/>
                      <a:pt x="128" y="45"/>
                      <a:pt x="125" y="45"/>
                    </a:cubicBezTo>
                    <a:cubicBezTo>
                      <a:pt x="92" y="45"/>
                      <a:pt x="92" y="45"/>
                      <a:pt x="92" y="45"/>
                    </a:cubicBezTo>
                    <a:cubicBezTo>
                      <a:pt x="90" y="45"/>
                      <a:pt x="87" y="43"/>
                      <a:pt x="87" y="40"/>
                    </a:cubicBezTo>
                    <a:cubicBezTo>
                      <a:pt x="87" y="40"/>
                      <a:pt x="87" y="40"/>
                      <a:pt x="87" y="40"/>
                    </a:cubicBezTo>
                    <a:cubicBezTo>
                      <a:pt x="87" y="37"/>
                      <a:pt x="90" y="35"/>
                      <a:pt x="92" y="35"/>
                    </a:cubicBezTo>
                    <a:cubicBezTo>
                      <a:pt x="125" y="35"/>
                      <a:pt x="125" y="35"/>
                      <a:pt x="125" y="35"/>
                    </a:cubicBezTo>
                    <a:cubicBezTo>
                      <a:pt x="128" y="35"/>
                      <a:pt x="130" y="37"/>
                      <a:pt x="130" y="40"/>
                    </a:cubicBezTo>
                    <a:close/>
                    <a:moveTo>
                      <a:pt x="200" y="389"/>
                    </a:moveTo>
                    <a:cubicBezTo>
                      <a:pt x="18" y="389"/>
                      <a:pt x="18" y="389"/>
                      <a:pt x="18" y="389"/>
                    </a:cubicBezTo>
                    <a:cubicBezTo>
                      <a:pt x="18" y="65"/>
                      <a:pt x="18" y="65"/>
                      <a:pt x="18" y="65"/>
                    </a:cubicBezTo>
                    <a:cubicBezTo>
                      <a:pt x="200" y="65"/>
                      <a:pt x="200" y="65"/>
                      <a:pt x="200" y="65"/>
                    </a:cubicBezTo>
                    <a:lnTo>
                      <a:pt x="200" y="3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Rectangle 16"/>
              <p:cNvSpPr/>
              <p:nvPr/>
            </p:nvSpPr>
            <p:spPr>
              <a:xfrm>
                <a:off x="4217756" y="3083923"/>
                <a:ext cx="777240" cy="1371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3" name="Rectangle 12"/>
            <p:cNvSpPr/>
            <p:nvPr/>
          </p:nvSpPr>
          <p:spPr>
            <a:xfrm>
              <a:off x="5195865" y="2302336"/>
              <a:ext cx="1940370" cy="35916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spTree>
    <p:extLst>
      <p:ext uri="{BB962C8B-B14F-4D97-AF65-F5344CB8AC3E}">
        <p14:creationId xmlns:p14="http://schemas.microsoft.com/office/powerpoint/2010/main" val="175300601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5575052"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System Differentiation</a:t>
            </a:r>
          </a:p>
        </p:txBody>
      </p:sp>
      <p:sp>
        <p:nvSpPr>
          <p:cNvPr id="36" name="Rectangle 35"/>
          <p:cNvSpPr/>
          <p:nvPr/>
        </p:nvSpPr>
        <p:spPr>
          <a:xfrm>
            <a:off x="745927" y="4425673"/>
            <a:ext cx="3182253" cy="1015663"/>
          </a:xfrm>
          <a:prstGeom prst="rect">
            <a:avLst/>
          </a:prstGeom>
        </p:spPr>
        <p:txBody>
          <a:bodyPr wrap="square">
            <a:spAutoFit/>
          </a:bodyPr>
          <a:lstStyle/>
          <a:p>
            <a:pPr algn="ctr">
              <a:lnSpc>
                <a:spcPct val="150000"/>
              </a:lnSpc>
            </a:pPr>
            <a:r>
              <a:rPr lang="en-US" sz="1600" b="1" err="1">
                <a:solidFill>
                  <a:srgbClr val="9BBC57"/>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Lifeable</a:t>
            </a:r>
            <a:endParaRPr lang="en-US" sz="1400" b="1">
              <a:solidFill>
                <a:srgbClr val="9BBC57"/>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4" name="Group 3"/>
          <p:cNvGrpSpPr/>
          <p:nvPr/>
        </p:nvGrpSpPr>
        <p:grpSpPr>
          <a:xfrm>
            <a:off x="4013200" y="2092317"/>
            <a:ext cx="3905720" cy="2047884"/>
            <a:chOff x="4013200" y="2092317"/>
            <a:chExt cx="3905720" cy="2047884"/>
          </a:xfrm>
        </p:grpSpPr>
        <p:grpSp>
          <p:nvGrpSpPr>
            <p:cNvPr id="5" name="Group 4"/>
            <p:cNvGrpSpPr/>
            <p:nvPr/>
          </p:nvGrpSpPr>
          <p:grpSpPr>
            <a:xfrm>
              <a:off x="4013200" y="2092317"/>
              <a:ext cx="3905720" cy="2047884"/>
              <a:chOff x="6720107" y="2110201"/>
              <a:chExt cx="2042893" cy="1071149"/>
            </a:xfrm>
          </p:grpSpPr>
          <p:sp>
            <p:nvSpPr>
              <p:cNvPr id="6" name="Freeform 67"/>
              <p:cNvSpPr/>
              <p:nvPr/>
            </p:nvSpPr>
            <p:spPr bwMode="auto">
              <a:xfrm>
                <a:off x="6989924" y="2110201"/>
                <a:ext cx="1507318" cy="1014346"/>
              </a:xfrm>
              <a:custGeom>
                <a:avLst/>
                <a:gdLst>
                  <a:gd name="T0" fmla="*/ 966 w 966"/>
                  <a:gd name="T1" fmla="*/ 621 h 650"/>
                  <a:gd name="T2" fmla="*/ 944 w 966"/>
                  <a:gd name="T3" fmla="*/ 650 h 650"/>
                  <a:gd name="T4" fmla="*/ 23 w 966"/>
                  <a:gd name="T5" fmla="*/ 650 h 650"/>
                  <a:gd name="T6" fmla="*/ 0 w 966"/>
                  <a:gd name="T7" fmla="*/ 621 h 650"/>
                  <a:gd name="T8" fmla="*/ 0 w 966"/>
                  <a:gd name="T9" fmla="*/ 29 h 650"/>
                  <a:gd name="T10" fmla="*/ 23 w 966"/>
                  <a:gd name="T11" fmla="*/ 0 h 650"/>
                  <a:gd name="T12" fmla="*/ 944 w 966"/>
                  <a:gd name="T13" fmla="*/ 0 h 650"/>
                  <a:gd name="T14" fmla="*/ 966 w 966"/>
                  <a:gd name="T15" fmla="*/ 29 h 650"/>
                  <a:gd name="T16" fmla="*/ 966 w 966"/>
                  <a:gd name="T17" fmla="*/ 621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5" h="650">
                    <a:moveTo>
                      <a:pt x="966" y="621"/>
                    </a:moveTo>
                    <a:cubicBezTo>
                      <a:pt x="966" y="637"/>
                      <a:pt x="956" y="650"/>
                      <a:pt x="944" y="650"/>
                    </a:cubicBezTo>
                    <a:cubicBezTo>
                      <a:pt x="23" y="650"/>
                      <a:pt x="23" y="650"/>
                      <a:pt x="23" y="650"/>
                    </a:cubicBezTo>
                    <a:cubicBezTo>
                      <a:pt x="10" y="650"/>
                      <a:pt x="0" y="637"/>
                      <a:pt x="0" y="621"/>
                    </a:cubicBezTo>
                    <a:cubicBezTo>
                      <a:pt x="0" y="29"/>
                      <a:pt x="0" y="29"/>
                      <a:pt x="0" y="29"/>
                    </a:cubicBezTo>
                    <a:cubicBezTo>
                      <a:pt x="0" y="13"/>
                      <a:pt x="10" y="0"/>
                      <a:pt x="23" y="0"/>
                    </a:cubicBezTo>
                    <a:cubicBezTo>
                      <a:pt x="944" y="0"/>
                      <a:pt x="944" y="0"/>
                      <a:pt x="944" y="0"/>
                    </a:cubicBezTo>
                    <a:cubicBezTo>
                      <a:pt x="956" y="0"/>
                      <a:pt x="966" y="13"/>
                      <a:pt x="966" y="29"/>
                    </a:cubicBezTo>
                    <a:lnTo>
                      <a:pt x="966" y="6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Rectangle 68"/>
              <p:cNvSpPr>
                <a:spLocks noChangeArrowheads="1"/>
              </p:cNvSpPr>
              <p:nvPr/>
            </p:nvSpPr>
            <p:spPr bwMode="auto">
              <a:xfrm>
                <a:off x="7050784" y="2162947"/>
                <a:ext cx="1389654" cy="86016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69"/>
              <p:cNvSpPr/>
              <p:nvPr/>
            </p:nvSpPr>
            <p:spPr bwMode="auto">
              <a:xfrm>
                <a:off x="6720107" y="3132661"/>
                <a:ext cx="2032749" cy="48689"/>
              </a:xfrm>
              <a:custGeom>
                <a:avLst/>
                <a:gdLst>
                  <a:gd name="T0" fmla="*/ 8 w 1302"/>
                  <a:gd name="T1" fmla="*/ 4 h 32"/>
                  <a:gd name="T2" fmla="*/ 57 w 1302"/>
                  <a:gd name="T3" fmla="*/ 32 h 32"/>
                  <a:gd name="T4" fmla="*/ 1252 w 1302"/>
                  <a:gd name="T5" fmla="*/ 32 h 32"/>
                  <a:gd name="T6" fmla="*/ 1302 w 1302"/>
                  <a:gd name="T7" fmla="*/ 10 h 32"/>
                  <a:gd name="T8" fmla="*/ 1302 w 1302"/>
                  <a:gd name="T9" fmla="*/ 0 h 32"/>
                  <a:gd name="T10" fmla="*/ 8 w 1302"/>
                  <a:gd name="T11" fmla="*/ 4 h 32"/>
                </a:gdLst>
                <a:ahLst/>
                <a:cxnLst>
                  <a:cxn ang="0">
                    <a:pos x="T0" y="T1"/>
                  </a:cxn>
                  <a:cxn ang="0">
                    <a:pos x="T2" y="T3"/>
                  </a:cxn>
                  <a:cxn ang="0">
                    <a:pos x="T4" y="T5"/>
                  </a:cxn>
                  <a:cxn ang="0">
                    <a:pos x="T6" y="T7"/>
                  </a:cxn>
                  <a:cxn ang="0">
                    <a:pos x="T8" y="T9"/>
                  </a:cxn>
                  <a:cxn ang="0">
                    <a:pos x="T10" y="T11"/>
                  </a:cxn>
                </a:cxnLst>
                <a:rect l="0" t="0" r="r" b="b"/>
                <a:pathLst>
                  <a:path w="1302" h="32">
                    <a:moveTo>
                      <a:pt x="8" y="4"/>
                    </a:moveTo>
                    <a:cubicBezTo>
                      <a:pt x="8" y="4"/>
                      <a:pt x="0" y="19"/>
                      <a:pt x="57" y="32"/>
                    </a:cubicBezTo>
                    <a:cubicBezTo>
                      <a:pt x="1252" y="32"/>
                      <a:pt x="1252" y="32"/>
                      <a:pt x="1252" y="32"/>
                    </a:cubicBezTo>
                    <a:cubicBezTo>
                      <a:pt x="1252" y="32"/>
                      <a:pt x="1292" y="29"/>
                      <a:pt x="1302" y="10"/>
                    </a:cubicBezTo>
                    <a:cubicBezTo>
                      <a:pt x="1302" y="0"/>
                      <a:pt x="1302" y="0"/>
                      <a:pt x="1302" y="0"/>
                    </a:cubicBezTo>
                    <a:lnTo>
                      <a:pt x="8" y="4"/>
                    </a:lnTo>
                    <a:close/>
                  </a:path>
                </a:pathLst>
              </a:custGeom>
              <a:solidFill>
                <a:srgbClr val="5F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pic>
            <p:nvPicPr>
              <p:cNvPr id="9" name="Picture 70"/>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6726194" y="3086001"/>
                <a:ext cx="2036806" cy="75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Freeform 71"/>
              <p:cNvSpPr/>
              <p:nvPr/>
            </p:nvSpPr>
            <p:spPr bwMode="auto">
              <a:xfrm>
                <a:off x="8586503" y="3118460"/>
                <a:ext cx="75062" cy="8115"/>
              </a:xfrm>
              <a:custGeom>
                <a:avLst/>
                <a:gdLst>
                  <a:gd name="T0" fmla="*/ 48 w 48"/>
                  <a:gd name="T1" fmla="*/ 2 h 5"/>
                  <a:gd name="T2" fmla="*/ 46 w 48"/>
                  <a:gd name="T3" fmla="*/ 5 h 5"/>
                  <a:gd name="T4" fmla="*/ 2 w 48"/>
                  <a:gd name="T5" fmla="*/ 5 h 5"/>
                  <a:gd name="T6" fmla="*/ 0 w 48"/>
                  <a:gd name="T7" fmla="*/ 2 h 5"/>
                  <a:gd name="T8" fmla="*/ 2 w 48"/>
                  <a:gd name="T9" fmla="*/ 0 h 5"/>
                  <a:gd name="T10" fmla="*/ 46 w 48"/>
                  <a:gd name="T11" fmla="*/ 0 h 5"/>
                  <a:gd name="T12" fmla="*/ 48 w 48"/>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8" h="5">
                    <a:moveTo>
                      <a:pt x="48" y="2"/>
                    </a:moveTo>
                    <a:cubicBezTo>
                      <a:pt x="48" y="4"/>
                      <a:pt x="47" y="5"/>
                      <a:pt x="46" y="5"/>
                    </a:cubicBezTo>
                    <a:cubicBezTo>
                      <a:pt x="2" y="5"/>
                      <a:pt x="2" y="5"/>
                      <a:pt x="2" y="5"/>
                    </a:cubicBezTo>
                    <a:cubicBezTo>
                      <a:pt x="1" y="5"/>
                      <a:pt x="0" y="4"/>
                      <a:pt x="0" y="2"/>
                    </a:cubicBezTo>
                    <a:cubicBezTo>
                      <a:pt x="0" y="1"/>
                      <a:pt x="1" y="0"/>
                      <a:pt x="2" y="0"/>
                    </a:cubicBezTo>
                    <a:cubicBezTo>
                      <a:pt x="46" y="0"/>
                      <a:pt x="46" y="0"/>
                      <a:pt x="46" y="0"/>
                    </a:cubicBezTo>
                    <a:cubicBezTo>
                      <a:pt x="47" y="0"/>
                      <a:pt x="48" y="1"/>
                      <a:pt x="48" y="2"/>
                    </a:cubicBezTo>
                    <a:close/>
                  </a:path>
                </a:pathLst>
              </a:custGeom>
              <a:solidFill>
                <a:srgbClr val="5F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pic>
            <p:nvPicPr>
              <p:cNvPr id="11" name="Picture 72"/>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7592444" y="3088030"/>
                <a:ext cx="300246" cy="42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73"/>
              <p:cNvPicPr>
                <a:picLocks noChangeAspect="1" noChangeArrowheads="1"/>
              </p:cNvPicPr>
              <p:nvPr/>
            </p:nvPicPr>
            <p:blipFill>
              <a:blip r:embed="rId6">
                <a:extLst>
                  <a:ext uri="{28A0092B-C50C-407E-A947-70E740481C1C}">
                    <a14:useLocalDpi xmlns:a14="http://schemas.microsoft.com/office/drawing/2010/main" val="0"/>
                  </a:ext>
                </a:extLst>
              </a:blip>
              <a:stretch>
                <a:fillRect/>
              </a:stretch>
            </p:blipFill>
            <p:spPr bwMode="auto">
              <a:xfrm>
                <a:off x="7592444" y="3086001"/>
                <a:ext cx="32459" cy="38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74"/>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7614761" y="3088030"/>
                <a:ext cx="275902" cy="42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75"/>
              <p:cNvPicPr>
                <a:picLocks noChangeAspect="1" noChangeArrowheads="1"/>
              </p:cNvPicPr>
              <p:nvPr/>
            </p:nvPicPr>
            <p:blipFill>
              <a:blip r:embed="rId8">
                <a:extLst>
                  <a:ext uri="{28A0092B-C50C-407E-A947-70E740481C1C}">
                    <a14:useLocalDpi xmlns:a14="http://schemas.microsoft.com/office/drawing/2010/main" val="0"/>
                  </a:ext>
                </a:extLst>
              </a:blip>
              <a:stretch>
                <a:fillRect/>
              </a:stretch>
            </p:blipFill>
            <p:spPr bwMode="auto">
              <a:xfrm>
                <a:off x="7874433" y="3086001"/>
                <a:ext cx="14201" cy="14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Freeform 33"/>
            <p:cNvSpPr>
              <a:spLocks noEditPoints="1"/>
            </p:cNvSpPr>
            <p:nvPr/>
          </p:nvSpPr>
          <p:spPr bwMode="auto">
            <a:xfrm>
              <a:off x="5567783" y="2690365"/>
              <a:ext cx="954835" cy="650100"/>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5" name="Group 34"/>
          <p:cNvGrpSpPr/>
          <p:nvPr/>
        </p:nvGrpSpPr>
        <p:grpSpPr>
          <a:xfrm>
            <a:off x="8371551" y="2162752"/>
            <a:ext cx="1524000" cy="1977448"/>
            <a:chOff x="8371551" y="2162752"/>
            <a:chExt cx="1524000" cy="1977448"/>
          </a:xfrm>
        </p:grpSpPr>
        <p:grpSp>
          <p:nvGrpSpPr>
            <p:cNvPr id="29" name="Group 28"/>
            <p:cNvGrpSpPr/>
            <p:nvPr/>
          </p:nvGrpSpPr>
          <p:grpSpPr>
            <a:xfrm>
              <a:off x="8371551" y="2162752"/>
              <a:ext cx="1524000" cy="1977448"/>
              <a:chOff x="609600" y="1885950"/>
              <a:chExt cx="1143000" cy="1483086"/>
            </a:xfrm>
          </p:grpSpPr>
          <p:sp>
            <p:nvSpPr>
              <p:cNvPr id="30" name="Freeform 76"/>
              <p:cNvSpPr>
                <a:spLocks noEditPoints="1"/>
              </p:cNvSpPr>
              <p:nvPr/>
            </p:nvSpPr>
            <p:spPr bwMode="auto">
              <a:xfrm>
                <a:off x="609600" y="1885950"/>
                <a:ext cx="1143000" cy="1483086"/>
              </a:xfrm>
              <a:custGeom>
                <a:avLst/>
                <a:gdLst>
                  <a:gd name="T0" fmla="*/ 580 w 580"/>
                  <a:gd name="T1" fmla="*/ 31 h 753"/>
                  <a:gd name="T2" fmla="*/ 550 w 580"/>
                  <a:gd name="T3" fmla="*/ 0 h 753"/>
                  <a:gd name="T4" fmla="*/ 30 w 580"/>
                  <a:gd name="T5" fmla="*/ 0 h 753"/>
                  <a:gd name="T6" fmla="*/ 0 w 580"/>
                  <a:gd name="T7" fmla="*/ 31 h 753"/>
                  <a:gd name="T8" fmla="*/ 0 w 580"/>
                  <a:gd name="T9" fmla="*/ 723 h 753"/>
                  <a:gd name="T10" fmla="*/ 30 w 580"/>
                  <a:gd name="T11" fmla="*/ 753 h 753"/>
                  <a:gd name="T12" fmla="*/ 550 w 580"/>
                  <a:gd name="T13" fmla="*/ 753 h 753"/>
                  <a:gd name="T14" fmla="*/ 580 w 580"/>
                  <a:gd name="T15" fmla="*/ 723 h 753"/>
                  <a:gd name="T16" fmla="*/ 580 w 580"/>
                  <a:gd name="T17" fmla="*/ 31 h 753"/>
                  <a:gd name="T18" fmla="*/ 520 w 580"/>
                  <a:gd name="T19" fmla="*/ 689 h 753"/>
                  <a:gd name="T20" fmla="*/ 57 w 580"/>
                  <a:gd name="T21" fmla="*/ 689 h 753"/>
                  <a:gd name="T22" fmla="*/ 57 w 580"/>
                  <a:gd name="T23" fmla="*/ 66 h 753"/>
                  <a:gd name="T24" fmla="*/ 520 w 580"/>
                  <a:gd name="T25" fmla="*/ 66 h 753"/>
                  <a:gd name="T26" fmla="*/ 520 w 580"/>
                  <a:gd name="T27" fmla="*/ 68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0" h="753">
                    <a:moveTo>
                      <a:pt x="580" y="31"/>
                    </a:moveTo>
                    <a:cubicBezTo>
                      <a:pt x="580" y="14"/>
                      <a:pt x="566" y="0"/>
                      <a:pt x="550" y="0"/>
                    </a:cubicBezTo>
                    <a:cubicBezTo>
                      <a:pt x="30" y="0"/>
                      <a:pt x="30" y="0"/>
                      <a:pt x="30" y="0"/>
                    </a:cubicBezTo>
                    <a:cubicBezTo>
                      <a:pt x="13" y="0"/>
                      <a:pt x="0" y="14"/>
                      <a:pt x="0" y="31"/>
                    </a:cubicBezTo>
                    <a:cubicBezTo>
                      <a:pt x="0" y="723"/>
                      <a:pt x="0" y="723"/>
                      <a:pt x="0" y="723"/>
                    </a:cubicBezTo>
                    <a:cubicBezTo>
                      <a:pt x="0" y="740"/>
                      <a:pt x="13" y="753"/>
                      <a:pt x="30" y="753"/>
                    </a:cubicBezTo>
                    <a:cubicBezTo>
                      <a:pt x="550" y="753"/>
                      <a:pt x="550" y="753"/>
                      <a:pt x="550" y="753"/>
                    </a:cubicBezTo>
                    <a:cubicBezTo>
                      <a:pt x="566" y="753"/>
                      <a:pt x="580" y="740"/>
                      <a:pt x="580" y="723"/>
                    </a:cubicBezTo>
                    <a:lnTo>
                      <a:pt x="580" y="31"/>
                    </a:lnTo>
                    <a:close/>
                    <a:moveTo>
                      <a:pt x="520" y="689"/>
                    </a:moveTo>
                    <a:cubicBezTo>
                      <a:pt x="57" y="689"/>
                      <a:pt x="57" y="689"/>
                      <a:pt x="57" y="689"/>
                    </a:cubicBezTo>
                    <a:cubicBezTo>
                      <a:pt x="57" y="66"/>
                      <a:pt x="57" y="66"/>
                      <a:pt x="57" y="66"/>
                    </a:cubicBezTo>
                    <a:cubicBezTo>
                      <a:pt x="520" y="66"/>
                      <a:pt x="520" y="66"/>
                      <a:pt x="520" y="66"/>
                    </a:cubicBezTo>
                    <a:lnTo>
                      <a:pt x="520" y="6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Rectangle 68"/>
              <p:cNvSpPr>
                <a:spLocks noChangeArrowheads="1"/>
              </p:cNvSpPr>
              <p:nvPr/>
            </p:nvSpPr>
            <p:spPr bwMode="auto">
              <a:xfrm>
                <a:off x="685800" y="1993470"/>
                <a:ext cx="990600" cy="1264079"/>
              </a:xfrm>
              <a:prstGeom prst="rect">
                <a:avLst/>
              </a:pr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0" name="Group 39"/>
            <p:cNvGrpSpPr/>
            <p:nvPr/>
          </p:nvGrpSpPr>
          <p:grpSpPr>
            <a:xfrm>
              <a:off x="8821197" y="2830668"/>
              <a:ext cx="624707" cy="657369"/>
              <a:chOff x="1641475" y="2428876"/>
              <a:chExt cx="242888" cy="255587"/>
            </a:xfrm>
            <a:solidFill>
              <a:srgbClr val="297F9D"/>
            </a:solidFill>
          </p:grpSpPr>
          <p:sp>
            <p:nvSpPr>
              <p:cNvPr id="41" name="Freeform 40"/>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41"/>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42"/>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43"/>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44"/>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7" name="Group 36"/>
          <p:cNvGrpSpPr/>
          <p:nvPr/>
        </p:nvGrpSpPr>
        <p:grpSpPr>
          <a:xfrm>
            <a:off x="10428125" y="2345341"/>
            <a:ext cx="849476" cy="1794860"/>
            <a:chOff x="10428125" y="2345341"/>
            <a:chExt cx="849476" cy="1794860"/>
          </a:xfrm>
        </p:grpSpPr>
        <p:grpSp>
          <p:nvGrpSpPr>
            <p:cNvPr id="32" name="Group 31"/>
            <p:cNvGrpSpPr/>
            <p:nvPr/>
          </p:nvGrpSpPr>
          <p:grpSpPr>
            <a:xfrm>
              <a:off x="10428125" y="2345341"/>
              <a:ext cx="849476" cy="1794860"/>
              <a:chOff x="4139969" y="2800350"/>
              <a:chExt cx="917575" cy="1938747"/>
            </a:xfrm>
          </p:grpSpPr>
          <p:sp>
            <p:nvSpPr>
              <p:cNvPr id="33" name="Freeform 28"/>
              <p:cNvSpPr>
                <a:spLocks noEditPoints="1"/>
              </p:cNvSpPr>
              <p:nvPr/>
            </p:nvSpPr>
            <p:spPr bwMode="auto">
              <a:xfrm>
                <a:off x="4139969" y="2800350"/>
                <a:ext cx="917575" cy="1938747"/>
              </a:xfrm>
              <a:custGeom>
                <a:avLst/>
                <a:gdLst>
                  <a:gd name="T0" fmla="*/ 214 w 214"/>
                  <a:gd name="T1" fmla="*/ 30 h 453"/>
                  <a:gd name="T2" fmla="*/ 184 w 214"/>
                  <a:gd name="T3" fmla="*/ 0 h 453"/>
                  <a:gd name="T4" fmla="*/ 31 w 214"/>
                  <a:gd name="T5" fmla="*/ 0 h 453"/>
                  <a:gd name="T6" fmla="*/ 0 w 214"/>
                  <a:gd name="T7" fmla="*/ 30 h 453"/>
                  <a:gd name="T8" fmla="*/ 0 w 214"/>
                  <a:gd name="T9" fmla="*/ 423 h 453"/>
                  <a:gd name="T10" fmla="*/ 31 w 214"/>
                  <a:gd name="T11" fmla="*/ 453 h 453"/>
                  <a:gd name="T12" fmla="*/ 184 w 214"/>
                  <a:gd name="T13" fmla="*/ 453 h 453"/>
                  <a:gd name="T14" fmla="*/ 214 w 214"/>
                  <a:gd name="T15" fmla="*/ 423 h 453"/>
                  <a:gd name="T16" fmla="*/ 214 w 214"/>
                  <a:gd name="T17" fmla="*/ 30 h 453"/>
                  <a:gd name="T18" fmla="*/ 130 w 214"/>
                  <a:gd name="T19" fmla="*/ 40 h 453"/>
                  <a:gd name="T20" fmla="*/ 125 w 214"/>
                  <a:gd name="T21" fmla="*/ 45 h 453"/>
                  <a:gd name="T22" fmla="*/ 92 w 214"/>
                  <a:gd name="T23" fmla="*/ 45 h 453"/>
                  <a:gd name="T24" fmla="*/ 87 w 214"/>
                  <a:gd name="T25" fmla="*/ 40 h 453"/>
                  <a:gd name="T26" fmla="*/ 87 w 214"/>
                  <a:gd name="T27" fmla="*/ 40 h 453"/>
                  <a:gd name="T28" fmla="*/ 92 w 214"/>
                  <a:gd name="T29" fmla="*/ 35 h 453"/>
                  <a:gd name="T30" fmla="*/ 125 w 214"/>
                  <a:gd name="T31" fmla="*/ 35 h 453"/>
                  <a:gd name="T32" fmla="*/ 130 w 214"/>
                  <a:gd name="T33" fmla="*/ 40 h 453"/>
                  <a:gd name="T34" fmla="*/ 200 w 214"/>
                  <a:gd name="T35" fmla="*/ 389 h 453"/>
                  <a:gd name="T36" fmla="*/ 18 w 214"/>
                  <a:gd name="T37" fmla="*/ 389 h 453"/>
                  <a:gd name="T38" fmla="*/ 18 w 214"/>
                  <a:gd name="T39" fmla="*/ 65 h 453"/>
                  <a:gd name="T40" fmla="*/ 200 w 214"/>
                  <a:gd name="T41" fmla="*/ 65 h 453"/>
                  <a:gd name="T42" fmla="*/ 200 w 214"/>
                  <a:gd name="T43" fmla="*/ 38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452">
                    <a:moveTo>
                      <a:pt x="214" y="30"/>
                    </a:moveTo>
                    <a:cubicBezTo>
                      <a:pt x="214" y="14"/>
                      <a:pt x="201" y="0"/>
                      <a:pt x="184" y="0"/>
                    </a:cubicBezTo>
                    <a:cubicBezTo>
                      <a:pt x="31" y="0"/>
                      <a:pt x="31" y="0"/>
                      <a:pt x="31" y="0"/>
                    </a:cubicBezTo>
                    <a:cubicBezTo>
                      <a:pt x="14" y="0"/>
                      <a:pt x="0" y="14"/>
                      <a:pt x="0" y="30"/>
                    </a:cubicBezTo>
                    <a:cubicBezTo>
                      <a:pt x="0" y="423"/>
                      <a:pt x="0" y="423"/>
                      <a:pt x="0" y="423"/>
                    </a:cubicBezTo>
                    <a:cubicBezTo>
                      <a:pt x="0" y="440"/>
                      <a:pt x="14" y="453"/>
                      <a:pt x="31" y="453"/>
                    </a:cubicBezTo>
                    <a:cubicBezTo>
                      <a:pt x="184" y="453"/>
                      <a:pt x="184" y="453"/>
                      <a:pt x="184" y="453"/>
                    </a:cubicBezTo>
                    <a:cubicBezTo>
                      <a:pt x="201" y="453"/>
                      <a:pt x="214" y="440"/>
                      <a:pt x="214" y="423"/>
                    </a:cubicBezTo>
                    <a:lnTo>
                      <a:pt x="214" y="30"/>
                    </a:lnTo>
                    <a:close/>
                    <a:moveTo>
                      <a:pt x="130" y="40"/>
                    </a:moveTo>
                    <a:cubicBezTo>
                      <a:pt x="130" y="43"/>
                      <a:pt x="128" y="45"/>
                      <a:pt x="125" y="45"/>
                    </a:cubicBezTo>
                    <a:cubicBezTo>
                      <a:pt x="92" y="45"/>
                      <a:pt x="92" y="45"/>
                      <a:pt x="92" y="45"/>
                    </a:cubicBezTo>
                    <a:cubicBezTo>
                      <a:pt x="90" y="45"/>
                      <a:pt x="87" y="43"/>
                      <a:pt x="87" y="40"/>
                    </a:cubicBezTo>
                    <a:cubicBezTo>
                      <a:pt x="87" y="40"/>
                      <a:pt x="87" y="40"/>
                      <a:pt x="87" y="40"/>
                    </a:cubicBezTo>
                    <a:cubicBezTo>
                      <a:pt x="87" y="37"/>
                      <a:pt x="90" y="35"/>
                      <a:pt x="92" y="35"/>
                    </a:cubicBezTo>
                    <a:cubicBezTo>
                      <a:pt x="125" y="35"/>
                      <a:pt x="125" y="35"/>
                      <a:pt x="125" y="35"/>
                    </a:cubicBezTo>
                    <a:cubicBezTo>
                      <a:pt x="128" y="35"/>
                      <a:pt x="130" y="37"/>
                      <a:pt x="130" y="40"/>
                    </a:cubicBezTo>
                    <a:close/>
                    <a:moveTo>
                      <a:pt x="200" y="389"/>
                    </a:moveTo>
                    <a:cubicBezTo>
                      <a:pt x="18" y="389"/>
                      <a:pt x="18" y="389"/>
                      <a:pt x="18" y="389"/>
                    </a:cubicBezTo>
                    <a:cubicBezTo>
                      <a:pt x="18" y="65"/>
                      <a:pt x="18" y="65"/>
                      <a:pt x="18" y="65"/>
                    </a:cubicBezTo>
                    <a:cubicBezTo>
                      <a:pt x="200" y="65"/>
                      <a:pt x="200" y="65"/>
                      <a:pt x="200" y="65"/>
                    </a:cubicBezTo>
                    <a:lnTo>
                      <a:pt x="200" y="3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Rectangle 33"/>
              <p:cNvSpPr/>
              <p:nvPr/>
            </p:nvSpPr>
            <p:spPr>
              <a:xfrm>
                <a:off x="4217756" y="3083923"/>
                <a:ext cx="777240" cy="1371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6" name="Freeform 32"/>
            <p:cNvSpPr/>
            <p:nvPr/>
          </p:nvSpPr>
          <p:spPr bwMode="auto">
            <a:xfrm>
              <a:off x="10611601" y="3061764"/>
              <a:ext cx="482520" cy="426273"/>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812800" y="1905000"/>
            <a:ext cx="2896883" cy="2309952"/>
            <a:chOff x="812800" y="1905000"/>
            <a:chExt cx="2896883" cy="2309952"/>
          </a:xfrm>
        </p:grpSpPr>
        <p:grpSp>
          <p:nvGrpSpPr>
            <p:cNvPr id="15" name="Group 14"/>
            <p:cNvGrpSpPr/>
            <p:nvPr/>
          </p:nvGrpSpPr>
          <p:grpSpPr>
            <a:xfrm>
              <a:off x="812800" y="1905000"/>
              <a:ext cx="2896883" cy="2309952"/>
              <a:chOff x="3276600" y="1830373"/>
              <a:chExt cx="2172662" cy="1732464"/>
            </a:xfrm>
          </p:grpSpPr>
          <p:grpSp>
            <p:nvGrpSpPr>
              <p:cNvPr id="16" name="Group 15"/>
              <p:cNvGrpSpPr/>
              <p:nvPr/>
            </p:nvGrpSpPr>
            <p:grpSpPr>
              <a:xfrm>
                <a:off x="3276600" y="1830373"/>
                <a:ext cx="2172662" cy="1732464"/>
                <a:chOff x="4178065" y="1348201"/>
                <a:chExt cx="1582738" cy="1262063"/>
              </a:xfrm>
            </p:grpSpPr>
            <p:pic>
              <p:nvPicPr>
                <p:cNvPr id="18" name="Picture 56"/>
                <p:cNvPicPr>
                  <a:picLocks noChangeAspect="1" noChangeArrowheads="1"/>
                </p:cNvPicPr>
                <p:nvPr/>
              </p:nvPicPr>
              <p:blipFill>
                <a:blip r:embed="rId9">
                  <a:extLst>
                    <a:ext uri="{28A0092B-C50C-407E-A947-70E740481C1C}">
                      <a14:useLocalDpi xmlns:a14="http://schemas.microsoft.com/office/drawing/2010/main" val="0"/>
                    </a:ext>
                  </a:extLst>
                </a:blip>
                <a:stretch>
                  <a:fillRect/>
                </a:stretch>
              </p:blipFill>
              <p:spPr bwMode="auto">
                <a:xfrm>
                  <a:off x="4713053" y="2421351"/>
                  <a:ext cx="4619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57"/>
                <p:cNvPicPr>
                  <a:picLocks noChangeAspect="1" noChangeArrowheads="1"/>
                </p:cNvPicPr>
                <p:nvPr/>
              </p:nvPicPr>
              <p:blipFill>
                <a:blip r:embed="rId10">
                  <a:extLst>
                    <a:ext uri="{28A0092B-C50C-407E-A947-70E740481C1C}">
                      <a14:useLocalDpi xmlns:a14="http://schemas.microsoft.com/office/drawing/2010/main" val="0"/>
                    </a:ext>
                  </a:extLst>
                </a:blip>
                <a:stretch>
                  <a:fillRect/>
                </a:stretch>
              </p:blipFill>
              <p:spPr bwMode="auto">
                <a:xfrm>
                  <a:off x="5157553" y="2516601"/>
                  <a:ext cx="76200" cy="8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58"/>
                <p:cNvPicPr>
                  <a:picLocks noChangeAspect="1" noChangeArrowheads="1"/>
                </p:cNvPicPr>
                <p:nvPr/>
              </p:nvPicPr>
              <p:blipFill>
                <a:blip r:embed="rId11">
                  <a:extLst>
                    <a:ext uri="{28A0092B-C50C-407E-A947-70E740481C1C}">
                      <a14:useLocalDpi xmlns:a14="http://schemas.microsoft.com/office/drawing/2010/main" val="0"/>
                    </a:ext>
                  </a:extLst>
                </a:blip>
                <a:stretch>
                  <a:fillRect/>
                </a:stretch>
              </p:blipFill>
              <p:spPr bwMode="auto">
                <a:xfrm>
                  <a:off x="5167078" y="2589626"/>
                  <a:ext cx="60325"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59"/>
                <p:cNvPicPr>
                  <a:picLocks noChangeAspect="1" noChangeArrowheads="1"/>
                </p:cNvPicPr>
                <p:nvPr/>
              </p:nvPicPr>
              <p:blipFill>
                <a:blip r:embed="rId12">
                  <a:extLst>
                    <a:ext uri="{28A0092B-C50C-407E-A947-70E740481C1C}">
                      <a14:useLocalDpi xmlns:a14="http://schemas.microsoft.com/office/drawing/2010/main" val="0"/>
                    </a:ext>
                  </a:extLst>
                </a:blip>
                <a:stretch>
                  <a:fillRect/>
                </a:stretch>
              </p:blipFill>
              <p:spPr bwMode="auto">
                <a:xfrm>
                  <a:off x="5005153" y="2516601"/>
                  <a:ext cx="227013" cy="9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60"/>
                <p:cNvPicPr>
                  <a:picLocks noChangeAspect="1" noChangeArrowheads="1"/>
                </p:cNvPicPr>
                <p:nvPr/>
              </p:nvPicPr>
              <p:blipFill>
                <a:blip r:embed="rId13">
                  <a:extLst>
                    <a:ext uri="{28A0092B-C50C-407E-A947-70E740481C1C}">
                      <a14:useLocalDpi xmlns:a14="http://schemas.microsoft.com/office/drawing/2010/main" val="0"/>
                    </a:ext>
                  </a:extLst>
                </a:blip>
                <a:stretch>
                  <a:fillRect/>
                </a:stretch>
              </p:blipFill>
              <p:spPr bwMode="auto">
                <a:xfrm>
                  <a:off x="4755915" y="2534064"/>
                  <a:ext cx="30163" cy="2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61"/>
                <p:cNvPicPr>
                  <a:picLocks noChangeAspect="1" noChangeArrowheads="1"/>
                </p:cNvPicPr>
                <p:nvPr/>
              </p:nvPicPr>
              <p:blipFill>
                <a:blip r:embed="rId14">
                  <a:extLst>
                    <a:ext uri="{28A0092B-C50C-407E-A947-70E740481C1C}">
                      <a14:useLocalDpi xmlns:a14="http://schemas.microsoft.com/office/drawing/2010/main" val="0"/>
                    </a:ext>
                  </a:extLst>
                </a:blip>
                <a:stretch>
                  <a:fillRect/>
                </a:stretch>
              </p:blipFill>
              <p:spPr bwMode="auto">
                <a:xfrm>
                  <a:off x="4762265" y="2599151"/>
                  <a:ext cx="26988"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62"/>
                <p:cNvPicPr>
                  <a:picLocks noChangeAspect="1" noChangeArrowheads="1"/>
                </p:cNvPicPr>
                <p:nvPr/>
              </p:nvPicPr>
              <p:blipFill>
                <a:blip r:embed="rId15">
                  <a:extLst>
                    <a:ext uri="{28A0092B-C50C-407E-A947-70E740481C1C}">
                      <a14:useLocalDpi xmlns:a14="http://schemas.microsoft.com/office/drawing/2010/main" val="0"/>
                    </a:ext>
                  </a:extLst>
                </a:blip>
                <a:stretch>
                  <a:fillRect/>
                </a:stretch>
              </p:blipFill>
              <p:spPr bwMode="auto">
                <a:xfrm>
                  <a:off x="4713053" y="2516601"/>
                  <a:ext cx="242888" cy="9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63"/>
                <p:cNvPicPr>
                  <a:picLocks noChangeAspect="1" noChangeArrowheads="1"/>
                </p:cNvPicPr>
                <p:nvPr/>
              </p:nvPicPr>
              <p:blipFill>
                <a:blip r:embed="rId16">
                  <a:extLst>
                    <a:ext uri="{28A0092B-C50C-407E-A947-70E740481C1C}">
                      <a14:useLocalDpi xmlns:a14="http://schemas.microsoft.com/office/drawing/2010/main" val="0"/>
                    </a:ext>
                  </a:extLst>
                </a:blip>
                <a:stretch>
                  <a:fillRect/>
                </a:stretch>
              </p:blipFill>
              <p:spPr bwMode="auto">
                <a:xfrm>
                  <a:off x="4779728" y="2600739"/>
                  <a:ext cx="395288"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64"/>
                <p:cNvPicPr>
                  <a:picLocks noChangeAspect="1" noChangeArrowheads="1"/>
                </p:cNvPicPr>
                <p:nvPr/>
              </p:nvPicPr>
              <p:blipFill>
                <a:blip r:embed="rId17">
                  <a:extLst>
                    <a:ext uri="{28A0092B-C50C-407E-A947-70E740481C1C}">
                      <a14:useLocalDpi xmlns:a14="http://schemas.microsoft.com/office/drawing/2010/main" val="0"/>
                    </a:ext>
                  </a:extLst>
                </a:blip>
                <a:stretch>
                  <a:fillRect/>
                </a:stretch>
              </p:blipFill>
              <p:spPr bwMode="auto">
                <a:xfrm>
                  <a:off x="4178065" y="2286414"/>
                  <a:ext cx="1582738" cy="146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65"/>
                <p:cNvSpPr>
                  <a:spLocks noEditPoints="1"/>
                </p:cNvSpPr>
                <p:nvPr/>
              </p:nvSpPr>
              <p:spPr bwMode="auto">
                <a:xfrm>
                  <a:off x="4182828" y="1348201"/>
                  <a:ext cx="1577975" cy="942975"/>
                </a:xfrm>
                <a:custGeom>
                  <a:avLst/>
                  <a:gdLst>
                    <a:gd name="T0" fmla="*/ 1254 w 1292"/>
                    <a:gd name="T1" fmla="*/ 0 h 772"/>
                    <a:gd name="T2" fmla="*/ 658 w 1292"/>
                    <a:gd name="T3" fmla="*/ 0 h 772"/>
                    <a:gd name="T4" fmla="*/ 637 w 1292"/>
                    <a:gd name="T5" fmla="*/ 0 h 772"/>
                    <a:gd name="T6" fmla="*/ 41 w 1292"/>
                    <a:gd name="T7" fmla="*/ 0 h 772"/>
                    <a:gd name="T8" fmla="*/ 0 w 1292"/>
                    <a:gd name="T9" fmla="*/ 36 h 772"/>
                    <a:gd name="T10" fmla="*/ 0 w 1292"/>
                    <a:gd name="T11" fmla="*/ 772 h 772"/>
                    <a:gd name="T12" fmla="*/ 1292 w 1292"/>
                    <a:gd name="T13" fmla="*/ 772 h 772"/>
                    <a:gd name="T14" fmla="*/ 1292 w 1292"/>
                    <a:gd name="T15" fmla="*/ 36 h 772"/>
                    <a:gd name="T16" fmla="*/ 1254 w 1292"/>
                    <a:gd name="T17" fmla="*/ 0 h 772"/>
                    <a:gd name="T18" fmla="*/ 1236 w 1292"/>
                    <a:gd name="T19" fmla="*/ 716 h 772"/>
                    <a:gd name="T20" fmla="*/ 56 w 1292"/>
                    <a:gd name="T21" fmla="*/ 716 h 772"/>
                    <a:gd name="T22" fmla="*/ 56 w 1292"/>
                    <a:gd name="T23" fmla="*/ 48 h 772"/>
                    <a:gd name="T24" fmla="*/ 1236 w 1292"/>
                    <a:gd name="T25" fmla="*/ 48 h 772"/>
                    <a:gd name="T26" fmla="*/ 1236 w 1292"/>
                    <a:gd name="T27" fmla="*/ 716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772">
                      <a:moveTo>
                        <a:pt x="1254" y="0"/>
                      </a:moveTo>
                      <a:cubicBezTo>
                        <a:pt x="658" y="0"/>
                        <a:pt x="658" y="0"/>
                        <a:pt x="658" y="0"/>
                      </a:cubicBezTo>
                      <a:cubicBezTo>
                        <a:pt x="637" y="0"/>
                        <a:pt x="637" y="0"/>
                        <a:pt x="637" y="0"/>
                      </a:cubicBezTo>
                      <a:cubicBezTo>
                        <a:pt x="41" y="0"/>
                        <a:pt x="41" y="0"/>
                        <a:pt x="41" y="0"/>
                      </a:cubicBezTo>
                      <a:cubicBezTo>
                        <a:pt x="20" y="0"/>
                        <a:pt x="0" y="15"/>
                        <a:pt x="0" y="36"/>
                      </a:cubicBezTo>
                      <a:cubicBezTo>
                        <a:pt x="0" y="772"/>
                        <a:pt x="0" y="772"/>
                        <a:pt x="0" y="772"/>
                      </a:cubicBezTo>
                      <a:cubicBezTo>
                        <a:pt x="1292" y="772"/>
                        <a:pt x="1292" y="772"/>
                        <a:pt x="1292" y="772"/>
                      </a:cubicBezTo>
                      <a:cubicBezTo>
                        <a:pt x="1292" y="36"/>
                        <a:pt x="1292" y="36"/>
                        <a:pt x="1292" y="36"/>
                      </a:cubicBezTo>
                      <a:cubicBezTo>
                        <a:pt x="1292" y="15"/>
                        <a:pt x="1275" y="0"/>
                        <a:pt x="1254" y="0"/>
                      </a:cubicBezTo>
                      <a:close/>
                      <a:moveTo>
                        <a:pt x="1236" y="716"/>
                      </a:moveTo>
                      <a:cubicBezTo>
                        <a:pt x="56" y="716"/>
                        <a:pt x="56" y="716"/>
                        <a:pt x="56" y="716"/>
                      </a:cubicBezTo>
                      <a:cubicBezTo>
                        <a:pt x="56" y="48"/>
                        <a:pt x="56" y="48"/>
                        <a:pt x="56" y="48"/>
                      </a:cubicBezTo>
                      <a:cubicBezTo>
                        <a:pt x="1236" y="48"/>
                        <a:pt x="1236" y="48"/>
                        <a:pt x="1236" y="48"/>
                      </a:cubicBezTo>
                      <a:lnTo>
                        <a:pt x="1236" y="71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pic>
              <p:nvPicPr>
                <p:cNvPr id="28" name="Picture 66"/>
                <p:cNvPicPr>
                  <a:picLocks noChangeAspect="1" noChangeArrowheads="1"/>
                </p:cNvPicPr>
                <p:nvPr/>
              </p:nvPicPr>
              <p:blipFill>
                <a:blip r:embed="rId18">
                  <a:extLst>
                    <a:ext uri="{28A0092B-C50C-407E-A947-70E740481C1C}">
                      <a14:useLocalDpi xmlns:a14="http://schemas.microsoft.com/office/drawing/2010/main" val="0"/>
                    </a:ext>
                  </a:extLst>
                </a:blip>
                <a:stretch>
                  <a:fillRect/>
                </a:stretch>
              </p:blipFill>
              <p:spPr bwMode="auto">
                <a:xfrm>
                  <a:off x="4178065" y="2286414"/>
                  <a:ext cx="1582738" cy="146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 name="Rectangle 68"/>
              <p:cNvSpPr>
                <a:spLocks noChangeArrowheads="1"/>
              </p:cNvSpPr>
              <p:nvPr/>
            </p:nvSpPr>
            <p:spPr bwMode="auto">
              <a:xfrm>
                <a:off x="3364908" y="1911686"/>
                <a:ext cx="1993392" cy="1137162"/>
              </a:xfrm>
              <a:prstGeom prst="rect">
                <a:avLst/>
              </a:pr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7" name="Freeform 46"/>
            <p:cNvSpPr>
              <a:spLocks noEditPoints="1"/>
            </p:cNvSpPr>
            <p:nvPr/>
          </p:nvSpPr>
          <p:spPr bwMode="auto">
            <a:xfrm>
              <a:off x="1986421" y="2282741"/>
              <a:ext cx="655180" cy="878652"/>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8"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49"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50" name="Group 49"/>
          <p:cNvGrpSpPr/>
          <p:nvPr/>
        </p:nvGrpSpPr>
        <p:grpSpPr>
          <a:xfrm>
            <a:off x="745927" y="5735914"/>
            <a:ext cx="10661949" cy="140901"/>
            <a:chOff x="745927" y="5494178"/>
            <a:chExt cx="10661949" cy="140901"/>
          </a:xfrm>
        </p:grpSpPr>
        <p:cxnSp>
          <p:nvCxnSpPr>
            <p:cNvPr id="51" name="Straight Connector 50"/>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52" name="Group 51"/>
            <p:cNvGrpSpPr/>
            <p:nvPr/>
          </p:nvGrpSpPr>
          <p:grpSpPr>
            <a:xfrm>
              <a:off x="4430272" y="5494178"/>
              <a:ext cx="3293258" cy="140901"/>
              <a:chOff x="3978245" y="5494178"/>
              <a:chExt cx="3293258" cy="140901"/>
            </a:xfrm>
          </p:grpSpPr>
          <p:sp>
            <p:nvSpPr>
              <p:cNvPr id="53" name="Rectangle 52"/>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54" name="Rectangle 53"/>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55" name="Rectangle 54"/>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56" name="Rectangle 55"/>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57" name="Rectangle 56"/>
          <p:cNvSpPr/>
          <p:nvPr/>
        </p:nvSpPr>
        <p:spPr>
          <a:xfrm>
            <a:off x="4365236" y="4425673"/>
            <a:ext cx="3182253" cy="1015663"/>
          </a:xfrm>
          <a:prstGeom prst="rect">
            <a:avLst/>
          </a:prstGeom>
        </p:spPr>
        <p:txBody>
          <a:bodyPr wrap="square">
            <a:spAutoFit/>
          </a:bodyPr>
          <a:lstStyle/>
          <a:p>
            <a:pPr algn="ctr">
              <a:lnSpc>
                <a:spcPct val="150000"/>
              </a:lnSpc>
            </a:pPr>
            <a:r>
              <a:rPr lang="en-US" sz="1600" b="1" smtClean="0">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Cloud Computing</a:t>
            </a:r>
            <a:endParaRPr lang="en-US" sz="1400" b="1">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8" name="Rectangle 57"/>
          <p:cNvSpPr/>
          <p:nvPr/>
        </p:nvSpPr>
        <p:spPr>
          <a:xfrm>
            <a:off x="8225623" y="4425673"/>
            <a:ext cx="3182253" cy="1015663"/>
          </a:xfrm>
          <a:prstGeom prst="rect">
            <a:avLst/>
          </a:prstGeom>
        </p:spPr>
        <p:txBody>
          <a:bodyPr wrap="square">
            <a:spAutoFit/>
          </a:bodyPr>
          <a:lstStyle/>
          <a:p>
            <a:pPr algn="ctr">
              <a:lnSpc>
                <a:spcPct val="150000"/>
              </a:lnSpc>
            </a:pPr>
            <a:r>
              <a:rPr lang="en-US" sz="1600" b="1" smtClean="0">
                <a:solidFill>
                  <a:srgbClr val="297F9D"/>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Surrounding</a:t>
            </a:r>
            <a:endParaRPr lang="en-US" sz="1400" b="1">
              <a:solidFill>
                <a:srgbClr val="297F9D"/>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171202311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287997" y="1610024"/>
            <a:ext cx="877604" cy="875979"/>
            <a:chOff x="2465997" y="1160222"/>
            <a:chExt cx="658203" cy="656984"/>
          </a:xfrm>
        </p:grpSpPr>
        <p:sp>
          <p:nvSpPr>
            <p:cNvPr id="30" name="Freeform 14"/>
            <p:cNvSpPr/>
            <p:nvPr/>
          </p:nvSpPr>
          <p:spPr bwMode="auto">
            <a:xfrm>
              <a:off x="2465997" y="1160222"/>
              <a:ext cx="658203" cy="656984"/>
            </a:xfrm>
            <a:custGeom>
              <a:avLst/>
              <a:gdLst>
                <a:gd name="T0" fmla="*/ 318 w 636"/>
                <a:gd name="T1" fmla="*/ 0 h 635"/>
                <a:gd name="T2" fmla="*/ 635 w 636"/>
                <a:gd name="T3" fmla="*/ 318 h 635"/>
                <a:gd name="T4" fmla="*/ 636 w 636"/>
                <a:gd name="T5" fmla="*/ 635 h 635"/>
                <a:gd name="T6" fmla="*/ 309 w 636"/>
                <a:gd name="T7" fmla="*/ 635 h 635"/>
                <a:gd name="T8" fmla="*/ 309 w 636"/>
                <a:gd name="T9" fmla="*/ 635 h 635"/>
                <a:gd name="T10" fmla="*/ 0 w 636"/>
                <a:gd name="T11" fmla="*/ 318 h 635"/>
                <a:gd name="T12" fmla="*/ 318 w 636"/>
                <a:gd name="T13" fmla="*/ 0 h 635"/>
              </a:gdLst>
              <a:ahLst/>
              <a:cxnLst>
                <a:cxn ang="0">
                  <a:pos x="T0" y="T1"/>
                </a:cxn>
                <a:cxn ang="0">
                  <a:pos x="T2" y="T3"/>
                </a:cxn>
                <a:cxn ang="0">
                  <a:pos x="T4" y="T5"/>
                </a:cxn>
                <a:cxn ang="0">
                  <a:pos x="T6" y="T7"/>
                </a:cxn>
                <a:cxn ang="0">
                  <a:pos x="T8" y="T9"/>
                </a:cxn>
                <a:cxn ang="0">
                  <a:pos x="T10" y="T11"/>
                </a:cxn>
                <a:cxn ang="0">
                  <a:pos x="T12" y="T13"/>
                </a:cxn>
              </a:cxnLst>
              <a:rect l="0" t="0" r="r" b="b"/>
              <a:pathLst>
                <a:path w="636" h="635">
                  <a:moveTo>
                    <a:pt x="318" y="0"/>
                  </a:moveTo>
                  <a:cubicBezTo>
                    <a:pt x="493" y="0"/>
                    <a:pt x="635" y="142"/>
                    <a:pt x="635" y="318"/>
                  </a:cubicBezTo>
                  <a:cubicBezTo>
                    <a:pt x="635" y="422"/>
                    <a:pt x="636" y="530"/>
                    <a:pt x="636" y="635"/>
                  </a:cubicBezTo>
                  <a:cubicBezTo>
                    <a:pt x="309" y="635"/>
                    <a:pt x="309" y="635"/>
                    <a:pt x="309" y="635"/>
                  </a:cubicBezTo>
                  <a:cubicBezTo>
                    <a:pt x="309" y="635"/>
                    <a:pt x="309" y="635"/>
                    <a:pt x="309" y="635"/>
                  </a:cubicBezTo>
                  <a:cubicBezTo>
                    <a:pt x="138" y="631"/>
                    <a:pt x="0" y="490"/>
                    <a:pt x="0" y="318"/>
                  </a:cubicBezTo>
                  <a:cubicBezTo>
                    <a:pt x="0" y="142"/>
                    <a:pt x="142" y="0"/>
                    <a:pt x="318" y="0"/>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2" name="Group 31"/>
            <p:cNvGrpSpPr/>
            <p:nvPr/>
          </p:nvGrpSpPr>
          <p:grpSpPr>
            <a:xfrm>
              <a:off x="2625563" y="1341647"/>
              <a:ext cx="339069" cy="326605"/>
              <a:chOff x="4616450" y="1549401"/>
              <a:chExt cx="215900" cy="207963"/>
            </a:xfrm>
            <a:solidFill>
              <a:schemeClr val="bg1"/>
            </a:solidFill>
          </p:grpSpPr>
          <p:sp>
            <p:nvSpPr>
              <p:cNvPr id="33"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9" name="Group 18"/>
          <p:cNvGrpSpPr/>
          <p:nvPr/>
        </p:nvGrpSpPr>
        <p:grpSpPr>
          <a:xfrm>
            <a:off x="2154345" y="2679261"/>
            <a:ext cx="877604" cy="875979"/>
            <a:chOff x="1615758" y="1962150"/>
            <a:chExt cx="658203" cy="656984"/>
          </a:xfrm>
        </p:grpSpPr>
        <p:sp>
          <p:nvSpPr>
            <p:cNvPr id="29" name="Freeform 14"/>
            <p:cNvSpPr/>
            <p:nvPr/>
          </p:nvSpPr>
          <p:spPr bwMode="auto">
            <a:xfrm>
              <a:off x="1615758" y="1962150"/>
              <a:ext cx="658203" cy="656984"/>
            </a:xfrm>
            <a:custGeom>
              <a:avLst/>
              <a:gdLst>
                <a:gd name="T0" fmla="*/ 318 w 636"/>
                <a:gd name="T1" fmla="*/ 0 h 635"/>
                <a:gd name="T2" fmla="*/ 635 w 636"/>
                <a:gd name="T3" fmla="*/ 318 h 635"/>
                <a:gd name="T4" fmla="*/ 636 w 636"/>
                <a:gd name="T5" fmla="*/ 635 h 635"/>
                <a:gd name="T6" fmla="*/ 309 w 636"/>
                <a:gd name="T7" fmla="*/ 635 h 635"/>
                <a:gd name="T8" fmla="*/ 309 w 636"/>
                <a:gd name="T9" fmla="*/ 635 h 635"/>
                <a:gd name="T10" fmla="*/ 0 w 636"/>
                <a:gd name="T11" fmla="*/ 318 h 635"/>
                <a:gd name="T12" fmla="*/ 318 w 636"/>
                <a:gd name="T13" fmla="*/ 0 h 635"/>
              </a:gdLst>
              <a:ahLst/>
              <a:cxnLst>
                <a:cxn ang="0">
                  <a:pos x="T0" y="T1"/>
                </a:cxn>
                <a:cxn ang="0">
                  <a:pos x="T2" y="T3"/>
                </a:cxn>
                <a:cxn ang="0">
                  <a:pos x="T4" y="T5"/>
                </a:cxn>
                <a:cxn ang="0">
                  <a:pos x="T6" y="T7"/>
                </a:cxn>
                <a:cxn ang="0">
                  <a:pos x="T8" y="T9"/>
                </a:cxn>
                <a:cxn ang="0">
                  <a:pos x="T10" y="T11"/>
                </a:cxn>
                <a:cxn ang="0">
                  <a:pos x="T12" y="T13"/>
                </a:cxn>
              </a:cxnLst>
              <a:rect l="0" t="0" r="r" b="b"/>
              <a:pathLst>
                <a:path w="636" h="635">
                  <a:moveTo>
                    <a:pt x="318" y="0"/>
                  </a:moveTo>
                  <a:cubicBezTo>
                    <a:pt x="493" y="0"/>
                    <a:pt x="635" y="142"/>
                    <a:pt x="635" y="318"/>
                  </a:cubicBezTo>
                  <a:cubicBezTo>
                    <a:pt x="635" y="422"/>
                    <a:pt x="636" y="530"/>
                    <a:pt x="636" y="635"/>
                  </a:cubicBezTo>
                  <a:cubicBezTo>
                    <a:pt x="309" y="635"/>
                    <a:pt x="309" y="635"/>
                    <a:pt x="309" y="635"/>
                  </a:cubicBezTo>
                  <a:cubicBezTo>
                    <a:pt x="309" y="635"/>
                    <a:pt x="309" y="635"/>
                    <a:pt x="309" y="635"/>
                  </a:cubicBezTo>
                  <a:cubicBezTo>
                    <a:pt x="138" y="631"/>
                    <a:pt x="0" y="490"/>
                    <a:pt x="0" y="318"/>
                  </a:cubicBezTo>
                  <a:cubicBezTo>
                    <a:pt x="0" y="142"/>
                    <a:pt x="142" y="0"/>
                    <a:pt x="318" y="0"/>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5" name="Group 34"/>
            <p:cNvGrpSpPr/>
            <p:nvPr/>
          </p:nvGrpSpPr>
          <p:grpSpPr>
            <a:xfrm>
              <a:off x="1819977" y="2132085"/>
              <a:ext cx="249765" cy="377092"/>
              <a:chOff x="549275" y="4406901"/>
              <a:chExt cx="161926" cy="244475"/>
            </a:xfrm>
            <a:solidFill>
              <a:schemeClr val="bg1"/>
            </a:solidFill>
          </p:grpSpPr>
          <p:sp>
            <p:nvSpPr>
              <p:cNvPr id="36"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8" name="Group 17"/>
          <p:cNvGrpSpPr/>
          <p:nvPr/>
        </p:nvGrpSpPr>
        <p:grpSpPr>
          <a:xfrm>
            <a:off x="1080313" y="3820145"/>
            <a:ext cx="877604" cy="875979"/>
            <a:chOff x="810234" y="2817813"/>
            <a:chExt cx="658203" cy="656984"/>
          </a:xfrm>
        </p:grpSpPr>
        <p:sp>
          <p:nvSpPr>
            <p:cNvPr id="27" name="Freeform 14"/>
            <p:cNvSpPr/>
            <p:nvPr/>
          </p:nvSpPr>
          <p:spPr bwMode="auto">
            <a:xfrm>
              <a:off x="810234" y="2817813"/>
              <a:ext cx="658203" cy="656984"/>
            </a:xfrm>
            <a:custGeom>
              <a:avLst/>
              <a:gdLst>
                <a:gd name="T0" fmla="*/ 318 w 636"/>
                <a:gd name="T1" fmla="*/ 0 h 635"/>
                <a:gd name="T2" fmla="*/ 635 w 636"/>
                <a:gd name="T3" fmla="*/ 318 h 635"/>
                <a:gd name="T4" fmla="*/ 636 w 636"/>
                <a:gd name="T5" fmla="*/ 635 h 635"/>
                <a:gd name="T6" fmla="*/ 309 w 636"/>
                <a:gd name="T7" fmla="*/ 635 h 635"/>
                <a:gd name="T8" fmla="*/ 309 w 636"/>
                <a:gd name="T9" fmla="*/ 635 h 635"/>
                <a:gd name="T10" fmla="*/ 0 w 636"/>
                <a:gd name="T11" fmla="*/ 318 h 635"/>
                <a:gd name="T12" fmla="*/ 318 w 636"/>
                <a:gd name="T13" fmla="*/ 0 h 635"/>
              </a:gdLst>
              <a:ahLst/>
              <a:cxnLst>
                <a:cxn ang="0">
                  <a:pos x="T0" y="T1"/>
                </a:cxn>
                <a:cxn ang="0">
                  <a:pos x="T2" y="T3"/>
                </a:cxn>
                <a:cxn ang="0">
                  <a:pos x="T4" y="T5"/>
                </a:cxn>
                <a:cxn ang="0">
                  <a:pos x="T6" y="T7"/>
                </a:cxn>
                <a:cxn ang="0">
                  <a:pos x="T8" y="T9"/>
                </a:cxn>
                <a:cxn ang="0">
                  <a:pos x="T10" y="T11"/>
                </a:cxn>
                <a:cxn ang="0">
                  <a:pos x="T12" y="T13"/>
                </a:cxn>
              </a:cxnLst>
              <a:rect l="0" t="0" r="r" b="b"/>
              <a:pathLst>
                <a:path w="636" h="635">
                  <a:moveTo>
                    <a:pt x="318" y="0"/>
                  </a:moveTo>
                  <a:cubicBezTo>
                    <a:pt x="493" y="0"/>
                    <a:pt x="635" y="142"/>
                    <a:pt x="635" y="318"/>
                  </a:cubicBezTo>
                  <a:cubicBezTo>
                    <a:pt x="635" y="422"/>
                    <a:pt x="636" y="530"/>
                    <a:pt x="636" y="635"/>
                  </a:cubicBezTo>
                  <a:cubicBezTo>
                    <a:pt x="309" y="635"/>
                    <a:pt x="309" y="635"/>
                    <a:pt x="309" y="635"/>
                  </a:cubicBezTo>
                  <a:cubicBezTo>
                    <a:pt x="309" y="635"/>
                    <a:pt x="309" y="635"/>
                    <a:pt x="309" y="635"/>
                  </a:cubicBezTo>
                  <a:cubicBezTo>
                    <a:pt x="138" y="631"/>
                    <a:pt x="0" y="490"/>
                    <a:pt x="0" y="318"/>
                  </a:cubicBezTo>
                  <a:cubicBezTo>
                    <a:pt x="0" y="142"/>
                    <a:pt x="142" y="0"/>
                    <a:pt x="318" y="0"/>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8" name="Group 37"/>
            <p:cNvGrpSpPr/>
            <p:nvPr/>
          </p:nvGrpSpPr>
          <p:grpSpPr>
            <a:xfrm>
              <a:off x="986579" y="2993165"/>
              <a:ext cx="305511" cy="309969"/>
              <a:chOff x="2360613" y="2686051"/>
              <a:chExt cx="217488" cy="220662"/>
            </a:xfrm>
            <a:solidFill>
              <a:schemeClr val="bg1"/>
            </a:solidFill>
          </p:grpSpPr>
          <p:sp>
            <p:nvSpPr>
              <p:cNvPr id="39"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5" name="Group 24"/>
          <p:cNvGrpSpPr/>
          <p:nvPr/>
        </p:nvGrpSpPr>
        <p:grpSpPr>
          <a:xfrm>
            <a:off x="4405597" y="469140"/>
            <a:ext cx="877604" cy="875979"/>
            <a:chOff x="3304197" y="304559"/>
            <a:chExt cx="658203" cy="656984"/>
          </a:xfrm>
        </p:grpSpPr>
        <p:sp>
          <p:nvSpPr>
            <p:cNvPr id="31" name="Freeform 14"/>
            <p:cNvSpPr/>
            <p:nvPr/>
          </p:nvSpPr>
          <p:spPr bwMode="auto">
            <a:xfrm>
              <a:off x="3304197" y="304559"/>
              <a:ext cx="658203" cy="656984"/>
            </a:xfrm>
            <a:custGeom>
              <a:avLst/>
              <a:gdLst>
                <a:gd name="T0" fmla="*/ 318 w 636"/>
                <a:gd name="T1" fmla="*/ 0 h 635"/>
                <a:gd name="T2" fmla="*/ 635 w 636"/>
                <a:gd name="T3" fmla="*/ 318 h 635"/>
                <a:gd name="T4" fmla="*/ 636 w 636"/>
                <a:gd name="T5" fmla="*/ 635 h 635"/>
                <a:gd name="T6" fmla="*/ 309 w 636"/>
                <a:gd name="T7" fmla="*/ 635 h 635"/>
                <a:gd name="T8" fmla="*/ 309 w 636"/>
                <a:gd name="T9" fmla="*/ 635 h 635"/>
                <a:gd name="T10" fmla="*/ 0 w 636"/>
                <a:gd name="T11" fmla="*/ 318 h 635"/>
                <a:gd name="T12" fmla="*/ 318 w 636"/>
                <a:gd name="T13" fmla="*/ 0 h 635"/>
              </a:gdLst>
              <a:ahLst/>
              <a:cxnLst>
                <a:cxn ang="0">
                  <a:pos x="T0" y="T1"/>
                </a:cxn>
                <a:cxn ang="0">
                  <a:pos x="T2" y="T3"/>
                </a:cxn>
                <a:cxn ang="0">
                  <a:pos x="T4" y="T5"/>
                </a:cxn>
                <a:cxn ang="0">
                  <a:pos x="T6" y="T7"/>
                </a:cxn>
                <a:cxn ang="0">
                  <a:pos x="T8" y="T9"/>
                </a:cxn>
                <a:cxn ang="0">
                  <a:pos x="T10" y="T11"/>
                </a:cxn>
                <a:cxn ang="0">
                  <a:pos x="T12" y="T13"/>
                </a:cxn>
              </a:cxnLst>
              <a:rect l="0" t="0" r="r" b="b"/>
              <a:pathLst>
                <a:path w="636" h="635">
                  <a:moveTo>
                    <a:pt x="318" y="0"/>
                  </a:moveTo>
                  <a:cubicBezTo>
                    <a:pt x="493" y="0"/>
                    <a:pt x="635" y="142"/>
                    <a:pt x="635" y="318"/>
                  </a:cubicBezTo>
                  <a:cubicBezTo>
                    <a:pt x="635" y="422"/>
                    <a:pt x="636" y="530"/>
                    <a:pt x="636" y="635"/>
                  </a:cubicBezTo>
                  <a:cubicBezTo>
                    <a:pt x="309" y="635"/>
                    <a:pt x="309" y="635"/>
                    <a:pt x="309" y="635"/>
                  </a:cubicBezTo>
                  <a:cubicBezTo>
                    <a:pt x="309" y="635"/>
                    <a:pt x="309" y="635"/>
                    <a:pt x="309" y="635"/>
                  </a:cubicBezTo>
                  <a:cubicBezTo>
                    <a:pt x="138" y="631"/>
                    <a:pt x="0" y="490"/>
                    <a:pt x="0" y="318"/>
                  </a:cubicBezTo>
                  <a:cubicBezTo>
                    <a:pt x="0" y="142"/>
                    <a:pt x="142" y="0"/>
                    <a:pt x="318" y="0"/>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2" name="Group 41"/>
            <p:cNvGrpSpPr/>
            <p:nvPr/>
          </p:nvGrpSpPr>
          <p:grpSpPr>
            <a:xfrm>
              <a:off x="3462702" y="453536"/>
              <a:ext cx="341191" cy="359029"/>
              <a:chOff x="1641475" y="2428876"/>
              <a:chExt cx="242888" cy="255587"/>
            </a:xfrm>
            <a:solidFill>
              <a:schemeClr val="bg1"/>
            </a:solidFill>
          </p:grpSpPr>
          <p:sp>
            <p:nvSpPr>
              <p:cNvPr id="43"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 name="Group 2"/>
          <p:cNvGrpSpPr/>
          <p:nvPr/>
        </p:nvGrpSpPr>
        <p:grpSpPr>
          <a:xfrm>
            <a:off x="2133600" y="3692122"/>
            <a:ext cx="2938621" cy="2713175"/>
            <a:chOff x="2133600" y="3692122"/>
            <a:chExt cx="2938621" cy="2713175"/>
          </a:xfrm>
        </p:grpSpPr>
        <p:grpSp>
          <p:nvGrpSpPr>
            <p:cNvPr id="2" name="Group 1"/>
            <p:cNvGrpSpPr/>
            <p:nvPr/>
          </p:nvGrpSpPr>
          <p:grpSpPr>
            <a:xfrm>
              <a:off x="2133600" y="3692122"/>
              <a:ext cx="2938621" cy="2713175"/>
              <a:chOff x="2133600" y="3692122"/>
              <a:chExt cx="2938621" cy="2713175"/>
            </a:xfrm>
          </p:grpSpPr>
          <p:sp>
            <p:nvSpPr>
              <p:cNvPr id="5" name="Freeform 5"/>
              <p:cNvSpPr/>
              <p:nvPr/>
            </p:nvSpPr>
            <p:spPr bwMode="auto">
              <a:xfrm>
                <a:off x="2133600" y="3692122"/>
                <a:ext cx="2938621" cy="1607232"/>
              </a:xfrm>
              <a:custGeom>
                <a:avLst/>
                <a:gdLst>
                  <a:gd name="T0" fmla="*/ 0 w 1150"/>
                  <a:gd name="T1" fmla="*/ 0 h 622"/>
                  <a:gd name="T2" fmla="*/ 428 w 1150"/>
                  <a:gd name="T3" fmla="*/ 1 h 622"/>
                  <a:gd name="T4" fmla="*/ 1150 w 1150"/>
                  <a:gd name="T5" fmla="*/ 622 h 622"/>
                  <a:gd name="T6" fmla="*/ 723 w 1150"/>
                  <a:gd name="T7" fmla="*/ 622 h 622"/>
                  <a:gd name="T8" fmla="*/ 0 w 1150"/>
                  <a:gd name="T9" fmla="*/ 0 h 622"/>
                </a:gdLst>
                <a:ahLst/>
                <a:cxnLst>
                  <a:cxn ang="0">
                    <a:pos x="T0" y="T1"/>
                  </a:cxn>
                  <a:cxn ang="0">
                    <a:pos x="T2" y="T3"/>
                  </a:cxn>
                  <a:cxn ang="0">
                    <a:pos x="T4" y="T5"/>
                  </a:cxn>
                  <a:cxn ang="0">
                    <a:pos x="T6" y="T7"/>
                  </a:cxn>
                  <a:cxn ang="0">
                    <a:pos x="T8" y="T9"/>
                  </a:cxn>
                </a:cxnLst>
                <a:rect l="0" t="0" r="r" b="b"/>
                <a:pathLst>
                  <a:path w="1150" h="622">
                    <a:moveTo>
                      <a:pt x="0" y="0"/>
                    </a:moveTo>
                    <a:lnTo>
                      <a:pt x="428" y="1"/>
                    </a:lnTo>
                    <a:lnTo>
                      <a:pt x="1150" y="622"/>
                    </a:lnTo>
                    <a:lnTo>
                      <a:pt x="723" y="622"/>
                    </a:lnTo>
                    <a:lnTo>
                      <a:pt x="0" y="0"/>
                    </a:lnTo>
                    <a:close/>
                  </a:path>
                </a:pathLst>
              </a:custGeom>
              <a:solidFill>
                <a:srgbClr val="297F9D">
                  <a:alpha val="75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 name="Rectangle 6"/>
              <p:cNvSpPr>
                <a:spLocks noChangeArrowheads="1"/>
              </p:cNvSpPr>
              <p:nvPr/>
            </p:nvSpPr>
            <p:spPr bwMode="auto">
              <a:xfrm>
                <a:off x="3981097" y="5299356"/>
                <a:ext cx="1091124" cy="1105941"/>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7"/>
              <p:cNvSpPr/>
              <p:nvPr/>
            </p:nvSpPr>
            <p:spPr bwMode="auto">
              <a:xfrm>
                <a:off x="2133600" y="3692122"/>
                <a:ext cx="1847498" cy="2713175"/>
              </a:xfrm>
              <a:custGeom>
                <a:avLst/>
                <a:gdLst>
                  <a:gd name="T0" fmla="*/ 0 w 723"/>
                  <a:gd name="T1" fmla="*/ 426 h 1050"/>
                  <a:gd name="T2" fmla="*/ 0 w 723"/>
                  <a:gd name="T3" fmla="*/ 0 h 1050"/>
                  <a:gd name="T4" fmla="*/ 723 w 723"/>
                  <a:gd name="T5" fmla="*/ 622 h 1050"/>
                  <a:gd name="T6" fmla="*/ 723 w 723"/>
                  <a:gd name="T7" fmla="*/ 1050 h 1050"/>
                  <a:gd name="T8" fmla="*/ 0 w 723"/>
                  <a:gd name="T9" fmla="*/ 426 h 1050"/>
                </a:gdLst>
                <a:ahLst/>
                <a:cxnLst>
                  <a:cxn ang="0">
                    <a:pos x="T0" y="T1"/>
                  </a:cxn>
                  <a:cxn ang="0">
                    <a:pos x="T2" y="T3"/>
                  </a:cxn>
                  <a:cxn ang="0">
                    <a:pos x="T4" y="T5"/>
                  </a:cxn>
                  <a:cxn ang="0">
                    <a:pos x="T6" y="T7"/>
                  </a:cxn>
                  <a:cxn ang="0">
                    <a:pos x="T8" y="T9"/>
                  </a:cxn>
                </a:cxnLst>
                <a:rect l="0" t="0" r="r" b="b"/>
                <a:pathLst>
                  <a:path w="723" h="1050">
                    <a:moveTo>
                      <a:pt x="0" y="426"/>
                    </a:moveTo>
                    <a:lnTo>
                      <a:pt x="0" y="0"/>
                    </a:lnTo>
                    <a:lnTo>
                      <a:pt x="723" y="622"/>
                    </a:lnTo>
                    <a:lnTo>
                      <a:pt x="723" y="1050"/>
                    </a:lnTo>
                    <a:lnTo>
                      <a:pt x="0" y="426"/>
                    </a:lnTo>
                    <a:close/>
                  </a:path>
                </a:pathLst>
              </a:custGeom>
              <a:solidFill>
                <a:srgbClr val="297F9D">
                  <a:alpha val="90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8" name="Rectangle 47"/>
            <p:cNvSpPr/>
            <p:nvPr/>
          </p:nvSpPr>
          <p:spPr>
            <a:xfrm>
              <a:off x="4065422" y="5626624"/>
              <a:ext cx="922472" cy="502767"/>
            </a:xfrm>
            <a:prstGeom prst="rect">
              <a:avLst/>
            </a:prstGeom>
          </p:spPr>
          <p:txBody>
            <a:bodyPr wrap="square">
              <a:spAutoFit/>
            </a:bodyPr>
            <a:lstStyle/>
            <a:p>
              <a:pPr algn="ctr"/>
              <a:r>
                <a:rPr lang="en-US" sz="2667">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12%</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4" name="Group 3"/>
          <p:cNvGrpSpPr/>
          <p:nvPr/>
        </p:nvGrpSpPr>
        <p:grpSpPr>
          <a:xfrm>
            <a:off x="3232389" y="2588763"/>
            <a:ext cx="2936067" cy="2713175"/>
            <a:chOff x="3232389" y="2588763"/>
            <a:chExt cx="2936067" cy="2713175"/>
          </a:xfrm>
        </p:grpSpPr>
        <p:sp>
          <p:nvSpPr>
            <p:cNvPr id="8" name="Freeform 8"/>
            <p:cNvSpPr/>
            <p:nvPr/>
          </p:nvSpPr>
          <p:spPr bwMode="auto">
            <a:xfrm>
              <a:off x="3232389" y="2588763"/>
              <a:ext cx="2936067" cy="1609818"/>
            </a:xfrm>
            <a:custGeom>
              <a:avLst/>
              <a:gdLst>
                <a:gd name="T0" fmla="*/ 0 w 1149"/>
                <a:gd name="T1" fmla="*/ 0 h 623"/>
                <a:gd name="T2" fmla="*/ 427 w 1149"/>
                <a:gd name="T3" fmla="*/ 1 h 623"/>
                <a:gd name="T4" fmla="*/ 1149 w 1149"/>
                <a:gd name="T5" fmla="*/ 623 h 623"/>
                <a:gd name="T6" fmla="*/ 722 w 1149"/>
                <a:gd name="T7" fmla="*/ 623 h 623"/>
                <a:gd name="T8" fmla="*/ 0 w 1149"/>
                <a:gd name="T9" fmla="*/ 0 h 623"/>
              </a:gdLst>
              <a:ahLst/>
              <a:cxnLst>
                <a:cxn ang="0">
                  <a:pos x="T0" y="T1"/>
                </a:cxn>
                <a:cxn ang="0">
                  <a:pos x="T2" y="T3"/>
                </a:cxn>
                <a:cxn ang="0">
                  <a:pos x="T4" y="T5"/>
                </a:cxn>
                <a:cxn ang="0">
                  <a:pos x="T6" y="T7"/>
                </a:cxn>
                <a:cxn ang="0">
                  <a:pos x="T8" y="T9"/>
                </a:cxn>
              </a:cxnLst>
              <a:rect l="0" t="0" r="r" b="b"/>
              <a:pathLst>
                <a:path w="1149" h="623">
                  <a:moveTo>
                    <a:pt x="0" y="0"/>
                  </a:moveTo>
                  <a:lnTo>
                    <a:pt x="427" y="1"/>
                  </a:lnTo>
                  <a:lnTo>
                    <a:pt x="1149" y="623"/>
                  </a:lnTo>
                  <a:lnTo>
                    <a:pt x="722" y="623"/>
                  </a:lnTo>
                  <a:lnTo>
                    <a:pt x="0" y="0"/>
                  </a:lnTo>
                  <a:close/>
                </a:path>
              </a:pathLst>
            </a:custGeom>
            <a:solidFill>
              <a:srgbClr val="15A185">
                <a:alpha val="68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Rectangle 9"/>
            <p:cNvSpPr>
              <a:spLocks noChangeArrowheads="1"/>
            </p:cNvSpPr>
            <p:nvPr/>
          </p:nvSpPr>
          <p:spPr bwMode="auto">
            <a:xfrm>
              <a:off x="5077332" y="4190655"/>
              <a:ext cx="1091124" cy="1100773"/>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10"/>
            <p:cNvSpPr/>
            <p:nvPr/>
          </p:nvSpPr>
          <p:spPr bwMode="auto">
            <a:xfrm>
              <a:off x="3232389" y="2588763"/>
              <a:ext cx="1844943" cy="2713175"/>
            </a:xfrm>
            <a:custGeom>
              <a:avLst/>
              <a:gdLst>
                <a:gd name="T0" fmla="*/ 0 w 722"/>
                <a:gd name="T1" fmla="*/ 428 h 1050"/>
                <a:gd name="T2" fmla="*/ 0 w 722"/>
                <a:gd name="T3" fmla="*/ 0 h 1050"/>
                <a:gd name="T4" fmla="*/ 722 w 722"/>
                <a:gd name="T5" fmla="*/ 624 h 1050"/>
                <a:gd name="T6" fmla="*/ 722 w 722"/>
                <a:gd name="T7" fmla="*/ 1050 h 1050"/>
                <a:gd name="T8" fmla="*/ 0 w 722"/>
                <a:gd name="T9" fmla="*/ 428 h 1050"/>
              </a:gdLst>
              <a:ahLst/>
              <a:cxnLst>
                <a:cxn ang="0">
                  <a:pos x="T0" y="T1"/>
                </a:cxn>
                <a:cxn ang="0">
                  <a:pos x="T2" y="T3"/>
                </a:cxn>
                <a:cxn ang="0">
                  <a:pos x="T4" y="T5"/>
                </a:cxn>
                <a:cxn ang="0">
                  <a:pos x="T6" y="T7"/>
                </a:cxn>
                <a:cxn ang="0">
                  <a:pos x="T8" y="T9"/>
                </a:cxn>
              </a:cxnLst>
              <a:rect l="0" t="0" r="r" b="b"/>
              <a:pathLst>
                <a:path w="722" h="1050">
                  <a:moveTo>
                    <a:pt x="0" y="428"/>
                  </a:moveTo>
                  <a:lnTo>
                    <a:pt x="0" y="0"/>
                  </a:lnTo>
                  <a:lnTo>
                    <a:pt x="722" y="624"/>
                  </a:lnTo>
                  <a:lnTo>
                    <a:pt x="722" y="1050"/>
                  </a:lnTo>
                  <a:lnTo>
                    <a:pt x="0" y="428"/>
                  </a:lnTo>
                  <a:close/>
                </a:path>
              </a:pathLst>
            </a:custGeom>
            <a:solidFill>
              <a:srgbClr val="15A185">
                <a:alpha val="84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Rectangle 48"/>
            <p:cNvSpPr/>
            <p:nvPr/>
          </p:nvSpPr>
          <p:spPr>
            <a:xfrm>
              <a:off x="5161657" y="4484811"/>
              <a:ext cx="922472" cy="502765"/>
            </a:xfrm>
            <a:prstGeom prst="rect">
              <a:avLst/>
            </a:prstGeom>
          </p:spPr>
          <p:txBody>
            <a:bodyPr wrap="square">
              <a:spAutoFit/>
            </a:bodyPr>
            <a:lstStyle/>
            <a:p>
              <a:pPr algn="ctr"/>
              <a:r>
                <a:rPr lang="en-US" sz="2667">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52%</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1" name="Group 10"/>
          <p:cNvGrpSpPr/>
          <p:nvPr/>
        </p:nvGrpSpPr>
        <p:grpSpPr>
          <a:xfrm>
            <a:off x="4354559" y="1547420"/>
            <a:ext cx="2938621" cy="2713174"/>
            <a:chOff x="4354559" y="1547420"/>
            <a:chExt cx="2938621" cy="2713174"/>
          </a:xfrm>
        </p:grpSpPr>
        <p:sp>
          <p:nvSpPr>
            <p:cNvPr id="12" name="Freeform 5"/>
            <p:cNvSpPr/>
            <p:nvPr/>
          </p:nvSpPr>
          <p:spPr bwMode="auto">
            <a:xfrm>
              <a:off x="4354559" y="1547420"/>
              <a:ext cx="2938621" cy="1607232"/>
            </a:xfrm>
            <a:custGeom>
              <a:avLst/>
              <a:gdLst>
                <a:gd name="T0" fmla="*/ 0 w 1150"/>
                <a:gd name="T1" fmla="*/ 0 h 622"/>
                <a:gd name="T2" fmla="*/ 428 w 1150"/>
                <a:gd name="T3" fmla="*/ 1 h 622"/>
                <a:gd name="T4" fmla="*/ 1150 w 1150"/>
                <a:gd name="T5" fmla="*/ 622 h 622"/>
                <a:gd name="T6" fmla="*/ 723 w 1150"/>
                <a:gd name="T7" fmla="*/ 622 h 622"/>
                <a:gd name="T8" fmla="*/ 0 w 1150"/>
                <a:gd name="T9" fmla="*/ 0 h 622"/>
              </a:gdLst>
              <a:ahLst/>
              <a:cxnLst>
                <a:cxn ang="0">
                  <a:pos x="T0" y="T1"/>
                </a:cxn>
                <a:cxn ang="0">
                  <a:pos x="T2" y="T3"/>
                </a:cxn>
                <a:cxn ang="0">
                  <a:pos x="T4" y="T5"/>
                </a:cxn>
                <a:cxn ang="0">
                  <a:pos x="T6" y="T7"/>
                </a:cxn>
                <a:cxn ang="0">
                  <a:pos x="T8" y="T9"/>
                </a:cxn>
              </a:cxnLst>
              <a:rect l="0" t="0" r="r" b="b"/>
              <a:pathLst>
                <a:path w="1150" h="622">
                  <a:moveTo>
                    <a:pt x="0" y="0"/>
                  </a:moveTo>
                  <a:lnTo>
                    <a:pt x="428" y="1"/>
                  </a:lnTo>
                  <a:lnTo>
                    <a:pt x="1150" y="622"/>
                  </a:lnTo>
                  <a:lnTo>
                    <a:pt x="723" y="622"/>
                  </a:lnTo>
                  <a:lnTo>
                    <a:pt x="0" y="0"/>
                  </a:lnTo>
                  <a:close/>
                </a:path>
              </a:pathLst>
            </a:custGeom>
            <a:solidFill>
              <a:srgbClr val="9BBC57">
                <a:alpha val="68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6"/>
            <p:cNvSpPr>
              <a:spLocks noChangeArrowheads="1"/>
            </p:cNvSpPr>
            <p:nvPr/>
          </p:nvSpPr>
          <p:spPr bwMode="auto">
            <a:xfrm>
              <a:off x="6202056" y="3154652"/>
              <a:ext cx="1091124" cy="1105941"/>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7"/>
            <p:cNvSpPr/>
            <p:nvPr/>
          </p:nvSpPr>
          <p:spPr bwMode="auto">
            <a:xfrm>
              <a:off x="4354559" y="1547420"/>
              <a:ext cx="1847498" cy="2713174"/>
            </a:xfrm>
            <a:custGeom>
              <a:avLst/>
              <a:gdLst>
                <a:gd name="T0" fmla="*/ 0 w 723"/>
                <a:gd name="T1" fmla="*/ 426 h 1050"/>
                <a:gd name="T2" fmla="*/ 0 w 723"/>
                <a:gd name="T3" fmla="*/ 0 h 1050"/>
                <a:gd name="T4" fmla="*/ 723 w 723"/>
                <a:gd name="T5" fmla="*/ 622 h 1050"/>
                <a:gd name="T6" fmla="*/ 723 w 723"/>
                <a:gd name="T7" fmla="*/ 1050 h 1050"/>
                <a:gd name="T8" fmla="*/ 0 w 723"/>
                <a:gd name="T9" fmla="*/ 426 h 1050"/>
              </a:gdLst>
              <a:ahLst/>
              <a:cxnLst>
                <a:cxn ang="0">
                  <a:pos x="T0" y="T1"/>
                </a:cxn>
                <a:cxn ang="0">
                  <a:pos x="T2" y="T3"/>
                </a:cxn>
                <a:cxn ang="0">
                  <a:pos x="T4" y="T5"/>
                </a:cxn>
                <a:cxn ang="0">
                  <a:pos x="T6" y="T7"/>
                </a:cxn>
                <a:cxn ang="0">
                  <a:pos x="T8" y="T9"/>
                </a:cxn>
              </a:cxnLst>
              <a:rect l="0" t="0" r="r" b="b"/>
              <a:pathLst>
                <a:path w="723" h="1050">
                  <a:moveTo>
                    <a:pt x="0" y="426"/>
                  </a:moveTo>
                  <a:lnTo>
                    <a:pt x="0" y="0"/>
                  </a:lnTo>
                  <a:lnTo>
                    <a:pt x="723" y="622"/>
                  </a:lnTo>
                  <a:lnTo>
                    <a:pt x="723" y="1050"/>
                  </a:lnTo>
                  <a:lnTo>
                    <a:pt x="0" y="426"/>
                  </a:lnTo>
                  <a:close/>
                </a:path>
              </a:pathLst>
            </a:custGeom>
            <a:solidFill>
              <a:srgbClr val="9BBC57">
                <a:alpha val="84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Rectangle 49"/>
            <p:cNvSpPr/>
            <p:nvPr/>
          </p:nvSpPr>
          <p:spPr>
            <a:xfrm>
              <a:off x="6286381" y="3440882"/>
              <a:ext cx="922472" cy="502767"/>
            </a:xfrm>
            <a:prstGeom prst="rect">
              <a:avLst/>
            </a:prstGeom>
          </p:spPr>
          <p:txBody>
            <a:bodyPr wrap="square">
              <a:spAutoFit/>
            </a:bodyPr>
            <a:lstStyle/>
            <a:p>
              <a:pPr algn="ctr"/>
              <a:r>
                <a:rPr lang="en-US" sz="2667">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40%</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21" name="Group 20"/>
          <p:cNvGrpSpPr/>
          <p:nvPr/>
        </p:nvGrpSpPr>
        <p:grpSpPr>
          <a:xfrm>
            <a:off x="5453347" y="444062"/>
            <a:ext cx="2936067" cy="2713175"/>
            <a:chOff x="5453347" y="444062"/>
            <a:chExt cx="2936067" cy="2713175"/>
          </a:xfrm>
        </p:grpSpPr>
        <p:sp>
          <p:nvSpPr>
            <p:cNvPr id="15" name="Freeform 8"/>
            <p:cNvSpPr/>
            <p:nvPr/>
          </p:nvSpPr>
          <p:spPr bwMode="auto">
            <a:xfrm>
              <a:off x="5453347" y="454572"/>
              <a:ext cx="2936067" cy="1609818"/>
            </a:xfrm>
            <a:custGeom>
              <a:avLst/>
              <a:gdLst>
                <a:gd name="T0" fmla="*/ 0 w 1149"/>
                <a:gd name="T1" fmla="*/ 0 h 623"/>
                <a:gd name="T2" fmla="*/ 427 w 1149"/>
                <a:gd name="T3" fmla="*/ 1 h 623"/>
                <a:gd name="T4" fmla="*/ 1149 w 1149"/>
                <a:gd name="T5" fmla="*/ 623 h 623"/>
                <a:gd name="T6" fmla="*/ 722 w 1149"/>
                <a:gd name="T7" fmla="*/ 623 h 623"/>
                <a:gd name="T8" fmla="*/ 0 w 1149"/>
                <a:gd name="T9" fmla="*/ 0 h 623"/>
              </a:gdLst>
              <a:ahLst/>
              <a:cxnLst>
                <a:cxn ang="0">
                  <a:pos x="T0" y="T1"/>
                </a:cxn>
                <a:cxn ang="0">
                  <a:pos x="T2" y="T3"/>
                </a:cxn>
                <a:cxn ang="0">
                  <a:pos x="T4" y="T5"/>
                </a:cxn>
                <a:cxn ang="0">
                  <a:pos x="T6" y="T7"/>
                </a:cxn>
                <a:cxn ang="0">
                  <a:pos x="T8" y="T9"/>
                </a:cxn>
              </a:cxnLst>
              <a:rect l="0" t="0" r="r" b="b"/>
              <a:pathLst>
                <a:path w="1149" h="623">
                  <a:moveTo>
                    <a:pt x="0" y="0"/>
                  </a:moveTo>
                  <a:lnTo>
                    <a:pt x="427" y="1"/>
                  </a:lnTo>
                  <a:lnTo>
                    <a:pt x="1149" y="623"/>
                  </a:lnTo>
                  <a:lnTo>
                    <a:pt x="722" y="623"/>
                  </a:lnTo>
                  <a:lnTo>
                    <a:pt x="0" y="0"/>
                  </a:lnTo>
                  <a:close/>
                </a:path>
              </a:pathLst>
            </a:custGeom>
            <a:solidFill>
              <a:srgbClr val="F49D15">
                <a:alpha val="68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Rectangle 9"/>
            <p:cNvSpPr>
              <a:spLocks noChangeArrowheads="1"/>
            </p:cNvSpPr>
            <p:nvPr/>
          </p:nvSpPr>
          <p:spPr bwMode="auto">
            <a:xfrm>
              <a:off x="7298290" y="2056464"/>
              <a:ext cx="1091124" cy="1100773"/>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0"/>
            <p:cNvSpPr/>
            <p:nvPr/>
          </p:nvSpPr>
          <p:spPr bwMode="auto">
            <a:xfrm>
              <a:off x="5453347" y="444062"/>
              <a:ext cx="1844943" cy="2713175"/>
            </a:xfrm>
            <a:custGeom>
              <a:avLst/>
              <a:gdLst>
                <a:gd name="T0" fmla="*/ 0 w 722"/>
                <a:gd name="T1" fmla="*/ 428 h 1050"/>
                <a:gd name="T2" fmla="*/ 0 w 722"/>
                <a:gd name="T3" fmla="*/ 0 h 1050"/>
                <a:gd name="T4" fmla="*/ 722 w 722"/>
                <a:gd name="T5" fmla="*/ 624 h 1050"/>
                <a:gd name="T6" fmla="*/ 722 w 722"/>
                <a:gd name="T7" fmla="*/ 1050 h 1050"/>
                <a:gd name="T8" fmla="*/ 0 w 722"/>
                <a:gd name="T9" fmla="*/ 428 h 1050"/>
              </a:gdLst>
              <a:ahLst/>
              <a:cxnLst>
                <a:cxn ang="0">
                  <a:pos x="T0" y="T1"/>
                </a:cxn>
                <a:cxn ang="0">
                  <a:pos x="T2" y="T3"/>
                </a:cxn>
                <a:cxn ang="0">
                  <a:pos x="T4" y="T5"/>
                </a:cxn>
                <a:cxn ang="0">
                  <a:pos x="T6" y="T7"/>
                </a:cxn>
                <a:cxn ang="0">
                  <a:pos x="T8" y="T9"/>
                </a:cxn>
              </a:cxnLst>
              <a:rect l="0" t="0" r="r" b="b"/>
              <a:pathLst>
                <a:path w="722" h="1050">
                  <a:moveTo>
                    <a:pt x="0" y="428"/>
                  </a:moveTo>
                  <a:lnTo>
                    <a:pt x="0" y="0"/>
                  </a:lnTo>
                  <a:lnTo>
                    <a:pt x="722" y="624"/>
                  </a:lnTo>
                  <a:lnTo>
                    <a:pt x="722" y="1050"/>
                  </a:lnTo>
                  <a:lnTo>
                    <a:pt x="0" y="428"/>
                  </a:lnTo>
                  <a:close/>
                </a:path>
              </a:pathLst>
            </a:custGeom>
            <a:solidFill>
              <a:srgbClr val="F49D15">
                <a:alpha val="84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50"/>
            <p:cNvSpPr/>
            <p:nvPr/>
          </p:nvSpPr>
          <p:spPr>
            <a:xfrm>
              <a:off x="7382615" y="2340110"/>
              <a:ext cx="922472" cy="502765"/>
            </a:xfrm>
            <a:prstGeom prst="rect">
              <a:avLst/>
            </a:prstGeom>
          </p:spPr>
          <p:txBody>
            <a:bodyPr wrap="square">
              <a:spAutoFit/>
            </a:bodyPr>
            <a:lstStyle/>
            <a:p>
              <a:pPr algn="ctr"/>
              <a:r>
                <a:rPr lang="en-US" sz="2667">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65%</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52" name="Rectangle 51"/>
          <p:cNvSpPr/>
          <p:nvPr/>
        </p:nvSpPr>
        <p:spPr>
          <a:xfrm>
            <a:off x="8601076" y="2099018"/>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Setting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3" name="Rectangle 52"/>
          <p:cNvSpPr/>
          <p:nvPr/>
        </p:nvSpPr>
        <p:spPr>
          <a:xfrm>
            <a:off x="7471214" y="3201083"/>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Digital</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4" name="Rectangle 53"/>
          <p:cNvSpPr/>
          <p:nvPr/>
        </p:nvSpPr>
        <p:spPr>
          <a:xfrm>
            <a:off x="6252781" y="4233447"/>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Mobile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5" name="Rectangle 54"/>
          <p:cNvSpPr/>
          <p:nvPr/>
        </p:nvSpPr>
        <p:spPr>
          <a:xfrm>
            <a:off x="5128679" y="5329149"/>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1383452825"/>
      </p:ext>
    </p:extLst>
  </p:cSld>
  <p:clrMapOvr>
    <a:masterClrMapping/>
  </p:clrMapOvr>
  <p:transition spd="slow">
    <p:push dir="u"/>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3456459"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Tablet Report</a:t>
            </a:r>
          </a:p>
        </p:txBody>
      </p:sp>
      <p:grpSp>
        <p:nvGrpSpPr>
          <p:cNvPr id="11" name="Group 10"/>
          <p:cNvGrpSpPr/>
          <p:nvPr/>
        </p:nvGrpSpPr>
        <p:grpSpPr>
          <a:xfrm>
            <a:off x="5353620" y="1803400"/>
            <a:ext cx="1714122" cy="3862960"/>
            <a:chOff x="5353620" y="1803400"/>
            <a:chExt cx="1714122" cy="3862960"/>
          </a:xfrm>
        </p:grpSpPr>
        <p:sp>
          <p:nvSpPr>
            <p:cNvPr id="33" name="Freeform 13"/>
            <p:cNvSpPr/>
            <p:nvPr/>
          </p:nvSpPr>
          <p:spPr bwMode="auto">
            <a:xfrm>
              <a:off x="5353620" y="5272052"/>
              <a:ext cx="857061" cy="394308"/>
            </a:xfrm>
            <a:custGeom>
              <a:avLst/>
              <a:gdLst>
                <a:gd name="T0" fmla="*/ 0 w 576"/>
                <a:gd name="T1" fmla="*/ 0 h 265"/>
                <a:gd name="T2" fmla="*/ 576 w 576"/>
                <a:gd name="T3" fmla="*/ 265 h 265"/>
                <a:gd name="T4" fmla="*/ 576 w 576"/>
                <a:gd name="T5" fmla="*/ 0 h 265"/>
                <a:gd name="T6" fmla="*/ 0 w 576"/>
                <a:gd name="T7" fmla="*/ 0 h 265"/>
              </a:gdLst>
              <a:ahLst/>
              <a:cxnLst>
                <a:cxn ang="0">
                  <a:pos x="T0" y="T1"/>
                </a:cxn>
                <a:cxn ang="0">
                  <a:pos x="T2" y="T3"/>
                </a:cxn>
                <a:cxn ang="0">
                  <a:pos x="T4" y="T5"/>
                </a:cxn>
                <a:cxn ang="0">
                  <a:pos x="T6" y="T7"/>
                </a:cxn>
              </a:cxnLst>
              <a:rect l="0" t="0" r="r" b="b"/>
              <a:pathLst>
                <a:path w="576" h="265">
                  <a:moveTo>
                    <a:pt x="0" y="0"/>
                  </a:moveTo>
                  <a:lnTo>
                    <a:pt x="576" y="265"/>
                  </a:lnTo>
                  <a:lnTo>
                    <a:pt x="576" y="0"/>
                  </a:lnTo>
                  <a:lnTo>
                    <a:pt x="0" y="0"/>
                  </a:lnTo>
                  <a:close/>
                </a:path>
              </a:pathLst>
            </a:custGeom>
            <a:solidFill>
              <a:srgbClr val="ECD35E"/>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14"/>
            <p:cNvSpPr/>
            <p:nvPr/>
          </p:nvSpPr>
          <p:spPr bwMode="auto">
            <a:xfrm>
              <a:off x="5353620" y="2181824"/>
              <a:ext cx="857061" cy="395796"/>
            </a:xfrm>
            <a:custGeom>
              <a:avLst/>
              <a:gdLst>
                <a:gd name="T0" fmla="*/ 576 w 576"/>
                <a:gd name="T1" fmla="*/ 266 h 266"/>
                <a:gd name="T2" fmla="*/ 0 w 576"/>
                <a:gd name="T3" fmla="*/ 0 h 266"/>
                <a:gd name="T4" fmla="*/ 0 w 576"/>
                <a:gd name="T5" fmla="*/ 266 h 266"/>
                <a:gd name="T6" fmla="*/ 576 w 576"/>
                <a:gd name="T7" fmla="*/ 266 h 266"/>
              </a:gdLst>
              <a:ahLst/>
              <a:cxnLst>
                <a:cxn ang="0">
                  <a:pos x="T0" y="T1"/>
                </a:cxn>
                <a:cxn ang="0">
                  <a:pos x="T2" y="T3"/>
                </a:cxn>
                <a:cxn ang="0">
                  <a:pos x="T4" y="T5"/>
                </a:cxn>
                <a:cxn ang="0">
                  <a:pos x="T6" y="T7"/>
                </a:cxn>
              </a:cxnLst>
              <a:rect l="0" t="0" r="r" b="b"/>
              <a:pathLst>
                <a:path w="576" h="266">
                  <a:moveTo>
                    <a:pt x="576" y="266"/>
                  </a:moveTo>
                  <a:lnTo>
                    <a:pt x="0" y="0"/>
                  </a:lnTo>
                  <a:lnTo>
                    <a:pt x="0" y="266"/>
                  </a:lnTo>
                  <a:lnTo>
                    <a:pt x="576" y="266"/>
                  </a:ln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15"/>
            <p:cNvSpPr/>
            <p:nvPr/>
          </p:nvSpPr>
          <p:spPr bwMode="auto">
            <a:xfrm>
              <a:off x="6210681" y="5272052"/>
              <a:ext cx="857061" cy="394308"/>
            </a:xfrm>
            <a:custGeom>
              <a:avLst/>
              <a:gdLst>
                <a:gd name="T0" fmla="*/ 576 w 576"/>
                <a:gd name="T1" fmla="*/ 0 h 265"/>
                <a:gd name="T2" fmla="*/ 0 w 576"/>
                <a:gd name="T3" fmla="*/ 265 h 265"/>
                <a:gd name="T4" fmla="*/ 0 w 576"/>
                <a:gd name="T5" fmla="*/ 0 h 265"/>
                <a:gd name="T6" fmla="*/ 576 w 576"/>
                <a:gd name="T7" fmla="*/ 0 h 265"/>
              </a:gdLst>
              <a:ahLst/>
              <a:cxnLst>
                <a:cxn ang="0">
                  <a:pos x="T0" y="T1"/>
                </a:cxn>
                <a:cxn ang="0">
                  <a:pos x="T2" y="T3"/>
                </a:cxn>
                <a:cxn ang="0">
                  <a:pos x="T4" y="T5"/>
                </a:cxn>
                <a:cxn ang="0">
                  <a:pos x="T6" y="T7"/>
                </a:cxn>
              </a:cxnLst>
              <a:rect l="0" t="0" r="r" b="b"/>
              <a:pathLst>
                <a:path w="576" h="265">
                  <a:moveTo>
                    <a:pt x="576" y="0"/>
                  </a:moveTo>
                  <a:lnTo>
                    <a:pt x="0" y="265"/>
                  </a:lnTo>
                  <a:lnTo>
                    <a:pt x="0" y="0"/>
                  </a:lnTo>
                  <a:lnTo>
                    <a:pt x="576" y="0"/>
                  </a:lnTo>
                  <a:close/>
                </a:path>
              </a:pathLst>
            </a:custGeom>
            <a:solidFill>
              <a:srgbClr val="F0C424"/>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16"/>
            <p:cNvSpPr/>
            <p:nvPr/>
          </p:nvSpPr>
          <p:spPr bwMode="auto">
            <a:xfrm>
              <a:off x="6210681" y="2181824"/>
              <a:ext cx="857061" cy="395796"/>
            </a:xfrm>
            <a:custGeom>
              <a:avLst/>
              <a:gdLst>
                <a:gd name="T0" fmla="*/ 0 w 576"/>
                <a:gd name="T1" fmla="*/ 266 h 266"/>
                <a:gd name="T2" fmla="*/ 576 w 576"/>
                <a:gd name="T3" fmla="*/ 0 h 266"/>
                <a:gd name="T4" fmla="*/ 576 w 576"/>
                <a:gd name="T5" fmla="*/ 266 h 266"/>
                <a:gd name="T6" fmla="*/ 0 w 576"/>
                <a:gd name="T7" fmla="*/ 266 h 266"/>
              </a:gdLst>
              <a:ahLst/>
              <a:cxnLst>
                <a:cxn ang="0">
                  <a:pos x="T0" y="T1"/>
                </a:cxn>
                <a:cxn ang="0">
                  <a:pos x="T2" y="T3"/>
                </a:cxn>
                <a:cxn ang="0">
                  <a:pos x="T4" y="T5"/>
                </a:cxn>
                <a:cxn ang="0">
                  <a:pos x="T6" y="T7"/>
                </a:cxn>
              </a:cxnLst>
              <a:rect l="0" t="0" r="r" b="b"/>
              <a:pathLst>
                <a:path w="576" h="266">
                  <a:moveTo>
                    <a:pt x="0" y="266"/>
                  </a:moveTo>
                  <a:lnTo>
                    <a:pt x="576" y="0"/>
                  </a:lnTo>
                  <a:lnTo>
                    <a:pt x="576" y="266"/>
                  </a:lnTo>
                  <a:lnTo>
                    <a:pt x="0" y="266"/>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17"/>
            <p:cNvSpPr/>
            <p:nvPr/>
          </p:nvSpPr>
          <p:spPr bwMode="auto">
            <a:xfrm>
              <a:off x="5353620" y="1803400"/>
              <a:ext cx="1714121" cy="788614"/>
            </a:xfrm>
            <a:custGeom>
              <a:avLst/>
              <a:gdLst>
                <a:gd name="T0" fmla="*/ 0 w 1152"/>
                <a:gd name="T1" fmla="*/ 264 h 530"/>
                <a:gd name="T2" fmla="*/ 0 w 1152"/>
                <a:gd name="T3" fmla="*/ 264 h 530"/>
                <a:gd name="T4" fmla="*/ 0 w 1152"/>
                <a:gd name="T5" fmla="*/ 264 h 530"/>
                <a:gd name="T6" fmla="*/ 0 w 1152"/>
                <a:gd name="T7" fmla="*/ 264 h 530"/>
                <a:gd name="T8" fmla="*/ 576 w 1152"/>
                <a:gd name="T9" fmla="*/ 530 h 530"/>
                <a:gd name="T10" fmla="*/ 1152 w 1152"/>
                <a:gd name="T11" fmla="*/ 264 h 530"/>
                <a:gd name="T12" fmla="*/ 1152 w 1152"/>
                <a:gd name="T13" fmla="*/ 264 h 530"/>
                <a:gd name="T14" fmla="*/ 1152 w 1152"/>
                <a:gd name="T15" fmla="*/ 264 h 530"/>
                <a:gd name="T16" fmla="*/ 1152 w 1152"/>
                <a:gd name="T17" fmla="*/ 264 h 530"/>
                <a:gd name="T18" fmla="*/ 1152 w 1152"/>
                <a:gd name="T19" fmla="*/ 264 h 530"/>
                <a:gd name="T20" fmla="*/ 576 w 1152"/>
                <a:gd name="T21" fmla="*/ 0 h 530"/>
                <a:gd name="T22" fmla="*/ 0 w 1152"/>
                <a:gd name="T23" fmla="*/ 264 h 530"/>
                <a:gd name="T24" fmla="*/ 0 w 1152"/>
                <a:gd name="T25"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2" h="530">
                  <a:moveTo>
                    <a:pt x="0" y="264"/>
                  </a:moveTo>
                  <a:lnTo>
                    <a:pt x="0" y="264"/>
                  </a:lnTo>
                  <a:lnTo>
                    <a:pt x="0" y="264"/>
                  </a:lnTo>
                  <a:lnTo>
                    <a:pt x="0" y="264"/>
                  </a:lnTo>
                  <a:lnTo>
                    <a:pt x="576" y="530"/>
                  </a:lnTo>
                  <a:lnTo>
                    <a:pt x="1152" y="264"/>
                  </a:lnTo>
                  <a:lnTo>
                    <a:pt x="1152" y="264"/>
                  </a:lnTo>
                  <a:lnTo>
                    <a:pt x="1152" y="264"/>
                  </a:lnTo>
                  <a:lnTo>
                    <a:pt x="1152" y="264"/>
                  </a:lnTo>
                  <a:lnTo>
                    <a:pt x="1152" y="264"/>
                  </a:lnTo>
                  <a:lnTo>
                    <a:pt x="576" y="0"/>
                  </a:lnTo>
                  <a:lnTo>
                    <a:pt x="0" y="264"/>
                  </a:lnTo>
                  <a:lnTo>
                    <a:pt x="0" y="264"/>
                  </a:lnTo>
                  <a:close/>
                </a:path>
              </a:pathLst>
            </a:custGeom>
            <a:solidFill>
              <a:srgbClr val="F49D15">
                <a:alpha val="46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Rectangle 18"/>
            <p:cNvSpPr>
              <a:spLocks noChangeArrowheads="1"/>
            </p:cNvSpPr>
            <p:nvPr/>
          </p:nvSpPr>
          <p:spPr bwMode="auto">
            <a:xfrm>
              <a:off x="6210681" y="2577619"/>
              <a:ext cx="857061" cy="2694432"/>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Rectangle 19"/>
            <p:cNvSpPr>
              <a:spLocks noChangeArrowheads="1"/>
            </p:cNvSpPr>
            <p:nvPr/>
          </p:nvSpPr>
          <p:spPr bwMode="auto">
            <a:xfrm>
              <a:off x="5353620" y="2577619"/>
              <a:ext cx="857061" cy="2694432"/>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 name="Group 7"/>
          <p:cNvGrpSpPr/>
          <p:nvPr/>
        </p:nvGrpSpPr>
        <p:grpSpPr>
          <a:xfrm>
            <a:off x="6210680" y="3285329"/>
            <a:ext cx="1714122" cy="2775339"/>
            <a:chOff x="6210680" y="3285329"/>
            <a:chExt cx="1714122" cy="2775339"/>
          </a:xfrm>
        </p:grpSpPr>
        <p:sp>
          <p:nvSpPr>
            <p:cNvPr id="25" name="Freeform 13"/>
            <p:cNvSpPr/>
            <p:nvPr/>
          </p:nvSpPr>
          <p:spPr bwMode="auto">
            <a:xfrm>
              <a:off x="6210680" y="5666360"/>
              <a:ext cx="857061" cy="394308"/>
            </a:xfrm>
            <a:custGeom>
              <a:avLst/>
              <a:gdLst>
                <a:gd name="T0" fmla="*/ 0 w 576"/>
                <a:gd name="T1" fmla="*/ 0 h 265"/>
                <a:gd name="T2" fmla="*/ 576 w 576"/>
                <a:gd name="T3" fmla="*/ 265 h 265"/>
                <a:gd name="T4" fmla="*/ 576 w 576"/>
                <a:gd name="T5" fmla="*/ 0 h 265"/>
                <a:gd name="T6" fmla="*/ 0 w 576"/>
                <a:gd name="T7" fmla="*/ 0 h 265"/>
              </a:gdLst>
              <a:ahLst/>
              <a:cxnLst>
                <a:cxn ang="0">
                  <a:pos x="T0" y="T1"/>
                </a:cxn>
                <a:cxn ang="0">
                  <a:pos x="T2" y="T3"/>
                </a:cxn>
                <a:cxn ang="0">
                  <a:pos x="T4" y="T5"/>
                </a:cxn>
                <a:cxn ang="0">
                  <a:pos x="T6" y="T7"/>
                </a:cxn>
              </a:cxnLst>
              <a:rect l="0" t="0" r="r" b="b"/>
              <a:pathLst>
                <a:path w="576" h="265">
                  <a:moveTo>
                    <a:pt x="0" y="0"/>
                  </a:moveTo>
                  <a:lnTo>
                    <a:pt x="576" y="265"/>
                  </a:lnTo>
                  <a:lnTo>
                    <a:pt x="576" y="0"/>
                  </a:lnTo>
                  <a:lnTo>
                    <a:pt x="0" y="0"/>
                  </a:lnTo>
                  <a:close/>
                </a:path>
              </a:pathLst>
            </a:custGeom>
            <a:solidFill>
              <a:schemeClr val="accent5">
                <a:lumMod val="40000"/>
                <a:lumOff val="6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14"/>
            <p:cNvSpPr/>
            <p:nvPr/>
          </p:nvSpPr>
          <p:spPr bwMode="auto">
            <a:xfrm>
              <a:off x="6210680" y="3678147"/>
              <a:ext cx="857061" cy="395796"/>
            </a:xfrm>
            <a:custGeom>
              <a:avLst/>
              <a:gdLst>
                <a:gd name="T0" fmla="*/ 576 w 576"/>
                <a:gd name="T1" fmla="*/ 266 h 266"/>
                <a:gd name="T2" fmla="*/ 0 w 576"/>
                <a:gd name="T3" fmla="*/ 0 h 266"/>
                <a:gd name="T4" fmla="*/ 0 w 576"/>
                <a:gd name="T5" fmla="*/ 266 h 266"/>
                <a:gd name="T6" fmla="*/ 576 w 576"/>
                <a:gd name="T7" fmla="*/ 266 h 266"/>
              </a:gdLst>
              <a:ahLst/>
              <a:cxnLst>
                <a:cxn ang="0">
                  <a:pos x="T0" y="T1"/>
                </a:cxn>
                <a:cxn ang="0">
                  <a:pos x="T2" y="T3"/>
                </a:cxn>
                <a:cxn ang="0">
                  <a:pos x="T4" y="T5"/>
                </a:cxn>
                <a:cxn ang="0">
                  <a:pos x="T6" y="T7"/>
                </a:cxn>
              </a:cxnLst>
              <a:rect l="0" t="0" r="r" b="b"/>
              <a:pathLst>
                <a:path w="576" h="266">
                  <a:moveTo>
                    <a:pt x="576" y="266"/>
                  </a:moveTo>
                  <a:lnTo>
                    <a:pt x="0" y="0"/>
                  </a:lnTo>
                  <a:lnTo>
                    <a:pt x="0" y="266"/>
                  </a:lnTo>
                  <a:lnTo>
                    <a:pt x="576" y="266"/>
                  </a:lnTo>
                  <a:close/>
                </a:path>
              </a:pathLst>
            </a:custGeom>
            <a:solidFill>
              <a:srgbClr val="11856F"/>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Freeform 15"/>
            <p:cNvSpPr/>
            <p:nvPr/>
          </p:nvSpPr>
          <p:spPr bwMode="auto">
            <a:xfrm>
              <a:off x="7067741" y="5666360"/>
              <a:ext cx="857061" cy="394308"/>
            </a:xfrm>
            <a:custGeom>
              <a:avLst/>
              <a:gdLst>
                <a:gd name="T0" fmla="*/ 576 w 576"/>
                <a:gd name="T1" fmla="*/ 0 h 265"/>
                <a:gd name="T2" fmla="*/ 0 w 576"/>
                <a:gd name="T3" fmla="*/ 265 h 265"/>
                <a:gd name="T4" fmla="*/ 0 w 576"/>
                <a:gd name="T5" fmla="*/ 0 h 265"/>
                <a:gd name="T6" fmla="*/ 576 w 576"/>
                <a:gd name="T7" fmla="*/ 0 h 265"/>
              </a:gdLst>
              <a:ahLst/>
              <a:cxnLst>
                <a:cxn ang="0">
                  <a:pos x="T0" y="T1"/>
                </a:cxn>
                <a:cxn ang="0">
                  <a:pos x="T2" y="T3"/>
                </a:cxn>
                <a:cxn ang="0">
                  <a:pos x="T4" y="T5"/>
                </a:cxn>
                <a:cxn ang="0">
                  <a:pos x="T6" y="T7"/>
                </a:cxn>
              </a:cxnLst>
              <a:rect l="0" t="0" r="r" b="b"/>
              <a:pathLst>
                <a:path w="576" h="265">
                  <a:moveTo>
                    <a:pt x="576" y="0"/>
                  </a:moveTo>
                  <a:lnTo>
                    <a:pt x="0" y="265"/>
                  </a:lnTo>
                  <a:lnTo>
                    <a:pt x="0" y="0"/>
                  </a:lnTo>
                  <a:lnTo>
                    <a:pt x="576"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Freeform 16"/>
            <p:cNvSpPr/>
            <p:nvPr/>
          </p:nvSpPr>
          <p:spPr bwMode="auto">
            <a:xfrm>
              <a:off x="7067741" y="3678147"/>
              <a:ext cx="857061" cy="395796"/>
            </a:xfrm>
            <a:custGeom>
              <a:avLst/>
              <a:gdLst>
                <a:gd name="T0" fmla="*/ 0 w 576"/>
                <a:gd name="T1" fmla="*/ 266 h 266"/>
                <a:gd name="T2" fmla="*/ 576 w 576"/>
                <a:gd name="T3" fmla="*/ 0 h 266"/>
                <a:gd name="T4" fmla="*/ 576 w 576"/>
                <a:gd name="T5" fmla="*/ 266 h 266"/>
                <a:gd name="T6" fmla="*/ 0 w 576"/>
                <a:gd name="T7" fmla="*/ 266 h 266"/>
              </a:gdLst>
              <a:ahLst/>
              <a:cxnLst>
                <a:cxn ang="0">
                  <a:pos x="T0" y="T1"/>
                </a:cxn>
                <a:cxn ang="0">
                  <a:pos x="T2" y="T3"/>
                </a:cxn>
                <a:cxn ang="0">
                  <a:pos x="T4" y="T5"/>
                </a:cxn>
                <a:cxn ang="0">
                  <a:pos x="T6" y="T7"/>
                </a:cxn>
              </a:cxnLst>
              <a:rect l="0" t="0" r="r" b="b"/>
              <a:pathLst>
                <a:path w="576" h="266">
                  <a:moveTo>
                    <a:pt x="0" y="266"/>
                  </a:moveTo>
                  <a:lnTo>
                    <a:pt x="576" y="0"/>
                  </a:lnTo>
                  <a:lnTo>
                    <a:pt x="576" y="266"/>
                  </a:lnTo>
                  <a:lnTo>
                    <a:pt x="0" y="266"/>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17"/>
            <p:cNvSpPr/>
            <p:nvPr/>
          </p:nvSpPr>
          <p:spPr bwMode="auto">
            <a:xfrm>
              <a:off x="6210680" y="3285329"/>
              <a:ext cx="1714121" cy="788614"/>
            </a:xfrm>
            <a:custGeom>
              <a:avLst/>
              <a:gdLst>
                <a:gd name="T0" fmla="*/ 0 w 1152"/>
                <a:gd name="T1" fmla="*/ 264 h 530"/>
                <a:gd name="T2" fmla="*/ 0 w 1152"/>
                <a:gd name="T3" fmla="*/ 264 h 530"/>
                <a:gd name="T4" fmla="*/ 0 w 1152"/>
                <a:gd name="T5" fmla="*/ 264 h 530"/>
                <a:gd name="T6" fmla="*/ 0 w 1152"/>
                <a:gd name="T7" fmla="*/ 264 h 530"/>
                <a:gd name="T8" fmla="*/ 576 w 1152"/>
                <a:gd name="T9" fmla="*/ 530 h 530"/>
                <a:gd name="T10" fmla="*/ 1152 w 1152"/>
                <a:gd name="T11" fmla="*/ 264 h 530"/>
                <a:gd name="T12" fmla="*/ 1152 w 1152"/>
                <a:gd name="T13" fmla="*/ 264 h 530"/>
                <a:gd name="T14" fmla="*/ 1152 w 1152"/>
                <a:gd name="T15" fmla="*/ 264 h 530"/>
                <a:gd name="T16" fmla="*/ 1152 w 1152"/>
                <a:gd name="T17" fmla="*/ 264 h 530"/>
                <a:gd name="T18" fmla="*/ 1152 w 1152"/>
                <a:gd name="T19" fmla="*/ 264 h 530"/>
                <a:gd name="T20" fmla="*/ 576 w 1152"/>
                <a:gd name="T21" fmla="*/ 0 h 530"/>
                <a:gd name="T22" fmla="*/ 0 w 1152"/>
                <a:gd name="T23" fmla="*/ 264 h 530"/>
                <a:gd name="T24" fmla="*/ 0 w 1152"/>
                <a:gd name="T25"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2" h="530">
                  <a:moveTo>
                    <a:pt x="0" y="264"/>
                  </a:moveTo>
                  <a:lnTo>
                    <a:pt x="0" y="264"/>
                  </a:lnTo>
                  <a:lnTo>
                    <a:pt x="0" y="264"/>
                  </a:lnTo>
                  <a:lnTo>
                    <a:pt x="0" y="264"/>
                  </a:lnTo>
                  <a:lnTo>
                    <a:pt x="576" y="530"/>
                  </a:lnTo>
                  <a:lnTo>
                    <a:pt x="1152" y="264"/>
                  </a:lnTo>
                  <a:lnTo>
                    <a:pt x="1152" y="264"/>
                  </a:lnTo>
                  <a:lnTo>
                    <a:pt x="1152" y="264"/>
                  </a:lnTo>
                  <a:lnTo>
                    <a:pt x="1152" y="264"/>
                  </a:lnTo>
                  <a:lnTo>
                    <a:pt x="1152" y="264"/>
                  </a:lnTo>
                  <a:lnTo>
                    <a:pt x="576" y="0"/>
                  </a:lnTo>
                  <a:lnTo>
                    <a:pt x="0" y="264"/>
                  </a:lnTo>
                  <a:lnTo>
                    <a:pt x="0" y="264"/>
                  </a:lnTo>
                  <a:close/>
                </a:path>
              </a:pathLst>
            </a:custGeom>
            <a:solidFill>
              <a:srgbClr val="1CDAB6"/>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Rectangle 18"/>
            <p:cNvSpPr>
              <a:spLocks noChangeArrowheads="1"/>
            </p:cNvSpPr>
            <p:nvPr/>
          </p:nvSpPr>
          <p:spPr bwMode="auto">
            <a:xfrm>
              <a:off x="7067741" y="4073943"/>
              <a:ext cx="857061" cy="1592417"/>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Rectangle 19"/>
            <p:cNvSpPr>
              <a:spLocks noChangeArrowheads="1"/>
            </p:cNvSpPr>
            <p:nvPr/>
          </p:nvSpPr>
          <p:spPr bwMode="auto">
            <a:xfrm>
              <a:off x="6210680" y="4073943"/>
              <a:ext cx="857061" cy="1592417"/>
            </a:xfrm>
            <a:prstGeom prst="rect">
              <a:avLst/>
            </a:prstGeom>
            <a:solidFill>
              <a:srgbClr val="11856F"/>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0" name="Group 9"/>
          <p:cNvGrpSpPr/>
          <p:nvPr/>
        </p:nvGrpSpPr>
        <p:grpSpPr>
          <a:xfrm>
            <a:off x="4504685" y="2717694"/>
            <a:ext cx="1714122" cy="3341487"/>
            <a:chOff x="4504685" y="2717694"/>
            <a:chExt cx="1714122" cy="3341487"/>
          </a:xfrm>
        </p:grpSpPr>
        <p:sp>
          <p:nvSpPr>
            <p:cNvPr id="41" name="Freeform 13"/>
            <p:cNvSpPr/>
            <p:nvPr/>
          </p:nvSpPr>
          <p:spPr bwMode="auto">
            <a:xfrm>
              <a:off x="4504685" y="5664873"/>
              <a:ext cx="857061" cy="394308"/>
            </a:xfrm>
            <a:custGeom>
              <a:avLst/>
              <a:gdLst>
                <a:gd name="T0" fmla="*/ 0 w 576"/>
                <a:gd name="T1" fmla="*/ 0 h 265"/>
                <a:gd name="T2" fmla="*/ 576 w 576"/>
                <a:gd name="T3" fmla="*/ 265 h 265"/>
                <a:gd name="T4" fmla="*/ 576 w 576"/>
                <a:gd name="T5" fmla="*/ 0 h 265"/>
                <a:gd name="T6" fmla="*/ 0 w 576"/>
                <a:gd name="T7" fmla="*/ 0 h 265"/>
              </a:gdLst>
              <a:ahLst/>
              <a:cxnLst>
                <a:cxn ang="0">
                  <a:pos x="T0" y="T1"/>
                </a:cxn>
                <a:cxn ang="0">
                  <a:pos x="T2" y="T3"/>
                </a:cxn>
                <a:cxn ang="0">
                  <a:pos x="T4" y="T5"/>
                </a:cxn>
                <a:cxn ang="0">
                  <a:pos x="T6" y="T7"/>
                </a:cxn>
              </a:cxnLst>
              <a:rect l="0" t="0" r="r" b="b"/>
              <a:pathLst>
                <a:path w="576" h="265">
                  <a:moveTo>
                    <a:pt x="0" y="0"/>
                  </a:moveTo>
                  <a:lnTo>
                    <a:pt x="576" y="265"/>
                  </a:lnTo>
                  <a:lnTo>
                    <a:pt x="576" y="0"/>
                  </a:lnTo>
                  <a:lnTo>
                    <a:pt x="0"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14"/>
            <p:cNvSpPr/>
            <p:nvPr/>
          </p:nvSpPr>
          <p:spPr bwMode="auto">
            <a:xfrm>
              <a:off x="4504685" y="3110512"/>
              <a:ext cx="857061" cy="395796"/>
            </a:xfrm>
            <a:custGeom>
              <a:avLst/>
              <a:gdLst>
                <a:gd name="T0" fmla="*/ 576 w 576"/>
                <a:gd name="T1" fmla="*/ 266 h 266"/>
                <a:gd name="T2" fmla="*/ 0 w 576"/>
                <a:gd name="T3" fmla="*/ 0 h 266"/>
                <a:gd name="T4" fmla="*/ 0 w 576"/>
                <a:gd name="T5" fmla="*/ 266 h 266"/>
                <a:gd name="T6" fmla="*/ 576 w 576"/>
                <a:gd name="T7" fmla="*/ 266 h 266"/>
              </a:gdLst>
              <a:ahLst/>
              <a:cxnLst>
                <a:cxn ang="0">
                  <a:pos x="T0" y="T1"/>
                </a:cxn>
                <a:cxn ang="0">
                  <a:pos x="T2" y="T3"/>
                </a:cxn>
                <a:cxn ang="0">
                  <a:pos x="T4" y="T5"/>
                </a:cxn>
                <a:cxn ang="0">
                  <a:pos x="T6" y="T7"/>
                </a:cxn>
              </a:cxnLst>
              <a:rect l="0" t="0" r="r" b="b"/>
              <a:pathLst>
                <a:path w="576" h="266">
                  <a:moveTo>
                    <a:pt x="576" y="266"/>
                  </a:moveTo>
                  <a:lnTo>
                    <a:pt x="0" y="0"/>
                  </a:lnTo>
                  <a:lnTo>
                    <a:pt x="0" y="266"/>
                  </a:lnTo>
                  <a:lnTo>
                    <a:pt x="576" y="266"/>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15"/>
            <p:cNvSpPr/>
            <p:nvPr/>
          </p:nvSpPr>
          <p:spPr bwMode="auto">
            <a:xfrm>
              <a:off x="5361746" y="5664873"/>
              <a:ext cx="857061" cy="394308"/>
            </a:xfrm>
            <a:custGeom>
              <a:avLst/>
              <a:gdLst>
                <a:gd name="T0" fmla="*/ 576 w 576"/>
                <a:gd name="T1" fmla="*/ 0 h 265"/>
                <a:gd name="T2" fmla="*/ 0 w 576"/>
                <a:gd name="T3" fmla="*/ 265 h 265"/>
                <a:gd name="T4" fmla="*/ 0 w 576"/>
                <a:gd name="T5" fmla="*/ 0 h 265"/>
                <a:gd name="T6" fmla="*/ 576 w 576"/>
                <a:gd name="T7" fmla="*/ 0 h 265"/>
              </a:gdLst>
              <a:ahLst/>
              <a:cxnLst>
                <a:cxn ang="0">
                  <a:pos x="T0" y="T1"/>
                </a:cxn>
                <a:cxn ang="0">
                  <a:pos x="T2" y="T3"/>
                </a:cxn>
                <a:cxn ang="0">
                  <a:pos x="T4" y="T5"/>
                </a:cxn>
                <a:cxn ang="0">
                  <a:pos x="T6" y="T7"/>
                </a:cxn>
              </a:cxnLst>
              <a:rect l="0" t="0" r="r" b="b"/>
              <a:pathLst>
                <a:path w="576" h="265">
                  <a:moveTo>
                    <a:pt x="576" y="0"/>
                  </a:moveTo>
                  <a:lnTo>
                    <a:pt x="0" y="265"/>
                  </a:lnTo>
                  <a:lnTo>
                    <a:pt x="0" y="0"/>
                  </a:lnTo>
                  <a:lnTo>
                    <a:pt x="576" y="0"/>
                  </a:lnTo>
                  <a:close/>
                </a:path>
              </a:pathLst>
            </a:custGeom>
            <a:solidFill>
              <a:srgbClr val="4BACC6"/>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16"/>
            <p:cNvSpPr/>
            <p:nvPr/>
          </p:nvSpPr>
          <p:spPr bwMode="auto">
            <a:xfrm>
              <a:off x="5361746" y="3110512"/>
              <a:ext cx="857061" cy="395796"/>
            </a:xfrm>
            <a:custGeom>
              <a:avLst/>
              <a:gdLst>
                <a:gd name="T0" fmla="*/ 0 w 576"/>
                <a:gd name="T1" fmla="*/ 266 h 266"/>
                <a:gd name="T2" fmla="*/ 576 w 576"/>
                <a:gd name="T3" fmla="*/ 0 h 266"/>
                <a:gd name="T4" fmla="*/ 576 w 576"/>
                <a:gd name="T5" fmla="*/ 266 h 266"/>
                <a:gd name="T6" fmla="*/ 0 w 576"/>
                <a:gd name="T7" fmla="*/ 266 h 266"/>
              </a:gdLst>
              <a:ahLst/>
              <a:cxnLst>
                <a:cxn ang="0">
                  <a:pos x="T0" y="T1"/>
                </a:cxn>
                <a:cxn ang="0">
                  <a:pos x="T2" y="T3"/>
                </a:cxn>
                <a:cxn ang="0">
                  <a:pos x="T4" y="T5"/>
                </a:cxn>
                <a:cxn ang="0">
                  <a:pos x="T6" y="T7"/>
                </a:cxn>
              </a:cxnLst>
              <a:rect l="0" t="0" r="r" b="b"/>
              <a:pathLst>
                <a:path w="576" h="266">
                  <a:moveTo>
                    <a:pt x="0" y="266"/>
                  </a:moveTo>
                  <a:lnTo>
                    <a:pt x="576" y="0"/>
                  </a:lnTo>
                  <a:lnTo>
                    <a:pt x="576" y="266"/>
                  </a:lnTo>
                  <a:lnTo>
                    <a:pt x="0" y="266"/>
                  </a:lnTo>
                  <a:close/>
                </a:path>
              </a:pathLst>
            </a:custGeom>
            <a:solidFill>
              <a:srgbClr val="A9C670"/>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17"/>
            <p:cNvSpPr/>
            <p:nvPr/>
          </p:nvSpPr>
          <p:spPr bwMode="auto">
            <a:xfrm>
              <a:off x="4504685" y="2717694"/>
              <a:ext cx="1714121" cy="788614"/>
            </a:xfrm>
            <a:custGeom>
              <a:avLst/>
              <a:gdLst>
                <a:gd name="T0" fmla="*/ 0 w 1152"/>
                <a:gd name="T1" fmla="*/ 264 h 530"/>
                <a:gd name="T2" fmla="*/ 0 w 1152"/>
                <a:gd name="T3" fmla="*/ 264 h 530"/>
                <a:gd name="T4" fmla="*/ 0 w 1152"/>
                <a:gd name="T5" fmla="*/ 264 h 530"/>
                <a:gd name="T6" fmla="*/ 0 w 1152"/>
                <a:gd name="T7" fmla="*/ 264 h 530"/>
                <a:gd name="T8" fmla="*/ 576 w 1152"/>
                <a:gd name="T9" fmla="*/ 530 h 530"/>
                <a:gd name="T10" fmla="*/ 1152 w 1152"/>
                <a:gd name="T11" fmla="*/ 264 h 530"/>
                <a:gd name="T12" fmla="*/ 1152 w 1152"/>
                <a:gd name="T13" fmla="*/ 264 h 530"/>
                <a:gd name="T14" fmla="*/ 1152 w 1152"/>
                <a:gd name="T15" fmla="*/ 264 h 530"/>
                <a:gd name="T16" fmla="*/ 1152 w 1152"/>
                <a:gd name="T17" fmla="*/ 264 h 530"/>
                <a:gd name="T18" fmla="*/ 1152 w 1152"/>
                <a:gd name="T19" fmla="*/ 264 h 530"/>
                <a:gd name="T20" fmla="*/ 576 w 1152"/>
                <a:gd name="T21" fmla="*/ 0 h 530"/>
                <a:gd name="T22" fmla="*/ 0 w 1152"/>
                <a:gd name="T23" fmla="*/ 264 h 530"/>
                <a:gd name="T24" fmla="*/ 0 w 1152"/>
                <a:gd name="T25"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2" h="530">
                  <a:moveTo>
                    <a:pt x="0" y="264"/>
                  </a:moveTo>
                  <a:lnTo>
                    <a:pt x="0" y="264"/>
                  </a:lnTo>
                  <a:lnTo>
                    <a:pt x="0" y="264"/>
                  </a:lnTo>
                  <a:lnTo>
                    <a:pt x="0" y="264"/>
                  </a:lnTo>
                  <a:lnTo>
                    <a:pt x="576" y="530"/>
                  </a:lnTo>
                  <a:lnTo>
                    <a:pt x="1152" y="264"/>
                  </a:lnTo>
                  <a:lnTo>
                    <a:pt x="1152" y="264"/>
                  </a:lnTo>
                  <a:lnTo>
                    <a:pt x="1152" y="264"/>
                  </a:lnTo>
                  <a:lnTo>
                    <a:pt x="1152" y="264"/>
                  </a:lnTo>
                  <a:lnTo>
                    <a:pt x="1152" y="264"/>
                  </a:lnTo>
                  <a:lnTo>
                    <a:pt x="576" y="0"/>
                  </a:lnTo>
                  <a:lnTo>
                    <a:pt x="0" y="264"/>
                  </a:lnTo>
                  <a:lnTo>
                    <a:pt x="0" y="264"/>
                  </a:lnTo>
                  <a:close/>
                </a:path>
              </a:pathLst>
            </a:custGeom>
            <a:solidFill>
              <a:schemeClr val="accent6">
                <a:lumMod val="60000"/>
                <a:lumOff val="4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Rectangle 18"/>
            <p:cNvSpPr>
              <a:spLocks noChangeArrowheads="1"/>
            </p:cNvSpPr>
            <p:nvPr/>
          </p:nvSpPr>
          <p:spPr bwMode="auto">
            <a:xfrm>
              <a:off x="5361746" y="3506308"/>
              <a:ext cx="857061" cy="2158565"/>
            </a:xfrm>
            <a:prstGeom prst="rect">
              <a:avLst/>
            </a:prstGeom>
            <a:solidFill>
              <a:srgbClr val="A9C670"/>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Rectangle 19"/>
            <p:cNvSpPr>
              <a:spLocks noChangeArrowheads="1"/>
            </p:cNvSpPr>
            <p:nvPr/>
          </p:nvSpPr>
          <p:spPr bwMode="auto">
            <a:xfrm>
              <a:off x="4504685" y="3506308"/>
              <a:ext cx="857061" cy="215856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 name="Group 8"/>
          <p:cNvGrpSpPr/>
          <p:nvPr/>
        </p:nvGrpSpPr>
        <p:grpSpPr>
          <a:xfrm>
            <a:off x="5353620" y="4028609"/>
            <a:ext cx="1714122" cy="2410483"/>
            <a:chOff x="5353620" y="4028609"/>
            <a:chExt cx="1714122" cy="2410483"/>
          </a:xfrm>
        </p:grpSpPr>
        <p:sp>
          <p:nvSpPr>
            <p:cNvPr id="15" name="Freeform 13"/>
            <p:cNvSpPr/>
            <p:nvPr/>
          </p:nvSpPr>
          <p:spPr bwMode="auto">
            <a:xfrm>
              <a:off x="5353620" y="6044784"/>
              <a:ext cx="857061" cy="394308"/>
            </a:xfrm>
            <a:custGeom>
              <a:avLst/>
              <a:gdLst>
                <a:gd name="T0" fmla="*/ 0 w 576"/>
                <a:gd name="T1" fmla="*/ 0 h 265"/>
                <a:gd name="T2" fmla="*/ 576 w 576"/>
                <a:gd name="T3" fmla="*/ 265 h 265"/>
                <a:gd name="T4" fmla="*/ 576 w 576"/>
                <a:gd name="T5" fmla="*/ 0 h 265"/>
                <a:gd name="T6" fmla="*/ 0 w 576"/>
                <a:gd name="T7" fmla="*/ 0 h 265"/>
              </a:gdLst>
              <a:ahLst/>
              <a:cxnLst>
                <a:cxn ang="0">
                  <a:pos x="T0" y="T1"/>
                </a:cxn>
                <a:cxn ang="0">
                  <a:pos x="T2" y="T3"/>
                </a:cxn>
                <a:cxn ang="0">
                  <a:pos x="T4" y="T5"/>
                </a:cxn>
                <a:cxn ang="0">
                  <a:pos x="T6" y="T7"/>
                </a:cxn>
              </a:cxnLst>
              <a:rect l="0" t="0" r="r" b="b"/>
              <a:pathLst>
                <a:path w="576" h="265">
                  <a:moveTo>
                    <a:pt x="0" y="0"/>
                  </a:moveTo>
                  <a:lnTo>
                    <a:pt x="576" y="265"/>
                  </a:lnTo>
                  <a:lnTo>
                    <a:pt x="576" y="0"/>
                  </a:lnTo>
                  <a:lnTo>
                    <a:pt x="0" y="0"/>
                  </a:ln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4"/>
            <p:cNvSpPr/>
            <p:nvPr/>
          </p:nvSpPr>
          <p:spPr bwMode="auto">
            <a:xfrm>
              <a:off x="5353620" y="4421429"/>
              <a:ext cx="857061" cy="395796"/>
            </a:xfrm>
            <a:custGeom>
              <a:avLst/>
              <a:gdLst>
                <a:gd name="T0" fmla="*/ 576 w 576"/>
                <a:gd name="T1" fmla="*/ 266 h 266"/>
                <a:gd name="T2" fmla="*/ 0 w 576"/>
                <a:gd name="T3" fmla="*/ 0 h 266"/>
                <a:gd name="T4" fmla="*/ 0 w 576"/>
                <a:gd name="T5" fmla="*/ 266 h 266"/>
                <a:gd name="T6" fmla="*/ 576 w 576"/>
                <a:gd name="T7" fmla="*/ 266 h 266"/>
              </a:gdLst>
              <a:ahLst/>
              <a:cxnLst>
                <a:cxn ang="0">
                  <a:pos x="T0" y="T1"/>
                </a:cxn>
                <a:cxn ang="0">
                  <a:pos x="T2" y="T3"/>
                </a:cxn>
                <a:cxn ang="0">
                  <a:pos x="T4" y="T5"/>
                </a:cxn>
                <a:cxn ang="0">
                  <a:pos x="T6" y="T7"/>
                </a:cxn>
              </a:cxnLst>
              <a:rect l="0" t="0" r="r" b="b"/>
              <a:pathLst>
                <a:path w="576" h="266">
                  <a:moveTo>
                    <a:pt x="576" y="266"/>
                  </a:moveTo>
                  <a:lnTo>
                    <a:pt x="0" y="0"/>
                  </a:lnTo>
                  <a:lnTo>
                    <a:pt x="0" y="266"/>
                  </a:lnTo>
                  <a:lnTo>
                    <a:pt x="576" y="266"/>
                  </a:ln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5"/>
            <p:cNvSpPr/>
            <p:nvPr/>
          </p:nvSpPr>
          <p:spPr bwMode="auto">
            <a:xfrm>
              <a:off x="6210681" y="6044784"/>
              <a:ext cx="857061" cy="394308"/>
            </a:xfrm>
            <a:custGeom>
              <a:avLst/>
              <a:gdLst>
                <a:gd name="T0" fmla="*/ 576 w 576"/>
                <a:gd name="T1" fmla="*/ 0 h 265"/>
                <a:gd name="T2" fmla="*/ 0 w 576"/>
                <a:gd name="T3" fmla="*/ 265 h 265"/>
                <a:gd name="T4" fmla="*/ 0 w 576"/>
                <a:gd name="T5" fmla="*/ 0 h 265"/>
                <a:gd name="T6" fmla="*/ 576 w 576"/>
                <a:gd name="T7" fmla="*/ 0 h 265"/>
              </a:gdLst>
              <a:ahLst/>
              <a:cxnLst>
                <a:cxn ang="0">
                  <a:pos x="T0" y="T1"/>
                </a:cxn>
                <a:cxn ang="0">
                  <a:pos x="T2" y="T3"/>
                </a:cxn>
                <a:cxn ang="0">
                  <a:pos x="T4" y="T5"/>
                </a:cxn>
                <a:cxn ang="0">
                  <a:pos x="T6" y="T7"/>
                </a:cxn>
              </a:cxnLst>
              <a:rect l="0" t="0" r="r" b="b"/>
              <a:pathLst>
                <a:path w="576" h="265">
                  <a:moveTo>
                    <a:pt x="576" y="0"/>
                  </a:moveTo>
                  <a:lnTo>
                    <a:pt x="0" y="265"/>
                  </a:lnTo>
                  <a:lnTo>
                    <a:pt x="0" y="0"/>
                  </a:lnTo>
                  <a:lnTo>
                    <a:pt x="576" y="0"/>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6"/>
            <p:cNvSpPr/>
            <p:nvPr/>
          </p:nvSpPr>
          <p:spPr bwMode="auto">
            <a:xfrm>
              <a:off x="6210681" y="4421429"/>
              <a:ext cx="857061" cy="395796"/>
            </a:xfrm>
            <a:custGeom>
              <a:avLst/>
              <a:gdLst>
                <a:gd name="T0" fmla="*/ 0 w 576"/>
                <a:gd name="T1" fmla="*/ 266 h 266"/>
                <a:gd name="T2" fmla="*/ 576 w 576"/>
                <a:gd name="T3" fmla="*/ 0 h 266"/>
                <a:gd name="T4" fmla="*/ 576 w 576"/>
                <a:gd name="T5" fmla="*/ 266 h 266"/>
                <a:gd name="T6" fmla="*/ 0 w 576"/>
                <a:gd name="T7" fmla="*/ 266 h 266"/>
              </a:gdLst>
              <a:ahLst/>
              <a:cxnLst>
                <a:cxn ang="0">
                  <a:pos x="T0" y="T1"/>
                </a:cxn>
                <a:cxn ang="0">
                  <a:pos x="T2" y="T3"/>
                </a:cxn>
                <a:cxn ang="0">
                  <a:pos x="T4" y="T5"/>
                </a:cxn>
                <a:cxn ang="0">
                  <a:pos x="T6" y="T7"/>
                </a:cxn>
              </a:cxnLst>
              <a:rect l="0" t="0" r="r" b="b"/>
              <a:pathLst>
                <a:path w="576" h="266">
                  <a:moveTo>
                    <a:pt x="0" y="266"/>
                  </a:moveTo>
                  <a:lnTo>
                    <a:pt x="576" y="0"/>
                  </a:lnTo>
                  <a:lnTo>
                    <a:pt x="576" y="266"/>
                  </a:lnTo>
                  <a:lnTo>
                    <a:pt x="0" y="266"/>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17"/>
            <p:cNvSpPr/>
            <p:nvPr/>
          </p:nvSpPr>
          <p:spPr bwMode="auto">
            <a:xfrm>
              <a:off x="5353620" y="4028609"/>
              <a:ext cx="1714121" cy="788614"/>
            </a:xfrm>
            <a:custGeom>
              <a:avLst/>
              <a:gdLst>
                <a:gd name="T0" fmla="*/ 0 w 1152"/>
                <a:gd name="T1" fmla="*/ 264 h 530"/>
                <a:gd name="T2" fmla="*/ 0 w 1152"/>
                <a:gd name="T3" fmla="*/ 264 h 530"/>
                <a:gd name="T4" fmla="*/ 0 w 1152"/>
                <a:gd name="T5" fmla="*/ 264 h 530"/>
                <a:gd name="T6" fmla="*/ 0 w 1152"/>
                <a:gd name="T7" fmla="*/ 264 h 530"/>
                <a:gd name="T8" fmla="*/ 576 w 1152"/>
                <a:gd name="T9" fmla="*/ 530 h 530"/>
                <a:gd name="T10" fmla="*/ 1152 w 1152"/>
                <a:gd name="T11" fmla="*/ 264 h 530"/>
                <a:gd name="T12" fmla="*/ 1152 w 1152"/>
                <a:gd name="T13" fmla="*/ 264 h 530"/>
                <a:gd name="T14" fmla="*/ 1152 w 1152"/>
                <a:gd name="T15" fmla="*/ 264 h 530"/>
                <a:gd name="T16" fmla="*/ 1152 w 1152"/>
                <a:gd name="T17" fmla="*/ 264 h 530"/>
                <a:gd name="T18" fmla="*/ 1152 w 1152"/>
                <a:gd name="T19" fmla="*/ 264 h 530"/>
                <a:gd name="T20" fmla="*/ 576 w 1152"/>
                <a:gd name="T21" fmla="*/ 0 h 530"/>
                <a:gd name="T22" fmla="*/ 0 w 1152"/>
                <a:gd name="T23" fmla="*/ 264 h 530"/>
                <a:gd name="T24" fmla="*/ 0 w 1152"/>
                <a:gd name="T25"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2" h="530">
                  <a:moveTo>
                    <a:pt x="0" y="264"/>
                  </a:moveTo>
                  <a:lnTo>
                    <a:pt x="0" y="264"/>
                  </a:lnTo>
                  <a:lnTo>
                    <a:pt x="0" y="264"/>
                  </a:lnTo>
                  <a:lnTo>
                    <a:pt x="0" y="264"/>
                  </a:lnTo>
                  <a:lnTo>
                    <a:pt x="576" y="530"/>
                  </a:lnTo>
                  <a:lnTo>
                    <a:pt x="1152" y="264"/>
                  </a:lnTo>
                  <a:lnTo>
                    <a:pt x="1152" y="264"/>
                  </a:lnTo>
                  <a:lnTo>
                    <a:pt x="1152" y="264"/>
                  </a:lnTo>
                  <a:lnTo>
                    <a:pt x="1152" y="264"/>
                  </a:lnTo>
                  <a:lnTo>
                    <a:pt x="1152" y="264"/>
                  </a:lnTo>
                  <a:lnTo>
                    <a:pt x="576" y="0"/>
                  </a:lnTo>
                  <a:lnTo>
                    <a:pt x="0" y="264"/>
                  </a:lnTo>
                  <a:lnTo>
                    <a:pt x="0" y="264"/>
                  </a:ln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Rectangle 18"/>
            <p:cNvSpPr>
              <a:spLocks noChangeArrowheads="1"/>
            </p:cNvSpPr>
            <p:nvPr/>
          </p:nvSpPr>
          <p:spPr bwMode="auto">
            <a:xfrm>
              <a:off x="6210681" y="4817223"/>
              <a:ext cx="857061" cy="1227561"/>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Rectangle 19"/>
            <p:cNvSpPr>
              <a:spLocks noChangeArrowheads="1"/>
            </p:cNvSpPr>
            <p:nvPr/>
          </p:nvSpPr>
          <p:spPr bwMode="auto">
            <a:xfrm>
              <a:off x="5353620" y="4817223"/>
              <a:ext cx="857061" cy="1227561"/>
            </a:xfrm>
            <a:prstGeom prst="rect">
              <a:avLst/>
            </a:pr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3" name="Group 12"/>
          <p:cNvGrpSpPr/>
          <p:nvPr/>
        </p:nvGrpSpPr>
        <p:grpSpPr>
          <a:xfrm>
            <a:off x="8299670" y="2277304"/>
            <a:ext cx="947595" cy="812800"/>
            <a:chOff x="8299670" y="2277304"/>
            <a:chExt cx="947595" cy="812800"/>
          </a:xfrm>
        </p:grpSpPr>
        <p:sp>
          <p:nvSpPr>
            <p:cNvPr id="65" name="Oval 64"/>
            <p:cNvSpPr/>
            <p:nvPr/>
          </p:nvSpPr>
          <p:spPr>
            <a:xfrm>
              <a:off x="8367067" y="2277304"/>
              <a:ext cx="812800" cy="812800"/>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Rectangle 80"/>
            <p:cNvSpPr/>
            <p:nvPr/>
          </p:nvSpPr>
          <p:spPr>
            <a:xfrm>
              <a:off x="8299670" y="2473422"/>
              <a:ext cx="947595"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85%</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2" name="Group 11"/>
          <p:cNvGrpSpPr/>
          <p:nvPr/>
        </p:nvGrpSpPr>
        <p:grpSpPr>
          <a:xfrm>
            <a:off x="8299670" y="4546346"/>
            <a:ext cx="947595" cy="812800"/>
            <a:chOff x="8299670" y="4546346"/>
            <a:chExt cx="947595" cy="812800"/>
          </a:xfrm>
        </p:grpSpPr>
        <p:sp>
          <p:nvSpPr>
            <p:cNvPr id="67" name="Oval 66"/>
            <p:cNvSpPr/>
            <p:nvPr/>
          </p:nvSpPr>
          <p:spPr>
            <a:xfrm>
              <a:off x="8367067" y="4546346"/>
              <a:ext cx="812800" cy="812800"/>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Rectangle 81"/>
            <p:cNvSpPr/>
            <p:nvPr/>
          </p:nvSpPr>
          <p:spPr>
            <a:xfrm>
              <a:off x="8299670" y="4742464"/>
              <a:ext cx="947595"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55%</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22" name="Group 21"/>
          <p:cNvGrpSpPr/>
          <p:nvPr/>
        </p:nvGrpSpPr>
        <p:grpSpPr>
          <a:xfrm>
            <a:off x="2923715" y="2277304"/>
            <a:ext cx="947595" cy="812800"/>
            <a:chOff x="2923715" y="2277304"/>
            <a:chExt cx="947595" cy="812800"/>
          </a:xfrm>
        </p:grpSpPr>
        <p:sp>
          <p:nvSpPr>
            <p:cNvPr id="83" name="Oval 82"/>
            <p:cNvSpPr/>
            <p:nvPr/>
          </p:nvSpPr>
          <p:spPr>
            <a:xfrm>
              <a:off x="2991112" y="2277304"/>
              <a:ext cx="812800" cy="812800"/>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Rectangle 86"/>
            <p:cNvSpPr/>
            <p:nvPr/>
          </p:nvSpPr>
          <p:spPr>
            <a:xfrm>
              <a:off x="2923715" y="2473422"/>
              <a:ext cx="947595"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25%</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4" name="Group 13"/>
          <p:cNvGrpSpPr/>
          <p:nvPr/>
        </p:nvGrpSpPr>
        <p:grpSpPr>
          <a:xfrm>
            <a:off x="2923715" y="4546346"/>
            <a:ext cx="947595" cy="812800"/>
            <a:chOff x="2923715" y="4546346"/>
            <a:chExt cx="947595" cy="812800"/>
          </a:xfrm>
        </p:grpSpPr>
        <p:sp>
          <p:nvSpPr>
            <p:cNvPr id="85" name="Oval 84"/>
            <p:cNvSpPr/>
            <p:nvPr/>
          </p:nvSpPr>
          <p:spPr>
            <a:xfrm>
              <a:off x="2991112" y="4546346"/>
              <a:ext cx="812800" cy="812800"/>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Rectangle 87"/>
            <p:cNvSpPr/>
            <p:nvPr/>
          </p:nvSpPr>
          <p:spPr>
            <a:xfrm>
              <a:off x="2923715" y="4742464"/>
              <a:ext cx="947595"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52"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53" name="Rectangle 52"/>
          <p:cNvSpPr/>
          <p:nvPr/>
        </p:nvSpPr>
        <p:spPr>
          <a:xfrm>
            <a:off x="9424277" y="2096653"/>
            <a:ext cx="2010979" cy="1200329"/>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Technology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4" name="Rectangle 53"/>
          <p:cNvSpPr/>
          <p:nvPr/>
        </p:nvSpPr>
        <p:spPr>
          <a:xfrm>
            <a:off x="9424277" y="4352581"/>
            <a:ext cx="2010979" cy="1200329"/>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Digital</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5" name="Rectangle 54"/>
          <p:cNvSpPr/>
          <p:nvPr/>
        </p:nvSpPr>
        <p:spPr>
          <a:xfrm>
            <a:off x="790531" y="2076243"/>
            <a:ext cx="2010979" cy="1200329"/>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Financial</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56" name="Rectangle 55"/>
          <p:cNvSpPr/>
          <p:nvPr/>
        </p:nvSpPr>
        <p:spPr>
          <a:xfrm>
            <a:off x="790531" y="4332171"/>
            <a:ext cx="2010979" cy="1200329"/>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Reform</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323991564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3095078"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Real Count </a:t>
            </a:r>
          </a:p>
        </p:txBody>
      </p:sp>
      <p:grpSp>
        <p:nvGrpSpPr>
          <p:cNvPr id="11" name="Group 10"/>
          <p:cNvGrpSpPr/>
          <p:nvPr/>
        </p:nvGrpSpPr>
        <p:grpSpPr>
          <a:xfrm>
            <a:off x="5787729" y="1905000"/>
            <a:ext cx="1222673" cy="4470400"/>
            <a:chOff x="5787729" y="1905000"/>
            <a:chExt cx="1222673" cy="4470400"/>
          </a:xfrm>
        </p:grpSpPr>
        <p:sp>
          <p:nvSpPr>
            <p:cNvPr id="18" name="Freeform 17"/>
            <p:cNvSpPr/>
            <p:nvPr/>
          </p:nvSpPr>
          <p:spPr bwMode="auto">
            <a:xfrm>
              <a:off x="5787729" y="1905000"/>
              <a:ext cx="1222673" cy="4470400"/>
            </a:xfrm>
            <a:custGeom>
              <a:avLst/>
              <a:gdLst>
                <a:gd name="T0" fmla="*/ 326 w 326"/>
                <a:gd name="T1" fmla="*/ 1196 h 1361"/>
                <a:gd name="T2" fmla="*/ 326 w 326"/>
                <a:gd name="T3" fmla="*/ 1198 h 1361"/>
                <a:gd name="T4" fmla="*/ 163 w 326"/>
                <a:gd name="T5" fmla="*/ 1361 h 1361"/>
                <a:gd name="T6" fmla="*/ 0 w 326"/>
                <a:gd name="T7" fmla="*/ 1198 h 1361"/>
                <a:gd name="T8" fmla="*/ 0 w 326"/>
                <a:gd name="T9" fmla="*/ 1196 h 1361"/>
                <a:gd name="T10" fmla="*/ 0 w 326"/>
                <a:gd name="T11" fmla="*/ 1196 h 1361"/>
                <a:gd name="T12" fmla="*/ 0 w 326"/>
                <a:gd name="T13" fmla="*/ 0 h 1361"/>
                <a:gd name="T14" fmla="*/ 326 w 326"/>
                <a:gd name="T15" fmla="*/ 0 h 1361"/>
                <a:gd name="T16" fmla="*/ 326 w 326"/>
                <a:gd name="T17" fmla="*/ 1196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361">
                  <a:moveTo>
                    <a:pt x="326" y="1196"/>
                  </a:moveTo>
                  <a:cubicBezTo>
                    <a:pt x="326" y="1197"/>
                    <a:pt x="326" y="1197"/>
                    <a:pt x="326" y="1198"/>
                  </a:cubicBezTo>
                  <a:cubicBezTo>
                    <a:pt x="326" y="1288"/>
                    <a:pt x="253" y="1361"/>
                    <a:pt x="163" y="1361"/>
                  </a:cubicBezTo>
                  <a:cubicBezTo>
                    <a:pt x="73" y="1361"/>
                    <a:pt x="0" y="1288"/>
                    <a:pt x="0" y="1198"/>
                  </a:cubicBezTo>
                  <a:cubicBezTo>
                    <a:pt x="0" y="1197"/>
                    <a:pt x="0" y="1197"/>
                    <a:pt x="0" y="1196"/>
                  </a:cubicBezTo>
                  <a:cubicBezTo>
                    <a:pt x="0" y="1196"/>
                    <a:pt x="0" y="1196"/>
                    <a:pt x="0" y="1196"/>
                  </a:cubicBezTo>
                  <a:cubicBezTo>
                    <a:pt x="0" y="0"/>
                    <a:pt x="0" y="0"/>
                    <a:pt x="0" y="0"/>
                  </a:cubicBezTo>
                  <a:cubicBezTo>
                    <a:pt x="326" y="0"/>
                    <a:pt x="326" y="0"/>
                    <a:pt x="326" y="0"/>
                  </a:cubicBezTo>
                  <a:cubicBezTo>
                    <a:pt x="326" y="1196"/>
                    <a:pt x="326" y="1196"/>
                    <a:pt x="326" y="119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18"/>
            <p:cNvSpPr/>
            <p:nvPr/>
          </p:nvSpPr>
          <p:spPr bwMode="auto">
            <a:xfrm>
              <a:off x="5907648" y="5861085"/>
              <a:ext cx="982832" cy="410992"/>
            </a:xfrm>
            <a:custGeom>
              <a:avLst/>
              <a:gdLst>
                <a:gd name="T0" fmla="*/ 262 w 262"/>
                <a:gd name="T1" fmla="*/ 0 h 125"/>
                <a:gd name="T2" fmla="*/ 131 w 262"/>
                <a:gd name="T3" fmla="*/ 125 h 125"/>
                <a:gd name="T4" fmla="*/ 0 w 262"/>
                <a:gd name="T5" fmla="*/ 0 h 125"/>
                <a:gd name="T6" fmla="*/ 262 w 262"/>
                <a:gd name="T7" fmla="*/ 0 h 125"/>
              </a:gdLst>
              <a:ahLst/>
              <a:cxnLst>
                <a:cxn ang="0">
                  <a:pos x="T0" y="T1"/>
                </a:cxn>
                <a:cxn ang="0">
                  <a:pos x="T2" y="T3"/>
                </a:cxn>
                <a:cxn ang="0">
                  <a:pos x="T4" y="T5"/>
                </a:cxn>
                <a:cxn ang="0">
                  <a:pos x="T6" y="T7"/>
                </a:cxn>
              </a:cxnLst>
              <a:rect l="0" t="0" r="r" b="b"/>
              <a:pathLst>
                <a:path w="262" h="125">
                  <a:moveTo>
                    <a:pt x="262" y="0"/>
                  </a:moveTo>
                  <a:cubicBezTo>
                    <a:pt x="258" y="69"/>
                    <a:pt x="201" y="125"/>
                    <a:pt x="131" y="125"/>
                  </a:cubicBezTo>
                  <a:cubicBezTo>
                    <a:pt x="61" y="125"/>
                    <a:pt x="4" y="69"/>
                    <a:pt x="0" y="0"/>
                  </a:cubicBezTo>
                  <a:lnTo>
                    <a:pt x="262" y="0"/>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Rectangle 19"/>
            <p:cNvSpPr>
              <a:spLocks noChangeArrowheads="1"/>
            </p:cNvSpPr>
            <p:nvPr/>
          </p:nvSpPr>
          <p:spPr bwMode="auto">
            <a:xfrm>
              <a:off x="5907648" y="3022600"/>
              <a:ext cx="982832" cy="2840781"/>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Rectangle 29"/>
            <p:cNvSpPr/>
            <p:nvPr/>
          </p:nvSpPr>
          <p:spPr>
            <a:xfrm>
              <a:off x="5907648" y="5632916"/>
              <a:ext cx="947594"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72%</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21" name="Group 20"/>
          <p:cNvGrpSpPr/>
          <p:nvPr/>
        </p:nvGrpSpPr>
        <p:grpSpPr>
          <a:xfrm>
            <a:off x="4162276" y="1905000"/>
            <a:ext cx="1222673" cy="4470400"/>
            <a:chOff x="4162276" y="1905000"/>
            <a:chExt cx="1222673" cy="4470400"/>
          </a:xfrm>
        </p:grpSpPr>
        <p:sp>
          <p:nvSpPr>
            <p:cNvPr id="15" name="Freeform 14"/>
            <p:cNvSpPr/>
            <p:nvPr/>
          </p:nvSpPr>
          <p:spPr bwMode="auto">
            <a:xfrm>
              <a:off x="4162276" y="1905000"/>
              <a:ext cx="1222673" cy="4470400"/>
            </a:xfrm>
            <a:custGeom>
              <a:avLst/>
              <a:gdLst>
                <a:gd name="T0" fmla="*/ 326 w 326"/>
                <a:gd name="T1" fmla="*/ 1196 h 1361"/>
                <a:gd name="T2" fmla="*/ 326 w 326"/>
                <a:gd name="T3" fmla="*/ 1198 h 1361"/>
                <a:gd name="T4" fmla="*/ 163 w 326"/>
                <a:gd name="T5" fmla="*/ 1361 h 1361"/>
                <a:gd name="T6" fmla="*/ 0 w 326"/>
                <a:gd name="T7" fmla="*/ 1198 h 1361"/>
                <a:gd name="T8" fmla="*/ 0 w 326"/>
                <a:gd name="T9" fmla="*/ 1196 h 1361"/>
                <a:gd name="T10" fmla="*/ 0 w 326"/>
                <a:gd name="T11" fmla="*/ 1196 h 1361"/>
                <a:gd name="T12" fmla="*/ 0 w 326"/>
                <a:gd name="T13" fmla="*/ 0 h 1361"/>
                <a:gd name="T14" fmla="*/ 326 w 326"/>
                <a:gd name="T15" fmla="*/ 0 h 1361"/>
                <a:gd name="T16" fmla="*/ 326 w 326"/>
                <a:gd name="T17" fmla="*/ 1196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361">
                  <a:moveTo>
                    <a:pt x="326" y="1196"/>
                  </a:moveTo>
                  <a:cubicBezTo>
                    <a:pt x="326" y="1197"/>
                    <a:pt x="326" y="1197"/>
                    <a:pt x="326" y="1198"/>
                  </a:cubicBezTo>
                  <a:cubicBezTo>
                    <a:pt x="326" y="1288"/>
                    <a:pt x="253" y="1361"/>
                    <a:pt x="163" y="1361"/>
                  </a:cubicBezTo>
                  <a:cubicBezTo>
                    <a:pt x="73" y="1361"/>
                    <a:pt x="0" y="1288"/>
                    <a:pt x="0" y="1198"/>
                  </a:cubicBezTo>
                  <a:cubicBezTo>
                    <a:pt x="0" y="1197"/>
                    <a:pt x="0" y="1197"/>
                    <a:pt x="0" y="1196"/>
                  </a:cubicBezTo>
                  <a:cubicBezTo>
                    <a:pt x="0" y="1196"/>
                    <a:pt x="0" y="1196"/>
                    <a:pt x="0" y="1196"/>
                  </a:cubicBezTo>
                  <a:cubicBezTo>
                    <a:pt x="0" y="0"/>
                    <a:pt x="0" y="0"/>
                    <a:pt x="0" y="0"/>
                  </a:cubicBezTo>
                  <a:cubicBezTo>
                    <a:pt x="326" y="0"/>
                    <a:pt x="326" y="0"/>
                    <a:pt x="326" y="0"/>
                  </a:cubicBezTo>
                  <a:cubicBezTo>
                    <a:pt x="326" y="1196"/>
                    <a:pt x="326" y="1196"/>
                    <a:pt x="326" y="119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5"/>
            <p:cNvSpPr/>
            <p:nvPr/>
          </p:nvSpPr>
          <p:spPr bwMode="auto">
            <a:xfrm>
              <a:off x="4282196" y="5861085"/>
              <a:ext cx="982832" cy="410992"/>
            </a:xfrm>
            <a:custGeom>
              <a:avLst/>
              <a:gdLst>
                <a:gd name="T0" fmla="*/ 262 w 262"/>
                <a:gd name="T1" fmla="*/ 0 h 125"/>
                <a:gd name="T2" fmla="*/ 131 w 262"/>
                <a:gd name="T3" fmla="*/ 125 h 125"/>
                <a:gd name="T4" fmla="*/ 0 w 262"/>
                <a:gd name="T5" fmla="*/ 0 h 125"/>
                <a:gd name="T6" fmla="*/ 262 w 262"/>
                <a:gd name="T7" fmla="*/ 0 h 125"/>
              </a:gdLst>
              <a:ahLst/>
              <a:cxnLst>
                <a:cxn ang="0">
                  <a:pos x="T0" y="T1"/>
                </a:cxn>
                <a:cxn ang="0">
                  <a:pos x="T2" y="T3"/>
                </a:cxn>
                <a:cxn ang="0">
                  <a:pos x="T4" y="T5"/>
                </a:cxn>
                <a:cxn ang="0">
                  <a:pos x="T6" y="T7"/>
                </a:cxn>
              </a:cxnLst>
              <a:rect l="0" t="0" r="r" b="b"/>
              <a:pathLst>
                <a:path w="262" h="125">
                  <a:moveTo>
                    <a:pt x="262" y="0"/>
                  </a:moveTo>
                  <a:cubicBezTo>
                    <a:pt x="258" y="69"/>
                    <a:pt x="201" y="125"/>
                    <a:pt x="131" y="125"/>
                  </a:cubicBezTo>
                  <a:cubicBezTo>
                    <a:pt x="61" y="125"/>
                    <a:pt x="4" y="69"/>
                    <a:pt x="0" y="0"/>
                  </a:cubicBezTo>
                  <a:lnTo>
                    <a:pt x="262"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Rectangle 16"/>
            <p:cNvSpPr>
              <a:spLocks noChangeArrowheads="1"/>
            </p:cNvSpPr>
            <p:nvPr/>
          </p:nvSpPr>
          <p:spPr bwMode="auto">
            <a:xfrm>
              <a:off x="4282196" y="3733800"/>
              <a:ext cx="982832" cy="2129581"/>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Rectangle 30"/>
            <p:cNvSpPr/>
            <p:nvPr/>
          </p:nvSpPr>
          <p:spPr>
            <a:xfrm>
              <a:off x="4299815" y="5632916"/>
              <a:ext cx="947594"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50%</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48" name="Group 47"/>
          <p:cNvGrpSpPr/>
          <p:nvPr/>
        </p:nvGrpSpPr>
        <p:grpSpPr>
          <a:xfrm>
            <a:off x="2564197" y="1905000"/>
            <a:ext cx="1222673" cy="4470400"/>
            <a:chOff x="2564197" y="1905000"/>
            <a:chExt cx="1222673" cy="4470400"/>
          </a:xfrm>
        </p:grpSpPr>
        <p:sp>
          <p:nvSpPr>
            <p:cNvPr id="12" name="Freeform 11"/>
            <p:cNvSpPr/>
            <p:nvPr/>
          </p:nvSpPr>
          <p:spPr bwMode="auto">
            <a:xfrm>
              <a:off x="2564197" y="1905000"/>
              <a:ext cx="1222673" cy="4470400"/>
            </a:xfrm>
            <a:custGeom>
              <a:avLst/>
              <a:gdLst>
                <a:gd name="T0" fmla="*/ 326 w 326"/>
                <a:gd name="T1" fmla="*/ 1196 h 1361"/>
                <a:gd name="T2" fmla="*/ 326 w 326"/>
                <a:gd name="T3" fmla="*/ 1198 h 1361"/>
                <a:gd name="T4" fmla="*/ 163 w 326"/>
                <a:gd name="T5" fmla="*/ 1361 h 1361"/>
                <a:gd name="T6" fmla="*/ 0 w 326"/>
                <a:gd name="T7" fmla="*/ 1198 h 1361"/>
                <a:gd name="T8" fmla="*/ 0 w 326"/>
                <a:gd name="T9" fmla="*/ 1196 h 1361"/>
                <a:gd name="T10" fmla="*/ 0 w 326"/>
                <a:gd name="T11" fmla="*/ 1196 h 1361"/>
                <a:gd name="T12" fmla="*/ 0 w 326"/>
                <a:gd name="T13" fmla="*/ 0 h 1361"/>
                <a:gd name="T14" fmla="*/ 326 w 326"/>
                <a:gd name="T15" fmla="*/ 0 h 1361"/>
                <a:gd name="T16" fmla="*/ 326 w 326"/>
                <a:gd name="T17" fmla="*/ 1196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361">
                  <a:moveTo>
                    <a:pt x="326" y="1196"/>
                  </a:moveTo>
                  <a:cubicBezTo>
                    <a:pt x="326" y="1197"/>
                    <a:pt x="326" y="1197"/>
                    <a:pt x="326" y="1198"/>
                  </a:cubicBezTo>
                  <a:cubicBezTo>
                    <a:pt x="326" y="1288"/>
                    <a:pt x="253" y="1361"/>
                    <a:pt x="163" y="1361"/>
                  </a:cubicBezTo>
                  <a:cubicBezTo>
                    <a:pt x="73" y="1361"/>
                    <a:pt x="0" y="1288"/>
                    <a:pt x="0" y="1198"/>
                  </a:cubicBezTo>
                  <a:cubicBezTo>
                    <a:pt x="0" y="1197"/>
                    <a:pt x="0" y="1197"/>
                    <a:pt x="0" y="1196"/>
                  </a:cubicBezTo>
                  <a:cubicBezTo>
                    <a:pt x="0" y="1196"/>
                    <a:pt x="0" y="1196"/>
                    <a:pt x="0" y="1196"/>
                  </a:cubicBezTo>
                  <a:cubicBezTo>
                    <a:pt x="0" y="0"/>
                    <a:pt x="0" y="0"/>
                    <a:pt x="0" y="0"/>
                  </a:cubicBezTo>
                  <a:cubicBezTo>
                    <a:pt x="326" y="0"/>
                    <a:pt x="326" y="0"/>
                    <a:pt x="326" y="0"/>
                  </a:cubicBezTo>
                  <a:cubicBezTo>
                    <a:pt x="326" y="1196"/>
                    <a:pt x="326" y="1196"/>
                    <a:pt x="326" y="119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2"/>
            <p:cNvSpPr/>
            <p:nvPr/>
          </p:nvSpPr>
          <p:spPr bwMode="auto">
            <a:xfrm>
              <a:off x="2684116" y="5861085"/>
              <a:ext cx="982832" cy="410992"/>
            </a:xfrm>
            <a:custGeom>
              <a:avLst/>
              <a:gdLst>
                <a:gd name="T0" fmla="*/ 262 w 262"/>
                <a:gd name="T1" fmla="*/ 0 h 125"/>
                <a:gd name="T2" fmla="*/ 131 w 262"/>
                <a:gd name="T3" fmla="*/ 125 h 125"/>
                <a:gd name="T4" fmla="*/ 0 w 262"/>
                <a:gd name="T5" fmla="*/ 0 h 125"/>
                <a:gd name="T6" fmla="*/ 262 w 262"/>
                <a:gd name="T7" fmla="*/ 0 h 125"/>
              </a:gdLst>
              <a:ahLst/>
              <a:cxnLst>
                <a:cxn ang="0">
                  <a:pos x="T0" y="T1"/>
                </a:cxn>
                <a:cxn ang="0">
                  <a:pos x="T2" y="T3"/>
                </a:cxn>
                <a:cxn ang="0">
                  <a:pos x="T4" y="T5"/>
                </a:cxn>
                <a:cxn ang="0">
                  <a:pos x="T6" y="T7"/>
                </a:cxn>
              </a:cxnLst>
              <a:rect l="0" t="0" r="r" b="b"/>
              <a:pathLst>
                <a:path w="262" h="125">
                  <a:moveTo>
                    <a:pt x="262" y="0"/>
                  </a:moveTo>
                  <a:cubicBezTo>
                    <a:pt x="258" y="69"/>
                    <a:pt x="201" y="125"/>
                    <a:pt x="131" y="125"/>
                  </a:cubicBezTo>
                  <a:cubicBezTo>
                    <a:pt x="61" y="125"/>
                    <a:pt x="4" y="69"/>
                    <a:pt x="0" y="0"/>
                  </a:cubicBezTo>
                  <a:lnTo>
                    <a:pt x="262"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3"/>
            <p:cNvSpPr>
              <a:spLocks noChangeArrowheads="1"/>
            </p:cNvSpPr>
            <p:nvPr/>
          </p:nvSpPr>
          <p:spPr bwMode="auto">
            <a:xfrm>
              <a:off x="2684116" y="5359400"/>
              <a:ext cx="982832" cy="503981"/>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Rectangle 31"/>
            <p:cNvSpPr/>
            <p:nvPr/>
          </p:nvSpPr>
          <p:spPr>
            <a:xfrm>
              <a:off x="2701736" y="5632916"/>
              <a:ext cx="947594"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15%</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49" name="Group 48"/>
          <p:cNvGrpSpPr/>
          <p:nvPr/>
        </p:nvGrpSpPr>
        <p:grpSpPr>
          <a:xfrm>
            <a:off x="938744" y="1905000"/>
            <a:ext cx="1222673" cy="4470400"/>
            <a:chOff x="938744" y="1905000"/>
            <a:chExt cx="1222673" cy="4470400"/>
          </a:xfrm>
        </p:grpSpPr>
        <p:sp>
          <p:nvSpPr>
            <p:cNvPr id="7" name="Freeform 6"/>
            <p:cNvSpPr/>
            <p:nvPr/>
          </p:nvSpPr>
          <p:spPr bwMode="auto">
            <a:xfrm>
              <a:off x="938744" y="1905000"/>
              <a:ext cx="1222673" cy="4470400"/>
            </a:xfrm>
            <a:custGeom>
              <a:avLst/>
              <a:gdLst>
                <a:gd name="T0" fmla="*/ 326 w 326"/>
                <a:gd name="T1" fmla="*/ 1196 h 1361"/>
                <a:gd name="T2" fmla="*/ 326 w 326"/>
                <a:gd name="T3" fmla="*/ 1198 h 1361"/>
                <a:gd name="T4" fmla="*/ 163 w 326"/>
                <a:gd name="T5" fmla="*/ 1361 h 1361"/>
                <a:gd name="T6" fmla="*/ 0 w 326"/>
                <a:gd name="T7" fmla="*/ 1198 h 1361"/>
                <a:gd name="T8" fmla="*/ 0 w 326"/>
                <a:gd name="T9" fmla="*/ 1196 h 1361"/>
                <a:gd name="T10" fmla="*/ 0 w 326"/>
                <a:gd name="T11" fmla="*/ 1196 h 1361"/>
                <a:gd name="T12" fmla="*/ 0 w 326"/>
                <a:gd name="T13" fmla="*/ 0 h 1361"/>
                <a:gd name="T14" fmla="*/ 326 w 326"/>
                <a:gd name="T15" fmla="*/ 0 h 1361"/>
                <a:gd name="T16" fmla="*/ 326 w 326"/>
                <a:gd name="T17" fmla="*/ 1196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361">
                  <a:moveTo>
                    <a:pt x="326" y="1196"/>
                  </a:moveTo>
                  <a:cubicBezTo>
                    <a:pt x="326" y="1197"/>
                    <a:pt x="326" y="1197"/>
                    <a:pt x="326" y="1198"/>
                  </a:cubicBezTo>
                  <a:cubicBezTo>
                    <a:pt x="326" y="1288"/>
                    <a:pt x="253" y="1361"/>
                    <a:pt x="163" y="1361"/>
                  </a:cubicBezTo>
                  <a:cubicBezTo>
                    <a:pt x="73" y="1361"/>
                    <a:pt x="0" y="1288"/>
                    <a:pt x="0" y="1198"/>
                  </a:cubicBezTo>
                  <a:cubicBezTo>
                    <a:pt x="0" y="1197"/>
                    <a:pt x="0" y="1197"/>
                    <a:pt x="0" y="1196"/>
                  </a:cubicBezTo>
                  <a:cubicBezTo>
                    <a:pt x="0" y="1196"/>
                    <a:pt x="0" y="1196"/>
                    <a:pt x="0" y="1196"/>
                  </a:cubicBezTo>
                  <a:cubicBezTo>
                    <a:pt x="0" y="0"/>
                    <a:pt x="0" y="0"/>
                    <a:pt x="0" y="0"/>
                  </a:cubicBezTo>
                  <a:cubicBezTo>
                    <a:pt x="326" y="0"/>
                    <a:pt x="326" y="0"/>
                    <a:pt x="326" y="0"/>
                  </a:cubicBezTo>
                  <a:cubicBezTo>
                    <a:pt x="326" y="1196"/>
                    <a:pt x="326" y="1196"/>
                    <a:pt x="326" y="119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7"/>
            <p:cNvSpPr/>
            <p:nvPr/>
          </p:nvSpPr>
          <p:spPr bwMode="auto">
            <a:xfrm>
              <a:off x="1058664" y="5861085"/>
              <a:ext cx="982832" cy="410992"/>
            </a:xfrm>
            <a:custGeom>
              <a:avLst/>
              <a:gdLst>
                <a:gd name="T0" fmla="*/ 262 w 262"/>
                <a:gd name="T1" fmla="*/ 0 h 125"/>
                <a:gd name="T2" fmla="*/ 131 w 262"/>
                <a:gd name="T3" fmla="*/ 125 h 125"/>
                <a:gd name="T4" fmla="*/ 0 w 262"/>
                <a:gd name="T5" fmla="*/ 0 h 125"/>
                <a:gd name="T6" fmla="*/ 262 w 262"/>
                <a:gd name="T7" fmla="*/ 0 h 125"/>
              </a:gdLst>
              <a:ahLst/>
              <a:cxnLst>
                <a:cxn ang="0">
                  <a:pos x="T0" y="T1"/>
                </a:cxn>
                <a:cxn ang="0">
                  <a:pos x="T2" y="T3"/>
                </a:cxn>
                <a:cxn ang="0">
                  <a:pos x="T4" y="T5"/>
                </a:cxn>
                <a:cxn ang="0">
                  <a:pos x="T6" y="T7"/>
                </a:cxn>
              </a:cxnLst>
              <a:rect l="0" t="0" r="r" b="b"/>
              <a:pathLst>
                <a:path w="262" h="125">
                  <a:moveTo>
                    <a:pt x="262" y="0"/>
                  </a:moveTo>
                  <a:cubicBezTo>
                    <a:pt x="258" y="69"/>
                    <a:pt x="201" y="125"/>
                    <a:pt x="131" y="125"/>
                  </a:cubicBezTo>
                  <a:cubicBezTo>
                    <a:pt x="61" y="125"/>
                    <a:pt x="4" y="69"/>
                    <a:pt x="0" y="0"/>
                  </a:cubicBezTo>
                  <a:lnTo>
                    <a:pt x="262"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Rectangle 8"/>
            <p:cNvSpPr>
              <a:spLocks noChangeArrowheads="1"/>
            </p:cNvSpPr>
            <p:nvPr/>
          </p:nvSpPr>
          <p:spPr bwMode="auto">
            <a:xfrm>
              <a:off x="1058664" y="3530600"/>
              <a:ext cx="982832" cy="2332781"/>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Rectangle 32"/>
            <p:cNvSpPr/>
            <p:nvPr/>
          </p:nvSpPr>
          <p:spPr>
            <a:xfrm>
              <a:off x="1058664" y="5632916"/>
              <a:ext cx="947594" cy="420564"/>
            </a:xfrm>
            <a:prstGeom prst="rect">
              <a:avLst/>
            </a:prstGeom>
          </p:spPr>
          <p:txBody>
            <a:bodyPr wrap="square">
              <a:spAutoFit/>
            </a:bodyPr>
            <a:lstStyle/>
            <a:p>
              <a:pPr algn="ctr"/>
              <a:r>
                <a:rPr lang="en-US" sz="21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65%</a:t>
              </a:r>
              <a:endParaRPr lang="en-US" sz="9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34"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35" name="Rectangle 34"/>
          <p:cNvSpPr/>
          <p:nvPr/>
        </p:nvSpPr>
        <p:spPr>
          <a:xfrm>
            <a:off x="8601076" y="1905000"/>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Digital</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6" name="Rectangle 35"/>
          <p:cNvSpPr/>
          <p:nvPr/>
        </p:nvSpPr>
        <p:spPr>
          <a:xfrm>
            <a:off x="8601076" y="3022768"/>
            <a:ext cx="2715172" cy="1015663"/>
          </a:xfrm>
          <a:prstGeom prst="rect">
            <a:avLst/>
          </a:prstGeom>
        </p:spPr>
        <p:txBody>
          <a:bodyPr wrap="square">
            <a:spAutoFit/>
          </a:bodyPr>
          <a:lstStyle/>
          <a:p>
            <a:pPr>
              <a:lnSpc>
                <a:spcPct val="150000"/>
              </a:lnSpc>
            </a:pPr>
            <a:r>
              <a:rPr lang="en-US" sz="1600" b="1"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Maincraft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7" name="Rectangle 36"/>
          <p:cNvSpPr/>
          <p:nvPr/>
        </p:nvSpPr>
        <p:spPr>
          <a:xfrm>
            <a:off x="8601076" y="4143642"/>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Setting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8" name="Rectangle 37"/>
          <p:cNvSpPr/>
          <p:nvPr/>
        </p:nvSpPr>
        <p:spPr>
          <a:xfrm>
            <a:off x="8601076" y="5256414"/>
            <a:ext cx="271517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Worldwide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39" name="Group 38"/>
          <p:cNvGrpSpPr/>
          <p:nvPr/>
        </p:nvGrpSpPr>
        <p:grpSpPr>
          <a:xfrm>
            <a:off x="7794381" y="2238927"/>
            <a:ext cx="653348" cy="482414"/>
            <a:chOff x="2057400" y="3700463"/>
            <a:chExt cx="273050" cy="201613"/>
          </a:xfrm>
          <a:solidFill>
            <a:srgbClr val="F49D15"/>
          </a:solidFill>
        </p:grpSpPr>
        <p:sp>
          <p:nvSpPr>
            <p:cNvPr id="40" name="Freeform 66"/>
            <p:cNvSpPr>
              <a:spLocks noEditPoints="1"/>
            </p:cNvSpPr>
            <p:nvPr/>
          </p:nvSpPr>
          <p:spPr bwMode="auto">
            <a:xfrm>
              <a:off x="2063750" y="3700463"/>
              <a:ext cx="260350" cy="158750"/>
            </a:xfrm>
            <a:custGeom>
              <a:avLst/>
              <a:gdLst>
                <a:gd name="T0" fmla="*/ 164 w 164"/>
                <a:gd name="T1" fmla="*/ 0 h 100"/>
                <a:gd name="T2" fmla="*/ 0 w 164"/>
                <a:gd name="T3" fmla="*/ 0 h 100"/>
                <a:gd name="T4" fmla="*/ 0 w 164"/>
                <a:gd name="T5" fmla="*/ 100 h 100"/>
                <a:gd name="T6" fmla="*/ 164 w 164"/>
                <a:gd name="T7" fmla="*/ 100 h 100"/>
                <a:gd name="T8" fmla="*/ 164 w 164"/>
                <a:gd name="T9" fmla="*/ 0 h 100"/>
                <a:gd name="T10" fmla="*/ 157 w 164"/>
                <a:gd name="T11" fmla="*/ 92 h 100"/>
                <a:gd name="T12" fmla="*/ 8 w 164"/>
                <a:gd name="T13" fmla="*/ 92 h 100"/>
                <a:gd name="T14" fmla="*/ 8 w 164"/>
                <a:gd name="T15" fmla="*/ 7 h 100"/>
                <a:gd name="T16" fmla="*/ 157 w 164"/>
                <a:gd name="T17" fmla="*/ 7 h 100"/>
                <a:gd name="T18" fmla="*/ 157 w 164"/>
                <a:gd name="T19" fmla="*/ 9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00">
                  <a:moveTo>
                    <a:pt x="164" y="0"/>
                  </a:moveTo>
                  <a:lnTo>
                    <a:pt x="0" y="0"/>
                  </a:lnTo>
                  <a:lnTo>
                    <a:pt x="0" y="100"/>
                  </a:lnTo>
                  <a:lnTo>
                    <a:pt x="164" y="100"/>
                  </a:lnTo>
                  <a:lnTo>
                    <a:pt x="164" y="0"/>
                  </a:lnTo>
                  <a:close/>
                  <a:moveTo>
                    <a:pt x="157" y="92"/>
                  </a:moveTo>
                  <a:lnTo>
                    <a:pt x="8" y="92"/>
                  </a:lnTo>
                  <a:lnTo>
                    <a:pt x="8" y="7"/>
                  </a:lnTo>
                  <a:lnTo>
                    <a:pt x="157" y="7"/>
                  </a:lnTo>
                  <a:lnTo>
                    <a:pt x="157"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67"/>
            <p:cNvSpPr/>
            <p:nvPr/>
          </p:nvSpPr>
          <p:spPr bwMode="auto">
            <a:xfrm>
              <a:off x="2057400" y="3867151"/>
              <a:ext cx="273050" cy="34925"/>
            </a:xfrm>
            <a:custGeom>
              <a:avLst/>
              <a:gdLst>
                <a:gd name="T0" fmla="*/ 172 w 172"/>
                <a:gd name="T1" fmla="*/ 13 h 22"/>
                <a:gd name="T2" fmla="*/ 168 w 172"/>
                <a:gd name="T3" fmla="*/ 0 h 22"/>
                <a:gd name="T4" fmla="*/ 3 w 172"/>
                <a:gd name="T5" fmla="*/ 0 h 22"/>
                <a:gd name="T6" fmla="*/ 0 w 172"/>
                <a:gd name="T7" fmla="*/ 13 h 22"/>
                <a:gd name="T8" fmla="*/ 0 w 172"/>
                <a:gd name="T9" fmla="*/ 13 h 22"/>
                <a:gd name="T10" fmla="*/ 0 w 172"/>
                <a:gd name="T11" fmla="*/ 22 h 22"/>
                <a:gd name="T12" fmla="*/ 172 w 172"/>
                <a:gd name="T13" fmla="*/ 22 h 22"/>
                <a:gd name="T14" fmla="*/ 172 w 172"/>
                <a:gd name="T15" fmla="*/ 13 h 22"/>
                <a:gd name="T16" fmla="*/ 172 w 172"/>
                <a:gd name="T17"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2">
                  <a:moveTo>
                    <a:pt x="172" y="13"/>
                  </a:moveTo>
                  <a:lnTo>
                    <a:pt x="168" y="0"/>
                  </a:lnTo>
                  <a:lnTo>
                    <a:pt x="3" y="0"/>
                  </a:lnTo>
                  <a:lnTo>
                    <a:pt x="0" y="13"/>
                  </a:lnTo>
                  <a:lnTo>
                    <a:pt x="0" y="13"/>
                  </a:lnTo>
                  <a:lnTo>
                    <a:pt x="0" y="22"/>
                  </a:lnTo>
                  <a:lnTo>
                    <a:pt x="172" y="22"/>
                  </a:lnTo>
                  <a:lnTo>
                    <a:pt x="172" y="13"/>
                  </a:lnTo>
                  <a:lnTo>
                    <a:pt x="17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2" name="Group 41"/>
          <p:cNvGrpSpPr/>
          <p:nvPr/>
        </p:nvGrpSpPr>
        <p:grpSpPr>
          <a:xfrm>
            <a:off x="7849112" y="3364225"/>
            <a:ext cx="543886" cy="439865"/>
            <a:chOff x="312738" y="3205163"/>
            <a:chExt cx="290513" cy="234950"/>
          </a:xfrm>
          <a:solidFill>
            <a:srgbClr val="9BBC57"/>
          </a:solidFill>
        </p:grpSpPr>
        <p:sp>
          <p:nvSpPr>
            <p:cNvPr id="43"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6"/>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6" name="Freeform 32"/>
          <p:cNvSpPr/>
          <p:nvPr/>
        </p:nvSpPr>
        <p:spPr bwMode="auto">
          <a:xfrm>
            <a:off x="7811474" y="4446974"/>
            <a:ext cx="619162" cy="546989"/>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37"/>
          <p:cNvSpPr>
            <a:spLocks noEditPoints="1"/>
          </p:cNvSpPr>
          <p:nvPr/>
        </p:nvSpPr>
        <p:spPr bwMode="auto">
          <a:xfrm>
            <a:off x="7847561" y="5523389"/>
            <a:ext cx="546989" cy="543192"/>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2584768968"/>
      </p:ext>
    </p:extLst>
  </p:cSld>
  <p:clrMapOvr>
    <a:masterClrMapping/>
  </p:clrMapOvr>
  <p:transition spd="slow">
    <p:push dir="u"/>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5919569"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Performance Hierarchy</a:t>
            </a:r>
          </a:p>
        </p:txBody>
      </p:sp>
      <p:sp>
        <p:nvSpPr>
          <p:cNvPr id="7" name="Rectangle 6"/>
          <p:cNvSpPr/>
          <p:nvPr/>
        </p:nvSpPr>
        <p:spPr>
          <a:xfrm>
            <a:off x="9108966" y="1637438"/>
            <a:ext cx="2084552" cy="1015663"/>
          </a:xfrm>
          <a:prstGeom prst="rect">
            <a:avLst/>
          </a:prstGeom>
        </p:spPr>
        <p:txBody>
          <a:bodyPr wrap="square">
            <a:spAutoFit/>
          </a:bodyPr>
          <a:lstStyle/>
          <a:p>
            <a:pPr>
              <a:lnSpc>
                <a:spcPct val="150000"/>
              </a:lnSpc>
            </a:pPr>
            <a:r>
              <a:rPr lang="en-US" sz="1600" b="1"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Catasthrope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a:t>
            </a:r>
          </a:p>
        </p:txBody>
      </p:sp>
      <p:sp>
        <p:nvSpPr>
          <p:cNvPr id="5" name="Oval 4"/>
          <p:cNvSpPr/>
          <p:nvPr/>
        </p:nvSpPr>
        <p:spPr>
          <a:xfrm>
            <a:off x="4305738" y="1958037"/>
            <a:ext cx="3692633" cy="784284"/>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6" name="Oval 5"/>
          <p:cNvSpPr/>
          <p:nvPr/>
        </p:nvSpPr>
        <p:spPr>
          <a:xfrm>
            <a:off x="4311131" y="2853148"/>
            <a:ext cx="3692633" cy="784284"/>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Oval 7"/>
          <p:cNvSpPr/>
          <p:nvPr/>
        </p:nvSpPr>
        <p:spPr>
          <a:xfrm>
            <a:off x="4305738" y="3730337"/>
            <a:ext cx="3692633" cy="784284"/>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9" name="Oval 8"/>
          <p:cNvSpPr/>
          <p:nvPr/>
        </p:nvSpPr>
        <p:spPr>
          <a:xfrm>
            <a:off x="4311131" y="4624167"/>
            <a:ext cx="3692633" cy="784284"/>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0" name="Oval 9"/>
          <p:cNvSpPr/>
          <p:nvPr/>
        </p:nvSpPr>
        <p:spPr>
          <a:xfrm>
            <a:off x="4305738" y="5507790"/>
            <a:ext cx="3692633" cy="784284"/>
          </a:xfrm>
          <a:prstGeom prst="ellipse">
            <a:avLst/>
          </a:prstGeom>
          <a:solidFill>
            <a:srgbClr val="44546A"/>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grpSp>
        <p:nvGrpSpPr>
          <p:cNvPr id="17" name="Group 16"/>
          <p:cNvGrpSpPr/>
          <p:nvPr/>
        </p:nvGrpSpPr>
        <p:grpSpPr>
          <a:xfrm>
            <a:off x="8315766" y="3728105"/>
            <a:ext cx="707923" cy="718253"/>
            <a:chOff x="2360613" y="2686051"/>
            <a:chExt cx="217488" cy="220662"/>
          </a:xfrm>
          <a:solidFill>
            <a:srgbClr val="15A185"/>
          </a:solidFill>
        </p:grpSpPr>
        <p:sp>
          <p:nvSpPr>
            <p:cNvPr id="18"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1" name="Group 20"/>
          <p:cNvGrpSpPr/>
          <p:nvPr/>
        </p:nvGrpSpPr>
        <p:grpSpPr>
          <a:xfrm>
            <a:off x="8367426" y="1827162"/>
            <a:ext cx="604603" cy="636213"/>
            <a:chOff x="1641475" y="2428876"/>
            <a:chExt cx="242888" cy="255587"/>
          </a:xfrm>
          <a:solidFill>
            <a:srgbClr val="F49D15"/>
          </a:solidFill>
        </p:grpSpPr>
        <p:sp>
          <p:nvSpPr>
            <p:cNvPr id="22"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7" name="Group 26"/>
          <p:cNvGrpSpPr/>
          <p:nvPr/>
        </p:nvGrpSpPr>
        <p:grpSpPr>
          <a:xfrm>
            <a:off x="3073707" y="4829468"/>
            <a:ext cx="632499" cy="536557"/>
            <a:chOff x="1112838" y="3203576"/>
            <a:chExt cx="282575" cy="239712"/>
          </a:xfrm>
          <a:solidFill>
            <a:srgbClr val="297F9D"/>
          </a:solidFill>
        </p:grpSpPr>
        <p:sp>
          <p:nvSpPr>
            <p:cNvPr id="28" name="Freeform 12"/>
            <p:cNvSpPr/>
            <p:nvPr/>
          </p:nvSpPr>
          <p:spPr bwMode="auto">
            <a:xfrm>
              <a:off x="1201738" y="3343276"/>
              <a:ext cx="50800" cy="50800"/>
            </a:xfrm>
            <a:custGeom>
              <a:avLst/>
              <a:gdLst>
                <a:gd name="T0" fmla="*/ 32 w 32"/>
                <a:gd name="T1" fmla="*/ 18 h 32"/>
                <a:gd name="T2" fmla="*/ 15 w 32"/>
                <a:gd name="T3" fmla="*/ 0 h 32"/>
                <a:gd name="T4" fmla="*/ 15 w 32"/>
                <a:gd name="T5" fmla="*/ 0 h 32"/>
                <a:gd name="T6" fmla="*/ 0 w 32"/>
                <a:gd name="T7" fmla="*/ 32 h 32"/>
                <a:gd name="T8" fmla="*/ 32 w 32"/>
                <a:gd name="T9" fmla="*/ 18 h 32"/>
              </a:gdLst>
              <a:ahLst/>
              <a:cxnLst>
                <a:cxn ang="0">
                  <a:pos x="T0" y="T1"/>
                </a:cxn>
                <a:cxn ang="0">
                  <a:pos x="T2" y="T3"/>
                </a:cxn>
                <a:cxn ang="0">
                  <a:pos x="T4" y="T5"/>
                </a:cxn>
                <a:cxn ang="0">
                  <a:pos x="T6" y="T7"/>
                </a:cxn>
                <a:cxn ang="0">
                  <a:pos x="T8" y="T9"/>
                </a:cxn>
              </a:cxnLst>
              <a:rect l="0" t="0" r="r" b="b"/>
              <a:pathLst>
                <a:path w="32" h="32">
                  <a:moveTo>
                    <a:pt x="32" y="18"/>
                  </a:moveTo>
                  <a:lnTo>
                    <a:pt x="15" y="0"/>
                  </a:lnTo>
                  <a:lnTo>
                    <a:pt x="15" y="0"/>
                  </a:lnTo>
                  <a:lnTo>
                    <a:pt x="0" y="32"/>
                  </a:lnTo>
                  <a:lnTo>
                    <a:pt x="3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Rectangle 13"/>
            <p:cNvSpPr>
              <a:spLocks noChangeArrowheads="1"/>
            </p:cNvSpPr>
            <p:nvPr/>
          </p:nvSpPr>
          <p:spPr bwMode="auto">
            <a:xfrm>
              <a:off x="1252538" y="3371851"/>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14"/>
            <p:cNvSpPr/>
            <p:nvPr/>
          </p:nvSpPr>
          <p:spPr bwMode="auto">
            <a:xfrm>
              <a:off x="1231900" y="3219451"/>
              <a:ext cx="127000" cy="127000"/>
            </a:xfrm>
            <a:custGeom>
              <a:avLst/>
              <a:gdLst>
                <a:gd name="T0" fmla="*/ 73 w 80"/>
                <a:gd name="T1" fmla="*/ 0 h 80"/>
                <a:gd name="T2" fmla="*/ 0 w 80"/>
                <a:gd name="T3" fmla="*/ 73 h 80"/>
                <a:gd name="T4" fmla="*/ 7 w 80"/>
                <a:gd name="T5" fmla="*/ 80 h 80"/>
                <a:gd name="T6" fmla="*/ 80 w 80"/>
                <a:gd name="T7" fmla="*/ 8 h 80"/>
                <a:gd name="T8" fmla="*/ 73 w 80"/>
                <a:gd name="T9" fmla="*/ 0 h 80"/>
              </a:gdLst>
              <a:ahLst/>
              <a:cxnLst>
                <a:cxn ang="0">
                  <a:pos x="T0" y="T1"/>
                </a:cxn>
                <a:cxn ang="0">
                  <a:pos x="T2" y="T3"/>
                </a:cxn>
                <a:cxn ang="0">
                  <a:pos x="T4" y="T5"/>
                </a:cxn>
                <a:cxn ang="0">
                  <a:pos x="T6" y="T7"/>
                </a:cxn>
                <a:cxn ang="0">
                  <a:pos x="T8" y="T9"/>
                </a:cxn>
              </a:cxnLst>
              <a:rect l="0" t="0" r="r" b="b"/>
              <a:pathLst>
                <a:path w="80" h="80">
                  <a:moveTo>
                    <a:pt x="73" y="0"/>
                  </a:moveTo>
                  <a:lnTo>
                    <a:pt x="0" y="73"/>
                  </a:lnTo>
                  <a:lnTo>
                    <a:pt x="7" y="80"/>
                  </a:lnTo>
                  <a:lnTo>
                    <a:pt x="80" y="8"/>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15"/>
            <p:cNvSpPr/>
            <p:nvPr/>
          </p:nvSpPr>
          <p:spPr bwMode="auto">
            <a:xfrm>
              <a:off x="1249363" y="3236913"/>
              <a:ext cx="128588" cy="128588"/>
            </a:xfrm>
            <a:custGeom>
              <a:avLst/>
              <a:gdLst>
                <a:gd name="T0" fmla="*/ 0 w 81"/>
                <a:gd name="T1" fmla="*/ 74 h 81"/>
                <a:gd name="T2" fmla="*/ 7 w 81"/>
                <a:gd name="T3" fmla="*/ 81 h 81"/>
                <a:gd name="T4" fmla="*/ 81 w 81"/>
                <a:gd name="T5" fmla="*/ 9 h 81"/>
                <a:gd name="T6" fmla="*/ 74 w 81"/>
                <a:gd name="T7" fmla="*/ 0 h 81"/>
                <a:gd name="T8" fmla="*/ 0 w 81"/>
                <a:gd name="T9" fmla="*/ 74 h 81"/>
              </a:gdLst>
              <a:ahLst/>
              <a:cxnLst>
                <a:cxn ang="0">
                  <a:pos x="T0" y="T1"/>
                </a:cxn>
                <a:cxn ang="0">
                  <a:pos x="T2" y="T3"/>
                </a:cxn>
                <a:cxn ang="0">
                  <a:pos x="T4" y="T5"/>
                </a:cxn>
                <a:cxn ang="0">
                  <a:pos x="T6" y="T7"/>
                </a:cxn>
                <a:cxn ang="0">
                  <a:pos x="T8" y="T9"/>
                </a:cxn>
              </a:cxnLst>
              <a:rect l="0" t="0" r="r" b="b"/>
              <a:pathLst>
                <a:path w="81" h="81">
                  <a:moveTo>
                    <a:pt x="0" y="74"/>
                  </a:moveTo>
                  <a:lnTo>
                    <a:pt x="7" y="81"/>
                  </a:lnTo>
                  <a:lnTo>
                    <a:pt x="81" y="9"/>
                  </a:lnTo>
                  <a:lnTo>
                    <a:pt x="74" y="0"/>
                  </a:lnTo>
                  <a:lnTo>
                    <a:pt x="0"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Freeform 16"/>
            <p:cNvSpPr/>
            <p:nvPr/>
          </p:nvSpPr>
          <p:spPr bwMode="auto">
            <a:xfrm>
              <a:off x="1355725" y="3203576"/>
              <a:ext cx="39688" cy="3810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17"/>
            <p:cNvSpPr/>
            <p:nvPr/>
          </p:nvSpPr>
          <p:spPr bwMode="auto">
            <a:xfrm>
              <a:off x="1112838" y="3208338"/>
              <a:ext cx="238125" cy="234950"/>
            </a:xfrm>
            <a:custGeom>
              <a:avLst/>
              <a:gdLst>
                <a:gd name="T0" fmla="*/ 132 w 150"/>
                <a:gd name="T1" fmla="*/ 131 h 148"/>
                <a:gd name="T2" fmla="*/ 18 w 150"/>
                <a:gd name="T3" fmla="*/ 131 h 148"/>
                <a:gd name="T4" fmla="*/ 18 w 150"/>
                <a:gd name="T5" fmla="*/ 18 h 148"/>
                <a:gd name="T6" fmla="*/ 124 w 150"/>
                <a:gd name="T7" fmla="*/ 18 h 148"/>
                <a:gd name="T8" fmla="*/ 144 w 150"/>
                <a:gd name="T9" fmla="*/ 0 h 148"/>
                <a:gd name="T10" fmla="*/ 0 w 150"/>
                <a:gd name="T11" fmla="*/ 0 h 148"/>
                <a:gd name="T12" fmla="*/ 0 w 150"/>
                <a:gd name="T13" fmla="*/ 148 h 148"/>
                <a:gd name="T14" fmla="*/ 150 w 150"/>
                <a:gd name="T15" fmla="*/ 148 h 148"/>
                <a:gd name="T16" fmla="*/ 150 w 150"/>
                <a:gd name="T17" fmla="*/ 55 h 148"/>
                <a:gd name="T18" fmla="*/ 132 w 150"/>
                <a:gd name="T19" fmla="*/ 73 h 148"/>
                <a:gd name="T20" fmla="*/ 132 w 150"/>
                <a:gd name="T21" fmla="*/ 13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48">
                  <a:moveTo>
                    <a:pt x="132" y="131"/>
                  </a:moveTo>
                  <a:lnTo>
                    <a:pt x="18" y="131"/>
                  </a:lnTo>
                  <a:lnTo>
                    <a:pt x="18" y="18"/>
                  </a:lnTo>
                  <a:lnTo>
                    <a:pt x="124" y="18"/>
                  </a:lnTo>
                  <a:lnTo>
                    <a:pt x="144" y="0"/>
                  </a:lnTo>
                  <a:lnTo>
                    <a:pt x="0" y="0"/>
                  </a:lnTo>
                  <a:lnTo>
                    <a:pt x="0" y="148"/>
                  </a:lnTo>
                  <a:lnTo>
                    <a:pt x="150" y="148"/>
                  </a:lnTo>
                  <a:lnTo>
                    <a:pt x="150" y="55"/>
                  </a:lnTo>
                  <a:lnTo>
                    <a:pt x="132" y="73"/>
                  </a:lnTo>
                  <a:lnTo>
                    <a:pt x="132"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4" name="Freeform 58"/>
          <p:cNvSpPr/>
          <p:nvPr/>
        </p:nvSpPr>
        <p:spPr bwMode="auto">
          <a:xfrm>
            <a:off x="8354969" y="5577864"/>
            <a:ext cx="629517" cy="65254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5 h 142"/>
              <a:gd name="T16" fmla="*/ 62 w 137"/>
              <a:gd name="T17" fmla="*/ 6 h 142"/>
              <a:gd name="T18" fmla="*/ 44 w 137"/>
              <a:gd name="T19" fmla="*/ 57 h 142"/>
              <a:gd name="T20" fmla="*/ 64 w 137"/>
              <a:gd name="T21" fmla="*/ 57 h 142"/>
              <a:gd name="T22" fmla="*/ 64 w 137"/>
              <a:gd name="T23" fmla="*/ 123 h 142"/>
              <a:gd name="T24" fmla="*/ 64 w 137"/>
              <a:gd name="T25" fmla="*/ 125 h 142"/>
              <a:gd name="T26" fmla="*/ 64 w 137"/>
              <a:gd name="T27" fmla="*/ 130 h 142"/>
              <a:gd name="T28" fmla="*/ 76 w 137"/>
              <a:gd name="T29" fmla="*/ 142 h 142"/>
              <a:gd name="T30" fmla="*/ 88 w 137"/>
              <a:gd name="T31" fmla="*/ 130 h 142"/>
              <a:gd name="T32" fmla="*/ 88 w 137"/>
              <a:gd name="T33" fmla="*/ 125 h 142"/>
              <a:gd name="T34" fmla="*/ 79 w 137"/>
              <a:gd name="T35" fmla="*/ 125 h 142"/>
              <a:gd name="T36" fmla="*/ 79 w 137"/>
              <a:gd name="T37" fmla="*/ 127 h 142"/>
              <a:gd name="T38" fmla="*/ 79 w 137"/>
              <a:gd name="T39" fmla="*/ 130 h 142"/>
              <a:gd name="T40" fmla="*/ 76 w 137"/>
              <a:gd name="T41" fmla="*/ 134 h 142"/>
              <a:gd name="T42" fmla="*/ 72 w 137"/>
              <a:gd name="T43" fmla="*/ 130 h 142"/>
              <a:gd name="T44" fmla="*/ 72 w 137"/>
              <a:gd name="T45" fmla="*/ 127 h 142"/>
              <a:gd name="T46" fmla="*/ 72 w 137"/>
              <a:gd name="T47" fmla="*/ 125 h 142"/>
              <a:gd name="T48" fmla="*/ 72 w 137"/>
              <a:gd name="T49" fmla="*/ 112 h 142"/>
              <a:gd name="T50" fmla="*/ 72 w 137"/>
              <a:gd name="T51" fmla="*/ 57 h 142"/>
              <a:gd name="T52" fmla="*/ 94 w 137"/>
              <a:gd name="T53" fmla="*/ 57 h 142"/>
              <a:gd name="T54" fmla="*/ 76 w 137"/>
              <a:gd name="T55" fmla="*/ 6 h 142"/>
              <a:gd name="T56" fmla="*/ 76 w 137"/>
              <a:gd name="T57" fmla="*/ 5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9"/>
                  <a:pt x="105" y="7"/>
                  <a:pt x="76" y="4"/>
                </a:cubicBezTo>
                <a:cubicBezTo>
                  <a:pt x="74" y="2"/>
                  <a:pt x="72" y="0"/>
                  <a:pt x="69" y="0"/>
                </a:cubicBezTo>
                <a:cubicBezTo>
                  <a:pt x="66" y="0"/>
                  <a:pt x="64" y="2"/>
                  <a:pt x="62" y="4"/>
                </a:cubicBezTo>
                <a:cubicBezTo>
                  <a:pt x="32" y="7"/>
                  <a:pt x="7" y="28"/>
                  <a:pt x="0" y="57"/>
                </a:cubicBezTo>
                <a:cubicBezTo>
                  <a:pt x="39" y="57"/>
                  <a:pt x="39" y="57"/>
                  <a:pt x="39" y="57"/>
                </a:cubicBezTo>
                <a:cubicBezTo>
                  <a:pt x="39" y="24"/>
                  <a:pt x="58" y="8"/>
                  <a:pt x="62" y="5"/>
                </a:cubicBezTo>
                <a:cubicBezTo>
                  <a:pt x="62" y="5"/>
                  <a:pt x="62" y="5"/>
                  <a:pt x="62" y="6"/>
                </a:cubicBezTo>
                <a:cubicBezTo>
                  <a:pt x="41" y="32"/>
                  <a:pt x="44" y="57"/>
                  <a:pt x="44" y="57"/>
                </a:cubicBezTo>
                <a:cubicBezTo>
                  <a:pt x="64" y="57"/>
                  <a:pt x="64" y="57"/>
                  <a:pt x="64" y="57"/>
                </a:cubicBezTo>
                <a:cubicBezTo>
                  <a:pt x="64" y="123"/>
                  <a:pt x="64" y="123"/>
                  <a:pt x="64" y="123"/>
                </a:cubicBezTo>
                <a:cubicBezTo>
                  <a:pt x="64" y="125"/>
                  <a:pt x="64" y="125"/>
                  <a:pt x="64" y="125"/>
                </a:cubicBezTo>
                <a:cubicBezTo>
                  <a:pt x="64" y="130"/>
                  <a:pt x="64" y="130"/>
                  <a:pt x="64" y="130"/>
                </a:cubicBezTo>
                <a:cubicBezTo>
                  <a:pt x="64" y="137"/>
                  <a:pt x="69" y="142"/>
                  <a:pt x="76" y="142"/>
                </a:cubicBezTo>
                <a:cubicBezTo>
                  <a:pt x="82" y="142"/>
                  <a:pt x="88" y="137"/>
                  <a:pt x="88" y="130"/>
                </a:cubicBezTo>
                <a:cubicBezTo>
                  <a:pt x="88" y="125"/>
                  <a:pt x="88" y="125"/>
                  <a:pt x="88" y="125"/>
                </a:cubicBezTo>
                <a:cubicBezTo>
                  <a:pt x="79" y="125"/>
                  <a:pt x="79" y="125"/>
                  <a:pt x="79" y="125"/>
                </a:cubicBezTo>
                <a:cubicBezTo>
                  <a:pt x="79" y="127"/>
                  <a:pt x="79" y="127"/>
                  <a:pt x="79" y="127"/>
                </a:cubicBezTo>
                <a:cubicBezTo>
                  <a:pt x="79" y="130"/>
                  <a:pt x="79" y="130"/>
                  <a:pt x="79" y="130"/>
                </a:cubicBezTo>
                <a:cubicBezTo>
                  <a:pt x="79" y="132"/>
                  <a:pt x="78" y="134"/>
                  <a:pt x="76" y="134"/>
                </a:cubicBezTo>
                <a:cubicBezTo>
                  <a:pt x="74" y="134"/>
                  <a:pt x="72" y="132"/>
                  <a:pt x="72" y="130"/>
                </a:cubicBezTo>
                <a:cubicBezTo>
                  <a:pt x="72" y="127"/>
                  <a:pt x="72" y="127"/>
                  <a:pt x="72" y="127"/>
                </a:cubicBezTo>
                <a:cubicBezTo>
                  <a:pt x="72" y="125"/>
                  <a:pt x="72" y="125"/>
                  <a:pt x="72" y="125"/>
                </a:cubicBezTo>
                <a:cubicBezTo>
                  <a:pt x="72" y="112"/>
                  <a:pt x="72" y="112"/>
                  <a:pt x="72" y="112"/>
                </a:cubicBezTo>
                <a:cubicBezTo>
                  <a:pt x="72" y="57"/>
                  <a:pt x="72" y="57"/>
                  <a:pt x="72" y="57"/>
                </a:cubicBezTo>
                <a:cubicBezTo>
                  <a:pt x="94" y="57"/>
                  <a:pt x="94" y="57"/>
                  <a:pt x="94" y="57"/>
                </a:cubicBezTo>
                <a:cubicBezTo>
                  <a:pt x="94" y="57"/>
                  <a:pt x="97" y="32"/>
                  <a:pt x="76" y="6"/>
                </a:cubicBezTo>
                <a:cubicBezTo>
                  <a:pt x="76" y="5"/>
                  <a:pt x="76" y="5"/>
                  <a:pt x="76" y="5"/>
                </a:cubicBezTo>
                <a:cubicBezTo>
                  <a:pt x="80" y="8"/>
                  <a:pt x="99" y="24"/>
                  <a:pt x="99" y="57"/>
                </a:cubicBezTo>
                <a:close/>
              </a:path>
            </a:pathLst>
          </a:custGeom>
          <a:solidFill>
            <a:srgbClr val="44546A"/>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5" name="Group 34"/>
          <p:cNvGrpSpPr/>
          <p:nvPr/>
        </p:nvGrpSpPr>
        <p:grpSpPr>
          <a:xfrm>
            <a:off x="2956819" y="2910294"/>
            <a:ext cx="866275" cy="592987"/>
            <a:chOff x="2324100" y="1814513"/>
            <a:chExt cx="266700" cy="182563"/>
          </a:xfrm>
          <a:solidFill>
            <a:srgbClr val="9BBC57"/>
          </a:solidFill>
        </p:grpSpPr>
        <p:sp>
          <p:nvSpPr>
            <p:cNvPr id="36"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8" name="Rectangle 37"/>
          <p:cNvSpPr/>
          <p:nvPr/>
        </p:nvSpPr>
        <p:spPr>
          <a:xfrm>
            <a:off x="9108966" y="3498958"/>
            <a:ext cx="208455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a:t>
            </a:r>
          </a:p>
        </p:txBody>
      </p:sp>
      <p:sp>
        <p:nvSpPr>
          <p:cNvPr id="45" name="Rectangle 44"/>
          <p:cNvSpPr/>
          <p:nvPr/>
        </p:nvSpPr>
        <p:spPr>
          <a:xfrm>
            <a:off x="9108966" y="5366025"/>
            <a:ext cx="2084552"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Defending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a:t>
            </a:r>
          </a:p>
        </p:txBody>
      </p:sp>
      <p:sp>
        <p:nvSpPr>
          <p:cNvPr id="46" name="Rectangle 45"/>
          <p:cNvSpPr/>
          <p:nvPr/>
        </p:nvSpPr>
        <p:spPr>
          <a:xfrm>
            <a:off x="779203" y="2621769"/>
            <a:ext cx="208455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Setting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a:t>
            </a:r>
          </a:p>
        </p:txBody>
      </p:sp>
      <p:sp>
        <p:nvSpPr>
          <p:cNvPr id="47" name="Rectangle 46"/>
          <p:cNvSpPr/>
          <p:nvPr/>
        </p:nvSpPr>
        <p:spPr>
          <a:xfrm>
            <a:off x="779203" y="4488836"/>
            <a:ext cx="2084552"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Document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a:t>
            </a:r>
          </a:p>
        </p:txBody>
      </p:sp>
    </p:spTree>
    <p:extLst>
      <p:ext uri="{BB962C8B-B14F-4D97-AF65-F5344CB8AC3E}">
        <p14:creationId xmlns:p14="http://schemas.microsoft.com/office/powerpoint/2010/main" val="2204304337"/>
      </p:ext>
    </p:extLst>
  </p:cSld>
  <p:clrMapOvr>
    <a:masterClrMapping/>
  </p:clrMapOvr>
  <p:transition spd="slow">
    <p:push dir="u"/>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9"/>
          <p:cNvSpPr/>
          <p:nvPr/>
        </p:nvSpPr>
        <p:spPr>
          <a:xfrm>
            <a:off x="1524000" y="1295400"/>
            <a:ext cx="4267200" cy="4267200"/>
          </a:xfrm>
          <a:prstGeom prst="ellipse">
            <a:avLst/>
          </a:prstGeom>
          <a:noFill/>
          <a:ln w="38100" cmpd="dbl">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Oval 31"/>
          <p:cNvSpPr/>
          <p:nvPr/>
        </p:nvSpPr>
        <p:spPr>
          <a:xfrm>
            <a:off x="7589913" y="1092201"/>
            <a:ext cx="806251" cy="811311"/>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33" name="Oval 32"/>
          <p:cNvSpPr/>
          <p:nvPr/>
        </p:nvSpPr>
        <p:spPr>
          <a:xfrm>
            <a:off x="7589913" y="3835401"/>
            <a:ext cx="806251" cy="811311"/>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34" name="Text Box 7"/>
          <p:cNvSpPr txBox="1">
            <a:spLocks noChangeArrowheads="1"/>
          </p:cNvSpPr>
          <p:nvPr/>
        </p:nvSpPr>
        <p:spPr bwMode="auto">
          <a:xfrm>
            <a:off x="8636000" y="1221442"/>
            <a:ext cx="1404680" cy="553998"/>
          </a:xfrm>
          <a:prstGeom prst="rect">
            <a:avLst/>
          </a:prstGeom>
          <a:noFill/>
          <a:ln w="9525">
            <a:noFill/>
            <a:miter lim="800000"/>
          </a:ln>
        </p:spPr>
        <p:txBody>
          <a:bodyPr wrap="none" lIns="60960" tIns="30480" rIns="60960" bIns="30480">
            <a:spAutoFit/>
          </a:bodyPr>
          <a:lstStyle/>
          <a:p>
            <a:pP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Tutoring</a:t>
            </a:r>
          </a:p>
        </p:txBody>
      </p:sp>
      <p:sp>
        <p:nvSpPr>
          <p:cNvPr id="35" name="Text Box 7"/>
          <p:cNvSpPr txBox="1">
            <a:spLocks noChangeArrowheads="1"/>
          </p:cNvSpPr>
          <p:nvPr/>
        </p:nvSpPr>
        <p:spPr bwMode="auto">
          <a:xfrm>
            <a:off x="8636000" y="1880847"/>
            <a:ext cx="2844800" cy="1190390"/>
          </a:xfrm>
          <a:prstGeom prst="rect">
            <a:avLst/>
          </a:prstGeom>
          <a:noFill/>
          <a:ln w="9525">
            <a:noFill/>
            <a:miter lim="800000"/>
          </a:ln>
        </p:spPr>
        <p:txBody>
          <a:bodyPr wrap="square" lIns="60960" tIns="30480" rIns="60960" bIns="30480" anchor="ctr">
            <a:spAutoFit/>
          </a:bodyPr>
          <a:lstStyle/>
          <a:p>
            <a:pPr defTabSz="1450940"/>
            <a:r>
              <a:rPr lang="en-US" sz="1467"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 fermentum.</a:t>
            </a:r>
          </a:p>
        </p:txBody>
      </p:sp>
      <p:sp>
        <p:nvSpPr>
          <p:cNvPr id="36" name="Text Box 7"/>
          <p:cNvSpPr txBox="1">
            <a:spLocks noChangeArrowheads="1"/>
          </p:cNvSpPr>
          <p:nvPr/>
        </p:nvSpPr>
        <p:spPr bwMode="auto">
          <a:xfrm>
            <a:off x="8636000" y="3943724"/>
            <a:ext cx="2233432" cy="553998"/>
          </a:xfrm>
          <a:prstGeom prst="rect">
            <a:avLst/>
          </a:prstGeom>
          <a:noFill/>
          <a:ln w="9525">
            <a:noFill/>
            <a:miter lim="800000"/>
          </a:ln>
        </p:spPr>
        <p:txBody>
          <a:bodyPr wrap="none" lIns="60960" tIns="30480" rIns="60960" bIns="30480">
            <a:spAutoFit/>
          </a:bodyPr>
          <a:lstStyle/>
          <a:p>
            <a:pP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Trial Combat </a:t>
            </a:r>
          </a:p>
        </p:txBody>
      </p:sp>
      <p:sp>
        <p:nvSpPr>
          <p:cNvPr id="37" name="Text Box 7"/>
          <p:cNvSpPr txBox="1">
            <a:spLocks noChangeArrowheads="1"/>
          </p:cNvSpPr>
          <p:nvPr/>
        </p:nvSpPr>
        <p:spPr bwMode="auto">
          <a:xfrm>
            <a:off x="8636000" y="4603129"/>
            <a:ext cx="2844800" cy="1190390"/>
          </a:xfrm>
          <a:prstGeom prst="rect">
            <a:avLst/>
          </a:prstGeom>
          <a:noFill/>
          <a:ln w="9525">
            <a:noFill/>
            <a:miter lim="800000"/>
          </a:ln>
        </p:spPr>
        <p:txBody>
          <a:bodyPr wrap="square" lIns="60960" tIns="30480" rIns="60960" bIns="30480" anchor="ctr">
            <a:spAutoFit/>
          </a:bodyPr>
          <a:lstStyle/>
          <a:p>
            <a:pPr defTabSz="1450940"/>
            <a:r>
              <a:rPr lang="en-US" sz="1467" i="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 fermentum.</a:t>
            </a:r>
          </a:p>
        </p:txBody>
      </p:sp>
      <p:grpSp>
        <p:nvGrpSpPr>
          <p:cNvPr id="14" name="Group 13"/>
          <p:cNvGrpSpPr/>
          <p:nvPr/>
        </p:nvGrpSpPr>
        <p:grpSpPr>
          <a:xfrm>
            <a:off x="1016000" y="1727201"/>
            <a:ext cx="1422400" cy="1422400"/>
            <a:chOff x="1016000" y="1727201"/>
            <a:chExt cx="1422400" cy="1422400"/>
          </a:xfrm>
        </p:grpSpPr>
        <p:sp>
          <p:nvSpPr>
            <p:cNvPr id="6" name="Oval 5"/>
            <p:cNvSpPr/>
            <p:nvPr/>
          </p:nvSpPr>
          <p:spPr>
            <a:xfrm>
              <a:off x="1016000" y="1727201"/>
              <a:ext cx="1422400" cy="1422400"/>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Rectangle 27"/>
            <p:cNvSpPr/>
            <p:nvPr/>
          </p:nvSpPr>
          <p:spPr>
            <a:xfrm>
              <a:off x="1168400" y="2561181"/>
              <a:ext cx="1117600" cy="307777"/>
            </a:xfrm>
            <a:prstGeom prst="rect">
              <a:avLst/>
            </a:prstGeom>
          </p:spPr>
          <p:txBody>
            <a:bodyPr wrap="square">
              <a:spAutoFit/>
            </a:bodyPr>
            <a:lstStyle/>
            <a:p>
              <a:pPr algn="ctr"/>
              <a:r>
                <a:rPr lang="en-US" sz="14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MONITOR</a:t>
              </a:r>
              <a:endParaRPr lang="en-US" sz="1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47" name="Group 46"/>
            <p:cNvGrpSpPr/>
            <p:nvPr/>
          </p:nvGrpSpPr>
          <p:grpSpPr>
            <a:xfrm>
              <a:off x="1501155" y="2125708"/>
              <a:ext cx="452092" cy="435473"/>
              <a:chOff x="4616450" y="1549401"/>
              <a:chExt cx="215900" cy="207963"/>
            </a:xfrm>
            <a:solidFill>
              <a:schemeClr val="bg1"/>
            </a:solidFill>
          </p:grpSpPr>
          <p:sp>
            <p:nvSpPr>
              <p:cNvPr id="48"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5" name="Group 14"/>
          <p:cNvGrpSpPr/>
          <p:nvPr/>
        </p:nvGrpSpPr>
        <p:grpSpPr>
          <a:xfrm>
            <a:off x="2946400" y="787400"/>
            <a:ext cx="1422400" cy="1422400"/>
            <a:chOff x="2946400" y="787400"/>
            <a:chExt cx="1422400" cy="1422400"/>
          </a:xfrm>
        </p:grpSpPr>
        <p:sp>
          <p:nvSpPr>
            <p:cNvPr id="4" name="Oval 3"/>
            <p:cNvSpPr/>
            <p:nvPr/>
          </p:nvSpPr>
          <p:spPr>
            <a:xfrm>
              <a:off x="2946400" y="787400"/>
              <a:ext cx="1422400" cy="1422400"/>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Rectangle 28"/>
            <p:cNvSpPr/>
            <p:nvPr/>
          </p:nvSpPr>
          <p:spPr>
            <a:xfrm>
              <a:off x="3098800" y="1572399"/>
              <a:ext cx="1117600" cy="307777"/>
            </a:xfrm>
            <a:prstGeom prst="rect">
              <a:avLst/>
            </a:prstGeom>
          </p:spPr>
          <p:txBody>
            <a:bodyPr wrap="square">
              <a:spAutoFit/>
            </a:bodyPr>
            <a:lstStyle/>
            <a:p>
              <a:pPr algn="ctr"/>
              <a:r>
                <a:rPr lang="en-US" sz="14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MOBILE</a:t>
              </a:r>
              <a:endParaRPr lang="en-US" sz="1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50" name="Group 49"/>
            <p:cNvGrpSpPr/>
            <p:nvPr/>
          </p:nvGrpSpPr>
          <p:grpSpPr>
            <a:xfrm>
              <a:off x="3491091" y="1044005"/>
              <a:ext cx="333020" cy="502789"/>
              <a:chOff x="549275" y="4406901"/>
              <a:chExt cx="161926" cy="244475"/>
            </a:xfrm>
            <a:solidFill>
              <a:schemeClr val="bg1"/>
            </a:solidFill>
          </p:grpSpPr>
          <p:sp>
            <p:nvSpPr>
              <p:cNvPr id="51"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3" name="Group 12"/>
          <p:cNvGrpSpPr/>
          <p:nvPr/>
        </p:nvGrpSpPr>
        <p:grpSpPr>
          <a:xfrm>
            <a:off x="1016000" y="3530600"/>
            <a:ext cx="1422400" cy="1422400"/>
            <a:chOff x="1016000" y="3530600"/>
            <a:chExt cx="1422400" cy="1422400"/>
          </a:xfrm>
        </p:grpSpPr>
        <p:sp>
          <p:nvSpPr>
            <p:cNvPr id="8" name="Oval 7"/>
            <p:cNvSpPr/>
            <p:nvPr/>
          </p:nvSpPr>
          <p:spPr>
            <a:xfrm>
              <a:off x="1016000" y="3530600"/>
              <a:ext cx="1422400" cy="1422400"/>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Rectangle 29"/>
            <p:cNvSpPr/>
            <p:nvPr/>
          </p:nvSpPr>
          <p:spPr>
            <a:xfrm>
              <a:off x="1168400" y="4354821"/>
              <a:ext cx="1117600" cy="523220"/>
            </a:xfrm>
            <a:prstGeom prst="rect">
              <a:avLst/>
            </a:prstGeom>
          </p:spPr>
          <p:txBody>
            <a:bodyPr wrap="square">
              <a:spAutoFit/>
            </a:bodyPr>
            <a:lstStyle/>
            <a:p>
              <a:pPr algn="ctr"/>
              <a:r>
                <a:rPr lang="en-US" sz="14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53" name="Group 52"/>
            <p:cNvGrpSpPr/>
            <p:nvPr/>
          </p:nvGrpSpPr>
          <p:grpSpPr>
            <a:xfrm>
              <a:off x="1523527" y="3873612"/>
              <a:ext cx="407348" cy="413292"/>
              <a:chOff x="2360613" y="2686051"/>
              <a:chExt cx="217488" cy="220662"/>
            </a:xfrm>
            <a:solidFill>
              <a:schemeClr val="bg1"/>
            </a:solidFill>
          </p:grpSpPr>
          <p:sp>
            <p:nvSpPr>
              <p:cNvPr id="54"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6" name="Group 15"/>
          <p:cNvGrpSpPr/>
          <p:nvPr/>
        </p:nvGrpSpPr>
        <p:grpSpPr>
          <a:xfrm>
            <a:off x="4876800" y="1727200"/>
            <a:ext cx="1422400" cy="1422400"/>
            <a:chOff x="4876800" y="1727200"/>
            <a:chExt cx="1422400" cy="1422400"/>
          </a:xfrm>
        </p:grpSpPr>
        <p:sp>
          <p:nvSpPr>
            <p:cNvPr id="5" name="Oval 4"/>
            <p:cNvSpPr/>
            <p:nvPr/>
          </p:nvSpPr>
          <p:spPr>
            <a:xfrm>
              <a:off x="4876800" y="1727200"/>
              <a:ext cx="1422400" cy="1422400"/>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5"/>
            <p:cNvSpPr/>
            <p:nvPr/>
          </p:nvSpPr>
          <p:spPr>
            <a:xfrm>
              <a:off x="5029200" y="2582445"/>
              <a:ext cx="1192924" cy="523220"/>
            </a:xfrm>
            <a:prstGeom prst="rect">
              <a:avLst/>
            </a:prstGeom>
          </p:spPr>
          <p:txBody>
            <a:bodyPr wrap="square">
              <a:spAutoFit/>
            </a:bodyPr>
            <a:lstStyle/>
            <a:p>
              <a:pPr algn="ctr"/>
              <a:r>
                <a:rPr lang="en-US" sz="14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SURROUND</a:t>
              </a:r>
              <a:endParaRPr lang="en-US" sz="1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57" name="Group 56"/>
            <p:cNvGrpSpPr/>
            <p:nvPr/>
          </p:nvGrpSpPr>
          <p:grpSpPr>
            <a:xfrm>
              <a:off x="5360540" y="1978536"/>
              <a:ext cx="454921" cy="478705"/>
              <a:chOff x="1641475" y="2428876"/>
              <a:chExt cx="242888" cy="255587"/>
            </a:xfrm>
            <a:solidFill>
              <a:schemeClr val="bg1"/>
            </a:solidFill>
          </p:grpSpPr>
          <p:sp>
            <p:nvSpPr>
              <p:cNvPr id="58"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2" name="Group 11"/>
          <p:cNvGrpSpPr/>
          <p:nvPr/>
        </p:nvGrpSpPr>
        <p:grpSpPr>
          <a:xfrm>
            <a:off x="2946400" y="4648200"/>
            <a:ext cx="1422400" cy="1422400"/>
            <a:chOff x="2946400" y="4648200"/>
            <a:chExt cx="1422400" cy="1422400"/>
          </a:xfrm>
        </p:grpSpPr>
        <p:sp>
          <p:nvSpPr>
            <p:cNvPr id="9" name="Oval 8"/>
            <p:cNvSpPr/>
            <p:nvPr/>
          </p:nvSpPr>
          <p:spPr>
            <a:xfrm>
              <a:off x="2946400" y="4648200"/>
              <a:ext cx="1422400" cy="1422400"/>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Rectangle 30"/>
            <p:cNvSpPr/>
            <p:nvPr/>
          </p:nvSpPr>
          <p:spPr>
            <a:xfrm>
              <a:off x="3022600" y="5528845"/>
              <a:ext cx="1270000" cy="307777"/>
            </a:xfrm>
            <a:prstGeom prst="rect">
              <a:avLst/>
            </a:prstGeom>
          </p:spPr>
          <p:txBody>
            <a:bodyPr wrap="square">
              <a:spAutoFit/>
            </a:bodyPr>
            <a:lstStyle/>
            <a:p>
              <a:pPr algn="ctr"/>
              <a:r>
                <a:rPr lang="en-US" sz="14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DOWNLOAD</a:t>
              </a:r>
              <a:endParaRPr lang="en-US" sz="1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63" name="Freeform 33"/>
            <p:cNvSpPr>
              <a:spLocks noEditPoints="1"/>
            </p:cNvSpPr>
            <p:nvPr/>
          </p:nvSpPr>
          <p:spPr bwMode="auto">
            <a:xfrm>
              <a:off x="3424169" y="5106233"/>
              <a:ext cx="466863" cy="317864"/>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1" name="Group 10"/>
          <p:cNvGrpSpPr/>
          <p:nvPr/>
        </p:nvGrpSpPr>
        <p:grpSpPr>
          <a:xfrm>
            <a:off x="4876800" y="3530600"/>
            <a:ext cx="1422400" cy="1422400"/>
            <a:chOff x="4876800" y="3530600"/>
            <a:chExt cx="1422400" cy="1422400"/>
          </a:xfrm>
        </p:grpSpPr>
        <p:sp>
          <p:nvSpPr>
            <p:cNvPr id="7" name="Oval 6"/>
            <p:cNvSpPr/>
            <p:nvPr/>
          </p:nvSpPr>
          <p:spPr>
            <a:xfrm>
              <a:off x="4876800" y="3530600"/>
              <a:ext cx="1422400" cy="1422400"/>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Rectangle 26"/>
            <p:cNvSpPr/>
            <p:nvPr/>
          </p:nvSpPr>
          <p:spPr>
            <a:xfrm>
              <a:off x="5029200" y="4344780"/>
              <a:ext cx="1117600" cy="307777"/>
            </a:xfrm>
            <a:prstGeom prst="rect">
              <a:avLst/>
            </a:prstGeom>
          </p:spPr>
          <p:txBody>
            <a:bodyPr wrap="square">
              <a:spAutoFit/>
            </a:bodyPr>
            <a:lstStyle/>
            <a:p>
              <a:pPr algn="ctr"/>
              <a:r>
                <a:rPr lang="en-US" sz="14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WARNING</a:t>
              </a:r>
              <a:endParaRPr lang="en-US" sz="1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64" name="Freeform 63"/>
            <p:cNvSpPr>
              <a:spLocks noEditPoints="1"/>
            </p:cNvSpPr>
            <p:nvPr/>
          </p:nvSpPr>
          <p:spPr bwMode="auto">
            <a:xfrm>
              <a:off x="5427827" y="3849875"/>
              <a:ext cx="320348" cy="429613"/>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5" name="Rectangle 44"/>
          <p:cNvSpPr/>
          <p:nvPr/>
        </p:nvSpPr>
        <p:spPr>
          <a:xfrm>
            <a:off x="2615324" y="2921169"/>
            <a:ext cx="2084552" cy="1015663"/>
          </a:xfrm>
          <a:prstGeom prst="rect">
            <a:avLst/>
          </a:prstGeom>
        </p:spPr>
        <p:txBody>
          <a:bodyPr wrap="square">
            <a:spAutoFit/>
          </a:bodyPr>
          <a:lstStyle/>
          <a:p>
            <a:pPr algn="ct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Technology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a:t>
            </a:r>
          </a:p>
        </p:txBody>
      </p:sp>
    </p:spTree>
    <p:extLst>
      <p:ext uri="{BB962C8B-B14F-4D97-AF65-F5344CB8AC3E}">
        <p14:creationId xmlns:p14="http://schemas.microsoft.com/office/powerpoint/2010/main" val="178270980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9144000" y="2386422"/>
            <a:ext cx="1828800" cy="452356"/>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2400" spc="-2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maintenance</a:t>
            </a:r>
            <a:endParaRPr lang="en-US" sz="240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1" name="Rectangle 10"/>
          <p:cNvSpPr/>
          <p:nvPr/>
        </p:nvSpPr>
        <p:spPr>
          <a:xfrm>
            <a:off x="9144000" y="2838778"/>
            <a:ext cx="1066800" cy="452356"/>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2400" spc="-2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power</a:t>
            </a:r>
            <a:endParaRPr lang="en-US" sz="240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2" name="Rectangle 11"/>
          <p:cNvSpPr/>
          <p:nvPr/>
        </p:nvSpPr>
        <p:spPr>
          <a:xfrm>
            <a:off x="9144000" y="3268155"/>
            <a:ext cx="1828800" cy="452356"/>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2400" spc="-2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main service</a:t>
            </a:r>
            <a:endParaRPr lang="en-US" sz="240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12"/>
          <p:cNvSpPr/>
          <p:nvPr/>
        </p:nvSpPr>
        <p:spPr>
          <a:xfrm>
            <a:off x="9144000" y="3720511"/>
            <a:ext cx="1066800" cy="452356"/>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2400" spc="-2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quality</a:t>
            </a:r>
            <a:endParaRPr lang="en-US" sz="240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3"/>
          <p:cNvSpPr/>
          <p:nvPr/>
        </p:nvSpPr>
        <p:spPr>
          <a:xfrm>
            <a:off x="9144000" y="4149889"/>
            <a:ext cx="2133600" cy="452356"/>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2400" spc="-2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high persistent</a:t>
            </a:r>
            <a:endParaRPr lang="en-US" sz="240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4"/>
          <p:cNvSpPr/>
          <p:nvPr/>
        </p:nvSpPr>
        <p:spPr>
          <a:xfrm>
            <a:off x="9144000" y="4602245"/>
            <a:ext cx="1422400" cy="452356"/>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2400" spc="-2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durability</a:t>
            </a:r>
            <a:endParaRPr lang="en-US" sz="240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8" name="Group 7"/>
          <p:cNvGrpSpPr/>
          <p:nvPr/>
        </p:nvGrpSpPr>
        <p:grpSpPr>
          <a:xfrm>
            <a:off x="3945869" y="1677632"/>
            <a:ext cx="5401331" cy="4900969"/>
            <a:chOff x="521002" y="1609116"/>
            <a:chExt cx="3429000" cy="3111348"/>
          </a:xfrm>
        </p:grpSpPr>
        <p:pic>
          <p:nvPicPr>
            <p:cNvPr id="2" name="Picture 1"/>
            <p:cNvPicPr>
              <a:picLocks noChangeAspect="1"/>
            </p:cNvPicPr>
            <p:nvPr/>
          </p:nvPicPr>
          <p:blipFill>
            <a:blip r:embed="rId4">
              <a:extLst>
                <a:ext uri="{28A0092B-C50C-407E-A947-70E740481C1C}">
                  <a14:useLocalDpi xmlns:a14="http://schemas.microsoft.com/office/drawing/2010/main" val="0"/>
                </a:ext>
              </a:extLst>
            </a:blip>
            <a:srcRect l="22134" t="10550" r="21733" b="13050"/>
            <a:stretch>
              <a:fillRect/>
            </a:stretch>
          </p:blipFill>
          <p:spPr>
            <a:xfrm>
              <a:off x="521002" y="1609116"/>
              <a:ext cx="3429000" cy="3111348"/>
            </a:xfrm>
            <a:prstGeom prst="rect">
              <a:avLst/>
            </a:prstGeom>
          </p:spPr>
        </p:pic>
        <p:sp>
          <p:nvSpPr>
            <p:cNvPr id="3" name="Rectangle 2"/>
            <p:cNvSpPr/>
            <p:nvPr/>
          </p:nvSpPr>
          <p:spPr>
            <a:xfrm>
              <a:off x="734638" y="1948977"/>
              <a:ext cx="2990088" cy="1846708"/>
            </a:xfrm>
            <a:prstGeom prst="rect">
              <a:avLst/>
            </a:prstGeom>
            <a:solidFill>
              <a:schemeClr val="bg1">
                <a:lumMod val="8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6" name="Text Box 7"/>
          <p:cNvSpPr txBox="1">
            <a:spLocks noChangeArrowheads="1"/>
          </p:cNvSpPr>
          <p:nvPr/>
        </p:nvSpPr>
        <p:spPr bwMode="auto">
          <a:xfrm>
            <a:off x="812801" y="495181"/>
            <a:ext cx="4438395"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Project Resource</a:t>
            </a:r>
          </a:p>
        </p:txBody>
      </p:sp>
      <p:sp>
        <p:nvSpPr>
          <p:cNvPr id="19"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0" name="Rectangle 19"/>
          <p:cNvSpPr/>
          <p:nvPr/>
        </p:nvSpPr>
        <p:spPr>
          <a:xfrm>
            <a:off x="897237" y="1924531"/>
            <a:ext cx="2740964" cy="2139047"/>
          </a:xfrm>
          <a:prstGeom prst="rect">
            <a:avLst/>
          </a:prstGeom>
          <a:solidFill>
            <a:srgbClr val="15A185"/>
          </a:solidFill>
        </p:spPr>
        <p:txBody>
          <a:bodyPr wrap="square" lIns="182880" tIns="91440" rIns="182880" bIns="91440">
            <a:spAutoFit/>
          </a:bodyPr>
          <a:lstStyle/>
          <a:p>
            <a:r>
              <a:rPr lang="en-US" sz="4000" smtClean="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21%</a:t>
            </a:r>
          </a:p>
          <a:p>
            <a:pPr>
              <a:lnSpc>
                <a:spcPct val="150000"/>
              </a:lnSpc>
            </a:pPr>
            <a:r>
              <a:rPr lang="en-US" b="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Software</a:t>
            </a:r>
            <a:endPar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a:t>
            </a:r>
            <a:r>
              <a:rPr lang="en-US" sz="1200"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 </a:t>
            </a:r>
            <a:r>
              <a:rPr lang="pt-BR"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Etiam faucibus tortor </a:t>
            </a:r>
            <a:r>
              <a:rPr lang="pt-BR" sz="12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1" name="Rectangle 20"/>
          <p:cNvSpPr/>
          <p:nvPr/>
        </p:nvSpPr>
        <p:spPr>
          <a:xfrm>
            <a:off x="897237" y="4244455"/>
            <a:ext cx="2740964" cy="2139047"/>
          </a:xfrm>
          <a:prstGeom prst="rect">
            <a:avLst/>
          </a:prstGeom>
          <a:solidFill>
            <a:srgbClr val="15A185"/>
          </a:solidFill>
        </p:spPr>
        <p:txBody>
          <a:bodyPr wrap="square" lIns="182880" tIns="91440" rIns="182880" bIns="91440">
            <a:spAutoFit/>
          </a:bodyPr>
          <a:lstStyle/>
          <a:p>
            <a:r>
              <a:rPr lang="en-US" sz="4000" smtClean="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80%</a:t>
            </a:r>
          </a:p>
          <a:p>
            <a:pPr>
              <a:lnSpc>
                <a:spcPct val="150000"/>
              </a:lnSpc>
            </a:pPr>
            <a:r>
              <a:rPr lang="en-US" b="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Skill</a:t>
            </a:r>
            <a:endPar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a:t>
            </a:r>
            <a:r>
              <a:rPr lang="en-US" sz="1200"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 </a:t>
            </a:r>
            <a:r>
              <a:rPr lang="pt-BR"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Etiam </a:t>
            </a:r>
            <a:r>
              <a:rPr lang="pt-BR" sz="12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faucibus.</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1190367948"/>
      </p:ext>
    </p:extLst>
  </p:cSld>
  <p:clrMapOvr>
    <a:masterClrMapping/>
  </p:clrMapOvr>
  <p:transition spd="slow">
    <p:push dir="u"/>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298934"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Asset Disclosure</a:t>
            </a:r>
          </a:p>
        </p:txBody>
      </p:sp>
      <p:cxnSp>
        <p:nvCxnSpPr>
          <p:cNvPr id="19" name="Straight Connector 18"/>
          <p:cNvCxnSpPr>
            <a:stCxn id="11" idx="7"/>
          </p:cNvCxnSpPr>
          <p:nvPr/>
        </p:nvCxnSpPr>
        <p:spPr>
          <a:xfrm flipV="1">
            <a:off x="7097528" y="4023684"/>
            <a:ext cx="482973" cy="271125"/>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7009351" y="3184192"/>
            <a:ext cx="571151" cy="324037"/>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a:stCxn id="10" idx="6"/>
            <a:endCxn id="2" idx="2"/>
          </p:cNvCxnSpPr>
          <p:nvPr/>
        </p:nvCxnSpPr>
        <p:spPr>
          <a:xfrm flipV="1">
            <a:off x="6161890" y="3736597"/>
            <a:ext cx="1314784" cy="32010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468756" y="2413000"/>
            <a:ext cx="409247" cy="685101"/>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8393301" y="2595693"/>
            <a:ext cx="203200" cy="50240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409" name="Straight Connector 17408"/>
          <p:cNvCxnSpPr>
            <a:stCxn id="15" idx="3"/>
            <a:endCxn id="2" idx="7"/>
          </p:cNvCxnSpPr>
          <p:nvPr/>
        </p:nvCxnSpPr>
        <p:spPr>
          <a:xfrm flipH="1">
            <a:off x="8724183" y="2858671"/>
            <a:ext cx="791463" cy="361191"/>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412" name="Straight Connector 17411"/>
          <p:cNvCxnSpPr/>
          <p:nvPr/>
        </p:nvCxnSpPr>
        <p:spPr>
          <a:xfrm flipH="1">
            <a:off x="8844122" y="3052314"/>
            <a:ext cx="1660771" cy="468964"/>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415" name="Straight Connector 17414"/>
          <p:cNvCxnSpPr>
            <a:stCxn id="12" idx="7"/>
            <a:endCxn id="2" idx="3"/>
          </p:cNvCxnSpPr>
          <p:nvPr/>
        </p:nvCxnSpPr>
        <p:spPr>
          <a:xfrm flipV="1">
            <a:off x="7006181" y="4253332"/>
            <a:ext cx="684531" cy="1366005"/>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417" name="Straight Connector 17416"/>
          <p:cNvCxnSpPr/>
          <p:nvPr/>
        </p:nvCxnSpPr>
        <p:spPr>
          <a:xfrm flipV="1">
            <a:off x="7885920" y="4343401"/>
            <a:ext cx="100981" cy="902231"/>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420" name="Straight Connector 17419"/>
          <p:cNvCxnSpPr>
            <a:stCxn id="6" idx="1"/>
          </p:cNvCxnSpPr>
          <p:nvPr/>
        </p:nvCxnSpPr>
        <p:spPr>
          <a:xfrm flipH="1" flipV="1">
            <a:off x="8494901" y="4343400"/>
            <a:ext cx="327757" cy="956224"/>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424" name="Straight Connector 17423"/>
          <p:cNvCxnSpPr>
            <a:endCxn id="2" idx="6"/>
          </p:cNvCxnSpPr>
          <p:nvPr/>
        </p:nvCxnSpPr>
        <p:spPr>
          <a:xfrm flipH="1" flipV="1">
            <a:off x="8938221" y="3736597"/>
            <a:ext cx="1385480" cy="98803"/>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914400" y="1975642"/>
            <a:ext cx="806251" cy="811311"/>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Text Box 7"/>
          <p:cNvSpPr txBox="1">
            <a:spLocks noChangeArrowheads="1"/>
          </p:cNvSpPr>
          <p:nvPr/>
        </p:nvSpPr>
        <p:spPr bwMode="auto">
          <a:xfrm>
            <a:off x="1960488" y="2104884"/>
            <a:ext cx="2753639" cy="553998"/>
          </a:xfrm>
          <a:prstGeom prst="rect">
            <a:avLst/>
          </a:prstGeom>
          <a:noFill/>
          <a:ln w="9525">
            <a:noFill/>
            <a:miter lim="800000"/>
          </a:ln>
        </p:spPr>
        <p:txBody>
          <a:bodyPr wrap="none" lIns="60960" tIns="30480" rIns="60960" bIns="30480">
            <a:spAutoFit/>
          </a:bodyPr>
          <a:lstStyle/>
          <a:p>
            <a:pP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Common Sense</a:t>
            </a:r>
          </a:p>
        </p:txBody>
      </p:sp>
      <p:sp>
        <p:nvSpPr>
          <p:cNvPr id="52" name="Text Box 7"/>
          <p:cNvSpPr txBox="1">
            <a:spLocks noChangeArrowheads="1"/>
          </p:cNvSpPr>
          <p:nvPr/>
        </p:nvSpPr>
        <p:spPr bwMode="auto">
          <a:xfrm>
            <a:off x="1960488" y="2735158"/>
            <a:ext cx="3017913" cy="1190390"/>
          </a:xfrm>
          <a:prstGeom prst="rect">
            <a:avLst/>
          </a:prstGeom>
          <a:noFill/>
          <a:ln w="9525">
            <a:noFill/>
            <a:miter lim="800000"/>
          </a:ln>
        </p:spPr>
        <p:txBody>
          <a:bodyPr wrap="square" lIns="60960" tIns="30480" rIns="60960" bIns="30480" anchor="ctr">
            <a:spAutoFit/>
          </a:bodyPr>
          <a:lstStyle/>
          <a:p>
            <a:pPr defTabSz="1450940"/>
            <a:r>
              <a:rPr lang="en-US" sz="1467" i="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 fermentum.</a:t>
            </a:r>
          </a:p>
        </p:txBody>
      </p:sp>
      <p:sp>
        <p:nvSpPr>
          <p:cNvPr id="53" name="Oval 52"/>
          <p:cNvSpPr/>
          <p:nvPr/>
        </p:nvSpPr>
        <p:spPr>
          <a:xfrm>
            <a:off x="914400" y="4305353"/>
            <a:ext cx="806251" cy="811311"/>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4" name="Text Box 7"/>
          <p:cNvSpPr txBox="1">
            <a:spLocks noChangeArrowheads="1"/>
          </p:cNvSpPr>
          <p:nvPr/>
        </p:nvSpPr>
        <p:spPr bwMode="auto">
          <a:xfrm>
            <a:off x="1960487" y="4434595"/>
            <a:ext cx="2274341" cy="553998"/>
          </a:xfrm>
          <a:prstGeom prst="rect">
            <a:avLst/>
          </a:prstGeom>
          <a:noFill/>
          <a:ln w="9525">
            <a:noFill/>
            <a:miter lim="800000"/>
          </a:ln>
        </p:spPr>
        <p:txBody>
          <a:bodyPr wrap="none" lIns="60960" tIns="30480" rIns="60960" bIns="30480">
            <a:spAutoFit/>
          </a:bodyPr>
          <a:lstStyle/>
          <a:p>
            <a:pP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Breakthrough</a:t>
            </a:r>
          </a:p>
        </p:txBody>
      </p:sp>
      <p:sp>
        <p:nvSpPr>
          <p:cNvPr id="55" name="Text Box 7"/>
          <p:cNvSpPr txBox="1">
            <a:spLocks noChangeArrowheads="1"/>
          </p:cNvSpPr>
          <p:nvPr/>
        </p:nvSpPr>
        <p:spPr bwMode="auto">
          <a:xfrm>
            <a:off x="1960488" y="5064869"/>
            <a:ext cx="3017913" cy="1190390"/>
          </a:xfrm>
          <a:prstGeom prst="rect">
            <a:avLst/>
          </a:prstGeom>
          <a:noFill/>
          <a:ln w="9525">
            <a:noFill/>
            <a:miter lim="800000"/>
          </a:ln>
        </p:spPr>
        <p:txBody>
          <a:bodyPr wrap="square" lIns="60960" tIns="30480" rIns="60960" bIns="30480" anchor="ctr">
            <a:spAutoFit/>
          </a:bodyPr>
          <a:lstStyle/>
          <a:p>
            <a:pPr defTabSz="1450940"/>
            <a:r>
              <a:rPr lang="en-US" sz="1467" i="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 fermentum.</a:t>
            </a:r>
          </a:p>
        </p:txBody>
      </p:sp>
      <p:grpSp>
        <p:nvGrpSpPr>
          <p:cNvPr id="30" name="Group 29"/>
          <p:cNvGrpSpPr/>
          <p:nvPr/>
        </p:nvGrpSpPr>
        <p:grpSpPr>
          <a:xfrm>
            <a:off x="9368494" y="2001009"/>
            <a:ext cx="1004815" cy="1004815"/>
            <a:chOff x="7073667" y="1500756"/>
            <a:chExt cx="753611" cy="753611"/>
          </a:xfrm>
        </p:grpSpPr>
        <p:sp>
          <p:nvSpPr>
            <p:cNvPr id="15" name="Oval 14"/>
            <p:cNvSpPr/>
            <p:nvPr/>
          </p:nvSpPr>
          <p:spPr>
            <a:xfrm>
              <a:off x="7073667" y="1500756"/>
              <a:ext cx="753611" cy="753611"/>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6" name="Group 55"/>
            <p:cNvGrpSpPr/>
            <p:nvPr/>
          </p:nvGrpSpPr>
          <p:grpSpPr>
            <a:xfrm>
              <a:off x="7282804" y="1740058"/>
              <a:ext cx="339069" cy="326605"/>
              <a:chOff x="4616450" y="1549401"/>
              <a:chExt cx="215900" cy="207963"/>
            </a:xfrm>
            <a:solidFill>
              <a:schemeClr val="bg1"/>
            </a:solidFill>
          </p:grpSpPr>
          <p:sp>
            <p:nvSpPr>
              <p:cNvPr id="57"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7" name="Group 26"/>
          <p:cNvGrpSpPr/>
          <p:nvPr/>
        </p:nvGrpSpPr>
        <p:grpSpPr>
          <a:xfrm>
            <a:off x="7476674" y="3005823"/>
            <a:ext cx="1461548" cy="1461548"/>
            <a:chOff x="5654802" y="2254367"/>
            <a:chExt cx="1096161" cy="1096161"/>
          </a:xfrm>
        </p:grpSpPr>
        <p:sp>
          <p:nvSpPr>
            <p:cNvPr id="2" name="Oval 1"/>
            <p:cNvSpPr/>
            <p:nvPr/>
          </p:nvSpPr>
          <p:spPr>
            <a:xfrm>
              <a:off x="5654802" y="2254367"/>
              <a:ext cx="1096161" cy="1096161"/>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9" name="Group 58"/>
            <p:cNvGrpSpPr/>
            <p:nvPr/>
          </p:nvGrpSpPr>
          <p:grpSpPr>
            <a:xfrm>
              <a:off x="6077999" y="2613902"/>
              <a:ext cx="249765" cy="377092"/>
              <a:chOff x="549275" y="4406901"/>
              <a:chExt cx="161926" cy="244475"/>
            </a:xfrm>
            <a:solidFill>
              <a:schemeClr val="bg1"/>
            </a:solidFill>
          </p:grpSpPr>
          <p:sp>
            <p:nvSpPr>
              <p:cNvPr id="60"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5" name="Group 24"/>
          <p:cNvGrpSpPr/>
          <p:nvPr/>
        </p:nvGrpSpPr>
        <p:grpSpPr>
          <a:xfrm>
            <a:off x="7476674" y="5245631"/>
            <a:ext cx="818495" cy="818495"/>
            <a:chOff x="5654802" y="3934223"/>
            <a:chExt cx="613871" cy="613871"/>
          </a:xfrm>
        </p:grpSpPr>
        <p:sp>
          <p:nvSpPr>
            <p:cNvPr id="7" name="Oval 6"/>
            <p:cNvSpPr/>
            <p:nvPr/>
          </p:nvSpPr>
          <p:spPr>
            <a:xfrm>
              <a:off x="5654802" y="3934223"/>
              <a:ext cx="613871" cy="613871"/>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62" name="Group 61"/>
            <p:cNvGrpSpPr/>
            <p:nvPr/>
          </p:nvGrpSpPr>
          <p:grpSpPr>
            <a:xfrm>
              <a:off x="5815331" y="4088305"/>
              <a:ext cx="305511" cy="309969"/>
              <a:chOff x="2360613" y="2686051"/>
              <a:chExt cx="217488" cy="220662"/>
            </a:xfrm>
            <a:solidFill>
              <a:schemeClr val="bg1"/>
            </a:solidFill>
          </p:grpSpPr>
          <p:sp>
            <p:nvSpPr>
              <p:cNvPr id="63"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6787947" y="1498601"/>
            <a:ext cx="1004815" cy="1004815"/>
            <a:chOff x="5138257" y="1123950"/>
            <a:chExt cx="753611" cy="753611"/>
          </a:xfrm>
        </p:grpSpPr>
        <p:sp>
          <p:nvSpPr>
            <p:cNvPr id="14" name="Oval 13"/>
            <p:cNvSpPr/>
            <p:nvPr/>
          </p:nvSpPr>
          <p:spPr>
            <a:xfrm>
              <a:off x="5138257" y="1123950"/>
              <a:ext cx="753611" cy="753611"/>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66" name="Group 65"/>
            <p:cNvGrpSpPr/>
            <p:nvPr/>
          </p:nvGrpSpPr>
          <p:grpSpPr>
            <a:xfrm>
              <a:off x="5344466" y="1314551"/>
              <a:ext cx="341191" cy="359029"/>
              <a:chOff x="1641475" y="2428876"/>
              <a:chExt cx="242888" cy="255587"/>
            </a:xfrm>
            <a:solidFill>
              <a:schemeClr val="bg1"/>
            </a:solidFill>
          </p:grpSpPr>
          <p:sp>
            <p:nvSpPr>
              <p:cNvPr id="67"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8" name="Group 27"/>
          <p:cNvGrpSpPr/>
          <p:nvPr/>
        </p:nvGrpSpPr>
        <p:grpSpPr>
          <a:xfrm>
            <a:off x="8290817" y="1909661"/>
            <a:ext cx="746545" cy="746545"/>
            <a:chOff x="6265409" y="1432245"/>
            <a:chExt cx="559909" cy="559909"/>
          </a:xfrm>
        </p:grpSpPr>
        <p:sp>
          <p:nvSpPr>
            <p:cNvPr id="13" name="Oval 12"/>
            <p:cNvSpPr/>
            <p:nvPr/>
          </p:nvSpPr>
          <p:spPr>
            <a:xfrm>
              <a:off x="6265409" y="1432245"/>
              <a:ext cx="559909" cy="559909"/>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33"/>
            <p:cNvSpPr>
              <a:spLocks noEditPoints="1"/>
            </p:cNvSpPr>
            <p:nvPr/>
          </p:nvSpPr>
          <p:spPr bwMode="auto">
            <a:xfrm>
              <a:off x="6370290" y="1593000"/>
              <a:ext cx="350147" cy="238398"/>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8" name="Group 17"/>
          <p:cNvGrpSpPr/>
          <p:nvPr/>
        </p:nvGrpSpPr>
        <p:grpSpPr>
          <a:xfrm>
            <a:off x="6080010" y="2503415"/>
            <a:ext cx="1004815" cy="1004815"/>
            <a:chOff x="4607304" y="1877561"/>
            <a:chExt cx="753611" cy="753611"/>
          </a:xfrm>
        </p:grpSpPr>
        <p:sp>
          <p:nvSpPr>
            <p:cNvPr id="9" name="Oval 8"/>
            <p:cNvSpPr/>
            <p:nvPr/>
          </p:nvSpPr>
          <p:spPr>
            <a:xfrm>
              <a:off x="4607304" y="1877561"/>
              <a:ext cx="753611" cy="753611"/>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Freeform 72"/>
            <p:cNvSpPr>
              <a:spLocks noEditPoints="1"/>
            </p:cNvSpPr>
            <p:nvPr/>
          </p:nvSpPr>
          <p:spPr bwMode="auto">
            <a:xfrm>
              <a:off x="4863740" y="2090632"/>
              <a:ext cx="240261" cy="322210"/>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2" name="Group 21"/>
          <p:cNvGrpSpPr/>
          <p:nvPr/>
        </p:nvGrpSpPr>
        <p:grpSpPr>
          <a:xfrm>
            <a:off x="6239866" y="4147658"/>
            <a:ext cx="1004815" cy="1004815"/>
            <a:chOff x="4727196" y="3110743"/>
            <a:chExt cx="753611" cy="753611"/>
          </a:xfrm>
        </p:grpSpPr>
        <p:sp>
          <p:nvSpPr>
            <p:cNvPr id="11" name="Oval 10"/>
            <p:cNvSpPr/>
            <p:nvPr/>
          </p:nvSpPr>
          <p:spPr>
            <a:xfrm>
              <a:off x="4727196" y="3110743"/>
              <a:ext cx="753611" cy="753611"/>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4" name="Group 73"/>
            <p:cNvGrpSpPr/>
            <p:nvPr/>
          </p:nvGrpSpPr>
          <p:grpSpPr>
            <a:xfrm>
              <a:off x="4901103" y="3292662"/>
              <a:ext cx="400830" cy="389772"/>
              <a:chOff x="390525" y="2455863"/>
              <a:chExt cx="230188" cy="223838"/>
            </a:xfrm>
            <a:solidFill>
              <a:schemeClr val="bg1"/>
            </a:solidFill>
          </p:grpSpPr>
          <p:sp>
            <p:nvSpPr>
              <p:cNvPr id="75" name="Freeform 41"/>
              <p:cNvSpPr>
                <a:spLocks noEditPoints="1"/>
              </p:cNvSpPr>
              <p:nvPr/>
            </p:nvSpPr>
            <p:spPr bwMode="auto">
              <a:xfrm>
                <a:off x="498475" y="2559051"/>
                <a:ext cx="122238" cy="120650"/>
              </a:xfrm>
              <a:custGeom>
                <a:avLst/>
                <a:gdLst>
                  <a:gd name="T0" fmla="*/ 57 w 64"/>
                  <a:gd name="T1" fmla="*/ 34 h 63"/>
                  <a:gd name="T2" fmla="*/ 30 w 64"/>
                  <a:gd name="T3" fmla="*/ 7 h 63"/>
                  <a:gd name="T4" fmla="*/ 14 w 64"/>
                  <a:gd name="T5" fmla="*/ 3 h 63"/>
                  <a:gd name="T6" fmla="*/ 11 w 64"/>
                  <a:gd name="T7" fmla="*/ 0 h 63"/>
                  <a:gd name="T8" fmla="*/ 8 w 64"/>
                  <a:gd name="T9" fmla="*/ 4 h 63"/>
                  <a:gd name="T10" fmla="*/ 3 w 64"/>
                  <a:gd name="T11" fmla="*/ 5 h 63"/>
                  <a:gd name="T12" fmla="*/ 2 w 64"/>
                  <a:gd name="T13" fmla="*/ 9 h 63"/>
                  <a:gd name="T14" fmla="*/ 0 w 64"/>
                  <a:gd name="T15" fmla="*/ 11 h 63"/>
                  <a:gd name="T16" fmla="*/ 3 w 64"/>
                  <a:gd name="T17" fmla="*/ 15 h 63"/>
                  <a:gd name="T18" fmla="*/ 7 w 64"/>
                  <a:gd name="T19" fmla="*/ 30 h 63"/>
                  <a:gd name="T20" fmla="*/ 34 w 64"/>
                  <a:gd name="T21" fmla="*/ 57 h 63"/>
                  <a:gd name="T22" fmla="*/ 57 w 64"/>
                  <a:gd name="T23" fmla="*/ 57 h 63"/>
                  <a:gd name="T24" fmla="*/ 57 w 64"/>
                  <a:gd name="T25" fmla="*/ 34 h 63"/>
                  <a:gd name="T26" fmla="*/ 52 w 64"/>
                  <a:gd name="T27" fmla="*/ 52 h 63"/>
                  <a:gd name="T28" fmla="*/ 37 w 64"/>
                  <a:gd name="T29" fmla="*/ 52 h 63"/>
                  <a:gd name="T30" fmla="*/ 13 w 64"/>
                  <a:gd name="T31" fmla="*/ 28 h 63"/>
                  <a:gd name="T32" fmla="*/ 9 w 64"/>
                  <a:gd name="T33" fmla="*/ 21 h 63"/>
                  <a:gd name="T34" fmla="*/ 14 w 64"/>
                  <a:gd name="T35" fmla="*/ 25 h 63"/>
                  <a:gd name="T36" fmla="*/ 25 w 64"/>
                  <a:gd name="T37" fmla="*/ 25 h 63"/>
                  <a:gd name="T38" fmla="*/ 25 w 64"/>
                  <a:gd name="T39" fmla="*/ 14 h 63"/>
                  <a:gd name="T40" fmla="*/ 20 w 64"/>
                  <a:gd name="T41" fmla="*/ 9 h 63"/>
                  <a:gd name="T42" fmla="*/ 28 w 64"/>
                  <a:gd name="T43" fmla="*/ 12 h 63"/>
                  <a:gd name="T44" fmla="*/ 52 w 64"/>
                  <a:gd name="T45" fmla="*/ 36 h 63"/>
                  <a:gd name="T46" fmla="*/ 52 w 64"/>
                  <a:gd name="T47" fmla="*/ 5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62">
                    <a:moveTo>
                      <a:pt x="57" y="34"/>
                    </a:moveTo>
                    <a:cubicBezTo>
                      <a:pt x="30" y="7"/>
                      <a:pt x="30" y="7"/>
                      <a:pt x="30" y="7"/>
                    </a:cubicBezTo>
                    <a:cubicBezTo>
                      <a:pt x="26" y="3"/>
                      <a:pt x="20" y="1"/>
                      <a:pt x="14" y="3"/>
                    </a:cubicBezTo>
                    <a:cubicBezTo>
                      <a:pt x="11" y="0"/>
                      <a:pt x="11" y="0"/>
                      <a:pt x="11" y="0"/>
                    </a:cubicBezTo>
                    <a:cubicBezTo>
                      <a:pt x="8" y="4"/>
                      <a:pt x="8" y="4"/>
                      <a:pt x="8" y="4"/>
                    </a:cubicBezTo>
                    <a:cubicBezTo>
                      <a:pt x="3" y="5"/>
                      <a:pt x="3" y="5"/>
                      <a:pt x="3" y="5"/>
                    </a:cubicBezTo>
                    <a:cubicBezTo>
                      <a:pt x="2" y="9"/>
                      <a:pt x="2" y="9"/>
                      <a:pt x="2" y="9"/>
                    </a:cubicBezTo>
                    <a:cubicBezTo>
                      <a:pt x="0" y="11"/>
                      <a:pt x="0" y="11"/>
                      <a:pt x="0" y="11"/>
                    </a:cubicBezTo>
                    <a:cubicBezTo>
                      <a:pt x="3" y="15"/>
                      <a:pt x="3" y="15"/>
                      <a:pt x="3" y="15"/>
                    </a:cubicBezTo>
                    <a:cubicBezTo>
                      <a:pt x="2" y="20"/>
                      <a:pt x="3" y="26"/>
                      <a:pt x="7" y="30"/>
                    </a:cubicBezTo>
                    <a:cubicBezTo>
                      <a:pt x="34" y="57"/>
                      <a:pt x="34" y="57"/>
                      <a:pt x="34" y="57"/>
                    </a:cubicBezTo>
                    <a:cubicBezTo>
                      <a:pt x="41" y="63"/>
                      <a:pt x="51" y="63"/>
                      <a:pt x="57" y="57"/>
                    </a:cubicBezTo>
                    <a:cubicBezTo>
                      <a:pt x="64" y="51"/>
                      <a:pt x="64" y="40"/>
                      <a:pt x="57" y="34"/>
                    </a:cubicBezTo>
                    <a:close/>
                    <a:moveTo>
                      <a:pt x="52" y="52"/>
                    </a:moveTo>
                    <a:cubicBezTo>
                      <a:pt x="48" y="56"/>
                      <a:pt x="41" y="56"/>
                      <a:pt x="37" y="52"/>
                    </a:cubicBezTo>
                    <a:cubicBezTo>
                      <a:pt x="13" y="28"/>
                      <a:pt x="13" y="28"/>
                      <a:pt x="13" y="28"/>
                    </a:cubicBezTo>
                    <a:cubicBezTo>
                      <a:pt x="11" y="26"/>
                      <a:pt x="10" y="23"/>
                      <a:pt x="9" y="21"/>
                    </a:cubicBezTo>
                    <a:cubicBezTo>
                      <a:pt x="14" y="25"/>
                      <a:pt x="14" y="25"/>
                      <a:pt x="14" y="25"/>
                    </a:cubicBezTo>
                    <a:cubicBezTo>
                      <a:pt x="17" y="28"/>
                      <a:pt x="22" y="28"/>
                      <a:pt x="25" y="25"/>
                    </a:cubicBezTo>
                    <a:cubicBezTo>
                      <a:pt x="28" y="22"/>
                      <a:pt x="28" y="17"/>
                      <a:pt x="25" y="14"/>
                    </a:cubicBezTo>
                    <a:cubicBezTo>
                      <a:pt x="20" y="9"/>
                      <a:pt x="20" y="9"/>
                      <a:pt x="20" y="9"/>
                    </a:cubicBezTo>
                    <a:cubicBezTo>
                      <a:pt x="23" y="9"/>
                      <a:pt x="26" y="10"/>
                      <a:pt x="28" y="12"/>
                    </a:cubicBezTo>
                    <a:cubicBezTo>
                      <a:pt x="52" y="36"/>
                      <a:pt x="52" y="36"/>
                      <a:pt x="52" y="36"/>
                    </a:cubicBezTo>
                    <a:cubicBezTo>
                      <a:pt x="56" y="41"/>
                      <a:pt x="57" y="48"/>
                      <a:pt x="52"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Freeform 42"/>
              <p:cNvSpPr>
                <a:spLocks noEditPoints="1"/>
              </p:cNvSpPr>
              <p:nvPr/>
            </p:nvSpPr>
            <p:spPr bwMode="auto">
              <a:xfrm>
                <a:off x="390525" y="2455863"/>
                <a:ext cx="123825" cy="117475"/>
              </a:xfrm>
              <a:custGeom>
                <a:avLst/>
                <a:gdLst>
                  <a:gd name="T0" fmla="*/ 50 w 65"/>
                  <a:gd name="T1" fmla="*/ 60 h 62"/>
                  <a:gd name="T2" fmla="*/ 53 w 65"/>
                  <a:gd name="T3" fmla="*/ 62 h 62"/>
                  <a:gd name="T4" fmla="*/ 58 w 65"/>
                  <a:gd name="T5" fmla="*/ 60 h 62"/>
                  <a:gd name="T6" fmla="*/ 60 w 65"/>
                  <a:gd name="T7" fmla="*/ 57 h 62"/>
                  <a:gd name="T8" fmla="*/ 63 w 65"/>
                  <a:gd name="T9" fmla="*/ 57 h 62"/>
                  <a:gd name="T10" fmla="*/ 65 w 65"/>
                  <a:gd name="T11" fmla="*/ 52 h 62"/>
                  <a:gd name="T12" fmla="*/ 61 w 65"/>
                  <a:gd name="T13" fmla="*/ 48 h 62"/>
                  <a:gd name="T14" fmla="*/ 56 w 65"/>
                  <a:gd name="T15" fmla="*/ 33 h 62"/>
                  <a:gd name="T16" fmla="*/ 29 w 65"/>
                  <a:gd name="T17" fmla="*/ 6 h 62"/>
                  <a:gd name="T18" fmla="*/ 6 w 65"/>
                  <a:gd name="T19" fmla="*/ 6 h 62"/>
                  <a:gd name="T20" fmla="*/ 6 w 65"/>
                  <a:gd name="T21" fmla="*/ 29 h 62"/>
                  <a:gd name="T22" fmla="*/ 33 w 65"/>
                  <a:gd name="T23" fmla="*/ 56 h 62"/>
                  <a:gd name="T24" fmla="*/ 50 w 65"/>
                  <a:gd name="T25" fmla="*/ 60 h 62"/>
                  <a:gd name="T26" fmla="*/ 12 w 65"/>
                  <a:gd name="T27" fmla="*/ 27 h 62"/>
                  <a:gd name="T28" fmla="*/ 11 w 65"/>
                  <a:gd name="T29" fmla="*/ 11 h 62"/>
                  <a:gd name="T30" fmla="*/ 27 w 65"/>
                  <a:gd name="T31" fmla="*/ 12 h 62"/>
                  <a:gd name="T32" fmla="*/ 51 w 65"/>
                  <a:gd name="T33" fmla="*/ 36 h 62"/>
                  <a:gd name="T34" fmla="*/ 54 w 65"/>
                  <a:gd name="T35" fmla="*/ 41 h 62"/>
                  <a:gd name="T36" fmla="*/ 43 w 65"/>
                  <a:gd name="T37" fmla="*/ 42 h 62"/>
                  <a:gd name="T38" fmla="*/ 43 w 65"/>
                  <a:gd name="T39" fmla="*/ 53 h 62"/>
                  <a:gd name="T40" fmla="*/ 45 w 65"/>
                  <a:gd name="T41" fmla="*/ 54 h 62"/>
                  <a:gd name="T42" fmla="*/ 36 w 65"/>
                  <a:gd name="T43" fmla="*/ 51 h 62"/>
                  <a:gd name="T44" fmla="*/ 12 w 65"/>
                  <a:gd name="T45" fmla="*/ 2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62">
                    <a:moveTo>
                      <a:pt x="50" y="60"/>
                    </a:moveTo>
                    <a:cubicBezTo>
                      <a:pt x="53" y="62"/>
                      <a:pt x="53" y="62"/>
                      <a:pt x="53" y="62"/>
                    </a:cubicBezTo>
                    <a:cubicBezTo>
                      <a:pt x="58" y="60"/>
                      <a:pt x="58" y="60"/>
                      <a:pt x="58" y="60"/>
                    </a:cubicBezTo>
                    <a:cubicBezTo>
                      <a:pt x="60" y="57"/>
                      <a:pt x="60" y="57"/>
                      <a:pt x="60" y="57"/>
                    </a:cubicBezTo>
                    <a:cubicBezTo>
                      <a:pt x="63" y="57"/>
                      <a:pt x="63" y="57"/>
                      <a:pt x="63" y="57"/>
                    </a:cubicBezTo>
                    <a:cubicBezTo>
                      <a:pt x="65" y="52"/>
                      <a:pt x="65" y="52"/>
                      <a:pt x="65" y="52"/>
                    </a:cubicBezTo>
                    <a:cubicBezTo>
                      <a:pt x="61" y="48"/>
                      <a:pt x="61" y="48"/>
                      <a:pt x="61" y="48"/>
                    </a:cubicBezTo>
                    <a:cubicBezTo>
                      <a:pt x="62" y="43"/>
                      <a:pt x="60" y="37"/>
                      <a:pt x="56" y="33"/>
                    </a:cubicBezTo>
                    <a:cubicBezTo>
                      <a:pt x="29" y="6"/>
                      <a:pt x="29" y="6"/>
                      <a:pt x="29" y="6"/>
                    </a:cubicBezTo>
                    <a:cubicBezTo>
                      <a:pt x="23" y="0"/>
                      <a:pt x="13" y="0"/>
                      <a:pt x="6" y="6"/>
                    </a:cubicBezTo>
                    <a:cubicBezTo>
                      <a:pt x="0" y="13"/>
                      <a:pt x="0" y="23"/>
                      <a:pt x="6" y="29"/>
                    </a:cubicBezTo>
                    <a:cubicBezTo>
                      <a:pt x="33" y="56"/>
                      <a:pt x="33" y="56"/>
                      <a:pt x="33" y="56"/>
                    </a:cubicBezTo>
                    <a:cubicBezTo>
                      <a:pt x="38" y="61"/>
                      <a:pt x="45" y="62"/>
                      <a:pt x="50" y="60"/>
                    </a:cubicBezTo>
                    <a:close/>
                    <a:moveTo>
                      <a:pt x="12" y="27"/>
                    </a:moveTo>
                    <a:cubicBezTo>
                      <a:pt x="7" y="22"/>
                      <a:pt x="7" y="15"/>
                      <a:pt x="11" y="11"/>
                    </a:cubicBezTo>
                    <a:cubicBezTo>
                      <a:pt x="15" y="7"/>
                      <a:pt x="22" y="7"/>
                      <a:pt x="27" y="12"/>
                    </a:cubicBezTo>
                    <a:cubicBezTo>
                      <a:pt x="51" y="36"/>
                      <a:pt x="51" y="36"/>
                      <a:pt x="51" y="36"/>
                    </a:cubicBezTo>
                    <a:cubicBezTo>
                      <a:pt x="53" y="37"/>
                      <a:pt x="54" y="39"/>
                      <a:pt x="54" y="41"/>
                    </a:cubicBezTo>
                    <a:cubicBezTo>
                      <a:pt x="51" y="39"/>
                      <a:pt x="46" y="39"/>
                      <a:pt x="43" y="42"/>
                    </a:cubicBezTo>
                    <a:cubicBezTo>
                      <a:pt x="40" y="45"/>
                      <a:pt x="40" y="50"/>
                      <a:pt x="43" y="53"/>
                    </a:cubicBezTo>
                    <a:cubicBezTo>
                      <a:pt x="45" y="54"/>
                      <a:pt x="45" y="54"/>
                      <a:pt x="45" y="54"/>
                    </a:cubicBezTo>
                    <a:cubicBezTo>
                      <a:pt x="42" y="54"/>
                      <a:pt x="38" y="53"/>
                      <a:pt x="36" y="51"/>
                    </a:cubicBezTo>
                    <a:lnTo>
                      <a:pt x="12"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Rectangle 43"/>
              <p:cNvSpPr>
                <a:spLocks noChangeArrowheads="1"/>
              </p:cNvSpPr>
              <p:nvPr/>
            </p:nvSpPr>
            <p:spPr bwMode="auto">
              <a:xfrm>
                <a:off x="517525" y="2525713"/>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Rectangle 44"/>
              <p:cNvSpPr>
                <a:spLocks noChangeArrowheads="1"/>
              </p:cNvSpPr>
              <p:nvPr/>
            </p:nvSpPr>
            <p:spPr bwMode="auto">
              <a:xfrm>
                <a:off x="525463" y="2549526"/>
                <a:ext cx="23813"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Rectangle 45"/>
              <p:cNvSpPr>
                <a:spLocks noChangeArrowheads="1"/>
              </p:cNvSpPr>
              <p:nvPr/>
            </p:nvSpPr>
            <p:spPr bwMode="auto">
              <a:xfrm>
                <a:off x="488950" y="2584451"/>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Rectangle 46"/>
              <p:cNvSpPr>
                <a:spLocks noChangeArrowheads="1"/>
              </p:cNvSpPr>
              <p:nvPr/>
            </p:nvSpPr>
            <p:spPr bwMode="auto">
              <a:xfrm>
                <a:off x="465138" y="2578101"/>
                <a:ext cx="222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3" name="Group 22"/>
          <p:cNvGrpSpPr/>
          <p:nvPr/>
        </p:nvGrpSpPr>
        <p:grpSpPr>
          <a:xfrm>
            <a:off x="6148519" y="5472186"/>
            <a:ext cx="1004815" cy="1004815"/>
            <a:chOff x="4658686" y="4104139"/>
            <a:chExt cx="753611" cy="753611"/>
          </a:xfrm>
        </p:grpSpPr>
        <p:sp>
          <p:nvSpPr>
            <p:cNvPr id="12" name="Oval 11"/>
            <p:cNvSpPr/>
            <p:nvPr/>
          </p:nvSpPr>
          <p:spPr>
            <a:xfrm>
              <a:off x="4658686" y="4104139"/>
              <a:ext cx="753611" cy="753611"/>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81" name="Group 80"/>
            <p:cNvGrpSpPr/>
            <p:nvPr/>
          </p:nvGrpSpPr>
          <p:grpSpPr>
            <a:xfrm>
              <a:off x="4904109" y="4287587"/>
              <a:ext cx="262764" cy="343615"/>
              <a:chOff x="812800" y="2401888"/>
              <a:chExt cx="206375" cy="269875"/>
            </a:xfrm>
            <a:solidFill>
              <a:schemeClr val="bg1"/>
            </a:solidFill>
          </p:grpSpPr>
          <p:sp>
            <p:nvSpPr>
              <p:cNvPr id="82"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0" name="Group 19"/>
          <p:cNvGrpSpPr/>
          <p:nvPr/>
        </p:nvGrpSpPr>
        <p:grpSpPr>
          <a:xfrm>
            <a:off x="5157075" y="3554289"/>
            <a:ext cx="1004815" cy="1004815"/>
            <a:chOff x="3733800" y="2768192"/>
            <a:chExt cx="753611" cy="753611"/>
          </a:xfrm>
        </p:grpSpPr>
        <p:sp>
          <p:nvSpPr>
            <p:cNvPr id="10" name="Oval 9"/>
            <p:cNvSpPr/>
            <p:nvPr/>
          </p:nvSpPr>
          <p:spPr>
            <a:xfrm>
              <a:off x="3733800" y="2768192"/>
              <a:ext cx="753611" cy="753611"/>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Freeform 83"/>
            <p:cNvSpPr>
              <a:spLocks noEditPoints="1"/>
            </p:cNvSpPr>
            <p:nvPr/>
          </p:nvSpPr>
          <p:spPr bwMode="auto">
            <a:xfrm>
              <a:off x="3921170" y="2951564"/>
              <a:ext cx="378870" cy="372163"/>
            </a:xfrm>
            <a:custGeom>
              <a:avLst/>
              <a:gdLst>
                <a:gd name="T0" fmla="*/ 82 w 95"/>
                <a:gd name="T1" fmla="*/ 57 h 93"/>
                <a:gd name="T2" fmla="*/ 95 w 95"/>
                <a:gd name="T3" fmla="*/ 51 h 93"/>
                <a:gd name="T4" fmla="*/ 95 w 95"/>
                <a:gd name="T5" fmla="*/ 41 h 93"/>
                <a:gd name="T6" fmla="*/ 82 w 95"/>
                <a:gd name="T7" fmla="*/ 35 h 93"/>
                <a:gd name="T8" fmla="*/ 80 w 95"/>
                <a:gd name="T9" fmla="*/ 30 h 93"/>
                <a:gd name="T10" fmla="*/ 85 w 95"/>
                <a:gd name="T11" fmla="*/ 17 h 93"/>
                <a:gd name="T12" fmla="*/ 77 w 95"/>
                <a:gd name="T13" fmla="*/ 9 h 93"/>
                <a:gd name="T14" fmla="*/ 64 w 95"/>
                <a:gd name="T15" fmla="*/ 15 h 93"/>
                <a:gd name="T16" fmla="*/ 58 w 95"/>
                <a:gd name="T17" fmla="*/ 12 h 93"/>
                <a:gd name="T18" fmla="*/ 53 w 95"/>
                <a:gd name="T19" fmla="*/ 0 h 93"/>
                <a:gd name="T20" fmla="*/ 42 w 95"/>
                <a:gd name="T21" fmla="*/ 0 h 93"/>
                <a:gd name="T22" fmla="*/ 37 w 95"/>
                <a:gd name="T23" fmla="*/ 12 h 93"/>
                <a:gd name="T24" fmla="*/ 31 w 95"/>
                <a:gd name="T25" fmla="*/ 15 h 93"/>
                <a:gd name="T26" fmla="*/ 18 w 95"/>
                <a:gd name="T27" fmla="*/ 10 h 93"/>
                <a:gd name="T28" fmla="*/ 10 w 95"/>
                <a:gd name="T29" fmla="*/ 17 h 93"/>
                <a:gd name="T30" fmla="*/ 15 w 95"/>
                <a:gd name="T31" fmla="*/ 30 h 93"/>
                <a:gd name="T32" fmla="*/ 13 w 95"/>
                <a:gd name="T33" fmla="*/ 36 h 93"/>
                <a:gd name="T34" fmla="*/ 0 w 95"/>
                <a:gd name="T35" fmla="*/ 41 h 93"/>
                <a:gd name="T36" fmla="*/ 0 w 95"/>
                <a:gd name="T37" fmla="*/ 51 h 93"/>
                <a:gd name="T38" fmla="*/ 13 w 95"/>
                <a:gd name="T39" fmla="*/ 57 h 93"/>
                <a:gd name="T40" fmla="*/ 16 w 95"/>
                <a:gd name="T41" fmla="*/ 62 h 93"/>
                <a:gd name="T42" fmla="*/ 10 w 95"/>
                <a:gd name="T43" fmla="*/ 76 h 93"/>
                <a:gd name="T44" fmla="*/ 18 w 95"/>
                <a:gd name="T45" fmla="*/ 83 h 93"/>
                <a:gd name="T46" fmla="*/ 31 w 95"/>
                <a:gd name="T47" fmla="*/ 77 h 93"/>
                <a:gd name="T48" fmla="*/ 37 w 95"/>
                <a:gd name="T49" fmla="*/ 80 h 93"/>
                <a:gd name="T50" fmla="*/ 43 w 95"/>
                <a:gd name="T51" fmla="*/ 93 h 93"/>
                <a:gd name="T52" fmla="*/ 53 w 95"/>
                <a:gd name="T53" fmla="*/ 93 h 93"/>
                <a:gd name="T54" fmla="*/ 58 w 95"/>
                <a:gd name="T55" fmla="*/ 80 h 93"/>
                <a:gd name="T56" fmla="*/ 64 w 95"/>
                <a:gd name="T57" fmla="*/ 77 h 93"/>
                <a:gd name="T58" fmla="*/ 78 w 95"/>
                <a:gd name="T59" fmla="*/ 82 h 93"/>
                <a:gd name="T60" fmla="*/ 85 w 95"/>
                <a:gd name="T61" fmla="*/ 75 h 93"/>
                <a:gd name="T62" fmla="*/ 80 w 95"/>
                <a:gd name="T63" fmla="*/ 62 h 93"/>
                <a:gd name="T64" fmla="*/ 82 w 95"/>
                <a:gd name="T65" fmla="*/ 57 h 93"/>
                <a:gd name="T66" fmla="*/ 48 w 95"/>
                <a:gd name="T67" fmla="*/ 61 h 93"/>
                <a:gd name="T68" fmla="*/ 32 w 95"/>
                <a:gd name="T69" fmla="*/ 46 h 93"/>
                <a:gd name="T70" fmla="*/ 48 w 95"/>
                <a:gd name="T71" fmla="*/ 31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5"/>
                    <a:pt x="82" y="35"/>
                  </a:cubicBezTo>
                  <a:cubicBezTo>
                    <a:pt x="80" y="30"/>
                    <a:pt x="80" y="30"/>
                    <a:pt x="80" y="30"/>
                  </a:cubicBezTo>
                  <a:cubicBezTo>
                    <a:pt x="80" y="30"/>
                    <a:pt x="85" y="17"/>
                    <a:pt x="85" y="17"/>
                  </a:cubicBezTo>
                  <a:cubicBezTo>
                    <a:pt x="77" y="9"/>
                    <a:pt x="77" y="9"/>
                    <a:pt x="77" y="9"/>
                  </a:cubicBezTo>
                  <a:cubicBezTo>
                    <a:pt x="77" y="9"/>
                    <a:pt x="64" y="15"/>
                    <a:pt x="64" y="15"/>
                  </a:cubicBezTo>
                  <a:cubicBezTo>
                    <a:pt x="58" y="12"/>
                    <a:pt x="58" y="12"/>
                    <a:pt x="58" y="12"/>
                  </a:cubicBezTo>
                  <a:cubicBezTo>
                    <a:pt x="58" y="12"/>
                    <a:pt x="53" y="0"/>
                    <a:pt x="53" y="0"/>
                  </a:cubicBezTo>
                  <a:cubicBezTo>
                    <a:pt x="42" y="0"/>
                    <a:pt x="42" y="0"/>
                    <a:pt x="42" y="0"/>
                  </a:cubicBezTo>
                  <a:cubicBezTo>
                    <a:pt x="41" y="0"/>
                    <a:pt x="37" y="12"/>
                    <a:pt x="37" y="12"/>
                  </a:cubicBezTo>
                  <a:cubicBezTo>
                    <a:pt x="31" y="15"/>
                    <a:pt x="31" y="15"/>
                    <a:pt x="31" y="15"/>
                  </a:cubicBezTo>
                  <a:cubicBezTo>
                    <a:pt x="31" y="15"/>
                    <a:pt x="18" y="9"/>
                    <a:pt x="18" y="10"/>
                  </a:cubicBezTo>
                  <a:cubicBezTo>
                    <a:pt x="10" y="17"/>
                    <a:pt x="10" y="17"/>
                    <a:pt x="10" y="17"/>
                  </a:cubicBezTo>
                  <a:cubicBezTo>
                    <a:pt x="10" y="18"/>
                    <a:pt x="15" y="30"/>
                    <a:pt x="15" y="30"/>
                  </a:cubicBezTo>
                  <a:cubicBezTo>
                    <a:pt x="13" y="36"/>
                    <a:pt x="13" y="36"/>
                    <a:pt x="13" y="36"/>
                  </a:cubicBezTo>
                  <a:cubicBezTo>
                    <a:pt x="13" y="36"/>
                    <a:pt x="0" y="41"/>
                    <a:pt x="0" y="41"/>
                  </a:cubicBezTo>
                  <a:cubicBezTo>
                    <a:pt x="0" y="51"/>
                    <a:pt x="0" y="51"/>
                    <a:pt x="0" y="51"/>
                  </a:cubicBezTo>
                  <a:cubicBezTo>
                    <a:pt x="0" y="52"/>
                    <a:pt x="13" y="57"/>
                    <a:pt x="13" y="57"/>
                  </a:cubicBezTo>
                  <a:cubicBezTo>
                    <a:pt x="16" y="62"/>
                    <a:pt x="16" y="62"/>
                    <a:pt x="16" y="62"/>
                  </a:cubicBezTo>
                  <a:cubicBezTo>
                    <a:pt x="16" y="62"/>
                    <a:pt x="10" y="75"/>
                    <a:pt x="10" y="76"/>
                  </a:cubicBezTo>
                  <a:cubicBezTo>
                    <a:pt x="18" y="83"/>
                    <a:pt x="18" y="83"/>
                    <a:pt x="18" y="83"/>
                  </a:cubicBezTo>
                  <a:cubicBezTo>
                    <a:pt x="18" y="83"/>
                    <a:pt x="31" y="77"/>
                    <a:pt x="31" y="77"/>
                  </a:cubicBezTo>
                  <a:cubicBezTo>
                    <a:pt x="37" y="80"/>
                    <a:pt x="37" y="80"/>
                    <a:pt x="37" y="80"/>
                  </a:cubicBezTo>
                  <a:cubicBezTo>
                    <a:pt x="37" y="80"/>
                    <a:pt x="42" y="93"/>
                    <a:pt x="43" y="93"/>
                  </a:cubicBezTo>
                  <a:cubicBezTo>
                    <a:pt x="53" y="93"/>
                    <a:pt x="53" y="93"/>
                    <a:pt x="53" y="93"/>
                  </a:cubicBezTo>
                  <a:cubicBezTo>
                    <a:pt x="54" y="93"/>
                    <a:pt x="58" y="80"/>
                    <a:pt x="58" y="80"/>
                  </a:cubicBezTo>
                  <a:cubicBezTo>
                    <a:pt x="64" y="77"/>
                    <a:pt x="64" y="77"/>
                    <a:pt x="64" y="77"/>
                  </a:cubicBezTo>
                  <a:cubicBezTo>
                    <a:pt x="64" y="77"/>
                    <a:pt x="77" y="83"/>
                    <a:pt x="78" y="82"/>
                  </a:cubicBezTo>
                  <a:cubicBezTo>
                    <a:pt x="85" y="75"/>
                    <a:pt x="85" y="75"/>
                    <a:pt x="85" y="75"/>
                  </a:cubicBezTo>
                  <a:cubicBezTo>
                    <a:pt x="85" y="75"/>
                    <a:pt x="80" y="62"/>
                    <a:pt x="80" y="62"/>
                  </a:cubicBezTo>
                  <a:lnTo>
                    <a:pt x="82" y="57"/>
                  </a:lnTo>
                  <a:close/>
                  <a:moveTo>
                    <a:pt x="48" y="61"/>
                  </a:moveTo>
                  <a:cubicBezTo>
                    <a:pt x="39" y="61"/>
                    <a:pt x="32" y="54"/>
                    <a:pt x="32" y="46"/>
                  </a:cubicBezTo>
                  <a:cubicBezTo>
                    <a:pt x="32" y="38"/>
                    <a:pt x="39" y="31"/>
                    <a:pt x="48" y="31"/>
                  </a:cubicBezTo>
                  <a:cubicBezTo>
                    <a:pt x="56" y="31"/>
                    <a:pt x="63" y="38"/>
                    <a:pt x="63" y="46"/>
                  </a:cubicBezTo>
                  <a:cubicBezTo>
                    <a:pt x="63" y="54"/>
                    <a:pt x="56" y="61"/>
                    <a:pt x="48" y="6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cxnSp>
        <p:nvCxnSpPr>
          <p:cNvPr id="17422" name="Straight Connector 17421"/>
          <p:cNvCxnSpPr>
            <a:stCxn id="17" idx="1"/>
          </p:cNvCxnSpPr>
          <p:nvPr/>
        </p:nvCxnSpPr>
        <p:spPr>
          <a:xfrm flipH="1" flipV="1">
            <a:off x="8844124" y="3964966"/>
            <a:ext cx="389528" cy="147149"/>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9086500" y="3964963"/>
            <a:ext cx="1004815" cy="1004815"/>
            <a:chOff x="6862172" y="2973722"/>
            <a:chExt cx="753611" cy="753611"/>
          </a:xfrm>
        </p:grpSpPr>
        <p:sp>
          <p:nvSpPr>
            <p:cNvPr id="17" name="Oval 16"/>
            <p:cNvSpPr/>
            <p:nvPr/>
          </p:nvSpPr>
          <p:spPr>
            <a:xfrm>
              <a:off x="6862172" y="2973722"/>
              <a:ext cx="753611" cy="753611"/>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Freeform 37"/>
            <p:cNvSpPr>
              <a:spLocks noEditPoints="1"/>
            </p:cNvSpPr>
            <p:nvPr/>
          </p:nvSpPr>
          <p:spPr bwMode="auto">
            <a:xfrm>
              <a:off x="7054628" y="3167458"/>
              <a:ext cx="368699" cy="366139"/>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1" name="Group 30"/>
          <p:cNvGrpSpPr/>
          <p:nvPr/>
        </p:nvGrpSpPr>
        <p:grpSpPr>
          <a:xfrm>
            <a:off x="10471906" y="2503415"/>
            <a:ext cx="867795" cy="867795"/>
            <a:chOff x="7901227" y="1877561"/>
            <a:chExt cx="650846" cy="650846"/>
          </a:xfrm>
        </p:grpSpPr>
        <p:sp>
          <p:nvSpPr>
            <p:cNvPr id="16" name="Oval 15"/>
            <p:cNvSpPr/>
            <p:nvPr/>
          </p:nvSpPr>
          <p:spPr>
            <a:xfrm>
              <a:off x="7901227" y="1877561"/>
              <a:ext cx="650846" cy="650846"/>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Freeform 32"/>
            <p:cNvSpPr/>
            <p:nvPr/>
          </p:nvSpPr>
          <p:spPr bwMode="auto">
            <a:xfrm>
              <a:off x="8084332" y="2090632"/>
              <a:ext cx="284635" cy="251456"/>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4" name="Group 33"/>
          <p:cNvGrpSpPr/>
          <p:nvPr/>
        </p:nvGrpSpPr>
        <p:grpSpPr>
          <a:xfrm>
            <a:off x="8675507" y="5152473"/>
            <a:ext cx="1004815" cy="1004815"/>
            <a:chOff x="6553927" y="3864354"/>
            <a:chExt cx="753611" cy="753611"/>
          </a:xfrm>
        </p:grpSpPr>
        <p:sp>
          <p:nvSpPr>
            <p:cNvPr id="6" name="Oval 5"/>
            <p:cNvSpPr/>
            <p:nvPr/>
          </p:nvSpPr>
          <p:spPr>
            <a:xfrm>
              <a:off x="6553927" y="3864354"/>
              <a:ext cx="753611" cy="753611"/>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87" name="Group 86"/>
            <p:cNvGrpSpPr/>
            <p:nvPr/>
          </p:nvGrpSpPr>
          <p:grpSpPr>
            <a:xfrm>
              <a:off x="6767852" y="4050022"/>
              <a:ext cx="305815" cy="382271"/>
              <a:chOff x="6751638" y="2265363"/>
              <a:chExt cx="158750" cy="198438"/>
            </a:xfrm>
            <a:solidFill>
              <a:schemeClr val="bg1"/>
            </a:solidFill>
          </p:grpSpPr>
          <p:sp>
            <p:nvSpPr>
              <p:cNvPr id="88"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2" name="Group 31"/>
          <p:cNvGrpSpPr/>
          <p:nvPr/>
        </p:nvGrpSpPr>
        <p:grpSpPr>
          <a:xfrm>
            <a:off x="10167778" y="3521278"/>
            <a:ext cx="1004815" cy="1004815"/>
            <a:chOff x="7673130" y="2640958"/>
            <a:chExt cx="753611" cy="753611"/>
          </a:xfrm>
        </p:grpSpPr>
        <p:sp>
          <p:nvSpPr>
            <p:cNvPr id="8" name="Oval 7"/>
            <p:cNvSpPr/>
            <p:nvPr/>
          </p:nvSpPr>
          <p:spPr>
            <a:xfrm>
              <a:off x="7673130" y="2640958"/>
              <a:ext cx="753611" cy="753611"/>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92" name="Group 91"/>
            <p:cNvGrpSpPr/>
            <p:nvPr/>
          </p:nvGrpSpPr>
          <p:grpSpPr>
            <a:xfrm>
              <a:off x="7921441" y="2858583"/>
              <a:ext cx="256988" cy="297037"/>
              <a:chOff x="3339600" y="4181341"/>
              <a:chExt cx="244475" cy="282575"/>
            </a:xfrm>
            <a:solidFill>
              <a:schemeClr val="bg1"/>
            </a:solidFill>
          </p:grpSpPr>
          <p:sp>
            <p:nvSpPr>
              <p:cNvPr id="93" name="Rectangle 92"/>
              <p:cNvSpPr>
                <a:spLocks noChangeArrowheads="1"/>
              </p:cNvSpPr>
              <p:nvPr/>
            </p:nvSpPr>
            <p:spPr bwMode="auto">
              <a:xfrm>
                <a:off x="3476125" y="4236903"/>
                <a:ext cx="41275" cy="2270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Rectangle 93"/>
              <p:cNvSpPr>
                <a:spLocks noChangeArrowheads="1"/>
              </p:cNvSpPr>
              <p:nvPr/>
            </p:nvSpPr>
            <p:spPr bwMode="auto">
              <a:xfrm>
                <a:off x="3409450" y="4282941"/>
                <a:ext cx="41275"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Rectangle 94"/>
              <p:cNvSpPr>
                <a:spLocks noChangeArrowheads="1"/>
              </p:cNvSpPr>
              <p:nvPr/>
            </p:nvSpPr>
            <p:spPr bwMode="auto">
              <a:xfrm>
                <a:off x="3339600" y="4317866"/>
                <a:ext cx="42863" cy="146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Rectangle 95"/>
              <p:cNvSpPr>
                <a:spLocks noChangeArrowheads="1"/>
              </p:cNvSpPr>
              <p:nvPr/>
            </p:nvSpPr>
            <p:spPr bwMode="auto">
              <a:xfrm>
                <a:off x="3542800" y="4181341"/>
                <a:ext cx="41275" cy="282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97"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924822039"/>
      </p:ext>
    </p:extLst>
  </p:cSld>
  <p:clrMapOvr>
    <a:masterClrMapping/>
  </p:clrMapOvr>
  <p:transition spd="slow">
    <p:push dir="u"/>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250844"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Magnum Project</a:t>
            </a:r>
          </a:p>
        </p:txBody>
      </p:sp>
      <p:sp>
        <p:nvSpPr>
          <p:cNvPr id="6" name="Rectangle 5"/>
          <p:cNvSpPr/>
          <p:nvPr/>
        </p:nvSpPr>
        <p:spPr>
          <a:xfrm>
            <a:off x="966225" y="3049364"/>
            <a:ext cx="2312276"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Surrounding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2" name="Group 1"/>
          <p:cNvGrpSpPr/>
          <p:nvPr/>
        </p:nvGrpSpPr>
        <p:grpSpPr>
          <a:xfrm>
            <a:off x="1494365" y="1743841"/>
            <a:ext cx="1255997" cy="1255997"/>
            <a:chOff x="1129201" y="1504950"/>
            <a:chExt cx="941998" cy="941998"/>
          </a:xfrm>
        </p:grpSpPr>
        <p:sp>
          <p:nvSpPr>
            <p:cNvPr id="5" name="Oval 4"/>
            <p:cNvSpPr/>
            <p:nvPr/>
          </p:nvSpPr>
          <p:spPr>
            <a:xfrm>
              <a:off x="1129201" y="1504950"/>
              <a:ext cx="941998" cy="941998"/>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 name="Group 6"/>
            <p:cNvGrpSpPr/>
            <p:nvPr/>
          </p:nvGrpSpPr>
          <p:grpSpPr>
            <a:xfrm>
              <a:off x="1320784" y="1681924"/>
              <a:ext cx="558834" cy="588050"/>
              <a:chOff x="1641475" y="2428876"/>
              <a:chExt cx="242888" cy="255587"/>
            </a:xfrm>
            <a:solidFill>
              <a:schemeClr val="bg1"/>
            </a:solidFill>
          </p:grpSpPr>
          <p:sp>
            <p:nvSpPr>
              <p:cNvPr id="8"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13" name="Rectangle 12"/>
          <p:cNvSpPr/>
          <p:nvPr/>
        </p:nvSpPr>
        <p:spPr>
          <a:xfrm>
            <a:off x="925637" y="4346488"/>
            <a:ext cx="2393452" cy="1107996"/>
          </a:xfrm>
          <a:prstGeom prst="rect">
            <a:avLst/>
          </a:prstGeom>
          <a:solidFill>
            <a:srgbClr val="F49D15"/>
          </a:solidFill>
        </p:spPr>
        <p:txBody>
          <a:bodyPr wrap="square" lIns="182880" tIns="182880" rIns="182880" bIns="182880">
            <a:spAutoFit/>
          </a:bodyPr>
          <a:lstStyle/>
          <a:p>
            <a:pPr algn="ctr"/>
            <a:r>
              <a:rPr lang="en-US" sz="1200" i="1"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15" name="Rectangle 14"/>
          <p:cNvSpPr/>
          <p:nvPr/>
        </p:nvSpPr>
        <p:spPr>
          <a:xfrm>
            <a:off x="3607825" y="3049364"/>
            <a:ext cx="2312276"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Security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23" name="Rectangle 22"/>
          <p:cNvSpPr/>
          <p:nvPr/>
        </p:nvSpPr>
        <p:spPr>
          <a:xfrm>
            <a:off x="3567237" y="4346488"/>
            <a:ext cx="2393452" cy="1107996"/>
          </a:xfrm>
          <a:prstGeom prst="rect">
            <a:avLst/>
          </a:prstGeom>
          <a:solidFill>
            <a:srgbClr val="9BBC57"/>
          </a:solidFill>
        </p:spPr>
        <p:txBody>
          <a:bodyPr wrap="square" lIns="182880" tIns="182880" rIns="182880" bIns="182880">
            <a:spAutoFit/>
          </a:bodyPr>
          <a:lstStyle/>
          <a:p>
            <a:pPr algn="ctr"/>
            <a:r>
              <a:rPr lang="en-US" sz="1200" i="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24" name="Rectangle 23"/>
          <p:cNvSpPr/>
          <p:nvPr/>
        </p:nvSpPr>
        <p:spPr>
          <a:xfrm>
            <a:off x="6249425" y="3049364"/>
            <a:ext cx="2312276"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Simple Way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2" name="Rectangle 31"/>
          <p:cNvSpPr/>
          <p:nvPr/>
        </p:nvSpPr>
        <p:spPr>
          <a:xfrm>
            <a:off x="6208837" y="4346488"/>
            <a:ext cx="2393452" cy="1107996"/>
          </a:xfrm>
          <a:prstGeom prst="rect">
            <a:avLst/>
          </a:prstGeom>
          <a:solidFill>
            <a:srgbClr val="15A185"/>
          </a:solidFill>
        </p:spPr>
        <p:txBody>
          <a:bodyPr wrap="square" lIns="182880" tIns="182880" rIns="182880" bIns="182880">
            <a:spAutoFit/>
          </a:bodyPr>
          <a:lstStyle/>
          <a:p>
            <a:pPr algn="ctr"/>
            <a:r>
              <a:rPr lang="en-US" sz="1200" i="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3" name="Rectangle 32"/>
          <p:cNvSpPr/>
          <p:nvPr/>
        </p:nvSpPr>
        <p:spPr>
          <a:xfrm>
            <a:off x="8891025" y="3049364"/>
            <a:ext cx="2312276"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Database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41" name="Rectangle 40"/>
          <p:cNvSpPr/>
          <p:nvPr/>
        </p:nvSpPr>
        <p:spPr>
          <a:xfrm>
            <a:off x="8850437" y="4346488"/>
            <a:ext cx="2393452" cy="1107996"/>
          </a:xfrm>
          <a:prstGeom prst="rect">
            <a:avLst/>
          </a:prstGeom>
          <a:solidFill>
            <a:srgbClr val="297F9D"/>
          </a:solidFill>
        </p:spPr>
        <p:txBody>
          <a:bodyPr wrap="square" lIns="182880" tIns="182880" rIns="182880" bIns="182880">
            <a:spAutoFit/>
          </a:bodyPr>
          <a:lstStyle/>
          <a:p>
            <a:pPr algn="ctr"/>
            <a:r>
              <a:rPr lang="en-US" sz="1200" i="1"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17" name="Group 16"/>
          <p:cNvGrpSpPr/>
          <p:nvPr/>
        </p:nvGrpSpPr>
        <p:grpSpPr>
          <a:xfrm>
            <a:off x="6777565" y="1743841"/>
            <a:ext cx="1255997" cy="1255997"/>
            <a:chOff x="5091601" y="1504950"/>
            <a:chExt cx="941998" cy="941998"/>
          </a:xfrm>
        </p:grpSpPr>
        <p:sp>
          <p:nvSpPr>
            <p:cNvPr id="25" name="Oval 24"/>
            <p:cNvSpPr/>
            <p:nvPr/>
          </p:nvSpPr>
          <p:spPr>
            <a:xfrm>
              <a:off x="5091601" y="1504950"/>
              <a:ext cx="941998" cy="941998"/>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41"/>
            <p:cNvSpPr>
              <a:spLocks noEditPoints="1"/>
            </p:cNvSpPr>
            <p:nvPr/>
          </p:nvSpPr>
          <p:spPr bwMode="auto">
            <a:xfrm>
              <a:off x="5365251" y="1711287"/>
              <a:ext cx="394699" cy="529325"/>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4" name="Group 13"/>
          <p:cNvGrpSpPr/>
          <p:nvPr/>
        </p:nvGrpSpPr>
        <p:grpSpPr>
          <a:xfrm>
            <a:off x="4135965" y="1743841"/>
            <a:ext cx="1255997" cy="1255997"/>
            <a:chOff x="3110401" y="1504950"/>
            <a:chExt cx="941998" cy="941998"/>
          </a:xfrm>
        </p:grpSpPr>
        <p:sp>
          <p:nvSpPr>
            <p:cNvPr id="16" name="Oval 15"/>
            <p:cNvSpPr/>
            <p:nvPr/>
          </p:nvSpPr>
          <p:spPr>
            <a:xfrm>
              <a:off x="3110401" y="1504950"/>
              <a:ext cx="941998" cy="941998"/>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3" name="Group 42"/>
            <p:cNvGrpSpPr/>
            <p:nvPr/>
          </p:nvGrpSpPr>
          <p:grpSpPr>
            <a:xfrm>
              <a:off x="3407084" y="1747997"/>
              <a:ext cx="348633" cy="455905"/>
              <a:chOff x="812800" y="2401888"/>
              <a:chExt cx="206375" cy="269875"/>
            </a:xfrm>
            <a:solidFill>
              <a:schemeClr val="bg1"/>
            </a:solidFill>
          </p:grpSpPr>
          <p:sp>
            <p:nvSpPr>
              <p:cNvPr id="44"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8" name="Group 17"/>
          <p:cNvGrpSpPr/>
          <p:nvPr/>
        </p:nvGrpSpPr>
        <p:grpSpPr>
          <a:xfrm>
            <a:off x="9419165" y="1743841"/>
            <a:ext cx="1255997" cy="1255997"/>
            <a:chOff x="7072801" y="1504950"/>
            <a:chExt cx="941998" cy="941998"/>
          </a:xfrm>
        </p:grpSpPr>
        <p:sp>
          <p:nvSpPr>
            <p:cNvPr id="34" name="Oval 33"/>
            <p:cNvSpPr/>
            <p:nvPr/>
          </p:nvSpPr>
          <p:spPr>
            <a:xfrm>
              <a:off x="7072801" y="1504950"/>
              <a:ext cx="941998" cy="941998"/>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6" name="Group 45"/>
            <p:cNvGrpSpPr/>
            <p:nvPr/>
          </p:nvGrpSpPr>
          <p:grpSpPr>
            <a:xfrm>
              <a:off x="7349697" y="1733318"/>
              <a:ext cx="388207" cy="485262"/>
              <a:chOff x="6751638" y="2265363"/>
              <a:chExt cx="158750" cy="198438"/>
            </a:xfrm>
            <a:solidFill>
              <a:schemeClr val="bg1"/>
            </a:solidFill>
          </p:grpSpPr>
          <p:sp>
            <p:nvSpPr>
              <p:cNvPr id="47"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35"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36"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37" name="Group 36"/>
          <p:cNvGrpSpPr/>
          <p:nvPr/>
        </p:nvGrpSpPr>
        <p:grpSpPr>
          <a:xfrm>
            <a:off x="745927" y="5735914"/>
            <a:ext cx="10661949" cy="140901"/>
            <a:chOff x="745927" y="5494178"/>
            <a:chExt cx="10661949" cy="140901"/>
          </a:xfrm>
        </p:grpSpPr>
        <p:cxnSp>
          <p:nvCxnSpPr>
            <p:cNvPr id="38" name="Straight Connector 37"/>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39" name="Group 38"/>
            <p:cNvGrpSpPr/>
            <p:nvPr/>
          </p:nvGrpSpPr>
          <p:grpSpPr>
            <a:xfrm>
              <a:off x="4430272" y="5494178"/>
              <a:ext cx="3293258" cy="140901"/>
              <a:chOff x="3978245" y="5494178"/>
              <a:chExt cx="3293258" cy="140901"/>
            </a:xfrm>
          </p:grpSpPr>
          <p:sp>
            <p:nvSpPr>
              <p:cNvPr id="40" name="Rectangle 39"/>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50"/>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52" name="Rectangle 51"/>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53" name="Rectangle 52"/>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354693971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523" name="Group 21522"/>
          <p:cNvGrpSpPr/>
          <p:nvPr/>
        </p:nvGrpSpPr>
        <p:grpSpPr>
          <a:xfrm>
            <a:off x="876729" y="1911349"/>
            <a:ext cx="10299271" cy="3346451"/>
            <a:chOff x="-2822575" y="1350359"/>
            <a:chExt cx="6604000" cy="3327400"/>
          </a:xfrm>
        </p:grpSpPr>
        <p:sp>
          <p:nvSpPr>
            <p:cNvPr id="21513" name="Line 18"/>
            <p:cNvSpPr>
              <a:spLocks noChangeShapeType="1"/>
            </p:cNvSpPr>
            <p:nvPr/>
          </p:nvSpPr>
          <p:spPr bwMode="auto">
            <a:xfrm>
              <a:off x="-2822575" y="1350359"/>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14" name="Line 19"/>
            <p:cNvSpPr>
              <a:spLocks noChangeShapeType="1"/>
            </p:cNvSpPr>
            <p:nvPr/>
          </p:nvSpPr>
          <p:spPr bwMode="auto">
            <a:xfrm>
              <a:off x="-2822575" y="1718659"/>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15" name="Line 20"/>
            <p:cNvSpPr>
              <a:spLocks noChangeShapeType="1"/>
            </p:cNvSpPr>
            <p:nvPr/>
          </p:nvSpPr>
          <p:spPr bwMode="auto">
            <a:xfrm>
              <a:off x="-2822575" y="2091722"/>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16" name="Line 21"/>
            <p:cNvSpPr>
              <a:spLocks noChangeShapeType="1"/>
            </p:cNvSpPr>
            <p:nvPr/>
          </p:nvSpPr>
          <p:spPr bwMode="auto">
            <a:xfrm>
              <a:off x="-2822575" y="2460022"/>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17" name="Line 22"/>
            <p:cNvSpPr>
              <a:spLocks noChangeShapeType="1"/>
            </p:cNvSpPr>
            <p:nvPr/>
          </p:nvSpPr>
          <p:spPr bwMode="auto">
            <a:xfrm>
              <a:off x="-2822575" y="2829909"/>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18" name="Line 23"/>
            <p:cNvSpPr>
              <a:spLocks noChangeShapeType="1"/>
            </p:cNvSpPr>
            <p:nvPr/>
          </p:nvSpPr>
          <p:spPr bwMode="auto">
            <a:xfrm>
              <a:off x="-2822575" y="3198209"/>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19" name="Line 24"/>
            <p:cNvSpPr>
              <a:spLocks noChangeShapeType="1"/>
            </p:cNvSpPr>
            <p:nvPr/>
          </p:nvSpPr>
          <p:spPr bwMode="auto">
            <a:xfrm>
              <a:off x="-2822575" y="3566509"/>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20" name="Line 25"/>
            <p:cNvSpPr>
              <a:spLocks noChangeShapeType="1"/>
            </p:cNvSpPr>
            <p:nvPr/>
          </p:nvSpPr>
          <p:spPr bwMode="auto">
            <a:xfrm>
              <a:off x="-2822575" y="3936397"/>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21" name="Line 26"/>
            <p:cNvSpPr>
              <a:spLocks noChangeShapeType="1"/>
            </p:cNvSpPr>
            <p:nvPr/>
          </p:nvSpPr>
          <p:spPr bwMode="auto">
            <a:xfrm>
              <a:off x="-2822575" y="4304697"/>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22" name="Line 27"/>
            <p:cNvSpPr>
              <a:spLocks noChangeShapeType="1"/>
            </p:cNvSpPr>
            <p:nvPr/>
          </p:nvSpPr>
          <p:spPr bwMode="auto">
            <a:xfrm>
              <a:off x="-2822575" y="4677759"/>
              <a:ext cx="6604000" cy="0"/>
            </a:xfrm>
            <a:prstGeom prst="line">
              <a:avLst/>
            </a:prstGeom>
            <a:noFill/>
            <a:ln w="4" cap="flat">
              <a:solidFill>
                <a:schemeClr val="bg1">
                  <a:lumMod val="85000"/>
                </a:schemeClr>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 name="Text Box 7"/>
          <p:cNvSpPr txBox="1">
            <a:spLocks noChangeArrowheads="1"/>
          </p:cNvSpPr>
          <p:nvPr/>
        </p:nvSpPr>
        <p:spPr bwMode="auto">
          <a:xfrm>
            <a:off x="812801" y="495181"/>
            <a:ext cx="5606984"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Product Breakthorugh</a:t>
            </a:r>
          </a:p>
        </p:txBody>
      </p:sp>
      <p:grpSp>
        <p:nvGrpSpPr>
          <p:cNvPr id="48" name="Group 47"/>
          <p:cNvGrpSpPr/>
          <p:nvPr/>
        </p:nvGrpSpPr>
        <p:grpSpPr>
          <a:xfrm>
            <a:off x="6502401" y="2311400"/>
            <a:ext cx="976252" cy="1286933"/>
            <a:chOff x="6502401" y="2311400"/>
            <a:chExt cx="976252" cy="1286933"/>
          </a:xfrm>
        </p:grpSpPr>
        <p:sp>
          <p:nvSpPr>
            <p:cNvPr id="7" name="Freeform 5"/>
            <p:cNvSpPr/>
            <p:nvPr/>
          </p:nvSpPr>
          <p:spPr bwMode="auto">
            <a:xfrm>
              <a:off x="6502401" y="2446427"/>
              <a:ext cx="466020" cy="900972"/>
            </a:xfrm>
            <a:custGeom>
              <a:avLst/>
              <a:gdLst>
                <a:gd name="T0" fmla="*/ 136 w 307"/>
                <a:gd name="T1" fmla="*/ 0 h 595"/>
                <a:gd name="T2" fmla="*/ 39 w 307"/>
                <a:gd name="T3" fmla="*/ 116 h 595"/>
                <a:gd name="T4" fmla="*/ 131 w 307"/>
                <a:gd name="T5" fmla="*/ 415 h 595"/>
                <a:gd name="T6" fmla="*/ 269 w 307"/>
                <a:gd name="T7" fmla="*/ 593 h 595"/>
                <a:gd name="T8" fmla="*/ 276 w 307"/>
                <a:gd name="T9" fmla="*/ 549 h 595"/>
                <a:gd name="T10" fmla="*/ 136 w 307"/>
                <a:gd name="T11" fmla="*/ 0 h 595"/>
              </a:gdLst>
              <a:ahLst/>
              <a:cxnLst>
                <a:cxn ang="0">
                  <a:pos x="T0" y="T1"/>
                </a:cxn>
                <a:cxn ang="0">
                  <a:pos x="T2" y="T3"/>
                </a:cxn>
                <a:cxn ang="0">
                  <a:pos x="T4" y="T5"/>
                </a:cxn>
                <a:cxn ang="0">
                  <a:pos x="T6" y="T7"/>
                </a:cxn>
                <a:cxn ang="0">
                  <a:pos x="T8" y="T9"/>
                </a:cxn>
                <a:cxn ang="0">
                  <a:pos x="T10" y="T11"/>
                </a:cxn>
              </a:cxnLst>
              <a:rect l="0" t="0" r="r" b="b"/>
              <a:pathLst>
                <a:path w="307" h="595">
                  <a:moveTo>
                    <a:pt x="136" y="0"/>
                  </a:moveTo>
                  <a:cubicBezTo>
                    <a:pt x="136" y="0"/>
                    <a:pt x="77" y="1"/>
                    <a:pt x="39" y="116"/>
                  </a:cubicBezTo>
                  <a:cubicBezTo>
                    <a:pt x="0" y="231"/>
                    <a:pt x="58" y="346"/>
                    <a:pt x="131" y="415"/>
                  </a:cubicBezTo>
                  <a:cubicBezTo>
                    <a:pt x="203" y="484"/>
                    <a:pt x="269" y="593"/>
                    <a:pt x="269" y="593"/>
                  </a:cubicBezTo>
                  <a:cubicBezTo>
                    <a:pt x="269" y="593"/>
                    <a:pt x="307" y="595"/>
                    <a:pt x="276" y="549"/>
                  </a:cubicBezTo>
                  <a:cubicBezTo>
                    <a:pt x="246" y="503"/>
                    <a:pt x="13" y="212"/>
                    <a:pt x="136" y="0"/>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6"/>
            <p:cNvSpPr/>
            <p:nvPr/>
          </p:nvSpPr>
          <p:spPr bwMode="auto">
            <a:xfrm>
              <a:off x="6605164" y="2381901"/>
              <a:ext cx="358477" cy="979837"/>
            </a:xfrm>
            <a:custGeom>
              <a:avLst/>
              <a:gdLst>
                <a:gd name="T0" fmla="*/ 152 w 236"/>
                <a:gd name="T1" fmla="*/ 5 h 647"/>
                <a:gd name="T2" fmla="*/ 35 w 236"/>
                <a:gd name="T3" fmla="*/ 96 h 647"/>
                <a:gd name="T4" fmla="*/ 102 w 236"/>
                <a:gd name="T5" fmla="*/ 429 h 647"/>
                <a:gd name="T6" fmla="*/ 213 w 236"/>
                <a:gd name="T7" fmla="*/ 626 h 647"/>
                <a:gd name="T8" fmla="*/ 225 w 236"/>
                <a:gd name="T9" fmla="*/ 594 h 647"/>
                <a:gd name="T10" fmla="*/ 152 w 236"/>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152" y="5"/>
                  </a:moveTo>
                  <a:cubicBezTo>
                    <a:pt x="155" y="1"/>
                    <a:pt x="69" y="0"/>
                    <a:pt x="35" y="96"/>
                  </a:cubicBezTo>
                  <a:cubicBezTo>
                    <a:pt x="0" y="191"/>
                    <a:pt x="35" y="314"/>
                    <a:pt x="102" y="429"/>
                  </a:cubicBezTo>
                  <a:cubicBezTo>
                    <a:pt x="170" y="544"/>
                    <a:pt x="213" y="626"/>
                    <a:pt x="213" y="626"/>
                  </a:cubicBezTo>
                  <a:cubicBezTo>
                    <a:pt x="213" y="626"/>
                    <a:pt x="236" y="647"/>
                    <a:pt x="225" y="594"/>
                  </a:cubicBezTo>
                  <a:cubicBezTo>
                    <a:pt x="213" y="540"/>
                    <a:pt x="35" y="170"/>
                    <a:pt x="152" y="5"/>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p:nvPr/>
          </p:nvSpPr>
          <p:spPr bwMode="auto">
            <a:xfrm>
              <a:off x="7015023" y="2446427"/>
              <a:ext cx="463630" cy="900972"/>
            </a:xfrm>
            <a:custGeom>
              <a:avLst/>
              <a:gdLst>
                <a:gd name="T0" fmla="*/ 171 w 306"/>
                <a:gd name="T1" fmla="*/ 0 h 595"/>
                <a:gd name="T2" fmla="*/ 268 w 306"/>
                <a:gd name="T3" fmla="*/ 116 h 595"/>
                <a:gd name="T4" fmla="*/ 176 w 306"/>
                <a:gd name="T5" fmla="*/ 415 h 595"/>
                <a:gd name="T6" fmla="*/ 38 w 306"/>
                <a:gd name="T7" fmla="*/ 593 h 595"/>
                <a:gd name="T8" fmla="*/ 30 w 306"/>
                <a:gd name="T9" fmla="*/ 549 h 595"/>
                <a:gd name="T10" fmla="*/ 171 w 306"/>
                <a:gd name="T11" fmla="*/ 0 h 595"/>
              </a:gdLst>
              <a:ahLst/>
              <a:cxnLst>
                <a:cxn ang="0">
                  <a:pos x="T0" y="T1"/>
                </a:cxn>
                <a:cxn ang="0">
                  <a:pos x="T2" y="T3"/>
                </a:cxn>
                <a:cxn ang="0">
                  <a:pos x="T4" y="T5"/>
                </a:cxn>
                <a:cxn ang="0">
                  <a:pos x="T6" y="T7"/>
                </a:cxn>
                <a:cxn ang="0">
                  <a:pos x="T8" y="T9"/>
                </a:cxn>
                <a:cxn ang="0">
                  <a:pos x="T10" y="T11"/>
                </a:cxn>
              </a:cxnLst>
              <a:rect l="0" t="0" r="r" b="b"/>
              <a:pathLst>
                <a:path w="306" h="595">
                  <a:moveTo>
                    <a:pt x="171" y="0"/>
                  </a:moveTo>
                  <a:cubicBezTo>
                    <a:pt x="171" y="0"/>
                    <a:pt x="230" y="1"/>
                    <a:pt x="268" y="116"/>
                  </a:cubicBezTo>
                  <a:cubicBezTo>
                    <a:pt x="306" y="231"/>
                    <a:pt x="247" y="336"/>
                    <a:pt x="176" y="415"/>
                  </a:cubicBezTo>
                  <a:cubicBezTo>
                    <a:pt x="109" y="490"/>
                    <a:pt x="38" y="593"/>
                    <a:pt x="38" y="593"/>
                  </a:cubicBezTo>
                  <a:cubicBezTo>
                    <a:pt x="38" y="593"/>
                    <a:pt x="0" y="595"/>
                    <a:pt x="30" y="549"/>
                  </a:cubicBezTo>
                  <a:cubicBezTo>
                    <a:pt x="61" y="503"/>
                    <a:pt x="294" y="212"/>
                    <a:pt x="171" y="0"/>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8"/>
            <p:cNvSpPr/>
            <p:nvPr/>
          </p:nvSpPr>
          <p:spPr bwMode="auto">
            <a:xfrm>
              <a:off x="7017413" y="2381901"/>
              <a:ext cx="359672" cy="979837"/>
            </a:xfrm>
            <a:custGeom>
              <a:avLst/>
              <a:gdLst>
                <a:gd name="T0" fmla="*/ 85 w 237"/>
                <a:gd name="T1" fmla="*/ 5 h 647"/>
                <a:gd name="T2" fmla="*/ 202 w 237"/>
                <a:gd name="T3" fmla="*/ 96 h 647"/>
                <a:gd name="T4" fmla="*/ 134 w 237"/>
                <a:gd name="T5" fmla="*/ 429 h 647"/>
                <a:gd name="T6" fmla="*/ 23 w 237"/>
                <a:gd name="T7" fmla="*/ 626 h 647"/>
                <a:gd name="T8" fmla="*/ 12 w 237"/>
                <a:gd name="T9" fmla="*/ 594 h 647"/>
                <a:gd name="T10" fmla="*/ 85 w 237"/>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85" y="5"/>
                  </a:moveTo>
                  <a:cubicBezTo>
                    <a:pt x="82" y="1"/>
                    <a:pt x="168" y="0"/>
                    <a:pt x="202" y="96"/>
                  </a:cubicBezTo>
                  <a:cubicBezTo>
                    <a:pt x="237" y="191"/>
                    <a:pt x="202" y="314"/>
                    <a:pt x="134" y="429"/>
                  </a:cubicBezTo>
                  <a:cubicBezTo>
                    <a:pt x="67" y="544"/>
                    <a:pt x="23" y="626"/>
                    <a:pt x="23" y="626"/>
                  </a:cubicBezTo>
                  <a:cubicBezTo>
                    <a:pt x="23" y="626"/>
                    <a:pt x="0" y="647"/>
                    <a:pt x="12" y="594"/>
                  </a:cubicBezTo>
                  <a:cubicBezTo>
                    <a:pt x="23" y="540"/>
                    <a:pt x="202" y="170"/>
                    <a:pt x="85" y="5"/>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9"/>
            <p:cNvSpPr/>
            <p:nvPr/>
          </p:nvSpPr>
          <p:spPr bwMode="auto">
            <a:xfrm>
              <a:off x="6717487" y="2316180"/>
              <a:ext cx="264078" cy="1043169"/>
            </a:xfrm>
            <a:custGeom>
              <a:avLst/>
              <a:gdLst>
                <a:gd name="T0" fmla="*/ 156 w 174"/>
                <a:gd name="T1" fmla="*/ 32 h 689"/>
                <a:gd name="T2" fmla="*/ 31 w 174"/>
                <a:gd name="T3" fmla="*/ 132 h 689"/>
                <a:gd name="T4" fmla="*/ 75 w 174"/>
                <a:gd name="T5" fmla="*/ 455 h 689"/>
                <a:gd name="T6" fmla="*/ 151 w 174"/>
                <a:gd name="T7" fmla="*/ 666 h 689"/>
                <a:gd name="T8" fmla="*/ 170 w 174"/>
                <a:gd name="T9" fmla="*/ 648 h 689"/>
                <a:gd name="T10" fmla="*/ 156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56" y="32"/>
                  </a:moveTo>
                  <a:cubicBezTo>
                    <a:pt x="156" y="32"/>
                    <a:pt x="61" y="0"/>
                    <a:pt x="31" y="132"/>
                  </a:cubicBezTo>
                  <a:cubicBezTo>
                    <a:pt x="0" y="264"/>
                    <a:pt x="40" y="371"/>
                    <a:pt x="75" y="455"/>
                  </a:cubicBezTo>
                  <a:cubicBezTo>
                    <a:pt x="111" y="539"/>
                    <a:pt x="151" y="666"/>
                    <a:pt x="151" y="666"/>
                  </a:cubicBezTo>
                  <a:cubicBezTo>
                    <a:pt x="151" y="666"/>
                    <a:pt x="174" y="689"/>
                    <a:pt x="170" y="648"/>
                  </a:cubicBezTo>
                  <a:cubicBezTo>
                    <a:pt x="166" y="607"/>
                    <a:pt x="52" y="152"/>
                    <a:pt x="156" y="32"/>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0"/>
            <p:cNvSpPr/>
            <p:nvPr/>
          </p:nvSpPr>
          <p:spPr bwMode="auto">
            <a:xfrm>
              <a:off x="7000684" y="2316180"/>
              <a:ext cx="264078" cy="1043169"/>
            </a:xfrm>
            <a:custGeom>
              <a:avLst/>
              <a:gdLst>
                <a:gd name="T0" fmla="*/ 18 w 174"/>
                <a:gd name="T1" fmla="*/ 32 h 689"/>
                <a:gd name="T2" fmla="*/ 143 w 174"/>
                <a:gd name="T3" fmla="*/ 132 h 689"/>
                <a:gd name="T4" fmla="*/ 98 w 174"/>
                <a:gd name="T5" fmla="*/ 455 h 689"/>
                <a:gd name="T6" fmla="*/ 23 w 174"/>
                <a:gd name="T7" fmla="*/ 666 h 689"/>
                <a:gd name="T8" fmla="*/ 4 w 174"/>
                <a:gd name="T9" fmla="*/ 648 h 689"/>
                <a:gd name="T10" fmla="*/ 18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8" y="32"/>
                  </a:moveTo>
                  <a:cubicBezTo>
                    <a:pt x="18" y="32"/>
                    <a:pt x="112" y="0"/>
                    <a:pt x="143" y="132"/>
                  </a:cubicBezTo>
                  <a:cubicBezTo>
                    <a:pt x="174" y="264"/>
                    <a:pt x="134" y="371"/>
                    <a:pt x="98" y="455"/>
                  </a:cubicBezTo>
                  <a:cubicBezTo>
                    <a:pt x="62" y="539"/>
                    <a:pt x="23" y="666"/>
                    <a:pt x="23" y="666"/>
                  </a:cubicBezTo>
                  <a:cubicBezTo>
                    <a:pt x="23" y="666"/>
                    <a:pt x="0" y="689"/>
                    <a:pt x="4" y="648"/>
                  </a:cubicBezTo>
                  <a:cubicBezTo>
                    <a:pt x="7" y="607"/>
                    <a:pt x="121" y="152"/>
                    <a:pt x="18" y="32"/>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1"/>
            <p:cNvSpPr/>
            <p:nvPr/>
          </p:nvSpPr>
          <p:spPr bwMode="auto">
            <a:xfrm>
              <a:off x="6845344" y="2311400"/>
              <a:ext cx="164899" cy="1039583"/>
            </a:xfrm>
            <a:custGeom>
              <a:avLst/>
              <a:gdLst>
                <a:gd name="T0" fmla="*/ 103 w 109"/>
                <a:gd name="T1" fmla="*/ 665 h 687"/>
                <a:gd name="T2" fmla="*/ 109 w 109"/>
                <a:gd name="T3" fmla="*/ 28 h 687"/>
                <a:gd name="T4" fmla="*/ 8 w 109"/>
                <a:gd name="T5" fmla="*/ 199 h 687"/>
                <a:gd name="T6" fmla="*/ 81 w 109"/>
                <a:gd name="T7" fmla="*/ 665 h 687"/>
                <a:gd name="T8" fmla="*/ 103 w 109"/>
                <a:gd name="T9" fmla="*/ 665 h 687"/>
              </a:gdLst>
              <a:ahLst/>
              <a:cxnLst>
                <a:cxn ang="0">
                  <a:pos x="T0" y="T1"/>
                </a:cxn>
                <a:cxn ang="0">
                  <a:pos x="T2" y="T3"/>
                </a:cxn>
                <a:cxn ang="0">
                  <a:pos x="T4" y="T5"/>
                </a:cxn>
                <a:cxn ang="0">
                  <a:pos x="T6" y="T7"/>
                </a:cxn>
                <a:cxn ang="0">
                  <a:pos x="T8" y="T9"/>
                </a:cxn>
              </a:cxnLst>
              <a:rect l="0" t="0" r="r" b="b"/>
              <a:pathLst>
                <a:path w="109" h="687">
                  <a:moveTo>
                    <a:pt x="103" y="665"/>
                  </a:moveTo>
                  <a:cubicBezTo>
                    <a:pt x="103" y="665"/>
                    <a:pt x="87" y="169"/>
                    <a:pt x="109" y="28"/>
                  </a:cubicBezTo>
                  <a:cubicBezTo>
                    <a:pt x="109" y="28"/>
                    <a:pt x="16" y="0"/>
                    <a:pt x="8" y="199"/>
                  </a:cubicBezTo>
                  <a:cubicBezTo>
                    <a:pt x="0" y="398"/>
                    <a:pt x="68" y="511"/>
                    <a:pt x="81" y="665"/>
                  </a:cubicBezTo>
                  <a:cubicBezTo>
                    <a:pt x="81" y="665"/>
                    <a:pt x="91" y="687"/>
                    <a:pt x="103" y="665"/>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2"/>
            <p:cNvSpPr/>
            <p:nvPr/>
          </p:nvSpPr>
          <p:spPr bwMode="auto">
            <a:xfrm>
              <a:off x="6972005" y="2311400"/>
              <a:ext cx="163705" cy="1039583"/>
            </a:xfrm>
            <a:custGeom>
              <a:avLst/>
              <a:gdLst>
                <a:gd name="T0" fmla="*/ 6 w 108"/>
                <a:gd name="T1" fmla="*/ 665 h 687"/>
                <a:gd name="T2" fmla="*/ 0 w 108"/>
                <a:gd name="T3" fmla="*/ 28 h 687"/>
                <a:gd name="T4" fmla="*/ 101 w 108"/>
                <a:gd name="T5" fmla="*/ 199 h 687"/>
                <a:gd name="T6" fmla="*/ 28 w 108"/>
                <a:gd name="T7" fmla="*/ 665 h 687"/>
                <a:gd name="T8" fmla="*/ 6 w 108"/>
                <a:gd name="T9" fmla="*/ 665 h 687"/>
              </a:gdLst>
              <a:ahLst/>
              <a:cxnLst>
                <a:cxn ang="0">
                  <a:pos x="T0" y="T1"/>
                </a:cxn>
                <a:cxn ang="0">
                  <a:pos x="T2" y="T3"/>
                </a:cxn>
                <a:cxn ang="0">
                  <a:pos x="T4" y="T5"/>
                </a:cxn>
                <a:cxn ang="0">
                  <a:pos x="T6" y="T7"/>
                </a:cxn>
                <a:cxn ang="0">
                  <a:pos x="T8" y="T9"/>
                </a:cxn>
              </a:cxnLst>
              <a:rect l="0" t="0" r="r" b="b"/>
              <a:pathLst>
                <a:path w="108" h="687">
                  <a:moveTo>
                    <a:pt x="6" y="665"/>
                  </a:moveTo>
                  <a:cubicBezTo>
                    <a:pt x="6" y="665"/>
                    <a:pt x="21" y="169"/>
                    <a:pt x="0" y="28"/>
                  </a:cubicBezTo>
                  <a:cubicBezTo>
                    <a:pt x="0" y="28"/>
                    <a:pt x="93" y="0"/>
                    <a:pt x="101" y="199"/>
                  </a:cubicBezTo>
                  <a:cubicBezTo>
                    <a:pt x="108" y="398"/>
                    <a:pt x="41" y="511"/>
                    <a:pt x="28" y="665"/>
                  </a:cubicBezTo>
                  <a:cubicBezTo>
                    <a:pt x="28" y="665"/>
                    <a:pt x="18" y="687"/>
                    <a:pt x="6" y="665"/>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3"/>
            <p:cNvSpPr/>
            <p:nvPr/>
          </p:nvSpPr>
          <p:spPr bwMode="auto">
            <a:xfrm>
              <a:off x="6899116" y="3468086"/>
              <a:ext cx="173264" cy="130247"/>
            </a:xfrm>
            <a:custGeom>
              <a:avLst/>
              <a:gdLst>
                <a:gd name="T0" fmla="*/ 20 w 114"/>
                <a:gd name="T1" fmla="*/ 9 h 86"/>
                <a:gd name="T2" fmla="*/ 103 w 114"/>
                <a:gd name="T3" fmla="*/ 8 h 86"/>
                <a:gd name="T4" fmla="*/ 107 w 114"/>
                <a:gd name="T5" fmla="*/ 49 h 86"/>
                <a:gd name="T6" fmla="*/ 29 w 114"/>
                <a:gd name="T7" fmla="*/ 74 h 86"/>
                <a:gd name="T8" fmla="*/ 20 w 114"/>
                <a:gd name="T9" fmla="*/ 9 h 86"/>
              </a:gdLst>
              <a:ahLst/>
              <a:cxnLst>
                <a:cxn ang="0">
                  <a:pos x="T0" y="T1"/>
                </a:cxn>
                <a:cxn ang="0">
                  <a:pos x="T2" y="T3"/>
                </a:cxn>
                <a:cxn ang="0">
                  <a:pos x="T4" y="T5"/>
                </a:cxn>
                <a:cxn ang="0">
                  <a:pos x="T6" y="T7"/>
                </a:cxn>
                <a:cxn ang="0">
                  <a:pos x="T8" y="T9"/>
                </a:cxn>
              </a:cxnLst>
              <a:rect l="0" t="0" r="r" b="b"/>
              <a:pathLst>
                <a:path w="114" h="86">
                  <a:moveTo>
                    <a:pt x="20" y="9"/>
                  </a:moveTo>
                  <a:cubicBezTo>
                    <a:pt x="20" y="9"/>
                    <a:pt x="65" y="0"/>
                    <a:pt x="103" y="8"/>
                  </a:cubicBezTo>
                  <a:cubicBezTo>
                    <a:pt x="103" y="8"/>
                    <a:pt x="100" y="25"/>
                    <a:pt x="107" y="49"/>
                  </a:cubicBezTo>
                  <a:cubicBezTo>
                    <a:pt x="114" y="74"/>
                    <a:pt x="65" y="86"/>
                    <a:pt x="29" y="74"/>
                  </a:cubicBezTo>
                  <a:cubicBezTo>
                    <a:pt x="0" y="59"/>
                    <a:pt x="24" y="28"/>
                    <a:pt x="20" y="9"/>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4"/>
            <p:cNvSpPr>
              <a:spLocks noEditPoints="1"/>
            </p:cNvSpPr>
            <p:nvPr/>
          </p:nvSpPr>
          <p:spPr bwMode="auto">
            <a:xfrm>
              <a:off x="6903895" y="3292433"/>
              <a:ext cx="174459" cy="209112"/>
            </a:xfrm>
            <a:custGeom>
              <a:avLst/>
              <a:gdLst>
                <a:gd name="T0" fmla="*/ 100 w 115"/>
                <a:gd name="T1" fmla="*/ 124 h 138"/>
                <a:gd name="T2" fmla="*/ 94 w 115"/>
                <a:gd name="T3" fmla="*/ 123 h 138"/>
                <a:gd name="T4" fmla="*/ 95 w 115"/>
                <a:gd name="T5" fmla="*/ 66 h 138"/>
                <a:gd name="T6" fmla="*/ 100 w 115"/>
                <a:gd name="T7" fmla="*/ 67 h 138"/>
                <a:gd name="T8" fmla="*/ 100 w 115"/>
                <a:gd name="T9" fmla="*/ 65 h 138"/>
                <a:gd name="T10" fmla="*/ 101 w 115"/>
                <a:gd name="T11" fmla="*/ 65 h 138"/>
                <a:gd name="T12" fmla="*/ 115 w 115"/>
                <a:gd name="T13" fmla="*/ 28 h 138"/>
                <a:gd name="T14" fmla="*/ 0 w 115"/>
                <a:gd name="T15" fmla="*/ 28 h 138"/>
                <a:gd name="T16" fmla="*/ 13 w 115"/>
                <a:gd name="T17" fmla="*/ 62 h 138"/>
                <a:gd name="T18" fmla="*/ 14 w 115"/>
                <a:gd name="T19" fmla="*/ 69 h 138"/>
                <a:gd name="T20" fmla="*/ 18 w 115"/>
                <a:gd name="T21" fmla="*/ 68 h 138"/>
                <a:gd name="T22" fmla="*/ 21 w 115"/>
                <a:gd name="T23" fmla="*/ 124 h 138"/>
                <a:gd name="T24" fmla="*/ 17 w 115"/>
                <a:gd name="T25" fmla="*/ 125 h 138"/>
                <a:gd name="T26" fmla="*/ 17 w 115"/>
                <a:gd name="T27" fmla="*/ 138 h 138"/>
                <a:gd name="T28" fmla="*/ 99 w 115"/>
                <a:gd name="T29" fmla="*/ 135 h 138"/>
                <a:gd name="T30" fmla="*/ 100 w 115"/>
                <a:gd name="T31" fmla="*/ 124 h 138"/>
                <a:gd name="T32" fmla="*/ 91 w 115"/>
                <a:gd name="T33" fmla="*/ 122 h 138"/>
                <a:gd name="T34" fmla="*/ 77 w 115"/>
                <a:gd name="T35" fmla="*/ 120 h 138"/>
                <a:gd name="T36" fmla="*/ 78 w 115"/>
                <a:gd name="T37" fmla="*/ 64 h 138"/>
                <a:gd name="T38" fmla="*/ 92 w 115"/>
                <a:gd name="T39" fmla="*/ 66 h 138"/>
                <a:gd name="T40" fmla="*/ 91 w 115"/>
                <a:gd name="T41" fmla="*/ 122 h 138"/>
                <a:gd name="T42" fmla="*/ 56 w 115"/>
                <a:gd name="T43" fmla="*/ 120 h 138"/>
                <a:gd name="T44" fmla="*/ 41 w 115"/>
                <a:gd name="T45" fmla="*/ 121 h 138"/>
                <a:gd name="T46" fmla="*/ 40 w 115"/>
                <a:gd name="T47" fmla="*/ 64 h 138"/>
                <a:gd name="T48" fmla="*/ 56 w 115"/>
                <a:gd name="T49" fmla="*/ 63 h 138"/>
                <a:gd name="T50" fmla="*/ 56 w 115"/>
                <a:gd name="T51" fmla="*/ 120 h 138"/>
                <a:gd name="T52" fmla="*/ 21 w 115"/>
                <a:gd name="T53" fmla="*/ 67 h 138"/>
                <a:gd name="T54" fmla="*/ 37 w 115"/>
                <a:gd name="T55" fmla="*/ 64 h 138"/>
                <a:gd name="T56" fmla="*/ 38 w 115"/>
                <a:gd name="T57" fmla="*/ 121 h 138"/>
                <a:gd name="T58" fmla="*/ 24 w 115"/>
                <a:gd name="T59" fmla="*/ 123 h 138"/>
                <a:gd name="T60" fmla="*/ 21 w 115"/>
                <a:gd name="T61" fmla="*/ 67 h 138"/>
                <a:gd name="T62" fmla="*/ 59 w 115"/>
                <a:gd name="T63" fmla="*/ 120 h 138"/>
                <a:gd name="T64" fmla="*/ 59 w 115"/>
                <a:gd name="T65" fmla="*/ 63 h 138"/>
                <a:gd name="T66" fmla="*/ 75 w 115"/>
                <a:gd name="T67" fmla="*/ 64 h 138"/>
                <a:gd name="T68" fmla="*/ 74 w 115"/>
                <a:gd name="T69" fmla="*/ 120 h 138"/>
                <a:gd name="T70" fmla="*/ 59 w 115"/>
                <a:gd name="T71"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 h="138">
                  <a:moveTo>
                    <a:pt x="100" y="124"/>
                  </a:moveTo>
                  <a:cubicBezTo>
                    <a:pt x="98" y="124"/>
                    <a:pt x="96" y="123"/>
                    <a:pt x="94" y="123"/>
                  </a:cubicBezTo>
                  <a:cubicBezTo>
                    <a:pt x="93" y="98"/>
                    <a:pt x="93" y="79"/>
                    <a:pt x="95" y="66"/>
                  </a:cubicBezTo>
                  <a:cubicBezTo>
                    <a:pt x="98" y="67"/>
                    <a:pt x="100" y="67"/>
                    <a:pt x="100" y="67"/>
                  </a:cubicBezTo>
                  <a:cubicBezTo>
                    <a:pt x="100" y="65"/>
                    <a:pt x="100" y="65"/>
                    <a:pt x="100" y="65"/>
                  </a:cubicBezTo>
                  <a:cubicBezTo>
                    <a:pt x="101" y="65"/>
                    <a:pt x="101" y="65"/>
                    <a:pt x="101" y="65"/>
                  </a:cubicBezTo>
                  <a:cubicBezTo>
                    <a:pt x="104" y="47"/>
                    <a:pt x="115" y="28"/>
                    <a:pt x="115" y="28"/>
                  </a:cubicBezTo>
                  <a:cubicBezTo>
                    <a:pt x="54" y="0"/>
                    <a:pt x="0" y="28"/>
                    <a:pt x="0" y="28"/>
                  </a:cubicBezTo>
                  <a:cubicBezTo>
                    <a:pt x="8" y="42"/>
                    <a:pt x="12" y="55"/>
                    <a:pt x="13" y="62"/>
                  </a:cubicBezTo>
                  <a:cubicBezTo>
                    <a:pt x="14" y="69"/>
                    <a:pt x="14" y="69"/>
                    <a:pt x="14" y="69"/>
                  </a:cubicBezTo>
                  <a:cubicBezTo>
                    <a:pt x="15" y="68"/>
                    <a:pt x="17" y="68"/>
                    <a:pt x="18" y="68"/>
                  </a:cubicBezTo>
                  <a:cubicBezTo>
                    <a:pt x="19" y="80"/>
                    <a:pt x="21" y="99"/>
                    <a:pt x="21" y="124"/>
                  </a:cubicBezTo>
                  <a:cubicBezTo>
                    <a:pt x="18" y="125"/>
                    <a:pt x="17" y="125"/>
                    <a:pt x="17" y="125"/>
                  </a:cubicBezTo>
                  <a:cubicBezTo>
                    <a:pt x="9" y="132"/>
                    <a:pt x="17" y="138"/>
                    <a:pt x="17" y="138"/>
                  </a:cubicBezTo>
                  <a:cubicBezTo>
                    <a:pt x="56" y="126"/>
                    <a:pt x="99" y="135"/>
                    <a:pt x="99" y="135"/>
                  </a:cubicBezTo>
                  <a:cubicBezTo>
                    <a:pt x="108" y="130"/>
                    <a:pt x="100" y="124"/>
                    <a:pt x="100" y="124"/>
                  </a:cubicBezTo>
                  <a:close/>
                  <a:moveTo>
                    <a:pt x="91" y="122"/>
                  </a:moveTo>
                  <a:cubicBezTo>
                    <a:pt x="87" y="121"/>
                    <a:pt x="82" y="121"/>
                    <a:pt x="77" y="120"/>
                  </a:cubicBezTo>
                  <a:cubicBezTo>
                    <a:pt x="75" y="102"/>
                    <a:pt x="77" y="79"/>
                    <a:pt x="78" y="64"/>
                  </a:cubicBezTo>
                  <a:cubicBezTo>
                    <a:pt x="83" y="64"/>
                    <a:pt x="88" y="65"/>
                    <a:pt x="92" y="66"/>
                  </a:cubicBezTo>
                  <a:cubicBezTo>
                    <a:pt x="90" y="79"/>
                    <a:pt x="90" y="98"/>
                    <a:pt x="91" y="122"/>
                  </a:cubicBezTo>
                  <a:close/>
                  <a:moveTo>
                    <a:pt x="56" y="120"/>
                  </a:moveTo>
                  <a:cubicBezTo>
                    <a:pt x="51" y="120"/>
                    <a:pt x="46" y="120"/>
                    <a:pt x="41" y="121"/>
                  </a:cubicBezTo>
                  <a:cubicBezTo>
                    <a:pt x="42" y="101"/>
                    <a:pt x="41" y="79"/>
                    <a:pt x="40" y="64"/>
                  </a:cubicBezTo>
                  <a:cubicBezTo>
                    <a:pt x="46" y="63"/>
                    <a:pt x="51" y="63"/>
                    <a:pt x="56" y="63"/>
                  </a:cubicBezTo>
                  <a:lnTo>
                    <a:pt x="56" y="120"/>
                  </a:lnTo>
                  <a:close/>
                  <a:moveTo>
                    <a:pt x="21" y="67"/>
                  </a:moveTo>
                  <a:cubicBezTo>
                    <a:pt x="26" y="65"/>
                    <a:pt x="32" y="65"/>
                    <a:pt x="37" y="64"/>
                  </a:cubicBezTo>
                  <a:cubicBezTo>
                    <a:pt x="38" y="79"/>
                    <a:pt x="39" y="102"/>
                    <a:pt x="38" y="121"/>
                  </a:cubicBezTo>
                  <a:cubicBezTo>
                    <a:pt x="33" y="122"/>
                    <a:pt x="28" y="123"/>
                    <a:pt x="24" y="123"/>
                  </a:cubicBezTo>
                  <a:cubicBezTo>
                    <a:pt x="24" y="98"/>
                    <a:pt x="22" y="79"/>
                    <a:pt x="21" y="67"/>
                  </a:cubicBezTo>
                  <a:close/>
                  <a:moveTo>
                    <a:pt x="59" y="120"/>
                  </a:moveTo>
                  <a:cubicBezTo>
                    <a:pt x="59" y="63"/>
                    <a:pt x="59" y="63"/>
                    <a:pt x="59" y="63"/>
                  </a:cubicBezTo>
                  <a:cubicBezTo>
                    <a:pt x="65" y="63"/>
                    <a:pt x="70" y="63"/>
                    <a:pt x="75" y="64"/>
                  </a:cubicBezTo>
                  <a:cubicBezTo>
                    <a:pt x="74" y="79"/>
                    <a:pt x="73" y="102"/>
                    <a:pt x="74" y="120"/>
                  </a:cubicBezTo>
                  <a:cubicBezTo>
                    <a:pt x="69" y="120"/>
                    <a:pt x="64" y="120"/>
                    <a:pt x="59" y="120"/>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Group 5"/>
          <p:cNvGrpSpPr/>
          <p:nvPr/>
        </p:nvGrpSpPr>
        <p:grpSpPr>
          <a:xfrm>
            <a:off x="3798917" y="3124200"/>
            <a:ext cx="976252" cy="1286933"/>
            <a:chOff x="3798917" y="3124200"/>
            <a:chExt cx="976252" cy="1286933"/>
          </a:xfrm>
        </p:grpSpPr>
        <p:sp>
          <p:nvSpPr>
            <p:cNvPr id="18" name="Freeform 5"/>
            <p:cNvSpPr/>
            <p:nvPr/>
          </p:nvSpPr>
          <p:spPr bwMode="auto">
            <a:xfrm>
              <a:off x="3798917" y="3259227"/>
              <a:ext cx="466020" cy="900972"/>
            </a:xfrm>
            <a:custGeom>
              <a:avLst/>
              <a:gdLst>
                <a:gd name="T0" fmla="*/ 136 w 307"/>
                <a:gd name="T1" fmla="*/ 0 h 595"/>
                <a:gd name="T2" fmla="*/ 39 w 307"/>
                <a:gd name="T3" fmla="*/ 116 h 595"/>
                <a:gd name="T4" fmla="*/ 131 w 307"/>
                <a:gd name="T5" fmla="*/ 415 h 595"/>
                <a:gd name="T6" fmla="*/ 269 w 307"/>
                <a:gd name="T7" fmla="*/ 593 h 595"/>
                <a:gd name="T8" fmla="*/ 276 w 307"/>
                <a:gd name="T9" fmla="*/ 549 h 595"/>
                <a:gd name="T10" fmla="*/ 136 w 307"/>
                <a:gd name="T11" fmla="*/ 0 h 595"/>
              </a:gdLst>
              <a:ahLst/>
              <a:cxnLst>
                <a:cxn ang="0">
                  <a:pos x="T0" y="T1"/>
                </a:cxn>
                <a:cxn ang="0">
                  <a:pos x="T2" y="T3"/>
                </a:cxn>
                <a:cxn ang="0">
                  <a:pos x="T4" y="T5"/>
                </a:cxn>
                <a:cxn ang="0">
                  <a:pos x="T6" y="T7"/>
                </a:cxn>
                <a:cxn ang="0">
                  <a:pos x="T8" y="T9"/>
                </a:cxn>
                <a:cxn ang="0">
                  <a:pos x="T10" y="T11"/>
                </a:cxn>
              </a:cxnLst>
              <a:rect l="0" t="0" r="r" b="b"/>
              <a:pathLst>
                <a:path w="307" h="595">
                  <a:moveTo>
                    <a:pt x="136" y="0"/>
                  </a:moveTo>
                  <a:cubicBezTo>
                    <a:pt x="136" y="0"/>
                    <a:pt x="77" y="1"/>
                    <a:pt x="39" y="116"/>
                  </a:cubicBezTo>
                  <a:cubicBezTo>
                    <a:pt x="0" y="231"/>
                    <a:pt x="58" y="346"/>
                    <a:pt x="131" y="415"/>
                  </a:cubicBezTo>
                  <a:cubicBezTo>
                    <a:pt x="203" y="484"/>
                    <a:pt x="269" y="593"/>
                    <a:pt x="269" y="593"/>
                  </a:cubicBezTo>
                  <a:cubicBezTo>
                    <a:pt x="269" y="593"/>
                    <a:pt x="307" y="595"/>
                    <a:pt x="276" y="549"/>
                  </a:cubicBezTo>
                  <a:cubicBezTo>
                    <a:pt x="246" y="503"/>
                    <a:pt x="13" y="212"/>
                    <a:pt x="136" y="0"/>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6"/>
            <p:cNvSpPr/>
            <p:nvPr/>
          </p:nvSpPr>
          <p:spPr bwMode="auto">
            <a:xfrm>
              <a:off x="3901680" y="3194701"/>
              <a:ext cx="358477" cy="979837"/>
            </a:xfrm>
            <a:custGeom>
              <a:avLst/>
              <a:gdLst>
                <a:gd name="T0" fmla="*/ 152 w 236"/>
                <a:gd name="T1" fmla="*/ 5 h 647"/>
                <a:gd name="T2" fmla="*/ 35 w 236"/>
                <a:gd name="T3" fmla="*/ 96 h 647"/>
                <a:gd name="T4" fmla="*/ 102 w 236"/>
                <a:gd name="T5" fmla="*/ 429 h 647"/>
                <a:gd name="T6" fmla="*/ 213 w 236"/>
                <a:gd name="T7" fmla="*/ 626 h 647"/>
                <a:gd name="T8" fmla="*/ 225 w 236"/>
                <a:gd name="T9" fmla="*/ 594 h 647"/>
                <a:gd name="T10" fmla="*/ 152 w 236"/>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152" y="5"/>
                  </a:moveTo>
                  <a:cubicBezTo>
                    <a:pt x="155" y="1"/>
                    <a:pt x="69" y="0"/>
                    <a:pt x="35" y="96"/>
                  </a:cubicBezTo>
                  <a:cubicBezTo>
                    <a:pt x="0" y="191"/>
                    <a:pt x="35" y="314"/>
                    <a:pt x="102" y="429"/>
                  </a:cubicBezTo>
                  <a:cubicBezTo>
                    <a:pt x="170" y="544"/>
                    <a:pt x="213" y="626"/>
                    <a:pt x="213" y="626"/>
                  </a:cubicBezTo>
                  <a:cubicBezTo>
                    <a:pt x="213" y="626"/>
                    <a:pt x="236" y="647"/>
                    <a:pt x="225" y="594"/>
                  </a:cubicBezTo>
                  <a:cubicBezTo>
                    <a:pt x="213" y="540"/>
                    <a:pt x="35" y="170"/>
                    <a:pt x="152" y="5"/>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7"/>
            <p:cNvSpPr/>
            <p:nvPr/>
          </p:nvSpPr>
          <p:spPr bwMode="auto">
            <a:xfrm>
              <a:off x="4311539" y="3259227"/>
              <a:ext cx="463630" cy="900972"/>
            </a:xfrm>
            <a:custGeom>
              <a:avLst/>
              <a:gdLst>
                <a:gd name="T0" fmla="*/ 171 w 306"/>
                <a:gd name="T1" fmla="*/ 0 h 595"/>
                <a:gd name="T2" fmla="*/ 268 w 306"/>
                <a:gd name="T3" fmla="*/ 116 h 595"/>
                <a:gd name="T4" fmla="*/ 176 w 306"/>
                <a:gd name="T5" fmla="*/ 415 h 595"/>
                <a:gd name="T6" fmla="*/ 38 w 306"/>
                <a:gd name="T7" fmla="*/ 593 h 595"/>
                <a:gd name="T8" fmla="*/ 30 w 306"/>
                <a:gd name="T9" fmla="*/ 549 h 595"/>
                <a:gd name="T10" fmla="*/ 171 w 306"/>
                <a:gd name="T11" fmla="*/ 0 h 595"/>
              </a:gdLst>
              <a:ahLst/>
              <a:cxnLst>
                <a:cxn ang="0">
                  <a:pos x="T0" y="T1"/>
                </a:cxn>
                <a:cxn ang="0">
                  <a:pos x="T2" y="T3"/>
                </a:cxn>
                <a:cxn ang="0">
                  <a:pos x="T4" y="T5"/>
                </a:cxn>
                <a:cxn ang="0">
                  <a:pos x="T6" y="T7"/>
                </a:cxn>
                <a:cxn ang="0">
                  <a:pos x="T8" y="T9"/>
                </a:cxn>
                <a:cxn ang="0">
                  <a:pos x="T10" y="T11"/>
                </a:cxn>
              </a:cxnLst>
              <a:rect l="0" t="0" r="r" b="b"/>
              <a:pathLst>
                <a:path w="306" h="595">
                  <a:moveTo>
                    <a:pt x="171" y="0"/>
                  </a:moveTo>
                  <a:cubicBezTo>
                    <a:pt x="171" y="0"/>
                    <a:pt x="230" y="1"/>
                    <a:pt x="268" y="116"/>
                  </a:cubicBezTo>
                  <a:cubicBezTo>
                    <a:pt x="306" y="231"/>
                    <a:pt x="247" y="336"/>
                    <a:pt x="176" y="415"/>
                  </a:cubicBezTo>
                  <a:cubicBezTo>
                    <a:pt x="109" y="490"/>
                    <a:pt x="38" y="593"/>
                    <a:pt x="38" y="593"/>
                  </a:cubicBezTo>
                  <a:cubicBezTo>
                    <a:pt x="38" y="593"/>
                    <a:pt x="0" y="595"/>
                    <a:pt x="30" y="549"/>
                  </a:cubicBezTo>
                  <a:cubicBezTo>
                    <a:pt x="61" y="503"/>
                    <a:pt x="294" y="212"/>
                    <a:pt x="171" y="0"/>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8"/>
            <p:cNvSpPr/>
            <p:nvPr/>
          </p:nvSpPr>
          <p:spPr bwMode="auto">
            <a:xfrm>
              <a:off x="4313929" y="3194701"/>
              <a:ext cx="359672" cy="979837"/>
            </a:xfrm>
            <a:custGeom>
              <a:avLst/>
              <a:gdLst>
                <a:gd name="T0" fmla="*/ 85 w 237"/>
                <a:gd name="T1" fmla="*/ 5 h 647"/>
                <a:gd name="T2" fmla="*/ 202 w 237"/>
                <a:gd name="T3" fmla="*/ 96 h 647"/>
                <a:gd name="T4" fmla="*/ 134 w 237"/>
                <a:gd name="T5" fmla="*/ 429 h 647"/>
                <a:gd name="T6" fmla="*/ 23 w 237"/>
                <a:gd name="T7" fmla="*/ 626 h 647"/>
                <a:gd name="T8" fmla="*/ 12 w 237"/>
                <a:gd name="T9" fmla="*/ 594 h 647"/>
                <a:gd name="T10" fmla="*/ 85 w 237"/>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85" y="5"/>
                  </a:moveTo>
                  <a:cubicBezTo>
                    <a:pt x="82" y="1"/>
                    <a:pt x="168" y="0"/>
                    <a:pt x="202" y="96"/>
                  </a:cubicBezTo>
                  <a:cubicBezTo>
                    <a:pt x="237" y="191"/>
                    <a:pt x="202" y="314"/>
                    <a:pt x="134" y="429"/>
                  </a:cubicBezTo>
                  <a:cubicBezTo>
                    <a:pt x="67" y="544"/>
                    <a:pt x="23" y="626"/>
                    <a:pt x="23" y="626"/>
                  </a:cubicBezTo>
                  <a:cubicBezTo>
                    <a:pt x="23" y="626"/>
                    <a:pt x="0" y="647"/>
                    <a:pt x="12" y="594"/>
                  </a:cubicBezTo>
                  <a:cubicBezTo>
                    <a:pt x="23" y="540"/>
                    <a:pt x="202" y="170"/>
                    <a:pt x="85" y="5"/>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9"/>
            <p:cNvSpPr/>
            <p:nvPr/>
          </p:nvSpPr>
          <p:spPr bwMode="auto">
            <a:xfrm>
              <a:off x="4014003" y="3128980"/>
              <a:ext cx="264078" cy="1043169"/>
            </a:xfrm>
            <a:custGeom>
              <a:avLst/>
              <a:gdLst>
                <a:gd name="T0" fmla="*/ 156 w 174"/>
                <a:gd name="T1" fmla="*/ 32 h 689"/>
                <a:gd name="T2" fmla="*/ 31 w 174"/>
                <a:gd name="T3" fmla="*/ 132 h 689"/>
                <a:gd name="T4" fmla="*/ 75 w 174"/>
                <a:gd name="T5" fmla="*/ 455 h 689"/>
                <a:gd name="T6" fmla="*/ 151 w 174"/>
                <a:gd name="T7" fmla="*/ 666 h 689"/>
                <a:gd name="T8" fmla="*/ 170 w 174"/>
                <a:gd name="T9" fmla="*/ 648 h 689"/>
                <a:gd name="T10" fmla="*/ 156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56" y="32"/>
                  </a:moveTo>
                  <a:cubicBezTo>
                    <a:pt x="156" y="32"/>
                    <a:pt x="61" y="0"/>
                    <a:pt x="31" y="132"/>
                  </a:cubicBezTo>
                  <a:cubicBezTo>
                    <a:pt x="0" y="264"/>
                    <a:pt x="40" y="371"/>
                    <a:pt x="75" y="455"/>
                  </a:cubicBezTo>
                  <a:cubicBezTo>
                    <a:pt x="111" y="539"/>
                    <a:pt x="151" y="666"/>
                    <a:pt x="151" y="666"/>
                  </a:cubicBezTo>
                  <a:cubicBezTo>
                    <a:pt x="151" y="666"/>
                    <a:pt x="174" y="689"/>
                    <a:pt x="170" y="648"/>
                  </a:cubicBezTo>
                  <a:cubicBezTo>
                    <a:pt x="166" y="607"/>
                    <a:pt x="52" y="152"/>
                    <a:pt x="156" y="32"/>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Freeform 10"/>
            <p:cNvSpPr/>
            <p:nvPr/>
          </p:nvSpPr>
          <p:spPr bwMode="auto">
            <a:xfrm>
              <a:off x="4297200" y="3128980"/>
              <a:ext cx="264078" cy="1043169"/>
            </a:xfrm>
            <a:custGeom>
              <a:avLst/>
              <a:gdLst>
                <a:gd name="T0" fmla="*/ 18 w 174"/>
                <a:gd name="T1" fmla="*/ 32 h 689"/>
                <a:gd name="T2" fmla="*/ 143 w 174"/>
                <a:gd name="T3" fmla="*/ 132 h 689"/>
                <a:gd name="T4" fmla="*/ 98 w 174"/>
                <a:gd name="T5" fmla="*/ 455 h 689"/>
                <a:gd name="T6" fmla="*/ 23 w 174"/>
                <a:gd name="T7" fmla="*/ 666 h 689"/>
                <a:gd name="T8" fmla="*/ 4 w 174"/>
                <a:gd name="T9" fmla="*/ 648 h 689"/>
                <a:gd name="T10" fmla="*/ 18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8" y="32"/>
                  </a:moveTo>
                  <a:cubicBezTo>
                    <a:pt x="18" y="32"/>
                    <a:pt x="112" y="0"/>
                    <a:pt x="143" y="132"/>
                  </a:cubicBezTo>
                  <a:cubicBezTo>
                    <a:pt x="174" y="264"/>
                    <a:pt x="134" y="371"/>
                    <a:pt x="98" y="455"/>
                  </a:cubicBezTo>
                  <a:cubicBezTo>
                    <a:pt x="62" y="539"/>
                    <a:pt x="23" y="666"/>
                    <a:pt x="23" y="666"/>
                  </a:cubicBezTo>
                  <a:cubicBezTo>
                    <a:pt x="23" y="666"/>
                    <a:pt x="0" y="689"/>
                    <a:pt x="4" y="648"/>
                  </a:cubicBezTo>
                  <a:cubicBezTo>
                    <a:pt x="7" y="607"/>
                    <a:pt x="121" y="152"/>
                    <a:pt x="18" y="32"/>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Freeform 11"/>
            <p:cNvSpPr/>
            <p:nvPr/>
          </p:nvSpPr>
          <p:spPr bwMode="auto">
            <a:xfrm>
              <a:off x="4141860" y="3124200"/>
              <a:ext cx="164899" cy="1039583"/>
            </a:xfrm>
            <a:custGeom>
              <a:avLst/>
              <a:gdLst>
                <a:gd name="T0" fmla="*/ 103 w 109"/>
                <a:gd name="T1" fmla="*/ 665 h 687"/>
                <a:gd name="T2" fmla="*/ 109 w 109"/>
                <a:gd name="T3" fmla="*/ 28 h 687"/>
                <a:gd name="T4" fmla="*/ 8 w 109"/>
                <a:gd name="T5" fmla="*/ 199 h 687"/>
                <a:gd name="T6" fmla="*/ 81 w 109"/>
                <a:gd name="T7" fmla="*/ 665 h 687"/>
                <a:gd name="T8" fmla="*/ 103 w 109"/>
                <a:gd name="T9" fmla="*/ 665 h 687"/>
              </a:gdLst>
              <a:ahLst/>
              <a:cxnLst>
                <a:cxn ang="0">
                  <a:pos x="T0" y="T1"/>
                </a:cxn>
                <a:cxn ang="0">
                  <a:pos x="T2" y="T3"/>
                </a:cxn>
                <a:cxn ang="0">
                  <a:pos x="T4" y="T5"/>
                </a:cxn>
                <a:cxn ang="0">
                  <a:pos x="T6" y="T7"/>
                </a:cxn>
                <a:cxn ang="0">
                  <a:pos x="T8" y="T9"/>
                </a:cxn>
              </a:cxnLst>
              <a:rect l="0" t="0" r="r" b="b"/>
              <a:pathLst>
                <a:path w="109" h="687">
                  <a:moveTo>
                    <a:pt x="103" y="665"/>
                  </a:moveTo>
                  <a:cubicBezTo>
                    <a:pt x="103" y="665"/>
                    <a:pt x="87" y="169"/>
                    <a:pt x="109" y="28"/>
                  </a:cubicBezTo>
                  <a:cubicBezTo>
                    <a:pt x="109" y="28"/>
                    <a:pt x="16" y="0"/>
                    <a:pt x="8" y="199"/>
                  </a:cubicBezTo>
                  <a:cubicBezTo>
                    <a:pt x="0" y="398"/>
                    <a:pt x="68" y="511"/>
                    <a:pt x="81" y="665"/>
                  </a:cubicBezTo>
                  <a:cubicBezTo>
                    <a:pt x="81" y="665"/>
                    <a:pt x="91" y="687"/>
                    <a:pt x="103" y="665"/>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Freeform 12"/>
            <p:cNvSpPr/>
            <p:nvPr/>
          </p:nvSpPr>
          <p:spPr bwMode="auto">
            <a:xfrm>
              <a:off x="4268521" y="3124200"/>
              <a:ext cx="163705" cy="1039583"/>
            </a:xfrm>
            <a:custGeom>
              <a:avLst/>
              <a:gdLst>
                <a:gd name="T0" fmla="*/ 6 w 108"/>
                <a:gd name="T1" fmla="*/ 665 h 687"/>
                <a:gd name="T2" fmla="*/ 0 w 108"/>
                <a:gd name="T3" fmla="*/ 28 h 687"/>
                <a:gd name="T4" fmla="*/ 101 w 108"/>
                <a:gd name="T5" fmla="*/ 199 h 687"/>
                <a:gd name="T6" fmla="*/ 28 w 108"/>
                <a:gd name="T7" fmla="*/ 665 h 687"/>
                <a:gd name="T8" fmla="*/ 6 w 108"/>
                <a:gd name="T9" fmla="*/ 665 h 687"/>
              </a:gdLst>
              <a:ahLst/>
              <a:cxnLst>
                <a:cxn ang="0">
                  <a:pos x="T0" y="T1"/>
                </a:cxn>
                <a:cxn ang="0">
                  <a:pos x="T2" y="T3"/>
                </a:cxn>
                <a:cxn ang="0">
                  <a:pos x="T4" y="T5"/>
                </a:cxn>
                <a:cxn ang="0">
                  <a:pos x="T6" y="T7"/>
                </a:cxn>
                <a:cxn ang="0">
                  <a:pos x="T8" y="T9"/>
                </a:cxn>
              </a:cxnLst>
              <a:rect l="0" t="0" r="r" b="b"/>
              <a:pathLst>
                <a:path w="108" h="687">
                  <a:moveTo>
                    <a:pt x="6" y="665"/>
                  </a:moveTo>
                  <a:cubicBezTo>
                    <a:pt x="6" y="665"/>
                    <a:pt x="21" y="169"/>
                    <a:pt x="0" y="28"/>
                  </a:cubicBezTo>
                  <a:cubicBezTo>
                    <a:pt x="0" y="28"/>
                    <a:pt x="93" y="0"/>
                    <a:pt x="101" y="199"/>
                  </a:cubicBezTo>
                  <a:cubicBezTo>
                    <a:pt x="108" y="398"/>
                    <a:pt x="41" y="511"/>
                    <a:pt x="28" y="665"/>
                  </a:cubicBezTo>
                  <a:cubicBezTo>
                    <a:pt x="28" y="665"/>
                    <a:pt x="18" y="687"/>
                    <a:pt x="6" y="665"/>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13"/>
            <p:cNvSpPr/>
            <p:nvPr/>
          </p:nvSpPr>
          <p:spPr bwMode="auto">
            <a:xfrm>
              <a:off x="4195632" y="4280886"/>
              <a:ext cx="173264" cy="130247"/>
            </a:xfrm>
            <a:custGeom>
              <a:avLst/>
              <a:gdLst>
                <a:gd name="T0" fmla="*/ 20 w 114"/>
                <a:gd name="T1" fmla="*/ 9 h 86"/>
                <a:gd name="T2" fmla="*/ 103 w 114"/>
                <a:gd name="T3" fmla="*/ 8 h 86"/>
                <a:gd name="T4" fmla="*/ 107 w 114"/>
                <a:gd name="T5" fmla="*/ 49 h 86"/>
                <a:gd name="T6" fmla="*/ 29 w 114"/>
                <a:gd name="T7" fmla="*/ 74 h 86"/>
                <a:gd name="T8" fmla="*/ 20 w 114"/>
                <a:gd name="T9" fmla="*/ 9 h 86"/>
              </a:gdLst>
              <a:ahLst/>
              <a:cxnLst>
                <a:cxn ang="0">
                  <a:pos x="T0" y="T1"/>
                </a:cxn>
                <a:cxn ang="0">
                  <a:pos x="T2" y="T3"/>
                </a:cxn>
                <a:cxn ang="0">
                  <a:pos x="T4" y="T5"/>
                </a:cxn>
                <a:cxn ang="0">
                  <a:pos x="T6" y="T7"/>
                </a:cxn>
                <a:cxn ang="0">
                  <a:pos x="T8" y="T9"/>
                </a:cxn>
              </a:cxnLst>
              <a:rect l="0" t="0" r="r" b="b"/>
              <a:pathLst>
                <a:path w="114" h="86">
                  <a:moveTo>
                    <a:pt x="20" y="9"/>
                  </a:moveTo>
                  <a:cubicBezTo>
                    <a:pt x="20" y="9"/>
                    <a:pt x="65" y="0"/>
                    <a:pt x="103" y="8"/>
                  </a:cubicBezTo>
                  <a:cubicBezTo>
                    <a:pt x="103" y="8"/>
                    <a:pt x="100" y="25"/>
                    <a:pt x="107" y="49"/>
                  </a:cubicBezTo>
                  <a:cubicBezTo>
                    <a:pt x="114" y="74"/>
                    <a:pt x="65" y="86"/>
                    <a:pt x="29" y="74"/>
                  </a:cubicBezTo>
                  <a:cubicBezTo>
                    <a:pt x="0" y="59"/>
                    <a:pt x="24" y="28"/>
                    <a:pt x="20" y="9"/>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Freeform 14"/>
            <p:cNvSpPr>
              <a:spLocks noEditPoints="1"/>
            </p:cNvSpPr>
            <p:nvPr/>
          </p:nvSpPr>
          <p:spPr bwMode="auto">
            <a:xfrm>
              <a:off x="4200411" y="4105233"/>
              <a:ext cx="174459" cy="209112"/>
            </a:xfrm>
            <a:custGeom>
              <a:avLst/>
              <a:gdLst>
                <a:gd name="T0" fmla="*/ 100 w 115"/>
                <a:gd name="T1" fmla="*/ 124 h 138"/>
                <a:gd name="T2" fmla="*/ 94 w 115"/>
                <a:gd name="T3" fmla="*/ 123 h 138"/>
                <a:gd name="T4" fmla="*/ 95 w 115"/>
                <a:gd name="T5" fmla="*/ 66 h 138"/>
                <a:gd name="T6" fmla="*/ 100 w 115"/>
                <a:gd name="T7" fmla="*/ 67 h 138"/>
                <a:gd name="T8" fmla="*/ 100 w 115"/>
                <a:gd name="T9" fmla="*/ 65 h 138"/>
                <a:gd name="T10" fmla="*/ 101 w 115"/>
                <a:gd name="T11" fmla="*/ 65 h 138"/>
                <a:gd name="T12" fmla="*/ 115 w 115"/>
                <a:gd name="T13" fmla="*/ 28 h 138"/>
                <a:gd name="T14" fmla="*/ 0 w 115"/>
                <a:gd name="T15" fmla="*/ 28 h 138"/>
                <a:gd name="T16" fmla="*/ 13 w 115"/>
                <a:gd name="T17" fmla="*/ 62 h 138"/>
                <a:gd name="T18" fmla="*/ 14 w 115"/>
                <a:gd name="T19" fmla="*/ 69 h 138"/>
                <a:gd name="T20" fmla="*/ 18 w 115"/>
                <a:gd name="T21" fmla="*/ 68 h 138"/>
                <a:gd name="T22" fmla="*/ 21 w 115"/>
                <a:gd name="T23" fmla="*/ 124 h 138"/>
                <a:gd name="T24" fmla="*/ 17 w 115"/>
                <a:gd name="T25" fmla="*/ 125 h 138"/>
                <a:gd name="T26" fmla="*/ 17 w 115"/>
                <a:gd name="T27" fmla="*/ 138 h 138"/>
                <a:gd name="T28" fmla="*/ 99 w 115"/>
                <a:gd name="T29" fmla="*/ 135 h 138"/>
                <a:gd name="T30" fmla="*/ 100 w 115"/>
                <a:gd name="T31" fmla="*/ 124 h 138"/>
                <a:gd name="T32" fmla="*/ 91 w 115"/>
                <a:gd name="T33" fmla="*/ 122 h 138"/>
                <a:gd name="T34" fmla="*/ 77 w 115"/>
                <a:gd name="T35" fmla="*/ 120 h 138"/>
                <a:gd name="T36" fmla="*/ 78 w 115"/>
                <a:gd name="T37" fmla="*/ 64 h 138"/>
                <a:gd name="T38" fmla="*/ 92 w 115"/>
                <a:gd name="T39" fmla="*/ 66 h 138"/>
                <a:gd name="T40" fmla="*/ 91 w 115"/>
                <a:gd name="T41" fmla="*/ 122 h 138"/>
                <a:gd name="T42" fmla="*/ 56 w 115"/>
                <a:gd name="T43" fmla="*/ 120 h 138"/>
                <a:gd name="T44" fmla="*/ 41 w 115"/>
                <a:gd name="T45" fmla="*/ 121 h 138"/>
                <a:gd name="T46" fmla="*/ 40 w 115"/>
                <a:gd name="T47" fmla="*/ 64 h 138"/>
                <a:gd name="T48" fmla="*/ 56 w 115"/>
                <a:gd name="T49" fmla="*/ 63 h 138"/>
                <a:gd name="T50" fmla="*/ 56 w 115"/>
                <a:gd name="T51" fmla="*/ 120 h 138"/>
                <a:gd name="T52" fmla="*/ 21 w 115"/>
                <a:gd name="T53" fmla="*/ 67 h 138"/>
                <a:gd name="T54" fmla="*/ 37 w 115"/>
                <a:gd name="T55" fmla="*/ 64 h 138"/>
                <a:gd name="T56" fmla="*/ 38 w 115"/>
                <a:gd name="T57" fmla="*/ 121 h 138"/>
                <a:gd name="T58" fmla="*/ 24 w 115"/>
                <a:gd name="T59" fmla="*/ 123 h 138"/>
                <a:gd name="T60" fmla="*/ 21 w 115"/>
                <a:gd name="T61" fmla="*/ 67 h 138"/>
                <a:gd name="T62" fmla="*/ 59 w 115"/>
                <a:gd name="T63" fmla="*/ 120 h 138"/>
                <a:gd name="T64" fmla="*/ 59 w 115"/>
                <a:gd name="T65" fmla="*/ 63 h 138"/>
                <a:gd name="T66" fmla="*/ 75 w 115"/>
                <a:gd name="T67" fmla="*/ 64 h 138"/>
                <a:gd name="T68" fmla="*/ 74 w 115"/>
                <a:gd name="T69" fmla="*/ 120 h 138"/>
                <a:gd name="T70" fmla="*/ 59 w 115"/>
                <a:gd name="T71"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 h="138">
                  <a:moveTo>
                    <a:pt x="100" y="124"/>
                  </a:moveTo>
                  <a:cubicBezTo>
                    <a:pt x="98" y="124"/>
                    <a:pt x="96" y="123"/>
                    <a:pt x="94" y="123"/>
                  </a:cubicBezTo>
                  <a:cubicBezTo>
                    <a:pt x="93" y="98"/>
                    <a:pt x="93" y="79"/>
                    <a:pt x="95" y="66"/>
                  </a:cubicBezTo>
                  <a:cubicBezTo>
                    <a:pt x="98" y="67"/>
                    <a:pt x="100" y="67"/>
                    <a:pt x="100" y="67"/>
                  </a:cubicBezTo>
                  <a:cubicBezTo>
                    <a:pt x="100" y="65"/>
                    <a:pt x="100" y="65"/>
                    <a:pt x="100" y="65"/>
                  </a:cubicBezTo>
                  <a:cubicBezTo>
                    <a:pt x="101" y="65"/>
                    <a:pt x="101" y="65"/>
                    <a:pt x="101" y="65"/>
                  </a:cubicBezTo>
                  <a:cubicBezTo>
                    <a:pt x="104" y="47"/>
                    <a:pt x="115" y="28"/>
                    <a:pt x="115" y="28"/>
                  </a:cubicBezTo>
                  <a:cubicBezTo>
                    <a:pt x="54" y="0"/>
                    <a:pt x="0" y="28"/>
                    <a:pt x="0" y="28"/>
                  </a:cubicBezTo>
                  <a:cubicBezTo>
                    <a:pt x="8" y="42"/>
                    <a:pt x="12" y="55"/>
                    <a:pt x="13" y="62"/>
                  </a:cubicBezTo>
                  <a:cubicBezTo>
                    <a:pt x="14" y="69"/>
                    <a:pt x="14" y="69"/>
                    <a:pt x="14" y="69"/>
                  </a:cubicBezTo>
                  <a:cubicBezTo>
                    <a:pt x="15" y="68"/>
                    <a:pt x="17" y="68"/>
                    <a:pt x="18" y="68"/>
                  </a:cubicBezTo>
                  <a:cubicBezTo>
                    <a:pt x="19" y="80"/>
                    <a:pt x="21" y="99"/>
                    <a:pt x="21" y="124"/>
                  </a:cubicBezTo>
                  <a:cubicBezTo>
                    <a:pt x="18" y="125"/>
                    <a:pt x="17" y="125"/>
                    <a:pt x="17" y="125"/>
                  </a:cubicBezTo>
                  <a:cubicBezTo>
                    <a:pt x="9" y="132"/>
                    <a:pt x="17" y="138"/>
                    <a:pt x="17" y="138"/>
                  </a:cubicBezTo>
                  <a:cubicBezTo>
                    <a:pt x="56" y="126"/>
                    <a:pt x="99" y="135"/>
                    <a:pt x="99" y="135"/>
                  </a:cubicBezTo>
                  <a:cubicBezTo>
                    <a:pt x="108" y="130"/>
                    <a:pt x="100" y="124"/>
                    <a:pt x="100" y="124"/>
                  </a:cubicBezTo>
                  <a:close/>
                  <a:moveTo>
                    <a:pt x="91" y="122"/>
                  </a:moveTo>
                  <a:cubicBezTo>
                    <a:pt x="87" y="121"/>
                    <a:pt x="82" y="121"/>
                    <a:pt x="77" y="120"/>
                  </a:cubicBezTo>
                  <a:cubicBezTo>
                    <a:pt x="75" y="102"/>
                    <a:pt x="77" y="79"/>
                    <a:pt x="78" y="64"/>
                  </a:cubicBezTo>
                  <a:cubicBezTo>
                    <a:pt x="83" y="64"/>
                    <a:pt x="88" y="65"/>
                    <a:pt x="92" y="66"/>
                  </a:cubicBezTo>
                  <a:cubicBezTo>
                    <a:pt x="90" y="79"/>
                    <a:pt x="90" y="98"/>
                    <a:pt x="91" y="122"/>
                  </a:cubicBezTo>
                  <a:close/>
                  <a:moveTo>
                    <a:pt x="56" y="120"/>
                  </a:moveTo>
                  <a:cubicBezTo>
                    <a:pt x="51" y="120"/>
                    <a:pt x="46" y="120"/>
                    <a:pt x="41" y="121"/>
                  </a:cubicBezTo>
                  <a:cubicBezTo>
                    <a:pt x="42" y="101"/>
                    <a:pt x="41" y="79"/>
                    <a:pt x="40" y="64"/>
                  </a:cubicBezTo>
                  <a:cubicBezTo>
                    <a:pt x="46" y="63"/>
                    <a:pt x="51" y="63"/>
                    <a:pt x="56" y="63"/>
                  </a:cubicBezTo>
                  <a:lnTo>
                    <a:pt x="56" y="120"/>
                  </a:lnTo>
                  <a:close/>
                  <a:moveTo>
                    <a:pt x="21" y="67"/>
                  </a:moveTo>
                  <a:cubicBezTo>
                    <a:pt x="26" y="65"/>
                    <a:pt x="32" y="65"/>
                    <a:pt x="37" y="64"/>
                  </a:cubicBezTo>
                  <a:cubicBezTo>
                    <a:pt x="38" y="79"/>
                    <a:pt x="39" y="102"/>
                    <a:pt x="38" y="121"/>
                  </a:cubicBezTo>
                  <a:cubicBezTo>
                    <a:pt x="33" y="122"/>
                    <a:pt x="28" y="123"/>
                    <a:pt x="24" y="123"/>
                  </a:cubicBezTo>
                  <a:cubicBezTo>
                    <a:pt x="24" y="98"/>
                    <a:pt x="22" y="79"/>
                    <a:pt x="21" y="67"/>
                  </a:cubicBezTo>
                  <a:close/>
                  <a:moveTo>
                    <a:pt x="59" y="120"/>
                  </a:moveTo>
                  <a:cubicBezTo>
                    <a:pt x="59" y="63"/>
                    <a:pt x="59" y="63"/>
                    <a:pt x="59" y="63"/>
                  </a:cubicBezTo>
                  <a:cubicBezTo>
                    <a:pt x="65" y="63"/>
                    <a:pt x="70" y="63"/>
                    <a:pt x="75" y="64"/>
                  </a:cubicBezTo>
                  <a:cubicBezTo>
                    <a:pt x="74" y="79"/>
                    <a:pt x="73" y="102"/>
                    <a:pt x="74" y="120"/>
                  </a:cubicBezTo>
                  <a:cubicBezTo>
                    <a:pt x="69" y="120"/>
                    <a:pt x="64" y="120"/>
                    <a:pt x="59" y="120"/>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1335753" y="2006600"/>
            <a:ext cx="976252" cy="1286933"/>
            <a:chOff x="1335753" y="2006600"/>
            <a:chExt cx="976252" cy="1286933"/>
          </a:xfrm>
        </p:grpSpPr>
        <p:sp>
          <p:nvSpPr>
            <p:cNvPr id="28" name="Freeform 5"/>
            <p:cNvSpPr/>
            <p:nvPr/>
          </p:nvSpPr>
          <p:spPr bwMode="auto">
            <a:xfrm>
              <a:off x="1335753" y="2141627"/>
              <a:ext cx="466020" cy="900972"/>
            </a:xfrm>
            <a:custGeom>
              <a:avLst/>
              <a:gdLst>
                <a:gd name="T0" fmla="*/ 136 w 307"/>
                <a:gd name="T1" fmla="*/ 0 h 595"/>
                <a:gd name="T2" fmla="*/ 39 w 307"/>
                <a:gd name="T3" fmla="*/ 116 h 595"/>
                <a:gd name="T4" fmla="*/ 131 w 307"/>
                <a:gd name="T5" fmla="*/ 415 h 595"/>
                <a:gd name="T6" fmla="*/ 269 w 307"/>
                <a:gd name="T7" fmla="*/ 593 h 595"/>
                <a:gd name="T8" fmla="*/ 276 w 307"/>
                <a:gd name="T9" fmla="*/ 549 h 595"/>
                <a:gd name="T10" fmla="*/ 136 w 307"/>
                <a:gd name="T11" fmla="*/ 0 h 595"/>
              </a:gdLst>
              <a:ahLst/>
              <a:cxnLst>
                <a:cxn ang="0">
                  <a:pos x="T0" y="T1"/>
                </a:cxn>
                <a:cxn ang="0">
                  <a:pos x="T2" y="T3"/>
                </a:cxn>
                <a:cxn ang="0">
                  <a:pos x="T4" y="T5"/>
                </a:cxn>
                <a:cxn ang="0">
                  <a:pos x="T6" y="T7"/>
                </a:cxn>
                <a:cxn ang="0">
                  <a:pos x="T8" y="T9"/>
                </a:cxn>
                <a:cxn ang="0">
                  <a:pos x="T10" y="T11"/>
                </a:cxn>
              </a:cxnLst>
              <a:rect l="0" t="0" r="r" b="b"/>
              <a:pathLst>
                <a:path w="307" h="595">
                  <a:moveTo>
                    <a:pt x="136" y="0"/>
                  </a:moveTo>
                  <a:cubicBezTo>
                    <a:pt x="136" y="0"/>
                    <a:pt x="77" y="1"/>
                    <a:pt x="39" y="116"/>
                  </a:cubicBezTo>
                  <a:cubicBezTo>
                    <a:pt x="0" y="231"/>
                    <a:pt x="58" y="346"/>
                    <a:pt x="131" y="415"/>
                  </a:cubicBezTo>
                  <a:cubicBezTo>
                    <a:pt x="203" y="484"/>
                    <a:pt x="269" y="593"/>
                    <a:pt x="269" y="593"/>
                  </a:cubicBezTo>
                  <a:cubicBezTo>
                    <a:pt x="269" y="593"/>
                    <a:pt x="307" y="595"/>
                    <a:pt x="276" y="549"/>
                  </a:cubicBezTo>
                  <a:cubicBezTo>
                    <a:pt x="246" y="503"/>
                    <a:pt x="13" y="212"/>
                    <a:pt x="136" y="0"/>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6"/>
            <p:cNvSpPr/>
            <p:nvPr/>
          </p:nvSpPr>
          <p:spPr bwMode="auto">
            <a:xfrm>
              <a:off x="1438516" y="2077101"/>
              <a:ext cx="358477" cy="979837"/>
            </a:xfrm>
            <a:custGeom>
              <a:avLst/>
              <a:gdLst>
                <a:gd name="T0" fmla="*/ 152 w 236"/>
                <a:gd name="T1" fmla="*/ 5 h 647"/>
                <a:gd name="T2" fmla="*/ 35 w 236"/>
                <a:gd name="T3" fmla="*/ 96 h 647"/>
                <a:gd name="T4" fmla="*/ 102 w 236"/>
                <a:gd name="T5" fmla="*/ 429 h 647"/>
                <a:gd name="T6" fmla="*/ 213 w 236"/>
                <a:gd name="T7" fmla="*/ 626 h 647"/>
                <a:gd name="T8" fmla="*/ 225 w 236"/>
                <a:gd name="T9" fmla="*/ 594 h 647"/>
                <a:gd name="T10" fmla="*/ 152 w 236"/>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152" y="5"/>
                  </a:moveTo>
                  <a:cubicBezTo>
                    <a:pt x="155" y="1"/>
                    <a:pt x="69" y="0"/>
                    <a:pt x="35" y="96"/>
                  </a:cubicBezTo>
                  <a:cubicBezTo>
                    <a:pt x="0" y="191"/>
                    <a:pt x="35" y="314"/>
                    <a:pt x="102" y="429"/>
                  </a:cubicBezTo>
                  <a:cubicBezTo>
                    <a:pt x="170" y="544"/>
                    <a:pt x="213" y="626"/>
                    <a:pt x="213" y="626"/>
                  </a:cubicBezTo>
                  <a:cubicBezTo>
                    <a:pt x="213" y="626"/>
                    <a:pt x="236" y="647"/>
                    <a:pt x="225" y="594"/>
                  </a:cubicBezTo>
                  <a:cubicBezTo>
                    <a:pt x="213" y="540"/>
                    <a:pt x="35" y="170"/>
                    <a:pt x="152" y="5"/>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7"/>
            <p:cNvSpPr/>
            <p:nvPr/>
          </p:nvSpPr>
          <p:spPr bwMode="auto">
            <a:xfrm>
              <a:off x="1848375" y="2141627"/>
              <a:ext cx="463630" cy="900972"/>
            </a:xfrm>
            <a:custGeom>
              <a:avLst/>
              <a:gdLst>
                <a:gd name="T0" fmla="*/ 171 w 306"/>
                <a:gd name="T1" fmla="*/ 0 h 595"/>
                <a:gd name="T2" fmla="*/ 268 w 306"/>
                <a:gd name="T3" fmla="*/ 116 h 595"/>
                <a:gd name="T4" fmla="*/ 176 w 306"/>
                <a:gd name="T5" fmla="*/ 415 h 595"/>
                <a:gd name="T6" fmla="*/ 38 w 306"/>
                <a:gd name="T7" fmla="*/ 593 h 595"/>
                <a:gd name="T8" fmla="*/ 30 w 306"/>
                <a:gd name="T9" fmla="*/ 549 h 595"/>
                <a:gd name="T10" fmla="*/ 171 w 306"/>
                <a:gd name="T11" fmla="*/ 0 h 595"/>
              </a:gdLst>
              <a:ahLst/>
              <a:cxnLst>
                <a:cxn ang="0">
                  <a:pos x="T0" y="T1"/>
                </a:cxn>
                <a:cxn ang="0">
                  <a:pos x="T2" y="T3"/>
                </a:cxn>
                <a:cxn ang="0">
                  <a:pos x="T4" y="T5"/>
                </a:cxn>
                <a:cxn ang="0">
                  <a:pos x="T6" y="T7"/>
                </a:cxn>
                <a:cxn ang="0">
                  <a:pos x="T8" y="T9"/>
                </a:cxn>
                <a:cxn ang="0">
                  <a:pos x="T10" y="T11"/>
                </a:cxn>
              </a:cxnLst>
              <a:rect l="0" t="0" r="r" b="b"/>
              <a:pathLst>
                <a:path w="306" h="595">
                  <a:moveTo>
                    <a:pt x="171" y="0"/>
                  </a:moveTo>
                  <a:cubicBezTo>
                    <a:pt x="171" y="0"/>
                    <a:pt x="230" y="1"/>
                    <a:pt x="268" y="116"/>
                  </a:cubicBezTo>
                  <a:cubicBezTo>
                    <a:pt x="306" y="231"/>
                    <a:pt x="247" y="336"/>
                    <a:pt x="176" y="415"/>
                  </a:cubicBezTo>
                  <a:cubicBezTo>
                    <a:pt x="109" y="490"/>
                    <a:pt x="38" y="593"/>
                    <a:pt x="38" y="593"/>
                  </a:cubicBezTo>
                  <a:cubicBezTo>
                    <a:pt x="38" y="593"/>
                    <a:pt x="0" y="595"/>
                    <a:pt x="30" y="549"/>
                  </a:cubicBezTo>
                  <a:cubicBezTo>
                    <a:pt x="61" y="503"/>
                    <a:pt x="294" y="212"/>
                    <a:pt x="171" y="0"/>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8"/>
            <p:cNvSpPr/>
            <p:nvPr/>
          </p:nvSpPr>
          <p:spPr bwMode="auto">
            <a:xfrm>
              <a:off x="1850765" y="2077101"/>
              <a:ext cx="359672" cy="979837"/>
            </a:xfrm>
            <a:custGeom>
              <a:avLst/>
              <a:gdLst>
                <a:gd name="T0" fmla="*/ 85 w 237"/>
                <a:gd name="T1" fmla="*/ 5 h 647"/>
                <a:gd name="T2" fmla="*/ 202 w 237"/>
                <a:gd name="T3" fmla="*/ 96 h 647"/>
                <a:gd name="T4" fmla="*/ 134 w 237"/>
                <a:gd name="T5" fmla="*/ 429 h 647"/>
                <a:gd name="T6" fmla="*/ 23 w 237"/>
                <a:gd name="T7" fmla="*/ 626 h 647"/>
                <a:gd name="T8" fmla="*/ 12 w 237"/>
                <a:gd name="T9" fmla="*/ 594 h 647"/>
                <a:gd name="T10" fmla="*/ 85 w 237"/>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85" y="5"/>
                  </a:moveTo>
                  <a:cubicBezTo>
                    <a:pt x="82" y="1"/>
                    <a:pt x="168" y="0"/>
                    <a:pt x="202" y="96"/>
                  </a:cubicBezTo>
                  <a:cubicBezTo>
                    <a:pt x="237" y="191"/>
                    <a:pt x="202" y="314"/>
                    <a:pt x="134" y="429"/>
                  </a:cubicBezTo>
                  <a:cubicBezTo>
                    <a:pt x="67" y="544"/>
                    <a:pt x="23" y="626"/>
                    <a:pt x="23" y="626"/>
                  </a:cubicBezTo>
                  <a:cubicBezTo>
                    <a:pt x="23" y="626"/>
                    <a:pt x="0" y="647"/>
                    <a:pt x="12" y="594"/>
                  </a:cubicBezTo>
                  <a:cubicBezTo>
                    <a:pt x="23" y="540"/>
                    <a:pt x="202" y="170"/>
                    <a:pt x="85" y="5"/>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Freeform 9"/>
            <p:cNvSpPr/>
            <p:nvPr/>
          </p:nvSpPr>
          <p:spPr bwMode="auto">
            <a:xfrm>
              <a:off x="1550839" y="2011380"/>
              <a:ext cx="264078" cy="1043169"/>
            </a:xfrm>
            <a:custGeom>
              <a:avLst/>
              <a:gdLst>
                <a:gd name="T0" fmla="*/ 156 w 174"/>
                <a:gd name="T1" fmla="*/ 32 h 689"/>
                <a:gd name="T2" fmla="*/ 31 w 174"/>
                <a:gd name="T3" fmla="*/ 132 h 689"/>
                <a:gd name="T4" fmla="*/ 75 w 174"/>
                <a:gd name="T5" fmla="*/ 455 h 689"/>
                <a:gd name="T6" fmla="*/ 151 w 174"/>
                <a:gd name="T7" fmla="*/ 666 h 689"/>
                <a:gd name="T8" fmla="*/ 170 w 174"/>
                <a:gd name="T9" fmla="*/ 648 h 689"/>
                <a:gd name="T10" fmla="*/ 156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56" y="32"/>
                  </a:moveTo>
                  <a:cubicBezTo>
                    <a:pt x="156" y="32"/>
                    <a:pt x="61" y="0"/>
                    <a:pt x="31" y="132"/>
                  </a:cubicBezTo>
                  <a:cubicBezTo>
                    <a:pt x="0" y="264"/>
                    <a:pt x="40" y="371"/>
                    <a:pt x="75" y="455"/>
                  </a:cubicBezTo>
                  <a:cubicBezTo>
                    <a:pt x="111" y="539"/>
                    <a:pt x="151" y="666"/>
                    <a:pt x="151" y="666"/>
                  </a:cubicBezTo>
                  <a:cubicBezTo>
                    <a:pt x="151" y="666"/>
                    <a:pt x="174" y="689"/>
                    <a:pt x="170" y="648"/>
                  </a:cubicBezTo>
                  <a:cubicBezTo>
                    <a:pt x="166" y="607"/>
                    <a:pt x="52" y="152"/>
                    <a:pt x="156" y="32"/>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10"/>
            <p:cNvSpPr/>
            <p:nvPr/>
          </p:nvSpPr>
          <p:spPr bwMode="auto">
            <a:xfrm>
              <a:off x="1834036" y="2011380"/>
              <a:ext cx="264078" cy="1043169"/>
            </a:xfrm>
            <a:custGeom>
              <a:avLst/>
              <a:gdLst>
                <a:gd name="T0" fmla="*/ 18 w 174"/>
                <a:gd name="T1" fmla="*/ 32 h 689"/>
                <a:gd name="T2" fmla="*/ 143 w 174"/>
                <a:gd name="T3" fmla="*/ 132 h 689"/>
                <a:gd name="T4" fmla="*/ 98 w 174"/>
                <a:gd name="T5" fmla="*/ 455 h 689"/>
                <a:gd name="T6" fmla="*/ 23 w 174"/>
                <a:gd name="T7" fmla="*/ 666 h 689"/>
                <a:gd name="T8" fmla="*/ 4 w 174"/>
                <a:gd name="T9" fmla="*/ 648 h 689"/>
                <a:gd name="T10" fmla="*/ 18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8" y="32"/>
                  </a:moveTo>
                  <a:cubicBezTo>
                    <a:pt x="18" y="32"/>
                    <a:pt x="112" y="0"/>
                    <a:pt x="143" y="132"/>
                  </a:cubicBezTo>
                  <a:cubicBezTo>
                    <a:pt x="174" y="264"/>
                    <a:pt x="134" y="371"/>
                    <a:pt x="98" y="455"/>
                  </a:cubicBezTo>
                  <a:cubicBezTo>
                    <a:pt x="62" y="539"/>
                    <a:pt x="23" y="666"/>
                    <a:pt x="23" y="666"/>
                  </a:cubicBezTo>
                  <a:cubicBezTo>
                    <a:pt x="23" y="666"/>
                    <a:pt x="0" y="689"/>
                    <a:pt x="4" y="648"/>
                  </a:cubicBezTo>
                  <a:cubicBezTo>
                    <a:pt x="7" y="607"/>
                    <a:pt x="121" y="152"/>
                    <a:pt x="18" y="32"/>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11"/>
            <p:cNvSpPr/>
            <p:nvPr/>
          </p:nvSpPr>
          <p:spPr bwMode="auto">
            <a:xfrm>
              <a:off x="1678696" y="2006600"/>
              <a:ext cx="164899" cy="1039583"/>
            </a:xfrm>
            <a:custGeom>
              <a:avLst/>
              <a:gdLst>
                <a:gd name="T0" fmla="*/ 103 w 109"/>
                <a:gd name="T1" fmla="*/ 665 h 687"/>
                <a:gd name="T2" fmla="*/ 109 w 109"/>
                <a:gd name="T3" fmla="*/ 28 h 687"/>
                <a:gd name="T4" fmla="*/ 8 w 109"/>
                <a:gd name="T5" fmla="*/ 199 h 687"/>
                <a:gd name="T6" fmla="*/ 81 w 109"/>
                <a:gd name="T7" fmla="*/ 665 h 687"/>
                <a:gd name="T8" fmla="*/ 103 w 109"/>
                <a:gd name="T9" fmla="*/ 665 h 687"/>
              </a:gdLst>
              <a:ahLst/>
              <a:cxnLst>
                <a:cxn ang="0">
                  <a:pos x="T0" y="T1"/>
                </a:cxn>
                <a:cxn ang="0">
                  <a:pos x="T2" y="T3"/>
                </a:cxn>
                <a:cxn ang="0">
                  <a:pos x="T4" y="T5"/>
                </a:cxn>
                <a:cxn ang="0">
                  <a:pos x="T6" y="T7"/>
                </a:cxn>
                <a:cxn ang="0">
                  <a:pos x="T8" y="T9"/>
                </a:cxn>
              </a:cxnLst>
              <a:rect l="0" t="0" r="r" b="b"/>
              <a:pathLst>
                <a:path w="109" h="687">
                  <a:moveTo>
                    <a:pt x="103" y="665"/>
                  </a:moveTo>
                  <a:cubicBezTo>
                    <a:pt x="103" y="665"/>
                    <a:pt x="87" y="169"/>
                    <a:pt x="109" y="28"/>
                  </a:cubicBezTo>
                  <a:cubicBezTo>
                    <a:pt x="109" y="28"/>
                    <a:pt x="16" y="0"/>
                    <a:pt x="8" y="199"/>
                  </a:cubicBezTo>
                  <a:cubicBezTo>
                    <a:pt x="0" y="398"/>
                    <a:pt x="68" y="511"/>
                    <a:pt x="81" y="665"/>
                  </a:cubicBezTo>
                  <a:cubicBezTo>
                    <a:pt x="81" y="665"/>
                    <a:pt x="91" y="687"/>
                    <a:pt x="103" y="665"/>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12"/>
            <p:cNvSpPr/>
            <p:nvPr/>
          </p:nvSpPr>
          <p:spPr bwMode="auto">
            <a:xfrm>
              <a:off x="1805357" y="2006600"/>
              <a:ext cx="163705" cy="1039583"/>
            </a:xfrm>
            <a:custGeom>
              <a:avLst/>
              <a:gdLst>
                <a:gd name="T0" fmla="*/ 6 w 108"/>
                <a:gd name="T1" fmla="*/ 665 h 687"/>
                <a:gd name="T2" fmla="*/ 0 w 108"/>
                <a:gd name="T3" fmla="*/ 28 h 687"/>
                <a:gd name="T4" fmla="*/ 101 w 108"/>
                <a:gd name="T5" fmla="*/ 199 h 687"/>
                <a:gd name="T6" fmla="*/ 28 w 108"/>
                <a:gd name="T7" fmla="*/ 665 h 687"/>
                <a:gd name="T8" fmla="*/ 6 w 108"/>
                <a:gd name="T9" fmla="*/ 665 h 687"/>
              </a:gdLst>
              <a:ahLst/>
              <a:cxnLst>
                <a:cxn ang="0">
                  <a:pos x="T0" y="T1"/>
                </a:cxn>
                <a:cxn ang="0">
                  <a:pos x="T2" y="T3"/>
                </a:cxn>
                <a:cxn ang="0">
                  <a:pos x="T4" y="T5"/>
                </a:cxn>
                <a:cxn ang="0">
                  <a:pos x="T6" y="T7"/>
                </a:cxn>
                <a:cxn ang="0">
                  <a:pos x="T8" y="T9"/>
                </a:cxn>
              </a:cxnLst>
              <a:rect l="0" t="0" r="r" b="b"/>
              <a:pathLst>
                <a:path w="108" h="687">
                  <a:moveTo>
                    <a:pt x="6" y="665"/>
                  </a:moveTo>
                  <a:cubicBezTo>
                    <a:pt x="6" y="665"/>
                    <a:pt x="21" y="169"/>
                    <a:pt x="0" y="28"/>
                  </a:cubicBezTo>
                  <a:cubicBezTo>
                    <a:pt x="0" y="28"/>
                    <a:pt x="93" y="0"/>
                    <a:pt x="101" y="199"/>
                  </a:cubicBezTo>
                  <a:cubicBezTo>
                    <a:pt x="108" y="398"/>
                    <a:pt x="41" y="511"/>
                    <a:pt x="28" y="665"/>
                  </a:cubicBezTo>
                  <a:cubicBezTo>
                    <a:pt x="28" y="665"/>
                    <a:pt x="18" y="687"/>
                    <a:pt x="6" y="665"/>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13"/>
            <p:cNvSpPr/>
            <p:nvPr/>
          </p:nvSpPr>
          <p:spPr bwMode="auto">
            <a:xfrm>
              <a:off x="1732468" y="3163286"/>
              <a:ext cx="173264" cy="130247"/>
            </a:xfrm>
            <a:custGeom>
              <a:avLst/>
              <a:gdLst>
                <a:gd name="T0" fmla="*/ 20 w 114"/>
                <a:gd name="T1" fmla="*/ 9 h 86"/>
                <a:gd name="T2" fmla="*/ 103 w 114"/>
                <a:gd name="T3" fmla="*/ 8 h 86"/>
                <a:gd name="T4" fmla="*/ 107 w 114"/>
                <a:gd name="T5" fmla="*/ 49 h 86"/>
                <a:gd name="T6" fmla="*/ 29 w 114"/>
                <a:gd name="T7" fmla="*/ 74 h 86"/>
                <a:gd name="T8" fmla="*/ 20 w 114"/>
                <a:gd name="T9" fmla="*/ 9 h 86"/>
              </a:gdLst>
              <a:ahLst/>
              <a:cxnLst>
                <a:cxn ang="0">
                  <a:pos x="T0" y="T1"/>
                </a:cxn>
                <a:cxn ang="0">
                  <a:pos x="T2" y="T3"/>
                </a:cxn>
                <a:cxn ang="0">
                  <a:pos x="T4" y="T5"/>
                </a:cxn>
                <a:cxn ang="0">
                  <a:pos x="T6" y="T7"/>
                </a:cxn>
                <a:cxn ang="0">
                  <a:pos x="T8" y="T9"/>
                </a:cxn>
              </a:cxnLst>
              <a:rect l="0" t="0" r="r" b="b"/>
              <a:pathLst>
                <a:path w="114" h="86">
                  <a:moveTo>
                    <a:pt x="20" y="9"/>
                  </a:moveTo>
                  <a:cubicBezTo>
                    <a:pt x="20" y="9"/>
                    <a:pt x="65" y="0"/>
                    <a:pt x="103" y="8"/>
                  </a:cubicBezTo>
                  <a:cubicBezTo>
                    <a:pt x="103" y="8"/>
                    <a:pt x="100" y="25"/>
                    <a:pt x="107" y="49"/>
                  </a:cubicBezTo>
                  <a:cubicBezTo>
                    <a:pt x="114" y="74"/>
                    <a:pt x="65" y="86"/>
                    <a:pt x="29" y="74"/>
                  </a:cubicBezTo>
                  <a:cubicBezTo>
                    <a:pt x="0" y="59"/>
                    <a:pt x="24" y="28"/>
                    <a:pt x="20" y="9"/>
                  </a:cubicBezTo>
                  <a:close/>
                </a:path>
              </a:pathLst>
            </a:custGeom>
            <a:solidFill>
              <a:schemeClr val="tx2">
                <a:lumMod val="20000"/>
                <a:lumOff val="8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14"/>
            <p:cNvSpPr>
              <a:spLocks noEditPoints="1"/>
            </p:cNvSpPr>
            <p:nvPr/>
          </p:nvSpPr>
          <p:spPr bwMode="auto">
            <a:xfrm>
              <a:off x="1737247" y="2987633"/>
              <a:ext cx="174459" cy="209112"/>
            </a:xfrm>
            <a:custGeom>
              <a:avLst/>
              <a:gdLst>
                <a:gd name="T0" fmla="*/ 100 w 115"/>
                <a:gd name="T1" fmla="*/ 124 h 138"/>
                <a:gd name="T2" fmla="*/ 94 w 115"/>
                <a:gd name="T3" fmla="*/ 123 h 138"/>
                <a:gd name="T4" fmla="*/ 95 w 115"/>
                <a:gd name="T5" fmla="*/ 66 h 138"/>
                <a:gd name="T6" fmla="*/ 100 w 115"/>
                <a:gd name="T7" fmla="*/ 67 h 138"/>
                <a:gd name="T8" fmla="*/ 100 w 115"/>
                <a:gd name="T9" fmla="*/ 65 h 138"/>
                <a:gd name="T10" fmla="*/ 101 w 115"/>
                <a:gd name="T11" fmla="*/ 65 h 138"/>
                <a:gd name="T12" fmla="*/ 115 w 115"/>
                <a:gd name="T13" fmla="*/ 28 h 138"/>
                <a:gd name="T14" fmla="*/ 0 w 115"/>
                <a:gd name="T15" fmla="*/ 28 h 138"/>
                <a:gd name="T16" fmla="*/ 13 w 115"/>
                <a:gd name="T17" fmla="*/ 62 h 138"/>
                <a:gd name="T18" fmla="*/ 14 w 115"/>
                <a:gd name="T19" fmla="*/ 69 h 138"/>
                <a:gd name="T20" fmla="*/ 18 w 115"/>
                <a:gd name="T21" fmla="*/ 68 h 138"/>
                <a:gd name="T22" fmla="*/ 21 w 115"/>
                <a:gd name="T23" fmla="*/ 124 h 138"/>
                <a:gd name="T24" fmla="*/ 17 w 115"/>
                <a:gd name="T25" fmla="*/ 125 h 138"/>
                <a:gd name="T26" fmla="*/ 17 w 115"/>
                <a:gd name="T27" fmla="*/ 138 h 138"/>
                <a:gd name="T28" fmla="*/ 99 w 115"/>
                <a:gd name="T29" fmla="*/ 135 h 138"/>
                <a:gd name="T30" fmla="*/ 100 w 115"/>
                <a:gd name="T31" fmla="*/ 124 h 138"/>
                <a:gd name="T32" fmla="*/ 91 w 115"/>
                <a:gd name="T33" fmla="*/ 122 h 138"/>
                <a:gd name="T34" fmla="*/ 77 w 115"/>
                <a:gd name="T35" fmla="*/ 120 h 138"/>
                <a:gd name="T36" fmla="*/ 78 w 115"/>
                <a:gd name="T37" fmla="*/ 64 h 138"/>
                <a:gd name="T38" fmla="*/ 92 w 115"/>
                <a:gd name="T39" fmla="*/ 66 h 138"/>
                <a:gd name="T40" fmla="*/ 91 w 115"/>
                <a:gd name="T41" fmla="*/ 122 h 138"/>
                <a:gd name="T42" fmla="*/ 56 w 115"/>
                <a:gd name="T43" fmla="*/ 120 h 138"/>
                <a:gd name="T44" fmla="*/ 41 w 115"/>
                <a:gd name="T45" fmla="*/ 121 h 138"/>
                <a:gd name="T46" fmla="*/ 40 w 115"/>
                <a:gd name="T47" fmla="*/ 64 h 138"/>
                <a:gd name="T48" fmla="*/ 56 w 115"/>
                <a:gd name="T49" fmla="*/ 63 h 138"/>
                <a:gd name="T50" fmla="*/ 56 w 115"/>
                <a:gd name="T51" fmla="*/ 120 h 138"/>
                <a:gd name="T52" fmla="*/ 21 w 115"/>
                <a:gd name="T53" fmla="*/ 67 h 138"/>
                <a:gd name="T54" fmla="*/ 37 w 115"/>
                <a:gd name="T55" fmla="*/ 64 h 138"/>
                <a:gd name="T56" fmla="*/ 38 w 115"/>
                <a:gd name="T57" fmla="*/ 121 h 138"/>
                <a:gd name="T58" fmla="*/ 24 w 115"/>
                <a:gd name="T59" fmla="*/ 123 h 138"/>
                <a:gd name="T60" fmla="*/ 21 w 115"/>
                <a:gd name="T61" fmla="*/ 67 h 138"/>
                <a:gd name="T62" fmla="*/ 59 w 115"/>
                <a:gd name="T63" fmla="*/ 120 h 138"/>
                <a:gd name="T64" fmla="*/ 59 w 115"/>
                <a:gd name="T65" fmla="*/ 63 h 138"/>
                <a:gd name="T66" fmla="*/ 75 w 115"/>
                <a:gd name="T67" fmla="*/ 64 h 138"/>
                <a:gd name="T68" fmla="*/ 74 w 115"/>
                <a:gd name="T69" fmla="*/ 120 h 138"/>
                <a:gd name="T70" fmla="*/ 59 w 115"/>
                <a:gd name="T71"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 h="138">
                  <a:moveTo>
                    <a:pt x="100" y="124"/>
                  </a:moveTo>
                  <a:cubicBezTo>
                    <a:pt x="98" y="124"/>
                    <a:pt x="96" y="123"/>
                    <a:pt x="94" y="123"/>
                  </a:cubicBezTo>
                  <a:cubicBezTo>
                    <a:pt x="93" y="98"/>
                    <a:pt x="93" y="79"/>
                    <a:pt x="95" y="66"/>
                  </a:cubicBezTo>
                  <a:cubicBezTo>
                    <a:pt x="98" y="67"/>
                    <a:pt x="100" y="67"/>
                    <a:pt x="100" y="67"/>
                  </a:cubicBezTo>
                  <a:cubicBezTo>
                    <a:pt x="100" y="65"/>
                    <a:pt x="100" y="65"/>
                    <a:pt x="100" y="65"/>
                  </a:cubicBezTo>
                  <a:cubicBezTo>
                    <a:pt x="101" y="65"/>
                    <a:pt x="101" y="65"/>
                    <a:pt x="101" y="65"/>
                  </a:cubicBezTo>
                  <a:cubicBezTo>
                    <a:pt x="104" y="47"/>
                    <a:pt x="115" y="28"/>
                    <a:pt x="115" y="28"/>
                  </a:cubicBezTo>
                  <a:cubicBezTo>
                    <a:pt x="54" y="0"/>
                    <a:pt x="0" y="28"/>
                    <a:pt x="0" y="28"/>
                  </a:cubicBezTo>
                  <a:cubicBezTo>
                    <a:pt x="8" y="42"/>
                    <a:pt x="12" y="55"/>
                    <a:pt x="13" y="62"/>
                  </a:cubicBezTo>
                  <a:cubicBezTo>
                    <a:pt x="14" y="69"/>
                    <a:pt x="14" y="69"/>
                    <a:pt x="14" y="69"/>
                  </a:cubicBezTo>
                  <a:cubicBezTo>
                    <a:pt x="15" y="68"/>
                    <a:pt x="17" y="68"/>
                    <a:pt x="18" y="68"/>
                  </a:cubicBezTo>
                  <a:cubicBezTo>
                    <a:pt x="19" y="80"/>
                    <a:pt x="21" y="99"/>
                    <a:pt x="21" y="124"/>
                  </a:cubicBezTo>
                  <a:cubicBezTo>
                    <a:pt x="18" y="125"/>
                    <a:pt x="17" y="125"/>
                    <a:pt x="17" y="125"/>
                  </a:cubicBezTo>
                  <a:cubicBezTo>
                    <a:pt x="9" y="132"/>
                    <a:pt x="17" y="138"/>
                    <a:pt x="17" y="138"/>
                  </a:cubicBezTo>
                  <a:cubicBezTo>
                    <a:pt x="56" y="126"/>
                    <a:pt x="99" y="135"/>
                    <a:pt x="99" y="135"/>
                  </a:cubicBezTo>
                  <a:cubicBezTo>
                    <a:pt x="108" y="130"/>
                    <a:pt x="100" y="124"/>
                    <a:pt x="100" y="124"/>
                  </a:cubicBezTo>
                  <a:close/>
                  <a:moveTo>
                    <a:pt x="91" y="122"/>
                  </a:moveTo>
                  <a:cubicBezTo>
                    <a:pt x="87" y="121"/>
                    <a:pt x="82" y="121"/>
                    <a:pt x="77" y="120"/>
                  </a:cubicBezTo>
                  <a:cubicBezTo>
                    <a:pt x="75" y="102"/>
                    <a:pt x="77" y="79"/>
                    <a:pt x="78" y="64"/>
                  </a:cubicBezTo>
                  <a:cubicBezTo>
                    <a:pt x="83" y="64"/>
                    <a:pt x="88" y="65"/>
                    <a:pt x="92" y="66"/>
                  </a:cubicBezTo>
                  <a:cubicBezTo>
                    <a:pt x="90" y="79"/>
                    <a:pt x="90" y="98"/>
                    <a:pt x="91" y="122"/>
                  </a:cubicBezTo>
                  <a:close/>
                  <a:moveTo>
                    <a:pt x="56" y="120"/>
                  </a:moveTo>
                  <a:cubicBezTo>
                    <a:pt x="51" y="120"/>
                    <a:pt x="46" y="120"/>
                    <a:pt x="41" y="121"/>
                  </a:cubicBezTo>
                  <a:cubicBezTo>
                    <a:pt x="42" y="101"/>
                    <a:pt x="41" y="79"/>
                    <a:pt x="40" y="64"/>
                  </a:cubicBezTo>
                  <a:cubicBezTo>
                    <a:pt x="46" y="63"/>
                    <a:pt x="51" y="63"/>
                    <a:pt x="56" y="63"/>
                  </a:cubicBezTo>
                  <a:lnTo>
                    <a:pt x="56" y="120"/>
                  </a:lnTo>
                  <a:close/>
                  <a:moveTo>
                    <a:pt x="21" y="67"/>
                  </a:moveTo>
                  <a:cubicBezTo>
                    <a:pt x="26" y="65"/>
                    <a:pt x="32" y="65"/>
                    <a:pt x="37" y="64"/>
                  </a:cubicBezTo>
                  <a:cubicBezTo>
                    <a:pt x="38" y="79"/>
                    <a:pt x="39" y="102"/>
                    <a:pt x="38" y="121"/>
                  </a:cubicBezTo>
                  <a:cubicBezTo>
                    <a:pt x="33" y="122"/>
                    <a:pt x="28" y="123"/>
                    <a:pt x="24" y="123"/>
                  </a:cubicBezTo>
                  <a:cubicBezTo>
                    <a:pt x="24" y="98"/>
                    <a:pt x="22" y="79"/>
                    <a:pt x="21" y="67"/>
                  </a:cubicBezTo>
                  <a:close/>
                  <a:moveTo>
                    <a:pt x="59" y="120"/>
                  </a:moveTo>
                  <a:cubicBezTo>
                    <a:pt x="59" y="63"/>
                    <a:pt x="59" y="63"/>
                    <a:pt x="59" y="63"/>
                  </a:cubicBezTo>
                  <a:cubicBezTo>
                    <a:pt x="65" y="63"/>
                    <a:pt x="70" y="63"/>
                    <a:pt x="75" y="64"/>
                  </a:cubicBezTo>
                  <a:cubicBezTo>
                    <a:pt x="74" y="79"/>
                    <a:pt x="73" y="102"/>
                    <a:pt x="74" y="120"/>
                  </a:cubicBezTo>
                  <a:cubicBezTo>
                    <a:pt x="69" y="120"/>
                    <a:pt x="64" y="120"/>
                    <a:pt x="59" y="120"/>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 name="Group 4"/>
          <p:cNvGrpSpPr/>
          <p:nvPr/>
        </p:nvGrpSpPr>
        <p:grpSpPr>
          <a:xfrm>
            <a:off x="9042401" y="2717800"/>
            <a:ext cx="976252" cy="1286933"/>
            <a:chOff x="9042401" y="2717800"/>
            <a:chExt cx="976252" cy="1286933"/>
          </a:xfrm>
        </p:grpSpPr>
        <p:sp>
          <p:nvSpPr>
            <p:cNvPr id="38" name="Freeform 5"/>
            <p:cNvSpPr/>
            <p:nvPr/>
          </p:nvSpPr>
          <p:spPr bwMode="auto">
            <a:xfrm>
              <a:off x="9042401" y="2852827"/>
              <a:ext cx="466020" cy="900972"/>
            </a:xfrm>
            <a:custGeom>
              <a:avLst/>
              <a:gdLst>
                <a:gd name="T0" fmla="*/ 136 w 307"/>
                <a:gd name="T1" fmla="*/ 0 h 595"/>
                <a:gd name="T2" fmla="*/ 39 w 307"/>
                <a:gd name="T3" fmla="*/ 116 h 595"/>
                <a:gd name="T4" fmla="*/ 131 w 307"/>
                <a:gd name="T5" fmla="*/ 415 h 595"/>
                <a:gd name="T6" fmla="*/ 269 w 307"/>
                <a:gd name="T7" fmla="*/ 593 h 595"/>
                <a:gd name="T8" fmla="*/ 276 w 307"/>
                <a:gd name="T9" fmla="*/ 549 h 595"/>
                <a:gd name="T10" fmla="*/ 136 w 307"/>
                <a:gd name="T11" fmla="*/ 0 h 595"/>
              </a:gdLst>
              <a:ahLst/>
              <a:cxnLst>
                <a:cxn ang="0">
                  <a:pos x="T0" y="T1"/>
                </a:cxn>
                <a:cxn ang="0">
                  <a:pos x="T2" y="T3"/>
                </a:cxn>
                <a:cxn ang="0">
                  <a:pos x="T4" y="T5"/>
                </a:cxn>
                <a:cxn ang="0">
                  <a:pos x="T6" y="T7"/>
                </a:cxn>
                <a:cxn ang="0">
                  <a:pos x="T8" y="T9"/>
                </a:cxn>
                <a:cxn ang="0">
                  <a:pos x="T10" y="T11"/>
                </a:cxn>
              </a:cxnLst>
              <a:rect l="0" t="0" r="r" b="b"/>
              <a:pathLst>
                <a:path w="307" h="595">
                  <a:moveTo>
                    <a:pt x="136" y="0"/>
                  </a:moveTo>
                  <a:cubicBezTo>
                    <a:pt x="136" y="0"/>
                    <a:pt x="77" y="1"/>
                    <a:pt x="39" y="116"/>
                  </a:cubicBezTo>
                  <a:cubicBezTo>
                    <a:pt x="0" y="231"/>
                    <a:pt x="58" y="346"/>
                    <a:pt x="131" y="415"/>
                  </a:cubicBezTo>
                  <a:cubicBezTo>
                    <a:pt x="203" y="484"/>
                    <a:pt x="269" y="593"/>
                    <a:pt x="269" y="593"/>
                  </a:cubicBezTo>
                  <a:cubicBezTo>
                    <a:pt x="269" y="593"/>
                    <a:pt x="307" y="595"/>
                    <a:pt x="276" y="549"/>
                  </a:cubicBezTo>
                  <a:cubicBezTo>
                    <a:pt x="246" y="503"/>
                    <a:pt x="13" y="212"/>
                    <a:pt x="136" y="0"/>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6"/>
            <p:cNvSpPr/>
            <p:nvPr/>
          </p:nvSpPr>
          <p:spPr bwMode="auto">
            <a:xfrm>
              <a:off x="9145164" y="2788301"/>
              <a:ext cx="358477" cy="979837"/>
            </a:xfrm>
            <a:custGeom>
              <a:avLst/>
              <a:gdLst>
                <a:gd name="T0" fmla="*/ 152 w 236"/>
                <a:gd name="T1" fmla="*/ 5 h 647"/>
                <a:gd name="T2" fmla="*/ 35 w 236"/>
                <a:gd name="T3" fmla="*/ 96 h 647"/>
                <a:gd name="T4" fmla="*/ 102 w 236"/>
                <a:gd name="T5" fmla="*/ 429 h 647"/>
                <a:gd name="T6" fmla="*/ 213 w 236"/>
                <a:gd name="T7" fmla="*/ 626 h 647"/>
                <a:gd name="T8" fmla="*/ 225 w 236"/>
                <a:gd name="T9" fmla="*/ 594 h 647"/>
                <a:gd name="T10" fmla="*/ 152 w 236"/>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152" y="5"/>
                  </a:moveTo>
                  <a:cubicBezTo>
                    <a:pt x="155" y="1"/>
                    <a:pt x="69" y="0"/>
                    <a:pt x="35" y="96"/>
                  </a:cubicBezTo>
                  <a:cubicBezTo>
                    <a:pt x="0" y="191"/>
                    <a:pt x="35" y="314"/>
                    <a:pt x="102" y="429"/>
                  </a:cubicBezTo>
                  <a:cubicBezTo>
                    <a:pt x="170" y="544"/>
                    <a:pt x="213" y="626"/>
                    <a:pt x="213" y="626"/>
                  </a:cubicBezTo>
                  <a:cubicBezTo>
                    <a:pt x="213" y="626"/>
                    <a:pt x="236" y="647"/>
                    <a:pt x="225" y="594"/>
                  </a:cubicBezTo>
                  <a:cubicBezTo>
                    <a:pt x="213" y="540"/>
                    <a:pt x="35" y="170"/>
                    <a:pt x="152" y="5"/>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7"/>
            <p:cNvSpPr/>
            <p:nvPr/>
          </p:nvSpPr>
          <p:spPr bwMode="auto">
            <a:xfrm>
              <a:off x="9555023" y="2852827"/>
              <a:ext cx="463630" cy="900972"/>
            </a:xfrm>
            <a:custGeom>
              <a:avLst/>
              <a:gdLst>
                <a:gd name="T0" fmla="*/ 171 w 306"/>
                <a:gd name="T1" fmla="*/ 0 h 595"/>
                <a:gd name="T2" fmla="*/ 268 w 306"/>
                <a:gd name="T3" fmla="*/ 116 h 595"/>
                <a:gd name="T4" fmla="*/ 176 w 306"/>
                <a:gd name="T5" fmla="*/ 415 h 595"/>
                <a:gd name="T6" fmla="*/ 38 w 306"/>
                <a:gd name="T7" fmla="*/ 593 h 595"/>
                <a:gd name="T8" fmla="*/ 30 w 306"/>
                <a:gd name="T9" fmla="*/ 549 h 595"/>
                <a:gd name="T10" fmla="*/ 171 w 306"/>
                <a:gd name="T11" fmla="*/ 0 h 595"/>
              </a:gdLst>
              <a:ahLst/>
              <a:cxnLst>
                <a:cxn ang="0">
                  <a:pos x="T0" y="T1"/>
                </a:cxn>
                <a:cxn ang="0">
                  <a:pos x="T2" y="T3"/>
                </a:cxn>
                <a:cxn ang="0">
                  <a:pos x="T4" y="T5"/>
                </a:cxn>
                <a:cxn ang="0">
                  <a:pos x="T6" y="T7"/>
                </a:cxn>
                <a:cxn ang="0">
                  <a:pos x="T8" y="T9"/>
                </a:cxn>
                <a:cxn ang="0">
                  <a:pos x="T10" y="T11"/>
                </a:cxn>
              </a:cxnLst>
              <a:rect l="0" t="0" r="r" b="b"/>
              <a:pathLst>
                <a:path w="306" h="595">
                  <a:moveTo>
                    <a:pt x="171" y="0"/>
                  </a:moveTo>
                  <a:cubicBezTo>
                    <a:pt x="171" y="0"/>
                    <a:pt x="230" y="1"/>
                    <a:pt x="268" y="116"/>
                  </a:cubicBezTo>
                  <a:cubicBezTo>
                    <a:pt x="306" y="231"/>
                    <a:pt x="247" y="336"/>
                    <a:pt x="176" y="415"/>
                  </a:cubicBezTo>
                  <a:cubicBezTo>
                    <a:pt x="109" y="490"/>
                    <a:pt x="38" y="593"/>
                    <a:pt x="38" y="593"/>
                  </a:cubicBezTo>
                  <a:cubicBezTo>
                    <a:pt x="38" y="593"/>
                    <a:pt x="0" y="595"/>
                    <a:pt x="30" y="549"/>
                  </a:cubicBezTo>
                  <a:cubicBezTo>
                    <a:pt x="61" y="503"/>
                    <a:pt x="294" y="212"/>
                    <a:pt x="171" y="0"/>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8"/>
            <p:cNvSpPr/>
            <p:nvPr/>
          </p:nvSpPr>
          <p:spPr bwMode="auto">
            <a:xfrm>
              <a:off x="9557413" y="2788301"/>
              <a:ext cx="359672" cy="979837"/>
            </a:xfrm>
            <a:custGeom>
              <a:avLst/>
              <a:gdLst>
                <a:gd name="T0" fmla="*/ 85 w 237"/>
                <a:gd name="T1" fmla="*/ 5 h 647"/>
                <a:gd name="T2" fmla="*/ 202 w 237"/>
                <a:gd name="T3" fmla="*/ 96 h 647"/>
                <a:gd name="T4" fmla="*/ 134 w 237"/>
                <a:gd name="T5" fmla="*/ 429 h 647"/>
                <a:gd name="T6" fmla="*/ 23 w 237"/>
                <a:gd name="T7" fmla="*/ 626 h 647"/>
                <a:gd name="T8" fmla="*/ 12 w 237"/>
                <a:gd name="T9" fmla="*/ 594 h 647"/>
                <a:gd name="T10" fmla="*/ 85 w 237"/>
                <a:gd name="T11" fmla="*/ 5 h 647"/>
              </a:gdLst>
              <a:ahLst/>
              <a:cxnLst>
                <a:cxn ang="0">
                  <a:pos x="T0" y="T1"/>
                </a:cxn>
                <a:cxn ang="0">
                  <a:pos x="T2" y="T3"/>
                </a:cxn>
                <a:cxn ang="0">
                  <a:pos x="T4" y="T5"/>
                </a:cxn>
                <a:cxn ang="0">
                  <a:pos x="T6" y="T7"/>
                </a:cxn>
                <a:cxn ang="0">
                  <a:pos x="T8" y="T9"/>
                </a:cxn>
                <a:cxn ang="0">
                  <a:pos x="T10" y="T11"/>
                </a:cxn>
              </a:cxnLst>
              <a:rect l="0" t="0" r="r" b="b"/>
              <a:pathLst>
                <a:path w="236" h="647">
                  <a:moveTo>
                    <a:pt x="85" y="5"/>
                  </a:moveTo>
                  <a:cubicBezTo>
                    <a:pt x="82" y="1"/>
                    <a:pt x="168" y="0"/>
                    <a:pt x="202" y="96"/>
                  </a:cubicBezTo>
                  <a:cubicBezTo>
                    <a:pt x="237" y="191"/>
                    <a:pt x="202" y="314"/>
                    <a:pt x="134" y="429"/>
                  </a:cubicBezTo>
                  <a:cubicBezTo>
                    <a:pt x="67" y="544"/>
                    <a:pt x="23" y="626"/>
                    <a:pt x="23" y="626"/>
                  </a:cubicBezTo>
                  <a:cubicBezTo>
                    <a:pt x="23" y="626"/>
                    <a:pt x="0" y="647"/>
                    <a:pt x="12" y="594"/>
                  </a:cubicBezTo>
                  <a:cubicBezTo>
                    <a:pt x="23" y="540"/>
                    <a:pt x="202" y="170"/>
                    <a:pt x="85" y="5"/>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9"/>
            <p:cNvSpPr/>
            <p:nvPr/>
          </p:nvSpPr>
          <p:spPr bwMode="auto">
            <a:xfrm>
              <a:off x="9257487" y="2722580"/>
              <a:ext cx="264078" cy="1043169"/>
            </a:xfrm>
            <a:custGeom>
              <a:avLst/>
              <a:gdLst>
                <a:gd name="T0" fmla="*/ 156 w 174"/>
                <a:gd name="T1" fmla="*/ 32 h 689"/>
                <a:gd name="T2" fmla="*/ 31 w 174"/>
                <a:gd name="T3" fmla="*/ 132 h 689"/>
                <a:gd name="T4" fmla="*/ 75 w 174"/>
                <a:gd name="T5" fmla="*/ 455 h 689"/>
                <a:gd name="T6" fmla="*/ 151 w 174"/>
                <a:gd name="T7" fmla="*/ 666 h 689"/>
                <a:gd name="T8" fmla="*/ 170 w 174"/>
                <a:gd name="T9" fmla="*/ 648 h 689"/>
                <a:gd name="T10" fmla="*/ 156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56" y="32"/>
                  </a:moveTo>
                  <a:cubicBezTo>
                    <a:pt x="156" y="32"/>
                    <a:pt x="61" y="0"/>
                    <a:pt x="31" y="132"/>
                  </a:cubicBezTo>
                  <a:cubicBezTo>
                    <a:pt x="0" y="264"/>
                    <a:pt x="40" y="371"/>
                    <a:pt x="75" y="455"/>
                  </a:cubicBezTo>
                  <a:cubicBezTo>
                    <a:pt x="111" y="539"/>
                    <a:pt x="151" y="666"/>
                    <a:pt x="151" y="666"/>
                  </a:cubicBezTo>
                  <a:cubicBezTo>
                    <a:pt x="151" y="666"/>
                    <a:pt x="174" y="689"/>
                    <a:pt x="170" y="648"/>
                  </a:cubicBezTo>
                  <a:cubicBezTo>
                    <a:pt x="166" y="607"/>
                    <a:pt x="52" y="152"/>
                    <a:pt x="156" y="32"/>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10"/>
            <p:cNvSpPr/>
            <p:nvPr/>
          </p:nvSpPr>
          <p:spPr bwMode="auto">
            <a:xfrm>
              <a:off x="9540684" y="2722580"/>
              <a:ext cx="264078" cy="1043169"/>
            </a:xfrm>
            <a:custGeom>
              <a:avLst/>
              <a:gdLst>
                <a:gd name="T0" fmla="*/ 18 w 174"/>
                <a:gd name="T1" fmla="*/ 32 h 689"/>
                <a:gd name="T2" fmla="*/ 143 w 174"/>
                <a:gd name="T3" fmla="*/ 132 h 689"/>
                <a:gd name="T4" fmla="*/ 98 w 174"/>
                <a:gd name="T5" fmla="*/ 455 h 689"/>
                <a:gd name="T6" fmla="*/ 23 w 174"/>
                <a:gd name="T7" fmla="*/ 666 h 689"/>
                <a:gd name="T8" fmla="*/ 4 w 174"/>
                <a:gd name="T9" fmla="*/ 648 h 689"/>
                <a:gd name="T10" fmla="*/ 18 w 174"/>
                <a:gd name="T11" fmla="*/ 32 h 689"/>
              </a:gdLst>
              <a:ahLst/>
              <a:cxnLst>
                <a:cxn ang="0">
                  <a:pos x="T0" y="T1"/>
                </a:cxn>
                <a:cxn ang="0">
                  <a:pos x="T2" y="T3"/>
                </a:cxn>
                <a:cxn ang="0">
                  <a:pos x="T4" y="T5"/>
                </a:cxn>
                <a:cxn ang="0">
                  <a:pos x="T6" y="T7"/>
                </a:cxn>
                <a:cxn ang="0">
                  <a:pos x="T8" y="T9"/>
                </a:cxn>
                <a:cxn ang="0">
                  <a:pos x="T10" y="T11"/>
                </a:cxn>
              </a:cxnLst>
              <a:rect l="0" t="0" r="r" b="b"/>
              <a:pathLst>
                <a:path w="174" h="689">
                  <a:moveTo>
                    <a:pt x="18" y="32"/>
                  </a:moveTo>
                  <a:cubicBezTo>
                    <a:pt x="18" y="32"/>
                    <a:pt x="112" y="0"/>
                    <a:pt x="143" y="132"/>
                  </a:cubicBezTo>
                  <a:cubicBezTo>
                    <a:pt x="174" y="264"/>
                    <a:pt x="134" y="371"/>
                    <a:pt x="98" y="455"/>
                  </a:cubicBezTo>
                  <a:cubicBezTo>
                    <a:pt x="62" y="539"/>
                    <a:pt x="23" y="666"/>
                    <a:pt x="23" y="666"/>
                  </a:cubicBezTo>
                  <a:cubicBezTo>
                    <a:pt x="23" y="666"/>
                    <a:pt x="0" y="689"/>
                    <a:pt x="4" y="648"/>
                  </a:cubicBezTo>
                  <a:cubicBezTo>
                    <a:pt x="7" y="607"/>
                    <a:pt x="121" y="152"/>
                    <a:pt x="18" y="32"/>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11"/>
            <p:cNvSpPr/>
            <p:nvPr/>
          </p:nvSpPr>
          <p:spPr bwMode="auto">
            <a:xfrm>
              <a:off x="9385344" y="2717800"/>
              <a:ext cx="164899" cy="1039583"/>
            </a:xfrm>
            <a:custGeom>
              <a:avLst/>
              <a:gdLst>
                <a:gd name="T0" fmla="*/ 103 w 109"/>
                <a:gd name="T1" fmla="*/ 665 h 687"/>
                <a:gd name="T2" fmla="*/ 109 w 109"/>
                <a:gd name="T3" fmla="*/ 28 h 687"/>
                <a:gd name="T4" fmla="*/ 8 w 109"/>
                <a:gd name="T5" fmla="*/ 199 h 687"/>
                <a:gd name="T6" fmla="*/ 81 w 109"/>
                <a:gd name="T7" fmla="*/ 665 h 687"/>
                <a:gd name="T8" fmla="*/ 103 w 109"/>
                <a:gd name="T9" fmla="*/ 665 h 687"/>
              </a:gdLst>
              <a:ahLst/>
              <a:cxnLst>
                <a:cxn ang="0">
                  <a:pos x="T0" y="T1"/>
                </a:cxn>
                <a:cxn ang="0">
                  <a:pos x="T2" y="T3"/>
                </a:cxn>
                <a:cxn ang="0">
                  <a:pos x="T4" y="T5"/>
                </a:cxn>
                <a:cxn ang="0">
                  <a:pos x="T6" y="T7"/>
                </a:cxn>
                <a:cxn ang="0">
                  <a:pos x="T8" y="T9"/>
                </a:cxn>
              </a:cxnLst>
              <a:rect l="0" t="0" r="r" b="b"/>
              <a:pathLst>
                <a:path w="109" h="687">
                  <a:moveTo>
                    <a:pt x="103" y="665"/>
                  </a:moveTo>
                  <a:cubicBezTo>
                    <a:pt x="103" y="665"/>
                    <a:pt x="87" y="169"/>
                    <a:pt x="109" y="28"/>
                  </a:cubicBezTo>
                  <a:cubicBezTo>
                    <a:pt x="109" y="28"/>
                    <a:pt x="16" y="0"/>
                    <a:pt x="8" y="199"/>
                  </a:cubicBezTo>
                  <a:cubicBezTo>
                    <a:pt x="0" y="398"/>
                    <a:pt x="68" y="511"/>
                    <a:pt x="81" y="665"/>
                  </a:cubicBezTo>
                  <a:cubicBezTo>
                    <a:pt x="81" y="665"/>
                    <a:pt x="91" y="687"/>
                    <a:pt x="103" y="665"/>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12"/>
            <p:cNvSpPr/>
            <p:nvPr/>
          </p:nvSpPr>
          <p:spPr bwMode="auto">
            <a:xfrm>
              <a:off x="9512005" y="2717800"/>
              <a:ext cx="163705" cy="1039583"/>
            </a:xfrm>
            <a:custGeom>
              <a:avLst/>
              <a:gdLst>
                <a:gd name="T0" fmla="*/ 6 w 108"/>
                <a:gd name="T1" fmla="*/ 665 h 687"/>
                <a:gd name="T2" fmla="*/ 0 w 108"/>
                <a:gd name="T3" fmla="*/ 28 h 687"/>
                <a:gd name="T4" fmla="*/ 101 w 108"/>
                <a:gd name="T5" fmla="*/ 199 h 687"/>
                <a:gd name="T6" fmla="*/ 28 w 108"/>
                <a:gd name="T7" fmla="*/ 665 h 687"/>
                <a:gd name="T8" fmla="*/ 6 w 108"/>
                <a:gd name="T9" fmla="*/ 665 h 687"/>
              </a:gdLst>
              <a:ahLst/>
              <a:cxnLst>
                <a:cxn ang="0">
                  <a:pos x="T0" y="T1"/>
                </a:cxn>
                <a:cxn ang="0">
                  <a:pos x="T2" y="T3"/>
                </a:cxn>
                <a:cxn ang="0">
                  <a:pos x="T4" y="T5"/>
                </a:cxn>
                <a:cxn ang="0">
                  <a:pos x="T6" y="T7"/>
                </a:cxn>
                <a:cxn ang="0">
                  <a:pos x="T8" y="T9"/>
                </a:cxn>
              </a:cxnLst>
              <a:rect l="0" t="0" r="r" b="b"/>
              <a:pathLst>
                <a:path w="108" h="687">
                  <a:moveTo>
                    <a:pt x="6" y="665"/>
                  </a:moveTo>
                  <a:cubicBezTo>
                    <a:pt x="6" y="665"/>
                    <a:pt x="21" y="169"/>
                    <a:pt x="0" y="28"/>
                  </a:cubicBezTo>
                  <a:cubicBezTo>
                    <a:pt x="0" y="28"/>
                    <a:pt x="93" y="0"/>
                    <a:pt x="101" y="199"/>
                  </a:cubicBezTo>
                  <a:cubicBezTo>
                    <a:pt x="108" y="398"/>
                    <a:pt x="41" y="511"/>
                    <a:pt x="28" y="665"/>
                  </a:cubicBezTo>
                  <a:cubicBezTo>
                    <a:pt x="28" y="665"/>
                    <a:pt x="18" y="687"/>
                    <a:pt x="6" y="665"/>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13"/>
            <p:cNvSpPr/>
            <p:nvPr/>
          </p:nvSpPr>
          <p:spPr bwMode="auto">
            <a:xfrm>
              <a:off x="9439116" y="3874486"/>
              <a:ext cx="173264" cy="130247"/>
            </a:xfrm>
            <a:custGeom>
              <a:avLst/>
              <a:gdLst>
                <a:gd name="T0" fmla="*/ 20 w 114"/>
                <a:gd name="T1" fmla="*/ 9 h 86"/>
                <a:gd name="T2" fmla="*/ 103 w 114"/>
                <a:gd name="T3" fmla="*/ 8 h 86"/>
                <a:gd name="T4" fmla="*/ 107 w 114"/>
                <a:gd name="T5" fmla="*/ 49 h 86"/>
                <a:gd name="T6" fmla="*/ 29 w 114"/>
                <a:gd name="T7" fmla="*/ 74 h 86"/>
                <a:gd name="T8" fmla="*/ 20 w 114"/>
                <a:gd name="T9" fmla="*/ 9 h 86"/>
              </a:gdLst>
              <a:ahLst/>
              <a:cxnLst>
                <a:cxn ang="0">
                  <a:pos x="T0" y="T1"/>
                </a:cxn>
                <a:cxn ang="0">
                  <a:pos x="T2" y="T3"/>
                </a:cxn>
                <a:cxn ang="0">
                  <a:pos x="T4" y="T5"/>
                </a:cxn>
                <a:cxn ang="0">
                  <a:pos x="T6" y="T7"/>
                </a:cxn>
                <a:cxn ang="0">
                  <a:pos x="T8" y="T9"/>
                </a:cxn>
              </a:cxnLst>
              <a:rect l="0" t="0" r="r" b="b"/>
              <a:pathLst>
                <a:path w="114" h="86">
                  <a:moveTo>
                    <a:pt x="20" y="9"/>
                  </a:moveTo>
                  <a:cubicBezTo>
                    <a:pt x="20" y="9"/>
                    <a:pt x="65" y="0"/>
                    <a:pt x="103" y="8"/>
                  </a:cubicBezTo>
                  <a:cubicBezTo>
                    <a:pt x="103" y="8"/>
                    <a:pt x="100" y="25"/>
                    <a:pt x="107" y="49"/>
                  </a:cubicBezTo>
                  <a:cubicBezTo>
                    <a:pt x="114" y="74"/>
                    <a:pt x="65" y="86"/>
                    <a:pt x="29" y="74"/>
                  </a:cubicBezTo>
                  <a:cubicBezTo>
                    <a:pt x="0" y="59"/>
                    <a:pt x="24" y="28"/>
                    <a:pt x="20" y="9"/>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14"/>
            <p:cNvSpPr>
              <a:spLocks noEditPoints="1"/>
            </p:cNvSpPr>
            <p:nvPr/>
          </p:nvSpPr>
          <p:spPr bwMode="auto">
            <a:xfrm>
              <a:off x="9443895" y="3698833"/>
              <a:ext cx="174459" cy="209112"/>
            </a:xfrm>
            <a:custGeom>
              <a:avLst/>
              <a:gdLst>
                <a:gd name="T0" fmla="*/ 100 w 115"/>
                <a:gd name="T1" fmla="*/ 124 h 138"/>
                <a:gd name="T2" fmla="*/ 94 w 115"/>
                <a:gd name="T3" fmla="*/ 123 h 138"/>
                <a:gd name="T4" fmla="*/ 95 w 115"/>
                <a:gd name="T5" fmla="*/ 66 h 138"/>
                <a:gd name="T6" fmla="*/ 100 w 115"/>
                <a:gd name="T7" fmla="*/ 67 h 138"/>
                <a:gd name="T8" fmla="*/ 100 w 115"/>
                <a:gd name="T9" fmla="*/ 65 h 138"/>
                <a:gd name="T10" fmla="*/ 101 w 115"/>
                <a:gd name="T11" fmla="*/ 65 h 138"/>
                <a:gd name="T12" fmla="*/ 115 w 115"/>
                <a:gd name="T13" fmla="*/ 28 h 138"/>
                <a:gd name="T14" fmla="*/ 0 w 115"/>
                <a:gd name="T15" fmla="*/ 28 h 138"/>
                <a:gd name="T16" fmla="*/ 13 w 115"/>
                <a:gd name="T17" fmla="*/ 62 h 138"/>
                <a:gd name="T18" fmla="*/ 14 w 115"/>
                <a:gd name="T19" fmla="*/ 69 h 138"/>
                <a:gd name="T20" fmla="*/ 18 w 115"/>
                <a:gd name="T21" fmla="*/ 68 h 138"/>
                <a:gd name="T22" fmla="*/ 21 w 115"/>
                <a:gd name="T23" fmla="*/ 124 h 138"/>
                <a:gd name="T24" fmla="*/ 17 w 115"/>
                <a:gd name="T25" fmla="*/ 125 h 138"/>
                <a:gd name="T26" fmla="*/ 17 w 115"/>
                <a:gd name="T27" fmla="*/ 138 h 138"/>
                <a:gd name="T28" fmla="*/ 99 w 115"/>
                <a:gd name="T29" fmla="*/ 135 h 138"/>
                <a:gd name="T30" fmla="*/ 100 w 115"/>
                <a:gd name="T31" fmla="*/ 124 h 138"/>
                <a:gd name="T32" fmla="*/ 91 w 115"/>
                <a:gd name="T33" fmla="*/ 122 h 138"/>
                <a:gd name="T34" fmla="*/ 77 w 115"/>
                <a:gd name="T35" fmla="*/ 120 h 138"/>
                <a:gd name="T36" fmla="*/ 78 w 115"/>
                <a:gd name="T37" fmla="*/ 64 h 138"/>
                <a:gd name="T38" fmla="*/ 92 w 115"/>
                <a:gd name="T39" fmla="*/ 66 h 138"/>
                <a:gd name="T40" fmla="*/ 91 w 115"/>
                <a:gd name="T41" fmla="*/ 122 h 138"/>
                <a:gd name="T42" fmla="*/ 56 w 115"/>
                <a:gd name="T43" fmla="*/ 120 h 138"/>
                <a:gd name="T44" fmla="*/ 41 w 115"/>
                <a:gd name="T45" fmla="*/ 121 h 138"/>
                <a:gd name="T46" fmla="*/ 40 w 115"/>
                <a:gd name="T47" fmla="*/ 64 h 138"/>
                <a:gd name="T48" fmla="*/ 56 w 115"/>
                <a:gd name="T49" fmla="*/ 63 h 138"/>
                <a:gd name="T50" fmla="*/ 56 w 115"/>
                <a:gd name="T51" fmla="*/ 120 h 138"/>
                <a:gd name="T52" fmla="*/ 21 w 115"/>
                <a:gd name="T53" fmla="*/ 67 h 138"/>
                <a:gd name="T54" fmla="*/ 37 w 115"/>
                <a:gd name="T55" fmla="*/ 64 h 138"/>
                <a:gd name="T56" fmla="*/ 38 w 115"/>
                <a:gd name="T57" fmla="*/ 121 h 138"/>
                <a:gd name="T58" fmla="*/ 24 w 115"/>
                <a:gd name="T59" fmla="*/ 123 h 138"/>
                <a:gd name="T60" fmla="*/ 21 w 115"/>
                <a:gd name="T61" fmla="*/ 67 h 138"/>
                <a:gd name="T62" fmla="*/ 59 w 115"/>
                <a:gd name="T63" fmla="*/ 120 h 138"/>
                <a:gd name="T64" fmla="*/ 59 w 115"/>
                <a:gd name="T65" fmla="*/ 63 h 138"/>
                <a:gd name="T66" fmla="*/ 75 w 115"/>
                <a:gd name="T67" fmla="*/ 64 h 138"/>
                <a:gd name="T68" fmla="*/ 74 w 115"/>
                <a:gd name="T69" fmla="*/ 120 h 138"/>
                <a:gd name="T70" fmla="*/ 59 w 115"/>
                <a:gd name="T71"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 h="138">
                  <a:moveTo>
                    <a:pt x="100" y="124"/>
                  </a:moveTo>
                  <a:cubicBezTo>
                    <a:pt x="98" y="124"/>
                    <a:pt x="96" y="123"/>
                    <a:pt x="94" y="123"/>
                  </a:cubicBezTo>
                  <a:cubicBezTo>
                    <a:pt x="93" y="98"/>
                    <a:pt x="93" y="79"/>
                    <a:pt x="95" y="66"/>
                  </a:cubicBezTo>
                  <a:cubicBezTo>
                    <a:pt x="98" y="67"/>
                    <a:pt x="100" y="67"/>
                    <a:pt x="100" y="67"/>
                  </a:cubicBezTo>
                  <a:cubicBezTo>
                    <a:pt x="100" y="65"/>
                    <a:pt x="100" y="65"/>
                    <a:pt x="100" y="65"/>
                  </a:cubicBezTo>
                  <a:cubicBezTo>
                    <a:pt x="101" y="65"/>
                    <a:pt x="101" y="65"/>
                    <a:pt x="101" y="65"/>
                  </a:cubicBezTo>
                  <a:cubicBezTo>
                    <a:pt x="104" y="47"/>
                    <a:pt x="115" y="28"/>
                    <a:pt x="115" y="28"/>
                  </a:cubicBezTo>
                  <a:cubicBezTo>
                    <a:pt x="54" y="0"/>
                    <a:pt x="0" y="28"/>
                    <a:pt x="0" y="28"/>
                  </a:cubicBezTo>
                  <a:cubicBezTo>
                    <a:pt x="8" y="42"/>
                    <a:pt x="12" y="55"/>
                    <a:pt x="13" y="62"/>
                  </a:cubicBezTo>
                  <a:cubicBezTo>
                    <a:pt x="14" y="69"/>
                    <a:pt x="14" y="69"/>
                    <a:pt x="14" y="69"/>
                  </a:cubicBezTo>
                  <a:cubicBezTo>
                    <a:pt x="15" y="68"/>
                    <a:pt x="17" y="68"/>
                    <a:pt x="18" y="68"/>
                  </a:cubicBezTo>
                  <a:cubicBezTo>
                    <a:pt x="19" y="80"/>
                    <a:pt x="21" y="99"/>
                    <a:pt x="21" y="124"/>
                  </a:cubicBezTo>
                  <a:cubicBezTo>
                    <a:pt x="18" y="125"/>
                    <a:pt x="17" y="125"/>
                    <a:pt x="17" y="125"/>
                  </a:cubicBezTo>
                  <a:cubicBezTo>
                    <a:pt x="9" y="132"/>
                    <a:pt x="17" y="138"/>
                    <a:pt x="17" y="138"/>
                  </a:cubicBezTo>
                  <a:cubicBezTo>
                    <a:pt x="56" y="126"/>
                    <a:pt x="99" y="135"/>
                    <a:pt x="99" y="135"/>
                  </a:cubicBezTo>
                  <a:cubicBezTo>
                    <a:pt x="108" y="130"/>
                    <a:pt x="100" y="124"/>
                    <a:pt x="100" y="124"/>
                  </a:cubicBezTo>
                  <a:close/>
                  <a:moveTo>
                    <a:pt x="91" y="122"/>
                  </a:moveTo>
                  <a:cubicBezTo>
                    <a:pt x="87" y="121"/>
                    <a:pt x="82" y="121"/>
                    <a:pt x="77" y="120"/>
                  </a:cubicBezTo>
                  <a:cubicBezTo>
                    <a:pt x="75" y="102"/>
                    <a:pt x="77" y="79"/>
                    <a:pt x="78" y="64"/>
                  </a:cubicBezTo>
                  <a:cubicBezTo>
                    <a:pt x="83" y="64"/>
                    <a:pt x="88" y="65"/>
                    <a:pt x="92" y="66"/>
                  </a:cubicBezTo>
                  <a:cubicBezTo>
                    <a:pt x="90" y="79"/>
                    <a:pt x="90" y="98"/>
                    <a:pt x="91" y="122"/>
                  </a:cubicBezTo>
                  <a:close/>
                  <a:moveTo>
                    <a:pt x="56" y="120"/>
                  </a:moveTo>
                  <a:cubicBezTo>
                    <a:pt x="51" y="120"/>
                    <a:pt x="46" y="120"/>
                    <a:pt x="41" y="121"/>
                  </a:cubicBezTo>
                  <a:cubicBezTo>
                    <a:pt x="42" y="101"/>
                    <a:pt x="41" y="79"/>
                    <a:pt x="40" y="64"/>
                  </a:cubicBezTo>
                  <a:cubicBezTo>
                    <a:pt x="46" y="63"/>
                    <a:pt x="51" y="63"/>
                    <a:pt x="56" y="63"/>
                  </a:cubicBezTo>
                  <a:lnTo>
                    <a:pt x="56" y="120"/>
                  </a:lnTo>
                  <a:close/>
                  <a:moveTo>
                    <a:pt x="21" y="67"/>
                  </a:moveTo>
                  <a:cubicBezTo>
                    <a:pt x="26" y="65"/>
                    <a:pt x="32" y="65"/>
                    <a:pt x="37" y="64"/>
                  </a:cubicBezTo>
                  <a:cubicBezTo>
                    <a:pt x="38" y="79"/>
                    <a:pt x="39" y="102"/>
                    <a:pt x="38" y="121"/>
                  </a:cubicBezTo>
                  <a:cubicBezTo>
                    <a:pt x="33" y="122"/>
                    <a:pt x="28" y="123"/>
                    <a:pt x="24" y="123"/>
                  </a:cubicBezTo>
                  <a:cubicBezTo>
                    <a:pt x="24" y="98"/>
                    <a:pt x="22" y="79"/>
                    <a:pt x="21" y="67"/>
                  </a:cubicBezTo>
                  <a:close/>
                  <a:moveTo>
                    <a:pt x="59" y="120"/>
                  </a:moveTo>
                  <a:cubicBezTo>
                    <a:pt x="59" y="63"/>
                    <a:pt x="59" y="63"/>
                    <a:pt x="59" y="63"/>
                  </a:cubicBezTo>
                  <a:cubicBezTo>
                    <a:pt x="65" y="63"/>
                    <a:pt x="70" y="63"/>
                    <a:pt x="75" y="64"/>
                  </a:cubicBezTo>
                  <a:cubicBezTo>
                    <a:pt x="74" y="79"/>
                    <a:pt x="73" y="102"/>
                    <a:pt x="74" y="120"/>
                  </a:cubicBezTo>
                  <a:cubicBezTo>
                    <a:pt x="69" y="120"/>
                    <a:pt x="64" y="120"/>
                    <a:pt x="59" y="120"/>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80" name="Rounded Rectangle 79"/>
          <p:cNvSpPr/>
          <p:nvPr/>
        </p:nvSpPr>
        <p:spPr>
          <a:xfrm>
            <a:off x="4673600" y="3940869"/>
            <a:ext cx="914400" cy="304800"/>
          </a:xfrm>
          <a:prstGeom prst="roundRect">
            <a:avLst>
              <a:gd name="adj" fmla="val 6927"/>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4000</a:t>
            </a:r>
          </a:p>
        </p:txBody>
      </p:sp>
      <p:sp>
        <p:nvSpPr>
          <p:cNvPr id="81" name="Rounded Rectangle 80"/>
          <p:cNvSpPr/>
          <p:nvPr/>
        </p:nvSpPr>
        <p:spPr>
          <a:xfrm>
            <a:off x="7315200" y="3149056"/>
            <a:ext cx="914400" cy="304800"/>
          </a:xfrm>
          <a:prstGeom prst="roundRect">
            <a:avLst>
              <a:gd name="adj" fmla="val 6927"/>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8000</a:t>
            </a:r>
          </a:p>
        </p:txBody>
      </p:sp>
      <p:sp>
        <p:nvSpPr>
          <p:cNvPr id="82" name="Rounded Rectangle 81"/>
          <p:cNvSpPr/>
          <p:nvPr/>
        </p:nvSpPr>
        <p:spPr>
          <a:xfrm>
            <a:off x="2133600" y="2816611"/>
            <a:ext cx="914400" cy="304800"/>
          </a:xfrm>
          <a:prstGeom prst="roundRect">
            <a:avLst>
              <a:gd name="adj" fmla="val 6927"/>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9000</a:t>
            </a:r>
          </a:p>
        </p:txBody>
      </p:sp>
      <p:sp>
        <p:nvSpPr>
          <p:cNvPr id="83" name="Rounded Rectangle 82"/>
          <p:cNvSpPr/>
          <p:nvPr/>
        </p:nvSpPr>
        <p:spPr>
          <a:xfrm>
            <a:off x="9817285" y="3601069"/>
            <a:ext cx="914400" cy="304800"/>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latin typeface="Arial" panose="020B0604020202020204" pitchFamily="34" charset="0"/>
                <a:ea typeface="微软雅黑" panose="020B0503020204020204" pitchFamily="34" charset="-122"/>
                <a:cs typeface="Open Sans" pitchFamily="34" charset="0"/>
                <a:sym typeface="Arial" panose="020B0604020202020204" pitchFamily="34" charset="0"/>
              </a:rPr>
              <a:t>7000</a:t>
            </a:r>
          </a:p>
        </p:txBody>
      </p:sp>
      <p:sp>
        <p:nvSpPr>
          <p:cNvPr id="7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77" name="Oval 76"/>
          <p:cNvSpPr/>
          <p:nvPr/>
        </p:nvSpPr>
        <p:spPr>
          <a:xfrm>
            <a:off x="739320" y="5518026"/>
            <a:ext cx="580960" cy="584607"/>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78" name="Oval 77"/>
          <p:cNvSpPr/>
          <p:nvPr/>
        </p:nvSpPr>
        <p:spPr>
          <a:xfrm>
            <a:off x="3538281" y="5518026"/>
            <a:ext cx="580960" cy="584607"/>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79" name="Oval 78"/>
          <p:cNvSpPr/>
          <p:nvPr/>
        </p:nvSpPr>
        <p:spPr>
          <a:xfrm>
            <a:off x="6318921" y="5518026"/>
            <a:ext cx="580960" cy="584607"/>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4" name="Oval 83"/>
          <p:cNvSpPr/>
          <p:nvPr/>
        </p:nvSpPr>
        <p:spPr>
          <a:xfrm>
            <a:off x="9144442" y="5518026"/>
            <a:ext cx="580960" cy="584607"/>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5" name="Rectangle 84"/>
          <p:cNvSpPr/>
          <p:nvPr/>
        </p:nvSpPr>
        <p:spPr>
          <a:xfrm>
            <a:off x="1419799"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86" name="Rectangle 85"/>
          <p:cNvSpPr/>
          <p:nvPr/>
        </p:nvSpPr>
        <p:spPr>
          <a:xfrm>
            <a:off x="4234163"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Planning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r>
              <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t>
            </a:r>
          </a:p>
        </p:txBody>
      </p:sp>
      <p:sp>
        <p:nvSpPr>
          <p:cNvPr id="87" name="Rectangle 86"/>
          <p:cNvSpPr/>
          <p:nvPr/>
        </p:nvSpPr>
        <p:spPr>
          <a:xfrm>
            <a:off x="7001755"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Building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88" name="Rectangle 87"/>
          <p:cNvSpPr/>
          <p:nvPr/>
        </p:nvSpPr>
        <p:spPr>
          <a:xfrm>
            <a:off x="9753058"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Finishing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96389816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573" name="Straight Connector 23572"/>
          <p:cNvCxnSpPr>
            <a:stCxn id="58" idx="28"/>
          </p:cNvCxnSpPr>
          <p:nvPr/>
        </p:nvCxnSpPr>
        <p:spPr>
          <a:xfrm flipH="1" flipV="1">
            <a:off x="1410710" y="1"/>
            <a:ext cx="12972" cy="158735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flipH="1" flipV="1">
            <a:off x="2917279" y="2"/>
            <a:ext cx="21043" cy="265084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flipV="1">
            <a:off x="4215951" y="1"/>
            <a:ext cx="18029" cy="1196508"/>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flipV="1">
            <a:off x="5577164" y="2"/>
            <a:ext cx="18029" cy="219359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flipH="1" flipV="1">
            <a:off x="7051886" y="2"/>
            <a:ext cx="18029" cy="2828153"/>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2062396" y="2616157"/>
            <a:ext cx="1709768" cy="2771472"/>
            <a:chOff x="2062396" y="2616157"/>
            <a:chExt cx="1709768" cy="2771472"/>
          </a:xfrm>
        </p:grpSpPr>
        <p:grpSp>
          <p:nvGrpSpPr>
            <p:cNvPr id="10" name="Group 9"/>
            <p:cNvGrpSpPr/>
            <p:nvPr/>
          </p:nvGrpSpPr>
          <p:grpSpPr>
            <a:xfrm>
              <a:off x="2062396" y="2616157"/>
              <a:ext cx="1709768" cy="2771472"/>
              <a:chOff x="2062396" y="2616157"/>
              <a:chExt cx="1709768" cy="2771472"/>
            </a:xfrm>
          </p:grpSpPr>
          <p:sp>
            <p:nvSpPr>
              <p:cNvPr id="28" name="Freeform 28"/>
              <p:cNvSpPr/>
              <p:nvPr/>
            </p:nvSpPr>
            <p:spPr bwMode="auto">
              <a:xfrm rot="10800000">
                <a:off x="2062396" y="3207313"/>
                <a:ext cx="1709768" cy="2180316"/>
              </a:xfrm>
              <a:custGeom>
                <a:avLst/>
                <a:gdLst>
                  <a:gd name="T0" fmla="*/ 493 w 1046"/>
                  <a:gd name="T1" fmla="*/ 0 h 1336"/>
                  <a:gd name="T2" fmla="*/ 31 w 1046"/>
                  <a:gd name="T3" fmla="*/ 516 h 1336"/>
                  <a:gd name="T4" fmla="*/ 173 w 1046"/>
                  <a:gd name="T5" fmla="*/ 828 h 1336"/>
                  <a:gd name="T6" fmla="*/ 283 w 1046"/>
                  <a:gd name="T7" fmla="*/ 1223 h 1336"/>
                  <a:gd name="T8" fmla="*/ 450 w 1046"/>
                  <a:gd name="T9" fmla="*/ 1333 h 1336"/>
                  <a:gd name="T10" fmla="*/ 504 w 1046"/>
                  <a:gd name="T11" fmla="*/ 1336 h 1336"/>
                  <a:gd name="T12" fmla="*/ 687 w 1046"/>
                  <a:gd name="T13" fmla="*/ 1303 h 1336"/>
                  <a:gd name="T14" fmla="*/ 752 w 1046"/>
                  <a:gd name="T15" fmla="*/ 1095 h 1336"/>
                  <a:gd name="T16" fmla="*/ 913 w 1046"/>
                  <a:gd name="T17" fmla="*/ 725 h 1336"/>
                  <a:gd name="T18" fmla="*/ 780 w 1046"/>
                  <a:gd name="T19" fmla="*/ 85 h 1336"/>
                  <a:gd name="T20" fmla="*/ 510 w 1046"/>
                  <a:gd name="T21" fmla="*/ 0 h 1336"/>
                  <a:gd name="T22" fmla="*/ 507 w 1046"/>
                  <a:gd name="T23" fmla="*/ 0 h 1336"/>
                  <a:gd name="T24" fmla="*/ 493 w 1046"/>
                  <a:gd name="T25" fmla="*/ 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6" h="1336">
                    <a:moveTo>
                      <a:pt x="493" y="0"/>
                    </a:moveTo>
                    <a:cubicBezTo>
                      <a:pt x="232" y="0"/>
                      <a:pt x="0" y="254"/>
                      <a:pt x="31" y="516"/>
                    </a:cubicBezTo>
                    <a:cubicBezTo>
                      <a:pt x="39" y="633"/>
                      <a:pt x="100" y="738"/>
                      <a:pt x="173" y="828"/>
                    </a:cubicBezTo>
                    <a:cubicBezTo>
                      <a:pt x="244" y="947"/>
                      <a:pt x="277" y="1085"/>
                      <a:pt x="283" y="1223"/>
                    </a:cubicBezTo>
                    <a:cubicBezTo>
                      <a:pt x="297" y="1300"/>
                      <a:pt x="381" y="1331"/>
                      <a:pt x="450" y="1333"/>
                    </a:cubicBezTo>
                    <a:cubicBezTo>
                      <a:pt x="468" y="1335"/>
                      <a:pt x="486" y="1336"/>
                      <a:pt x="504" y="1336"/>
                    </a:cubicBezTo>
                    <a:cubicBezTo>
                      <a:pt x="566" y="1336"/>
                      <a:pt x="629" y="1326"/>
                      <a:pt x="687" y="1303"/>
                    </a:cubicBezTo>
                    <a:cubicBezTo>
                      <a:pt x="753" y="1255"/>
                      <a:pt x="738" y="1165"/>
                      <a:pt x="752" y="1095"/>
                    </a:cubicBezTo>
                    <a:cubicBezTo>
                      <a:pt x="768" y="959"/>
                      <a:pt x="828" y="831"/>
                      <a:pt x="913" y="725"/>
                    </a:cubicBezTo>
                    <a:cubicBezTo>
                      <a:pt x="1046" y="522"/>
                      <a:pt x="983" y="219"/>
                      <a:pt x="780" y="85"/>
                    </a:cubicBezTo>
                    <a:cubicBezTo>
                      <a:pt x="701" y="31"/>
                      <a:pt x="606" y="0"/>
                      <a:pt x="510" y="0"/>
                    </a:cubicBezTo>
                    <a:cubicBezTo>
                      <a:pt x="509" y="0"/>
                      <a:pt x="508" y="0"/>
                      <a:pt x="507" y="0"/>
                    </a:cubicBezTo>
                    <a:cubicBezTo>
                      <a:pt x="502" y="0"/>
                      <a:pt x="498" y="0"/>
                      <a:pt x="493" y="0"/>
                    </a:cubicBezTo>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31"/>
              <p:cNvSpPr/>
              <p:nvPr/>
            </p:nvSpPr>
            <p:spPr bwMode="auto">
              <a:xfrm rot="10800000">
                <a:off x="2575411" y="3203916"/>
                <a:ext cx="719411" cy="152036"/>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52" name="Freeform 32"/>
              <p:cNvSpPr/>
              <p:nvPr/>
            </p:nvSpPr>
            <p:spPr bwMode="auto">
              <a:xfrm rot="10800000">
                <a:off x="2740188" y="2616157"/>
                <a:ext cx="371172" cy="166476"/>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53" name="Freeform 33"/>
              <p:cNvSpPr/>
              <p:nvPr/>
            </p:nvSpPr>
            <p:spPr bwMode="auto">
              <a:xfrm rot="10800000">
                <a:off x="2732544" y="2637390"/>
                <a:ext cx="385611" cy="153736"/>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55" name="Freeform 34"/>
              <p:cNvSpPr/>
              <p:nvPr/>
            </p:nvSpPr>
            <p:spPr bwMode="auto">
              <a:xfrm rot="10800000">
                <a:off x="2591549" y="2748658"/>
                <a:ext cx="698176" cy="541893"/>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57" name="Freeform 36"/>
              <p:cNvSpPr/>
              <p:nvPr/>
            </p:nvSpPr>
            <p:spPr bwMode="auto">
              <a:xfrm rot="10800000">
                <a:off x="2675636" y="3175888"/>
                <a:ext cx="522359" cy="79840"/>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00" name="Group 99"/>
            <p:cNvGrpSpPr/>
            <p:nvPr/>
          </p:nvGrpSpPr>
          <p:grpSpPr>
            <a:xfrm>
              <a:off x="2693817" y="4525773"/>
              <a:ext cx="493637" cy="475492"/>
              <a:chOff x="4616450" y="1549401"/>
              <a:chExt cx="215900" cy="207963"/>
            </a:xfrm>
            <a:solidFill>
              <a:schemeClr val="bg1"/>
            </a:solidFill>
          </p:grpSpPr>
          <p:sp>
            <p:nvSpPr>
              <p:cNvPr id="101"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4913498" y="2193599"/>
            <a:ext cx="1364461" cy="2211743"/>
            <a:chOff x="4913498" y="2193599"/>
            <a:chExt cx="1364461" cy="2211743"/>
          </a:xfrm>
        </p:grpSpPr>
        <p:grpSp>
          <p:nvGrpSpPr>
            <p:cNvPr id="8" name="Group 7"/>
            <p:cNvGrpSpPr/>
            <p:nvPr/>
          </p:nvGrpSpPr>
          <p:grpSpPr>
            <a:xfrm>
              <a:off x="4913498" y="2193599"/>
              <a:ext cx="1364461" cy="2211743"/>
              <a:chOff x="4913498" y="2193599"/>
              <a:chExt cx="1364461" cy="2211743"/>
            </a:xfrm>
          </p:grpSpPr>
          <p:sp>
            <p:nvSpPr>
              <p:cNvPr id="63" name="Freeform 28"/>
              <p:cNvSpPr/>
              <p:nvPr/>
            </p:nvSpPr>
            <p:spPr bwMode="auto">
              <a:xfrm rot="10800000">
                <a:off x="4913498" y="2665364"/>
                <a:ext cx="1364461" cy="1739978"/>
              </a:xfrm>
              <a:custGeom>
                <a:avLst/>
                <a:gdLst>
                  <a:gd name="T0" fmla="*/ 493 w 1046"/>
                  <a:gd name="T1" fmla="*/ 0 h 1336"/>
                  <a:gd name="T2" fmla="*/ 31 w 1046"/>
                  <a:gd name="T3" fmla="*/ 516 h 1336"/>
                  <a:gd name="T4" fmla="*/ 173 w 1046"/>
                  <a:gd name="T5" fmla="*/ 828 h 1336"/>
                  <a:gd name="T6" fmla="*/ 283 w 1046"/>
                  <a:gd name="T7" fmla="*/ 1223 h 1336"/>
                  <a:gd name="T8" fmla="*/ 450 w 1046"/>
                  <a:gd name="T9" fmla="*/ 1333 h 1336"/>
                  <a:gd name="T10" fmla="*/ 504 w 1046"/>
                  <a:gd name="T11" fmla="*/ 1336 h 1336"/>
                  <a:gd name="T12" fmla="*/ 687 w 1046"/>
                  <a:gd name="T13" fmla="*/ 1303 h 1336"/>
                  <a:gd name="T14" fmla="*/ 752 w 1046"/>
                  <a:gd name="T15" fmla="*/ 1095 h 1336"/>
                  <a:gd name="T16" fmla="*/ 913 w 1046"/>
                  <a:gd name="T17" fmla="*/ 725 h 1336"/>
                  <a:gd name="T18" fmla="*/ 780 w 1046"/>
                  <a:gd name="T19" fmla="*/ 85 h 1336"/>
                  <a:gd name="T20" fmla="*/ 510 w 1046"/>
                  <a:gd name="T21" fmla="*/ 0 h 1336"/>
                  <a:gd name="T22" fmla="*/ 507 w 1046"/>
                  <a:gd name="T23" fmla="*/ 0 h 1336"/>
                  <a:gd name="T24" fmla="*/ 493 w 1046"/>
                  <a:gd name="T25" fmla="*/ 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6" h="1336">
                    <a:moveTo>
                      <a:pt x="493" y="0"/>
                    </a:moveTo>
                    <a:cubicBezTo>
                      <a:pt x="232" y="0"/>
                      <a:pt x="0" y="254"/>
                      <a:pt x="31" y="516"/>
                    </a:cubicBezTo>
                    <a:cubicBezTo>
                      <a:pt x="39" y="633"/>
                      <a:pt x="100" y="738"/>
                      <a:pt x="173" y="828"/>
                    </a:cubicBezTo>
                    <a:cubicBezTo>
                      <a:pt x="244" y="947"/>
                      <a:pt x="277" y="1085"/>
                      <a:pt x="283" y="1223"/>
                    </a:cubicBezTo>
                    <a:cubicBezTo>
                      <a:pt x="297" y="1300"/>
                      <a:pt x="381" y="1331"/>
                      <a:pt x="450" y="1333"/>
                    </a:cubicBezTo>
                    <a:cubicBezTo>
                      <a:pt x="468" y="1335"/>
                      <a:pt x="486" y="1336"/>
                      <a:pt x="504" y="1336"/>
                    </a:cubicBezTo>
                    <a:cubicBezTo>
                      <a:pt x="566" y="1336"/>
                      <a:pt x="629" y="1326"/>
                      <a:pt x="687" y="1303"/>
                    </a:cubicBezTo>
                    <a:cubicBezTo>
                      <a:pt x="753" y="1255"/>
                      <a:pt x="738" y="1165"/>
                      <a:pt x="752" y="1095"/>
                    </a:cubicBezTo>
                    <a:cubicBezTo>
                      <a:pt x="768" y="959"/>
                      <a:pt x="828" y="831"/>
                      <a:pt x="913" y="725"/>
                    </a:cubicBezTo>
                    <a:cubicBezTo>
                      <a:pt x="1046" y="522"/>
                      <a:pt x="983" y="219"/>
                      <a:pt x="780" y="85"/>
                    </a:cubicBezTo>
                    <a:cubicBezTo>
                      <a:pt x="701" y="31"/>
                      <a:pt x="606" y="0"/>
                      <a:pt x="510" y="0"/>
                    </a:cubicBezTo>
                    <a:cubicBezTo>
                      <a:pt x="509" y="0"/>
                      <a:pt x="508" y="0"/>
                      <a:pt x="507" y="0"/>
                    </a:cubicBezTo>
                    <a:cubicBezTo>
                      <a:pt x="502" y="0"/>
                      <a:pt x="498" y="0"/>
                      <a:pt x="493" y="0"/>
                    </a:cubicBezTo>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Freeform 31"/>
              <p:cNvSpPr/>
              <p:nvPr/>
            </p:nvSpPr>
            <p:spPr bwMode="auto">
              <a:xfrm rot="10800000">
                <a:off x="5322903" y="2662654"/>
                <a:ext cx="574117" cy="121331"/>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32"/>
              <p:cNvSpPr/>
              <p:nvPr/>
            </p:nvSpPr>
            <p:spPr bwMode="auto">
              <a:xfrm rot="10800000">
                <a:off x="5454402" y="2193599"/>
                <a:ext cx="296209" cy="132853"/>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33"/>
              <p:cNvSpPr/>
              <p:nvPr/>
            </p:nvSpPr>
            <p:spPr bwMode="auto">
              <a:xfrm rot="10800000">
                <a:off x="5448302" y="2210544"/>
                <a:ext cx="307732" cy="122687"/>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Freeform 34"/>
              <p:cNvSpPr/>
              <p:nvPr/>
            </p:nvSpPr>
            <p:spPr bwMode="auto">
              <a:xfrm rot="10800000">
                <a:off x="5335783" y="2299340"/>
                <a:ext cx="557172" cy="432452"/>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36"/>
              <p:cNvSpPr/>
              <p:nvPr/>
            </p:nvSpPr>
            <p:spPr bwMode="auto">
              <a:xfrm rot="10800000">
                <a:off x="5402887" y="2640286"/>
                <a:ext cx="416863" cy="63716"/>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03" name="Group 102"/>
            <p:cNvGrpSpPr/>
            <p:nvPr/>
          </p:nvGrpSpPr>
          <p:grpSpPr>
            <a:xfrm>
              <a:off x="5463069" y="3530925"/>
              <a:ext cx="334677" cy="505292"/>
              <a:chOff x="549275" y="4406901"/>
              <a:chExt cx="161926" cy="244475"/>
            </a:xfrm>
            <a:solidFill>
              <a:schemeClr val="bg1"/>
            </a:solidFill>
          </p:grpSpPr>
          <p:sp>
            <p:nvSpPr>
              <p:cNvPr id="104"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5"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4" name="Group 3"/>
          <p:cNvGrpSpPr/>
          <p:nvPr/>
        </p:nvGrpSpPr>
        <p:grpSpPr>
          <a:xfrm>
            <a:off x="3551815" y="1193801"/>
            <a:ext cx="1315205" cy="2131900"/>
            <a:chOff x="3551815" y="1193801"/>
            <a:chExt cx="1315205" cy="2131900"/>
          </a:xfrm>
        </p:grpSpPr>
        <p:grpSp>
          <p:nvGrpSpPr>
            <p:cNvPr id="9" name="Group 8"/>
            <p:cNvGrpSpPr/>
            <p:nvPr/>
          </p:nvGrpSpPr>
          <p:grpSpPr>
            <a:xfrm>
              <a:off x="3551815" y="1193801"/>
              <a:ext cx="1315205" cy="2131900"/>
              <a:chOff x="3551815" y="1193801"/>
              <a:chExt cx="1315205" cy="2131900"/>
            </a:xfrm>
          </p:grpSpPr>
          <p:sp>
            <p:nvSpPr>
              <p:cNvPr id="47" name="Freeform 28"/>
              <p:cNvSpPr/>
              <p:nvPr/>
            </p:nvSpPr>
            <p:spPr bwMode="auto">
              <a:xfrm rot="10800000">
                <a:off x="3551815" y="1648536"/>
                <a:ext cx="1315205" cy="1677165"/>
              </a:xfrm>
              <a:custGeom>
                <a:avLst/>
                <a:gdLst>
                  <a:gd name="T0" fmla="*/ 493 w 1046"/>
                  <a:gd name="T1" fmla="*/ 0 h 1336"/>
                  <a:gd name="T2" fmla="*/ 31 w 1046"/>
                  <a:gd name="T3" fmla="*/ 516 h 1336"/>
                  <a:gd name="T4" fmla="*/ 173 w 1046"/>
                  <a:gd name="T5" fmla="*/ 828 h 1336"/>
                  <a:gd name="T6" fmla="*/ 283 w 1046"/>
                  <a:gd name="T7" fmla="*/ 1223 h 1336"/>
                  <a:gd name="T8" fmla="*/ 450 w 1046"/>
                  <a:gd name="T9" fmla="*/ 1333 h 1336"/>
                  <a:gd name="T10" fmla="*/ 504 w 1046"/>
                  <a:gd name="T11" fmla="*/ 1336 h 1336"/>
                  <a:gd name="T12" fmla="*/ 687 w 1046"/>
                  <a:gd name="T13" fmla="*/ 1303 h 1336"/>
                  <a:gd name="T14" fmla="*/ 752 w 1046"/>
                  <a:gd name="T15" fmla="*/ 1095 h 1336"/>
                  <a:gd name="T16" fmla="*/ 913 w 1046"/>
                  <a:gd name="T17" fmla="*/ 725 h 1336"/>
                  <a:gd name="T18" fmla="*/ 780 w 1046"/>
                  <a:gd name="T19" fmla="*/ 85 h 1336"/>
                  <a:gd name="T20" fmla="*/ 510 w 1046"/>
                  <a:gd name="T21" fmla="*/ 0 h 1336"/>
                  <a:gd name="T22" fmla="*/ 507 w 1046"/>
                  <a:gd name="T23" fmla="*/ 0 h 1336"/>
                  <a:gd name="T24" fmla="*/ 493 w 1046"/>
                  <a:gd name="T25" fmla="*/ 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6" h="1336">
                    <a:moveTo>
                      <a:pt x="493" y="0"/>
                    </a:moveTo>
                    <a:cubicBezTo>
                      <a:pt x="232" y="0"/>
                      <a:pt x="0" y="254"/>
                      <a:pt x="31" y="516"/>
                    </a:cubicBezTo>
                    <a:cubicBezTo>
                      <a:pt x="39" y="633"/>
                      <a:pt x="100" y="738"/>
                      <a:pt x="173" y="828"/>
                    </a:cubicBezTo>
                    <a:cubicBezTo>
                      <a:pt x="244" y="947"/>
                      <a:pt x="277" y="1085"/>
                      <a:pt x="283" y="1223"/>
                    </a:cubicBezTo>
                    <a:cubicBezTo>
                      <a:pt x="297" y="1300"/>
                      <a:pt x="381" y="1331"/>
                      <a:pt x="450" y="1333"/>
                    </a:cubicBezTo>
                    <a:cubicBezTo>
                      <a:pt x="468" y="1335"/>
                      <a:pt x="486" y="1336"/>
                      <a:pt x="504" y="1336"/>
                    </a:cubicBezTo>
                    <a:cubicBezTo>
                      <a:pt x="566" y="1336"/>
                      <a:pt x="629" y="1326"/>
                      <a:pt x="687" y="1303"/>
                    </a:cubicBezTo>
                    <a:cubicBezTo>
                      <a:pt x="753" y="1255"/>
                      <a:pt x="738" y="1165"/>
                      <a:pt x="752" y="1095"/>
                    </a:cubicBezTo>
                    <a:cubicBezTo>
                      <a:pt x="768" y="959"/>
                      <a:pt x="828" y="831"/>
                      <a:pt x="913" y="725"/>
                    </a:cubicBezTo>
                    <a:cubicBezTo>
                      <a:pt x="1046" y="522"/>
                      <a:pt x="983" y="219"/>
                      <a:pt x="780" y="85"/>
                    </a:cubicBezTo>
                    <a:cubicBezTo>
                      <a:pt x="701" y="31"/>
                      <a:pt x="606" y="0"/>
                      <a:pt x="510" y="0"/>
                    </a:cubicBezTo>
                    <a:cubicBezTo>
                      <a:pt x="509" y="0"/>
                      <a:pt x="508" y="0"/>
                      <a:pt x="507" y="0"/>
                    </a:cubicBezTo>
                    <a:cubicBezTo>
                      <a:pt x="502" y="0"/>
                      <a:pt x="498" y="0"/>
                      <a:pt x="493" y="0"/>
                    </a:cubicBezTo>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31"/>
              <p:cNvSpPr/>
              <p:nvPr/>
            </p:nvSpPr>
            <p:spPr bwMode="auto">
              <a:xfrm rot="10800000">
                <a:off x="3946442" y="1645922"/>
                <a:ext cx="553392" cy="116951"/>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32"/>
              <p:cNvSpPr/>
              <p:nvPr/>
            </p:nvSpPr>
            <p:spPr bwMode="auto">
              <a:xfrm rot="10800000">
                <a:off x="4073192" y="1193801"/>
                <a:ext cx="285517" cy="128059"/>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33"/>
              <p:cNvSpPr/>
              <p:nvPr/>
            </p:nvSpPr>
            <p:spPr bwMode="auto">
              <a:xfrm rot="10800000">
                <a:off x="4067312" y="1210134"/>
                <a:ext cx="296624" cy="118257"/>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Freeform 34"/>
              <p:cNvSpPr/>
              <p:nvPr/>
            </p:nvSpPr>
            <p:spPr bwMode="auto">
              <a:xfrm rot="10800000">
                <a:off x="3958856" y="1295725"/>
                <a:ext cx="537059" cy="416841"/>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36"/>
              <p:cNvSpPr/>
              <p:nvPr/>
            </p:nvSpPr>
            <p:spPr bwMode="auto">
              <a:xfrm rot="10800000">
                <a:off x="4023538" y="1624362"/>
                <a:ext cx="401815" cy="61415"/>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06" name="Group 105"/>
            <p:cNvGrpSpPr/>
            <p:nvPr/>
          </p:nvGrpSpPr>
          <p:grpSpPr>
            <a:xfrm>
              <a:off x="3971291" y="2431592"/>
              <a:ext cx="580388" cy="588857"/>
              <a:chOff x="2360613" y="2686051"/>
              <a:chExt cx="217488" cy="220662"/>
            </a:xfrm>
            <a:solidFill>
              <a:schemeClr val="bg1"/>
            </a:solidFill>
          </p:grpSpPr>
          <p:sp>
            <p:nvSpPr>
              <p:cNvPr id="107"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6" name="Group 5"/>
          <p:cNvGrpSpPr/>
          <p:nvPr/>
        </p:nvGrpSpPr>
        <p:grpSpPr>
          <a:xfrm>
            <a:off x="6215032" y="2791128"/>
            <a:ext cx="1709768" cy="2771472"/>
            <a:chOff x="6215032" y="2791128"/>
            <a:chExt cx="1709768" cy="2771472"/>
          </a:xfrm>
        </p:grpSpPr>
        <p:grpSp>
          <p:nvGrpSpPr>
            <p:cNvPr id="7" name="Group 6"/>
            <p:cNvGrpSpPr/>
            <p:nvPr/>
          </p:nvGrpSpPr>
          <p:grpSpPr>
            <a:xfrm>
              <a:off x="6215032" y="2791128"/>
              <a:ext cx="1709768" cy="2771472"/>
              <a:chOff x="6215032" y="2791128"/>
              <a:chExt cx="1709768" cy="2771472"/>
            </a:xfrm>
          </p:grpSpPr>
          <p:sp>
            <p:nvSpPr>
              <p:cNvPr id="71" name="Freeform 28"/>
              <p:cNvSpPr/>
              <p:nvPr/>
            </p:nvSpPr>
            <p:spPr bwMode="auto">
              <a:xfrm rot="10800000">
                <a:off x="6215032" y="3382284"/>
                <a:ext cx="1709768" cy="2180316"/>
              </a:xfrm>
              <a:custGeom>
                <a:avLst/>
                <a:gdLst>
                  <a:gd name="T0" fmla="*/ 493 w 1046"/>
                  <a:gd name="T1" fmla="*/ 0 h 1336"/>
                  <a:gd name="T2" fmla="*/ 31 w 1046"/>
                  <a:gd name="T3" fmla="*/ 516 h 1336"/>
                  <a:gd name="T4" fmla="*/ 173 w 1046"/>
                  <a:gd name="T5" fmla="*/ 828 h 1336"/>
                  <a:gd name="T6" fmla="*/ 283 w 1046"/>
                  <a:gd name="T7" fmla="*/ 1223 h 1336"/>
                  <a:gd name="T8" fmla="*/ 450 w 1046"/>
                  <a:gd name="T9" fmla="*/ 1333 h 1336"/>
                  <a:gd name="T10" fmla="*/ 504 w 1046"/>
                  <a:gd name="T11" fmla="*/ 1336 h 1336"/>
                  <a:gd name="T12" fmla="*/ 687 w 1046"/>
                  <a:gd name="T13" fmla="*/ 1303 h 1336"/>
                  <a:gd name="T14" fmla="*/ 752 w 1046"/>
                  <a:gd name="T15" fmla="*/ 1095 h 1336"/>
                  <a:gd name="T16" fmla="*/ 913 w 1046"/>
                  <a:gd name="T17" fmla="*/ 725 h 1336"/>
                  <a:gd name="T18" fmla="*/ 780 w 1046"/>
                  <a:gd name="T19" fmla="*/ 85 h 1336"/>
                  <a:gd name="T20" fmla="*/ 510 w 1046"/>
                  <a:gd name="T21" fmla="*/ 0 h 1336"/>
                  <a:gd name="T22" fmla="*/ 507 w 1046"/>
                  <a:gd name="T23" fmla="*/ 0 h 1336"/>
                  <a:gd name="T24" fmla="*/ 493 w 1046"/>
                  <a:gd name="T25" fmla="*/ 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6" h="1336">
                    <a:moveTo>
                      <a:pt x="493" y="0"/>
                    </a:moveTo>
                    <a:cubicBezTo>
                      <a:pt x="232" y="0"/>
                      <a:pt x="0" y="254"/>
                      <a:pt x="31" y="516"/>
                    </a:cubicBezTo>
                    <a:cubicBezTo>
                      <a:pt x="39" y="633"/>
                      <a:pt x="100" y="738"/>
                      <a:pt x="173" y="828"/>
                    </a:cubicBezTo>
                    <a:cubicBezTo>
                      <a:pt x="244" y="947"/>
                      <a:pt x="277" y="1085"/>
                      <a:pt x="283" y="1223"/>
                    </a:cubicBezTo>
                    <a:cubicBezTo>
                      <a:pt x="297" y="1300"/>
                      <a:pt x="381" y="1331"/>
                      <a:pt x="450" y="1333"/>
                    </a:cubicBezTo>
                    <a:cubicBezTo>
                      <a:pt x="468" y="1335"/>
                      <a:pt x="486" y="1336"/>
                      <a:pt x="504" y="1336"/>
                    </a:cubicBezTo>
                    <a:cubicBezTo>
                      <a:pt x="566" y="1336"/>
                      <a:pt x="629" y="1326"/>
                      <a:pt x="687" y="1303"/>
                    </a:cubicBezTo>
                    <a:cubicBezTo>
                      <a:pt x="753" y="1255"/>
                      <a:pt x="738" y="1165"/>
                      <a:pt x="752" y="1095"/>
                    </a:cubicBezTo>
                    <a:cubicBezTo>
                      <a:pt x="768" y="959"/>
                      <a:pt x="828" y="831"/>
                      <a:pt x="913" y="725"/>
                    </a:cubicBezTo>
                    <a:cubicBezTo>
                      <a:pt x="1046" y="522"/>
                      <a:pt x="983" y="219"/>
                      <a:pt x="780" y="85"/>
                    </a:cubicBezTo>
                    <a:cubicBezTo>
                      <a:pt x="701" y="31"/>
                      <a:pt x="606" y="0"/>
                      <a:pt x="510" y="0"/>
                    </a:cubicBezTo>
                    <a:cubicBezTo>
                      <a:pt x="509" y="0"/>
                      <a:pt x="508" y="0"/>
                      <a:pt x="507" y="0"/>
                    </a:cubicBezTo>
                    <a:cubicBezTo>
                      <a:pt x="502" y="0"/>
                      <a:pt x="498" y="0"/>
                      <a:pt x="493" y="0"/>
                    </a:cubicBezTo>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31"/>
              <p:cNvSpPr/>
              <p:nvPr/>
            </p:nvSpPr>
            <p:spPr bwMode="auto">
              <a:xfrm rot="10800000">
                <a:off x="6728047" y="3378887"/>
                <a:ext cx="719411" cy="152036"/>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Freeform 32"/>
              <p:cNvSpPr/>
              <p:nvPr/>
            </p:nvSpPr>
            <p:spPr bwMode="auto">
              <a:xfrm rot="10800000">
                <a:off x="6892824" y="2791128"/>
                <a:ext cx="371172" cy="166476"/>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33"/>
              <p:cNvSpPr/>
              <p:nvPr/>
            </p:nvSpPr>
            <p:spPr bwMode="auto">
              <a:xfrm rot="10800000">
                <a:off x="6885180" y="2812361"/>
                <a:ext cx="385611" cy="153736"/>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Freeform 34"/>
              <p:cNvSpPr/>
              <p:nvPr/>
            </p:nvSpPr>
            <p:spPr bwMode="auto">
              <a:xfrm rot="10800000">
                <a:off x="6744185" y="2923629"/>
                <a:ext cx="698176" cy="541893"/>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Freeform 36"/>
              <p:cNvSpPr/>
              <p:nvPr/>
            </p:nvSpPr>
            <p:spPr bwMode="auto">
              <a:xfrm rot="10800000">
                <a:off x="6828272" y="3350859"/>
                <a:ext cx="522359" cy="79840"/>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10" name="Group 109"/>
            <p:cNvGrpSpPr/>
            <p:nvPr/>
          </p:nvGrpSpPr>
          <p:grpSpPr>
            <a:xfrm>
              <a:off x="6859768" y="4581607"/>
              <a:ext cx="589128" cy="619928"/>
              <a:chOff x="1641475" y="2428876"/>
              <a:chExt cx="242888" cy="255587"/>
            </a:xfrm>
            <a:solidFill>
              <a:schemeClr val="bg1"/>
            </a:solidFill>
          </p:grpSpPr>
          <p:sp>
            <p:nvSpPr>
              <p:cNvPr id="111"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4"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 name="Group 1"/>
          <p:cNvGrpSpPr/>
          <p:nvPr/>
        </p:nvGrpSpPr>
        <p:grpSpPr>
          <a:xfrm>
            <a:off x="555827" y="1566123"/>
            <a:ext cx="1709768" cy="2771472"/>
            <a:chOff x="555827" y="1566123"/>
            <a:chExt cx="1709768" cy="2771472"/>
          </a:xfrm>
        </p:grpSpPr>
        <p:grpSp>
          <p:nvGrpSpPr>
            <p:cNvPr id="11" name="Group 10"/>
            <p:cNvGrpSpPr/>
            <p:nvPr/>
          </p:nvGrpSpPr>
          <p:grpSpPr>
            <a:xfrm>
              <a:off x="555827" y="1566123"/>
              <a:ext cx="1709768" cy="2771472"/>
              <a:chOff x="555827" y="1566123"/>
              <a:chExt cx="1709768" cy="2771472"/>
            </a:xfrm>
          </p:grpSpPr>
          <p:sp>
            <p:nvSpPr>
              <p:cNvPr id="55" name="Freeform 28"/>
              <p:cNvSpPr/>
              <p:nvPr/>
            </p:nvSpPr>
            <p:spPr bwMode="auto">
              <a:xfrm rot="10800000">
                <a:off x="555827" y="2157279"/>
                <a:ext cx="1709768" cy="2180316"/>
              </a:xfrm>
              <a:custGeom>
                <a:avLst/>
                <a:gdLst>
                  <a:gd name="T0" fmla="*/ 493 w 1046"/>
                  <a:gd name="T1" fmla="*/ 0 h 1336"/>
                  <a:gd name="T2" fmla="*/ 31 w 1046"/>
                  <a:gd name="T3" fmla="*/ 516 h 1336"/>
                  <a:gd name="T4" fmla="*/ 173 w 1046"/>
                  <a:gd name="T5" fmla="*/ 828 h 1336"/>
                  <a:gd name="T6" fmla="*/ 283 w 1046"/>
                  <a:gd name="T7" fmla="*/ 1223 h 1336"/>
                  <a:gd name="T8" fmla="*/ 450 w 1046"/>
                  <a:gd name="T9" fmla="*/ 1333 h 1336"/>
                  <a:gd name="T10" fmla="*/ 504 w 1046"/>
                  <a:gd name="T11" fmla="*/ 1336 h 1336"/>
                  <a:gd name="T12" fmla="*/ 687 w 1046"/>
                  <a:gd name="T13" fmla="*/ 1303 h 1336"/>
                  <a:gd name="T14" fmla="*/ 752 w 1046"/>
                  <a:gd name="T15" fmla="*/ 1095 h 1336"/>
                  <a:gd name="T16" fmla="*/ 913 w 1046"/>
                  <a:gd name="T17" fmla="*/ 725 h 1336"/>
                  <a:gd name="T18" fmla="*/ 780 w 1046"/>
                  <a:gd name="T19" fmla="*/ 85 h 1336"/>
                  <a:gd name="T20" fmla="*/ 510 w 1046"/>
                  <a:gd name="T21" fmla="*/ 0 h 1336"/>
                  <a:gd name="T22" fmla="*/ 507 w 1046"/>
                  <a:gd name="T23" fmla="*/ 0 h 1336"/>
                  <a:gd name="T24" fmla="*/ 493 w 1046"/>
                  <a:gd name="T25" fmla="*/ 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6" h="1336">
                    <a:moveTo>
                      <a:pt x="493" y="0"/>
                    </a:moveTo>
                    <a:cubicBezTo>
                      <a:pt x="232" y="0"/>
                      <a:pt x="0" y="254"/>
                      <a:pt x="31" y="516"/>
                    </a:cubicBezTo>
                    <a:cubicBezTo>
                      <a:pt x="39" y="633"/>
                      <a:pt x="100" y="738"/>
                      <a:pt x="173" y="828"/>
                    </a:cubicBezTo>
                    <a:cubicBezTo>
                      <a:pt x="244" y="947"/>
                      <a:pt x="277" y="1085"/>
                      <a:pt x="283" y="1223"/>
                    </a:cubicBezTo>
                    <a:cubicBezTo>
                      <a:pt x="297" y="1300"/>
                      <a:pt x="381" y="1331"/>
                      <a:pt x="450" y="1333"/>
                    </a:cubicBezTo>
                    <a:cubicBezTo>
                      <a:pt x="468" y="1335"/>
                      <a:pt x="486" y="1336"/>
                      <a:pt x="504" y="1336"/>
                    </a:cubicBezTo>
                    <a:cubicBezTo>
                      <a:pt x="566" y="1336"/>
                      <a:pt x="629" y="1326"/>
                      <a:pt x="687" y="1303"/>
                    </a:cubicBezTo>
                    <a:cubicBezTo>
                      <a:pt x="753" y="1255"/>
                      <a:pt x="738" y="1165"/>
                      <a:pt x="752" y="1095"/>
                    </a:cubicBezTo>
                    <a:cubicBezTo>
                      <a:pt x="768" y="959"/>
                      <a:pt x="828" y="831"/>
                      <a:pt x="913" y="725"/>
                    </a:cubicBezTo>
                    <a:cubicBezTo>
                      <a:pt x="1046" y="522"/>
                      <a:pt x="983" y="219"/>
                      <a:pt x="780" y="85"/>
                    </a:cubicBezTo>
                    <a:cubicBezTo>
                      <a:pt x="701" y="31"/>
                      <a:pt x="606" y="0"/>
                      <a:pt x="510" y="0"/>
                    </a:cubicBezTo>
                    <a:cubicBezTo>
                      <a:pt x="509" y="0"/>
                      <a:pt x="508" y="0"/>
                      <a:pt x="507" y="0"/>
                    </a:cubicBezTo>
                    <a:cubicBezTo>
                      <a:pt x="502" y="0"/>
                      <a:pt x="498" y="0"/>
                      <a:pt x="493" y="0"/>
                    </a:cubicBezTo>
                  </a:path>
                </a:pathLst>
              </a:custGeom>
              <a:solidFill>
                <a:srgbClr val="C0392B"/>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31"/>
              <p:cNvSpPr/>
              <p:nvPr/>
            </p:nvSpPr>
            <p:spPr bwMode="auto">
              <a:xfrm rot="10800000">
                <a:off x="1068842" y="2153882"/>
                <a:ext cx="719410" cy="152036"/>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32"/>
              <p:cNvSpPr/>
              <p:nvPr/>
            </p:nvSpPr>
            <p:spPr bwMode="auto">
              <a:xfrm rot="10800000">
                <a:off x="1233619" y="1566123"/>
                <a:ext cx="371172" cy="166476"/>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33"/>
              <p:cNvSpPr/>
              <p:nvPr/>
            </p:nvSpPr>
            <p:spPr bwMode="auto">
              <a:xfrm rot="10800000">
                <a:off x="1225975" y="1587356"/>
                <a:ext cx="385611" cy="153735"/>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34"/>
              <p:cNvSpPr/>
              <p:nvPr/>
            </p:nvSpPr>
            <p:spPr bwMode="auto">
              <a:xfrm rot="10800000">
                <a:off x="1084980" y="1698624"/>
                <a:ext cx="698176" cy="541894"/>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36"/>
              <p:cNvSpPr/>
              <p:nvPr/>
            </p:nvSpPr>
            <p:spPr bwMode="auto">
              <a:xfrm rot="10800000">
                <a:off x="1169067" y="2125854"/>
                <a:ext cx="522359" cy="79840"/>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16" name="Freeform 33"/>
            <p:cNvSpPr>
              <a:spLocks noEditPoints="1"/>
            </p:cNvSpPr>
            <p:nvPr/>
          </p:nvSpPr>
          <p:spPr bwMode="auto">
            <a:xfrm>
              <a:off x="1125748" y="3429000"/>
              <a:ext cx="609600" cy="415047"/>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17" name="Rectangle 116"/>
          <p:cNvSpPr/>
          <p:nvPr/>
        </p:nvSpPr>
        <p:spPr>
          <a:xfrm>
            <a:off x="3352801" y="3395246"/>
            <a:ext cx="1819020" cy="338554"/>
          </a:xfrm>
          <a:prstGeom prst="rect">
            <a:avLst/>
          </a:prstGeom>
        </p:spPr>
        <p:txBody>
          <a:bodyPr wrap="square">
            <a:spAutoFit/>
          </a:bodyPr>
          <a:lstStyle/>
          <a:p>
            <a:pPr algn="ctr"/>
            <a:r>
              <a:rPr lang="en-US" sz="16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CHANGING</a:t>
            </a:r>
            <a:endParaRPr lang="en-US" sz="16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8" name="Rectangle 117"/>
          <p:cNvSpPr/>
          <p:nvPr/>
        </p:nvSpPr>
        <p:spPr>
          <a:xfrm>
            <a:off x="4717397" y="4454832"/>
            <a:ext cx="1819020" cy="338554"/>
          </a:xfrm>
          <a:prstGeom prst="rect">
            <a:avLst/>
          </a:prstGeom>
        </p:spPr>
        <p:txBody>
          <a:bodyPr wrap="square">
            <a:spAutoFit/>
          </a:bodyPr>
          <a:lstStyle/>
          <a:p>
            <a:pPr algn="ctr"/>
            <a:r>
              <a:rPr lang="en-US" sz="16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MOBILE</a:t>
            </a:r>
            <a:endParaRPr lang="en-US" sz="16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9" name="Rectangle 118"/>
          <p:cNvSpPr/>
          <p:nvPr/>
        </p:nvSpPr>
        <p:spPr>
          <a:xfrm>
            <a:off x="2032001" y="5459570"/>
            <a:ext cx="1819020" cy="338554"/>
          </a:xfrm>
          <a:prstGeom prst="rect">
            <a:avLst/>
          </a:prstGeom>
        </p:spPr>
        <p:txBody>
          <a:bodyPr wrap="square">
            <a:spAutoFit/>
          </a:bodyPr>
          <a:lstStyle/>
          <a:p>
            <a:pPr algn="ctr"/>
            <a:r>
              <a:rPr lang="en-US" sz="16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MANAGEMENT</a:t>
            </a:r>
            <a:endParaRPr lang="en-US" sz="16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20" name="Rectangle 119"/>
          <p:cNvSpPr/>
          <p:nvPr/>
        </p:nvSpPr>
        <p:spPr>
          <a:xfrm>
            <a:off x="507685" y="4441037"/>
            <a:ext cx="1819020" cy="338554"/>
          </a:xfrm>
          <a:prstGeom prst="rect">
            <a:avLst/>
          </a:prstGeom>
        </p:spPr>
        <p:txBody>
          <a:bodyPr wrap="square">
            <a:spAutoFit/>
          </a:bodyPr>
          <a:lstStyle/>
          <a:p>
            <a:pPr algn="ctr"/>
            <a:r>
              <a:rPr lang="en-US" sz="16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SYSTEM</a:t>
            </a:r>
            <a:endParaRPr lang="en-US" sz="16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21" name="Rectangle 120"/>
          <p:cNvSpPr/>
          <p:nvPr/>
        </p:nvSpPr>
        <p:spPr>
          <a:xfrm>
            <a:off x="6168475" y="5664201"/>
            <a:ext cx="1819020" cy="338554"/>
          </a:xfrm>
          <a:prstGeom prst="rect">
            <a:avLst/>
          </a:prstGeom>
        </p:spPr>
        <p:txBody>
          <a:bodyPr wrap="square">
            <a:spAutoFit/>
          </a:bodyPr>
          <a:lstStyle/>
          <a:p>
            <a:pPr algn="ctr"/>
            <a:r>
              <a:rPr lang="en-US" sz="1600"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SURROUNDING</a:t>
            </a:r>
            <a:endParaRPr lang="en-US" sz="16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78" name="Oval 77"/>
          <p:cNvSpPr/>
          <p:nvPr/>
        </p:nvSpPr>
        <p:spPr>
          <a:xfrm>
            <a:off x="8570401" y="869832"/>
            <a:ext cx="580960" cy="584607"/>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79" name="Oval 78"/>
          <p:cNvSpPr/>
          <p:nvPr/>
        </p:nvSpPr>
        <p:spPr>
          <a:xfrm>
            <a:off x="8570401" y="2082027"/>
            <a:ext cx="580960" cy="584607"/>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0" name="Oval 79"/>
          <p:cNvSpPr/>
          <p:nvPr/>
        </p:nvSpPr>
        <p:spPr>
          <a:xfrm>
            <a:off x="8570401" y="3180064"/>
            <a:ext cx="580960" cy="584607"/>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1" name="Oval 80"/>
          <p:cNvSpPr/>
          <p:nvPr/>
        </p:nvSpPr>
        <p:spPr>
          <a:xfrm>
            <a:off x="8570401" y="4276644"/>
            <a:ext cx="580960" cy="584607"/>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2" name="Rectangle 81"/>
          <p:cNvSpPr/>
          <p:nvPr/>
        </p:nvSpPr>
        <p:spPr>
          <a:xfrm>
            <a:off x="9286738" y="654303"/>
            <a:ext cx="2323369"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Database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83" name="Rectangle 82"/>
          <p:cNvSpPr/>
          <p:nvPr/>
        </p:nvSpPr>
        <p:spPr>
          <a:xfrm>
            <a:off x="9286738" y="1783722"/>
            <a:ext cx="2323369"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Power</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84" name="Rectangle 83"/>
          <p:cNvSpPr/>
          <p:nvPr/>
        </p:nvSpPr>
        <p:spPr>
          <a:xfrm>
            <a:off x="9286738" y="2920027"/>
            <a:ext cx="2323369"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Diagram</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85" name="Rectangle 84"/>
          <p:cNvSpPr/>
          <p:nvPr/>
        </p:nvSpPr>
        <p:spPr>
          <a:xfrm>
            <a:off x="9286738" y="4061115"/>
            <a:ext cx="2323369"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Mobile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86" name="Oval 85"/>
          <p:cNvSpPr/>
          <p:nvPr/>
        </p:nvSpPr>
        <p:spPr>
          <a:xfrm>
            <a:off x="8570401" y="5400934"/>
            <a:ext cx="580960" cy="584607"/>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7" name="Rectangle 86"/>
          <p:cNvSpPr/>
          <p:nvPr/>
        </p:nvSpPr>
        <p:spPr>
          <a:xfrm>
            <a:off x="9286738" y="5185405"/>
            <a:ext cx="2323369"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Security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Tree>
    <p:extLst>
      <p:ext uri="{BB962C8B-B14F-4D97-AF65-F5344CB8AC3E}">
        <p14:creationId xmlns:p14="http://schemas.microsoft.com/office/powerpoint/2010/main" val="246802034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86158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Brand Surrounding</a:t>
            </a:r>
          </a:p>
        </p:txBody>
      </p:sp>
      <p:grpSp>
        <p:nvGrpSpPr>
          <p:cNvPr id="5" name="Group 4"/>
          <p:cNvGrpSpPr/>
          <p:nvPr/>
        </p:nvGrpSpPr>
        <p:grpSpPr>
          <a:xfrm>
            <a:off x="3048000" y="3542627"/>
            <a:ext cx="1067667" cy="1171300"/>
            <a:chOff x="2286000" y="2511495"/>
            <a:chExt cx="800750" cy="878475"/>
          </a:xfrm>
          <a:solidFill>
            <a:srgbClr val="44546A"/>
          </a:solidFill>
        </p:grpSpPr>
        <p:sp>
          <p:nvSpPr>
            <p:cNvPr id="8" name="Freeform 6"/>
            <p:cNvSpPr/>
            <p:nvPr/>
          </p:nvSpPr>
          <p:spPr bwMode="auto">
            <a:xfrm>
              <a:off x="2286000" y="2759131"/>
              <a:ext cx="159065" cy="610956"/>
            </a:xfrm>
            <a:custGeom>
              <a:avLst/>
              <a:gdLst>
                <a:gd name="T0" fmla="*/ 7 w 37"/>
                <a:gd name="T1" fmla="*/ 1 h 142"/>
                <a:gd name="T2" fmla="*/ 31 w 37"/>
                <a:gd name="T3" fmla="*/ 69 h 142"/>
                <a:gd name="T4" fmla="*/ 30 w 37"/>
                <a:gd name="T5" fmla="*/ 141 h 142"/>
                <a:gd name="T6" fmla="*/ 6 w 37"/>
                <a:gd name="T7" fmla="*/ 73 h 142"/>
                <a:gd name="T8" fmla="*/ 7 w 37"/>
                <a:gd name="T9" fmla="*/ 1 h 142"/>
              </a:gdLst>
              <a:ahLst/>
              <a:cxnLst>
                <a:cxn ang="0">
                  <a:pos x="T0" y="T1"/>
                </a:cxn>
                <a:cxn ang="0">
                  <a:pos x="T2" y="T3"/>
                </a:cxn>
                <a:cxn ang="0">
                  <a:pos x="T4" y="T5"/>
                </a:cxn>
                <a:cxn ang="0">
                  <a:pos x="T6" y="T7"/>
                </a:cxn>
                <a:cxn ang="0">
                  <a:pos x="T8" y="T9"/>
                </a:cxn>
              </a:cxnLst>
              <a:rect l="0" t="0" r="r" b="b"/>
              <a:pathLst>
                <a:path w="37" h="142">
                  <a:moveTo>
                    <a:pt x="7" y="1"/>
                  </a:moveTo>
                  <a:cubicBezTo>
                    <a:pt x="13" y="0"/>
                    <a:pt x="24" y="30"/>
                    <a:pt x="31" y="69"/>
                  </a:cubicBezTo>
                  <a:cubicBezTo>
                    <a:pt x="37" y="108"/>
                    <a:pt x="37" y="140"/>
                    <a:pt x="30" y="141"/>
                  </a:cubicBezTo>
                  <a:cubicBezTo>
                    <a:pt x="24" y="142"/>
                    <a:pt x="13" y="112"/>
                    <a:pt x="6" y="73"/>
                  </a:cubicBezTo>
                  <a:cubicBezTo>
                    <a:pt x="0" y="35"/>
                    <a:pt x="0" y="2"/>
                    <a:pt x="7" y="1"/>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p:nvPr/>
          </p:nvSpPr>
          <p:spPr bwMode="auto">
            <a:xfrm>
              <a:off x="2325766" y="2511495"/>
              <a:ext cx="760984" cy="878475"/>
            </a:xfrm>
            <a:custGeom>
              <a:avLst/>
              <a:gdLst>
                <a:gd name="T0" fmla="*/ 0 w 178"/>
                <a:gd name="T1" fmla="*/ 44 h 205"/>
                <a:gd name="T2" fmla="*/ 21 w 178"/>
                <a:gd name="T3" fmla="*/ 36 h 205"/>
                <a:gd name="T4" fmla="*/ 29 w 178"/>
                <a:gd name="T5" fmla="*/ 47 h 205"/>
                <a:gd name="T6" fmla="*/ 123 w 178"/>
                <a:gd name="T7" fmla="*/ 0 h 205"/>
                <a:gd name="T8" fmla="*/ 167 w 178"/>
                <a:gd name="T9" fmla="*/ 194 h 205"/>
                <a:gd name="T10" fmla="*/ 57 w 178"/>
                <a:gd name="T11" fmla="*/ 192 h 205"/>
                <a:gd name="T12" fmla="*/ 46 w 178"/>
                <a:gd name="T13" fmla="*/ 204 h 205"/>
                <a:gd name="T14" fmla="*/ 31 w 178"/>
                <a:gd name="T15" fmla="*/ 204 h 205"/>
                <a:gd name="T16" fmla="*/ 0 w 178"/>
                <a:gd name="T17" fmla="*/ 4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205">
                  <a:moveTo>
                    <a:pt x="0" y="44"/>
                  </a:moveTo>
                  <a:cubicBezTo>
                    <a:pt x="21" y="36"/>
                    <a:pt x="21" y="36"/>
                    <a:pt x="21" y="36"/>
                  </a:cubicBezTo>
                  <a:cubicBezTo>
                    <a:pt x="29" y="47"/>
                    <a:pt x="29" y="47"/>
                    <a:pt x="29" y="47"/>
                  </a:cubicBezTo>
                  <a:cubicBezTo>
                    <a:pt x="123" y="0"/>
                    <a:pt x="123" y="0"/>
                    <a:pt x="123" y="0"/>
                  </a:cubicBezTo>
                  <a:cubicBezTo>
                    <a:pt x="173" y="50"/>
                    <a:pt x="178" y="118"/>
                    <a:pt x="167" y="194"/>
                  </a:cubicBezTo>
                  <a:cubicBezTo>
                    <a:pt x="57" y="192"/>
                    <a:pt x="57" y="192"/>
                    <a:pt x="57" y="192"/>
                  </a:cubicBezTo>
                  <a:cubicBezTo>
                    <a:pt x="53" y="196"/>
                    <a:pt x="58" y="205"/>
                    <a:pt x="46" y="204"/>
                  </a:cubicBezTo>
                  <a:cubicBezTo>
                    <a:pt x="31" y="204"/>
                    <a:pt x="31" y="204"/>
                    <a:pt x="31" y="204"/>
                  </a:cubicBezTo>
                  <a:cubicBezTo>
                    <a:pt x="38" y="144"/>
                    <a:pt x="31" y="89"/>
                    <a:pt x="0" y="44"/>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8" name="Group 47"/>
          <p:cNvGrpSpPr/>
          <p:nvPr/>
        </p:nvGrpSpPr>
        <p:grpSpPr>
          <a:xfrm>
            <a:off x="4819410" y="4646444"/>
            <a:ext cx="2311269" cy="653133"/>
            <a:chOff x="4819410" y="4452478"/>
            <a:chExt cx="2311269" cy="653133"/>
          </a:xfrm>
        </p:grpSpPr>
        <p:sp>
          <p:nvSpPr>
            <p:cNvPr id="7" name="Freeform 5"/>
            <p:cNvSpPr/>
            <p:nvPr/>
          </p:nvSpPr>
          <p:spPr bwMode="auto">
            <a:xfrm>
              <a:off x="5012216" y="4572982"/>
              <a:ext cx="1923245" cy="532629"/>
            </a:xfrm>
            <a:custGeom>
              <a:avLst/>
              <a:gdLst>
                <a:gd name="T0" fmla="*/ 337 w 337"/>
                <a:gd name="T1" fmla="*/ 0 h 93"/>
                <a:gd name="T2" fmla="*/ 168 w 337"/>
                <a:gd name="T3" fmla="*/ 93 h 93"/>
                <a:gd name="T4" fmla="*/ 0 w 337"/>
                <a:gd name="T5" fmla="*/ 0 h 93"/>
                <a:gd name="T6" fmla="*/ 28 w 337"/>
                <a:gd name="T7" fmla="*/ 0 h 93"/>
                <a:gd name="T8" fmla="*/ 168 w 337"/>
                <a:gd name="T9" fmla="*/ 68 h 93"/>
                <a:gd name="T10" fmla="*/ 309 w 337"/>
                <a:gd name="T11" fmla="*/ 0 h 93"/>
                <a:gd name="T12" fmla="*/ 337 w 337"/>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337" h="93">
                  <a:moveTo>
                    <a:pt x="337" y="0"/>
                  </a:moveTo>
                  <a:cubicBezTo>
                    <a:pt x="319" y="53"/>
                    <a:pt x="251" y="93"/>
                    <a:pt x="168" y="93"/>
                  </a:cubicBezTo>
                  <a:cubicBezTo>
                    <a:pt x="86" y="93"/>
                    <a:pt x="18" y="53"/>
                    <a:pt x="0" y="0"/>
                  </a:cubicBezTo>
                  <a:cubicBezTo>
                    <a:pt x="28" y="0"/>
                    <a:pt x="28" y="0"/>
                    <a:pt x="28" y="0"/>
                  </a:cubicBezTo>
                  <a:cubicBezTo>
                    <a:pt x="49" y="40"/>
                    <a:pt x="104" y="68"/>
                    <a:pt x="168" y="68"/>
                  </a:cubicBezTo>
                  <a:cubicBezTo>
                    <a:pt x="233" y="68"/>
                    <a:pt x="288" y="40"/>
                    <a:pt x="309" y="0"/>
                  </a:cubicBezTo>
                  <a:lnTo>
                    <a:pt x="337" y="0"/>
                  </a:lnTo>
                  <a:close/>
                </a:path>
              </a:pathLst>
            </a:custGeom>
            <a:solidFill>
              <a:srgbClr val="5858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2"/>
            <p:cNvSpPr>
              <a:spLocks noChangeArrowheads="1"/>
            </p:cNvSpPr>
            <p:nvPr/>
          </p:nvSpPr>
          <p:spPr bwMode="auto">
            <a:xfrm>
              <a:off x="4819410" y="4452478"/>
              <a:ext cx="542269" cy="125324"/>
            </a:xfrm>
            <a:prstGeom prst="rect">
              <a:avLst/>
            </a:prstGeom>
            <a:solidFill>
              <a:srgbClr val="5858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3"/>
            <p:cNvSpPr>
              <a:spLocks noChangeArrowheads="1"/>
            </p:cNvSpPr>
            <p:nvPr/>
          </p:nvSpPr>
          <p:spPr bwMode="auto">
            <a:xfrm>
              <a:off x="6588410" y="4452478"/>
              <a:ext cx="542269" cy="125324"/>
            </a:xfrm>
            <a:prstGeom prst="rect">
              <a:avLst/>
            </a:prstGeom>
            <a:solidFill>
              <a:srgbClr val="5858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3869837" y="2952155"/>
            <a:ext cx="1564144" cy="1694288"/>
            <a:chOff x="2902378" y="2068642"/>
            <a:chExt cx="1173108" cy="1270716"/>
          </a:xfrm>
          <a:solidFill>
            <a:srgbClr val="297F9D"/>
          </a:solidFill>
        </p:grpSpPr>
        <p:sp>
          <p:nvSpPr>
            <p:cNvPr id="10" name="Freeform 8"/>
            <p:cNvSpPr/>
            <p:nvPr/>
          </p:nvSpPr>
          <p:spPr bwMode="auto">
            <a:xfrm>
              <a:off x="2902378" y="2068642"/>
              <a:ext cx="1173108" cy="1270716"/>
            </a:xfrm>
            <a:custGeom>
              <a:avLst/>
              <a:gdLst>
                <a:gd name="T0" fmla="*/ 39 w 274"/>
                <a:gd name="T1" fmla="*/ 296 h 296"/>
                <a:gd name="T2" fmla="*/ 262 w 274"/>
                <a:gd name="T3" fmla="*/ 296 h 296"/>
                <a:gd name="T4" fmla="*/ 203 w 274"/>
                <a:gd name="T5" fmla="*/ 0 h 296"/>
                <a:gd name="T6" fmla="*/ 0 w 274"/>
                <a:gd name="T7" fmla="*/ 99 h 296"/>
                <a:gd name="T8" fmla="*/ 39 w 274"/>
                <a:gd name="T9" fmla="*/ 296 h 296"/>
              </a:gdLst>
              <a:ahLst/>
              <a:cxnLst>
                <a:cxn ang="0">
                  <a:pos x="T0" y="T1"/>
                </a:cxn>
                <a:cxn ang="0">
                  <a:pos x="T2" y="T3"/>
                </a:cxn>
                <a:cxn ang="0">
                  <a:pos x="T4" y="T5"/>
                </a:cxn>
                <a:cxn ang="0">
                  <a:pos x="T6" y="T7"/>
                </a:cxn>
                <a:cxn ang="0">
                  <a:pos x="T8" y="T9"/>
                </a:cxn>
              </a:cxnLst>
              <a:rect l="0" t="0" r="r" b="b"/>
              <a:pathLst>
                <a:path w="274" h="296">
                  <a:moveTo>
                    <a:pt x="39" y="296"/>
                  </a:moveTo>
                  <a:cubicBezTo>
                    <a:pt x="262" y="296"/>
                    <a:pt x="262" y="296"/>
                    <a:pt x="262" y="296"/>
                  </a:cubicBezTo>
                  <a:cubicBezTo>
                    <a:pt x="274" y="203"/>
                    <a:pt x="257" y="93"/>
                    <a:pt x="203" y="0"/>
                  </a:cubicBezTo>
                  <a:cubicBezTo>
                    <a:pt x="0" y="99"/>
                    <a:pt x="0" y="99"/>
                    <a:pt x="0" y="99"/>
                  </a:cubicBezTo>
                  <a:cubicBezTo>
                    <a:pt x="55" y="159"/>
                    <a:pt x="54" y="233"/>
                    <a:pt x="39" y="296"/>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6" name="Group 25"/>
            <p:cNvGrpSpPr/>
            <p:nvPr/>
          </p:nvGrpSpPr>
          <p:grpSpPr>
            <a:xfrm>
              <a:off x="3318366" y="2672331"/>
              <a:ext cx="370228" cy="356619"/>
              <a:chOff x="4616450" y="1549401"/>
              <a:chExt cx="215900" cy="207963"/>
            </a:xfrm>
            <a:grpFill/>
          </p:grpSpPr>
          <p:sp>
            <p:nvSpPr>
              <p:cNvPr id="27"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6" name="Group 5"/>
          <p:cNvGrpSpPr/>
          <p:nvPr/>
        </p:nvGrpSpPr>
        <p:grpSpPr>
          <a:xfrm>
            <a:off x="5074877" y="2380968"/>
            <a:ext cx="1769000" cy="2265476"/>
            <a:chOff x="3806158" y="1640251"/>
            <a:chExt cx="1326750" cy="1699107"/>
          </a:xfrm>
          <a:solidFill>
            <a:srgbClr val="15A185"/>
          </a:solidFill>
        </p:grpSpPr>
        <p:sp>
          <p:nvSpPr>
            <p:cNvPr id="11" name="Freeform 9"/>
            <p:cNvSpPr/>
            <p:nvPr/>
          </p:nvSpPr>
          <p:spPr bwMode="auto">
            <a:xfrm>
              <a:off x="3806158" y="1640251"/>
              <a:ext cx="1326750" cy="1699107"/>
            </a:xfrm>
            <a:custGeom>
              <a:avLst/>
              <a:gdLst>
                <a:gd name="T0" fmla="*/ 60 w 310"/>
                <a:gd name="T1" fmla="*/ 396 h 396"/>
                <a:gd name="T2" fmla="*/ 246 w 310"/>
                <a:gd name="T3" fmla="*/ 396 h 396"/>
                <a:gd name="T4" fmla="*/ 193 w 310"/>
                <a:gd name="T5" fmla="*/ 0 h 396"/>
                <a:gd name="T6" fmla="*/ 0 w 310"/>
                <a:gd name="T7" fmla="*/ 93 h 396"/>
                <a:gd name="T8" fmla="*/ 60 w 310"/>
                <a:gd name="T9" fmla="*/ 396 h 396"/>
              </a:gdLst>
              <a:ahLst/>
              <a:cxnLst>
                <a:cxn ang="0">
                  <a:pos x="T0" y="T1"/>
                </a:cxn>
                <a:cxn ang="0">
                  <a:pos x="T2" y="T3"/>
                </a:cxn>
                <a:cxn ang="0">
                  <a:pos x="T4" y="T5"/>
                </a:cxn>
                <a:cxn ang="0">
                  <a:pos x="T6" y="T7"/>
                </a:cxn>
                <a:cxn ang="0">
                  <a:pos x="T8" y="T9"/>
                </a:cxn>
              </a:cxnLst>
              <a:rect l="0" t="0" r="r" b="b"/>
              <a:pathLst>
                <a:path w="310" h="396">
                  <a:moveTo>
                    <a:pt x="60" y="396"/>
                  </a:moveTo>
                  <a:cubicBezTo>
                    <a:pt x="246" y="396"/>
                    <a:pt x="246" y="396"/>
                    <a:pt x="246" y="396"/>
                  </a:cubicBezTo>
                  <a:cubicBezTo>
                    <a:pt x="310" y="261"/>
                    <a:pt x="284" y="118"/>
                    <a:pt x="193" y="0"/>
                  </a:cubicBezTo>
                  <a:cubicBezTo>
                    <a:pt x="0" y="93"/>
                    <a:pt x="0" y="93"/>
                    <a:pt x="0" y="93"/>
                  </a:cubicBezTo>
                  <a:cubicBezTo>
                    <a:pt x="58" y="182"/>
                    <a:pt x="82" y="320"/>
                    <a:pt x="60" y="396"/>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9" name="Group 28"/>
            <p:cNvGrpSpPr/>
            <p:nvPr/>
          </p:nvGrpSpPr>
          <p:grpSpPr>
            <a:xfrm>
              <a:off x="4404186" y="2421381"/>
              <a:ext cx="251008" cy="378969"/>
              <a:chOff x="549275" y="4406901"/>
              <a:chExt cx="161926" cy="244475"/>
            </a:xfrm>
            <a:grpFill/>
          </p:grpSpPr>
          <p:sp>
            <p:nvSpPr>
              <p:cNvPr id="30"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6" name="Group 15"/>
          <p:cNvGrpSpPr/>
          <p:nvPr/>
        </p:nvGrpSpPr>
        <p:grpSpPr>
          <a:xfrm>
            <a:off x="6263050" y="1865211"/>
            <a:ext cx="1911196" cy="2786055"/>
            <a:chOff x="4697287" y="1253433"/>
            <a:chExt cx="1433397" cy="2089541"/>
          </a:xfrm>
          <a:solidFill>
            <a:srgbClr val="9BBC57"/>
          </a:solidFill>
        </p:grpSpPr>
        <p:sp>
          <p:nvSpPr>
            <p:cNvPr id="12" name="Freeform 10"/>
            <p:cNvSpPr/>
            <p:nvPr/>
          </p:nvSpPr>
          <p:spPr bwMode="auto">
            <a:xfrm>
              <a:off x="4697287" y="1253433"/>
              <a:ext cx="1433397" cy="2089541"/>
            </a:xfrm>
            <a:custGeom>
              <a:avLst/>
              <a:gdLst>
                <a:gd name="T0" fmla="*/ 51 w 335"/>
                <a:gd name="T1" fmla="*/ 486 h 487"/>
                <a:gd name="T2" fmla="*/ 256 w 335"/>
                <a:gd name="T3" fmla="*/ 487 h 487"/>
                <a:gd name="T4" fmla="*/ 179 w 335"/>
                <a:gd name="T5" fmla="*/ 0 h 487"/>
                <a:gd name="T6" fmla="*/ 0 w 335"/>
                <a:gd name="T7" fmla="*/ 84 h 487"/>
                <a:gd name="T8" fmla="*/ 51 w 335"/>
                <a:gd name="T9" fmla="*/ 486 h 487"/>
              </a:gdLst>
              <a:ahLst/>
              <a:cxnLst>
                <a:cxn ang="0">
                  <a:pos x="T0" y="T1"/>
                </a:cxn>
                <a:cxn ang="0">
                  <a:pos x="T2" y="T3"/>
                </a:cxn>
                <a:cxn ang="0">
                  <a:pos x="T4" y="T5"/>
                </a:cxn>
                <a:cxn ang="0">
                  <a:pos x="T6" y="T7"/>
                </a:cxn>
                <a:cxn ang="0">
                  <a:pos x="T8" y="T9"/>
                </a:cxn>
              </a:cxnLst>
              <a:rect l="0" t="0" r="r" b="b"/>
              <a:pathLst>
                <a:path w="335" h="487">
                  <a:moveTo>
                    <a:pt x="51" y="486"/>
                  </a:moveTo>
                  <a:cubicBezTo>
                    <a:pt x="256" y="487"/>
                    <a:pt x="256" y="487"/>
                    <a:pt x="256" y="487"/>
                  </a:cubicBezTo>
                  <a:cubicBezTo>
                    <a:pt x="333" y="364"/>
                    <a:pt x="335" y="152"/>
                    <a:pt x="179" y="0"/>
                  </a:cubicBezTo>
                  <a:cubicBezTo>
                    <a:pt x="0" y="84"/>
                    <a:pt x="0" y="84"/>
                    <a:pt x="0" y="84"/>
                  </a:cubicBezTo>
                  <a:cubicBezTo>
                    <a:pt x="102" y="224"/>
                    <a:pt x="103" y="391"/>
                    <a:pt x="51" y="486"/>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2" name="Group 31"/>
            <p:cNvGrpSpPr/>
            <p:nvPr/>
          </p:nvGrpSpPr>
          <p:grpSpPr>
            <a:xfrm>
              <a:off x="5314734" y="2130107"/>
              <a:ext cx="435291" cy="441643"/>
              <a:chOff x="2360613" y="2686051"/>
              <a:chExt cx="217488" cy="220662"/>
            </a:xfrm>
            <a:grpFill/>
          </p:grpSpPr>
          <p:sp>
            <p:nvSpPr>
              <p:cNvPr id="33"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7" name="Group 16"/>
          <p:cNvGrpSpPr/>
          <p:nvPr/>
        </p:nvGrpSpPr>
        <p:grpSpPr>
          <a:xfrm>
            <a:off x="7376507" y="1361503"/>
            <a:ext cx="2173893" cy="3289761"/>
            <a:chOff x="5532380" y="875652"/>
            <a:chExt cx="1630420" cy="2467321"/>
          </a:xfrm>
          <a:solidFill>
            <a:srgbClr val="F49D15"/>
          </a:solidFill>
        </p:grpSpPr>
        <p:sp>
          <p:nvSpPr>
            <p:cNvPr id="13" name="Freeform 11"/>
            <p:cNvSpPr/>
            <p:nvPr/>
          </p:nvSpPr>
          <p:spPr bwMode="auto">
            <a:xfrm>
              <a:off x="5532380" y="875652"/>
              <a:ext cx="1630420" cy="2467321"/>
            </a:xfrm>
            <a:custGeom>
              <a:avLst/>
              <a:gdLst>
                <a:gd name="T0" fmla="*/ 0 w 381"/>
                <a:gd name="T1" fmla="*/ 80 h 575"/>
                <a:gd name="T2" fmla="*/ 176 w 381"/>
                <a:gd name="T3" fmla="*/ 0 h 575"/>
                <a:gd name="T4" fmla="*/ 289 w 381"/>
                <a:gd name="T5" fmla="*/ 574 h 575"/>
                <a:gd name="T6" fmla="*/ 76 w 381"/>
                <a:gd name="T7" fmla="*/ 575 h 575"/>
                <a:gd name="T8" fmla="*/ 0 w 381"/>
                <a:gd name="T9" fmla="*/ 80 h 575"/>
              </a:gdLst>
              <a:ahLst/>
              <a:cxnLst>
                <a:cxn ang="0">
                  <a:pos x="T0" y="T1"/>
                </a:cxn>
                <a:cxn ang="0">
                  <a:pos x="T2" y="T3"/>
                </a:cxn>
                <a:cxn ang="0">
                  <a:pos x="T4" y="T5"/>
                </a:cxn>
                <a:cxn ang="0">
                  <a:pos x="T6" y="T7"/>
                </a:cxn>
                <a:cxn ang="0">
                  <a:pos x="T8" y="T9"/>
                </a:cxn>
              </a:cxnLst>
              <a:rect l="0" t="0" r="r" b="b"/>
              <a:pathLst>
                <a:path w="381" h="575">
                  <a:moveTo>
                    <a:pt x="0" y="80"/>
                  </a:moveTo>
                  <a:cubicBezTo>
                    <a:pt x="176" y="0"/>
                    <a:pt x="176" y="0"/>
                    <a:pt x="176" y="0"/>
                  </a:cubicBezTo>
                  <a:cubicBezTo>
                    <a:pt x="368" y="150"/>
                    <a:pt x="381" y="403"/>
                    <a:pt x="289" y="574"/>
                  </a:cubicBezTo>
                  <a:cubicBezTo>
                    <a:pt x="76" y="575"/>
                    <a:pt x="76" y="575"/>
                    <a:pt x="76" y="575"/>
                  </a:cubicBezTo>
                  <a:cubicBezTo>
                    <a:pt x="154" y="430"/>
                    <a:pt x="146" y="243"/>
                    <a:pt x="0" y="80"/>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33"/>
            <p:cNvSpPr>
              <a:spLocks noEditPoints="1"/>
            </p:cNvSpPr>
            <p:nvPr/>
          </p:nvSpPr>
          <p:spPr bwMode="auto">
            <a:xfrm>
              <a:off x="6265418" y="1955665"/>
              <a:ext cx="457200" cy="311285"/>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7"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38" name="Oval 37"/>
          <p:cNvSpPr/>
          <p:nvPr/>
        </p:nvSpPr>
        <p:spPr>
          <a:xfrm>
            <a:off x="323683" y="5553347"/>
            <a:ext cx="580960" cy="584607"/>
          </a:xfrm>
          <a:prstGeom prst="ellipse">
            <a:avLst/>
          </a:prstGeom>
          <a:solidFill>
            <a:srgbClr val="44546A"/>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39" name="Oval 38"/>
          <p:cNvSpPr/>
          <p:nvPr/>
        </p:nvSpPr>
        <p:spPr>
          <a:xfrm>
            <a:off x="2698449" y="5553347"/>
            <a:ext cx="580960" cy="584607"/>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0" name="Oval 39"/>
          <p:cNvSpPr/>
          <p:nvPr/>
        </p:nvSpPr>
        <p:spPr>
          <a:xfrm>
            <a:off x="5154908" y="5553347"/>
            <a:ext cx="580960" cy="584607"/>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Oval 40"/>
          <p:cNvSpPr/>
          <p:nvPr/>
        </p:nvSpPr>
        <p:spPr>
          <a:xfrm>
            <a:off x="7566098" y="5553347"/>
            <a:ext cx="580960" cy="584607"/>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Rectangle 41"/>
          <p:cNvSpPr/>
          <p:nvPr/>
        </p:nvSpPr>
        <p:spPr>
          <a:xfrm>
            <a:off x="1004162" y="5406202"/>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3" name="Rectangle 42"/>
          <p:cNvSpPr/>
          <p:nvPr/>
        </p:nvSpPr>
        <p:spPr>
          <a:xfrm>
            <a:off x="3394331" y="5406202"/>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Planning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4" name="Rectangle 43"/>
          <p:cNvSpPr/>
          <p:nvPr/>
        </p:nvSpPr>
        <p:spPr>
          <a:xfrm>
            <a:off x="5851597" y="5406202"/>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Building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5" name="Rectangle 44"/>
          <p:cNvSpPr/>
          <p:nvPr/>
        </p:nvSpPr>
        <p:spPr>
          <a:xfrm>
            <a:off x="8174714" y="5406202"/>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Finishing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6" name="Oval 45"/>
          <p:cNvSpPr/>
          <p:nvPr/>
        </p:nvSpPr>
        <p:spPr>
          <a:xfrm>
            <a:off x="9861508" y="5553347"/>
            <a:ext cx="580960" cy="584607"/>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7" name="Rectangle 46"/>
          <p:cNvSpPr/>
          <p:nvPr/>
        </p:nvSpPr>
        <p:spPr>
          <a:xfrm>
            <a:off x="10470124" y="5406202"/>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Reporting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3599695825"/>
      </p:ext>
    </p:extLst>
  </p:cSld>
  <p:clrMapOvr>
    <a:masterClrMapping/>
  </p:clrMapOvr>
  <p:transition spd="slow">
    <p:push di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963795"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Wave Performance</a:t>
            </a:r>
          </a:p>
        </p:txBody>
      </p:sp>
      <p:cxnSp>
        <p:nvCxnSpPr>
          <p:cNvPr id="9" name="Straight Connector 8"/>
          <p:cNvCxnSpPr/>
          <p:nvPr/>
        </p:nvCxnSpPr>
        <p:spPr>
          <a:xfrm>
            <a:off x="922916" y="3022600"/>
            <a:ext cx="5173085" cy="0"/>
          </a:xfrm>
          <a:prstGeom prst="line">
            <a:avLst/>
          </a:prstGeom>
          <a:ln w="41275" cmpd="sng">
            <a:solidFill>
              <a:srgbClr val="F49D15"/>
            </a:solidFill>
            <a:prstDash val="sysDot"/>
          </a:ln>
        </p:spPr>
        <p:style>
          <a:lnRef idx="1">
            <a:schemeClr val="accent1"/>
          </a:lnRef>
          <a:fillRef idx="0">
            <a:schemeClr val="accent1"/>
          </a:fillRef>
          <a:effectRef idx="0">
            <a:schemeClr val="accent1"/>
          </a:effectRef>
          <a:fontRef idx="minor">
            <a:schemeClr val="tx1"/>
          </a:fontRef>
        </p:style>
      </p:cxnSp>
      <p:sp>
        <p:nvSpPr>
          <p:cNvPr id="24" name="Freeform 10"/>
          <p:cNvSpPr>
            <a:spLocks noEditPoints="1"/>
          </p:cNvSpPr>
          <p:nvPr/>
        </p:nvSpPr>
        <p:spPr bwMode="auto">
          <a:xfrm flipH="1">
            <a:off x="6096001" y="1780243"/>
            <a:ext cx="834924" cy="1302232"/>
          </a:xfrm>
          <a:custGeom>
            <a:avLst/>
            <a:gdLst>
              <a:gd name="T0" fmla="*/ 2 w 234"/>
              <a:gd name="T1" fmla="*/ 317 h 351"/>
              <a:gd name="T2" fmla="*/ 3 w 234"/>
              <a:gd name="T3" fmla="*/ 320 h 351"/>
              <a:gd name="T4" fmla="*/ 1 w 234"/>
              <a:gd name="T5" fmla="*/ 319 h 351"/>
              <a:gd name="T6" fmla="*/ 227 w 234"/>
              <a:gd name="T7" fmla="*/ 351 h 351"/>
              <a:gd name="T8" fmla="*/ 231 w 234"/>
              <a:gd name="T9" fmla="*/ 331 h 351"/>
              <a:gd name="T10" fmla="*/ 149 w 234"/>
              <a:gd name="T11" fmla="*/ 315 h 351"/>
              <a:gd name="T12" fmla="*/ 107 w 234"/>
              <a:gd name="T13" fmla="*/ 301 h 351"/>
              <a:gd name="T14" fmla="*/ 212 w 234"/>
              <a:gd name="T15" fmla="*/ 307 h 351"/>
              <a:gd name="T16" fmla="*/ 212 w 234"/>
              <a:gd name="T17" fmla="*/ 306 h 351"/>
              <a:gd name="T18" fmla="*/ 211 w 234"/>
              <a:gd name="T19" fmla="*/ 304 h 351"/>
              <a:gd name="T20" fmla="*/ 107 w 234"/>
              <a:gd name="T21" fmla="*/ 7 h 351"/>
              <a:gd name="T22" fmla="*/ 107 w 234"/>
              <a:gd name="T23" fmla="*/ 2 h 351"/>
              <a:gd name="T24" fmla="*/ 106 w 234"/>
              <a:gd name="T25" fmla="*/ 0 h 351"/>
              <a:gd name="T26" fmla="*/ 104 w 234"/>
              <a:gd name="T27" fmla="*/ 2 h 351"/>
              <a:gd name="T28" fmla="*/ 104 w 234"/>
              <a:gd name="T29" fmla="*/ 19 h 351"/>
              <a:gd name="T30" fmla="*/ 104 w 234"/>
              <a:gd name="T31" fmla="*/ 303 h 351"/>
              <a:gd name="T32" fmla="*/ 81 w 234"/>
              <a:gd name="T33" fmla="*/ 313 h 351"/>
              <a:gd name="T34" fmla="*/ 35 w 234"/>
              <a:gd name="T35" fmla="*/ 324 h 351"/>
              <a:gd name="T36" fmla="*/ 0 w 234"/>
              <a:gd name="T37" fmla="*/ 315 h 351"/>
              <a:gd name="T38" fmla="*/ 0 w 234"/>
              <a:gd name="T39" fmla="*/ 316 h 351"/>
              <a:gd name="T40" fmla="*/ 107 w 234"/>
              <a:gd name="T41" fmla="*/ 11 h 351"/>
              <a:gd name="T42" fmla="*/ 107 w 234"/>
              <a:gd name="T43" fmla="*/ 15 h 351"/>
              <a:gd name="T44" fmla="*/ 66 w 234"/>
              <a:gd name="T45" fmla="*/ 190 h 351"/>
              <a:gd name="T46" fmla="*/ 104 w 234"/>
              <a:gd name="T47" fmla="*/ 295 h 351"/>
              <a:gd name="T48" fmla="*/ 34 w 234"/>
              <a:gd name="T49" fmla="*/ 319 h 351"/>
              <a:gd name="T50" fmla="*/ 30 w 234"/>
              <a:gd name="T51" fmla="*/ 323 h 351"/>
              <a:gd name="T52" fmla="*/ 34 w 234"/>
              <a:gd name="T53" fmla="*/ 319 h 351"/>
              <a:gd name="T54" fmla="*/ 28 w 234"/>
              <a:gd name="T55" fmla="*/ 323 h 351"/>
              <a:gd name="T56" fmla="*/ 23 w 234"/>
              <a:gd name="T57" fmla="*/ 318 h 351"/>
              <a:gd name="T58" fmla="*/ 21 w 234"/>
              <a:gd name="T59" fmla="*/ 318 h 351"/>
              <a:gd name="T60" fmla="*/ 17 w 234"/>
              <a:gd name="T61" fmla="*/ 322 h 351"/>
              <a:gd name="T62" fmla="*/ 21 w 234"/>
              <a:gd name="T63" fmla="*/ 318 h 351"/>
              <a:gd name="T64" fmla="*/ 16 w 234"/>
              <a:gd name="T65" fmla="*/ 322 h 351"/>
              <a:gd name="T66" fmla="*/ 10 w 234"/>
              <a:gd name="T67" fmla="*/ 317 h 351"/>
              <a:gd name="T68" fmla="*/ 9 w 234"/>
              <a:gd name="T69" fmla="*/ 317 h 351"/>
              <a:gd name="T70" fmla="*/ 6 w 234"/>
              <a:gd name="T71" fmla="*/ 321 h 351"/>
              <a:gd name="T72" fmla="*/ 9 w 234"/>
              <a:gd name="T73" fmla="*/ 31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4" h="351">
                <a:moveTo>
                  <a:pt x="0" y="317"/>
                </a:moveTo>
                <a:cubicBezTo>
                  <a:pt x="2" y="317"/>
                  <a:pt x="2" y="317"/>
                  <a:pt x="2" y="317"/>
                </a:cubicBezTo>
                <a:cubicBezTo>
                  <a:pt x="4" y="321"/>
                  <a:pt x="4" y="321"/>
                  <a:pt x="4" y="321"/>
                </a:cubicBezTo>
                <a:cubicBezTo>
                  <a:pt x="3" y="320"/>
                  <a:pt x="3" y="320"/>
                  <a:pt x="3" y="320"/>
                </a:cubicBezTo>
                <a:cubicBezTo>
                  <a:pt x="2" y="319"/>
                  <a:pt x="2" y="319"/>
                  <a:pt x="2" y="319"/>
                </a:cubicBezTo>
                <a:cubicBezTo>
                  <a:pt x="1" y="319"/>
                  <a:pt x="1" y="319"/>
                  <a:pt x="1" y="319"/>
                </a:cubicBezTo>
                <a:cubicBezTo>
                  <a:pt x="1" y="319"/>
                  <a:pt x="11" y="339"/>
                  <a:pt x="22" y="351"/>
                </a:cubicBezTo>
                <a:cubicBezTo>
                  <a:pt x="227" y="351"/>
                  <a:pt x="227" y="351"/>
                  <a:pt x="227" y="351"/>
                </a:cubicBezTo>
                <a:cubicBezTo>
                  <a:pt x="228" y="344"/>
                  <a:pt x="228" y="335"/>
                  <a:pt x="231" y="334"/>
                </a:cubicBezTo>
                <a:cubicBezTo>
                  <a:pt x="234" y="333"/>
                  <a:pt x="232" y="331"/>
                  <a:pt x="231" y="331"/>
                </a:cubicBezTo>
                <a:cubicBezTo>
                  <a:pt x="229" y="332"/>
                  <a:pt x="153" y="331"/>
                  <a:pt x="153" y="331"/>
                </a:cubicBezTo>
                <a:cubicBezTo>
                  <a:pt x="153" y="331"/>
                  <a:pt x="151" y="316"/>
                  <a:pt x="149" y="315"/>
                </a:cubicBezTo>
                <a:cubicBezTo>
                  <a:pt x="146" y="314"/>
                  <a:pt x="125" y="313"/>
                  <a:pt x="107" y="313"/>
                </a:cubicBezTo>
                <a:cubicBezTo>
                  <a:pt x="107" y="301"/>
                  <a:pt x="107" y="301"/>
                  <a:pt x="107" y="301"/>
                </a:cubicBezTo>
                <a:cubicBezTo>
                  <a:pt x="107" y="301"/>
                  <a:pt x="203" y="307"/>
                  <a:pt x="212" y="307"/>
                </a:cubicBezTo>
                <a:cubicBezTo>
                  <a:pt x="212" y="307"/>
                  <a:pt x="212" y="307"/>
                  <a:pt x="212" y="307"/>
                </a:cubicBezTo>
                <a:cubicBezTo>
                  <a:pt x="213" y="306"/>
                  <a:pt x="213" y="306"/>
                  <a:pt x="213" y="306"/>
                </a:cubicBezTo>
                <a:cubicBezTo>
                  <a:pt x="212" y="306"/>
                  <a:pt x="212" y="306"/>
                  <a:pt x="212" y="306"/>
                </a:cubicBezTo>
                <a:cubicBezTo>
                  <a:pt x="213" y="305"/>
                  <a:pt x="214" y="304"/>
                  <a:pt x="211" y="304"/>
                </a:cubicBezTo>
                <a:cubicBezTo>
                  <a:pt x="211" y="304"/>
                  <a:pt x="211" y="304"/>
                  <a:pt x="211" y="304"/>
                </a:cubicBezTo>
                <a:cubicBezTo>
                  <a:pt x="194" y="275"/>
                  <a:pt x="145" y="124"/>
                  <a:pt x="120" y="48"/>
                </a:cubicBezTo>
                <a:cubicBezTo>
                  <a:pt x="114" y="28"/>
                  <a:pt x="109" y="13"/>
                  <a:pt x="107" y="7"/>
                </a:cubicBezTo>
                <a:cubicBezTo>
                  <a:pt x="107" y="2"/>
                  <a:pt x="107" y="2"/>
                  <a:pt x="107" y="2"/>
                </a:cubicBezTo>
                <a:cubicBezTo>
                  <a:pt x="107" y="2"/>
                  <a:pt x="107" y="2"/>
                  <a:pt x="107" y="2"/>
                </a:cubicBezTo>
                <a:cubicBezTo>
                  <a:pt x="107" y="2"/>
                  <a:pt x="108" y="1"/>
                  <a:pt x="108" y="1"/>
                </a:cubicBezTo>
                <a:cubicBezTo>
                  <a:pt x="108" y="1"/>
                  <a:pt x="107" y="0"/>
                  <a:pt x="106" y="0"/>
                </a:cubicBezTo>
                <a:cubicBezTo>
                  <a:pt x="104" y="0"/>
                  <a:pt x="103" y="1"/>
                  <a:pt x="103" y="1"/>
                </a:cubicBezTo>
                <a:cubicBezTo>
                  <a:pt x="103" y="1"/>
                  <a:pt x="103" y="1"/>
                  <a:pt x="104" y="2"/>
                </a:cubicBezTo>
                <a:cubicBezTo>
                  <a:pt x="104" y="2"/>
                  <a:pt x="104" y="2"/>
                  <a:pt x="104" y="2"/>
                </a:cubicBezTo>
                <a:cubicBezTo>
                  <a:pt x="104" y="19"/>
                  <a:pt x="104" y="19"/>
                  <a:pt x="104" y="19"/>
                </a:cubicBezTo>
                <a:cubicBezTo>
                  <a:pt x="87" y="42"/>
                  <a:pt x="2" y="163"/>
                  <a:pt x="0" y="313"/>
                </a:cubicBezTo>
                <a:cubicBezTo>
                  <a:pt x="5" y="314"/>
                  <a:pt x="74" y="309"/>
                  <a:pt x="104" y="303"/>
                </a:cubicBezTo>
                <a:cubicBezTo>
                  <a:pt x="104" y="313"/>
                  <a:pt x="104" y="313"/>
                  <a:pt x="104" y="313"/>
                </a:cubicBezTo>
                <a:cubicBezTo>
                  <a:pt x="92" y="313"/>
                  <a:pt x="82" y="313"/>
                  <a:pt x="81" y="313"/>
                </a:cubicBezTo>
                <a:cubicBezTo>
                  <a:pt x="77" y="314"/>
                  <a:pt x="58" y="326"/>
                  <a:pt x="58" y="326"/>
                </a:cubicBezTo>
                <a:cubicBezTo>
                  <a:pt x="35" y="324"/>
                  <a:pt x="35" y="324"/>
                  <a:pt x="35" y="324"/>
                </a:cubicBezTo>
                <a:cubicBezTo>
                  <a:pt x="35" y="318"/>
                  <a:pt x="35" y="318"/>
                  <a:pt x="35" y="318"/>
                </a:cubicBezTo>
                <a:cubicBezTo>
                  <a:pt x="0" y="315"/>
                  <a:pt x="0" y="315"/>
                  <a:pt x="0" y="315"/>
                </a:cubicBezTo>
                <a:cubicBezTo>
                  <a:pt x="0" y="315"/>
                  <a:pt x="0" y="315"/>
                  <a:pt x="0" y="315"/>
                </a:cubicBezTo>
                <a:cubicBezTo>
                  <a:pt x="0" y="315"/>
                  <a:pt x="0" y="316"/>
                  <a:pt x="0" y="316"/>
                </a:cubicBezTo>
                <a:cubicBezTo>
                  <a:pt x="0" y="316"/>
                  <a:pt x="0" y="317"/>
                  <a:pt x="0" y="317"/>
                </a:cubicBezTo>
                <a:close/>
                <a:moveTo>
                  <a:pt x="107" y="11"/>
                </a:moveTo>
                <a:cubicBezTo>
                  <a:pt x="119" y="48"/>
                  <a:pt x="183" y="248"/>
                  <a:pt x="207" y="298"/>
                </a:cubicBezTo>
                <a:cubicBezTo>
                  <a:pt x="189" y="270"/>
                  <a:pt x="127" y="151"/>
                  <a:pt x="107" y="15"/>
                </a:cubicBezTo>
                <a:lnTo>
                  <a:pt x="107" y="11"/>
                </a:lnTo>
                <a:close/>
                <a:moveTo>
                  <a:pt x="66" y="190"/>
                </a:moveTo>
                <a:cubicBezTo>
                  <a:pt x="67" y="173"/>
                  <a:pt x="85" y="56"/>
                  <a:pt x="104" y="20"/>
                </a:cubicBezTo>
                <a:cubicBezTo>
                  <a:pt x="104" y="295"/>
                  <a:pt x="104" y="295"/>
                  <a:pt x="104" y="295"/>
                </a:cubicBezTo>
                <a:cubicBezTo>
                  <a:pt x="93" y="272"/>
                  <a:pt x="65" y="208"/>
                  <a:pt x="66" y="190"/>
                </a:cubicBezTo>
                <a:close/>
                <a:moveTo>
                  <a:pt x="34" y="319"/>
                </a:moveTo>
                <a:cubicBezTo>
                  <a:pt x="34" y="324"/>
                  <a:pt x="34" y="324"/>
                  <a:pt x="34" y="324"/>
                </a:cubicBezTo>
                <a:cubicBezTo>
                  <a:pt x="30" y="323"/>
                  <a:pt x="30" y="323"/>
                  <a:pt x="30" y="323"/>
                </a:cubicBezTo>
                <a:cubicBezTo>
                  <a:pt x="29" y="319"/>
                  <a:pt x="29" y="319"/>
                  <a:pt x="29" y="319"/>
                </a:cubicBezTo>
                <a:lnTo>
                  <a:pt x="34" y="319"/>
                </a:lnTo>
                <a:close/>
                <a:moveTo>
                  <a:pt x="28" y="319"/>
                </a:moveTo>
                <a:cubicBezTo>
                  <a:pt x="28" y="323"/>
                  <a:pt x="28" y="323"/>
                  <a:pt x="28" y="323"/>
                </a:cubicBezTo>
                <a:cubicBezTo>
                  <a:pt x="23" y="323"/>
                  <a:pt x="23" y="323"/>
                  <a:pt x="23" y="323"/>
                </a:cubicBezTo>
                <a:cubicBezTo>
                  <a:pt x="23" y="318"/>
                  <a:pt x="23" y="318"/>
                  <a:pt x="23" y="318"/>
                </a:cubicBezTo>
                <a:lnTo>
                  <a:pt x="28" y="319"/>
                </a:lnTo>
                <a:close/>
                <a:moveTo>
                  <a:pt x="21" y="318"/>
                </a:moveTo>
                <a:cubicBezTo>
                  <a:pt x="22" y="322"/>
                  <a:pt x="22" y="322"/>
                  <a:pt x="22" y="322"/>
                </a:cubicBezTo>
                <a:cubicBezTo>
                  <a:pt x="17" y="322"/>
                  <a:pt x="17" y="322"/>
                  <a:pt x="17" y="322"/>
                </a:cubicBezTo>
                <a:cubicBezTo>
                  <a:pt x="16" y="318"/>
                  <a:pt x="16" y="318"/>
                  <a:pt x="16" y="318"/>
                </a:cubicBezTo>
                <a:lnTo>
                  <a:pt x="21" y="318"/>
                </a:lnTo>
                <a:close/>
                <a:moveTo>
                  <a:pt x="15" y="318"/>
                </a:moveTo>
                <a:cubicBezTo>
                  <a:pt x="16" y="322"/>
                  <a:pt x="16" y="322"/>
                  <a:pt x="16" y="322"/>
                </a:cubicBezTo>
                <a:cubicBezTo>
                  <a:pt x="11" y="321"/>
                  <a:pt x="11" y="321"/>
                  <a:pt x="11" y="321"/>
                </a:cubicBezTo>
                <a:cubicBezTo>
                  <a:pt x="10" y="317"/>
                  <a:pt x="10" y="317"/>
                  <a:pt x="10" y="317"/>
                </a:cubicBezTo>
                <a:lnTo>
                  <a:pt x="15" y="318"/>
                </a:lnTo>
                <a:close/>
                <a:moveTo>
                  <a:pt x="9" y="317"/>
                </a:moveTo>
                <a:cubicBezTo>
                  <a:pt x="9" y="321"/>
                  <a:pt x="9" y="321"/>
                  <a:pt x="9" y="321"/>
                </a:cubicBezTo>
                <a:cubicBezTo>
                  <a:pt x="6" y="321"/>
                  <a:pt x="6" y="321"/>
                  <a:pt x="6" y="321"/>
                </a:cubicBezTo>
                <a:cubicBezTo>
                  <a:pt x="4" y="317"/>
                  <a:pt x="4" y="317"/>
                  <a:pt x="4" y="317"/>
                </a:cubicBezTo>
                <a:lnTo>
                  <a:pt x="9" y="317"/>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17" name="Straight Connector 16"/>
          <p:cNvCxnSpPr/>
          <p:nvPr/>
        </p:nvCxnSpPr>
        <p:spPr>
          <a:xfrm>
            <a:off x="914401" y="4537812"/>
            <a:ext cx="3098800" cy="8788"/>
          </a:xfrm>
          <a:prstGeom prst="line">
            <a:avLst/>
          </a:prstGeom>
          <a:ln w="41275" cmpd="sng">
            <a:solidFill>
              <a:srgbClr val="9BBC57"/>
            </a:solidFill>
            <a:prstDash val="sysDot"/>
          </a:ln>
        </p:spPr>
        <p:style>
          <a:lnRef idx="1">
            <a:schemeClr val="accent1"/>
          </a:lnRef>
          <a:fillRef idx="0">
            <a:schemeClr val="accent1"/>
          </a:fillRef>
          <a:effectRef idx="0">
            <a:schemeClr val="accent1"/>
          </a:effectRef>
          <a:fontRef idx="minor">
            <a:schemeClr val="tx1"/>
          </a:fontRef>
        </p:style>
      </p:cxnSp>
      <p:sp>
        <p:nvSpPr>
          <p:cNvPr id="27" name="Freeform 10"/>
          <p:cNvSpPr>
            <a:spLocks noEditPoints="1"/>
          </p:cNvSpPr>
          <p:nvPr/>
        </p:nvSpPr>
        <p:spPr bwMode="auto">
          <a:xfrm flipH="1">
            <a:off x="4064001" y="3294749"/>
            <a:ext cx="834924" cy="1302232"/>
          </a:xfrm>
          <a:custGeom>
            <a:avLst/>
            <a:gdLst>
              <a:gd name="T0" fmla="*/ 2 w 234"/>
              <a:gd name="T1" fmla="*/ 317 h 351"/>
              <a:gd name="T2" fmla="*/ 3 w 234"/>
              <a:gd name="T3" fmla="*/ 320 h 351"/>
              <a:gd name="T4" fmla="*/ 1 w 234"/>
              <a:gd name="T5" fmla="*/ 319 h 351"/>
              <a:gd name="T6" fmla="*/ 227 w 234"/>
              <a:gd name="T7" fmla="*/ 351 h 351"/>
              <a:gd name="T8" fmla="*/ 231 w 234"/>
              <a:gd name="T9" fmla="*/ 331 h 351"/>
              <a:gd name="T10" fmla="*/ 149 w 234"/>
              <a:gd name="T11" fmla="*/ 315 h 351"/>
              <a:gd name="T12" fmla="*/ 107 w 234"/>
              <a:gd name="T13" fmla="*/ 301 h 351"/>
              <a:gd name="T14" fmla="*/ 212 w 234"/>
              <a:gd name="T15" fmla="*/ 307 h 351"/>
              <a:gd name="T16" fmla="*/ 212 w 234"/>
              <a:gd name="T17" fmla="*/ 306 h 351"/>
              <a:gd name="T18" fmla="*/ 211 w 234"/>
              <a:gd name="T19" fmla="*/ 304 h 351"/>
              <a:gd name="T20" fmla="*/ 107 w 234"/>
              <a:gd name="T21" fmla="*/ 7 h 351"/>
              <a:gd name="T22" fmla="*/ 107 w 234"/>
              <a:gd name="T23" fmla="*/ 2 h 351"/>
              <a:gd name="T24" fmla="*/ 106 w 234"/>
              <a:gd name="T25" fmla="*/ 0 h 351"/>
              <a:gd name="T26" fmla="*/ 104 w 234"/>
              <a:gd name="T27" fmla="*/ 2 h 351"/>
              <a:gd name="T28" fmla="*/ 104 w 234"/>
              <a:gd name="T29" fmla="*/ 19 h 351"/>
              <a:gd name="T30" fmla="*/ 104 w 234"/>
              <a:gd name="T31" fmla="*/ 303 h 351"/>
              <a:gd name="T32" fmla="*/ 81 w 234"/>
              <a:gd name="T33" fmla="*/ 313 h 351"/>
              <a:gd name="T34" fmla="*/ 35 w 234"/>
              <a:gd name="T35" fmla="*/ 324 h 351"/>
              <a:gd name="T36" fmla="*/ 0 w 234"/>
              <a:gd name="T37" fmla="*/ 315 h 351"/>
              <a:gd name="T38" fmla="*/ 0 w 234"/>
              <a:gd name="T39" fmla="*/ 316 h 351"/>
              <a:gd name="T40" fmla="*/ 107 w 234"/>
              <a:gd name="T41" fmla="*/ 11 h 351"/>
              <a:gd name="T42" fmla="*/ 107 w 234"/>
              <a:gd name="T43" fmla="*/ 15 h 351"/>
              <a:gd name="T44" fmla="*/ 66 w 234"/>
              <a:gd name="T45" fmla="*/ 190 h 351"/>
              <a:gd name="T46" fmla="*/ 104 w 234"/>
              <a:gd name="T47" fmla="*/ 295 h 351"/>
              <a:gd name="T48" fmla="*/ 34 w 234"/>
              <a:gd name="T49" fmla="*/ 319 h 351"/>
              <a:gd name="T50" fmla="*/ 30 w 234"/>
              <a:gd name="T51" fmla="*/ 323 h 351"/>
              <a:gd name="T52" fmla="*/ 34 w 234"/>
              <a:gd name="T53" fmla="*/ 319 h 351"/>
              <a:gd name="T54" fmla="*/ 28 w 234"/>
              <a:gd name="T55" fmla="*/ 323 h 351"/>
              <a:gd name="T56" fmla="*/ 23 w 234"/>
              <a:gd name="T57" fmla="*/ 318 h 351"/>
              <a:gd name="T58" fmla="*/ 21 w 234"/>
              <a:gd name="T59" fmla="*/ 318 h 351"/>
              <a:gd name="T60" fmla="*/ 17 w 234"/>
              <a:gd name="T61" fmla="*/ 322 h 351"/>
              <a:gd name="T62" fmla="*/ 21 w 234"/>
              <a:gd name="T63" fmla="*/ 318 h 351"/>
              <a:gd name="T64" fmla="*/ 16 w 234"/>
              <a:gd name="T65" fmla="*/ 322 h 351"/>
              <a:gd name="T66" fmla="*/ 10 w 234"/>
              <a:gd name="T67" fmla="*/ 317 h 351"/>
              <a:gd name="T68" fmla="*/ 9 w 234"/>
              <a:gd name="T69" fmla="*/ 317 h 351"/>
              <a:gd name="T70" fmla="*/ 6 w 234"/>
              <a:gd name="T71" fmla="*/ 321 h 351"/>
              <a:gd name="T72" fmla="*/ 9 w 234"/>
              <a:gd name="T73" fmla="*/ 31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4" h="351">
                <a:moveTo>
                  <a:pt x="0" y="317"/>
                </a:moveTo>
                <a:cubicBezTo>
                  <a:pt x="2" y="317"/>
                  <a:pt x="2" y="317"/>
                  <a:pt x="2" y="317"/>
                </a:cubicBezTo>
                <a:cubicBezTo>
                  <a:pt x="4" y="321"/>
                  <a:pt x="4" y="321"/>
                  <a:pt x="4" y="321"/>
                </a:cubicBezTo>
                <a:cubicBezTo>
                  <a:pt x="3" y="320"/>
                  <a:pt x="3" y="320"/>
                  <a:pt x="3" y="320"/>
                </a:cubicBezTo>
                <a:cubicBezTo>
                  <a:pt x="2" y="319"/>
                  <a:pt x="2" y="319"/>
                  <a:pt x="2" y="319"/>
                </a:cubicBezTo>
                <a:cubicBezTo>
                  <a:pt x="1" y="319"/>
                  <a:pt x="1" y="319"/>
                  <a:pt x="1" y="319"/>
                </a:cubicBezTo>
                <a:cubicBezTo>
                  <a:pt x="1" y="319"/>
                  <a:pt x="11" y="339"/>
                  <a:pt x="22" y="351"/>
                </a:cubicBezTo>
                <a:cubicBezTo>
                  <a:pt x="227" y="351"/>
                  <a:pt x="227" y="351"/>
                  <a:pt x="227" y="351"/>
                </a:cubicBezTo>
                <a:cubicBezTo>
                  <a:pt x="228" y="344"/>
                  <a:pt x="228" y="335"/>
                  <a:pt x="231" y="334"/>
                </a:cubicBezTo>
                <a:cubicBezTo>
                  <a:pt x="234" y="333"/>
                  <a:pt x="232" y="331"/>
                  <a:pt x="231" y="331"/>
                </a:cubicBezTo>
                <a:cubicBezTo>
                  <a:pt x="229" y="332"/>
                  <a:pt x="153" y="331"/>
                  <a:pt x="153" y="331"/>
                </a:cubicBezTo>
                <a:cubicBezTo>
                  <a:pt x="153" y="331"/>
                  <a:pt x="151" y="316"/>
                  <a:pt x="149" y="315"/>
                </a:cubicBezTo>
                <a:cubicBezTo>
                  <a:pt x="146" y="314"/>
                  <a:pt x="125" y="313"/>
                  <a:pt x="107" y="313"/>
                </a:cubicBezTo>
                <a:cubicBezTo>
                  <a:pt x="107" y="301"/>
                  <a:pt x="107" y="301"/>
                  <a:pt x="107" y="301"/>
                </a:cubicBezTo>
                <a:cubicBezTo>
                  <a:pt x="107" y="301"/>
                  <a:pt x="203" y="307"/>
                  <a:pt x="212" y="307"/>
                </a:cubicBezTo>
                <a:cubicBezTo>
                  <a:pt x="212" y="307"/>
                  <a:pt x="212" y="307"/>
                  <a:pt x="212" y="307"/>
                </a:cubicBezTo>
                <a:cubicBezTo>
                  <a:pt x="213" y="306"/>
                  <a:pt x="213" y="306"/>
                  <a:pt x="213" y="306"/>
                </a:cubicBezTo>
                <a:cubicBezTo>
                  <a:pt x="212" y="306"/>
                  <a:pt x="212" y="306"/>
                  <a:pt x="212" y="306"/>
                </a:cubicBezTo>
                <a:cubicBezTo>
                  <a:pt x="213" y="305"/>
                  <a:pt x="214" y="304"/>
                  <a:pt x="211" y="304"/>
                </a:cubicBezTo>
                <a:cubicBezTo>
                  <a:pt x="211" y="304"/>
                  <a:pt x="211" y="304"/>
                  <a:pt x="211" y="304"/>
                </a:cubicBezTo>
                <a:cubicBezTo>
                  <a:pt x="194" y="275"/>
                  <a:pt x="145" y="124"/>
                  <a:pt x="120" y="48"/>
                </a:cubicBezTo>
                <a:cubicBezTo>
                  <a:pt x="114" y="28"/>
                  <a:pt x="109" y="13"/>
                  <a:pt x="107" y="7"/>
                </a:cubicBezTo>
                <a:cubicBezTo>
                  <a:pt x="107" y="2"/>
                  <a:pt x="107" y="2"/>
                  <a:pt x="107" y="2"/>
                </a:cubicBezTo>
                <a:cubicBezTo>
                  <a:pt x="107" y="2"/>
                  <a:pt x="107" y="2"/>
                  <a:pt x="107" y="2"/>
                </a:cubicBezTo>
                <a:cubicBezTo>
                  <a:pt x="107" y="2"/>
                  <a:pt x="108" y="1"/>
                  <a:pt x="108" y="1"/>
                </a:cubicBezTo>
                <a:cubicBezTo>
                  <a:pt x="108" y="1"/>
                  <a:pt x="107" y="0"/>
                  <a:pt x="106" y="0"/>
                </a:cubicBezTo>
                <a:cubicBezTo>
                  <a:pt x="104" y="0"/>
                  <a:pt x="103" y="1"/>
                  <a:pt x="103" y="1"/>
                </a:cubicBezTo>
                <a:cubicBezTo>
                  <a:pt x="103" y="1"/>
                  <a:pt x="103" y="1"/>
                  <a:pt x="104" y="2"/>
                </a:cubicBezTo>
                <a:cubicBezTo>
                  <a:pt x="104" y="2"/>
                  <a:pt x="104" y="2"/>
                  <a:pt x="104" y="2"/>
                </a:cubicBezTo>
                <a:cubicBezTo>
                  <a:pt x="104" y="19"/>
                  <a:pt x="104" y="19"/>
                  <a:pt x="104" y="19"/>
                </a:cubicBezTo>
                <a:cubicBezTo>
                  <a:pt x="87" y="42"/>
                  <a:pt x="2" y="163"/>
                  <a:pt x="0" y="313"/>
                </a:cubicBezTo>
                <a:cubicBezTo>
                  <a:pt x="5" y="314"/>
                  <a:pt x="74" y="309"/>
                  <a:pt x="104" y="303"/>
                </a:cubicBezTo>
                <a:cubicBezTo>
                  <a:pt x="104" y="313"/>
                  <a:pt x="104" y="313"/>
                  <a:pt x="104" y="313"/>
                </a:cubicBezTo>
                <a:cubicBezTo>
                  <a:pt x="92" y="313"/>
                  <a:pt x="82" y="313"/>
                  <a:pt x="81" y="313"/>
                </a:cubicBezTo>
                <a:cubicBezTo>
                  <a:pt x="77" y="314"/>
                  <a:pt x="58" y="326"/>
                  <a:pt x="58" y="326"/>
                </a:cubicBezTo>
                <a:cubicBezTo>
                  <a:pt x="35" y="324"/>
                  <a:pt x="35" y="324"/>
                  <a:pt x="35" y="324"/>
                </a:cubicBezTo>
                <a:cubicBezTo>
                  <a:pt x="35" y="318"/>
                  <a:pt x="35" y="318"/>
                  <a:pt x="35" y="318"/>
                </a:cubicBezTo>
                <a:cubicBezTo>
                  <a:pt x="0" y="315"/>
                  <a:pt x="0" y="315"/>
                  <a:pt x="0" y="315"/>
                </a:cubicBezTo>
                <a:cubicBezTo>
                  <a:pt x="0" y="315"/>
                  <a:pt x="0" y="315"/>
                  <a:pt x="0" y="315"/>
                </a:cubicBezTo>
                <a:cubicBezTo>
                  <a:pt x="0" y="315"/>
                  <a:pt x="0" y="316"/>
                  <a:pt x="0" y="316"/>
                </a:cubicBezTo>
                <a:cubicBezTo>
                  <a:pt x="0" y="316"/>
                  <a:pt x="0" y="317"/>
                  <a:pt x="0" y="317"/>
                </a:cubicBezTo>
                <a:close/>
                <a:moveTo>
                  <a:pt x="107" y="11"/>
                </a:moveTo>
                <a:cubicBezTo>
                  <a:pt x="119" y="48"/>
                  <a:pt x="183" y="248"/>
                  <a:pt x="207" y="298"/>
                </a:cubicBezTo>
                <a:cubicBezTo>
                  <a:pt x="189" y="270"/>
                  <a:pt x="127" y="151"/>
                  <a:pt x="107" y="15"/>
                </a:cubicBezTo>
                <a:lnTo>
                  <a:pt x="107" y="11"/>
                </a:lnTo>
                <a:close/>
                <a:moveTo>
                  <a:pt x="66" y="190"/>
                </a:moveTo>
                <a:cubicBezTo>
                  <a:pt x="67" y="173"/>
                  <a:pt x="85" y="56"/>
                  <a:pt x="104" y="20"/>
                </a:cubicBezTo>
                <a:cubicBezTo>
                  <a:pt x="104" y="295"/>
                  <a:pt x="104" y="295"/>
                  <a:pt x="104" y="295"/>
                </a:cubicBezTo>
                <a:cubicBezTo>
                  <a:pt x="93" y="272"/>
                  <a:pt x="65" y="208"/>
                  <a:pt x="66" y="190"/>
                </a:cubicBezTo>
                <a:close/>
                <a:moveTo>
                  <a:pt x="34" y="319"/>
                </a:moveTo>
                <a:cubicBezTo>
                  <a:pt x="34" y="324"/>
                  <a:pt x="34" y="324"/>
                  <a:pt x="34" y="324"/>
                </a:cubicBezTo>
                <a:cubicBezTo>
                  <a:pt x="30" y="323"/>
                  <a:pt x="30" y="323"/>
                  <a:pt x="30" y="323"/>
                </a:cubicBezTo>
                <a:cubicBezTo>
                  <a:pt x="29" y="319"/>
                  <a:pt x="29" y="319"/>
                  <a:pt x="29" y="319"/>
                </a:cubicBezTo>
                <a:lnTo>
                  <a:pt x="34" y="319"/>
                </a:lnTo>
                <a:close/>
                <a:moveTo>
                  <a:pt x="28" y="319"/>
                </a:moveTo>
                <a:cubicBezTo>
                  <a:pt x="28" y="323"/>
                  <a:pt x="28" y="323"/>
                  <a:pt x="28" y="323"/>
                </a:cubicBezTo>
                <a:cubicBezTo>
                  <a:pt x="23" y="323"/>
                  <a:pt x="23" y="323"/>
                  <a:pt x="23" y="323"/>
                </a:cubicBezTo>
                <a:cubicBezTo>
                  <a:pt x="23" y="318"/>
                  <a:pt x="23" y="318"/>
                  <a:pt x="23" y="318"/>
                </a:cubicBezTo>
                <a:lnTo>
                  <a:pt x="28" y="319"/>
                </a:lnTo>
                <a:close/>
                <a:moveTo>
                  <a:pt x="21" y="318"/>
                </a:moveTo>
                <a:cubicBezTo>
                  <a:pt x="22" y="322"/>
                  <a:pt x="22" y="322"/>
                  <a:pt x="22" y="322"/>
                </a:cubicBezTo>
                <a:cubicBezTo>
                  <a:pt x="17" y="322"/>
                  <a:pt x="17" y="322"/>
                  <a:pt x="17" y="322"/>
                </a:cubicBezTo>
                <a:cubicBezTo>
                  <a:pt x="16" y="318"/>
                  <a:pt x="16" y="318"/>
                  <a:pt x="16" y="318"/>
                </a:cubicBezTo>
                <a:lnTo>
                  <a:pt x="21" y="318"/>
                </a:lnTo>
                <a:close/>
                <a:moveTo>
                  <a:pt x="15" y="318"/>
                </a:moveTo>
                <a:cubicBezTo>
                  <a:pt x="16" y="322"/>
                  <a:pt x="16" y="322"/>
                  <a:pt x="16" y="322"/>
                </a:cubicBezTo>
                <a:cubicBezTo>
                  <a:pt x="11" y="321"/>
                  <a:pt x="11" y="321"/>
                  <a:pt x="11" y="321"/>
                </a:cubicBezTo>
                <a:cubicBezTo>
                  <a:pt x="10" y="317"/>
                  <a:pt x="10" y="317"/>
                  <a:pt x="10" y="317"/>
                </a:cubicBezTo>
                <a:lnTo>
                  <a:pt x="15" y="318"/>
                </a:lnTo>
                <a:close/>
                <a:moveTo>
                  <a:pt x="9" y="317"/>
                </a:moveTo>
                <a:cubicBezTo>
                  <a:pt x="9" y="321"/>
                  <a:pt x="9" y="321"/>
                  <a:pt x="9" y="321"/>
                </a:cubicBezTo>
                <a:cubicBezTo>
                  <a:pt x="6" y="321"/>
                  <a:pt x="6" y="321"/>
                  <a:pt x="6" y="321"/>
                </a:cubicBezTo>
                <a:cubicBezTo>
                  <a:pt x="4" y="317"/>
                  <a:pt x="4" y="317"/>
                  <a:pt x="4" y="317"/>
                </a:cubicBezTo>
                <a:lnTo>
                  <a:pt x="9" y="317"/>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20" name="Straight Connector 19"/>
          <p:cNvCxnSpPr/>
          <p:nvPr/>
        </p:nvCxnSpPr>
        <p:spPr>
          <a:xfrm>
            <a:off x="914400" y="6128232"/>
            <a:ext cx="4490732" cy="8788"/>
          </a:xfrm>
          <a:prstGeom prst="line">
            <a:avLst/>
          </a:prstGeom>
          <a:ln w="41275" cmpd="sng">
            <a:solidFill>
              <a:srgbClr val="297F9D"/>
            </a:solidFill>
            <a:prstDash val="sysDot"/>
          </a:ln>
        </p:spPr>
        <p:style>
          <a:lnRef idx="1">
            <a:schemeClr val="accent1"/>
          </a:lnRef>
          <a:fillRef idx="0">
            <a:schemeClr val="accent1"/>
          </a:fillRef>
          <a:effectRef idx="0">
            <a:schemeClr val="accent1"/>
          </a:effectRef>
          <a:fontRef idx="minor">
            <a:schemeClr val="tx1"/>
          </a:fontRef>
        </p:style>
      </p:cxnSp>
      <p:sp>
        <p:nvSpPr>
          <p:cNvPr id="28" name="Freeform 10"/>
          <p:cNvSpPr>
            <a:spLocks noEditPoints="1"/>
          </p:cNvSpPr>
          <p:nvPr/>
        </p:nvSpPr>
        <p:spPr bwMode="auto">
          <a:xfrm flipH="1">
            <a:off x="5464276" y="4851400"/>
            <a:ext cx="834924" cy="1302232"/>
          </a:xfrm>
          <a:custGeom>
            <a:avLst/>
            <a:gdLst>
              <a:gd name="T0" fmla="*/ 2 w 234"/>
              <a:gd name="T1" fmla="*/ 317 h 351"/>
              <a:gd name="T2" fmla="*/ 3 w 234"/>
              <a:gd name="T3" fmla="*/ 320 h 351"/>
              <a:gd name="T4" fmla="*/ 1 w 234"/>
              <a:gd name="T5" fmla="*/ 319 h 351"/>
              <a:gd name="T6" fmla="*/ 227 w 234"/>
              <a:gd name="T7" fmla="*/ 351 h 351"/>
              <a:gd name="T8" fmla="*/ 231 w 234"/>
              <a:gd name="T9" fmla="*/ 331 h 351"/>
              <a:gd name="T10" fmla="*/ 149 w 234"/>
              <a:gd name="T11" fmla="*/ 315 h 351"/>
              <a:gd name="T12" fmla="*/ 107 w 234"/>
              <a:gd name="T13" fmla="*/ 301 h 351"/>
              <a:gd name="T14" fmla="*/ 212 w 234"/>
              <a:gd name="T15" fmla="*/ 307 h 351"/>
              <a:gd name="T16" fmla="*/ 212 w 234"/>
              <a:gd name="T17" fmla="*/ 306 h 351"/>
              <a:gd name="T18" fmla="*/ 211 w 234"/>
              <a:gd name="T19" fmla="*/ 304 h 351"/>
              <a:gd name="T20" fmla="*/ 107 w 234"/>
              <a:gd name="T21" fmla="*/ 7 h 351"/>
              <a:gd name="T22" fmla="*/ 107 w 234"/>
              <a:gd name="T23" fmla="*/ 2 h 351"/>
              <a:gd name="T24" fmla="*/ 106 w 234"/>
              <a:gd name="T25" fmla="*/ 0 h 351"/>
              <a:gd name="T26" fmla="*/ 104 w 234"/>
              <a:gd name="T27" fmla="*/ 2 h 351"/>
              <a:gd name="T28" fmla="*/ 104 w 234"/>
              <a:gd name="T29" fmla="*/ 19 h 351"/>
              <a:gd name="T30" fmla="*/ 104 w 234"/>
              <a:gd name="T31" fmla="*/ 303 h 351"/>
              <a:gd name="T32" fmla="*/ 81 w 234"/>
              <a:gd name="T33" fmla="*/ 313 h 351"/>
              <a:gd name="T34" fmla="*/ 35 w 234"/>
              <a:gd name="T35" fmla="*/ 324 h 351"/>
              <a:gd name="T36" fmla="*/ 0 w 234"/>
              <a:gd name="T37" fmla="*/ 315 h 351"/>
              <a:gd name="T38" fmla="*/ 0 w 234"/>
              <a:gd name="T39" fmla="*/ 316 h 351"/>
              <a:gd name="T40" fmla="*/ 107 w 234"/>
              <a:gd name="T41" fmla="*/ 11 h 351"/>
              <a:gd name="T42" fmla="*/ 107 w 234"/>
              <a:gd name="T43" fmla="*/ 15 h 351"/>
              <a:gd name="T44" fmla="*/ 66 w 234"/>
              <a:gd name="T45" fmla="*/ 190 h 351"/>
              <a:gd name="T46" fmla="*/ 104 w 234"/>
              <a:gd name="T47" fmla="*/ 295 h 351"/>
              <a:gd name="T48" fmla="*/ 34 w 234"/>
              <a:gd name="T49" fmla="*/ 319 h 351"/>
              <a:gd name="T50" fmla="*/ 30 w 234"/>
              <a:gd name="T51" fmla="*/ 323 h 351"/>
              <a:gd name="T52" fmla="*/ 34 w 234"/>
              <a:gd name="T53" fmla="*/ 319 h 351"/>
              <a:gd name="T54" fmla="*/ 28 w 234"/>
              <a:gd name="T55" fmla="*/ 323 h 351"/>
              <a:gd name="T56" fmla="*/ 23 w 234"/>
              <a:gd name="T57" fmla="*/ 318 h 351"/>
              <a:gd name="T58" fmla="*/ 21 w 234"/>
              <a:gd name="T59" fmla="*/ 318 h 351"/>
              <a:gd name="T60" fmla="*/ 17 w 234"/>
              <a:gd name="T61" fmla="*/ 322 h 351"/>
              <a:gd name="T62" fmla="*/ 21 w 234"/>
              <a:gd name="T63" fmla="*/ 318 h 351"/>
              <a:gd name="T64" fmla="*/ 16 w 234"/>
              <a:gd name="T65" fmla="*/ 322 h 351"/>
              <a:gd name="T66" fmla="*/ 10 w 234"/>
              <a:gd name="T67" fmla="*/ 317 h 351"/>
              <a:gd name="T68" fmla="*/ 9 w 234"/>
              <a:gd name="T69" fmla="*/ 317 h 351"/>
              <a:gd name="T70" fmla="*/ 6 w 234"/>
              <a:gd name="T71" fmla="*/ 321 h 351"/>
              <a:gd name="T72" fmla="*/ 9 w 234"/>
              <a:gd name="T73" fmla="*/ 317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4" h="351">
                <a:moveTo>
                  <a:pt x="0" y="317"/>
                </a:moveTo>
                <a:cubicBezTo>
                  <a:pt x="2" y="317"/>
                  <a:pt x="2" y="317"/>
                  <a:pt x="2" y="317"/>
                </a:cubicBezTo>
                <a:cubicBezTo>
                  <a:pt x="4" y="321"/>
                  <a:pt x="4" y="321"/>
                  <a:pt x="4" y="321"/>
                </a:cubicBezTo>
                <a:cubicBezTo>
                  <a:pt x="3" y="320"/>
                  <a:pt x="3" y="320"/>
                  <a:pt x="3" y="320"/>
                </a:cubicBezTo>
                <a:cubicBezTo>
                  <a:pt x="2" y="319"/>
                  <a:pt x="2" y="319"/>
                  <a:pt x="2" y="319"/>
                </a:cubicBezTo>
                <a:cubicBezTo>
                  <a:pt x="1" y="319"/>
                  <a:pt x="1" y="319"/>
                  <a:pt x="1" y="319"/>
                </a:cubicBezTo>
                <a:cubicBezTo>
                  <a:pt x="1" y="319"/>
                  <a:pt x="11" y="339"/>
                  <a:pt x="22" y="351"/>
                </a:cubicBezTo>
                <a:cubicBezTo>
                  <a:pt x="227" y="351"/>
                  <a:pt x="227" y="351"/>
                  <a:pt x="227" y="351"/>
                </a:cubicBezTo>
                <a:cubicBezTo>
                  <a:pt x="228" y="344"/>
                  <a:pt x="228" y="335"/>
                  <a:pt x="231" y="334"/>
                </a:cubicBezTo>
                <a:cubicBezTo>
                  <a:pt x="234" y="333"/>
                  <a:pt x="232" y="331"/>
                  <a:pt x="231" y="331"/>
                </a:cubicBezTo>
                <a:cubicBezTo>
                  <a:pt x="229" y="332"/>
                  <a:pt x="153" y="331"/>
                  <a:pt x="153" y="331"/>
                </a:cubicBezTo>
                <a:cubicBezTo>
                  <a:pt x="153" y="331"/>
                  <a:pt x="151" y="316"/>
                  <a:pt x="149" y="315"/>
                </a:cubicBezTo>
                <a:cubicBezTo>
                  <a:pt x="146" y="314"/>
                  <a:pt x="125" y="313"/>
                  <a:pt x="107" y="313"/>
                </a:cubicBezTo>
                <a:cubicBezTo>
                  <a:pt x="107" y="301"/>
                  <a:pt x="107" y="301"/>
                  <a:pt x="107" y="301"/>
                </a:cubicBezTo>
                <a:cubicBezTo>
                  <a:pt x="107" y="301"/>
                  <a:pt x="203" y="307"/>
                  <a:pt x="212" y="307"/>
                </a:cubicBezTo>
                <a:cubicBezTo>
                  <a:pt x="212" y="307"/>
                  <a:pt x="212" y="307"/>
                  <a:pt x="212" y="307"/>
                </a:cubicBezTo>
                <a:cubicBezTo>
                  <a:pt x="213" y="306"/>
                  <a:pt x="213" y="306"/>
                  <a:pt x="213" y="306"/>
                </a:cubicBezTo>
                <a:cubicBezTo>
                  <a:pt x="212" y="306"/>
                  <a:pt x="212" y="306"/>
                  <a:pt x="212" y="306"/>
                </a:cubicBezTo>
                <a:cubicBezTo>
                  <a:pt x="213" y="305"/>
                  <a:pt x="214" y="304"/>
                  <a:pt x="211" y="304"/>
                </a:cubicBezTo>
                <a:cubicBezTo>
                  <a:pt x="211" y="304"/>
                  <a:pt x="211" y="304"/>
                  <a:pt x="211" y="304"/>
                </a:cubicBezTo>
                <a:cubicBezTo>
                  <a:pt x="194" y="275"/>
                  <a:pt x="145" y="124"/>
                  <a:pt x="120" y="48"/>
                </a:cubicBezTo>
                <a:cubicBezTo>
                  <a:pt x="114" y="28"/>
                  <a:pt x="109" y="13"/>
                  <a:pt x="107" y="7"/>
                </a:cubicBezTo>
                <a:cubicBezTo>
                  <a:pt x="107" y="2"/>
                  <a:pt x="107" y="2"/>
                  <a:pt x="107" y="2"/>
                </a:cubicBezTo>
                <a:cubicBezTo>
                  <a:pt x="107" y="2"/>
                  <a:pt x="107" y="2"/>
                  <a:pt x="107" y="2"/>
                </a:cubicBezTo>
                <a:cubicBezTo>
                  <a:pt x="107" y="2"/>
                  <a:pt x="108" y="1"/>
                  <a:pt x="108" y="1"/>
                </a:cubicBezTo>
                <a:cubicBezTo>
                  <a:pt x="108" y="1"/>
                  <a:pt x="107" y="0"/>
                  <a:pt x="106" y="0"/>
                </a:cubicBezTo>
                <a:cubicBezTo>
                  <a:pt x="104" y="0"/>
                  <a:pt x="103" y="1"/>
                  <a:pt x="103" y="1"/>
                </a:cubicBezTo>
                <a:cubicBezTo>
                  <a:pt x="103" y="1"/>
                  <a:pt x="103" y="1"/>
                  <a:pt x="104" y="2"/>
                </a:cubicBezTo>
                <a:cubicBezTo>
                  <a:pt x="104" y="2"/>
                  <a:pt x="104" y="2"/>
                  <a:pt x="104" y="2"/>
                </a:cubicBezTo>
                <a:cubicBezTo>
                  <a:pt x="104" y="19"/>
                  <a:pt x="104" y="19"/>
                  <a:pt x="104" y="19"/>
                </a:cubicBezTo>
                <a:cubicBezTo>
                  <a:pt x="87" y="42"/>
                  <a:pt x="2" y="163"/>
                  <a:pt x="0" y="313"/>
                </a:cubicBezTo>
                <a:cubicBezTo>
                  <a:pt x="5" y="314"/>
                  <a:pt x="74" y="309"/>
                  <a:pt x="104" y="303"/>
                </a:cubicBezTo>
                <a:cubicBezTo>
                  <a:pt x="104" y="313"/>
                  <a:pt x="104" y="313"/>
                  <a:pt x="104" y="313"/>
                </a:cubicBezTo>
                <a:cubicBezTo>
                  <a:pt x="92" y="313"/>
                  <a:pt x="82" y="313"/>
                  <a:pt x="81" y="313"/>
                </a:cubicBezTo>
                <a:cubicBezTo>
                  <a:pt x="77" y="314"/>
                  <a:pt x="58" y="326"/>
                  <a:pt x="58" y="326"/>
                </a:cubicBezTo>
                <a:cubicBezTo>
                  <a:pt x="35" y="324"/>
                  <a:pt x="35" y="324"/>
                  <a:pt x="35" y="324"/>
                </a:cubicBezTo>
                <a:cubicBezTo>
                  <a:pt x="35" y="318"/>
                  <a:pt x="35" y="318"/>
                  <a:pt x="35" y="318"/>
                </a:cubicBezTo>
                <a:cubicBezTo>
                  <a:pt x="0" y="315"/>
                  <a:pt x="0" y="315"/>
                  <a:pt x="0" y="315"/>
                </a:cubicBezTo>
                <a:cubicBezTo>
                  <a:pt x="0" y="315"/>
                  <a:pt x="0" y="315"/>
                  <a:pt x="0" y="315"/>
                </a:cubicBezTo>
                <a:cubicBezTo>
                  <a:pt x="0" y="315"/>
                  <a:pt x="0" y="316"/>
                  <a:pt x="0" y="316"/>
                </a:cubicBezTo>
                <a:cubicBezTo>
                  <a:pt x="0" y="316"/>
                  <a:pt x="0" y="317"/>
                  <a:pt x="0" y="317"/>
                </a:cubicBezTo>
                <a:close/>
                <a:moveTo>
                  <a:pt x="107" y="11"/>
                </a:moveTo>
                <a:cubicBezTo>
                  <a:pt x="119" y="48"/>
                  <a:pt x="183" y="248"/>
                  <a:pt x="207" y="298"/>
                </a:cubicBezTo>
                <a:cubicBezTo>
                  <a:pt x="189" y="270"/>
                  <a:pt x="127" y="151"/>
                  <a:pt x="107" y="15"/>
                </a:cubicBezTo>
                <a:lnTo>
                  <a:pt x="107" y="11"/>
                </a:lnTo>
                <a:close/>
                <a:moveTo>
                  <a:pt x="66" y="190"/>
                </a:moveTo>
                <a:cubicBezTo>
                  <a:pt x="67" y="173"/>
                  <a:pt x="85" y="56"/>
                  <a:pt x="104" y="20"/>
                </a:cubicBezTo>
                <a:cubicBezTo>
                  <a:pt x="104" y="295"/>
                  <a:pt x="104" y="295"/>
                  <a:pt x="104" y="295"/>
                </a:cubicBezTo>
                <a:cubicBezTo>
                  <a:pt x="93" y="272"/>
                  <a:pt x="65" y="208"/>
                  <a:pt x="66" y="190"/>
                </a:cubicBezTo>
                <a:close/>
                <a:moveTo>
                  <a:pt x="34" y="319"/>
                </a:moveTo>
                <a:cubicBezTo>
                  <a:pt x="34" y="324"/>
                  <a:pt x="34" y="324"/>
                  <a:pt x="34" y="324"/>
                </a:cubicBezTo>
                <a:cubicBezTo>
                  <a:pt x="30" y="323"/>
                  <a:pt x="30" y="323"/>
                  <a:pt x="30" y="323"/>
                </a:cubicBezTo>
                <a:cubicBezTo>
                  <a:pt x="29" y="319"/>
                  <a:pt x="29" y="319"/>
                  <a:pt x="29" y="319"/>
                </a:cubicBezTo>
                <a:lnTo>
                  <a:pt x="34" y="319"/>
                </a:lnTo>
                <a:close/>
                <a:moveTo>
                  <a:pt x="28" y="319"/>
                </a:moveTo>
                <a:cubicBezTo>
                  <a:pt x="28" y="323"/>
                  <a:pt x="28" y="323"/>
                  <a:pt x="28" y="323"/>
                </a:cubicBezTo>
                <a:cubicBezTo>
                  <a:pt x="23" y="323"/>
                  <a:pt x="23" y="323"/>
                  <a:pt x="23" y="323"/>
                </a:cubicBezTo>
                <a:cubicBezTo>
                  <a:pt x="23" y="318"/>
                  <a:pt x="23" y="318"/>
                  <a:pt x="23" y="318"/>
                </a:cubicBezTo>
                <a:lnTo>
                  <a:pt x="28" y="319"/>
                </a:lnTo>
                <a:close/>
                <a:moveTo>
                  <a:pt x="21" y="318"/>
                </a:moveTo>
                <a:cubicBezTo>
                  <a:pt x="22" y="322"/>
                  <a:pt x="22" y="322"/>
                  <a:pt x="22" y="322"/>
                </a:cubicBezTo>
                <a:cubicBezTo>
                  <a:pt x="17" y="322"/>
                  <a:pt x="17" y="322"/>
                  <a:pt x="17" y="322"/>
                </a:cubicBezTo>
                <a:cubicBezTo>
                  <a:pt x="16" y="318"/>
                  <a:pt x="16" y="318"/>
                  <a:pt x="16" y="318"/>
                </a:cubicBezTo>
                <a:lnTo>
                  <a:pt x="21" y="318"/>
                </a:lnTo>
                <a:close/>
                <a:moveTo>
                  <a:pt x="15" y="318"/>
                </a:moveTo>
                <a:cubicBezTo>
                  <a:pt x="16" y="322"/>
                  <a:pt x="16" y="322"/>
                  <a:pt x="16" y="322"/>
                </a:cubicBezTo>
                <a:cubicBezTo>
                  <a:pt x="11" y="321"/>
                  <a:pt x="11" y="321"/>
                  <a:pt x="11" y="321"/>
                </a:cubicBezTo>
                <a:cubicBezTo>
                  <a:pt x="10" y="317"/>
                  <a:pt x="10" y="317"/>
                  <a:pt x="10" y="317"/>
                </a:cubicBezTo>
                <a:lnTo>
                  <a:pt x="15" y="318"/>
                </a:lnTo>
                <a:close/>
                <a:moveTo>
                  <a:pt x="9" y="317"/>
                </a:moveTo>
                <a:cubicBezTo>
                  <a:pt x="9" y="321"/>
                  <a:pt x="9" y="321"/>
                  <a:pt x="9" y="321"/>
                </a:cubicBezTo>
                <a:cubicBezTo>
                  <a:pt x="6" y="321"/>
                  <a:pt x="6" y="321"/>
                  <a:pt x="6" y="321"/>
                </a:cubicBezTo>
                <a:cubicBezTo>
                  <a:pt x="4" y="317"/>
                  <a:pt x="4" y="317"/>
                  <a:pt x="4" y="317"/>
                </a:cubicBezTo>
                <a:lnTo>
                  <a:pt x="9" y="317"/>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5" name="Straight Connector 4"/>
          <p:cNvCxnSpPr/>
          <p:nvPr/>
        </p:nvCxnSpPr>
        <p:spPr>
          <a:xfrm flipH="1">
            <a:off x="8014587" y="1928037"/>
            <a:ext cx="11813" cy="1094563"/>
          </a:xfrm>
          <a:prstGeom prst="line">
            <a:avLst/>
          </a:prstGeom>
          <a:ln w="180975" cmpd="dbl">
            <a:solidFill>
              <a:srgbClr val="F49D15"/>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014587" y="3530540"/>
            <a:ext cx="11813" cy="1094563"/>
          </a:xfrm>
          <a:prstGeom prst="line">
            <a:avLst/>
          </a:prstGeom>
          <a:ln w="180975" cmpd="dbl">
            <a:solidFill>
              <a:srgbClr val="9BBC57"/>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8014587" y="5156200"/>
            <a:ext cx="11813" cy="1094563"/>
          </a:xfrm>
          <a:prstGeom prst="line">
            <a:avLst/>
          </a:prstGeom>
          <a:ln w="180975" cmpd="dbl">
            <a:solidFill>
              <a:srgbClr val="297F9D"/>
            </a:solidFill>
          </a:ln>
        </p:spPr>
        <p:style>
          <a:lnRef idx="1">
            <a:schemeClr val="accent1"/>
          </a:lnRef>
          <a:fillRef idx="0">
            <a:schemeClr val="accent1"/>
          </a:fillRef>
          <a:effectRef idx="0">
            <a:schemeClr val="accent1"/>
          </a:effectRef>
          <a:fontRef idx="minor">
            <a:schemeClr val="tx1"/>
          </a:fontRef>
        </p:style>
      </p:cxnSp>
      <p:sp>
        <p:nvSpPr>
          <p:cNvPr id="19"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1" name="Rectangle 20"/>
          <p:cNvSpPr/>
          <p:nvPr/>
        </p:nvSpPr>
        <p:spPr>
          <a:xfrm>
            <a:off x="8297262" y="1768289"/>
            <a:ext cx="3164268" cy="1369606"/>
          </a:xfrm>
          <a:prstGeom prst="rect">
            <a:avLst/>
          </a:prstGeom>
        </p:spPr>
        <p:txBody>
          <a:bodyPr wrap="square">
            <a:spAutoFit/>
          </a:bodyPr>
          <a:lstStyle/>
          <a:p>
            <a:r>
              <a:rPr lang="en-US" sz="3200" smtClean="0">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90%</a:t>
            </a:r>
          </a:p>
          <a:p>
            <a:pPr>
              <a:lnSpc>
                <a:spcPct val="150000"/>
              </a:lnSpc>
            </a:pPr>
            <a:r>
              <a:rPr lang="en-US" b="1" smtClean="0">
                <a:solidFill>
                  <a:srgbClr val="F49D1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Mainstream</a:t>
            </a:r>
            <a:endParaRPr lang="en-US" sz="1600" b="1">
              <a:solidFill>
                <a:srgbClr val="F49D1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3" name="Rectangle 22"/>
          <p:cNvSpPr/>
          <p:nvPr/>
        </p:nvSpPr>
        <p:spPr>
          <a:xfrm>
            <a:off x="8297262" y="3393018"/>
            <a:ext cx="3164268" cy="1369606"/>
          </a:xfrm>
          <a:prstGeom prst="rect">
            <a:avLst/>
          </a:prstGeom>
        </p:spPr>
        <p:txBody>
          <a:bodyPr wrap="square">
            <a:spAutoFit/>
          </a:bodyPr>
          <a:lstStyle/>
          <a:p>
            <a:r>
              <a:rPr lang="en-US" sz="3200" smtClean="0">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40%</a:t>
            </a:r>
          </a:p>
          <a:p>
            <a:pPr>
              <a:lnSpc>
                <a:spcPct val="150000"/>
              </a:lnSpc>
            </a:pPr>
            <a:r>
              <a:rPr lang="en-US" b="1" smtClean="0">
                <a:solidFill>
                  <a:srgbClr val="9BBC57"/>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Market </a:t>
            </a:r>
            <a:endParaRPr lang="en-US" sz="1600" b="1">
              <a:solidFill>
                <a:srgbClr val="9BBC57"/>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5" name="Rectangle 24"/>
          <p:cNvSpPr/>
          <p:nvPr/>
        </p:nvSpPr>
        <p:spPr>
          <a:xfrm>
            <a:off x="8297262" y="5017747"/>
            <a:ext cx="3164268" cy="1369606"/>
          </a:xfrm>
          <a:prstGeom prst="rect">
            <a:avLst/>
          </a:prstGeom>
        </p:spPr>
        <p:txBody>
          <a:bodyPr wrap="square">
            <a:spAutoFit/>
          </a:bodyPr>
          <a:lstStyle/>
          <a:p>
            <a:r>
              <a:rPr lang="en-US" sz="3200" smtClean="0">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p>
          <a:p>
            <a:pPr>
              <a:lnSpc>
                <a:spcPct val="150000"/>
              </a:lnSpc>
            </a:pPr>
            <a:r>
              <a:rPr lang="en-US" b="1" smtClean="0">
                <a:solidFill>
                  <a:srgbClr val="297F9D"/>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Maintenance</a:t>
            </a:r>
            <a:endParaRPr lang="en-US" sz="1600" b="1">
              <a:solidFill>
                <a:srgbClr val="297F9D"/>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Tree>
    <p:extLst>
      <p:ext uri="{BB962C8B-B14F-4D97-AF65-F5344CB8AC3E}">
        <p14:creationId xmlns:p14="http://schemas.microsoft.com/office/powerpoint/2010/main" val="251399067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Group 85"/>
          <p:cNvGrpSpPr/>
          <p:nvPr/>
        </p:nvGrpSpPr>
        <p:grpSpPr>
          <a:xfrm>
            <a:off x="9144000" y="2111842"/>
            <a:ext cx="1640629" cy="1861663"/>
            <a:chOff x="6858000" y="1583881"/>
            <a:chExt cx="1230472" cy="1396247"/>
          </a:xfrm>
        </p:grpSpPr>
        <p:sp>
          <p:nvSpPr>
            <p:cNvPr id="69" name="Freeform 5"/>
            <p:cNvSpPr/>
            <p:nvPr/>
          </p:nvSpPr>
          <p:spPr bwMode="auto">
            <a:xfrm flipH="1">
              <a:off x="6858000" y="1583881"/>
              <a:ext cx="1230472" cy="1396247"/>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Freeform 90"/>
            <p:cNvSpPr>
              <a:spLocks noEditPoints="1"/>
            </p:cNvSpPr>
            <p:nvPr/>
          </p:nvSpPr>
          <p:spPr bwMode="auto">
            <a:xfrm>
              <a:off x="7283891" y="1918935"/>
              <a:ext cx="357634" cy="479617"/>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 name="Text Box 7"/>
          <p:cNvSpPr txBox="1">
            <a:spLocks noChangeArrowheads="1"/>
          </p:cNvSpPr>
          <p:nvPr/>
        </p:nvSpPr>
        <p:spPr bwMode="auto">
          <a:xfrm>
            <a:off x="812801" y="495181"/>
            <a:ext cx="4847289"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Customer Thinking</a:t>
            </a:r>
          </a:p>
        </p:txBody>
      </p:sp>
      <p:grpSp>
        <p:nvGrpSpPr>
          <p:cNvPr id="57" name="Group 56"/>
          <p:cNvGrpSpPr/>
          <p:nvPr/>
        </p:nvGrpSpPr>
        <p:grpSpPr>
          <a:xfrm>
            <a:off x="7477837" y="4158224"/>
            <a:ext cx="650561" cy="2043611"/>
            <a:chOff x="5964238" y="1708150"/>
            <a:chExt cx="292100" cy="917575"/>
          </a:xfrm>
          <a:solidFill>
            <a:schemeClr val="bg1">
              <a:lumMod val="50000"/>
            </a:schemeClr>
          </a:solidFill>
        </p:grpSpPr>
        <p:sp>
          <p:nvSpPr>
            <p:cNvPr id="8" name="Freeform 5"/>
            <p:cNvSpPr>
              <a:spLocks noEditPoints="1"/>
            </p:cNvSpPr>
            <p:nvPr/>
          </p:nvSpPr>
          <p:spPr bwMode="auto">
            <a:xfrm>
              <a:off x="5964238" y="1708150"/>
              <a:ext cx="292100" cy="917575"/>
            </a:xfrm>
            <a:custGeom>
              <a:avLst/>
              <a:gdLst>
                <a:gd name="T0" fmla="*/ 32 w 78"/>
                <a:gd name="T1" fmla="*/ 8 h 244"/>
                <a:gd name="T2" fmla="*/ 31 w 78"/>
                <a:gd name="T3" fmla="*/ 24 h 244"/>
                <a:gd name="T4" fmla="*/ 36 w 78"/>
                <a:gd name="T5" fmla="*/ 32 h 244"/>
                <a:gd name="T6" fmla="*/ 21 w 78"/>
                <a:gd name="T7" fmla="*/ 42 h 244"/>
                <a:gd name="T8" fmla="*/ 20 w 78"/>
                <a:gd name="T9" fmla="*/ 127 h 244"/>
                <a:gd name="T10" fmla="*/ 22 w 78"/>
                <a:gd name="T11" fmla="*/ 127 h 244"/>
                <a:gd name="T12" fmla="*/ 22 w 78"/>
                <a:gd name="T13" fmla="*/ 135 h 244"/>
                <a:gd name="T14" fmla="*/ 20 w 78"/>
                <a:gd name="T15" fmla="*/ 182 h 244"/>
                <a:gd name="T16" fmla="*/ 24 w 78"/>
                <a:gd name="T17" fmla="*/ 182 h 244"/>
                <a:gd name="T18" fmla="*/ 25 w 78"/>
                <a:gd name="T19" fmla="*/ 212 h 244"/>
                <a:gd name="T20" fmla="*/ 24 w 78"/>
                <a:gd name="T21" fmla="*/ 233 h 244"/>
                <a:gd name="T22" fmla="*/ 36 w 78"/>
                <a:gd name="T23" fmla="*/ 234 h 244"/>
                <a:gd name="T24" fmla="*/ 39 w 78"/>
                <a:gd name="T25" fmla="*/ 219 h 244"/>
                <a:gd name="T26" fmla="*/ 39 w 78"/>
                <a:gd name="T27" fmla="*/ 195 h 244"/>
                <a:gd name="T28" fmla="*/ 45 w 78"/>
                <a:gd name="T29" fmla="*/ 144 h 244"/>
                <a:gd name="T30" fmla="*/ 51 w 78"/>
                <a:gd name="T31" fmla="*/ 155 h 244"/>
                <a:gd name="T32" fmla="*/ 57 w 78"/>
                <a:gd name="T33" fmla="*/ 207 h 244"/>
                <a:gd name="T34" fmla="*/ 56 w 78"/>
                <a:gd name="T35" fmla="*/ 216 h 244"/>
                <a:gd name="T36" fmla="*/ 60 w 78"/>
                <a:gd name="T37" fmla="*/ 232 h 244"/>
                <a:gd name="T38" fmla="*/ 71 w 78"/>
                <a:gd name="T39" fmla="*/ 243 h 244"/>
                <a:gd name="T40" fmla="*/ 70 w 78"/>
                <a:gd name="T41" fmla="*/ 223 h 244"/>
                <a:gd name="T42" fmla="*/ 71 w 78"/>
                <a:gd name="T43" fmla="*/ 211 h 244"/>
                <a:gd name="T44" fmla="*/ 72 w 78"/>
                <a:gd name="T45" fmla="*/ 167 h 244"/>
                <a:gd name="T46" fmla="*/ 71 w 78"/>
                <a:gd name="T47" fmla="*/ 122 h 244"/>
                <a:gd name="T48" fmla="*/ 74 w 78"/>
                <a:gd name="T49" fmla="*/ 114 h 244"/>
                <a:gd name="T50" fmla="*/ 76 w 78"/>
                <a:gd name="T51" fmla="*/ 94 h 244"/>
                <a:gd name="T52" fmla="*/ 73 w 78"/>
                <a:gd name="T53" fmla="*/ 54 h 244"/>
                <a:gd name="T54" fmla="*/ 52 w 78"/>
                <a:gd name="T55" fmla="*/ 37 h 244"/>
                <a:gd name="T56" fmla="*/ 51 w 78"/>
                <a:gd name="T57" fmla="*/ 25 h 244"/>
                <a:gd name="T58" fmla="*/ 54 w 78"/>
                <a:gd name="T59" fmla="*/ 17 h 244"/>
                <a:gd name="T60" fmla="*/ 53 w 78"/>
                <a:gd name="T61" fmla="*/ 8 h 244"/>
                <a:gd name="T62" fmla="*/ 20 w 78"/>
                <a:gd name="T63" fmla="*/ 42 h 244"/>
                <a:gd name="T64" fmla="*/ 11 w 78"/>
                <a:gd name="T65" fmla="*/ 75 h 244"/>
                <a:gd name="T66" fmla="*/ 8 w 78"/>
                <a:gd name="T67" fmla="*/ 122 h 244"/>
                <a:gd name="T68" fmla="*/ 9 w 78"/>
                <a:gd name="T69" fmla="*/ 131 h 244"/>
                <a:gd name="T70" fmla="*/ 0 w 78"/>
                <a:gd name="T71" fmla="*/ 133 h 244"/>
                <a:gd name="T72" fmla="*/ 16 w 78"/>
                <a:gd name="T73" fmla="*/ 183 h 244"/>
                <a:gd name="T74" fmla="*/ 20 w 78"/>
                <a:gd name="T75" fmla="*/ 135 h 244"/>
                <a:gd name="T76" fmla="*/ 18 w 78"/>
                <a:gd name="T77" fmla="*/ 130 h 244"/>
                <a:gd name="T78" fmla="*/ 20 w 78"/>
                <a:gd name="T79" fmla="*/ 12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 h="244">
                  <a:moveTo>
                    <a:pt x="41" y="0"/>
                  </a:moveTo>
                  <a:cubicBezTo>
                    <a:pt x="37" y="0"/>
                    <a:pt x="32" y="4"/>
                    <a:pt x="32" y="8"/>
                  </a:cubicBezTo>
                  <a:cubicBezTo>
                    <a:pt x="31" y="12"/>
                    <a:pt x="31" y="19"/>
                    <a:pt x="31" y="19"/>
                  </a:cubicBezTo>
                  <a:cubicBezTo>
                    <a:pt x="31" y="19"/>
                    <a:pt x="30" y="22"/>
                    <a:pt x="31" y="24"/>
                  </a:cubicBezTo>
                  <a:cubicBezTo>
                    <a:pt x="32" y="26"/>
                    <a:pt x="35" y="26"/>
                    <a:pt x="35" y="26"/>
                  </a:cubicBezTo>
                  <a:cubicBezTo>
                    <a:pt x="35" y="26"/>
                    <a:pt x="36" y="30"/>
                    <a:pt x="36" y="32"/>
                  </a:cubicBezTo>
                  <a:cubicBezTo>
                    <a:pt x="36" y="34"/>
                    <a:pt x="36" y="35"/>
                    <a:pt x="34" y="36"/>
                  </a:cubicBezTo>
                  <a:cubicBezTo>
                    <a:pt x="32" y="38"/>
                    <a:pt x="26" y="40"/>
                    <a:pt x="21" y="42"/>
                  </a:cubicBezTo>
                  <a:cubicBezTo>
                    <a:pt x="21" y="42"/>
                    <a:pt x="20" y="42"/>
                    <a:pt x="20" y="42"/>
                  </a:cubicBezTo>
                  <a:cubicBezTo>
                    <a:pt x="20" y="127"/>
                    <a:pt x="20" y="127"/>
                    <a:pt x="20" y="127"/>
                  </a:cubicBezTo>
                  <a:cubicBezTo>
                    <a:pt x="20" y="127"/>
                    <a:pt x="20" y="127"/>
                    <a:pt x="20" y="127"/>
                  </a:cubicBezTo>
                  <a:cubicBezTo>
                    <a:pt x="22" y="127"/>
                    <a:pt x="22" y="127"/>
                    <a:pt x="22" y="127"/>
                  </a:cubicBezTo>
                  <a:cubicBezTo>
                    <a:pt x="22" y="127"/>
                    <a:pt x="22" y="129"/>
                    <a:pt x="22" y="131"/>
                  </a:cubicBezTo>
                  <a:cubicBezTo>
                    <a:pt x="22" y="133"/>
                    <a:pt x="22" y="135"/>
                    <a:pt x="22" y="135"/>
                  </a:cubicBezTo>
                  <a:cubicBezTo>
                    <a:pt x="20" y="135"/>
                    <a:pt x="20" y="135"/>
                    <a:pt x="20" y="135"/>
                  </a:cubicBezTo>
                  <a:cubicBezTo>
                    <a:pt x="20" y="182"/>
                    <a:pt x="20" y="182"/>
                    <a:pt x="20" y="182"/>
                  </a:cubicBezTo>
                  <a:cubicBezTo>
                    <a:pt x="20" y="181"/>
                    <a:pt x="20" y="181"/>
                    <a:pt x="20" y="181"/>
                  </a:cubicBezTo>
                  <a:cubicBezTo>
                    <a:pt x="23" y="181"/>
                    <a:pt x="24" y="182"/>
                    <a:pt x="24" y="182"/>
                  </a:cubicBezTo>
                  <a:cubicBezTo>
                    <a:pt x="24" y="182"/>
                    <a:pt x="23" y="193"/>
                    <a:pt x="23" y="197"/>
                  </a:cubicBezTo>
                  <a:cubicBezTo>
                    <a:pt x="23" y="202"/>
                    <a:pt x="23" y="209"/>
                    <a:pt x="25" y="212"/>
                  </a:cubicBezTo>
                  <a:cubicBezTo>
                    <a:pt x="27" y="216"/>
                    <a:pt x="28" y="217"/>
                    <a:pt x="28" y="220"/>
                  </a:cubicBezTo>
                  <a:cubicBezTo>
                    <a:pt x="28" y="222"/>
                    <a:pt x="23" y="230"/>
                    <a:pt x="24" y="233"/>
                  </a:cubicBezTo>
                  <a:cubicBezTo>
                    <a:pt x="24" y="235"/>
                    <a:pt x="24" y="240"/>
                    <a:pt x="29" y="239"/>
                  </a:cubicBezTo>
                  <a:cubicBezTo>
                    <a:pt x="33" y="239"/>
                    <a:pt x="36" y="238"/>
                    <a:pt x="36" y="234"/>
                  </a:cubicBezTo>
                  <a:cubicBezTo>
                    <a:pt x="36" y="230"/>
                    <a:pt x="36" y="228"/>
                    <a:pt x="37" y="227"/>
                  </a:cubicBezTo>
                  <a:cubicBezTo>
                    <a:pt x="39" y="226"/>
                    <a:pt x="36" y="222"/>
                    <a:pt x="39" y="219"/>
                  </a:cubicBezTo>
                  <a:cubicBezTo>
                    <a:pt x="41" y="216"/>
                    <a:pt x="39" y="215"/>
                    <a:pt x="39" y="212"/>
                  </a:cubicBezTo>
                  <a:cubicBezTo>
                    <a:pt x="40" y="209"/>
                    <a:pt x="39" y="199"/>
                    <a:pt x="39" y="195"/>
                  </a:cubicBezTo>
                  <a:cubicBezTo>
                    <a:pt x="38" y="192"/>
                    <a:pt x="39" y="187"/>
                    <a:pt x="41" y="171"/>
                  </a:cubicBezTo>
                  <a:cubicBezTo>
                    <a:pt x="43" y="155"/>
                    <a:pt x="44" y="147"/>
                    <a:pt x="45" y="144"/>
                  </a:cubicBezTo>
                  <a:cubicBezTo>
                    <a:pt x="45" y="140"/>
                    <a:pt x="46" y="136"/>
                    <a:pt x="46" y="136"/>
                  </a:cubicBezTo>
                  <a:cubicBezTo>
                    <a:pt x="46" y="136"/>
                    <a:pt x="49" y="151"/>
                    <a:pt x="51" y="155"/>
                  </a:cubicBezTo>
                  <a:cubicBezTo>
                    <a:pt x="53" y="159"/>
                    <a:pt x="55" y="178"/>
                    <a:pt x="56" y="183"/>
                  </a:cubicBezTo>
                  <a:cubicBezTo>
                    <a:pt x="56" y="189"/>
                    <a:pt x="56" y="205"/>
                    <a:pt x="57" y="207"/>
                  </a:cubicBezTo>
                  <a:cubicBezTo>
                    <a:pt x="59" y="208"/>
                    <a:pt x="59" y="211"/>
                    <a:pt x="59" y="211"/>
                  </a:cubicBezTo>
                  <a:cubicBezTo>
                    <a:pt x="59" y="211"/>
                    <a:pt x="56" y="213"/>
                    <a:pt x="56" y="216"/>
                  </a:cubicBezTo>
                  <a:cubicBezTo>
                    <a:pt x="56" y="218"/>
                    <a:pt x="58" y="221"/>
                    <a:pt x="58" y="224"/>
                  </a:cubicBezTo>
                  <a:cubicBezTo>
                    <a:pt x="58" y="228"/>
                    <a:pt x="58" y="231"/>
                    <a:pt x="60" y="232"/>
                  </a:cubicBezTo>
                  <a:cubicBezTo>
                    <a:pt x="61" y="232"/>
                    <a:pt x="61" y="238"/>
                    <a:pt x="63" y="240"/>
                  </a:cubicBezTo>
                  <a:cubicBezTo>
                    <a:pt x="65" y="243"/>
                    <a:pt x="68" y="244"/>
                    <a:pt x="71" y="243"/>
                  </a:cubicBezTo>
                  <a:cubicBezTo>
                    <a:pt x="75" y="242"/>
                    <a:pt x="75" y="237"/>
                    <a:pt x="73" y="233"/>
                  </a:cubicBezTo>
                  <a:cubicBezTo>
                    <a:pt x="71" y="228"/>
                    <a:pt x="69" y="225"/>
                    <a:pt x="70" y="223"/>
                  </a:cubicBezTo>
                  <a:cubicBezTo>
                    <a:pt x="71" y="221"/>
                    <a:pt x="71" y="218"/>
                    <a:pt x="69" y="217"/>
                  </a:cubicBezTo>
                  <a:cubicBezTo>
                    <a:pt x="68" y="215"/>
                    <a:pt x="70" y="213"/>
                    <a:pt x="71" y="211"/>
                  </a:cubicBezTo>
                  <a:cubicBezTo>
                    <a:pt x="72" y="210"/>
                    <a:pt x="72" y="202"/>
                    <a:pt x="72" y="198"/>
                  </a:cubicBezTo>
                  <a:cubicBezTo>
                    <a:pt x="72" y="194"/>
                    <a:pt x="71" y="175"/>
                    <a:pt x="72" y="167"/>
                  </a:cubicBezTo>
                  <a:cubicBezTo>
                    <a:pt x="72" y="160"/>
                    <a:pt x="73" y="138"/>
                    <a:pt x="71" y="132"/>
                  </a:cubicBezTo>
                  <a:cubicBezTo>
                    <a:pt x="70" y="126"/>
                    <a:pt x="71" y="122"/>
                    <a:pt x="71" y="122"/>
                  </a:cubicBezTo>
                  <a:cubicBezTo>
                    <a:pt x="71" y="122"/>
                    <a:pt x="74" y="123"/>
                    <a:pt x="74" y="121"/>
                  </a:cubicBezTo>
                  <a:cubicBezTo>
                    <a:pt x="74" y="119"/>
                    <a:pt x="73" y="118"/>
                    <a:pt x="74" y="114"/>
                  </a:cubicBezTo>
                  <a:cubicBezTo>
                    <a:pt x="75" y="110"/>
                    <a:pt x="75" y="107"/>
                    <a:pt x="76" y="104"/>
                  </a:cubicBezTo>
                  <a:cubicBezTo>
                    <a:pt x="78" y="101"/>
                    <a:pt x="78" y="95"/>
                    <a:pt x="76" y="94"/>
                  </a:cubicBezTo>
                  <a:cubicBezTo>
                    <a:pt x="75" y="92"/>
                    <a:pt x="77" y="84"/>
                    <a:pt x="76" y="77"/>
                  </a:cubicBezTo>
                  <a:cubicBezTo>
                    <a:pt x="74" y="70"/>
                    <a:pt x="73" y="60"/>
                    <a:pt x="73" y="54"/>
                  </a:cubicBezTo>
                  <a:cubicBezTo>
                    <a:pt x="73" y="49"/>
                    <a:pt x="73" y="45"/>
                    <a:pt x="66" y="43"/>
                  </a:cubicBezTo>
                  <a:cubicBezTo>
                    <a:pt x="58" y="41"/>
                    <a:pt x="53" y="39"/>
                    <a:pt x="52" y="37"/>
                  </a:cubicBezTo>
                  <a:cubicBezTo>
                    <a:pt x="51" y="36"/>
                    <a:pt x="50" y="31"/>
                    <a:pt x="51" y="30"/>
                  </a:cubicBezTo>
                  <a:cubicBezTo>
                    <a:pt x="51" y="28"/>
                    <a:pt x="51" y="26"/>
                    <a:pt x="51" y="25"/>
                  </a:cubicBezTo>
                  <a:cubicBezTo>
                    <a:pt x="51" y="24"/>
                    <a:pt x="53" y="26"/>
                    <a:pt x="54" y="24"/>
                  </a:cubicBezTo>
                  <a:cubicBezTo>
                    <a:pt x="54" y="22"/>
                    <a:pt x="54" y="18"/>
                    <a:pt x="54" y="17"/>
                  </a:cubicBezTo>
                  <a:cubicBezTo>
                    <a:pt x="54" y="17"/>
                    <a:pt x="53" y="17"/>
                    <a:pt x="53" y="17"/>
                  </a:cubicBezTo>
                  <a:cubicBezTo>
                    <a:pt x="53" y="16"/>
                    <a:pt x="53" y="12"/>
                    <a:pt x="53" y="8"/>
                  </a:cubicBezTo>
                  <a:cubicBezTo>
                    <a:pt x="53" y="4"/>
                    <a:pt x="49" y="1"/>
                    <a:pt x="41" y="0"/>
                  </a:cubicBezTo>
                  <a:close/>
                  <a:moveTo>
                    <a:pt x="20" y="42"/>
                  </a:moveTo>
                  <a:cubicBezTo>
                    <a:pt x="16" y="43"/>
                    <a:pt x="13" y="44"/>
                    <a:pt x="13" y="50"/>
                  </a:cubicBezTo>
                  <a:cubicBezTo>
                    <a:pt x="13" y="56"/>
                    <a:pt x="12" y="67"/>
                    <a:pt x="11" y="75"/>
                  </a:cubicBezTo>
                  <a:cubicBezTo>
                    <a:pt x="11" y="83"/>
                    <a:pt x="8" y="99"/>
                    <a:pt x="8" y="104"/>
                  </a:cubicBezTo>
                  <a:cubicBezTo>
                    <a:pt x="8" y="110"/>
                    <a:pt x="7" y="121"/>
                    <a:pt x="8" y="122"/>
                  </a:cubicBezTo>
                  <a:cubicBezTo>
                    <a:pt x="8" y="123"/>
                    <a:pt x="9" y="123"/>
                    <a:pt x="8" y="125"/>
                  </a:cubicBezTo>
                  <a:cubicBezTo>
                    <a:pt x="8" y="127"/>
                    <a:pt x="8" y="129"/>
                    <a:pt x="9" y="131"/>
                  </a:cubicBezTo>
                  <a:cubicBezTo>
                    <a:pt x="10" y="132"/>
                    <a:pt x="9" y="134"/>
                    <a:pt x="9" y="134"/>
                  </a:cubicBezTo>
                  <a:cubicBezTo>
                    <a:pt x="0" y="133"/>
                    <a:pt x="0" y="133"/>
                    <a:pt x="0" y="133"/>
                  </a:cubicBezTo>
                  <a:cubicBezTo>
                    <a:pt x="1" y="172"/>
                    <a:pt x="1" y="172"/>
                    <a:pt x="1" y="172"/>
                  </a:cubicBezTo>
                  <a:cubicBezTo>
                    <a:pt x="16" y="183"/>
                    <a:pt x="16" y="183"/>
                    <a:pt x="16" y="183"/>
                  </a:cubicBezTo>
                  <a:cubicBezTo>
                    <a:pt x="16" y="183"/>
                    <a:pt x="18" y="182"/>
                    <a:pt x="20" y="182"/>
                  </a:cubicBezTo>
                  <a:cubicBezTo>
                    <a:pt x="20" y="135"/>
                    <a:pt x="20" y="135"/>
                    <a:pt x="20" y="135"/>
                  </a:cubicBezTo>
                  <a:cubicBezTo>
                    <a:pt x="18" y="135"/>
                    <a:pt x="18" y="135"/>
                    <a:pt x="18" y="135"/>
                  </a:cubicBezTo>
                  <a:cubicBezTo>
                    <a:pt x="18" y="135"/>
                    <a:pt x="19" y="132"/>
                    <a:pt x="18" y="130"/>
                  </a:cubicBezTo>
                  <a:cubicBezTo>
                    <a:pt x="18" y="128"/>
                    <a:pt x="18" y="127"/>
                    <a:pt x="18" y="125"/>
                  </a:cubicBezTo>
                  <a:cubicBezTo>
                    <a:pt x="18" y="125"/>
                    <a:pt x="19" y="127"/>
                    <a:pt x="20" y="127"/>
                  </a:cubicBezTo>
                  <a:lnTo>
                    <a:pt x="2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6"/>
            <p:cNvSpPr/>
            <p:nvPr/>
          </p:nvSpPr>
          <p:spPr bwMode="auto">
            <a:xfrm>
              <a:off x="6211888" y="2120900"/>
              <a:ext cx="30163" cy="30162"/>
            </a:xfrm>
            <a:custGeom>
              <a:avLst/>
              <a:gdLst>
                <a:gd name="T0" fmla="*/ 6 w 8"/>
                <a:gd name="T1" fmla="*/ 8 h 8"/>
                <a:gd name="T2" fmla="*/ 6 w 8"/>
                <a:gd name="T3" fmla="*/ 3 h 8"/>
                <a:gd name="T4" fmla="*/ 0 w 8"/>
                <a:gd name="T5" fmla="*/ 2 h 8"/>
                <a:gd name="T6" fmla="*/ 5 w 8"/>
                <a:gd name="T7" fmla="*/ 4 h 8"/>
                <a:gd name="T8" fmla="*/ 6 w 8"/>
                <a:gd name="T9" fmla="*/ 8 h 8"/>
              </a:gdLst>
              <a:ahLst/>
              <a:cxnLst>
                <a:cxn ang="0">
                  <a:pos x="T0" y="T1"/>
                </a:cxn>
                <a:cxn ang="0">
                  <a:pos x="T2" y="T3"/>
                </a:cxn>
                <a:cxn ang="0">
                  <a:pos x="T4" y="T5"/>
                </a:cxn>
                <a:cxn ang="0">
                  <a:pos x="T6" y="T7"/>
                </a:cxn>
                <a:cxn ang="0">
                  <a:pos x="T8" y="T9"/>
                </a:cxn>
              </a:cxnLst>
              <a:rect l="0" t="0" r="r" b="b"/>
              <a:pathLst>
                <a:path w="8" h="8">
                  <a:moveTo>
                    <a:pt x="6" y="8"/>
                  </a:moveTo>
                  <a:cubicBezTo>
                    <a:pt x="6" y="8"/>
                    <a:pt x="8" y="5"/>
                    <a:pt x="6" y="3"/>
                  </a:cubicBezTo>
                  <a:cubicBezTo>
                    <a:pt x="4" y="0"/>
                    <a:pt x="0" y="2"/>
                    <a:pt x="0" y="2"/>
                  </a:cubicBezTo>
                  <a:cubicBezTo>
                    <a:pt x="0" y="2"/>
                    <a:pt x="3" y="2"/>
                    <a:pt x="5" y="4"/>
                  </a:cubicBezTo>
                  <a:cubicBezTo>
                    <a:pt x="7" y="5"/>
                    <a:pt x="6" y="6"/>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7"/>
            <p:cNvSpPr/>
            <p:nvPr/>
          </p:nvSpPr>
          <p:spPr bwMode="auto">
            <a:xfrm>
              <a:off x="5994401" y="2162175"/>
              <a:ext cx="36513" cy="12700"/>
            </a:xfrm>
            <a:custGeom>
              <a:avLst/>
              <a:gdLst>
                <a:gd name="T0" fmla="*/ 10 w 10"/>
                <a:gd name="T1" fmla="*/ 3 h 3"/>
                <a:gd name="T2" fmla="*/ 6 w 10"/>
                <a:gd name="T3" fmla="*/ 0 h 3"/>
                <a:gd name="T4" fmla="*/ 0 w 10"/>
                <a:gd name="T5" fmla="*/ 3 h 3"/>
                <a:gd name="T6" fmla="*/ 6 w 10"/>
                <a:gd name="T7" fmla="*/ 2 h 3"/>
                <a:gd name="T8" fmla="*/ 10 w 10"/>
                <a:gd name="T9" fmla="*/ 3 h 3"/>
              </a:gdLst>
              <a:ahLst/>
              <a:cxnLst>
                <a:cxn ang="0">
                  <a:pos x="T0" y="T1"/>
                </a:cxn>
                <a:cxn ang="0">
                  <a:pos x="T2" y="T3"/>
                </a:cxn>
                <a:cxn ang="0">
                  <a:pos x="T4" y="T5"/>
                </a:cxn>
                <a:cxn ang="0">
                  <a:pos x="T6" y="T7"/>
                </a:cxn>
                <a:cxn ang="0">
                  <a:pos x="T8" y="T9"/>
                </a:cxn>
              </a:cxnLst>
              <a:rect l="0" t="0" r="r" b="b"/>
              <a:pathLst>
                <a:path w="10" h="3">
                  <a:moveTo>
                    <a:pt x="10" y="3"/>
                  </a:moveTo>
                  <a:cubicBezTo>
                    <a:pt x="10" y="3"/>
                    <a:pt x="10" y="0"/>
                    <a:pt x="6" y="0"/>
                  </a:cubicBezTo>
                  <a:cubicBezTo>
                    <a:pt x="1" y="0"/>
                    <a:pt x="0" y="3"/>
                    <a:pt x="0" y="3"/>
                  </a:cubicBezTo>
                  <a:cubicBezTo>
                    <a:pt x="0" y="3"/>
                    <a:pt x="3" y="2"/>
                    <a:pt x="6" y="2"/>
                  </a:cubicBezTo>
                  <a:cubicBezTo>
                    <a:pt x="9" y="2"/>
                    <a:pt x="9" y="2"/>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8"/>
            <p:cNvSpPr/>
            <p:nvPr/>
          </p:nvSpPr>
          <p:spPr bwMode="auto">
            <a:xfrm>
              <a:off x="6091238" y="1835150"/>
              <a:ext cx="98425" cy="255587"/>
            </a:xfrm>
            <a:custGeom>
              <a:avLst/>
              <a:gdLst>
                <a:gd name="T0" fmla="*/ 1 w 26"/>
                <a:gd name="T1" fmla="*/ 0 h 68"/>
                <a:gd name="T2" fmla="*/ 0 w 26"/>
                <a:gd name="T3" fmla="*/ 2 h 68"/>
                <a:gd name="T4" fmla="*/ 4 w 26"/>
                <a:gd name="T5" fmla="*/ 32 h 68"/>
                <a:gd name="T6" fmla="*/ 3 w 26"/>
                <a:gd name="T7" fmla="*/ 68 h 68"/>
                <a:gd name="T8" fmla="*/ 10 w 26"/>
                <a:gd name="T9" fmla="*/ 68 h 68"/>
                <a:gd name="T10" fmla="*/ 26 w 26"/>
                <a:gd name="T11" fmla="*/ 65 h 68"/>
                <a:gd name="T12" fmla="*/ 23 w 26"/>
                <a:gd name="T13" fmla="*/ 57 h 68"/>
                <a:gd name="T14" fmla="*/ 18 w 26"/>
                <a:gd name="T15" fmla="*/ 18 h 68"/>
                <a:gd name="T16" fmla="*/ 18 w 26"/>
                <a:gd name="T17" fmla="*/ 4 h 68"/>
                <a:gd name="T18" fmla="*/ 18 w 26"/>
                <a:gd name="T19" fmla="*/ 3 h 68"/>
                <a:gd name="T20" fmla="*/ 17 w 26"/>
                <a:gd name="T21" fmla="*/ 1 h 68"/>
                <a:gd name="T22" fmla="*/ 9 w 26"/>
                <a:gd name="T23" fmla="*/ 8 h 68"/>
                <a:gd name="T24" fmla="*/ 1 w 26"/>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68">
                  <a:moveTo>
                    <a:pt x="1" y="0"/>
                  </a:moveTo>
                  <a:cubicBezTo>
                    <a:pt x="1" y="1"/>
                    <a:pt x="1" y="1"/>
                    <a:pt x="0" y="2"/>
                  </a:cubicBezTo>
                  <a:cubicBezTo>
                    <a:pt x="1" y="7"/>
                    <a:pt x="3" y="21"/>
                    <a:pt x="4" y="32"/>
                  </a:cubicBezTo>
                  <a:cubicBezTo>
                    <a:pt x="5" y="44"/>
                    <a:pt x="3" y="68"/>
                    <a:pt x="3" y="68"/>
                  </a:cubicBezTo>
                  <a:cubicBezTo>
                    <a:pt x="3" y="68"/>
                    <a:pt x="4" y="68"/>
                    <a:pt x="10" y="68"/>
                  </a:cubicBezTo>
                  <a:cubicBezTo>
                    <a:pt x="16" y="68"/>
                    <a:pt x="26" y="65"/>
                    <a:pt x="26" y="65"/>
                  </a:cubicBezTo>
                  <a:cubicBezTo>
                    <a:pt x="26" y="65"/>
                    <a:pt x="25" y="61"/>
                    <a:pt x="23" y="57"/>
                  </a:cubicBezTo>
                  <a:cubicBezTo>
                    <a:pt x="22" y="53"/>
                    <a:pt x="19" y="34"/>
                    <a:pt x="18" y="18"/>
                  </a:cubicBezTo>
                  <a:cubicBezTo>
                    <a:pt x="18" y="10"/>
                    <a:pt x="18" y="6"/>
                    <a:pt x="18" y="4"/>
                  </a:cubicBezTo>
                  <a:cubicBezTo>
                    <a:pt x="18" y="4"/>
                    <a:pt x="18" y="3"/>
                    <a:pt x="18" y="3"/>
                  </a:cubicBezTo>
                  <a:cubicBezTo>
                    <a:pt x="17" y="3"/>
                    <a:pt x="17" y="2"/>
                    <a:pt x="17" y="1"/>
                  </a:cubicBezTo>
                  <a:cubicBezTo>
                    <a:pt x="15" y="4"/>
                    <a:pt x="11" y="8"/>
                    <a:pt x="9" y="8"/>
                  </a:cubicBezTo>
                  <a:cubicBezTo>
                    <a:pt x="6" y="8"/>
                    <a:pt x="3"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9"/>
            <p:cNvSpPr/>
            <p:nvPr/>
          </p:nvSpPr>
          <p:spPr bwMode="auto">
            <a:xfrm>
              <a:off x="6107113" y="1865313"/>
              <a:ext cx="36513" cy="252412"/>
            </a:xfrm>
            <a:custGeom>
              <a:avLst/>
              <a:gdLst>
                <a:gd name="T0" fmla="*/ 10 w 10"/>
                <a:gd name="T1" fmla="*/ 3 h 67"/>
                <a:gd name="T2" fmla="*/ 5 w 10"/>
                <a:gd name="T3" fmla="*/ 0 h 67"/>
                <a:gd name="T4" fmla="*/ 0 w 10"/>
                <a:gd name="T5" fmla="*/ 3 h 67"/>
                <a:gd name="T6" fmla="*/ 3 w 10"/>
                <a:gd name="T7" fmla="*/ 5 h 67"/>
                <a:gd name="T8" fmla="*/ 2 w 10"/>
                <a:gd name="T9" fmla="*/ 28 h 67"/>
                <a:gd name="T10" fmla="*/ 2 w 10"/>
                <a:gd name="T11" fmla="*/ 62 h 67"/>
                <a:gd name="T12" fmla="*/ 7 w 10"/>
                <a:gd name="T13" fmla="*/ 62 h 67"/>
                <a:gd name="T14" fmla="*/ 7 w 10"/>
                <a:gd name="T15" fmla="*/ 23 h 67"/>
                <a:gd name="T16" fmla="*/ 6 w 10"/>
                <a:gd name="T17" fmla="*/ 5 h 67"/>
                <a:gd name="T18" fmla="*/ 10 w 10"/>
                <a:gd name="T19" fmla="*/ 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7">
                  <a:moveTo>
                    <a:pt x="10" y="3"/>
                  </a:moveTo>
                  <a:cubicBezTo>
                    <a:pt x="10" y="3"/>
                    <a:pt x="9" y="0"/>
                    <a:pt x="5" y="0"/>
                  </a:cubicBezTo>
                  <a:cubicBezTo>
                    <a:pt x="2" y="0"/>
                    <a:pt x="0" y="3"/>
                    <a:pt x="0" y="3"/>
                  </a:cubicBezTo>
                  <a:cubicBezTo>
                    <a:pt x="0" y="3"/>
                    <a:pt x="3" y="3"/>
                    <a:pt x="3" y="5"/>
                  </a:cubicBezTo>
                  <a:cubicBezTo>
                    <a:pt x="3" y="7"/>
                    <a:pt x="2" y="20"/>
                    <a:pt x="2" y="28"/>
                  </a:cubicBezTo>
                  <a:cubicBezTo>
                    <a:pt x="2" y="36"/>
                    <a:pt x="1" y="58"/>
                    <a:pt x="2" y="62"/>
                  </a:cubicBezTo>
                  <a:cubicBezTo>
                    <a:pt x="3" y="66"/>
                    <a:pt x="6" y="67"/>
                    <a:pt x="7" y="62"/>
                  </a:cubicBezTo>
                  <a:cubicBezTo>
                    <a:pt x="7" y="57"/>
                    <a:pt x="7" y="29"/>
                    <a:pt x="7" y="23"/>
                  </a:cubicBezTo>
                  <a:cubicBezTo>
                    <a:pt x="7" y="18"/>
                    <a:pt x="6" y="7"/>
                    <a:pt x="6" y="5"/>
                  </a:cubicBezTo>
                  <a:cubicBezTo>
                    <a:pt x="7" y="4"/>
                    <a:pt x="9" y="2"/>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5" name="Group 54"/>
          <p:cNvGrpSpPr/>
          <p:nvPr/>
        </p:nvGrpSpPr>
        <p:grpSpPr>
          <a:xfrm>
            <a:off x="6181041" y="4244307"/>
            <a:ext cx="570872" cy="1957528"/>
            <a:chOff x="4795838" y="1579563"/>
            <a:chExt cx="514350" cy="1763712"/>
          </a:xfrm>
          <a:solidFill>
            <a:schemeClr val="bg1">
              <a:lumMod val="50000"/>
            </a:schemeClr>
          </a:solidFill>
        </p:grpSpPr>
        <p:sp>
          <p:nvSpPr>
            <p:cNvPr id="19" name="Freeform 13"/>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14"/>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15"/>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16"/>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4" name="Group 53"/>
          <p:cNvGrpSpPr/>
          <p:nvPr/>
        </p:nvGrpSpPr>
        <p:grpSpPr>
          <a:xfrm>
            <a:off x="5378273" y="3917228"/>
            <a:ext cx="653684" cy="2284605"/>
            <a:chOff x="4144963" y="1436688"/>
            <a:chExt cx="788988" cy="2757487"/>
          </a:xfrm>
          <a:solidFill>
            <a:schemeClr val="bg1">
              <a:lumMod val="50000"/>
            </a:schemeClr>
          </a:solidFill>
        </p:grpSpPr>
        <p:sp>
          <p:nvSpPr>
            <p:cNvPr id="25" name="Freeform 19"/>
            <p:cNvSpPr/>
            <p:nvPr/>
          </p:nvSpPr>
          <p:spPr bwMode="auto">
            <a:xfrm>
              <a:off x="4144963" y="1485900"/>
              <a:ext cx="788988" cy="2708275"/>
            </a:xfrm>
            <a:custGeom>
              <a:avLst/>
              <a:gdLst>
                <a:gd name="T0" fmla="*/ 130 w 210"/>
                <a:gd name="T1" fmla="*/ 23 h 720"/>
                <a:gd name="T2" fmla="*/ 144 w 210"/>
                <a:gd name="T3" fmla="*/ 106 h 720"/>
                <a:gd name="T4" fmla="*/ 161 w 210"/>
                <a:gd name="T5" fmla="*/ 153 h 720"/>
                <a:gd name="T6" fmla="*/ 165 w 210"/>
                <a:gd name="T7" fmla="*/ 256 h 720"/>
                <a:gd name="T8" fmla="*/ 155 w 210"/>
                <a:gd name="T9" fmla="*/ 305 h 720"/>
                <a:gd name="T10" fmla="*/ 153 w 210"/>
                <a:gd name="T11" fmla="*/ 359 h 720"/>
                <a:gd name="T12" fmla="*/ 145 w 210"/>
                <a:gd name="T13" fmla="*/ 460 h 720"/>
                <a:gd name="T14" fmla="*/ 145 w 210"/>
                <a:gd name="T15" fmla="*/ 494 h 720"/>
                <a:gd name="T16" fmla="*/ 191 w 210"/>
                <a:gd name="T17" fmla="*/ 628 h 720"/>
                <a:gd name="T18" fmla="*/ 208 w 210"/>
                <a:gd name="T19" fmla="*/ 684 h 720"/>
                <a:gd name="T20" fmla="*/ 204 w 210"/>
                <a:gd name="T21" fmla="*/ 701 h 720"/>
                <a:gd name="T22" fmla="*/ 194 w 210"/>
                <a:gd name="T23" fmla="*/ 668 h 720"/>
                <a:gd name="T24" fmla="*/ 147 w 210"/>
                <a:gd name="T25" fmla="*/ 706 h 720"/>
                <a:gd name="T26" fmla="*/ 155 w 210"/>
                <a:gd name="T27" fmla="*/ 680 h 720"/>
                <a:gd name="T28" fmla="*/ 135 w 210"/>
                <a:gd name="T29" fmla="*/ 569 h 720"/>
                <a:gd name="T30" fmla="*/ 119 w 210"/>
                <a:gd name="T31" fmla="*/ 571 h 720"/>
                <a:gd name="T32" fmla="*/ 102 w 210"/>
                <a:gd name="T33" fmla="*/ 652 h 720"/>
                <a:gd name="T34" fmla="*/ 96 w 210"/>
                <a:gd name="T35" fmla="*/ 701 h 720"/>
                <a:gd name="T36" fmla="*/ 89 w 210"/>
                <a:gd name="T37" fmla="*/ 715 h 720"/>
                <a:gd name="T38" fmla="*/ 90 w 210"/>
                <a:gd name="T39" fmla="*/ 679 h 720"/>
                <a:gd name="T40" fmla="*/ 41 w 210"/>
                <a:gd name="T41" fmla="*/ 715 h 720"/>
                <a:gd name="T42" fmla="*/ 35 w 210"/>
                <a:gd name="T43" fmla="*/ 691 h 720"/>
                <a:gd name="T44" fmla="*/ 75 w 210"/>
                <a:gd name="T45" fmla="*/ 573 h 720"/>
                <a:gd name="T46" fmla="*/ 81 w 210"/>
                <a:gd name="T47" fmla="*/ 512 h 720"/>
                <a:gd name="T48" fmla="*/ 70 w 210"/>
                <a:gd name="T49" fmla="*/ 462 h 720"/>
                <a:gd name="T50" fmla="*/ 62 w 210"/>
                <a:gd name="T51" fmla="*/ 409 h 720"/>
                <a:gd name="T52" fmla="*/ 55 w 210"/>
                <a:gd name="T53" fmla="*/ 409 h 720"/>
                <a:gd name="T54" fmla="*/ 43 w 210"/>
                <a:gd name="T55" fmla="*/ 405 h 720"/>
                <a:gd name="T56" fmla="*/ 47 w 210"/>
                <a:gd name="T57" fmla="*/ 366 h 720"/>
                <a:gd name="T58" fmla="*/ 6 w 210"/>
                <a:gd name="T59" fmla="*/ 270 h 720"/>
                <a:gd name="T60" fmla="*/ 52 w 210"/>
                <a:gd name="T61" fmla="*/ 227 h 720"/>
                <a:gd name="T62" fmla="*/ 90 w 210"/>
                <a:gd name="T63" fmla="*/ 139 h 720"/>
                <a:gd name="T64" fmla="*/ 89 w 210"/>
                <a:gd name="T65" fmla="*/ 99 h 720"/>
                <a:gd name="T66" fmla="*/ 65 w 210"/>
                <a:gd name="T67" fmla="*/ 61 h 720"/>
                <a:gd name="T68" fmla="*/ 66 w 210"/>
                <a:gd name="T69" fmla="*/ 26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0" h="720">
                  <a:moveTo>
                    <a:pt x="95" y="0"/>
                  </a:moveTo>
                  <a:cubicBezTo>
                    <a:pt x="110" y="0"/>
                    <a:pt x="123" y="7"/>
                    <a:pt x="130" y="23"/>
                  </a:cubicBezTo>
                  <a:cubicBezTo>
                    <a:pt x="136" y="39"/>
                    <a:pt x="137" y="57"/>
                    <a:pt x="135" y="67"/>
                  </a:cubicBezTo>
                  <a:cubicBezTo>
                    <a:pt x="133" y="75"/>
                    <a:pt x="141" y="98"/>
                    <a:pt x="144" y="106"/>
                  </a:cubicBezTo>
                  <a:cubicBezTo>
                    <a:pt x="148" y="115"/>
                    <a:pt x="154" y="129"/>
                    <a:pt x="154" y="129"/>
                  </a:cubicBezTo>
                  <a:cubicBezTo>
                    <a:pt x="154" y="129"/>
                    <a:pt x="161" y="139"/>
                    <a:pt x="161" y="153"/>
                  </a:cubicBezTo>
                  <a:cubicBezTo>
                    <a:pt x="161" y="167"/>
                    <a:pt x="160" y="187"/>
                    <a:pt x="165" y="212"/>
                  </a:cubicBezTo>
                  <a:cubicBezTo>
                    <a:pt x="170" y="237"/>
                    <a:pt x="169" y="243"/>
                    <a:pt x="165" y="256"/>
                  </a:cubicBezTo>
                  <a:cubicBezTo>
                    <a:pt x="161" y="268"/>
                    <a:pt x="146" y="293"/>
                    <a:pt x="146" y="293"/>
                  </a:cubicBezTo>
                  <a:cubicBezTo>
                    <a:pt x="146" y="293"/>
                    <a:pt x="160" y="299"/>
                    <a:pt x="155" y="305"/>
                  </a:cubicBezTo>
                  <a:cubicBezTo>
                    <a:pt x="150" y="312"/>
                    <a:pt x="146" y="314"/>
                    <a:pt x="146" y="314"/>
                  </a:cubicBezTo>
                  <a:cubicBezTo>
                    <a:pt x="146" y="314"/>
                    <a:pt x="161" y="335"/>
                    <a:pt x="153" y="359"/>
                  </a:cubicBezTo>
                  <a:cubicBezTo>
                    <a:pt x="145" y="382"/>
                    <a:pt x="144" y="399"/>
                    <a:pt x="145" y="420"/>
                  </a:cubicBezTo>
                  <a:cubicBezTo>
                    <a:pt x="145" y="441"/>
                    <a:pt x="145" y="460"/>
                    <a:pt x="145" y="460"/>
                  </a:cubicBezTo>
                  <a:cubicBezTo>
                    <a:pt x="137" y="462"/>
                    <a:pt x="137" y="462"/>
                    <a:pt x="137" y="462"/>
                  </a:cubicBezTo>
                  <a:cubicBezTo>
                    <a:pt x="137" y="462"/>
                    <a:pt x="137" y="481"/>
                    <a:pt x="145" y="494"/>
                  </a:cubicBezTo>
                  <a:cubicBezTo>
                    <a:pt x="154" y="506"/>
                    <a:pt x="168" y="526"/>
                    <a:pt x="171" y="559"/>
                  </a:cubicBezTo>
                  <a:cubicBezTo>
                    <a:pt x="174" y="592"/>
                    <a:pt x="181" y="620"/>
                    <a:pt x="191" y="628"/>
                  </a:cubicBezTo>
                  <a:cubicBezTo>
                    <a:pt x="200" y="636"/>
                    <a:pt x="210" y="635"/>
                    <a:pt x="210" y="649"/>
                  </a:cubicBezTo>
                  <a:cubicBezTo>
                    <a:pt x="210" y="662"/>
                    <a:pt x="208" y="678"/>
                    <a:pt x="208" y="684"/>
                  </a:cubicBezTo>
                  <a:cubicBezTo>
                    <a:pt x="208" y="691"/>
                    <a:pt x="208" y="700"/>
                    <a:pt x="208" y="700"/>
                  </a:cubicBezTo>
                  <a:cubicBezTo>
                    <a:pt x="204" y="701"/>
                    <a:pt x="204" y="701"/>
                    <a:pt x="204" y="701"/>
                  </a:cubicBezTo>
                  <a:cubicBezTo>
                    <a:pt x="204" y="701"/>
                    <a:pt x="205" y="694"/>
                    <a:pt x="204" y="685"/>
                  </a:cubicBezTo>
                  <a:cubicBezTo>
                    <a:pt x="203" y="676"/>
                    <a:pt x="200" y="664"/>
                    <a:pt x="194" y="668"/>
                  </a:cubicBezTo>
                  <a:cubicBezTo>
                    <a:pt x="189" y="671"/>
                    <a:pt x="180" y="688"/>
                    <a:pt x="176" y="696"/>
                  </a:cubicBezTo>
                  <a:cubicBezTo>
                    <a:pt x="172" y="703"/>
                    <a:pt x="163" y="711"/>
                    <a:pt x="147" y="706"/>
                  </a:cubicBezTo>
                  <a:cubicBezTo>
                    <a:pt x="130" y="701"/>
                    <a:pt x="125" y="691"/>
                    <a:pt x="133" y="688"/>
                  </a:cubicBezTo>
                  <a:cubicBezTo>
                    <a:pt x="142" y="685"/>
                    <a:pt x="153" y="689"/>
                    <a:pt x="155" y="680"/>
                  </a:cubicBezTo>
                  <a:cubicBezTo>
                    <a:pt x="157" y="671"/>
                    <a:pt x="161" y="647"/>
                    <a:pt x="157" y="635"/>
                  </a:cubicBezTo>
                  <a:cubicBezTo>
                    <a:pt x="154" y="622"/>
                    <a:pt x="141" y="584"/>
                    <a:pt x="135" y="569"/>
                  </a:cubicBezTo>
                  <a:cubicBezTo>
                    <a:pt x="130" y="555"/>
                    <a:pt x="123" y="538"/>
                    <a:pt x="123" y="538"/>
                  </a:cubicBezTo>
                  <a:cubicBezTo>
                    <a:pt x="123" y="538"/>
                    <a:pt x="124" y="560"/>
                    <a:pt x="119" y="571"/>
                  </a:cubicBezTo>
                  <a:cubicBezTo>
                    <a:pt x="114" y="582"/>
                    <a:pt x="98" y="624"/>
                    <a:pt x="95" y="633"/>
                  </a:cubicBezTo>
                  <a:cubicBezTo>
                    <a:pt x="92" y="641"/>
                    <a:pt x="98" y="647"/>
                    <a:pt x="102" y="652"/>
                  </a:cubicBezTo>
                  <a:cubicBezTo>
                    <a:pt x="107" y="656"/>
                    <a:pt x="104" y="668"/>
                    <a:pt x="101" y="677"/>
                  </a:cubicBezTo>
                  <a:cubicBezTo>
                    <a:pt x="97" y="685"/>
                    <a:pt x="96" y="696"/>
                    <a:pt x="96" y="701"/>
                  </a:cubicBezTo>
                  <a:cubicBezTo>
                    <a:pt x="96" y="705"/>
                    <a:pt x="96" y="715"/>
                    <a:pt x="96" y="715"/>
                  </a:cubicBezTo>
                  <a:cubicBezTo>
                    <a:pt x="89" y="715"/>
                    <a:pt x="89" y="715"/>
                    <a:pt x="89" y="715"/>
                  </a:cubicBezTo>
                  <a:cubicBezTo>
                    <a:pt x="89" y="715"/>
                    <a:pt x="91" y="704"/>
                    <a:pt x="91" y="696"/>
                  </a:cubicBezTo>
                  <a:cubicBezTo>
                    <a:pt x="91" y="687"/>
                    <a:pt x="93" y="681"/>
                    <a:pt x="90" y="679"/>
                  </a:cubicBezTo>
                  <a:cubicBezTo>
                    <a:pt x="86" y="678"/>
                    <a:pt x="72" y="690"/>
                    <a:pt x="67" y="699"/>
                  </a:cubicBezTo>
                  <a:cubicBezTo>
                    <a:pt x="61" y="708"/>
                    <a:pt x="60" y="720"/>
                    <a:pt x="41" y="715"/>
                  </a:cubicBezTo>
                  <a:cubicBezTo>
                    <a:pt x="23" y="711"/>
                    <a:pt x="11" y="701"/>
                    <a:pt x="15" y="695"/>
                  </a:cubicBezTo>
                  <a:cubicBezTo>
                    <a:pt x="20" y="689"/>
                    <a:pt x="29" y="694"/>
                    <a:pt x="35" y="691"/>
                  </a:cubicBezTo>
                  <a:cubicBezTo>
                    <a:pt x="40" y="688"/>
                    <a:pt x="51" y="661"/>
                    <a:pt x="58" y="644"/>
                  </a:cubicBezTo>
                  <a:cubicBezTo>
                    <a:pt x="65" y="628"/>
                    <a:pt x="72" y="593"/>
                    <a:pt x="75" y="573"/>
                  </a:cubicBezTo>
                  <a:cubicBezTo>
                    <a:pt x="77" y="553"/>
                    <a:pt x="80" y="538"/>
                    <a:pt x="80" y="531"/>
                  </a:cubicBezTo>
                  <a:cubicBezTo>
                    <a:pt x="81" y="524"/>
                    <a:pt x="81" y="512"/>
                    <a:pt x="81" y="512"/>
                  </a:cubicBezTo>
                  <a:cubicBezTo>
                    <a:pt x="81" y="512"/>
                    <a:pt x="75" y="489"/>
                    <a:pt x="72" y="479"/>
                  </a:cubicBezTo>
                  <a:cubicBezTo>
                    <a:pt x="70" y="469"/>
                    <a:pt x="70" y="462"/>
                    <a:pt x="70" y="462"/>
                  </a:cubicBezTo>
                  <a:cubicBezTo>
                    <a:pt x="70" y="462"/>
                    <a:pt x="60" y="464"/>
                    <a:pt x="60" y="457"/>
                  </a:cubicBezTo>
                  <a:cubicBezTo>
                    <a:pt x="60" y="450"/>
                    <a:pt x="63" y="422"/>
                    <a:pt x="62" y="409"/>
                  </a:cubicBezTo>
                  <a:cubicBezTo>
                    <a:pt x="61" y="395"/>
                    <a:pt x="56" y="396"/>
                    <a:pt x="56" y="396"/>
                  </a:cubicBezTo>
                  <a:cubicBezTo>
                    <a:pt x="56" y="396"/>
                    <a:pt x="55" y="403"/>
                    <a:pt x="55" y="409"/>
                  </a:cubicBezTo>
                  <a:cubicBezTo>
                    <a:pt x="55" y="415"/>
                    <a:pt x="51" y="413"/>
                    <a:pt x="50" y="409"/>
                  </a:cubicBezTo>
                  <a:cubicBezTo>
                    <a:pt x="48" y="405"/>
                    <a:pt x="43" y="409"/>
                    <a:pt x="43" y="405"/>
                  </a:cubicBezTo>
                  <a:cubicBezTo>
                    <a:pt x="43" y="401"/>
                    <a:pt x="40" y="392"/>
                    <a:pt x="41" y="385"/>
                  </a:cubicBezTo>
                  <a:cubicBezTo>
                    <a:pt x="42" y="379"/>
                    <a:pt x="47" y="366"/>
                    <a:pt x="47" y="366"/>
                  </a:cubicBezTo>
                  <a:cubicBezTo>
                    <a:pt x="0" y="365"/>
                    <a:pt x="0" y="365"/>
                    <a:pt x="0" y="365"/>
                  </a:cubicBezTo>
                  <a:cubicBezTo>
                    <a:pt x="6" y="270"/>
                    <a:pt x="6" y="270"/>
                    <a:pt x="6" y="270"/>
                  </a:cubicBezTo>
                  <a:cubicBezTo>
                    <a:pt x="50" y="271"/>
                    <a:pt x="50" y="271"/>
                    <a:pt x="50" y="271"/>
                  </a:cubicBezTo>
                  <a:cubicBezTo>
                    <a:pt x="50" y="271"/>
                    <a:pt x="52" y="241"/>
                    <a:pt x="52" y="227"/>
                  </a:cubicBezTo>
                  <a:cubicBezTo>
                    <a:pt x="52" y="213"/>
                    <a:pt x="50" y="194"/>
                    <a:pt x="60" y="178"/>
                  </a:cubicBezTo>
                  <a:cubicBezTo>
                    <a:pt x="70" y="162"/>
                    <a:pt x="82" y="149"/>
                    <a:pt x="90" y="139"/>
                  </a:cubicBezTo>
                  <a:cubicBezTo>
                    <a:pt x="98" y="128"/>
                    <a:pt x="99" y="128"/>
                    <a:pt x="97" y="119"/>
                  </a:cubicBezTo>
                  <a:cubicBezTo>
                    <a:pt x="95" y="110"/>
                    <a:pt x="95" y="98"/>
                    <a:pt x="89" y="99"/>
                  </a:cubicBezTo>
                  <a:cubicBezTo>
                    <a:pt x="83" y="99"/>
                    <a:pt x="78" y="99"/>
                    <a:pt x="75" y="91"/>
                  </a:cubicBezTo>
                  <a:cubicBezTo>
                    <a:pt x="73" y="84"/>
                    <a:pt x="66" y="70"/>
                    <a:pt x="65" y="61"/>
                  </a:cubicBezTo>
                  <a:cubicBezTo>
                    <a:pt x="65" y="51"/>
                    <a:pt x="67" y="49"/>
                    <a:pt x="65" y="46"/>
                  </a:cubicBezTo>
                  <a:cubicBezTo>
                    <a:pt x="64" y="43"/>
                    <a:pt x="66" y="34"/>
                    <a:pt x="66" y="26"/>
                  </a:cubicBezTo>
                  <a:cubicBezTo>
                    <a:pt x="66" y="18"/>
                    <a:pt x="76" y="0"/>
                    <a:pt x="9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3" name="Group 52"/>
            <p:cNvGrpSpPr/>
            <p:nvPr/>
          </p:nvGrpSpPr>
          <p:grpSpPr>
            <a:xfrm>
              <a:off x="4344988" y="1436688"/>
              <a:ext cx="461963" cy="636587"/>
              <a:chOff x="4344988" y="1436688"/>
              <a:chExt cx="461963" cy="636587"/>
            </a:xfrm>
            <a:grpFill/>
          </p:grpSpPr>
          <p:sp>
            <p:nvSpPr>
              <p:cNvPr id="23" name="Freeform 17"/>
              <p:cNvSpPr/>
              <p:nvPr/>
            </p:nvSpPr>
            <p:spPr bwMode="auto">
              <a:xfrm>
                <a:off x="4446588" y="1738313"/>
                <a:ext cx="217488" cy="327025"/>
              </a:xfrm>
              <a:custGeom>
                <a:avLst/>
                <a:gdLst>
                  <a:gd name="T0" fmla="*/ 3 w 58"/>
                  <a:gd name="T1" fmla="*/ 24 h 87"/>
                  <a:gd name="T2" fmla="*/ 6 w 58"/>
                  <a:gd name="T3" fmla="*/ 49 h 87"/>
                  <a:gd name="T4" fmla="*/ 3 w 58"/>
                  <a:gd name="T5" fmla="*/ 75 h 87"/>
                  <a:gd name="T6" fmla="*/ 45 w 58"/>
                  <a:gd name="T7" fmla="*/ 85 h 87"/>
                  <a:gd name="T8" fmla="*/ 3 w 58"/>
                  <a:gd name="T9" fmla="*/ 24 h 87"/>
                </a:gdLst>
                <a:ahLst/>
                <a:cxnLst>
                  <a:cxn ang="0">
                    <a:pos x="T0" y="T1"/>
                  </a:cxn>
                  <a:cxn ang="0">
                    <a:pos x="T2" y="T3"/>
                  </a:cxn>
                  <a:cxn ang="0">
                    <a:pos x="T4" y="T5"/>
                  </a:cxn>
                  <a:cxn ang="0">
                    <a:pos x="T6" y="T7"/>
                  </a:cxn>
                  <a:cxn ang="0">
                    <a:pos x="T8" y="T9"/>
                  </a:cxn>
                </a:cxnLst>
                <a:rect l="0" t="0" r="r" b="b"/>
                <a:pathLst>
                  <a:path w="57" h="87">
                    <a:moveTo>
                      <a:pt x="3" y="24"/>
                    </a:moveTo>
                    <a:cubicBezTo>
                      <a:pt x="20" y="31"/>
                      <a:pt x="1" y="40"/>
                      <a:pt x="6" y="49"/>
                    </a:cubicBezTo>
                    <a:cubicBezTo>
                      <a:pt x="12" y="57"/>
                      <a:pt x="0" y="63"/>
                      <a:pt x="3" y="75"/>
                    </a:cubicBezTo>
                    <a:cubicBezTo>
                      <a:pt x="6" y="87"/>
                      <a:pt x="32" y="86"/>
                      <a:pt x="45" y="85"/>
                    </a:cubicBezTo>
                    <a:cubicBezTo>
                      <a:pt x="58" y="84"/>
                      <a:pt x="39" y="0"/>
                      <a:pt x="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Freeform 18"/>
              <p:cNvSpPr/>
              <p:nvPr/>
            </p:nvSpPr>
            <p:spPr bwMode="auto">
              <a:xfrm>
                <a:off x="4344988" y="1436688"/>
                <a:ext cx="461963" cy="636587"/>
              </a:xfrm>
              <a:custGeom>
                <a:avLst/>
                <a:gdLst>
                  <a:gd name="T0" fmla="*/ 11 w 123"/>
                  <a:gd name="T1" fmla="*/ 29 h 169"/>
                  <a:gd name="T2" fmla="*/ 86 w 123"/>
                  <a:gd name="T3" fmla="*/ 49 h 169"/>
                  <a:gd name="T4" fmla="*/ 101 w 123"/>
                  <a:gd name="T5" fmla="*/ 82 h 169"/>
                  <a:gd name="T6" fmla="*/ 108 w 123"/>
                  <a:gd name="T7" fmla="*/ 114 h 169"/>
                  <a:gd name="T8" fmla="*/ 99 w 123"/>
                  <a:gd name="T9" fmla="*/ 151 h 169"/>
                  <a:gd name="T10" fmla="*/ 61 w 123"/>
                  <a:gd name="T11" fmla="*/ 163 h 169"/>
                  <a:gd name="T12" fmla="*/ 25 w 123"/>
                  <a:gd name="T13" fmla="*/ 71 h 169"/>
                  <a:gd name="T14" fmla="*/ 11 w 123"/>
                  <a:gd name="T15" fmla="*/ 2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169">
                    <a:moveTo>
                      <a:pt x="11" y="29"/>
                    </a:moveTo>
                    <a:cubicBezTo>
                      <a:pt x="32" y="0"/>
                      <a:pt x="87" y="12"/>
                      <a:pt x="86" y="49"/>
                    </a:cubicBezTo>
                    <a:cubicBezTo>
                      <a:pt x="86" y="87"/>
                      <a:pt x="109" y="63"/>
                      <a:pt x="101" y="82"/>
                    </a:cubicBezTo>
                    <a:cubicBezTo>
                      <a:pt x="94" y="101"/>
                      <a:pt x="118" y="99"/>
                      <a:pt x="108" y="114"/>
                    </a:cubicBezTo>
                    <a:cubicBezTo>
                      <a:pt x="98" y="129"/>
                      <a:pt x="123" y="133"/>
                      <a:pt x="99" y="151"/>
                    </a:cubicBezTo>
                    <a:cubicBezTo>
                      <a:pt x="75" y="169"/>
                      <a:pt x="61" y="163"/>
                      <a:pt x="61" y="163"/>
                    </a:cubicBezTo>
                    <a:cubicBezTo>
                      <a:pt x="61" y="163"/>
                      <a:pt x="68" y="58"/>
                      <a:pt x="25" y="71"/>
                    </a:cubicBezTo>
                    <a:cubicBezTo>
                      <a:pt x="11" y="74"/>
                      <a:pt x="0" y="43"/>
                      <a:pt x="1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20"/>
              <p:cNvSpPr/>
              <p:nvPr/>
            </p:nvSpPr>
            <p:spPr bwMode="auto">
              <a:xfrm>
                <a:off x="4513263" y="1831975"/>
                <a:ext cx="161925" cy="134937"/>
              </a:xfrm>
              <a:custGeom>
                <a:avLst/>
                <a:gdLst>
                  <a:gd name="T0" fmla="*/ 41 w 43"/>
                  <a:gd name="T1" fmla="*/ 0 h 36"/>
                  <a:gd name="T2" fmla="*/ 43 w 43"/>
                  <a:gd name="T3" fmla="*/ 7 h 36"/>
                  <a:gd name="T4" fmla="*/ 0 w 43"/>
                  <a:gd name="T5" fmla="*/ 36 h 36"/>
                  <a:gd name="T6" fmla="*/ 2 w 43"/>
                  <a:gd name="T7" fmla="*/ 17 h 36"/>
                  <a:gd name="T8" fmla="*/ 23 w 43"/>
                  <a:gd name="T9" fmla="*/ 3 h 36"/>
                  <a:gd name="T10" fmla="*/ 41 w 43"/>
                  <a:gd name="T11" fmla="*/ 0 h 36"/>
                </a:gdLst>
                <a:ahLst/>
                <a:cxnLst>
                  <a:cxn ang="0">
                    <a:pos x="T0" y="T1"/>
                  </a:cxn>
                  <a:cxn ang="0">
                    <a:pos x="T2" y="T3"/>
                  </a:cxn>
                  <a:cxn ang="0">
                    <a:pos x="T4" y="T5"/>
                  </a:cxn>
                  <a:cxn ang="0">
                    <a:pos x="T6" y="T7"/>
                  </a:cxn>
                  <a:cxn ang="0">
                    <a:pos x="T8" y="T9"/>
                  </a:cxn>
                  <a:cxn ang="0">
                    <a:pos x="T10" y="T11"/>
                  </a:cxn>
                </a:cxnLst>
                <a:rect l="0" t="0" r="r" b="b"/>
                <a:pathLst>
                  <a:path w="43" h="36">
                    <a:moveTo>
                      <a:pt x="41" y="0"/>
                    </a:moveTo>
                    <a:cubicBezTo>
                      <a:pt x="42" y="2"/>
                      <a:pt x="43" y="5"/>
                      <a:pt x="43" y="7"/>
                    </a:cubicBezTo>
                    <a:cubicBezTo>
                      <a:pt x="21" y="6"/>
                      <a:pt x="9" y="23"/>
                      <a:pt x="0" y="36"/>
                    </a:cubicBezTo>
                    <a:cubicBezTo>
                      <a:pt x="3" y="30"/>
                      <a:pt x="3" y="21"/>
                      <a:pt x="2" y="17"/>
                    </a:cubicBezTo>
                    <a:cubicBezTo>
                      <a:pt x="8" y="12"/>
                      <a:pt x="16" y="6"/>
                      <a:pt x="23" y="3"/>
                    </a:cubicBezTo>
                    <a:cubicBezTo>
                      <a:pt x="29" y="1"/>
                      <a:pt x="36"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0" name="Group 49"/>
          <p:cNvGrpSpPr/>
          <p:nvPr/>
        </p:nvGrpSpPr>
        <p:grpSpPr>
          <a:xfrm>
            <a:off x="2842308" y="3990584"/>
            <a:ext cx="700853" cy="2211249"/>
            <a:chOff x="1463676" y="1444626"/>
            <a:chExt cx="890588" cy="2809875"/>
          </a:xfrm>
          <a:solidFill>
            <a:schemeClr val="bg1">
              <a:lumMod val="50000"/>
            </a:schemeClr>
          </a:solidFill>
        </p:grpSpPr>
        <p:sp>
          <p:nvSpPr>
            <p:cNvPr id="27" name="Freeform 21"/>
            <p:cNvSpPr/>
            <p:nvPr/>
          </p:nvSpPr>
          <p:spPr bwMode="auto">
            <a:xfrm>
              <a:off x="1463676" y="1444626"/>
              <a:ext cx="890588" cy="2809875"/>
            </a:xfrm>
            <a:custGeom>
              <a:avLst/>
              <a:gdLst>
                <a:gd name="T0" fmla="*/ 159 w 237"/>
                <a:gd name="T1" fmla="*/ 25 h 747"/>
                <a:gd name="T2" fmla="*/ 155 w 237"/>
                <a:gd name="T3" fmla="*/ 80 h 747"/>
                <a:gd name="T4" fmla="*/ 141 w 237"/>
                <a:gd name="T5" fmla="*/ 110 h 747"/>
                <a:gd name="T6" fmla="*/ 165 w 237"/>
                <a:gd name="T7" fmla="*/ 128 h 747"/>
                <a:gd name="T8" fmla="*/ 211 w 237"/>
                <a:gd name="T9" fmla="*/ 188 h 747"/>
                <a:gd name="T10" fmla="*/ 228 w 237"/>
                <a:gd name="T11" fmla="*/ 248 h 747"/>
                <a:gd name="T12" fmla="*/ 193 w 237"/>
                <a:gd name="T13" fmla="*/ 261 h 747"/>
                <a:gd name="T14" fmla="*/ 193 w 237"/>
                <a:gd name="T15" fmla="*/ 312 h 747"/>
                <a:gd name="T16" fmla="*/ 198 w 237"/>
                <a:gd name="T17" fmla="*/ 396 h 747"/>
                <a:gd name="T18" fmla="*/ 187 w 237"/>
                <a:gd name="T19" fmla="*/ 465 h 747"/>
                <a:gd name="T20" fmla="*/ 161 w 237"/>
                <a:gd name="T21" fmla="*/ 638 h 747"/>
                <a:gd name="T22" fmla="*/ 178 w 237"/>
                <a:gd name="T23" fmla="*/ 680 h 747"/>
                <a:gd name="T24" fmla="*/ 197 w 237"/>
                <a:gd name="T25" fmla="*/ 699 h 747"/>
                <a:gd name="T26" fmla="*/ 178 w 237"/>
                <a:gd name="T27" fmla="*/ 713 h 747"/>
                <a:gd name="T28" fmla="*/ 147 w 237"/>
                <a:gd name="T29" fmla="*/ 707 h 747"/>
                <a:gd name="T30" fmla="*/ 110 w 237"/>
                <a:gd name="T31" fmla="*/ 700 h 747"/>
                <a:gd name="T32" fmla="*/ 112 w 237"/>
                <a:gd name="T33" fmla="*/ 660 h 747"/>
                <a:gd name="T34" fmla="*/ 109 w 237"/>
                <a:gd name="T35" fmla="*/ 517 h 747"/>
                <a:gd name="T36" fmla="*/ 51 w 237"/>
                <a:gd name="T37" fmla="*/ 706 h 747"/>
                <a:gd name="T38" fmla="*/ 61 w 237"/>
                <a:gd name="T39" fmla="*/ 733 h 747"/>
                <a:gd name="T40" fmla="*/ 17 w 237"/>
                <a:gd name="T41" fmla="*/ 736 h 747"/>
                <a:gd name="T42" fmla="*/ 2 w 237"/>
                <a:gd name="T43" fmla="*/ 710 h 747"/>
                <a:gd name="T44" fmla="*/ 4 w 237"/>
                <a:gd name="T45" fmla="*/ 679 h 747"/>
                <a:gd name="T46" fmla="*/ 49 w 237"/>
                <a:gd name="T47" fmla="*/ 393 h 747"/>
                <a:gd name="T48" fmla="*/ 48 w 237"/>
                <a:gd name="T49" fmla="*/ 340 h 747"/>
                <a:gd name="T50" fmla="*/ 55 w 237"/>
                <a:gd name="T51" fmla="*/ 282 h 747"/>
                <a:gd name="T52" fmla="*/ 39 w 237"/>
                <a:gd name="T53" fmla="*/ 196 h 747"/>
                <a:gd name="T54" fmla="*/ 62 w 237"/>
                <a:gd name="T55" fmla="*/ 123 h 747"/>
                <a:gd name="T56" fmla="*/ 93 w 237"/>
                <a:gd name="T57" fmla="*/ 95 h 747"/>
                <a:gd name="T58" fmla="*/ 95 w 237"/>
                <a:gd name="T59" fmla="*/ 84 h 747"/>
                <a:gd name="T60" fmla="*/ 88 w 237"/>
                <a:gd name="T61" fmla="*/ 61 h 747"/>
                <a:gd name="T62" fmla="*/ 99 w 237"/>
                <a:gd name="T63" fmla="*/ 1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747">
                  <a:moveTo>
                    <a:pt x="143" y="9"/>
                  </a:moveTo>
                  <a:cubicBezTo>
                    <a:pt x="148" y="9"/>
                    <a:pt x="155" y="13"/>
                    <a:pt x="159" y="25"/>
                  </a:cubicBezTo>
                  <a:cubicBezTo>
                    <a:pt x="164" y="37"/>
                    <a:pt x="164" y="46"/>
                    <a:pt x="160" y="56"/>
                  </a:cubicBezTo>
                  <a:cubicBezTo>
                    <a:pt x="156" y="65"/>
                    <a:pt x="156" y="72"/>
                    <a:pt x="155" y="80"/>
                  </a:cubicBezTo>
                  <a:cubicBezTo>
                    <a:pt x="153" y="88"/>
                    <a:pt x="147" y="102"/>
                    <a:pt x="143" y="103"/>
                  </a:cubicBezTo>
                  <a:cubicBezTo>
                    <a:pt x="139" y="103"/>
                    <a:pt x="141" y="106"/>
                    <a:pt x="141" y="110"/>
                  </a:cubicBezTo>
                  <a:cubicBezTo>
                    <a:pt x="141" y="114"/>
                    <a:pt x="143" y="119"/>
                    <a:pt x="143" y="119"/>
                  </a:cubicBezTo>
                  <a:cubicBezTo>
                    <a:pt x="143" y="119"/>
                    <a:pt x="154" y="125"/>
                    <a:pt x="165" y="128"/>
                  </a:cubicBezTo>
                  <a:cubicBezTo>
                    <a:pt x="176" y="130"/>
                    <a:pt x="192" y="143"/>
                    <a:pt x="194" y="158"/>
                  </a:cubicBezTo>
                  <a:cubicBezTo>
                    <a:pt x="195" y="173"/>
                    <a:pt x="202" y="180"/>
                    <a:pt x="211" y="188"/>
                  </a:cubicBezTo>
                  <a:cubicBezTo>
                    <a:pt x="220" y="196"/>
                    <a:pt x="229" y="196"/>
                    <a:pt x="232" y="210"/>
                  </a:cubicBezTo>
                  <a:cubicBezTo>
                    <a:pt x="235" y="224"/>
                    <a:pt x="237" y="244"/>
                    <a:pt x="228" y="248"/>
                  </a:cubicBezTo>
                  <a:cubicBezTo>
                    <a:pt x="219" y="252"/>
                    <a:pt x="197" y="250"/>
                    <a:pt x="197" y="250"/>
                  </a:cubicBezTo>
                  <a:cubicBezTo>
                    <a:pt x="197" y="250"/>
                    <a:pt x="196" y="258"/>
                    <a:pt x="193" y="261"/>
                  </a:cubicBezTo>
                  <a:cubicBezTo>
                    <a:pt x="189" y="265"/>
                    <a:pt x="184" y="267"/>
                    <a:pt x="184" y="267"/>
                  </a:cubicBezTo>
                  <a:cubicBezTo>
                    <a:pt x="184" y="267"/>
                    <a:pt x="191" y="294"/>
                    <a:pt x="193" y="312"/>
                  </a:cubicBezTo>
                  <a:cubicBezTo>
                    <a:pt x="195" y="330"/>
                    <a:pt x="197" y="367"/>
                    <a:pt x="199" y="376"/>
                  </a:cubicBezTo>
                  <a:cubicBezTo>
                    <a:pt x="201" y="385"/>
                    <a:pt x="202" y="393"/>
                    <a:pt x="198" y="396"/>
                  </a:cubicBezTo>
                  <a:cubicBezTo>
                    <a:pt x="195" y="399"/>
                    <a:pt x="192" y="399"/>
                    <a:pt x="192" y="399"/>
                  </a:cubicBezTo>
                  <a:cubicBezTo>
                    <a:pt x="192" y="399"/>
                    <a:pt x="190" y="440"/>
                    <a:pt x="187" y="465"/>
                  </a:cubicBezTo>
                  <a:cubicBezTo>
                    <a:pt x="183" y="490"/>
                    <a:pt x="177" y="518"/>
                    <a:pt x="172" y="547"/>
                  </a:cubicBezTo>
                  <a:cubicBezTo>
                    <a:pt x="167" y="576"/>
                    <a:pt x="163" y="623"/>
                    <a:pt x="161" y="638"/>
                  </a:cubicBezTo>
                  <a:cubicBezTo>
                    <a:pt x="160" y="652"/>
                    <a:pt x="159" y="654"/>
                    <a:pt x="161" y="660"/>
                  </a:cubicBezTo>
                  <a:cubicBezTo>
                    <a:pt x="164" y="666"/>
                    <a:pt x="181" y="679"/>
                    <a:pt x="178" y="680"/>
                  </a:cubicBezTo>
                  <a:cubicBezTo>
                    <a:pt x="175" y="682"/>
                    <a:pt x="175" y="682"/>
                    <a:pt x="175" y="682"/>
                  </a:cubicBezTo>
                  <a:cubicBezTo>
                    <a:pt x="175" y="682"/>
                    <a:pt x="187" y="699"/>
                    <a:pt x="197" y="699"/>
                  </a:cubicBezTo>
                  <a:cubicBezTo>
                    <a:pt x="207" y="699"/>
                    <a:pt x="220" y="702"/>
                    <a:pt x="220" y="710"/>
                  </a:cubicBezTo>
                  <a:cubicBezTo>
                    <a:pt x="220" y="717"/>
                    <a:pt x="189" y="713"/>
                    <a:pt x="178" y="713"/>
                  </a:cubicBezTo>
                  <a:cubicBezTo>
                    <a:pt x="168" y="713"/>
                    <a:pt x="157" y="707"/>
                    <a:pt x="152" y="705"/>
                  </a:cubicBezTo>
                  <a:cubicBezTo>
                    <a:pt x="146" y="702"/>
                    <a:pt x="147" y="707"/>
                    <a:pt x="147" y="707"/>
                  </a:cubicBezTo>
                  <a:cubicBezTo>
                    <a:pt x="147" y="707"/>
                    <a:pt x="133" y="708"/>
                    <a:pt x="124" y="706"/>
                  </a:cubicBezTo>
                  <a:cubicBezTo>
                    <a:pt x="114" y="705"/>
                    <a:pt x="110" y="705"/>
                    <a:pt x="110" y="700"/>
                  </a:cubicBezTo>
                  <a:cubicBezTo>
                    <a:pt x="110" y="694"/>
                    <a:pt x="110" y="692"/>
                    <a:pt x="110" y="692"/>
                  </a:cubicBezTo>
                  <a:cubicBezTo>
                    <a:pt x="110" y="692"/>
                    <a:pt x="110" y="677"/>
                    <a:pt x="112" y="660"/>
                  </a:cubicBezTo>
                  <a:cubicBezTo>
                    <a:pt x="115" y="643"/>
                    <a:pt x="113" y="577"/>
                    <a:pt x="112" y="557"/>
                  </a:cubicBezTo>
                  <a:cubicBezTo>
                    <a:pt x="111" y="537"/>
                    <a:pt x="109" y="517"/>
                    <a:pt x="109" y="517"/>
                  </a:cubicBezTo>
                  <a:cubicBezTo>
                    <a:pt x="109" y="517"/>
                    <a:pt x="89" y="586"/>
                    <a:pt x="78" y="625"/>
                  </a:cubicBezTo>
                  <a:cubicBezTo>
                    <a:pt x="67" y="663"/>
                    <a:pt x="54" y="704"/>
                    <a:pt x="51" y="706"/>
                  </a:cubicBezTo>
                  <a:cubicBezTo>
                    <a:pt x="48" y="708"/>
                    <a:pt x="49" y="710"/>
                    <a:pt x="49" y="710"/>
                  </a:cubicBezTo>
                  <a:cubicBezTo>
                    <a:pt x="49" y="710"/>
                    <a:pt x="61" y="723"/>
                    <a:pt x="61" y="733"/>
                  </a:cubicBezTo>
                  <a:cubicBezTo>
                    <a:pt x="62" y="742"/>
                    <a:pt x="64" y="745"/>
                    <a:pt x="55" y="746"/>
                  </a:cubicBezTo>
                  <a:cubicBezTo>
                    <a:pt x="46" y="747"/>
                    <a:pt x="24" y="742"/>
                    <a:pt x="17" y="736"/>
                  </a:cubicBezTo>
                  <a:cubicBezTo>
                    <a:pt x="10" y="731"/>
                    <a:pt x="9" y="725"/>
                    <a:pt x="5" y="723"/>
                  </a:cubicBezTo>
                  <a:cubicBezTo>
                    <a:pt x="2" y="720"/>
                    <a:pt x="0" y="716"/>
                    <a:pt x="2" y="710"/>
                  </a:cubicBezTo>
                  <a:cubicBezTo>
                    <a:pt x="3" y="704"/>
                    <a:pt x="3" y="702"/>
                    <a:pt x="3" y="702"/>
                  </a:cubicBezTo>
                  <a:cubicBezTo>
                    <a:pt x="3" y="702"/>
                    <a:pt x="0" y="700"/>
                    <a:pt x="4" y="679"/>
                  </a:cubicBezTo>
                  <a:cubicBezTo>
                    <a:pt x="8" y="658"/>
                    <a:pt x="24" y="544"/>
                    <a:pt x="35" y="493"/>
                  </a:cubicBezTo>
                  <a:cubicBezTo>
                    <a:pt x="46" y="442"/>
                    <a:pt x="49" y="400"/>
                    <a:pt x="49" y="393"/>
                  </a:cubicBezTo>
                  <a:cubicBezTo>
                    <a:pt x="49" y="387"/>
                    <a:pt x="47" y="387"/>
                    <a:pt x="43" y="385"/>
                  </a:cubicBezTo>
                  <a:cubicBezTo>
                    <a:pt x="39" y="382"/>
                    <a:pt x="47" y="355"/>
                    <a:pt x="48" y="340"/>
                  </a:cubicBezTo>
                  <a:cubicBezTo>
                    <a:pt x="50" y="326"/>
                    <a:pt x="51" y="316"/>
                    <a:pt x="50" y="306"/>
                  </a:cubicBezTo>
                  <a:cubicBezTo>
                    <a:pt x="50" y="296"/>
                    <a:pt x="54" y="290"/>
                    <a:pt x="55" y="282"/>
                  </a:cubicBezTo>
                  <a:cubicBezTo>
                    <a:pt x="56" y="275"/>
                    <a:pt x="59" y="255"/>
                    <a:pt x="53" y="238"/>
                  </a:cubicBezTo>
                  <a:cubicBezTo>
                    <a:pt x="47" y="221"/>
                    <a:pt x="41" y="200"/>
                    <a:pt x="39" y="196"/>
                  </a:cubicBezTo>
                  <a:cubicBezTo>
                    <a:pt x="36" y="193"/>
                    <a:pt x="39" y="180"/>
                    <a:pt x="40" y="164"/>
                  </a:cubicBezTo>
                  <a:cubicBezTo>
                    <a:pt x="42" y="148"/>
                    <a:pt x="46" y="131"/>
                    <a:pt x="62" y="123"/>
                  </a:cubicBezTo>
                  <a:cubicBezTo>
                    <a:pt x="78" y="114"/>
                    <a:pt x="85" y="112"/>
                    <a:pt x="89" y="105"/>
                  </a:cubicBezTo>
                  <a:cubicBezTo>
                    <a:pt x="93" y="98"/>
                    <a:pt x="91" y="97"/>
                    <a:pt x="93" y="95"/>
                  </a:cubicBezTo>
                  <a:cubicBezTo>
                    <a:pt x="95" y="94"/>
                    <a:pt x="96" y="93"/>
                    <a:pt x="96" y="93"/>
                  </a:cubicBezTo>
                  <a:cubicBezTo>
                    <a:pt x="96" y="93"/>
                    <a:pt x="96" y="87"/>
                    <a:pt x="95" y="84"/>
                  </a:cubicBezTo>
                  <a:cubicBezTo>
                    <a:pt x="95" y="81"/>
                    <a:pt x="92" y="81"/>
                    <a:pt x="91" y="78"/>
                  </a:cubicBezTo>
                  <a:cubicBezTo>
                    <a:pt x="89" y="75"/>
                    <a:pt x="87" y="66"/>
                    <a:pt x="88" y="61"/>
                  </a:cubicBezTo>
                  <a:cubicBezTo>
                    <a:pt x="88" y="55"/>
                    <a:pt x="89" y="54"/>
                    <a:pt x="89" y="54"/>
                  </a:cubicBezTo>
                  <a:cubicBezTo>
                    <a:pt x="89" y="54"/>
                    <a:pt x="87" y="24"/>
                    <a:pt x="99" y="15"/>
                  </a:cubicBezTo>
                  <a:cubicBezTo>
                    <a:pt x="111" y="7"/>
                    <a:pt x="131" y="0"/>
                    <a:pt x="14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Freeform 22"/>
            <p:cNvSpPr/>
            <p:nvPr/>
          </p:nvSpPr>
          <p:spPr bwMode="auto">
            <a:xfrm>
              <a:off x="1809751" y="1798638"/>
              <a:ext cx="201613" cy="173037"/>
            </a:xfrm>
            <a:custGeom>
              <a:avLst/>
              <a:gdLst>
                <a:gd name="T0" fmla="*/ 49 w 54"/>
                <a:gd name="T1" fmla="*/ 18 h 46"/>
                <a:gd name="T2" fmla="*/ 51 w 54"/>
                <a:gd name="T3" fmla="*/ 25 h 46"/>
                <a:gd name="T4" fmla="*/ 52 w 54"/>
                <a:gd name="T5" fmla="*/ 25 h 46"/>
                <a:gd name="T6" fmla="*/ 54 w 54"/>
                <a:gd name="T7" fmla="*/ 46 h 46"/>
                <a:gd name="T8" fmla="*/ 52 w 54"/>
                <a:gd name="T9" fmla="*/ 44 h 46"/>
                <a:gd name="T10" fmla="*/ 44 w 54"/>
                <a:gd name="T11" fmla="*/ 33 h 46"/>
                <a:gd name="T12" fmla="*/ 39 w 54"/>
                <a:gd name="T13" fmla="*/ 44 h 46"/>
                <a:gd name="T14" fmla="*/ 0 w 54"/>
                <a:gd name="T15" fmla="*/ 2 h 46"/>
                <a:gd name="T16" fmla="*/ 1 w 54"/>
                <a:gd name="T17" fmla="*/ 1 h 46"/>
                <a:gd name="T18" fmla="*/ 4 w 54"/>
                <a:gd name="T19" fmla="*/ 0 h 46"/>
                <a:gd name="T20" fmla="*/ 19 w 54"/>
                <a:gd name="T21" fmla="*/ 17 h 46"/>
                <a:gd name="T22" fmla="*/ 44 w 54"/>
                <a:gd name="T23" fmla="*/ 31 h 46"/>
                <a:gd name="T24" fmla="*/ 49 w 54"/>
                <a:gd name="T25"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6">
                  <a:moveTo>
                    <a:pt x="49" y="18"/>
                  </a:moveTo>
                  <a:cubicBezTo>
                    <a:pt x="49" y="21"/>
                    <a:pt x="51" y="25"/>
                    <a:pt x="51" y="25"/>
                  </a:cubicBezTo>
                  <a:cubicBezTo>
                    <a:pt x="51" y="25"/>
                    <a:pt x="51" y="25"/>
                    <a:pt x="52" y="25"/>
                  </a:cubicBezTo>
                  <a:cubicBezTo>
                    <a:pt x="51" y="30"/>
                    <a:pt x="53" y="39"/>
                    <a:pt x="54" y="46"/>
                  </a:cubicBezTo>
                  <a:cubicBezTo>
                    <a:pt x="53" y="46"/>
                    <a:pt x="52" y="45"/>
                    <a:pt x="52" y="44"/>
                  </a:cubicBezTo>
                  <a:cubicBezTo>
                    <a:pt x="48" y="36"/>
                    <a:pt x="47" y="32"/>
                    <a:pt x="44" y="33"/>
                  </a:cubicBezTo>
                  <a:cubicBezTo>
                    <a:pt x="42" y="34"/>
                    <a:pt x="41" y="40"/>
                    <a:pt x="39" y="44"/>
                  </a:cubicBezTo>
                  <a:cubicBezTo>
                    <a:pt x="30" y="33"/>
                    <a:pt x="9" y="10"/>
                    <a:pt x="0" y="2"/>
                  </a:cubicBezTo>
                  <a:cubicBezTo>
                    <a:pt x="0" y="2"/>
                    <a:pt x="0" y="2"/>
                    <a:pt x="1" y="1"/>
                  </a:cubicBezTo>
                  <a:cubicBezTo>
                    <a:pt x="3" y="0"/>
                    <a:pt x="3" y="0"/>
                    <a:pt x="4" y="0"/>
                  </a:cubicBezTo>
                  <a:cubicBezTo>
                    <a:pt x="6" y="4"/>
                    <a:pt x="12" y="13"/>
                    <a:pt x="19" y="17"/>
                  </a:cubicBezTo>
                  <a:cubicBezTo>
                    <a:pt x="26" y="21"/>
                    <a:pt x="44" y="31"/>
                    <a:pt x="44" y="31"/>
                  </a:cubicBezTo>
                  <a:cubicBezTo>
                    <a:pt x="44" y="31"/>
                    <a:pt x="47" y="23"/>
                    <a:pt x="4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23"/>
            <p:cNvSpPr/>
            <p:nvPr/>
          </p:nvSpPr>
          <p:spPr bwMode="auto">
            <a:xfrm>
              <a:off x="2041526" y="2189163"/>
              <a:ext cx="101600" cy="146050"/>
            </a:xfrm>
            <a:custGeom>
              <a:avLst/>
              <a:gdLst>
                <a:gd name="T0" fmla="*/ 5 w 27"/>
                <a:gd name="T1" fmla="*/ 30 h 39"/>
                <a:gd name="T2" fmla="*/ 15 w 27"/>
                <a:gd name="T3" fmla="*/ 19 h 39"/>
                <a:gd name="T4" fmla="*/ 4 w 27"/>
                <a:gd name="T5" fmla="*/ 6 h 39"/>
                <a:gd name="T6" fmla="*/ 13 w 27"/>
                <a:gd name="T7" fmla="*/ 6 h 39"/>
                <a:gd name="T8" fmla="*/ 27 w 27"/>
                <a:gd name="T9" fmla="*/ 39 h 39"/>
                <a:gd name="T10" fmla="*/ 5 w 27"/>
                <a:gd name="T11" fmla="*/ 30 h 39"/>
              </a:gdLst>
              <a:ahLst/>
              <a:cxnLst>
                <a:cxn ang="0">
                  <a:pos x="T0" y="T1"/>
                </a:cxn>
                <a:cxn ang="0">
                  <a:pos x="T2" y="T3"/>
                </a:cxn>
                <a:cxn ang="0">
                  <a:pos x="T4" y="T5"/>
                </a:cxn>
                <a:cxn ang="0">
                  <a:pos x="T6" y="T7"/>
                </a:cxn>
                <a:cxn ang="0">
                  <a:pos x="T8" y="T9"/>
                </a:cxn>
                <a:cxn ang="0">
                  <a:pos x="T10" y="T11"/>
                </a:cxn>
              </a:cxnLst>
              <a:rect l="0" t="0" r="r" b="b"/>
              <a:pathLst>
                <a:path w="27" h="39">
                  <a:moveTo>
                    <a:pt x="5" y="30"/>
                  </a:moveTo>
                  <a:cubicBezTo>
                    <a:pt x="5" y="30"/>
                    <a:pt x="15" y="27"/>
                    <a:pt x="15" y="19"/>
                  </a:cubicBezTo>
                  <a:cubicBezTo>
                    <a:pt x="15" y="11"/>
                    <a:pt x="7" y="6"/>
                    <a:pt x="4" y="6"/>
                  </a:cubicBezTo>
                  <a:cubicBezTo>
                    <a:pt x="0" y="5"/>
                    <a:pt x="6" y="0"/>
                    <a:pt x="13" y="6"/>
                  </a:cubicBezTo>
                  <a:cubicBezTo>
                    <a:pt x="21" y="12"/>
                    <a:pt x="27" y="39"/>
                    <a:pt x="27" y="39"/>
                  </a:cubicBezTo>
                  <a:cubicBezTo>
                    <a:pt x="27" y="39"/>
                    <a:pt x="11" y="33"/>
                    <a:pt x="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24"/>
            <p:cNvSpPr/>
            <p:nvPr/>
          </p:nvSpPr>
          <p:spPr bwMode="auto">
            <a:xfrm>
              <a:off x="2135188" y="2351088"/>
              <a:ext cx="23813" cy="109537"/>
            </a:xfrm>
            <a:custGeom>
              <a:avLst/>
              <a:gdLst>
                <a:gd name="T0" fmla="*/ 2 w 6"/>
                <a:gd name="T1" fmla="*/ 0 h 29"/>
                <a:gd name="T2" fmla="*/ 6 w 6"/>
                <a:gd name="T3" fmla="*/ 25 h 29"/>
                <a:gd name="T4" fmla="*/ 0 w 6"/>
                <a:gd name="T5" fmla="*/ 29 h 29"/>
                <a:gd name="T6" fmla="*/ 2 w 6"/>
                <a:gd name="T7" fmla="*/ 0 h 29"/>
              </a:gdLst>
              <a:ahLst/>
              <a:cxnLst>
                <a:cxn ang="0">
                  <a:pos x="T0" y="T1"/>
                </a:cxn>
                <a:cxn ang="0">
                  <a:pos x="T2" y="T3"/>
                </a:cxn>
                <a:cxn ang="0">
                  <a:pos x="T4" y="T5"/>
                </a:cxn>
                <a:cxn ang="0">
                  <a:pos x="T6" y="T7"/>
                </a:cxn>
              </a:cxnLst>
              <a:rect l="0" t="0" r="r" b="b"/>
              <a:pathLst>
                <a:path w="6" h="28">
                  <a:moveTo>
                    <a:pt x="2" y="0"/>
                  </a:moveTo>
                  <a:cubicBezTo>
                    <a:pt x="6" y="25"/>
                    <a:pt x="6" y="25"/>
                    <a:pt x="6" y="25"/>
                  </a:cubicBezTo>
                  <a:cubicBezTo>
                    <a:pt x="0" y="29"/>
                    <a:pt x="0" y="29"/>
                    <a:pt x="0" y="29"/>
                  </a:cubicBezTo>
                  <a:cubicBezTo>
                    <a:pt x="0" y="29"/>
                    <a:pt x="1" y="8"/>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8" name="Group 57"/>
          <p:cNvGrpSpPr/>
          <p:nvPr/>
        </p:nvGrpSpPr>
        <p:grpSpPr>
          <a:xfrm>
            <a:off x="8409029" y="4272531"/>
            <a:ext cx="903000" cy="1929301"/>
            <a:chOff x="6035676" y="1560513"/>
            <a:chExt cx="1581150" cy="3378200"/>
          </a:xfrm>
          <a:solidFill>
            <a:schemeClr val="bg1">
              <a:lumMod val="50000"/>
            </a:schemeClr>
          </a:solidFill>
        </p:grpSpPr>
        <p:sp>
          <p:nvSpPr>
            <p:cNvPr id="16" name="Freeform 10"/>
            <p:cNvSpPr>
              <a:spLocks noEditPoints="1"/>
            </p:cNvSpPr>
            <p:nvPr/>
          </p:nvSpPr>
          <p:spPr bwMode="auto">
            <a:xfrm>
              <a:off x="6035676" y="1560513"/>
              <a:ext cx="1403350" cy="3378200"/>
            </a:xfrm>
            <a:custGeom>
              <a:avLst/>
              <a:gdLst>
                <a:gd name="T0" fmla="*/ 326 w 374"/>
                <a:gd name="T1" fmla="*/ 189 h 898"/>
                <a:gd name="T2" fmla="*/ 363 w 374"/>
                <a:gd name="T3" fmla="*/ 362 h 898"/>
                <a:gd name="T4" fmla="*/ 313 w 374"/>
                <a:gd name="T5" fmla="*/ 432 h 898"/>
                <a:gd name="T6" fmla="*/ 312 w 374"/>
                <a:gd name="T7" fmla="*/ 341 h 898"/>
                <a:gd name="T8" fmla="*/ 312 w 374"/>
                <a:gd name="T9" fmla="*/ 312 h 898"/>
                <a:gd name="T10" fmla="*/ 229 w 374"/>
                <a:gd name="T11" fmla="*/ 7 h 898"/>
                <a:gd name="T12" fmla="*/ 252 w 374"/>
                <a:gd name="T13" fmla="*/ 26 h 898"/>
                <a:gd name="T14" fmla="*/ 259 w 374"/>
                <a:gd name="T15" fmla="*/ 78 h 898"/>
                <a:gd name="T16" fmla="*/ 248 w 374"/>
                <a:gd name="T17" fmla="*/ 99 h 898"/>
                <a:gd name="T18" fmla="*/ 246 w 374"/>
                <a:gd name="T19" fmla="*/ 131 h 898"/>
                <a:gd name="T20" fmla="*/ 295 w 374"/>
                <a:gd name="T21" fmla="*/ 160 h 898"/>
                <a:gd name="T22" fmla="*/ 312 w 374"/>
                <a:gd name="T23" fmla="*/ 312 h 898"/>
                <a:gd name="T24" fmla="*/ 305 w 374"/>
                <a:gd name="T25" fmla="*/ 361 h 898"/>
                <a:gd name="T26" fmla="*/ 312 w 374"/>
                <a:gd name="T27" fmla="*/ 432 h 898"/>
                <a:gd name="T28" fmla="*/ 297 w 374"/>
                <a:gd name="T29" fmla="*/ 446 h 898"/>
                <a:gd name="T30" fmla="*/ 277 w 374"/>
                <a:gd name="T31" fmla="*/ 500 h 898"/>
                <a:gd name="T32" fmla="*/ 249 w 374"/>
                <a:gd name="T33" fmla="*/ 697 h 898"/>
                <a:gd name="T34" fmla="*/ 230 w 374"/>
                <a:gd name="T35" fmla="*/ 806 h 898"/>
                <a:gd name="T36" fmla="*/ 239 w 374"/>
                <a:gd name="T37" fmla="*/ 854 h 898"/>
                <a:gd name="T38" fmla="*/ 231 w 374"/>
                <a:gd name="T39" fmla="*/ 887 h 898"/>
                <a:gd name="T40" fmla="*/ 189 w 374"/>
                <a:gd name="T41" fmla="*/ 874 h 898"/>
                <a:gd name="T42" fmla="*/ 192 w 374"/>
                <a:gd name="T43" fmla="*/ 839 h 898"/>
                <a:gd name="T44" fmla="*/ 189 w 374"/>
                <a:gd name="T45" fmla="*/ 799 h 898"/>
                <a:gd name="T46" fmla="*/ 190 w 374"/>
                <a:gd name="T47" fmla="*/ 729 h 898"/>
                <a:gd name="T48" fmla="*/ 197 w 374"/>
                <a:gd name="T49" fmla="*/ 667 h 898"/>
                <a:gd name="T50" fmla="*/ 193 w 374"/>
                <a:gd name="T51" fmla="*/ 580 h 898"/>
                <a:gd name="T52" fmla="*/ 173 w 374"/>
                <a:gd name="T53" fmla="*/ 548 h 898"/>
                <a:gd name="T54" fmla="*/ 109 w 374"/>
                <a:gd name="T55" fmla="*/ 788 h 898"/>
                <a:gd name="T56" fmla="*/ 113 w 374"/>
                <a:gd name="T57" fmla="*/ 326 h 898"/>
                <a:gd name="T58" fmla="*/ 109 w 374"/>
                <a:gd name="T59" fmla="*/ 303 h 898"/>
                <a:gd name="T60" fmla="*/ 132 w 374"/>
                <a:gd name="T61" fmla="*/ 151 h 898"/>
                <a:gd name="T62" fmla="*/ 188 w 374"/>
                <a:gd name="T63" fmla="*/ 129 h 898"/>
                <a:gd name="T64" fmla="*/ 180 w 374"/>
                <a:gd name="T65" fmla="*/ 92 h 898"/>
                <a:gd name="T66" fmla="*/ 183 w 374"/>
                <a:gd name="T67" fmla="*/ 48 h 898"/>
                <a:gd name="T68" fmla="*/ 201 w 374"/>
                <a:gd name="T69" fmla="*/ 15 h 898"/>
                <a:gd name="T70" fmla="*/ 229 w 374"/>
                <a:gd name="T71" fmla="*/ 7 h 898"/>
                <a:gd name="T72" fmla="*/ 107 w 374"/>
                <a:gd name="T73" fmla="*/ 798 h 898"/>
                <a:gd name="T74" fmla="*/ 91 w 374"/>
                <a:gd name="T75" fmla="*/ 861 h 898"/>
                <a:gd name="T76" fmla="*/ 69 w 374"/>
                <a:gd name="T77" fmla="*/ 870 h 898"/>
                <a:gd name="T78" fmla="*/ 0 w 374"/>
                <a:gd name="T79" fmla="*/ 891 h 898"/>
                <a:gd name="T80" fmla="*/ 35 w 374"/>
                <a:gd name="T81" fmla="*/ 845 h 898"/>
                <a:gd name="T82" fmla="*/ 52 w 374"/>
                <a:gd name="T83" fmla="*/ 763 h 898"/>
                <a:gd name="T84" fmla="*/ 94 w 374"/>
                <a:gd name="T85" fmla="*/ 544 h 898"/>
                <a:gd name="T86" fmla="*/ 106 w 374"/>
                <a:gd name="T87" fmla="*/ 459 h 898"/>
                <a:gd name="T88" fmla="*/ 92 w 374"/>
                <a:gd name="T89" fmla="*/ 450 h 898"/>
                <a:gd name="T90" fmla="*/ 87 w 374"/>
                <a:gd name="T91" fmla="*/ 423 h 898"/>
                <a:gd name="T92" fmla="*/ 58 w 374"/>
                <a:gd name="T93" fmla="*/ 340 h 898"/>
                <a:gd name="T94" fmla="*/ 79 w 374"/>
                <a:gd name="T95" fmla="*/ 237 h 898"/>
                <a:gd name="T96" fmla="*/ 102 w 374"/>
                <a:gd name="T97" fmla="*/ 165 h 898"/>
                <a:gd name="T98" fmla="*/ 109 w 374"/>
                <a:gd name="T99" fmla="*/ 303 h 898"/>
                <a:gd name="T100" fmla="*/ 104 w 374"/>
                <a:gd name="T101" fmla="*/ 324 h 898"/>
                <a:gd name="T102" fmla="*/ 109 w 374"/>
                <a:gd name="T103" fmla="*/ 353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4" h="898">
                  <a:moveTo>
                    <a:pt x="312" y="167"/>
                  </a:moveTo>
                  <a:cubicBezTo>
                    <a:pt x="319" y="171"/>
                    <a:pt x="324" y="178"/>
                    <a:pt x="326" y="189"/>
                  </a:cubicBezTo>
                  <a:cubicBezTo>
                    <a:pt x="330" y="210"/>
                    <a:pt x="352" y="280"/>
                    <a:pt x="362" y="300"/>
                  </a:cubicBezTo>
                  <a:cubicBezTo>
                    <a:pt x="373" y="319"/>
                    <a:pt x="374" y="345"/>
                    <a:pt x="363" y="362"/>
                  </a:cubicBezTo>
                  <a:cubicBezTo>
                    <a:pt x="353" y="378"/>
                    <a:pt x="328" y="417"/>
                    <a:pt x="324" y="423"/>
                  </a:cubicBezTo>
                  <a:cubicBezTo>
                    <a:pt x="320" y="429"/>
                    <a:pt x="319" y="433"/>
                    <a:pt x="313" y="432"/>
                  </a:cubicBezTo>
                  <a:cubicBezTo>
                    <a:pt x="313" y="432"/>
                    <a:pt x="313" y="432"/>
                    <a:pt x="312" y="432"/>
                  </a:cubicBezTo>
                  <a:cubicBezTo>
                    <a:pt x="312" y="341"/>
                    <a:pt x="312" y="341"/>
                    <a:pt x="312" y="341"/>
                  </a:cubicBezTo>
                  <a:cubicBezTo>
                    <a:pt x="317" y="334"/>
                    <a:pt x="323" y="327"/>
                    <a:pt x="321" y="323"/>
                  </a:cubicBezTo>
                  <a:cubicBezTo>
                    <a:pt x="318" y="317"/>
                    <a:pt x="315" y="317"/>
                    <a:pt x="312" y="312"/>
                  </a:cubicBezTo>
                  <a:lnTo>
                    <a:pt x="312" y="167"/>
                  </a:lnTo>
                  <a:close/>
                  <a:moveTo>
                    <a:pt x="229" y="7"/>
                  </a:moveTo>
                  <a:cubicBezTo>
                    <a:pt x="233" y="11"/>
                    <a:pt x="239" y="19"/>
                    <a:pt x="244" y="17"/>
                  </a:cubicBezTo>
                  <a:cubicBezTo>
                    <a:pt x="248" y="14"/>
                    <a:pt x="247" y="26"/>
                    <a:pt x="252" y="26"/>
                  </a:cubicBezTo>
                  <a:cubicBezTo>
                    <a:pt x="258" y="26"/>
                    <a:pt x="263" y="45"/>
                    <a:pt x="263" y="55"/>
                  </a:cubicBezTo>
                  <a:cubicBezTo>
                    <a:pt x="262" y="64"/>
                    <a:pt x="259" y="74"/>
                    <a:pt x="259" y="78"/>
                  </a:cubicBezTo>
                  <a:cubicBezTo>
                    <a:pt x="258" y="82"/>
                    <a:pt x="256" y="98"/>
                    <a:pt x="253" y="98"/>
                  </a:cubicBezTo>
                  <a:cubicBezTo>
                    <a:pt x="250" y="98"/>
                    <a:pt x="248" y="99"/>
                    <a:pt x="248" y="99"/>
                  </a:cubicBezTo>
                  <a:cubicBezTo>
                    <a:pt x="248" y="99"/>
                    <a:pt x="244" y="111"/>
                    <a:pt x="244" y="121"/>
                  </a:cubicBezTo>
                  <a:cubicBezTo>
                    <a:pt x="244" y="131"/>
                    <a:pt x="246" y="131"/>
                    <a:pt x="246" y="131"/>
                  </a:cubicBezTo>
                  <a:cubicBezTo>
                    <a:pt x="252" y="140"/>
                    <a:pt x="252" y="140"/>
                    <a:pt x="252" y="140"/>
                  </a:cubicBezTo>
                  <a:cubicBezTo>
                    <a:pt x="252" y="140"/>
                    <a:pt x="281" y="156"/>
                    <a:pt x="295" y="160"/>
                  </a:cubicBezTo>
                  <a:cubicBezTo>
                    <a:pt x="301" y="162"/>
                    <a:pt x="307" y="163"/>
                    <a:pt x="312" y="167"/>
                  </a:cubicBezTo>
                  <a:cubicBezTo>
                    <a:pt x="312" y="312"/>
                    <a:pt x="312" y="312"/>
                    <a:pt x="312" y="312"/>
                  </a:cubicBezTo>
                  <a:cubicBezTo>
                    <a:pt x="311" y="309"/>
                    <a:pt x="309" y="305"/>
                    <a:pt x="307" y="296"/>
                  </a:cubicBezTo>
                  <a:cubicBezTo>
                    <a:pt x="307" y="315"/>
                    <a:pt x="301" y="342"/>
                    <a:pt x="305" y="361"/>
                  </a:cubicBezTo>
                  <a:cubicBezTo>
                    <a:pt x="305" y="354"/>
                    <a:pt x="308" y="347"/>
                    <a:pt x="312" y="341"/>
                  </a:cubicBezTo>
                  <a:cubicBezTo>
                    <a:pt x="312" y="432"/>
                    <a:pt x="312" y="432"/>
                    <a:pt x="312" y="432"/>
                  </a:cubicBezTo>
                  <a:cubicBezTo>
                    <a:pt x="307" y="431"/>
                    <a:pt x="304" y="432"/>
                    <a:pt x="304" y="432"/>
                  </a:cubicBezTo>
                  <a:cubicBezTo>
                    <a:pt x="304" y="432"/>
                    <a:pt x="302" y="443"/>
                    <a:pt x="297" y="446"/>
                  </a:cubicBezTo>
                  <a:cubicBezTo>
                    <a:pt x="293" y="449"/>
                    <a:pt x="287" y="459"/>
                    <a:pt x="286" y="456"/>
                  </a:cubicBezTo>
                  <a:cubicBezTo>
                    <a:pt x="285" y="452"/>
                    <a:pt x="281" y="483"/>
                    <a:pt x="277" y="500"/>
                  </a:cubicBezTo>
                  <a:cubicBezTo>
                    <a:pt x="273" y="517"/>
                    <a:pt x="255" y="634"/>
                    <a:pt x="255" y="651"/>
                  </a:cubicBezTo>
                  <a:cubicBezTo>
                    <a:pt x="255" y="668"/>
                    <a:pt x="249" y="685"/>
                    <a:pt x="249" y="697"/>
                  </a:cubicBezTo>
                  <a:cubicBezTo>
                    <a:pt x="250" y="709"/>
                    <a:pt x="247" y="741"/>
                    <a:pt x="247" y="758"/>
                  </a:cubicBezTo>
                  <a:cubicBezTo>
                    <a:pt x="246" y="775"/>
                    <a:pt x="230" y="794"/>
                    <a:pt x="230" y="806"/>
                  </a:cubicBezTo>
                  <a:cubicBezTo>
                    <a:pt x="230" y="819"/>
                    <a:pt x="234" y="825"/>
                    <a:pt x="232" y="832"/>
                  </a:cubicBezTo>
                  <a:cubicBezTo>
                    <a:pt x="230" y="840"/>
                    <a:pt x="231" y="845"/>
                    <a:pt x="239" y="854"/>
                  </a:cubicBezTo>
                  <a:cubicBezTo>
                    <a:pt x="247" y="862"/>
                    <a:pt x="250" y="870"/>
                    <a:pt x="249" y="877"/>
                  </a:cubicBezTo>
                  <a:cubicBezTo>
                    <a:pt x="249" y="884"/>
                    <a:pt x="247" y="886"/>
                    <a:pt x="231" y="887"/>
                  </a:cubicBezTo>
                  <a:cubicBezTo>
                    <a:pt x="215" y="888"/>
                    <a:pt x="199" y="883"/>
                    <a:pt x="199" y="879"/>
                  </a:cubicBezTo>
                  <a:cubicBezTo>
                    <a:pt x="199" y="875"/>
                    <a:pt x="194" y="874"/>
                    <a:pt x="189" y="874"/>
                  </a:cubicBezTo>
                  <a:cubicBezTo>
                    <a:pt x="185" y="874"/>
                    <a:pt x="185" y="869"/>
                    <a:pt x="187" y="860"/>
                  </a:cubicBezTo>
                  <a:cubicBezTo>
                    <a:pt x="189" y="850"/>
                    <a:pt x="196" y="838"/>
                    <a:pt x="192" y="839"/>
                  </a:cubicBezTo>
                  <a:cubicBezTo>
                    <a:pt x="188" y="840"/>
                    <a:pt x="185" y="838"/>
                    <a:pt x="185" y="824"/>
                  </a:cubicBezTo>
                  <a:cubicBezTo>
                    <a:pt x="185" y="811"/>
                    <a:pt x="183" y="807"/>
                    <a:pt x="189" y="799"/>
                  </a:cubicBezTo>
                  <a:cubicBezTo>
                    <a:pt x="195" y="791"/>
                    <a:pt x="193" y="776"/>
                    <a:pt x="192" y="764"/>
                  </a:cubicBezTo>
                  <a:cubicBezTo>
                    <a:pt x="191" y="752"/>
                    <a:pt x="187" y="743"/>
                    <a:pt x="190" y="729"/>
                  </a:cubicBezTo>
                  <a:cubicBezTo>
                    <a:pt x="193" y="714"/>
                    <a:pt x="194" y="696"/>
                    <a:pt x="192" y="689"/>
                  </a:cubicBezTo>
                  <a:cubicBezTo>
                    <a:pt x="190" y="681"/>
                    <a:pt x="191" y="673"/>
                    <a:pt x="197" y="667"/>
                  </a:cubicBezTo>
                  <a:cubicBezTo>
                    <a:pt x="202" y="661"/>
                    <a:pt x="194" y="650"/>
                    <a:pt x="194" y="643"/>
                  </a:cubicBezTo>
                  <a:cubicBezTo>
                    <a:pt x="194" y="636"/>
                    <a:pt x="196" y="608"/>
                    <a:pt x="193" y="580"/>
                  </a:cubicBezTo>
                  <a:cubicBezTo>
                    <a:pt x="189" y="552"/>
                    <a:pt x="189" y="531"/>
                    <a:pt x="188" y="524"/>
                  </a:cubicBezTo>
                  <a:cubicBezTo>
                    <a:pt x="187" y="516"/>
                    <a:pt x="183" y="519"/>
                    <a:pt x="173" y="548"/>
                  </a:cubicBezTo>
                  <a:cubicBezTo>
                    <a:pt x="163" y="576"/>
                    <a:pt x="138" y="663"/>
                    <a:pt x="133" y="683"/>
                  </a:cubicBezTo>
                  <a:cubicBezTo>
                    <a:pt x="129" y="699"/>
                    <a:pt x="115" y="760"/>
                    <a:pt x="109" y="788"/>
                  </a:cubicBezTo>
                  <a:cubicBezTo>
                    <a:pt x="109" y="353"/>
                    <a:pt x="109" y="353"/>
                    <a:pt x="109" y="353"/>
                  </a:cubicBezTo>
                  <a:cubicBezTo>
                    <a:pt x="111" y="351"/>
                    <a:pt x="110" y="337"/>
                    <a:pt x="113" y="326"/>
                  </a:cubicBezTo>
                  <a:cubicBezTo>
                    <a:pt x="117" y="313"/>
                    <a:pt x="118" y="296"/>
                    <a:pt x="119" y="275"/>
                  </a:cubicBezTo>
                  <a:cubicBezTo>
                    <a:pt x="119" y="275"/>
                    <a:pt x="114" y="293"/>
                    <a:pt x="109" y="303"/>
                  </a:cubicBezTo>
                  <a:cubicBezTo>
                    <a:pt x="109" y="156"/>
                    <a:pt x="109" y="156"/>
                    <a:pt x="109" y="156"/>
                  </a:cubicBezTo>
                  <a:cubicBezTo>
                    <a:pt x="114" y="154"/>
                    <a:pt x="121" y="152"/>
                    <a:pt x="132" y="151"/>
                  </a:cubicBezTo>
                  <a:cubicBezTo>
                    <a:pt x="156" y="147"/>
                    <a:pt x="175" y="141"/>
                    <a:pt x="181" y="136"/>
                  </a:cubicBezTo>
                  <a:cubicBezTo>
                    <a:pt x="184" y="133"/>
                    <a:pt x="186" y="131"/>
                    <a:pt x="188" y="129"/>
                  </a:cubicBezTo>
                  <a:cubicBezTo>
                    <a:pt x="190" y="127"/>
                    <a:pt x="193" y="123"/>
                    <a:pt x="190" y="123"/>
                  </a:cubicBezTo>
                  <a:cubicBezTo>
                    <a:pt x="184" y="122"/>
                    <a:pt x="183" y="99"/>
                    <a:pt x="180" y="92"/>
                  </a:cubicBezTo>
                  <a:cubicBezTo>
                    <a:pt x="177" y="85"/>
                    <a:pt x="178" y="80"/>
                    <a:pt x="180" y="74"/>
                  </a:cubicBezTo>
                  <a:cubicBezTo>
                    <a:pt x="182" y="67"/>
                    <a:pt x="178" y="58"/>
                    <a:pt x="183" y="48"/>
                  </a:cubicBezTo>
                  <a:cubicBezTo>
                    <a:pt x="189" y="38"/>
                    <a:pt x="181" y="26"/>
                    <a:pt x="189" y="25"/>
                  </a:cubicBezTo>
                  <a:cubicBezTo>
                    <a:pt x="196" y="24"/>
                    <a:pt x="193" y="15"/>
                    <a:pt x="201" y="15"/>
                  </a:cubicBezTo>
                  <a:cubicBezTo>
                    <a:pt x="208" y="15"/>
                    <a:pt x="209" y="5"/>
                    <a:pt x="216" y="8"/>
                  </a:cubicBezTo>
                  <a:cubicBezTo>
                    <a:pt x="223" y="12"/>
                    <a:pt x="223" y="0"/>
                    <a:pt x="229" y="7"/>
                  </a:cubicBezTo>
                  <a:close/>
                  <a:moveTo>
                    <a:pt x="109" y="788"/>
                  </a:moveTo>
                  <a:cubicBezTo>
                    <a:pt x="108" y="792"/>
                    <a:pt x="108" y="796"/>
                    <a:pt x="107" y="798"/>
                  </a:cubicBezTo>
                  <a:cubicBezTo>
                    <a:pt x="104" y="815"/>
                    <a:pt x="100" y="848"/>
                    <a:pt x="95" y="848"/>
                  </a:cubicBezTo>
                  <a:cubicBezTo>
                    <a:pt x="90" y="848"/>
                    <a:pt x="92" y="852"/>
                    <a:pt x="91" y="861"/>
                  </a:cubicBezTo>
                  <a:cubicBezTo>
                    <a:pt x="90" y="870"/>
                    <a:pt x="81" y="872"/>
                    <a:pt x="76" y="874"/>
                  </a:cubicBezTo>
                  <a:cubicBezTo>
                    <a:pt x="70" y="876"/>
                    <a:pt x="69" y="870"/>
                    <a:pt x="69" y="870"/>
                  </a:cubicBezTo>
                  <a:cubicBezTo>
                    <a:pt x="69" y="870"/>
                    <a:pt x="60" y="888"/>
                    <a:pt x="45" y="890"/>
                  </a:cubicBezTo>
                  <a:cubicBezTo>
                    <a:pt x="30" y="892"/>
                    <a:pt x="0" y="898"/>
                    <a:pt x="0" y="891"/>
                  </a:cubicBezTo>
                  <a:cubicBezTo>
                    <a:pt x="0" y="884"/>
                    <a:pt x="3" y="877"/>
                    <a:pt x="13" y="871"/>
                  </a:cubicBezTo>
                  <a:cubicBezTo>
                    <a:pt x="23" y="865"/>
                    <a:pt x="31" y="849"/>
                    <a:pt x="35" y="845"/>
                  </a:cubicBezTo>
                  <a:cubicBezTo>
                    <a:pt x="39" y="841"/>
                    <a:pt x="34" y="842"/>
                    <a:pt x="37" y="834"/>
                  </a:cubicBezTo>
                  <a:cubicBezTo>
                    <a:pt x="40" y="826"/>
                    <a:pt x="50" y="779"/>
                    <a:pt x="52" y="763"/>
                  </a:cubicBezTo>
                  <a:cubicBezTo>
                    <a:pt x="54" y="748"/>
                    <a:pt x="53" y="695"/>
                    <a:pt x="60" y="671"/>
                  </a:cubicBezTo>
                  <a:cubicBezTo>
                    <a:pt x="68" y="646"/>
                    <a:pt x="90" y="566"/>
                    <a:pt x="94" y="544"/>
                  </a:cubicBezTo>
                  <a:cubicBezTo>
                    <a:pt x="97" y="522"/>
                    <a:pt x="102" y="500"/>
                    <a:pt x="102" y="488"/>
                  </a:cubicBezTo>
                  <a:cubicBezTo>
                    <a:pt x="102" y="476"/>
                    <a:pt x="103" y="468"/>
                    <a:pt x="106" y="459"/>
                  </a:cubicBezTo>
                  <a:cubicBezTo>
                    <a:pt x="110" y="451"/>
                    <a:pt x="106" y="439"/>
                    <a:pt x="106" y="439"/>
                  </a:cubicBezTo>
                  <a:cubicBezTo>
                    <a:pt x="106" y="439"/>
                    <a:pt x="97" y="445"/>
                    <a:pt x="92" y="450"/>
                  </a:cubicBezTo>
                  <a:cubicBezTo>
                    <a:pt x="86" y="455"/>
                    <a:pt x="86" y="447"/>
                    <a:pt x="89" y="437"/>
                  </a:cubicBezTo>
                  <a:cubicBezTo>
                    <a:pt x="92" y="426"/>
                    <a:pt x="90" y="420"/>
                    <a:pt x="87" y="423"/>
                  </a:cubicBezTo>
                  <a:cubicBezTo>
                    <a:pt x="84" y="427"/>
                    <a:pt x="82" y="406"/>
                    <a:pt x="76" y="393"/>
                  </a:cubicBezTo>
                  <a:cubicBezTo>
                    <a:pt x="69" y="380"/>
                    <a:pt x="54" y="354"/>
                    <a:pt x="58" y="340"/>
                  </a:cubicBezTo>
                  <a:cubicBezTo>
                    <a:pt x="61" y="325"/>
                    <a:pt x="62" y="299"/>
                    <a:pt x="66" y="286"/>
                  </a:cubicBezTo>
                  <a:cubicBezTo>
                    <a:pt x="70" y="274"/>
                    <a:pt x="74" y="251"/>
                    <a:pt x="79" y="237"/>
                  </a:cubicBezTo>
                  <a:cubicBezTo>
                    <a:pt x="84" y="223"/>
                    <a:pt x="83" y="216"/>
                    <a:pt x="89" y="202"/>
                  </a:cubicBezTo>
                  <a:cubicBezTo>
                    <a:pt x="95" y="188"/>
                    <a:pt x="102" y="172"/>
                    <a:pt x="102" y="165"/>
                  </a:cubicBezTo>
                  <a:cubicBezTo>
                    <a:pt x="102" y="161"/>
                    <a:pt x="103" y="158"/>
                    <a:pt x="109" y="156"/>
                  </a:cubicBezTo>
                  <a:cubicBezTo>
                    <a:pt x="109" y="303"/>
                    <a:pt x="109" y="303"/>
                    <a:pt x="109" y="303"/>
                  </a:cubicBezTo>
                  <a:cubicBezTo>
                    <a:pt x="107" y="308"/>
                    <a:pt x="105" y="311"/>
                    <a:pt x="104" y="312"/>
                  </a:cubicBezTo>
                  <a:cubicBezTo>
                    <a:pt x="98" y="313"/>
                    <a:pt x="98" y="320"/>
                    <a:pt x="104" y="324"/>
                  </a:cubicBezTo>
                  <a:cubicBezTo>
                    <a:pt x="110" y="327"/>
                    <a:pt x="106" y="350"/>
                    <a:pt x="108" y="353"/>
                  </a:cubicBezTo>
                  <a:cubicBezTo>
                    <a:pt x="109" y="354"/>
                    <a:pt x="109" y="354"/>
                    <a:pt x="109" y="353"/>
                  </a:cubicBezTo>
                  <a:lnTo>
                    <a:pt x="109"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1"/>
            <p:cNvSpPr/>
            <p:nvPr/>
          </p:nvSpPr>
          <p:spPr bwMode="auto">
            <a:xfrm>
              <a:off x="6553201" y="2043113"/>
              <a:ext cx="500063" cy="973137"/>
            </a:xfrm>
            <a:custGeom>
              <a:avLst/>
              <a:gdLst>
                <a:gd name="T0" fmla="*/ 107 w 133"/>
                <a:gd name="T1" fmla="*/ 1 h 259"/>
                <a:gd name="T2" fmla="*/ 108 w 133"/>
                <a:gd name="T3" fmla="*/ 3 h 259"/>
                <a:gd name="T4" fmla="*/ 113 w 133"/>
                <a:gd name="T5" fmla="*/ 11 h 259"/>
                <a:gd name="T6" fmla="*/ 113 w 133"/>
                <a:gd name="T7" fmla="*/ 13 h 259"/>
                <a:gd name="T8" fmla="*/ 108 w 133"/>
                <a:gd name="T9" fmla="*/ 104 h 259"/>
                <a:gd name="T10" fmla="*/ 109 w 133"/>
                <a:gd name="T11" fmla="*/ 177 h 259"/>
                <a:gd name="T12" fmla="*/ 122 w 133"/>
                <a:gd name="T13" fmla="*/ 232 h 259"/>
                <a:gd name="T14" fmla="*/ 133 w 133"/>
                <a:gd name="T15" fmla="*/ 258 h 259"/>
                <a:gd name="T16" fmla="*/ 88 w 133"/>
                <a:gd name="T17" fmla="*/ 256 h 259"/>
                <a:gd name="T18" fmla="*/ 15 w 133"/>
                <a:gd name="T19" fmla="*/ 257 h 259"/>
                <a:gd name="T20" fmla="*/ 0 w 133"/>
                <a:gd name="T21" fmla="*/ 251 h 259"/>
                <a:gd name="T22" fmla="*/ 17 w 133"/>
                <a:gd name="T23" fmla="*/ 203 h 259"/>
                <a:gd name="T24" fmla="*/ 31 w 133"/>
                <a:gd name="T25" fmla="*/ 108 h 259"/>
                <a:gd name="T26" fmla="*/ 37 w 133"/>
                <a:gd name="T27" fmla="*/ 23 h 259"/>
                <a:gd name="T28" fmla="*/ 42 w 133"/>
                <a:gd name="T29" fmla="*/ 8 h 259"/>
                <a:gd name="T30" fmla="*/ 43 w 133"/>
                <a:gd name="T31" fmla="*/ 8 h 259"/>
                <a:gd name="T32" fmla="*/ 50 w 133"/>
                <a:gd name="T33" fmla="*/ 0 h 259"/>
                <a:gd name="T34" fmla="*/ 64 w 133"/>
                <a:gd name="T35" fmla="*/ 17 h 259"/>
                <a:gd name="T36" fmla="*/ 85 w 133"/>
                <a:gd name="T37" fmla="*/ 24 h 259"/>
                <a:gd name="T38" fmla="*/ 107 w 133"/>
                <a:gd name="T39" fmla="*/ 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3" h="259">
                  <a:moveTo>
                    <a:pt x="107" y="1"/>
                  </a:moveTo>
                  <a:cubicBezTo>
                    <a:pt x="107" y="3"/>
                    <a:pt x="108" y="3"/>
                    <a:pt x="108" y="3"/>
                  </a:cubicBezTo>
                  <a:cubicBezTo>
                    <a:pt x="113" y="11"/>
                    <a:pt x="113" y="11"/>
                    <a:pt x="113" y="11"/>
                  </a:cubicBezTo>
                  <a:cubicBezTo>
                    <a:pt x="113" y="12"/>
                    <a:pt x="113" y="12"/>
                    <a:pt x="113" y="13"/>
                  </a:cubicBezTo>
                  <a:cubicBezTo>
                    <a:pt x="111" y="26"/>
                    <a:pt x="108" y="73"/>
                    <a:pt x="108" y="104"/>
                  </a:cubicBezTo>
                  <a:cubicBezTo>
                    <a:pt x="108" y="135"/>
                    <a:pt x="104" y="152"/>
                    <a:pt x="109" y="177"/>
                  </a:cubicBezTo>
                  <a:cubicBezTo>
                    <a:pt x="114" y="203"/>
                    <a:pt x="115" y="217"/>
                    <a:pt x="122" y="232"/>
                  </a:cubicBezTo>
                  <a:cubicBezTo>
                    <a:pt x="129" y="247"/>
                    <a:pt x="133" y="258"/>
                    <a:pt x="133" y="258"/>
                  </a:cubicBezTo>
                  <a:cubicBezTo>
                    <a:pt x="133" y="258"/>
                    <a:pt x="111" y="256"/>
                    <a:pt x="88" y="256"/>
                  </a:cubicBezTo>
                  <a:cubicBezTo>
                    <a:pt x="65" y="256"/>
                    <a:pt x="23" y="259"/>
                    <a:pt x="15" y="257"/>
                  </a:cubicBezTo>
                  <a:cubicBezTo>
                    <a:pt x="6" y="254"/>
                    <a:pt x="0" y="251"/>
                    <a:pt x="0" y="251"/>
                  </a:cubicBezTo>
                  <a:cubicBezTo>
                    <a:pt x="0" y="251"/>
                    <a:pt x="10" y="228"/>
                    <a:pt x="17" y="203"/>
                  </a:cubicBezTo>
                  <a:cubicBezTo>
                    <a:pt x="24" y="177"/>
                    <a:pt x="31" y="143"/>
                    <a:pt x="31" y="108"/>
                  </a:cubicBezTo>
                  <a:cubicBezTo>
                    <a:pt x="31" y="73"/>
                    <a:pt x="30" y="41"/>
                    <a:pt x="37" y="23"/>
                  </a:cubicBezTo>
                  <a:cubicBezTo>
                    <a:pt x="39" y="16"/>
                    <a:pt x="41" y="12"/>
                    <a:pt x="42" y="8"/>
                  </a:cubicBezTo>
                  <a:cubicBezTo>
                    <a:pt x="42" y="8"/>
                    <a:pt x="41" y="9"/>
                    <a:pt x="43" y="8"/>
                  </a:cubicBezTo>
                  <a:cubicBezTo>
                    <a:pt x="44" y="6"/>
                    <a:pt x="48" y="3"/>
                    <a:pt x="50" y="0"/>
                  </a:cubicBezTo>
                  <a:cubicBezTo>
                    <a:pt x="54" y="5"/>
                    <a:pt x="56" y="8"/>
                    <a:pt x="64" y="17"/>
                  </a:cubicBezTo>
                  <a:cubicBezTo>
                    <a:pt x="71" y="26"/>
                    <a:pt x="72" y="32"/>
                    <a:pt x="85" y="24"/>
                  </a:cubicBezTo>
                  <a:cubicBezTo>
                    <a:pt x="94" y="18"/>
                    <a:pt x="101" y="9"/>
                    <a:pt x="10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2"/>
            <p:cNvSpPr/>
            <p:nvPr/>
          </p:nvSpPr>
          <p:spPr bwMode="auto">
            <a:xfrm>
              <a:off x="6632576" y="2155825"/>
              <a:ext cx="239713" cy="966787"/>
            </a:xfrm>
            <a:custGeom>
              <a:avLst/>
              <a:gdLst>
                <a:gd name="T0" fmla="*/ 54 w 64"/>
                <a:gd name="T1" fmla="*/ 0 h 257"/>
                <a:gd name="T2" fmla="*/ 41 w 64"/>
                <a:gd name="T3" fmla="*/ 13 h 257"/>
                <a:gd name="T4" fmla="*/ 46 w 64"/>
                <a:gd name="T5" fmla="*/ 21 h 257"/>
                <a:gd name="T6" fmla="*/ 26 w 64"/>
                <a:gd name="T7" fmla="*/ 97 h 257"/>
                <a:gd name="T8" fmla="*/ 3 w 64"/>
                <a:gd name="T9" fmla="*/ 218 h 257"/>
                <a:gd name="T10" fmla="*/ 10 w 64"/>
                <a:gd name="T11" fmla="*/ 246 h 257"/>
                <a:gd name="T12" fmla="*/ 25 w 64"/>
                <a:gd name="T13" fmla="*/ 247 h 257"/>
                <a:gd name="T14" fmla="*/ 41 w 64"/>
                <a:gd name="T15" fmla="*/ 216 h 257"/>
                <a:gd name="T16" fmla="*/ 56 w 64"/>
                <a:gd name="T17" fmla="*/ 117 h 257"/>
                <a:gd name="T18" fmla="*/ 61 w 64"/>
                <a:gd name="T19" fmla="*/ 40 h 257"/>
                <a:gd name="T20" fmla="*/ 57 w 64"/>
                <a:gd name="T21" fmla="*/ 21 h 257"/>
                <a:gd name="T22" fmla="*/ 64 w 64"/>
                <a:gd name="T23" fmla="*/ 12 h 257"/>
                <a:gd name="T24" fmla="*/ 54 w 64"/>
                <a:gd name="T2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257">
                  <a:moveTo>
                    <a:pt x="54" y="0"/>
                  </a:moveTo>
                  <a:cubicBezTo>
                    <a:pt x="41" y="13"/>
                    <a:pt x="41" y="13"/>
                    <a:pt x="41" y="13"/>
                  </a:cubicBezTo>
                  <a:cubicBezTo>
                    <a:pt x="41" y="13"/>
                    <a:pt x="48" y="15"/>
                    <a:pt x="46" y="21"/>
                  </a:cubicBezTo>
                  <a:cubicBezTo>
                    <a:pt x="43" y="26"/>
                    <a:pt x="34" y="56"/>
                    <a:pt x="26" y="97"/>
                  </a:cubicBezTo>
                  <a:cubicBezTo>
                    <a:pt x="17" y="137"/>
                    <a:pt x="5" y="208"/>
                    <a:pt x="3" y="218"/>
                  </a:cubicBezTo>
                  <a:cubicBezTo>
                    <a:pt x="0" y="229"/>
                    <a:pt x="4" y="236"/>
                    <a:pt x="10" y="246"/>
                  </a:cubicBezTo>
                  <a:cubicBezTo>
                    <a:pt x="17" y="257"/>
                    <a:pt x="18" y="256"/>
                    <a:pt x="25" y="247"/>
                  </a:cubicBezTo>
                  <a:cubicBezTo>
                    <a:pt x="32" y="238"/>
                    <a:pt x="37" y="242"/>
                    <a:pt x="41" y="216"/>
                  </a:cubicBezTo>
                  <a:cubicBezTo>
                    <a:pt x="45" y="190"/>
                    <a:pt x="52" y="139"/>
                    <a:pt x="56" y="117"/>
                  </a:cubicBezTo>
                  <a:cubicBezTo>
                    <a:pt x="60" y="94"/>
                    <a:pt x="63" y="50"/>
                    <a:pt x="61" y="40"/>
                  </a:cubicBezTo>
                  <a:cubicBezTo>
                    <a:pt x="58" y="30"/>
                    <a:pt x="56" y="25"/>
                    <a:pt x="57" y="21"/>
                  </a:cubicBezTo>
                  <a:cubicBezTo>
                    <a:pt x="58" y="16"/>
                    <a:pt x="64" y="12"/>
                    <a:pt x="64" y="12"/>
                  </a:cubicBezTo>
                  <a:cubicBezTo>
                    <a:pt x="64" y="12"/>
                    <a:pt x="60" y="3"/>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27"/>
            <p:cNvSpPr/>
            <p:nvPr/>
          </p:nvSpPr>
          <p:spPr bwMode="auto">
            <a:xfrm>
              <a:off x="7586663" y="2287588"/>
              <a:ext cx="30163" cy="66675"/>
            </a:xfrm>
            <a:custGeom>
              <a:avLst/>
              <a:gdLst>
                <a:gd name="T0" fmla="*/ 6 w 8"/>
                <a:gd name="T1" fmla="*/ 18 h 18"/>
                <a:gd name="T2" fmla="*/ 8 w 8"/>
                <a:gd name="T3" fmla="*/ 7 h 18"/>
                <a:gd name="T4" fmla="*/ 8 w 8"/>
                <a:gd name="T5" fmla="*/ 0 h 18"/>
                <a:gd name="T6" fmla="*/ 2 w 8"/>
                <a:gd name="T7" fmla="*/ 1 h 18"/>
                <a:gd name="T8" fmla="*/ 0 w 8"/>
                <a:gd name="T9" fmla="*/ 15 h 18"/>
                <a:gd name="T10" fmla="*/ 6 w 8"/>
                <a:gd name="T11" fmla="*/ 18 h 18"/>
              </a:gdLst>
              <a:ahLst/>
              <a:cxnLst>
                <a:cxn ang="0">
                  <a:pos x="T0" y="T1"/>
                </a:cxn>
                <a:cxn ang="0">
                  <a:pos x="T2" y="T3"/>
                </a:cxn>
                <a:cxn ang="0">
                  <a:pos x="T4" y="T5"/>
                </a:cxn>
                <a:cxn ang="0">
                  <a:pos x="T6" y="T7"/>
                </a:cxn>
                <a:cxn ang="0">
                  <a:pos x="T8" y="T9"/>
                </a:cxn>
                <a:cxn ang="0">
                  <a:pos x="T10" y="T11"/>
                </a:cxn>
              </a:cxnLst>
              <a:rect l="0" t="0" r="r" b="b"/>
              <a:pathLst>
                <a:path w="8" h="18">
                  <a:moveTo>
                    <a:pt x="6" y="18"/>
                  </a:moveTo>
                  <a:cubicBezTo>
                    <a:pt x="6" y="18"/>
                    <a:pt x="7" y="13"/>
                    <a:pt x="8" y="7"/>
                  </a:cubicBezTo>
                  <a:cubicBezTo>
                    <a:pt x="8" y="1"/>
                    <a:pt x="8" y="0"/>
                    <a:pt x="8" y="0"/>
                  </a:cubicBezTo>
                  <a:cubicBezTo>
                    <a:pt x="2" y="1"/>
                    <a:pt x="2" y="1"/>
                    <a:pt x="2" y="1"/>
                  </a:cubicBezTo>
                  <a:cubicBezTo>
                    <a:pt x="2" y="1"/>
                    <a:pt x="1" y="12"/>
                    <a:pt x="0" y="15"/>
                  </a:cubicBezTo>
                  <a:cubicBezTo>
                    <a:pt x="3" y="18"/>
                    <a:pt x="6" y="18"/>
                    <a:pt x="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9" name="Group 58"/>
          <p:cNvGrpSpPr/>
          <p:nvPr/>
        </p:nvGrpSpPr>
        <p:grpSpPr>
          <a:xfrm>
            <a:off x="9413197" y="4607267"/>
            <a:ext cx="393941" cy="1594567"/>
            <a:chOff x="7397751" y="1485900"/>
            <a:chExt cx="665163" cy="2692400"/>
          </a:xfrm>
          <a:solidFill>
            <a:schemeClr val="bg1">
              <a:lumMod val="50000"/>
            </a:schemeClr>
          </a:solidFill>
        </p:grpSpPr>
        <p:sp>
          <p:nvSpPr>
            <p:cNvPr id="31" name="Freeform 25"/>
            <p:cNvSpPr>
              <a:spLocks noEditPoints="1"/>
            </p:cNvSpPr>
            <p:nvPr/>
          </p:nvSpPr>
          <p:spPr bwMode="auto">
            <a:xfrm>
              <a:off x="7397751" y="1485900"/>
              <a:ext cx="665163" cy="2692400"/>
            </a:xfrm>
            <a:custGeom>
              <a:avLst/>
              <a:gdLst>
                <a:gd name="T0" fmla="*/ 85 w 177"/>
                <a:gd name="T1" fmla="*/ 0 h 716"/>
                <a:gd name="T2" fmla="*/ 117 w 177"/>
                <a:gd name="T3" fmla="*/ 28 h 716"/>
                <a:gd name="T4" fmla="*/ 122 w 177"/>
                <a:gd name="T5" fmla="*/ 49 h 716"/>
                <a:gd name="T6" fmla="*/ 127 w 177"/>
                <a:gd name="T7" fmla="*/ 77 h 716"/>
                <a:gd name="T8" fmla="*/ 136 w 177"/>
                <a:gd name="T9" fmla="*/ 105 h 716"/>
                <a:gd name="T10" fmla="*/ 141 w 177"/>
                <a:gd name="T11" fmla="*/ 119 h 716"/>
                <a:gd name="T12" fmla="*/ 167 w 177"/>
                <a:gd name="T13" fmla="*/ 134 h 716"/>
                <a:gd name="T14" fmla="*/ 175 w 177"/>
                <a:gd name="T15" fmla="*/ 187 h 716"/>
                <a:gd name="T16" fmla="*/ 170 w 177"/>
                <a:gd name="T17" fmla="*/ 234 h 716"/>
                <a:gd name="T18" fmla="*/ 152 w 177"/>
                <a:gd name="T19" fmla="*/ 247 h 716"/>
                <a:gd name="T20" fmla="*/ 157 w 177"/>
                <a:gd name="T21" fmla="*/ 293 h 716"/>
                <a:gd name="T22" fmla="*/ 163 w 177"/>
                <a:gd name="T23" fmla="*/ 327 h 716"/>
                <a:gd name="T24" fmla="*/ 154 w 177"/>
                <a:gd name="T25" fmla="*/ 329 h 716"/>
                <a:gd name="T26" fmla="*/ 150 w 177"/>
                <a:gd name="T27" fmla="*/ 375 h 716"/>
                <a:gd name="T28" fmla="*/ 136 w 177"/>
                <a:gd name="T29" fmla="*/ 451 h 716"/>
                <a:gd name="T30" fmla="*/ 131 w 177"/>
                <a:gd name="T31" fmla="*/ 460 h 716"/>
                <a:gd name="T32" fmla="*/ 124 w 177"/>
                <a:gd name="T33" fmla="*/ 460 h 716"/>
                <a:gd name="T34" fmla="*/ 123 w 177"/>
                <a:gd name="T35" fmla="*/ 483 h 716"/>
                <a:gd name="T36" fmla="*/ 118 w 177"/>
                <a:gd name="T37" fmla="*/ 530 h 716"/>
                <a:gd name="T38" fmla="*/ 98 w 177"/>
                <a:gd name="T39" fmla="*/ 604 h 716"/>
                <a:gd name="T40" fmla="*/ 112 w 177"/>
                <a:gd name="T41" fmla="*/ 647 h 716"/>
                <a:gd name="T42" fmla="*/ 124 w 177"/>
                <a:gd name="T43" fmla="*/ 674 h 716"/>
                <a:gd name="T44" fmla="*/ 105 w 177"/>
                <a:gd name="T45" fmla="*/ 676 h 716"/>
                <a:gd name="T46" fmla="*/ 97 w 177"/>
                <a:gd name="T47" fmla="*/ 669 h 716"/>
                <a:gd name="T48" fmla="*/ 99 w 177"/>
                <a:gd name="T49" fmla="*/ 683 h 716"/>
                <a:gd name="T50" fmla="*/ 89 w 177"/>
                <a:gd name="T51" fmla="*/ 716 h 716"/>
                <a:gd name="T52" fmla="*/ 85 w 177"/>
                <a:gd name="T53" fmla="*/ 716 h 716"/>
                <a:gd name="T54" fmla="*/ 85 w 177"/>
                <a:gd name="T55" fmla="*/ 503 h 716"/>
                <a:gd name="T56" fmla="*/ 87 w 177"/>
                <a:gd name="T57" fmla="*/ 491 h 716"/>
                <a:gd name="T58" fmla="*/ 87 w 177"/>
                <a:gd name="T59" fmla="*/ 459 h 716"/>
                <a:gd name="T60" fmla="*/ 85 w 177"/>
                <a:gd name="T61" fmla="*/ 471 h 716"/>
                <a:gd name="T62" fmla="*/ 85 w 177"/>
                <a:gd name="T63" fmla="*/ 0 h 716"/>
                <a:gd name="T64" fmla="*/ 84 w 177"/>
                <a:gd name="T65" fmla="*/ 0 h 716"/>
                <a:gd name="T66" fmla="*/ 85 w 177"/>
                <a:gd name="T67" fmla="*/ 0 h 716"/>
                <a:gd name="T68" fmla="*/ 85 w 177"/>
                <a:gd name="T69" fmla="*/ 471 h 716"/>
                <a:gd name="T70" fmla="*/ 82 w 177"/>
                <a:gd name="T71" fmla="*/ 484 h 716"/>
                <a:gd name="T72" fmla="*/ 83 w 177"/>
                <a:gd name="T73" fmla="*/ 499 h 716"/>
                <a:gd name="T74" fmla="*/ 84 w 177"/>
                <a:gd name="T75" fmla="*/ 510 h 716"/>
                <a:gd name="T76" fmla="*/ 85 w 177"/>
                <a:gd name="T77" fmla="*/ 503 h 716"/>
                <a:gd name="T78" fmla="*/ 85 w 177"/>
                <a:gd name="T79" fmla="*/ 716 h 716"/>
                <a:gd name="T80" fmla="*/ 70 w 177"/>
                <a:gd name="T81" fmla="*/ 687 h 716"/>
                <a:gd name="T82" fmla="*/ 70 w 177"/>
                <a:gd name="T83" fmla="*/ 657 h 716"/>
                <a:gd name="T84" fmla="*/ 64 w 177"/>
                <a:gd name="T85" fmla="*/ 624 h 716"/>
                <a:gd name="T86" fmla="*/ 41 w 177"/>
                <a:gd name="T87" fmla="*/ 524 h 716"/>
                <a:gd name="T88" fmla="*/ 42 w 177"/>
                <a:gd name="T89" fmla="*/ 480 h 716"/>
                <a:gd name="T90" fmla="*/ 40 w 177"/>
                <a:gd name="T91" fmla="*/ 458 h 716"/>
                <a:gd name="T92" fmla="*/ 27 w 177"/>
                <a:gd name="T93" fmla="*/ 447 h 716"/>
                <a:gd name="T94" fmla="*/ 23 w 177"/>
                <a:gd name="T95" fmla="*/ 367 h 716"/>
                <a:gd name="T96" fmla="*/ 25 w 177"/>
                <a:gd name="T97" fmla="*/ 324 h 716"/>
                <a:gd name="T98" fmla="*/ 9 w 177"/>
                <a:gd name="T99" fmla="*/ 322 h 716"/>
                <a:gd name="T100" fmla="*/ 22 w 177"/>
                <a:gd name="T101" fmla="*/ 285 h 716"/>
                <a:gd name="T102" fmla="*/ 24 w 177"/>
                <a:gd name="T103" fmla="*/ 257 h 716"/>
                <a:gd name="T104" fmla="*/ 2 w 177"/>
                <a:gd name="T105" fmla="*/ 238 h 716"/>
                <a:gd name="T106" fmla="*/ 2 w 177"/>
                <a:gd name="T107" fmla="*/ 184 h 716"/>
                <a:gd name="T108" fmla="*/ 6 w 177"/>
                <a:gd name="T109" fmla="*/ 161 h 716"/>
                <a:gd name="T110" fmla="*/ 22 w 177"/>
                <a:gd name="T111" fmla="*/ 121 h 716"/>
                <a:gd name="T112" fmla="*/ 38 w 177"/>
                <a:gd name="T113" fmla="*/ 114 h 716"/>
                <a:gd name="T114" fmla="*/ 40 w 177"/>
                <a:gd name="T115" fmla="*/ 99 h 716"/>
                <a:gd name="T116" fmla="*/ 50 w 177"/>
                <a:gd name="T117" fmla="*/ 79 h 716"/>
                <a:gd name="T118" fmla="*/ 51 w 177"/>
                <a:gd name="T119" fmla="*/ 50 h 716"/>
                <a:gd name="T120" fmla="*/ 84 w 177"/>
                <a:gd name="T12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716">
                  <a:moveTo>
                    <a:pt x="85" y="0"/>
                  </a:moveTo>
                  <a:cubicBezTo>
                    <a:pt x="100" y="0"/>
                    <a:pt x="114" y="14"/>
                    <a:pt x="117" y="28"/>
                  </a:cubicBezTo>
                  <a:cubicBezTo>
                    <a:pt x="120" y="42"/>
                    <a:pt x="122" y="41"/>
                    <a:pt x="122" y="49"/>
                  </a:cubicBezTo>
                  <a:cubicBezTo>
                    <a:pt x="122" y="56"/>
                    <a:pt x="125" y="65"/>
                    <a:pt x="127" y="77"/>
                  </a:cubicBezTo>
                  <a:cubicBezTo>
                    <a:pt x="129" y="89"/>
                    <a:pt x="130" y="97"/>
                    <a:pt x="136" y="105"/>
                  </a:cubicBezTo>
                  <a:cubicBezTo>
                    <a:pt x="142" y="112"/>
                    <a:pt x="141" y="119"/>
                    <a:pt x="141" y="119"/>
                  </a:cubicBezTo>
                  <a:cubicBezTo>
                    <a:pt x="141" y="119"/>
                    <a:pt x="161" y="120"/>
                    <a:pt x="167" y="134"/>
                  </a:cubicBezTo>
                  <a:cubicBezTo>
                    <a:pt x="172" y="148"/>
                    <a:pt x="173" y="172"/>
                    <a:pt x="175" y="187"/>
                  </a:cubicBezTo>
                  <a:cubicBezTo>
                    <a:pt x="177" y="203"/>
                    <a:pt x="175" y="222"/>
                    <a:pt x="170" y="234"/>
                  </a:cubicBezTo>
                  <a:cubicBezTo>
                    <a:pt x="164" y="246"/>
                    <a:pt x="152" y="247"/>
                    <a:pt x="152" y="247"/>
                  </a:cubicBezTo>
                  <a:cubicBezTo>
                    <a:pt x="152" y="247"/>
                    <a:pt x="150" y="272"/>
                    <a:pt x="157" y="293"/>
                  </a:cubicBezTo>
                  <a:cubicBezTo>
                    <a:pt x="164" y="315"/>
                    <a:pt x="169" y="326"/>
                    <a:pt x="163" y="327"/>
                  </a:cubicBezTo>
                  <a:cubicBezTo>
                    <a:pt x="157" y="328"/>
                    <a:pt x="154" y="329"/>
                    <a:pt x="154" y="329"/>
                  </a:cubicBezTo>
                  <a:cubicBezTo>
                    <a:pt x="154" y="329"/>
                    <a:pt x="154" y="357"/>
                    <a:pt x="150" y="375"/>
                  </a:cubicBezTo>
                  <a:cubicBezTo>
                    <a:pt x="146" y="393"/>
                    <a:pt x="136" y="439"/>
                    <a:pt x="136" y="451"/>
                  </a:cubicBezTo>
                  <a:cubicBezTo>
                    <a:pt x="136" y="462"/>
                    <a:pt x="136" y="460"/>
                    <a:pt x="131" y="460"/>
                  </a:cubicBezTo>
                  <a:cubicBezTo>
                    <a:pt x="127" y="460"/>
                    <a:pt x="124" y="460"/>
                    <a:pt x="124" y="460"/>
                  </a:cubicBezTo>
                  <a:cubicBezTo>
                    <a:pt x="124" y="460"/>
                    <a:pt x="125" y="478"/>
                    <a:pt x="123" y="483"/>
                  </a:cubicBezTo>
                  <a:cubicBezTo>
                    <a:pt x="121" y="487"/>
                    <a:pt x="124" y="508"/>
                    <a:pt x="118" y="530"/>
                  </a:cubicBezTo>
                  <a:cubicBezTo>
                    <a:pt x="111" y="552"/>
                    <a:pt x="98" y="588"/>
                    <a:pt x="98" y="604"/>
                  </a:cubicBezTo>
                  <a:cubicBezTo>
                    <a:pt x="98" y="620"/>
                    <a:pt x="104" y="639"/>
                    <a:pt x="112" y="647"/>
                  </a:cubicBezTo>
                  <a:cubicBezTo>
                    <a:pt x="119" y="654"/>
                    <a:pt x="129" y="670"/>
                    <a:pt x="124" y="674"/>
                  </a:cubicBezTo>
                  <a:cubicBezTo>
                    <a:pt x="118" y="678"/>
                    <a:pt x="111" y="677"/>
                    <a:pt x="105" y="676"/>
                  </a:cubicBezTo>
                  <a:cubicBezTo>
                    <a:pt x="100" y="674"/>
                    <a:pt x="97" y="669"/>
                    <a:pt x="97" y="669"/>
                  </a:cubicBezTo>
                  <a:cubicBezTo>
                    <a:pt x="97" y="669"/>
                    <a:pt x="97" y="677"/>
                    <a:pt x="99" y="683"/>
                  </a:cubicBezTo>
                  <a:cubicBezTo>
                    <a:pt x="102" y="690"/>
                    <a:pt x="99" y="716"/>
                    <a:pt x="89" y="716"/>
                  </a:cubicBezTo>
                  <a:cubicBezTo>
                    <a:pt x="87" y="716"/>
                    <a:pt x="86" y="716"/>
                    <a:pt x="85" y="716"/>
                  </a:cubicBezTo>
                  <a:cubicBezTo>
                    <a:pt x="85" y="503"/>
                    <a:pt x="85" y="503"/>
                    <a:pt x="85" y="503"/>
                  </a:cubicBezTo>
                  <a:cubicBezTo>
                    <a:pt x="85" y="499"/>
                    <a:pt x="86" y="494"/>
                    <a:pt x="87" y="491"/>
                  </a:cubicBezTo>
                  <a:cubicBezTo>
                    <a:pt x="89" y="486"/>
                    <a:pt x="87" y="475"/>
                    <a:pt x="87" y="459"/>
                  </a:cubicBezTo>
                  <a:cubicBezTo>
                    <a:pt x="87" y="459"/>
                    <a:pt x="86" y="465"/>
                    <a:pt x="85" y="471"/>
                  </a:cubicBezTo>
                  <a:lnTo>
                    <a:pt x="85" y="0"/>
                  </a:lnTo>
                  <a:close/>
                  <a:moveTo>
                    <a:pt x="84" y="0"/>
                  </a:moveTo>
                  <a:cubicBezTo>
                    <a:pt x="85" y="0"/>
                    <a:pt x="85" y="0"/>
                    <a:pt x="85" y="0"/>
                  </a:cubicBezTo>
                  <a:cubicBezTo>
                    <a:pt x="85" y="471"/>
                    <a:pt x="85" y="471"/>
                    <a:pt x="85" y="471"/>
                  </a:cubicBezTo>
                  <a:cubicBezTo>
                    <a:pt x="84" y="476"/>
                    <a:pt x="83" y="481"/>
                    <a:pt x="82" y="484"/>
                  </a:cubicBezTo>
                  <a:cubicBezTo>
                    <a:pt x="81" y="490"/>
                    <a:pt x="83" y="495"/>
                    <a:pt x="83" y="499"/>
                  </a:cubicBezTo>
                  <a:cubicBezTo>
                    <a:pt x="83" y="504"/>
                    <a:pt x="84" y="510"/>
                    <a:pt x="84" y="510"/>
                  </a:cubicBezTo>
                  <a:cubicBezTo>
                    <a:pt x="84" y="510"/>
                    <a:pt x="84" y="507"/>
                    <a:pt x="85" y="503"/>
                  </a:cubicBezTo>
                  <a:cubicBezTo>
                    <a:pt x="85" y="716"/>
                    <a:pt x="85" y="716"/>
                    <a:pt x="85" y="716"/>
                  </a:cubicBezTo>
                  <a:cubicBezTo>
                    <a:pt x="76" y="713"/>
                    <a:pt x="70" y="702"/>
                    <a:pt x="70" y="687"/>
                  </a:cubicBezTo>
                  <a:cubicBezTo>
                    <a:pt x="71" y="670"/>
                    <a:pt x="67" y="667"/>
                    <a:pt x="70" y="657"/>
                  </a:cubicBezTo>
                  <a:cubicBezTo>
                    <a:pt x="73" y="647"/>
                    <a:pt x="69" y="640"/>
                    <a:pt x="64" y="624"/>
                  </a:cubicBezTo>
                  <a:cubicBezTo>
                    <a:pt x="59" y="609"/>
                    <a:pt x="40" y="541"/>
                    <a:pt x="41" y="524"/>
                  </a:cubicBezTo>
                  <a:cubicBezTo>
                    <a:pt x="42" y="506"/>
                    <a:pt x="44" y="491"/>
                    <a:pt x="42" y="480"/>
                  </a:cubicBezTo>
                  <a:cubicBezTo>
                    <a:pt x="41" y="468"/>
                    <a:pt x="40" y="458"/>
                    <a:pt x="40" y="458"/>
                  </a:cubicBezTo>
                  <a:cubicBezTo>
                    <a:pt x="40" y="458"/>
                    <a:pt x="27" y="463"/>
                    <a:pt x="27" y="447"/>
                  </a:cubicBezTo>
                  <a:cubicBezTo>
                    <a:pt x="27" y="430"/>
                    <a:pt x="25" y="382"/>
                    <a:pt x="23" y="367"/>
                  </a:cubicBezTo>
                  <a:cubicBezTo>
                    <a:pt x="22" y="353"/>
                    <a:pt x="25" y="324"/>
                    <a:pt x="25" y="324"/>
                  </a:cubicBezTo>
                  <a:cubicBezTo>
                    <a:pt x="25" y="324"/>
                    <a:pt x="13" y="323"/>
                    <a:pt x="9" y="322"/>
                  </a:cubicBezTo>
                  <a:cubicBezTo>
                    <a:pt x="5" y="320"/>
                    <a:pt x="19" y="295"/>
                    <a:pt x="22" y="285"/>
                  </a:cubicBezTo>
                  <a:cubicBezTo>
                    <a:pt x="25" y="275"/>
                    <a:pt x="24" y="257"/>
                    <a:pt x="24" y="257"/>
                  </a:cubicBezTo>
                  <a:cubicBezTo>
                    <a:pt x="24" y="257"/>
                    <a:pt x="3" y="256"/>
                    <a:pt x="2" y="238"/>
                  </a:cubicBezTo>
                  <a:cubicBezTo>
                    <a:pt x="1" y="221"/>
                    <a:pt x="0" y="195"/>
                    <a:pt x="2" y="184"/>
                  </a:cubicBezTo>
                  <a:cubicBezTo>
                    <a:pt x="3" y="174"/>
                    <a:pt x="4" y="175"/>
                    <a:pt x="6" y="161"/>
                  </a:cubicBezTo>
                  <a:cubicBezTo>
                    <a:pt x="7" y="147"/>
                    <a:pt x="14" y="122"/>
                    <a:pt x="22" y="121"/>
                  </a:cubicBezTo>
                  <a:cubicBezTo>
                    <a:pt x="29" y="120"/>
                    <a:pt x="38" y="114"/>
                    <a:pt x="38" y="114"/>
                  </a:cubicBezTo>
                  <a:cubicBezTo>
                    <a:pt x="38" y="114"/>
                    <a:pt x="31" y="106"/>
                    <a:pt x="40" y="99"/>
                  </a:cubicBezTo>
                  <a:cubicBezTo>
                    <a:pt x="49" y="92"/>
                    <a:pt x="54" y="89"/>
                    <a:pt x="50" y="79"/>
                  </a:cubicBezTo>
                  <a:cubicBezTo>
                    <a:pt x="46" y="70"/>
                    <a:pt x="49" y="63"/>
                    <a:pt x="51" y="50"/>
                  </a:cubicBezTo>
                  <a:cubicBezTo>
                    <a:pt x="53" y="38"/>
                    <a:pt x="59" y="0"/>
                    <a:pt x="8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Freeform 26"/>
            <p:cNvSpPr/>
            <p:nvPr/>
          </p:nvSpPr>
          <p:spPr bwMode="auto">
            <a:xfrm>
              <a:off x="7669213" y="1865313"/>
              <a:ext cx="157163" cy="304800"/>
            </a:xfrm>
            <a:custGeom>
              <a:avLst/>
              <a:gdLst>
                <a:gd name="T0" fmla="*/ 0 w 42"/>
                <a:gd name="T1" fmla="*/ 2 h 81"/>
                <a:gd name="T2" fmla="*/ 11 w 42"/>
                <a:gd name="T3" fmla="*/ 18 h 81"/>
                <a:gd name="T4" fmla="*/ 18 w 42"/>
                <a:gd name="T5" fmla="*/ 57 h 81"/>
                <a:gd name="T6" fmla="*/ 26 w 42"/>
                <a:gd name="T7" fmla="*/ 41 h 81"/>
                <a:gd name="T8" fmla="*/ 29 w 42"/>
                <a:gd name="T9" fmla="*/ 22 h 81"/>
                <a:gd name="T10" fmla="*/ 41 w 42"/>
                <a:gd name="T11" fmla="*/ 0 h 81"/>
                <a:gd name="T12" fmla="*/ 41 w 42"/>
                <a:gd name="T13" fmla="*/ 15 h 81"/>
                <a:gd name="T14" fmla="*/ 29 w 42"/>
                <a:gd name="T15" fmla="*/ 51 h 81"/>
                <a:gd name="T16" fmla="*/ 20 w 42"/>
                <a:gd name="T17" fmla="*/ 77 h 81"/>
                <a:gd name="T18" fmla="*/ 9 w 42"/>
                <a:gd name="T19" fmla="*/ 53 h 81"/>
                <a:gd name="T20" fmla="*/ 0 w 42"/>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1">
                  <a:moveTo>
                    <a:pt x="0" y="2"/>
                  </a:moveTo>
                  <a:cubicBezTo>
                    <a:pt x="0" y="2"/>
                    <a:pt x="11" y="11"/>
                    <a:pt x="11" y="18"/>
                  </a:cubicBezTo>
                  <a:cubicBezTo>
                    <a:pt x="11" y="26"/>
                    <a:pt x="16" y="50"/>
                    <a:pt x="18" y="57"/>
                  </a:cubicBezTo>
                  <a:cubicBezTo>
                    <a:pt x="21" y="64"/>
                    <a:pt x="22" y="48"/>
                    <a:pt x="26" y="41"/>
                  </a:cubicBezTo>
                  <a:cubicBezTo>
                    <a:pt x="30" y="34"/>
                    <a:pt x="31" y="27"/>
                    <a:pt x="29" y="22"/>
                  </a:cubicBezTo>
                  <a:cubicBezTo>
                    <a:pt x="27" y="16"/>
                    <a:pt x="35" y="14"/>
                    <a:pt x="41" y="0"/>
                  </a:cubicBezTo>
                  <a:cubicBezTo>
                    <a:pt x="42" y="5"/>
                    <a:pt x="41" y="9"/>
                    <a:pt x="41" y="15"/>
                  </a:cubicBezTo>
                  <a:cubicBezTo>
                    <a:pt x="41" y="20"/>
                    <a:pt x="32" y="46"/>
                    <a:pt x="29" y="51"/>
                  </a:cubicBezTo>
                  <a:cubicBezTo>
                    <a:pt x="27" y="56"/>
                    <a:pt x="20" y="72"/>
                    <a:pt x="20" y="77"/>
                  </a:cubicBezTo>
                  <a:cubicBezTo>
                    <a:pt x="19" y="81"/>
                    <a:pt x="13" y="68"/>
                    <a:pt x="9" y="53"/>
                  </a:cubicBezTo>
                  <a:cubicBezTo>
                    <a:pt x="6" y="38"/>
                    <a:pt x="0" y="16"/>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28"/>
            <p:cNvSpPr/>
            <p:nvPr/>
          </p:nvSpPr>
          <p:spPr bwMode="auto">
            <a:xfrm>
              <a:off x="7807326" y="2422525"/>
              <a:ext cx="34925" cy="68262"/>
            </a:xfrm>
            <a:custGeom>
              <a:avLst/>
              <a:gdLst>
                <a:gd name="T0" fmla="*/ 2 w 9"/>
                <a:gd name="T1" fmla="*/ 0 h 18"/>
                <a:gd name="T2" fmla="*/ 0 w 9"/>
                <a:gd name="T3" fmla="*/ 14 h 18"/>
                <a:gd name="T4" fmla="*/ 9 w 9"/>
                <a:gd name="T5" fmla="*/ 14 h 18"/>
                <a:gd name="T6" fmla="*/ 9 w 9"/>
                <a:gd name="T7" fmla="*/ 0 h 18"/>
                <a:gd name="T8" fmla="*/ 2 w 9"/>
                <a:gd name="T9" fmla="*/ 0 h 18"/>
              </a:gdLst>
              <a:ahLst/>
              <a:cxnLst>
                <a:cxn ang="0">
                  <a:pos x="T0" y="T1"/>
                </a:cxn>
                <a:cxn ang="0">
                  <a:pos x="T2" y="T3"/>
                </a:cxn>
                <a:cxn ang="0">
                  <a:pos x="T4" y="T5"/>
                </a:cxn>
                <a:cxn ang="0">
                  <a:pos x="T6" y="T7"/>
                </a:cxn>
                <a:cxn ang="0">
                  <a:pos x="T8" y="T9"/>
                </a:cxn>
              </a:cxnLst>
              <a:rect l="0" t="0" r="r" b="b"/>
              <a:pathLst>
                <a:path w="9" h="18">
                  <a:moveTo>
                    <a:pt x="2" y="0"/>
                  </a:moveTo>
                  <a:cubicBezTo>
                    <a:pt x="2" y="0"/>
                    <a:pt x="1" y="11"/>
                    <a:pt x="0" y="14"/>
                  </a:cubicBezTo>
                  <a:cubicBezTo>
                    <a:pt x="0" y="18"/>
                    <a:pt x="9" y="14"/>
                    <a:pt x="9" y="14"/>
                  </a:cubicBezTo>
                  <a:cubicBezTo>
                    <a:pt x="9" y="0"/>
                    <a:pt x="9" y="0"/>
                    <a:pt x="9"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9" name="Group 48"/>
          <p:cNvGrpSpPr/>
          <p:nvPr/>
        </p:nvGrpSpPr>
        <p:grpSpPr>
          <a:xfrm>
            <a:off x="2133600" y="4253116"/>
            <a:ext cx="491585" cy="1948719"/>
            <a:chOff x="1084263" y="1625600"/>
            <a:chExt cx="442913" cy="1755775"/>
          </a:xfrm>
          <a:solidFill>
            <a:schemeClr val="bg1">
              <a:lumMod val="50000"/>
            </a:schemeClr>
          </a:solidFill>
        </p:grpSpPr>
        <p:sp>
          <p:nvSpPr>
            <p:cNvPr id="35" name="Freeform 29"/>
            <p:cNvSpPr/>
            <p:nvPr/>
          </p:nvSpPr>
          <p:spPr bwMode="auto">
            <a:xfrm>
              <a:off x="1084263" y="1625600"/>
              <a:ext cx="442913" cy="1755775"/>
            </a:xfrm>
            <a:custGeom>
              <a:avLst/>
              <a:gdLst>
                <a:gd name="T0" fmla="*/ 51 w 118"/>
                <a:gd name="T1" fmla="*/ 1 h 467"/>
                <a:gd name="T2" fmla="*/ 70 w 118"/>
                <a:gd name="T3" fmla="*/ 27 h 467"/>
                <a:gd name="T4" fmla="*/ 67 w 118"/>
                <a:gd name="T5" fmla="*/ 43 h 467"/>
                <a:gd name="T6" fmla="*/ 64 w 118"/>
                <a:gd name="T7" fmla="*/ 53 h 467"/>
                <a:gd name="T8" fmla="*/ 62 w 118"/>
                <a:gd name="T9" fmla="*/ 59 h 467"/>
                <a:gd name="T10" fmla="*/ 64 w 118"/>
                <a:gd name="T11" fmla="*/ 64 h 467"/>
                <a:gd name="T12" fmla="*/ 71 w 118"/>
                <a:gd name="T13" fmla="*/ 69 h 467"/>
                <a:gd name="T14" fmla="*/ 83 w 118"/>
                <a:gd name="T15" fmla="*/ 75 h 467"/>
                <a:gd name="T16" fmla="*/ 100 w 118"/>
                <a:gd name="T17" fmla="*/ 84 h 467"/>
                <a:gd name="T18" fmla="*/ 103 w 118"/>
                <a:gd name="T19" fmla="*/ 97 h 467"/>
                <a:gd name="T20" fmla="*/ 106 w 118"/>
                <a:gd name="T21" fmla="*/ 113 h 467"/>
                <a:gd name="T22" fmla="*/ 112 w 118"/>
                <a:gd name="T23" fmla="*/ 154 h 467"/>
                <a:gd name="T24" fmla="*/ 91 w 118"/>
                <a:gd name="T25" fmla="*/ 162 h 467"/>
                <a:gd name="T26" fmla="*/ 93 w 118"/>
                <a:gd name="T27" fmla="*/ 177 h 467"/>
                <a:gd name="T28" fmla="*/ 94 w 118"/>
                <a:gd name="T29" fmla="*/ 195 h 467"/>
                <a:gd name="T30" fmla="*/ 93 w 118"/>
                <a:gd name="T31" fmla="*/ 248 h 467"/>
                <a:gd name="T32" fmla="*/ 93 w 118"/>
                <a:gd name="T33" fmla="*/ 302 h 467"/>
                <a:gd name="T34" fmla="*/ 79 w 118"/>
                <a:gd name="T35" fmla="*/ 305 h 467"/>
                <a:gd name="T36" fmla="*/ 72 w 118"/>
                <a:gd name="T37" fmla="*/ 304 h 467"/>
                <a:gd name="T38" fmla="*/ 71 w 118"/>
                <a:gd name="T39" fmla="*/ 322 h 467"/>
                <a:gd name="T40" fmla="*/ 69 w 118"/>
                <a:gd name="T41" fmla="*/ 374 h 467"/>
                <a:gd name="T42" fmla="*/ 65 w 118"/>
                <a:gd name="T43" fmla="*/ 415 h 467"/>
                <a:gd name="T44" fmla="*/ 73 w 118"/>
                <a:gd name="T45" fmla="*/ 445 h 467"/>
                <a:gd name="T46" fmla="*/ 81 w 118"/>
                <a:gd name="T47" fmla="*/ 456 h 467"/>
                <a:gd name="T48" fmla="*/ 82 w 118"/>
                <a:gd name="T49" fmla="*/ 462 h 467"/>
                <a:gd name="T50" fmla="*/ 60 w 118"/>
                <a:gd name="T51" fmla="*/ 461 h 467"/>
                <a:gd name="T52" fmla="*/ 57 w 118"/>
                <a:gd name="T53" fmla="*/ 448 h 467"/>
                <a:gd name="T54" fmla="*/ 51 w 118"/>
                <a:gd name="T55" fmla="*/ 440 h 467"/>
                <a:gd name="T56" fmla="*/ 51 w 118"/>
                <a:gd name="T57" fmla="*/ 444 h 467"/>
                <a:gd name="T58" fmla="*/ 56 w 118"/>
                <a:gd name="T59" fmla="*/ 458 h 467"/>
                <a:gd name="T60" fmla="*/ 51 w 118"/>
                <a:gd name="T61" fmla="*/ 467 h 467"/>
                <a:gd name="T62" fmla="*/ 32 w 118"/>
                <a:gd name="T63" fmla="*/ 459 h 467"/>
                <a:gd name="T64" fmla="*/ 30 w 118"/>
                <a:gd name="T65" fmla="*/ 439 h 467"/>
                <a:gd name="T66" fmla="*/ 30 w 118"/>
                <a:gd name="T67" fmla="*/ 421 h 467"/>
                <a:gd name="T68" fmla="*/ 24 w 118"/>
                <a:gd name="T69" fmla="*/ 381 h 467"/>
                <a:gd name="T70" fmla="*/ 19 w 118"/>
                <a:gd name="T71" fmla="*/ 331 h 467"/>
                <a:gd name="T72" fmla="*/ 21 w 118"/>
                <a:gd name="T73" fmla="*/ 307 h 467"/>
                <a:gd name="T74" fmla="*/ 20 w 118"/>
                <a:gd name="T75" fmla="*/ 301 h 467"/>
                <a:gd name="T76" fmla="*/ 7 w 118"/>
                <a:gd name="T77" fmla="*/ 298 h 467"/>
                <a:gd name="T78" fmla="*/ 8 w 118"/>
                <a:gd name="T79" fmla="*/ 253 h 467"/>
                <a:gd name="T80" fmla="*/ 10 w 118"/>
                <a:gd name="T81" fmla="*/ 212 h 467"/>
                <a:gd name="T82" fmla="*/ 11 w 118"/>
                <a:gd name="T83" fmla="*/ 197 h 467"/>
                <a:gd name="T84" fmla="*/ 11 w 118"/>
                <a:gd name="T85" fmla="*/ 188 h 467"/>
                <a:gd name="T86" fmla="*/ 13 w 118"/>
                <a:gd name="T87" fmla="*/ 173 h 467"/>
                <a:gd name="T88" fmla="*/ 3 w 118"/>
                <a:gd name="T89" fmla="*/ 164 h 467"/>
                <a:gd name="T90" fmla="*/ 0 w 118"/>
                <a:gd name="T91" fmla="*/ 124 h 467"/>
                <a:gd name="T92" fmla="*/ 3 w 118"/>
                <a:gd name="T93" fmla="*/ 89 h 467"/>
                <a:gd name="T94" fmla="*/ 8 w 118"/>
                <a:gd name="T95" fmla="*/ 81 h 467"/>
                <a:gd name="T96" fmla="*/ 24 w 118"/>
                <a:gd name="T97" fmla="*/ 76 h 467"/>
                <a:gd name="T98" fmla="*/ 35 w 118"/>
                <a:gd name="T99" fmla="*/ 65 h 467"/>
                <a:gd name="T100" fmla="*/ 39 w 118"/>
                <a:gd name="T101" fmla="*/ 57 h 467"/>
                <a:gd name="T102" fmla="*/ 34 w 118"/>
                <a:gd name="T103" fmla="*/ 45 h 467"/>
                <a:gd name="T104" fmla="*/ 31 w 118"/>
                <a:gd name="T105" fmla="*/ 27 h 467"/>
                <a:gd name="T106" fmla="*/ 51 w 118"/>
                <a:gd name="T107" fmla="*/ 1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467">
                  <a:moveTo>
                    <a:pt x="51" y="1"/>
                  </a:moveTo>
                  <a:cubicBezTo>
                    <a:pt x="66" y="1"/>
                    <a:pt x="70" y="13"/>
                    <a:pt x="70" y="27"/>
                  </a:cubicBezTo>
                  <a:cubicBezTo>
                    <a:pt x="73" y="27"/>
                    <a:pt x="71" y="43"/>
                    <a:pt x="67" y="43"/>
                  </a:cubicBezTo>
                  <a:cubicBezTo>
                    <a:pt x="68" y="45"/>
                    <a:pt x="66" y="52"/>
                    <a:pt x="64" y="53"/>
                  </a:cubicBezTo>
                  <a:cubicBezTo>
                    <a:pt x="62" y="54"/>
                    <a:pt x="62" y="56"/>
                    <a:pt x="62" y="59"/>
                  </a:cubicBezTo>
                  <a:cubicBezTo>
                    <a:pt x="62" y="63"/>
                    <a:pt x="64" y="64"/>
                    <a:pt x="64" y="64"/>
                  </a:cubicBezTo>
                  <a:cubicBezTo>
                    <a:pt x="64" y="64"/>
                    <a:pt x="70" y="65"/>
                    <a:pt x="71" y="69"/>
                  </a:cubicBezTo>
                  <a:cubicBezTo>
                    <a:pt x="71" y="73"/>
                    <a:pt x="77" y="75"/>
                    <a:pt x="83" y="75"/>
                  </a:cubicBezTo>
                  <a:cubicBezTo>
                    <a:pt x="89" y="75"/>
                    <a:pt x="100" y="79"/>
                    <a:pt x="100" y="84"/>
                  </a:cubicBezTo>
                  <a:cubicBezTo>
                    <a:pt x="100" y="88"/>
                    <a:pt x="101" y="97"/>
                    <a:pt x="103" y="97"/>
                  </a:cubicBezTo>
                  <a:cubicBezTo>
                    <a:pt x="105" y="96"/>
                    <a:pt x="105" y="105"/>
                    <a:pt x="106" y="113"/>
                  </a:cubicBezTo>
                  <a:cubicBezTo>
                    <a:pt x="108" y="120"/>
                    <a:pt x="118" y="147"/>
                    <a:pt x="112" y="154"/>
                  </a:cubicBezTo>
                  <a:cubicBezTo>
                    <a:pt x="106" y="162"/>
                    <a:pt x="91" y="162"/>
                    <a:pt x="91" y="162"/>
                  </a:cubicBezTo>
                  <a:cubicBezTo>
                    <a:pt x="91" y="162"/>
                    <a:pt x="91" y="167"/>
                    <a:pt x="93" y="177"/>
                  </a:cubicBezTo>
                  <a:cubicBezTo>
                    <a:pt x="94" y="188"/>
                    <a:pt x="96" y="195"/>
                    <a:pt x="94" y="195"/>
                  </a:cubicBezTo>
                  <a:cubicBezTo>
                    <a:pt x="92" y="195"/>
                    <a:pt x="93" y="230"/>
                    <a:pt x="93" y="248"/>
                  </a:cubicBezTo>
                  <a:cubicBezTo>
                    <a:pt x="93" y="266"/>
                    <a:pt x="93" y="298"/>
                    <a:pt x="93" y="302"/>
                  </a:cubicBezTo>
                  <a:cubicBezTo>
                    <a:pt x="93" y="305"/>
                    <a:pt x="82" y="305"/>
                    <a:pt x="79" y="305"/>
                  </a:cubicBezTo>
                  <a:cubicBezTo>
                    <a:pt x="75" y="305"/>
                    <a:pt x="72" y="304"/>
                    <a:pt x="72" y="304"/>
                  </a:cubicBezTo>
                  <a:cubicBezTo>
                    <a:pt x="72" y="304"/>
                    <a:pt x="72" y="315"/>
                    <a:pt x="71" y="322"/>
                  </a:cubicBezTo>
                  <a:cubicBezTo>
                    <a:pt x="70" y="329"/>
                    <a:pt x="70" y="365"/>
                    <a:pt x="69" y="374"/>
                  </a:cubicBezTo>
                  <a:cubicBezTo>
                    <a:pt x="68" y="382"/>
                    <a:pt x="65" y="402"/>
                    <a:pt x="65" y="415"/>
                  </a:cubicBezTo>
                  <a:cubicBezTo>
                    <a:pt x="66" y="427"/>
                    <a:pt x="69" y="439"/>
                    <a:pt x="73" y="445"/>
                  </a:cubicBezTo>
                  <a:cubicBezTo>
                    <a:pt x="77" y="452"/>
                    <a:pt x="78" y="454"/>
                    <a:pt x="81" y="456"/>
                  </a:cubicBezTo>
                  <a:cubicBezTo>
                    <a:pt x="83" y="459"/>
                    <a:pt x="89" y="462"/>
                    <a:pt x="82" y="462"/>
                  </a:cubicBezTo>
                  <a:cubicBezTo>
                    <a:pt x="76" y="463"/>
                    <a:pt x="62" y="463"/>
                    <a:pt x="60" y="461"/>
                  </a:cubicBezTo>
                  <a:cubicBezTo>
                    <a:pt x="57" y="458"/>
                    <a:pt x="59" y="452"/>
                    <a:pt x="57" y="448"/>
                  </a:cubicBezTo>
                  <a:cubicBezTo>
                    <a:pt x="54" y="444"/>
                    <a:pt x="51" y="440"/>
                    <a:pt x="51" y="440"/>
                  </a:cubicBezTo>
                  <a:cubicBezTo>
                    <a:pt x="51" y="444"/>
                    <a:pt x="51" y="444"/>
                    <a:pt x="51" y="444"/>
                  </a:cubicBezTo>
                  <a:cubicBezTo>
                    <a:pt x="51" y="444"/>
                    <a:pt x="57" y="455"/>
                    <a:pt x="56" y="458"/>
                  </a:cubicBezTo>
                  <a:cubicBezTo>
                    <a:pt x="55" y="461"/>
                    <a:pt x="55" y="467"/>
                    <a:pt x="51" y="467"/>
                  </a:cubicBezTo>
                  <a:cubicBezTo>
                    <a:pt x="46" y="467"/>
                    <a:pt x="33" y="463"/>
                    <a:pt x="32" y="459"/>
                  </a:cubicBezTo>
                  <a:cubicBezTo>
                    <a:pt x="31" y="455"/>
                    <a:pt x="32" y="442"/>
                    <a:pt x="30" y="439"/>
                  </a:cubicBezTo>
                  <a:cubicBezTo>
                    <a:pt x="28" y="435"/>
                    <a:pt x="29" y="428"/>
                    <a:pt x="30" y="421"/>
                  </a:cubicBezTo>
                  <a:cubicBezTo>
                    <a:pt x="31" y="415"/>
                    <a:pt x="29" y="394"/>
                    <a:pt x="24" y="381"/>
                  </a:cubicBezTo>
                  <a:cubicBezTo>
                    <a:pt x="20" y="368"/>
                    <a:pt x="19" y="342"/>
                    <a:pt x="19" y="331"/>
                  </a:cubicBezTo>
                  <a:cubicBezTo>
                    <a:pt x="19" y="320"/>
                    <a:pt x="21" y="312"/>
                    <a:pt x="21" y="307"/>
                  </a:cubicBezTo>
                  <a:cubicBezTo>
                    <a:pt x="20" y="302"/>
                    <a:pt x="20" y="301"/>
                    <a:pt x="20" y="301"/>
                  </a:cubicBezTo>
                  <a:cubicBezTo>
                    <a:pt x="20" y="301"/>
                    <a:pt x="6" y="301"/>
                    <a:pt x="7" y="298"/>
                  </a:cubicBezTo>
                  <a:cubicBezTo>
                    <a:pt x="7" y="295"/>
                    <a:pt x="8" y="266"/>
                    <a:pt x="8" y="253"/>
                  </a:cubicBezTo>
                  <a:cubicBezTo>
                    <a:pt x="8" y="240"/>
                    <a:pt x="9" y="223"/>
                    <a:pt x="10" y="212"/>
                  </a:cubicBezTo>
                  <a:cubicBezTo>
                    <a:pt x="11" y="201"/>
                    <a:pt x="11" y="197"/>
                    <a:pt x="11" y="197"/>
                  </a:cubicBezTo>
                  <a:cubicBezTo>
                    <a:pt x="11" y="197"/>
                    <a:pt x="10" y="196"/>
                    <a:pt x="11" y="188"/>
                  </a:cubicBezTo>
                  <a:cubicBezTo>
                    <a:pt x="12" y="180"/>
                    <a:pt x="13" y="173"/>
                    <a:pt x="13" y="173"/>
                  </a:cubicBezTo>
                  <a:cubicBezTo>
                    <a:pt x="13" y="173"/>
                    <a:pt x="5" y="173"/>
                    <a:pt x="3" y="164"/>
                  </a:cubicBezTo>
                  <a:cubicBezTo>
                    <a:pt x="1" y="156"/>
                    <a:pt x="0" y="142"/>
                    <a:pt x="0" y="124"/>
                  </a:cubicBezTo>
                  <a:cubicBezTo>
                    <a:pt x="1" y="106"/>
                    <a:pt x="3" y="93"/>
                    <a:pt x="3" y="89"/>
                  </a:cubicBezTo>
                  <a:cubicBezTo>
                    <a:pt x="3" y="85"/>
                    <a:pt x="1" y="83"/>
                    <a:pt x="8" y="81"/>
                  </a:cubicBezTo>
                  <a:cubicBezTo>
                    <a:pt x="14" y="79"/>
                    <a:pt x="19" y="80"/>
                    <a:pt x="24" y="76"/>
                  </a:cubicBezTo>
                  <a:cubicBezTo>
                    <a:pt x="30" y="72"/>
                    <a:pt x="32" y="68"/>
                    <a:pt x="35" y="65"/>
                  </a:cubicBezTo>
                  <a:cubicBezTo>
                    <a:pt x="37" y="63"/>
                    <a:pt x="41" y="60"/>
                    <a:pt x="39" y="57"/>
                  </a:cubicBezTo>
                  <a:cubicBezTo>
                    <a:pt x="37" y="54"/>
                    <a:pt x="34" y="51"/>
                    <a:pt x="34" y="45"/>
                  </a:cubicBezTo>
                  <a:cubicBezTo>
                    <a:pt x="29" y="44"/>
                    <a:pt x="27" y="27"/>
                    <a:pt x="31" y="27"/>
                  </a:cubicBezTo>
                  <a:cubicBezTo>
                    <a:pt x="32" y="14"/>
                    <a:pt x="33" y="0"/>
                    <a:pt x="5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30"/>
            <p:cNvSpPr/>
            <p:nvPr/>
          </p:nvSpPr>
          <p:spPr bwMode="auto">
            <a:xfrm>
              <a:off x="1211263" y="1862138"/>
              <a:ext cx="131763" cy="269875"/>
            </a:xfrm>
            <a:custGeom>
              <a:avLst/>
              <a:gdLst>
                <a:gd name="T0" fmla="*/ 29 w 35"/>
                <a:gd name="T1" fmla="*/ 0 h 72"/>
                <a:gd name="T2" fmla="*/ 30 w 35"/>
                <a:gd name="T3" fmla="*/ 1 h 72"/>
                <a:gd name="T4" fmla="*/ 32 w 35"/>
                <a:gd name="T5" fmla="*/ 2 h 72"/>
                <a:gd name="T6" fmla="*/ 35 w 35"/>
                <a:gd name="T7" fmla="*/ 33 h 72"/>
                <a:gd name="T8" fmla="*/ 29 w 35"/>
                <a:gd name="T9" fmla="*/ 59 h 72"/>
                <a:gd name="T10" fmla="*/ 26 w 35"/>
                <a:gd name="T11" fmla="*/ 72 h 72"/>
                <a:gd name="T12" fmla="*/ 20 w 35"/>
                <a:gd name="T13" fmla="*/ 52 h 72"/>
                <a:gd name="T14" fmla="*/ 6 w 35"/>
                <a:gd name="T15" fmla="*/ 22 h 72"/>
                <a:gd name="T16" fmla="*/ 0 w 35"/>
                <a:gd name="T17" fmla="*/ 3 h 72"/>
                <a:gd name="T18" fmla="*/ 1 w 35"/>
                <a:gd name="T19" fmla="*/ 2 h 72"/>
                <a:gd name="T20" fmla="*/ 3 w 35"/>
                <a:gd name="T21" fmla="*/ 0 h 72"/>
                <a:gd name="T22" fmla="*/ 7 w 35"/>
                <a:gd name="T23" fmla="*/ 11 h 72"/>
                <a:gd name="T24" fmla="*/ 16 w 35"/>
                <a:gd name="T25" fmla="*/ 19 h 72"/>
                <a:gd name="T26" fmla="*/ 16 w 35"/>
                <a:gd name="T27" fmla="*/ 26 h 72"/>
                <a:gd name="T28" fmla="*/ 20 w 35"/>
                <a:gd name="T29" fmla="*/ 32 h 72"/>
                <a:gd name="T30" fmla="*/ 20 w 35"/>
                <a:gd name="T31" fmla="*/ 25 h 72"/>
                <a:gd name="T32" fmla="*/ 25 w 35"/>
                <a:gd name="T33" fmla="*/ 20 h 72"/>
                <a:gd name="T34" fmla="*/ 29 w 35"/>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72">
                  <a:moveTo>
                    <a:pt x="29" y="0"/>
                  </a:moveTo>
                  <a:cubicBezTo>
                    <a:pt x="29" y="1"/>
                    <a:pt x="30" y="1"/>
                    <a:pt x="30" y="1"/>
                  </a:cubicBezTo>
                  <a:cubicBezTo>
                    <a:pt x="30" y="1"/>
                    <a:pt x="31" y="2"/>
                    <a:pt x="32" y="2"/>
                  </a:cubicBezTo>
                  <a:cubicBezTo>
                    <a:pt x="34" y="7"/>
                    <a:pt x="35" y="27"/>
                    <a:pt x="35" y="33"/>
                  </a:cubicBezTo>
                  <a:cubicBezTo>
                    <a:pt x="35" y="39"/>
                    <a:pt x="31" y="52"/>
                    <a:pt x="29" y="59"/>
                  </a:cubicBezTo>
                  <a:cubicBezTo>
                    <a:pt x="26" y="66"/>
                    <a:pt x="26" y="72"/>
                    <a:pt x="26" y="72"/>
                  </a:cubicBezTo>
                  <a:cubicBezTo>
                    <a:pt x="26" y="72"/>
                    <a:pt x="23" y="61"/>
                    <a:pt x="20" y="52"/>
                  </a:cubicBezTo>
                  <a:cubicBezTo>
                    <a:pt x="17" y="43"/>
                    <a:pt x="10" y="31"/>
                    <a:pt x="6" y="22"/>
                  </a:cubicBezTo>
                  <a:cubicBezTo>
                    <a:pt x="2" y="15"/>
                    <a:pt x="1" y="9"/>
                    <a:pt x="0" y="3"/>
                  </a:cubicBezTo>
                  <a:cubicBezTo>
                    <a:pt x="0" y="3"/>
                    <a:pt x="1" y="3"/>
                    <a:pt x="1" y="2"/>
                  </a:cubicBezTo>
                  <a:cubicBezTo>
                    <a:pt x="2" y="2"/>
                    <a:pt x="3" y="1"/>
                    <a:pt x="3" y="0"/>
                  </a:cubicBezTo>
                  <a:cubicBezTo>
                    <a:pt x="4" y="4"/>
                    <a:pt x="6" y="9"/>
                    <a:pt x="7" y="11"/>
                  </a:cubicBezTo>
                  <a:cubicBezTo>
                    <a:pt x="9" y="15"/>
                    <a:pt x="14" y="16"/>
                    <a:pt x="16" y="19"/>
                  </a:cubicBezTo>
                  <a:cubicBezTo>
                    <a:pt x="18" y="21"/>
                    <a:pt x="14" y="23"/>
                    <a:pt x="16" y="26"/>
                  </a:cubicBezTo>
                  <a:cubicBezTo>
                    <a:pt x="18" y="30"/>
                    <a:pt x="20" y="32"/>
                    <a:pt x="20" y="32"/>
                  </a:cubicBezTo>
                  <a:cubicBezTo>
                    <a:pt x="20" y="32"/>
                    <a:pt x="19" y="28"/>
                    <a:pt x="20" y="25"/>
                  </a:cubicBezTo>
                  <a:cubicBezTo>
                    <a:pt x="21" y="22"/>
                    <a:pt x="23" y="25"/>
                    <a:pt x="25" y="20"/>
                  </a:cubicBezTo>
                  <a:cubicBezTo>
                    <a:pt x="26" y="16"/>
                    <a:pt x="28" y="7"/>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31"/>
            <p:cNvSpPr/>
            <p:nvPr/>
          </p:nvSpPr>
          <p:spPr bwMode="auto">
            <a:xfrm>
              <a:off x="1196976" y="2282825"/>
              <a:ext cx="195263" cy="87312"/>
            </a:xfrm>
            <a:custGeom>
              <a:avLst/>
              <a:gdLst>
                <a:gd name="T0" fmla="*/ 24 w 52"/>
                <a:gd name="T1" fmla="*/ 0 h 23"/>
                <a:gd name="T2" fmla="*/ 27 w 52"/>
                <a:gd name="T3" fmla="*/ 0 h 23"/>
                <a:gd name="T4" fmla="*/ 36 w 52"/>
                <a:gd name="T5" fmla="*/ 13 h 23"/>
                <a:gd name="T6" fmla="*/ 52 w 52"/>
                <a:gd name="T7" fmla="*/ 15 h 23"/>
                <a:gd name="T8" fmla="*/ 40 w 52"/>
                <a:gd name="T9" fmla="*/ 20 h 23"/>
                <a:gd name="T10" fmla="*/ 31 w 52"/>
                <a:gd name="T11" fmla="*/ 17 h 23"/>
                <a:gd name="T12" fmla="*/ 12 w 52"/>
                <a:gd name="T13" fmla="*/ 22 h 23"/>
                <a:gd name="T14" fmla="*/ 0 w 52"/>
                <a:gd name="T15" fmla="*/ 17 h 23"/>
                <a:gd name="T16" fmla="*/ 18 w 52"/>
                <a:gd name="T17" fmla="*/ 15 h 23"/>
                <a:gd name="T18" fmla="*/ 24 w 52"/>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3">
                  <a:moveTo>
                    <a:pt x="24" y="0"/>
                  </a:moveTo>
                  <a:cubicBezTo>
                    <a:pt x="27" y="0"/>
                    <a:pt x="27" y="0"/>
                    <a:pt x="27" y="0"/>
                  </a:cubicBezTo>
                  <a:cubicBezTo>
                    <a:pt x="27" y="0"/>
                    <a:pt x="31" y="10"/>
                    <a:pt x="36" y="13"/>
                  </a:cubicBezTo>
                  <a:cubicBezTo>
                    <a:pt x="42" y="15"/>
                    <a:pt x="52" y="15"/>
                    <a:pt x="52" y="15"/>
                  </a:cubicBezTo>
                  <a:cubicBezTo>
                    <a:pt x="52" y="15"/>
                    <a:pt x="47" y="20"/>
                    <a:pt x="40" y="20"/>
                  </a:cubicBezTo>
                  <a:cubicBezTo>
                    <a:pt x="33" y="20"/>
                    <a:pt x="31" y="17"/>
                    <a:pt x="31" y="17"/>
                  </a:cubicBezTo>
                  <a:cubicBezTo>
                    <a:pt x="31" y="17"/>
                    <a:pt x="21" y="23"/>
                    <a:pt x="12" y="22"/>
                  </a:cubicBezTo>
                  <a:cubicBezTo>
                    <a:pt x="3" y="20"/>
                    <a:pt x="0" y="17"/>
                    <a:pt x="0" y="17"/>
                  </a:cubicBezTo>
                  <a:cubicBezTo>
                    <a:pt x="0" y="17"/>
                    <a:pt x="13" y="19"/>
                    <a:pt x="18" y="15"/>
                  </a:cubicBezTo>
                  <a:cubicBezTo>
                    <a:pt x="23" y="11"/>
                    <a:pt x="24" y="7"/>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1" name="Group 50"/>
          <p:cNvGrpSpPr/>
          <p:nvPr/>
        </p:nvGrpSpPr>
        <p:grpSpPr>
          <a:xfrm>
            <a:off x="3820903" y="3893678"/>
            <a:ext cx="738259" cy="2308156"/>
            <a:chOff x="2714626" y="1508125"/>
            <a:chExt cx="665163" cy="2079625"/>
          </a:xfrm>
          <a:solidFill>
            <a:schemeClr val="bg1">
              <a:lumMod val="50000"/>
            </a:schemeClr>
          </a:solidFill>
        </p:grpSpPr>
        <p:sp>
          <p:nvSpPr>
            <p:cNvPr id="38" name="Freeform 32"/>
            <p:cNvSpPr>
              <a:spLocks noEditPoints="1"/>
            </p:cNvSpPr>
            <p:nvPr/>
          </p:nvSpPr>
          <p:spPr bwMode="auto">
            <a:xfrm>
              <a:off x="2714626" y="1508125"/>
              <a:ext cx="665163" cy="2079625"/>
            </a:xfrm>
            <a:custGeom>
              <a:avLst/>
              <a:gdLst>
                <a:gd name="T0" fmla="*/ 147 w 177"/>
                <a:gd name="T1" fmla="*/ 112 h 553"/>
                <a:gd name="T2" fmla="*/ 158 w 177"/>
                <a:gd name="T3" fmla="*/ 236 h 553"/>
                <a:gd name="T4" fmla="*/ 158 w 177"/>
                <a:gd name="T5" fmla="*/ 283 h 553"/>
                <a:gd name="T6" fmla="*/ 155 w 177"/>
                <a:gd name="T7" fmla="*/ 302 h 553"/>
                <a:gd name="T8" fmla="*/ 175 w 177"/>
                <a:gd name="T9" fmla="*/ 388 h 553"/>
                <a:gd name="T10" fmla="*/ 131 w 177"/>
                <a:gd name="T11" fmla="*/ 410 h 553"/>
                <a:gd name="T12" fmla="*/ 135 w 177"/>
                <a:gd name="T13" fmla="*/ 304 h 553"/>
                <a:gd name="T14" fmla="*/ 136 w 177"/>
                <a:gd name="T15" fmla="*/ 282 h 553"/>
                <a:gd name="T16" fmla="*/ 131 w 177"/>
                <a:gd name="T17" fmla="*/ 94 h 553"/>
                <a:gd name="T18" fmla="*/ 105 w 177"/>
                <a:gd name="T19" fmla="*/ 17 h 553"/>
                <a:gd name="T20" fmla="*/ 106 w 177"/>
                <a:gd name="T21" fmla="*/ 53 h 553"/>
                <a:gd name="T22" fmla="*/ 96 w 177"/>
                <a:gd name="T23" fmla="*/ 71 h 553"/>
                <a:gd name="T24" fmla="*/ 128 w 177"/>
                <a:gd name="T25" fmla="*/ 93 h 553"/>
                <a:gd name="T26" fmla="*/ 131 w 177"/>
                <a:gd name="T27" fmla="*/ 287 h 553"/>
                <a:gd name="T28" fmla="*/ 126 w 177"/>
                <a:gd name="T29" fmla="*/ 287 h 553"/>
                <a:gd name="T30" fmla="*/ 127 w 177"/>
                <a:gd name="T31" fmla="*/ 306 h 553"/>
                <a:gd name="T32" fmla="*/ 131 w 177"/>
                <a:gd name="T33" fmla="*/ 410 h 553"/>
                <a:gd name="T34" fmla="*/ 123 w 177"/>
                <a:gd name="T35" fmla="*/ 411 h 553"/>
                <a:gd name="T36" fmla="*/ 119 w 177"/>
                <a:gd name="T37" fmla="*/ 480 h 553"/>
                <a:gd name="T38" fmla="*/ 123 w 177"/>
                <a:gd name="T39" fmla="*/ 527 h 553"/>
                <a:gd name="T40" fmla="*/ 94 w 177"/>
                <a:gd name="T41" fmla="*/ 529 h 553"/>
                <a:gd name="T42" fmla="*/ 88 w 177"/>
                <a:gd name="T43" fmla="*/ 495 h 553"/>
                <a:gd name="T44" fmla="*/ 89 w 177"/>
                <a:gd name="T45" fmla="*/ 442 h 553"/>
                <a:gd name="T46" fmla="*/ 75 w 177"/>
                <a:gd name="T47" fmla="*/ 325 h 553"/>
                <a:gd name="T48" fmla="*/ 62 w 177"/>
                <a:gd name="T49" fmla="*/ 350 h 553"/>
                <a:gd name="T50" fmla="*/ 47 w 177"/>
                <a:gd name="T51" fmla="*/ 468 h 553"/>
                <a:gd name="T52" fmla="*/ 50 w 177"/>
                <a:gd name="T53" fmla="*/ 488 h 553"/>
                <a:gd name="T54" fmla="*/ 41 w 177"/>
                <a:gd name="T55" fmla="*/ 524 h 553"/>
                <a:gd name="T56" fmla="*/ 14 w 177"/>
                <a:gd name="T57" fmla="*/ 550 h 553"/>
                <a:gd name="T58" fmla="*/ 18 w 177"/>
                <a:gd name="T59" fmla="*/ 505 h 553"/>
                <a:gd name="T60" fmla="*/ 16 w 177"/>
                <a:gd name="T61" fmla="*/ 478 h 553"/>
                <a:gd name="T62" fmla="*/ 14 w 177"/>
                <a:gd name="T63" fmla="*/ 378 h 553"/>
                <a:gd name="T64" fmla="*/ 15 w 177"/>
                <a:gd name="T65" fmla="*/ 275 h 553"/>
                <a:gd name="T66" fmla="*/ 9 w 177"/>
                <a:gd name="T67" fmla="*/ 258 h 553"/>
                <a:gd name="T68" fmla="*/ 3 w 177"/>
                <a:gd name="T69" fmla="*/ 212 h 553"/>
                <a:gd name="T70" fmla="*/ 10 w 177"/>
                <a:gd name="T71" fmla="*/ 122 h 553"/>
                <a:gd name="T72" fmla="*/ 59 w 177"/>
                <a:gd name="T73" fmla="*/ 83 h 553"/>
                <a:gd name="T74" fmla="*/ 61 w 177"/>
                <a:gd name="T75" fmla="*/ 56 h 553"/>
                <a:gd name="T76" fmla="*/ 54 w 177"/>
                <a:gd name="T77" fmla="*/ 38 h 553"/>
                <a:gd name="T78" fmla="*/ 57 w 177"/>
                <a:gd name="T79" fmla="*/ 17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 h="553">
                  <a:moveTo>
                    <a:pt x="131" y="94"/>
                  </a:moveTo>
                  <a:cubicBezTo>
                    <a:pt x="140" y="97"/>
                    <a:pt x="147" y="100"/>
                    <a:pt x="147" y="112"/>
                  </a:cubicBezTo>
                  <a:cubicBezTo>
                    <a:pt x="148" y="125"/>
                    <a:pt x="149" y="151"/>
                    <a:pt x="151" y="169"/>
                  </a:cubicBezTo>
                  <a:cubicBezTo>
                    <a:pt x="153" y="186"/>
                    <a:pt x="158" y="224"/>
                    <a:pt x="158" y="236"/>
                  </a:cubicBezTo>
                  <a:cubicBezTo>
                    <a:pt x="158" y="248"/>
                    <a:pt x="160" y="273"/>
                    <a:pt x="159" y="276"/>
                  </a:cubicBezTo>
                  <a:cubicBezTo>
                    <a:pt x="159" y="279"/>
                    <a:pt x="157" y="278"/>
                    <a:pt x="158" y="283"/>
                  </a:cubicBezTo>
                  <a:cubicBezTo>
                    <a:pt x="159" y="288"/>
                    <a:pt x="159" y="292"/>
                    <a:pt x="156" y="295"/>
                  </a:cubicBezTo>
                  <a:cubicBezTo>
                    <a:pt x="154" y="298"/>
                    <a:pt x="155" y="302"/>
                    <a:pt x="155" y="302"/>
                  </a:cubicBezTo>
                  <a:cubicBezTo>
                    <a:pt x="177" y="301"/>
                    <a:pt x="177" y="301"/>
                    <a:pt x="177" y="301"/>
                  </a:cubicBezTo>
                  <a:cubicBezTo>
                    <a:pt x="175" y="388"/>
                    <a:pt x="175" y="388"/>
                    <a:pt x="175" y="388"/>
                  </a:cubicBezTo>
                  <a:cubicBezTo>
                    <a:pt x="141" y="414"/>
                    <a:pt x="141" y="414"/>
                    <a:pt x="141" y="414"/>
                  </a:cubicBezTo>
                  <a:cubicBezTo>
                    <a:pt x="141" y="414"/>
                    <a:pt x="136" y="411"/>
                    <a:pt x="131" y="410"/>
                  </a:cubicBezTo>
                  <a:cubicBezTo>
                    <a:pt x="131" y="305"/>
                    <a:pt x="131" y="305"/>
                    <a:pt x="131" y="305"/>
                  </a:cubicBezTo>
                  <a:cubicBezTo>
                    <a:pt x="135" y="304"/>
                    <a:pt x="135" y="304"/>
                    <a:pt x="135" y="304"/>
                  </a:cubicBezTo>
                  <a:cubicBezTo>
                    <a:pt x="135" y="304"/>
                    <a:pt x="134" y="298"/>
                    <a:pt x="136" y="294"/>
                  </a:cubicBezTo>
                  <a:cubicBezTo>
                    <a:pt x="137" y="290"/>
                    <a:pt x="136" y="286"/>
                    <a:pt x="136" y="282"/>
                  </a:cubicBezTo>
                  <a:cubicBezTo>
                    <a:pt x="136" y="282"/>
                    <a:pt x="134" y="286"/>
                    <a:pt x="131" y="287"/>
                  </a:cubicBezTo>
                  <a:lnTo>
                    <a:pt x="131" y="94"/>
                  </a:lnTo>
                  <a:close/>
                  <a:moveTo>
                    <a:pt x="83" y="0"/>
                  </a:moveTo>
                  <a:cubicBezTo>
                    <a:pt x="93" y="0"/>
                    <a:pt x="104" y="7"/>
                    <a:pt x="105" y="17"/>
                  </a:cubicBezTo>
                  <a:cubicBezTo>
                    <a:pt x="106" y="27"/>
                    <a:pt x="106" y="41"/>
                    <a:pt x="106" y="41"/>
                  </a:cubicBezTo>
                  <a:cubicBezTo>
                    <a:pt x="106" y="41"/>
                    <a:pt x="109" y="48"/>
                    <a:pt x="106" y="53"/>
                  </a:cubicBezTo>
                  <a:cubicBezTo>
                    <a:pt x="104" y="59"/>
                    <a:pt x="97" y="58"/>
                    <a:pt x="97" y="58"/>
                  </a:cubicBezTo>
                  <a:cubicBezTo>
                    <a:pt x="97" y="58"/>
                    <a:pt x="96" y="66"/>
                    <a:pt x="96" y="71"/>
                  </a:cubicBezTo>
                  <a:cubicBezTo>
                    <a:pt x="96" y="75"/>
                    <a:pt x="96" y="78"/>
                    <a:pt x="100" y="81"/>
                  </a:cubicBezTo>
                  <a:cubicBezTo>
                    <a:pt x="103" y="84"/>
                    <a:pt x="117" y="90"/>
                    <a:pt x="128" y="93"/>
                  </a:cubicBezTo>
                  <a:cubicBezTo>
                    <a:pt x="129" y="94"/>
                    <a:pt x="130" y="94"/>
                    <a:pt x="131" y="94"/>
                  </a:cubicBezTo>
                  <a:cubicBezTo>
                    <a:pt x="131" y="287"/>
                    <a:pt x="131" y="287"/>
                    <a:pt x="131" y="287"/>
                  </a:cubicBezTo>
                  <a:cubicBezTo>
                    <a:pt x="131" y="287"/>
                    <a:pt x="131" y="287"/>
                    <a:pt x="131" y="287"/>
                  </a:cubicBezTo>
                  <a:cubicBezTo>
                    <a:pt x="127" y="287"/>
                    <a:pt x="126" y="287"/>
                    <a:pt x="126" y="287"/>
                  </a:cubicBezTo>
                  <a:cubicBezTo>
                    <a:pt x="126" y="287"/>
                    <a:pt x="127" y="292"/>
                    <a:pt x="127" y="297"/>
                  </a:cubicBezTo>
                  <a:cubicBezTo>
                    <a:pt x="127" y="301"/>
                    <a:pt x="127" y="306"/>
                    <a:pt x="127" y="306"/>
                  </a:cubicBezTo>
                  <a:cubicBezTo>
                    <a:pt x="131" y="305"/>
                    <a:pt x="131" y="305"/>
                    <a:pt x="131" y="305"/>
                  </a:cubicBezTo>
                  <a:cubicBezTo>
                    <a:pt x="131" y="410"/>
                    <a:pt x="131" y="410"/>
                    <a:pt x="131" y="410"/>
                  </a:cubicBezTo>
                  <a:cubicBezTo>
                    <a:pt x="131" y="410"/>
                    <a:pt x="131" y="410"/>
                    <a:pt x="130" y="410"/>
                  </a:cubicBezTo>
                  <a:cubicBezTo>
                    <a:pt x="125" y="410"/>
                    <a:pt x="123" y="411"/>
                    <a:pt x="123" y="411"/>
                  </a:cubicBezTo>
                  <a:cubicBezTo>
                    <a:pt x="123" y="411"/>
                    <a:pt x="124" y="436"/>
                    <a:pt x="124" y="446"/>
                  </a:cubicBezTo>
                  <a:cubicBezTo>
                    <a:pt x="124" y="457"/>
                    <a:pt x="123" y="473"/>
                    <a:pt x="119" y="480"/>
                  </a:cubicBezTo>
                  <a:cubicBezTo>
                    <a:pt x="114" y="488"/>
                    <a:pt x="114" y="490"/>
                    <a:pt x="114" y="497"/>
                  </a:cubicBezTo>
                  <a:cubicBezTo>
                    <a:pt x="114" y="503"/>
                    <a:pt x="123" y="521"/>
                    <a:pt x="123" y="527"/>
                  </a:cubicBezTo>
                  <a:cubicBezTo>
                    <a:pt x="123" y="533"/>
                    <a:pt x="121" y="542"/>
                    <a:pt x="111" y="542"/>
                  </a:cubicBezTo>
                  <a:cubicBezTo>
                    <a:pt x="102" y="541"/>
                    <a:pt x="94" y="537"/>
                    <a:pt x="94" y="529"/>
                  </a:cubicBezTo>
                  <a:cubicBezTo>
                    <a:pt x="94" y="521"/>
                    <a:pt x="95" y="516"/>
                    <a:pt x="92" y="513"/>
                  </a:cubicBezTo>
                  <a:cubicBezTo>
                    <a:pt x="89" y="510"/>
                    <a:pt x="94" y="503"/>
                    <a:pt x="88" y="495"/>
                  </a:cubicBezTo>
                  <a:cubicBezTo>
                    <a:pt x="82" y="488"/>
                    <a:pt x="89" y="487"/>
                    <a:pt x="87" y="480"/>
                  </a:cubicBezTo>
                  <a:cubicBezTo>
                    <a:pt x="86" y="472"/>
                    <a:pt x="88" y="451"/>
                    <a:pt x="89" y="442"/>
                  </a:cubicBezTo>
                  <a:cubicBezTo>
                    <a:pt x="90" y="433"/>
                    <a:pt x="88" y="423"/>
                    <a:pt x="84" y="386"/>
                  </a:cubicBezTo>
                  <a:cubicBezTo>
                    <a:pt x="79" y="349"/>
                    <a:pt x="76" y="333"/>
                    <a:pt x="75" y="325"/>
                  </a:cubicBezTo>
                  <a:cubicBezTo>
                    <a:pt x="74" y="317"/>
                    <a:pt x="72" y="307"/>
                    <a:pt x="72" y="307"/>
                  </a:cubicBezTo>
                  <a:cubicBezTo>
                    <a:pt x="72" y="307"/>
                    <a:pt x="66" y="341"/>
                    <a:pt x="62" y="350"/>
                  </a:cubicBezTo>
                  <a:cubicBezTo>
                    <a:pt x="57" y="359"/>
                    <a:pt x="52" y="402"/>
                    <a:pt x="50" y="414"/>
                  </a:cubicBezTo>
                  <a:cubicBezTo>
                    <a:pt x="49" y="427"/>
                    <a:pt x="50" y="464"/>
                    <a:pt x="47" y="468"/>
                  </a:cubicBezTo>
                  <a:cubicBezTo>
                    <a:pt x="44" y="471"/>
                    <a:pt x="42" y="477"/>
                    <a:pt x="42" y="477"/>
                  </a:cubicBezTo>
                  <a:cubicBezTo>
                    <a:pt x="42" y="477"/>
                    <a:pt x="50" y="481"/>
                    <a:pt x="50" y="488"/>
                  </a:cubicBezTo>
                  <a:cubicBezTo>
                    <a:pt x="50" y="494"/>
                    <a:pt x="44" y="499"/>
                    <a:pt x="45" y="507"/>
                  </a:cubicBezTo>
                  <a:cubicBezTo>
                    <a:pt x="45" y="515"/>
                    <a:pt x="44" y="522"/>
                    <a:pt x="41" y="524"/>
                  </a:cubicBezTo>
                  <a:cubicBezTo>
                    <a:pt x="37" y="525"/>
                    <a:pt x="38" y="539"/>
                    <a:pt x="34" y="544"/>
                  </a:cubicBezTo>
                  <a:cubicBezTo>
                    <a:pt x="30" y="549"/>
                    <a:pt x="23" y="553"/>
                    <a:pt x="14" y="550"/>
                  </a:cubicBezTo>
                  <a:cubicBezTo>
                    <a:pt x="6" y="548"/>
                    <a:pt x="6" y="537"/>
                    <a:pt x="10" y="526"/>
                  </a:cubicBezTo>
                  <a:cubicBezTo>
                    <a:pt x="14" y="516"/>
                    <a:pt x="20" y="509"/>
                    <a:pt x="18" y="505"/>
                  </a:cubicBezTo>
                  <a:cubicBezTo>
                    <a:pt x="17" y="500"/>
                    <a:pt x="15" y="494"/>
                    <a:pt x="19" y="490"/>
                  </a:cubicBezTo>
                  <a:cubicBezTo>
                    <a:pt x="23" y="486"/>
                    <a:pt x="19" y="481"/>
                    <a:pt x="16" y="478"/>
                  </a:cubicBezTo>
                  <a:cubicBezTo>
                    <a:pt x="14" y="474"/>
                    <a:pt x="14" y="457"/>
                    <a:pt x="14" y="449"/>
                  </a:cubicBezTo>
                  <a:cubicBezTo>
                    <a:pt x="14" y="440"/>
                    <a:pt x="15" y="395"/>
                    <a:pt x="14" y="378"/>
                  </a:cubicBezTo>
                  <a:cubicBezTo>
                    <a:pt x="14" y="362"/>
                    <a:pt x="12" y="313"/>
                    <a:pt x="14" y="299"/>
                  </a:cubicBezTo>
                  <a:cubicBezTo>
                    <a:pt x="17" y="285"/>
                    <a:pt x="15" y="275"/>
                    <a:pt x="15" y="275"/>
                  </a:cubicBezTo>
                  <a:cubicBezTo>
                    <a:pt x="15" y="275"/>
                    <a:pt x="9" y="278"/>
                    <a:pt x="9" y="273"/>
                  </a:cubicBezTo>
                  <a:cubicBezTo>
                    <a:pt x="9" y="268"/>
                    <a:pt x="11" y="267"/>
                    <a:pt x="9" y="258"/>
                  </a:cubicBezTo>
                  <a:cubicBezTo>
                    <a:pt x="7" y="249"/>
                    <a:pt x="6" y="241"/>
                    <a:pt x="3" y="234"/>
                  </a:cubicBezTo>
                  <a:cubicBezTo>
                    <a:pt x="1" y="227"/>
                    <a:pt x="0" y="215"/>
                    <a:pt x="3" y="212"/>
                  </a:cubicBezTo>
                  <a:cubicBezTo>
                    <a:pt x="7" y="208"/>
                    <a:pt x="2" y="188"/>
                    <a:pt x="5" y="174"/>
                  </a:cubicBezTo>
                  <a:cubicBezTo>
                    <a:pt x="8" y="159"/>
                    <a:pt x="10" y="135"/>
                    <a:pt x="10" y="122"/>
                  </a:cubicBezTo>
                  <a:cubicBezTo>
                    <a:pt x="11" y="109"/>
                    <a:pt x="11" y="100"/>
                    <a:pt x="28" y="96"/>
                  </a:cubicBezTo>
                  <a:cubicBezTo>
                    <a:pt x="45" y="92"/>
                    <a:pt x="57" y="87"/>
                    <a:pt x="59" y="83"/>
                  </a:cubicBezTo>
                  <a:cubicBezTo>
                    <a:pt x="62" y="80"/>
                    <a:pt x="62" y="70"/>
                    <a:pt x="62" y="66"/>
                  </a:cubicBezTo>
                  <a:cubicBezTo>
                    <a:pt x="61" y="62"/>
                    <a:pt x="61" y="59"/>
                    <a:pt x="61" y="56"/>
                  </a:cubicBezTo>
                  <a:cubicBezTo>
                    <a:pt x="61" y="54"/>
                    <a:pt x="56" y="58"/>
                    <a:pt x="55" y="53"/>
                  </a:cubicBezTo>
                  <a:cubicBezTo>
                    <a:pt x="54" y="49"/>
                    <a:pt x="53" y="39"/>
                    <a:pt x="54" y="38"/>
                  </a:cubicBezTo>
                  <a:cubicBezTo>
                    <a:pt x="55" y="37"/>
                    <a:pt x="55" y="37"/>
                    <a:pt x="57" y="38"/>
                  </a:cubicBezTo>
                  <a:cubicBezTo>
                    <a:pt x="56" y="36"/>
                    <a:pt x="56" y="27"/>
                    <a:pt x="57" y="17"/>
                  </a:cubicBezTo>
                  <a:cubicBezTo>
                    <a:pt x="57" y="8"/>
                    <a:pt x="66" y="1"/>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33"/>
            <p:cNvSpPr/>
            <p:nvPr/>
          </p:nvSpPr>
          <p:spPr bwMode="auto">
            <a:xfrm>
              <a:off x="2744788" y="2444750"/>
              <a:ext cx="71438" cy="68262"/>
            </a:xfrm>
            <a:custGeom>
              <a:avLst/>
              <a:gdLst>
                <a:gd name="T0" fmla="*/ 4 w 19"/>
                <a:gd name="T1" fmla="*/ 18 h 18"/>
                <a:gd name="T2" fmla="*/ 4 w 19"/>
                <a:gd name="T3" fmla="*/ 5 h 18"/>
                <a:gd name="T4" fmla="*/ 19 w 19"/>
                <a:gd name="T5" fmla="*/ 4 h 18"/>
                <a:gd name="T6" fmla="*/ 8 w 19"/>
                <a:gd name="T7" fmla="*/ 7 h 18"/>
                <a:gd name="T8" fmla="*/ 4 w 19"/>
                <a:gd name="T9" fmla="*/ 18 h 18"/>
              </a:gdLst>
              <a:ahLst/>
              <a:cxnLst>
                <a:cxn ang="0">
                  <a:pos x="T0" y="T1"/>
                </a:cxn>
                <a:cxn ang="0">
                  <a:pos x="T2" y="T3"/>
                </a:cxn>
                <a:cxn ang="0">
                  <a:pos x="T4" y="T5"/>
                </a:cxn>
                <a:cxn ang="0">
                  <a:pos x="T6" y="T7"/>
                </a:cxn>
                <a:cxn ang="0">
                  <a:pos x="T8" y="T9"/>
                </a:cxn>
              </a:cxnLst>
              <a:rect l="0" t="0" r="r" b="b"/>
              <a:pathLst>
                <a:path w="19" h="18">
                  <a:moveTo>
                    <a:pt x="4" y="18"/>
                  </a:moveTo>
                  <a:cubicBezTo>
                    <a:pt x="4" y="18"/>
                    <a:pt x="0" y="11"/>
                    <a:pt x="4" y="5"/>
                  </a:cubicBezTo>
                  <a:cubicBezTo>
                    <a:pt x="9" y="0"/>
                    <a:pt x="19" y="4"/>
                    <a:pt x="19" y="4"/>
                  </a:cubicBezTo>
                  <a:cubicBezTo>
                    <a:pt x="19" y="4"/>
                    <a:pt x="12" y="4"/>
                    <a:pt x="8" y="7"/>
                  </a:cubicBezTo>
                  <a:cubicBezTo>
                    <a:pt x="4" y="10"/>
                    <a:pt x="5" y="13"/>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34"/>
            <p:cNvSpPr/>
            <p:nvPr/>
          </p:nvSpPr>
          <p:spPr bwMode="auto">
            <a:xfrm>
              <a:off x="3225801" y="2535238"/>
              <a:ext cx="82550" cy="30162"/>
            </a:xfrm>
            <a:custGeom>
              <a:avLst/>
              <a:gdLst>
                <a:gd name="T0" fmla="*/ 0 w 22"/>
                <a:gd name="T1" fmla="*/ 7 h 8"/>
                <a:gd name="T2" fmla="*/ 10 w 22"/>
                <a:gd name="T3" fmla="*/ 0 h 8"/>
                <a:gd name="T4" fmla="*/ 22 w 22"/>
                <a:gd name="T5" fmla="*/ 8 h 8"/>
                <a:gd name="T6" fmla="*/ 9 w 22"/>
                <a:gd name="T7" fmla="*/ 4 h 8"/>
                <a:gd name="T8" fmla="*/ 0 w 22"/>
                <a:gd name="T9" fmla="*/ 7 h 8"/>
              </a:gdLst>
              <a:ahLst/>
              <a:cxnLst>
                <a:cxn ang="0">
                  <a:pos x="T0" y="T1"/>
                </a:cxn>
                <a:cxn ang="0">
                  <a:pos x="T2" y="T3"/>
                </a:cxn>
                <a:cxn ang="0">
                  <a:pos x="T4" y="T5"/>
                </a:cxn>
                <a:cxn ang="0">
                  <a:pos x="T6" y="T7"/>
                </a:cxn>
                <a:cxn ang="0">
                  <a:pos x="T8" y="T9"/>
                </a:cxn>
              </a:cxnLst>
              <a:rect l="0" t="0" r="r" b="b"/>
              <a:pathLst>
                <a:path w="22" h="8">
                  <a:moveTo>
                    <a:pt x="0" y="7"/>
                  </a:moveTo>
                  <a:cubicBezTo>
                    <a:pt x="0" y="7"/>
                    <a:pt x="0" y="0"/>
                    <a:pt x="10" y="0"/>
                  </a:cubicBezTo>
                  <a:cubicBezTo>
                    <a:pt x="20" y="0"/>
                    <a:pt x="22" y="8"/>
                    <a:pt x="22" y="8"/>
                  </a:cubicBezTo>
                  <a:cubicBezTo>
                    <a:pt x="22" y="8"/>
                    <a:pt x="16" y="4"/>
                    <a:pt x="9" y="4"/>
                  </a:cubicBezTo>
                  <a:cubicBezTo>
                    <a:pt x="3" y="4"/>
                    <a:pt x="3"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35"/>
            <p:cNvSpPr/>
            <p:nvPr/>
          </p:nvSpPr>
          <p:spPr bwMode="auto">
            <a:xfrm>
              <a:off x="2860676" y="1793875"/>
              <a:ext cx="222250" cy="582612"/>
            </a:xfrm>
            <a:custGeom>
              <a:avLst/>
              <a:gdLst>
                <a:gd name="T0" fmla="*/ 57 w 59"/>
                <a:gd name="T1" fmla="*/ 0 h 155"/>
                <a:gd name="T2" fmla="*/ 59 w 59"/>
                <a:gd name="T3" fmla="*/ 4 h 155"/>
                <a:gd name="T4" fmla="*/ 51 w 59"/>
                <a:gd name="T5" fmla="*/ 73 h 155"/>
                <a:gd name="T6" fmla="*/ 54 w 59"/>
                <a:gd name="T7" fmla="*/ 154 h 155"/>
                <a:gd name="T8" fmla="*/ 38 w 59"/>
                <a:gd name="T9" fmla="*/ 155 h 155"/>
                <a:gd name="T10" fmla="*/ 0 w 59"/>
                <a:gd name="T11" fmla="*/ 147 h 155"/>
                <a:gd name="T12" fmla="*/ 8 w 59"/>
                <a:gd name="T13" fmla="*/ 130 h 155"/>
                <a:gd name="T14" fmla="*/ 19 w 59"/>
                <a:gd name="T15" fmla="*/ 41 h 155"/>
                <a:gd name="T16" fmla="*/ 19 w 59"/>
                <a:gd name="T17" fmla="*/ 8 h 155"/>
                <a:gd name="T18" fmla="*/ 20 w 59"/>
                <a:gd name="T19" fmla="*/ 7 h 155"/>
                <a:gd name="T20" fmla="*/ 22 w 59"/>
                <a:gd name="T21" fmla="*/ 2 h 155"/>
                <a:gd name="T22" fmla="*/ 41 w 59"/>
                <a:gd name="T23" fmla="*/ 17 h 155"/>
                <a:gd name="T24" fmla="*/ 57 w 59"/>
                <a:gd name="T2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155">
                  <a:moveTo>
                    <a:pt x="57" y="0"/>
                  </a:moveTo>
                  <a:cubicBezTo>
                    <a:pt x="58" y="2"/>
                    <a:pt x="58" y="3"/>
                    <a:pt x="59" y="4"/>
                  </a:cubicBezTo>
                  <a:cubicBezTo>
                    <a:pt x="57" y="15"/>
                    <a:pt x="53" y="48"/>
                    <a:pt x="51" y="73"/>
                  </a:cubicBezTo>
                  <a:cubicBezTo>
                    <a:pt x="49" y="100"/>
                    <a:pt x="54" y="154"/>
                    <a:pt x="54" y="154"/>
                  </a:cubicBezTo>
                  <a:cubicBezTo>
                    <a:pt x="54" y="154"/>
                    <a:pt x="50" y="155"/>
                    <a:pt x="38" y="155"/>
                  </a:cubicBezTo>
                  <a:cubicBezTo>
                    <a:pt x="25" y="155"/>
                    <a:pt x="0" y="147"/>
                    <a:pt x="0" y="147"/>
                  </a:cubicBezTo>
                  <a:cubicBezTo>
                    <a:pt x="0" y="147"/>
                    <a:pt x="4" y="139"/>
                    <a:pt x="8" y="130"/>
                  </a:cubicBezTo>
                  <a:cubicBezTo>
                    <a:pt x="11" y="120"/>
                    <a:pt x="17" y="77"/>
                    <a:pt x="19" y="41"/>
                  </a:cubicBezTo>
                  <a:cubicBezTo>
                    <a:pt x="20" y="23"/>
                    <a:pt x="20" y="14"/>
                    <a:pt x="19" y="8"/>
                  </a:cubicBezTo>
                  <a:cubicBezTo>
                    <a:pt x="19" y="8"/>
                    <a:pt x="20" y="8"/>
                    <a:pt x="20" y="7"/>
                  </a:cubicBezTo>
                  <a:cubicBezTo>
                    <a:pt x="21" y="6"/>
                    <a:pt x="22" y="4"/>
                    <a:pt x="22" y="2"/>
                  </a:cubicBezTo>
                  <a:cubicBezTo>
                    <a:pt x="26" y="10"/>
                    <a:pt x="35" y="17"/>
                    <a:pt x="41" y="17"/>
                  </a:cubicBezTo>
                  <a:cubicBezTo>
                    <a:pt x="46" y="17"/>
                    <a:pt x="54" y="6"/>
                    <a:pt x="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36"/>
            <p:cNvSpPr/>
            <p:nvPr/>
          </p:nvSpPr>
          <p:spPr bwMode="auto">
            <a:xfrm>
              <a:off x="2965451" y="1865313"/>
              <a:ext cx="90488" cy="571500"/>
            </a:xfrm>
            <a:custGeom>
              <a:avLst/>
              <a:gdLst>
                <a:gd name="T0" fmla="*/ 0 w 24"/>
                <a:gd name="T1" fmla="*/ 7 h 152"/>
                <a:gd name="T2" fmla="*/ 11 w 24"/>
                <a:gd name="T3" fmla="*/ 0 h 152"/>
                <a:gd name="T4" fmla="*/ 24 w 24"/>
                <a:gd name="T5" fmla="*/ 7 h 152"/>
                <a:gd name="T6" fmla="*/ 16 w 24"/>
                <a:gd name="T7" fmla="*/ 10 h 152"/>
                <a:gd name="T8" fmla="*/ 19 w 24"/>
                <a:gd name="T9" fmla="*/ 63 h 152"/>
                <a:gd name="T10" fmla="*/ 18 w 24"/>
                <a:gd name="T11" fmla="*/ 139 h 152"/>
                <a:gd name="T12" fmla="*/ 8 w 24"/>
                <a:gd name="T13" fmla="*/ 140 h 152"/>
                <a:gd name="T14" fmla="*/ 8 w 24"/>
                <a:gd name="T15" fmla="*/ 52 h 152"/>
                <a:gd name="T16" fmla="*/ 9 w 24"/>
                <a:gd name="T17" fmla="*/ 11 h 152"/>
                <a:gd name="T18" fmla="*/ 0 w 24"/>
                <a:gd name="T19"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2">
                  <a:moveTo>
                    <a:pt x="0" y="7"/>
                  </a:moveTo>
                  <a:cubicBezTo>
                    <a:pt x="0" y="7"/>
                    <a:pt x="4" y="0"/>
                    <a:pt x="11" y="0"/>
                  </a:cubicBezTo>
                  <a:cubicBezTo>
                    <a:pt x="19" y="0"/>
                    <a:pt x="24" y="7"/>
                    <a:pt x="24" y="7"/>
                  </a:cubicBezTo>
                  <a:cubicBezTo>
                    <a:pt x="24" y="7"/>
                    <a:pt x="16" y="5"/>
                    <a:pt x="16" y="10"/>
                  </a:cubicBezTo>
                  <a:cubicBezTo>
                    <a:pt x="16" y="16"/>
                    <a:pt x="19" y="44"/>
                    <a:pt x="19" y="63"/>
                  </a:cubicBezTo>
                  <a:cubicBezTo>
                    <a:pt x="19" y="82"/>
                    <a:pt x="20" y="130"/>
                    <a:pt x="18" y="139"/>
                  </a:cubicBezTo>
                  <a:cubicBezTo>
                    <a:pt x="16" y="149"/>
                    <a:pt x="10" y="152"/>
                    <a:pt x="8" y="140"/>
                  </a:cubicBezTo>
                  <a:cubicBezTo>
                    <a:pt x="7" y="128"/>
                    <a:pt x="7" y="64"/>
                    <a:pt x="8" y="52"/>
                  </a:cubicBezTo>
                  <a:cubicBezTo>
                    <a:pt x="8" y="40"/>
                    <a:pt x="10" y="14"/>
                    <a:pt x="9" y="11"/>
                  </a:cubicBezTo>
                  <a:cubicBezTo>
                    <a:pt x="7" y="7"/>
                    <a:pt x="4" y="5"/>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2" name="Group 51"/>
          <p:cNvGrpSpPr/>
          <p:nvPr/>
        </p:nvGrpSpPr>
        <p:grpSpPr>
          <a:xfrm>
            <a:off x="4786257" y="4402882"/>
            <a:ext cx="442251" cy="1798952"/>
            <a:chOff x="3754438" y="1587500"/>
            <a:chExt cx="398463" cy="1620837"/>
          </a:xfrm>
          <a:solidFill>
            <a:schemeClr val="bg1">
              <a:lumMod val="50000"/>
            </a:schemeClr>
          </a:solidFill>
        </p:grpSpPr>
        <p:sp>
          <p:nvSpPr>
            <p:cNvPr id="43" name="Freeform 37"/>
            <p:cNvSpPr/>
            <p:nvPr/>
          </p:nvSpPr>
          <p:spPr bwMode="auto">
            <a:xfrm>
              <a:off x="3754438" y="1587500"/>
              <a:ext cx="398463" cy="1620837"/>
            </a:xfrm>
            <a:custGeom>
              <a:avLst/>
              <a:gdLst>
                <a:gd name="T0" fmla="*/ 67 w 106"/>
                <a:gd name="T1" fmla="*/ 8 h 431"/>
                <a:gd name="T2" fmla="*/ 79 w 106"/>
                <a:gd name="T3" fmla="*/ 50 h 431"/>
                <a:gd name="T4" fmla="*/ 91 w 106"/>
                <a:gd name="T5" fmla="*/ 70 h 431"/>
                <a:gd name="T6" fmla="*/ 104 w 106"/>
                <a:gd name="T7" fmla="*/ 101 h 431"/>
                <a:gd name="T8" fmla="*/ 90 w 106"/>
                <a:gd name="T9" fmla="*/ 144 h 431"/>
                <a:gd name="T10" fmla="*/ 95 w 106"/>
                <a:gd name="T11" fmla="*/ 167 h 431"/>
                <a:gd name="T12" fmla="*/ 98 w 106"/>
                <a:gd name="T13" fmla="*/ 199 h 431"/>
                <a:gd name="T14" fmla="*/ 93 w 106"/>
                <a:gd name="T15" fmla="*/ 268 h 431"/>
                <a:gd name="T16" fmla="*/ 86 w 106"/>
                <a:gd name="T17" fmla="*/ 317 h 431"/>
                <a:gd name="T18" fmla="*/ 74 w 106"/>
                <a:gd name="T19" fmla="*/ 388 h 431"/>
                <a:gd name="T20" fmla="*/ 76 w 106"/>
                <a:gd name="T21" fmla="*/ 410 h 431"/>
                <a:gd name="T22" fmla="*/ 55 w 106"/>
                <a:gd name="T23" fmla="*/ 431 h 431"/>
                <a:gd name="T24" fmla="*/ 57 w 106"/>
                <a:gd name="T25" fmla="*/ 407 h 431"/>
                <a:gd name="T26" fmla="*/ 62 w 106"/>
                <a:gd name="T27" fmla="*/ 363 h 431"/>
                <a:gd name="T28" fmla="*/ 61 w 106"/>
                <a:gd name="T29" fmla="*/ 316 h 431"/>
                <a:gd name="T30" fmla="*/ 42 w 106"/>
                <a:gd name="T31" fmla="*/ 329 h 431"/>
                <a:gd name="T32" fmla="*/ 43 w 106"/>
                <a:gd name="T33" fmla="*/ 390 h 431"/>
                <a:gd name="T34" fmla="*/ 44 w 106"/>
                <a:gd name="T35" fmla="*/ 421 h 431"/>
                <a:gd name="T36" fmla="*/ 39 w 106"/>
                <a:gd name="T37" fmla="*/ 424 h 431"/>
                <a:gd name="T38" fmla="*/ 40 w 106"/>
                <a:gd name="T39" fmla="*/ 412 h 431"/>
                <a:gd name="T40" fmla="*/ 26 w 106"/>
                <a:gd name="T41" fmla="*/ 429 h 431"/>
                <a:gd name="T42" fmla="*/ 16 w 106"/>
                <a:gd name="T43" fmla="*/ 419 h 431"/>
                <a:gd name="T44" fmla="*/ 27 w 106"/>
                <a:gd name="T45" fmla="*/ 385 h 431"/>
                <a:gd name="T46" fmla="*/ 17 w 106"/>
                <a:gd name="T47" fmla="*/ 313 h 431"/>
                <a:gd name="T48" fmla="*/ 9 w 106"/>
                <a:gd name="T49" fmla="*/ 282 h 431"/>
                <a:gd name="T50" fmla="*/ 13 w 106"/>
                <a:gd name="T51" fmla="*/ 203 h 431"/>
                <a:gd name="T52" fmla="*/ 14 w 106"/>
                <a:gd name="T53" fmla="*/ 173 h 431"/>
                <a:gd name="T54" fmla="*/ 2 w 106"/>
                <a:gd name="T55" fmla="*/ 153 h 431"/>
                <a:gd name="T56" fmla="*/ 1 w 106"/>
                <a:gd name="T57" fmla="*/ 136 h 431"/>
                <a:gd name="T58" fmla="*/ 14 w 106"/>
                <a:gd name="T59" fmla="*/ 88 h 431"/>
                <a:gd name="T60" fmla="*/ 28 w 106"/>
                <a:gd name="T61" fmla="*/ 70 h 431"/>
                <a:gd name="T62" fmla="*/ 30 w 106"/>
                <a:gd name="T63" fmla="*/ 2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 h="431">
                  <a:moveTo>
                    <a:pt x="56" y="6"/>
                  </a:moveTo>
                  <a:cubicBezTo>
                    <a:pt x="56" y="6"/>
                    <a:pt x="63" y="4"/>
                    <a:pt x="67" y="8"/>
                  </a:cubicBezTo>
                  <a:cubicBezTo>
                    <a:pt x="70" y="13"/>
                    <a:pt x="73" y="23"/>
                    <a:pt x="75" y="29"/>
                  </a:cubicBezTo>
                  <a:cubicBezTo>
                    <a:pt x="76" y="34"/>
                    <a:pt x="75" y="47"/>
                    <a:pt x="79" y="50"/>
                  </a:cubicBezTo>
                  <a:cubicBezTo>
                    <a:pt x="85" y="54"/>
                    <a:pt x="78" y="61"/>
                    <a:pt x="83" y="62"/>
                  </a:cubicBezTo>
                  <a:cubicBezTo>
                    <a:pt x="89" y="64"/>
                    <a:pt x="91" y="70"/>
                    <a:pt x="91" y="70"/>
                  </a:cubicBezTo>
                  <a:cubicBezTo>
                    <a:pt x="91" y="70"/>
                    <a:pt x="102" y="68"/>
                    <a:pt x="104" y="74"/>
                  </a:cubicBezTo>
                  <a:cubicBezTo>
                    <a:pt x="106" y="79"/>
                    <a:pt x="104" y="95"/>
                    <a:pt x="104" y="101"/>
                  </a:cubicBezTo>
                  <a:cubicBezTo>
                    <a:pt x="103" y="106"/>
                    <a:pt x="95" y="131"/>
                    <a:pt x="95" y="136"/>
                  </a:cubicBezTo>
                  <a:cubicBezTo>
                    <a:pt x="95" y="140"/>
                    <a:pt x="90" y="144"/>
                    <a:pt x="90" y="144"/>
                  </a:cubicBezTo>
                  <a:cubicBezTo>
                    <a:pt x="90" y="144"/>
                    <a:pt x="90" y="151"/>
                    <a:pt x="93" y="158"/>
                  </a:cubicBezTo>
                  <a:cubicBezTo>
                    <a:pt x="95" y="164"/>
                    <a:pt x="95" y="167"/>
                    <a:pt x="95" y="167"/>
                  </a:cubicBezTo>
                  <a:cubicBezTo>
                    <a:pt x="95" y="167"/>
                    <a:pt x="98" y="183"/>
                    <a:pt x="100" y="189"/>
                  </a:cubicBezTo>
                  <a:cubicBezTo>
                    <a:pt x="102" y="196"/>
                    <a:pt x="102" y="197"/>
                    <a:pt x="98" y="199"/>
                  </a:cubicBezTo>
                  <a:cubicBezTo>
                    <a:pt x="94" y="200"/>
                    <a:pt x="92" y="203"/>
                    <a:pt x="92" y="210"/>
                  </a:cubicBezTo>
                  <a:cubicBezTo>
                    <a:pt x="92" y="217"/>
                    <a:pt x="96" y="243"/>
                    <a:pt x="93" y="268"/>
                  </a:cubicBezTo>
                  <a:cubicBezTo>
                    <a:pt x="90" y="293"/>
                    <a:pt x="90" y="317"/>
                    <a:pt x="90" y="317"/>
                  </a:cubicBezTo>
                  <a:cubicBezTo>
                    <a:pt x="86" y="317"/>
                    <a:pt x="86" y="317"/>
                    <a:pt x="86" y="317"/>
                  </a:cubicBezTo>
                  <a:cubicBezTo>
                    <a:pt x="86" y="317"/>
                    <a:pt x="88" y="336"/>
                    <a:pt x="83" y="352"/>
                  </a:cubicBezTo>
                  <a:cubicBezTo>
                    <a:pt x="79" y="368"/>
                    <a:pt x="74" y="383"/>
                    <a:pt x="74" y="388"/>
                  </a:cubicBezTo>
                  <a:cubicBezTo>
                    <a:pt x="74" y="392"/>
                    <a:pt x="74" y="395"/>
                    <a:pt x="75" y="397"/>
                  </a:cubicBezTo>
                  <a:cubicBezTo>
                    <a:pt x="76" y="400"/>
                    <a:pt x="79" y="404"/>
                    <a:pt x="76" y="410"/>
                  </a:cubicBezTo>
                  <a:cubicBezTo>
                    <a:pt x="73" y="416"/>
                    <a:pt x="72" y="420"/>
                    <a:pt x="72" y="424"/>
                  </a:cubicBezTo>
                  <a:cubicBezTo>
                    <a:pt x="72" y="427"/>
                    <a:pt x="62" y="431"/>
                    <a:pt x="55" y="431"/>
                  </a:cubicBezTo>
                  <a:cubicBezTo>
                    <a:pt x="47" y="430"/>
                    <a:pt x="47" y="425"/>
                    <a:pt x="49" y="421"/>
                  </a:cubicBezTo>
                  <a:cubicBezTo>
                    <a:pt x="52" y="418"/>
                    <a:pt x="55" y="414"/>
                    <a:pt x="57" y="407"/>
                  </a:cubicBezTo>
                  <a:cubicBezTo>
                    <a:pt x="58" y="401"/>
                    <a:pt x="57" y="397"/>
                    <a:pt x="59" y="391"/>
                  </a:cubicBezTo>
                  <a:cubicBezTo>
                    <a:pt x="61" y="385"/>
                    <a:pt x="62" y="379"/>
                    <a:pt x="62" y="363"/>
                  </a:cubicBezTo>
                  <a:cubicBezTo>
                    <a:pt x="62" y="347"/>
                    <a:pt x="62" y="340"/>
                    <a:pt x="62" y="331"/>
                  </a:cubicBezTo>
                  <a:cubicBezTo>
                    <a:pt x="62" y="321"/>
                    <a:pt x="61" y="316"/>
                    <a:pt x="61" y="316"/>
                  </a:cubicBezTo>
                  <a:cubicBezTo>
                    <a:pt x="39" y="314"/>
                    <a:pt x="39" y="314"/>
                    <a:pt x="39" y="314"/>
                  </a:cubicBezTo>
                  <a:cubicBezTo>
                    <a:pt x="39" y="314"/>
                    <a:pt x="41" y="323"/>
                    <a:pt x="42" y="329"/>
                  </a:cubicBezTo>
                  <a:cubicBezTo>
                    <a:pt x="44" y="335"/>
                    <a:pt x="43" y="349"/>
                    <a:pt x="42" y="362"/>
                  </a:cubicBezTo>
                  <a:cubicBezTo>
                    <a:pt x="42" y="375"/>
                    <a:pt x="41" y="388"/>
                    <a:pt x="43" y="390"/>
                  </a:cubicBezTo>
                  <a:cubicBezTo>
                    <a:pt x="45" y="393"/>
                    <a:pt x="48" y="400"/>
                    <a:pt x="47" y="405"/>
                  </a:cubicBezTo>
                  <a:cubicBezTo>
                    <a:pt x="45" y="411"/>
                    <a:pt x="43" y="418"/>
                    <a:pt x="44" y="421"/>
                  </a:cubicBezTo>
                  <a:cubicBezTo>
                    <a:pt x="44" y="424"/>
                    <a:pt x="43" y="424"/>
                    <a:pt x="43" y="424"/>
                  </a:cubicBezTo>
                  <a:cubicBezTo>
                    <a:pt x="39" y="424"/>
                    <a:pt x="39" y="424"/>
                    <a:pt x="39" y="424"/>
                  </a:cubicBezTo>
                  <a:cubicBezTo>
                    <a:pt x="39" y="424"/>
                    <a:pt x="41" y="419"/>
                    <a:pt x="41" y="416"/>
                  </a:cubicBezTo>
                  <a:cubicBezTo>
                    <a:pt x="41" y="413"/>
                    <a:pt x="40" y="412"/>
                    <a:pt x="40" y="412"/>
                  </a:cubicBezTo>
                  <a:cubicBezTo>
                    <a:pt x="40" y="412"/>
                    <a:pt x="35" y="418"/>
                    <a:pt x="34" y="421"/>
                  </a:cubicBezTo>
                  <a:cubicBezTo>
                    <a:pt x="33" y="424"/>
                    <a:pt x="34" y="429"/>
                    <a:pt x="26" y="429"/>
                  </a:cubicBezTo>
                  <a:cubicBezTo>
                    <a:pt x="17" y="430"/>
                    <a:pt x="11" y="430"/>
                    <a:pt x="10" y="427"/>
                  </a:cubicBezTo>
                  <a:cubicBezTo>
                    <a:pt x="9" y="424"/>
                    <a:pt x="11" y="422"/>
                    <a:pt x="16" y="419"/>
                  </a:cubicBezTo>
                  <a:cubicBezTo>
                    <a:pt x="20" y="416"/>
                    <a:pt x="23" y="410"/>
                    <a:pt x="26" y="405"/>
                  </a:cubicBezTo>
                  <a:cubicBezTo>
                    <a:pt x="28" y="401"/>
                    <a:pt x="29" y="393"/>
                    <a:pt x="27" y="385"/>
                  </a:cubicBezTo>
                  <a:cubicBezTo>
                    <a:pt x="26" y="377"/>
                    <a:pt x="17" y="343"/>
                    <a:pt x="17" y="333"/>
                  </a:cubicBezTo>
                  <a:cubicBezTo>
                    <a:pt x="16" y="322"/>
                    <a:pt x="17" y="313"/>
                    <a:pt x="17" y="313"/>
                  </a:cubicBezTo>
                  <a:cubicBezTo>
                    <a:pt x="17" y="313"/>
                    <a:pt x="11" y="313"/>
                    <a:pt x="9" y="313"/>
                  </a:cubicBezTo>
                  <a:cubicBezTo>
                    <a:pt x="8" y="313"/>
                    <a:pt x="9" y="295"/>
                    <a:pt x="9" y="282"/>
                  </a:cubicBezTo>
                  <a:cubicBezTo>
                    <a:pt x="9" y="269"/>
                    <a:pt x="11" y="222"/>
                    <a:pt x="12" y="215"/>
                  </a:cubicBezTo>
                  <a:cubicBezTo>
                    <a:pt x="13" y="207"/>
                    <a:pt x="13" y="203"/>
                    <a:pt x="13" y="203"/>
                  </a:cubicBezTo>
                  <a:cubicBezTo>
                    <a:pt x="13" y="203"/>
                    <a:pt x="9" y="204"/>
                    <a:pt x="10" y="200"/>
                  </a:cubicBezTo>
                  <a:cubicBezTo>
                    <a:pt x="11" y="195"/>
                    <a:pt x="14" y="179"/>
                    <a:pt x="14" y="173"/>
                  </a:cubicBezTo>
                  <a:cubicBezTo>
                    <a:pt x="14" y="167"/>
                    <a:pt x="14" y="161"/>
                    <a:pt x="14" y="161"/>
                  </a:cubicBezTo>
                  <a:cubicBezTo>
                    <a:pt x="14" y="161"/>
                    <a:pt x="2" y="160"/>
                    <a:pt x="2" y="153"/>
                  </a:cubicBezTo>
                  <a:cubicBezTo>
                    <a:pt x="2" y="146"/>
                    <a:pt x="2" y="146"/>
                    <a:pt x="1" y="144"/>
                  </a:cubicBezTo>
                  <a:cubicBezTo>
                    <a:pt x="0" y="142"/>
                    <a:pt x="0" y="140"/>
                    <a:pt x="1" y="136"/>
                  </a:cubicBezTo>
                  <a:cubicBezTo>
                    <a:pt x="2" y="132"/>
                    <a:pt x="5" y="128"/>
                    <a:pt x="7" y="117"/>
                  </a:cubicBezTo>
                  <a:cubicBezTo>
                    <a:pt x="10" y="105"/>
                    <a:pt x="14" y="93"/>
                    <a:pt x="14" y="88"/>
                  </a:cubicBezTo>
                  <a:cubicBezTo>
                    <a:pt x="14" y="83"/>
                    <a:pt x="16" y="82"/>
                    <a:pt x="21" y="80"/>
                  </a:cubicBezTo>
                  <a:cubicBezTo>
                    <a:pt x="27" y="77"/>
                    <a:pt x="22" y="75"/>
                    <a:pt x="28" y="70"/>
                  </a:cubicBezTo>
                  <a:cubicBezTo>
                    <a:pt x="33" y="64"/>
                    <a:pt x="24" y="61"/>
                    <a:pt x="28" y="52"/>
                  </a:cubicBezTo>
                  <a:cubicBezTo>
                    <a:pt x="33" y="42"/>
                    <a:pt x="29" y="28"/>
                    <a:pt x="30" y="21"/>
                  </a:cubicBezTo>
                  <a:cubicBezTo>
                    <a:pt x="31" y="13"/>
                    <a:pt x="40" y="0"/>
                    <a:pt x="5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38"/>
            <p:cNvSpPr/>
            <p:nvPr/>
          </p:nvSpPr>
          <p:spPr bwMode="auto">
            <a:xfrm>
              <a:off x="3894138" y="1816100"/>
              <a:ext cx="123825" cy="249237"/>
            </a:xfrm>
            <a:custGeom>
              <a:avLst/>
              <a:gdLst>
                <a:gd name="T0" fmla="*/ 8 w 33"/>
                <a:gd name="T1" fmla="*/ 4 h 66"/>
                <a:gd name="T2" fmla="*/ 0 w 33"/>
                <a:gd name="T3" fmla="*/ 15 h 66"/>
                <a:gd name="T4" fmla="*/ 4 w 33"/>
                <a:gd name="T5" fmla="*/ 20 h 66"/>
                <a:gd name="T6" fmla="*/ 5 w 33"/>
                <a:gd name="T7" fmla="*/ 34 h 66"/>
                <a:gd name="T8" fmla="*/ 5 w 33"/>
                <a:gd name="T9" fmla="*/ 61 h 66"/>
                <a:gd name="T10" fmla="*/ 6 w 33"/>
                <a:gd name="T11" fmla="*/ 66 h 66"/>
                <a:gd name="T12" fmla="*/ 12 w 33"/>
                <a:gd name="T13" fmla="*/ 45 h 66"/>
                <a:gd name="T14" fmla="*/ 25 w 33"/>
                <a:gd name="T15" fmla="*/ 18 h 66"/>
                <a:gd name="T16" fmla="*/ 33 w 33"/>
                <a:gd name="T17" fmla="*/ 4 h 66"/>
                <a:gd name="T18" fmla="*/ 30 w 33"/>
                <a:gd name="T19" fmla="*/ 0 h 66"/>
                <a:gd name="T20" fmla="*/ 22 w 33"/>
                <a:gd name="T21" fmla="*/ 7 h 66"/>
                <a:gd name="T22" fmla="*/ 14 w 33"/>
                <a:gd name="T23" fmla="*/ 12 h 66"/>
                <a:gd name="T24" fmla="*/ 19 w 33"/>
                <a:gd name="T25" fmla="*/ 21 h 66"/>
                <a:gd name="T26" fmla="*/ 13 w 33"/>
                <a:gd name="T27" fmla="*/ 33 h 66"/>
                <a:gd name="T28" fmla="*/ 12 w 33"/>
                <a:gd name="T29" fmla="*/ 22 h 66"/>
                <a:gd name="T30" fmla="*/ 8 w 33"/>
                <a:gd name="T31"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66">
                  <a:moveTo>
                    <a:pt x="8" y="4"/>
                  </a:moveTo>
                  <a:cubicBezTo>
                    <a:pt x="0" y="15"/>
                    <a:pt x="0" y="15"/>
                    <a:pt x="0" y="15"/>
                  </a:cubicBezTo>
                  <a:cubicBezTo>
                    <a:pt x="0" y="15"/>
                    <a:pt x="3" y="19"/>
                    <a:pt x="4" y="20"/>
                  </a:cubicBezTo>
                  <a:cubicBezTo>
                    <a:pt x="5" y="21"/>
                    <a:pt x="5" y="27"/>
                    <a:pt x="5" y="34"/>
                  </a:cubicBezTo>
                  <a:cubicBezTo>
                    <a:pt x="5" y="42"/>
                    <a:pt x="5" y="58"/>
                    <a:pt x="5" y="61"/>
                  </a:cubicBezTo>
                  <a:cubicBezTo>
                    <a:pt x="6" y="64"/>
                    <a:pt x="6" y="66"/>
                    <a:pt x="6" y="66"/>
                  </a:cubicBezTo>
                  <a:cubicBezTo>
                    <a:pt x="6" y="66"/>
                    <a:pt x="10" y="54"/>
                    <a:pt x="12" y="45"/>
                  </a:cubicBezTo>
                  <a:cubicBezTo>
                    <a:pt x="15" y="35"/>
                    <a:pt x="21" y="24"/>
                    <a:pt x="25" y="18"/>
                  </a:cubicBezTo>
                  <a:cubicBezTo>
                    <a:pt x="29" y="12"/>
                    <a:pt x="33" y="4"/>
                    <a:pt x="33" y="4"/>
                  </a:cubicBezTo>
                  <a:cubicBezTo>
                    <a:pt x="30" y="0"/>
                    <a:pt x="30" y="0"/>
                    <a:pt x="30" y="0"/>
                  </a:cubicBezTo>
                  <a:cubicBezTo>
                    <a:pt x="30" y="0"/>
                    <a:pt x="25" y="4"/>
                    <a:pt x="22" y="7"/>
                  </a:cubicBezTo>
                  <a:cubicBezTo>
                    <a:pt x="18" y="10"/>
                    <a:pt x="14" y="12"/>
                    <a:pt x="14" y="12"/>
                  </a:cubicBezTo>
                  <a:cubicBezTo>
                    <a:pt x="14" y="12"/>
                    <a:pt x="21" y="16"/>
                    <a:pt x="19" y="21"/>
                  </a:cubicBezTo>
                  <a:cubicBezTo>
                    <a:pt x="17" y="27"/>
                    <a:pt x="14" y="27"/>
                    <a:pt x="13" y="33"/>
                  </a:cubicBezTo>
                  <a:cubicBezTo>
                    <a:pt x="12" y="39"/>
                    <a:pt x="14" y="26"/>
                    <a:pt x="12" y="22"/>
                  </a:cubicBezTo>
                  <a:cubicBezTo>
                    <a:pt x="10" y="17"/>
                    <a:pt x="6" y="2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39"/>
            <p:cNvSpPr/>
            <p:nvPr/>
          </p:nvSpPr>
          <p:spPr bwMode="auto">
            <a:xfrm>
              <a:off x="3894138" y="2192338"/>
              <a:ext cx="19050" cy="26987"/>
            </a:xfrm>
            <a:custGeom>
              <a:avLst/>
              <a:gdLst>
                <a:gd name="T0" fmla="*/ 7 w 12"/>
                <a:gd name="T1" fmla="*/ 0 h 17"/>
                <a:gd name="T2" fmla="*/ 0 w 12"/>
                <a:gd name="T3" fmla="*/ 17 h 17"/>
                <a:gd name="T4" fmla="*/ 12 w 12"/>
                <a:gd name="T5" fmla="*/ 17 h 17"/>
                <a:gd name="T6" fmla="*/ 7 w 12"/>
                <a:gd name="T7" fmla="*/ 0 h 17"/>
              </a:gdLst>
              <a:ahLst/>
              <a:cxnLst>
                <a:cxn ang="0">
                  <a:pos x="T0" y="T1"/>
                </a:cxn>
                <a:cxn ang="0">
                  <a:pos x="T2" y="T3"/>
                </a:cxn>
                <a:cxn ang="0">
                  <a:pos x="T4" y="T5"/>
                </a:cxn>
                <a:cxn ang="0">
                  <a:pos x="T6" y="T7"/>
                </a:cxn>
              </a:cxnLst>
              <a:rect l="0" t="0" r="r" b="b"/>
              <a:pathLst>
                <a:path w="12" h="17">
                  <a:moveTo>
                    <a:pt x="7" y="0"/>
                  </a:moveTo>
                  <a:lnTo>
                    <a:pt x="0" y="17"/>
                  </a:lnTo>
                  <a:lnTo>
                    <a:pt x="12" y="17"/>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6" name="Group 55"/>
          <p:cNvGrpSpPr/>
          <p:nvPr/>
        </p:nvGrpSpPr>
        <p:grpSpPr>
          <a:xfrm>
            <a:off x="6831203" y="4243080"/>
            <a:ext cx="491457" cy="1958753"/>
            <a:chOff x="5381626" y="1727200"/>
            <a:chExt cx="220663" cy="879475"/>
          </a:xfrm>
          <a:solidFill>
            <a:schemeClr val="bg1">
              <a:lumMod val="50000"/>
            </a:schemeClr>
          </a:solidFill>
        </p:grpSpPr>
        <p:sp>
          <p:nvSpPr>
            <p:cNvPr id="46" name="Freeform 40"/>
            <p:cNvSpPr/>
            <p:nvPr/>
          </p:nvSpPr>
          <p:spPr bwMode="auto">
            <a:xfrm>
              <a:off x="5381626" y="1727200"/>
              <a:ext cx="220663" cy="879475"/>
            </a:xfrm>
            <a:custGeom>
              <a:avLst/>
              <a:gdLst>
                <a:gd name="T0" fmla="*/ 34 w 59"/>
                <a:gd name="T1" fmla="*/ 0 h 234"/>
                <a:gd name="T2" fmla="*/ 24 w 59"/>
                <a:gd name="T3" fmla="*/ 13 h 234"/>
                <a:gd name="T4" fmla="*/ 26 w 59"/>
                <a:gd name="T5" fmla="*/ 21 h 234"/>
                <a:gd name="T6" fmla="*/ 27 w 59"/>
                <a:gd name="T7" fmla="*/ 26 h 234"/>
                <a:gd name="T8" fmla="*/ 28 w 59"/>
                <a:gd name="T9" fmla="*/ 30 h 234"/>
                <a:gd name="T10" fmla="*/ 27 w 59"/>
                <a:gd name="T11" fmla="*/ 32 h 234"/>
                <a:gd name="T12" fmla="*/ 24 w 59"/>
                <a:gd name="T13" fmla="*/ 34 h 234"/>
                <a:gd name="T14" fmla="*/ 17 w 59"/>
                <a:gd name="T15" fmla="*/ 37 h 234"/>
                <a:gd name="T16" fmla="*/ 9 w 59"/>
                <a:gd name="T17" fmla="*/ 42 h 234"/>
                <a:gd name="T18" fmla="*/ 8 w 59"/>
                <a:gd name="T19" fmla="*/ 48 h 234"/>
                <a:gd name="T20" fmla="*/ 6 w 59"/>
                <a:gd name="T21" fmla="*/ 56 h 234"/>
                <a:gd name="T22" fmla="*/ 3 w 59"/>
                <a:gd name="T23" fmla="*/ 77 h 234"/>
                <a:gd name="T24" fmla="*/ 13 w 59"/>
                <a:gd name="T25" fmla="*/ 81 h 234"/>
                <a:gd name="T26" fmla="*/ 13 w 59"/>
                <a:gd name="T27" fmla="*/ 89 h 234"/>
                <a:gd name="T28" fmla="*/ 12 w 59"/>
                <a:gd name="T29" fmla="*/ 98 h 234"/>
                <a:gd name="T30" fmla="*/ 12 w 59"/>
                <a:gd name="T31" fmla="*/ 124 h 234"/>
                <a:gd name="T32" fmla="*/ 12 w 59"/>
                <a:gd name="T33" fmla="*/ 151 h 234"/>
                <a:gd name="T34" fmla="*/ 20 w 59"/>
                <a:gd name="T35" fmla="*/ 153 h 234"/>
                <a:gd name="T36" fmla="*/ 23 w 59"/>
                <a:gd name="T37" fmla="*/ 152 h 234"/>
                <a:gd name="T38" fmla="*/ 24 w 59"/>
                <a:gd name="T39" fmla="*/ 161 h 234"/>
                <a:gd name="T40" fmla="*/ 24 w 59"/>
                <a:gd name="T41" fmla="*/ 187 h 234"/>
                <a:gd name="T42" fmla="*/ 26 w 59"/>
                <a:gd name="T43" fmla="*/ 208 h 234"/>
                <a:gd name="T44" fmla="*/ 23 w 59"/>
                <a:gd name="T45" fmla="*/ 223 h 234"/>
                <a:gd name="T46" fmla="*/ 19 w 59"/>
                <a:gd name="T47" fmla="*/ 229 h 234"/>
                <a:gd name="T48" fmla="*/ 18 w 59"/>
                <a:gd name="T49" fmla="*/ 232 h 234"/>
                <a:gd name="T50" fmla="*/ 29 w 59"/>
                <a:gd name="T51" fmla="*/ 231 h 234"/>
                <a:gd name="T52" fmla="*/ 31 w 59"/>
                <a:gd name="T53" fmla="*/ 224 h 234"/>
                <a:gd name="T54" fmla="*/ 33 w 59"/>
                <a:gd name="T55" fmla="*/ 220 h 234"/>
                <a:gd name="T56" fmla="*/ 33 w 59"/>
                <a:gd name="T57" fmla="*/ 223 h 234"/>
                <a:gd name="T58" fmla="*/ 31 w 59"/>
                <a:gd name="T59" fmla="*/ 230 h 234"/>
                <a:gd name="T60" fmla="*/ 34 w 59"/>
                <a:gd name="T61" fmla="*/ 234 h 234"/>
                <a:gd name="T62" fmla="*/ 43 w 59"/>
                <a:gd name="T63" fmla="*/ 230 h 234"/>
                <a:gd name="T64" fmla="*/ 44 w 59"/>
                <a:gd name="T65" fmla="*/ 220 h 234"/>
                <a:gd name="T66" fmla="*/ 44 w 59"/>
                <a:gd name="T67" fmla="*/ 211 h 234"/>
                <a:gd name="T68" fmla="*/ 47 w 59"/>
                <a:gd name="T69" fmla="*/ 191 h 234"/>
                <a:gd name="T70" fmla="*/ 50 w 59"/>
                <a:gd name="T71" fmla="*/ 166 h 234"/>
                <a:gd name="T72" fmla="*/ 49 w 59"/>
                <a:gd name="T73" fmla="*/ 154 h 234"/>
                <a:gd name="T74" fmla="*/ 49 w 59"/>
                <a:gd name="T75" fmla="*/ 151 h 234"/>
                <a:gd name="T76" fmla="*/ 56 w 59"/>
                <a:gd name="T77" fmla="*/ 149 h 234"/>
                <a:gd name="T78" fmla="*/ 55 w 59"/>
                <a:gd name="T79" fmla="*/ 127 h 234"/>
                <a:gd name="T80" fmla="*/ 54 w 59"/>
                <a:gd name="T81" fmla="*/ 106 h 234"/>
                <a:gd name="T82" fmla="*/ 54 w 59"/>
                <a:gd name="T83" fmla="*/ 99 h 234"/>
                <a:gd name="T84" fmla="*/ 54 w 59"/>
                <a:gd name="T85" fmla="*/ 94 h 234"/>
                <a:gd name="T86" fmla="*/ 52 w 59"/>
                <a:gd name="T87" fmla="*/ 87 h 234"/>
                <a:gd name="T88" fmla="*/ 58 w 59"/>
                <a:gd name="T89" fmla="*/ 82 h 234"/>
                <a:gd name="T90" fmla="*/ 59 w 59"/>
                <a:gd name="T91" fmla="*/ 62 h 234"/>
                <a:gd name="T92" fmla="*/ 58 w 59"/>
                <a:gd name="T93" fmla="*/ 45 h 234"/>
                <a:gd name="T94" fmla="*/ 55 w 59"/>
                <a:gd name="T95" fmla="*/ 40 h 234"/>
                <a:gd name="T96" fmla="*/ 47 w 59"/>
                <a:gd name="T97" fmla="*/ 38 h 234"/>
                <a:gd name="T98" fmla="*/ 42 w 59"/>
                <a:gd name="T99" fmla="*/ 33 h 234"/>
                <a:gd name="T100" fmla="*/ 40 w 59"/>
                <a:gd name="T101" fmla="*/ 28 h 234"/>
                <a:gd name="T102" fmla="*/ 42 w 59"/>
                <a:gd name="T103" fmla="*/ 22 h 234"/>
                <a:gd name="T104" fmla="*/ 44 w 59"/>
                <a:gd name="T105" fmla="*/ 13 h 234"/>
                <a:gd name="T106" fmla="*/ 34 w 59"/>
                <a:gd name="T10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234">
                  <a:moveTo>
                    <a:pt x="34" y="0"/>
                  </a:moveTo>
                  <a:cubicBezTo>
                    <a:pt x="26" y="0"/>
                    <a:pt x="24" y="6"/>
                    <a:pt x="24" y="13"/>
                  </a:cubicBezTo>
                  <a:cubicBezTo>
                    <a:pt x="22" y="13"/>
                    <a:pt x="23" y="22"/>
                    <a:pt x="26" y="21"/>
                  </a:cubicBezTo>
                  <a:cubicBezTo>
                    <a:pt x="25" y="22"/>
                    <a:pt x="26" y="26"/>
                    <a:pt x="27" y="26"/>
                  </a:cubicBezTo>
                  <a:cubicBezTo>
                    <a:pt x="28" y="27"/>
                    <a:pt x="28" y="28"/>
                    <a:pt x="28" y="30"/>
                  </a:cubicBezTo>
                  <a:cubicBezTo>
                    <a:pt x="28" y="31"/>
                    <a:pt x="27" y="32"/>
                    <a:pt x="27" y="32"/>
                  </a:cubicBezTo>
                  <a:cubicBezTo>
                    <a:pt x="27" y="32"/>
                    <a:pt x="24" y="33"/>
                    <a:pt x="24" y="34"/>
                  </a:cubicBezTo>
                  <a:cubicBezTo>
                    <a:pt x="23" y="36"/>
                    <a:pt x="21" y="37"/>
                    <a:pt x="17" y="37"/>
                  </a:cubicBezTo>
                  <a:cubicBezTo>
                    <a:pt x="14" y="38"/>
                    <a:pt x="9" y="40"/>
                    <a:pt x="9" y="42"/>
                  </a:cubicBezTo>
                  <a:cubicBezTo>
                    <a:pt x="9" y="44"/>
                    <a:pt x="9" y="49"/>
                    <a:pt x="8" y="48"/>
                  </a:cubicBezTo>
                  <a:cubicBezTo>
                    <a:pt x="7" y="48"/>
                    <a:pt x="7" y="52"/>
                    <a:pt x="6" y="56"/>
                  </a:cubicBezTo>
                  <a:cubicBezTo>
                    <a:pt x="5" y="60"/>
                    <a:pt x="0" y="73"/>
                    <a:pt x="3" y="77"/>
                  </a:cubicBezTo>
                  <a:cubicBezTo>
                    <a:pt x="6" y="81"/>
                    <a:pt x="13" y="81"/>
                    <a:pt x="13" y="81"/>
                  </a:cubicBezTo>
                  <a:cubicBezTo>
                    <a:pt x="13" y="81"/>
                    <a:pt x="13" y="84"/>
                    <a:pt x="13" y="89"/>
                  </a:cubicBezTo>
                  <a:cubicBezTo>
                    <a:pt x="12" y="94"/>
                    <a:pt x="11" y="98"/>
                    <a:pt x="12" y="98"/>
                  </a:cubicBezTo>
                  <a:cubicBezTo>
                    <a:pt x="13" y="98"/>
                    <a:pt x="12" y="115"/>
                    <a:pt x="12" y="124"/>
                  </a:cubicBezTo>
                  <a:cubicBezTo>
                    <a:pt x="12" y="133"/>
                    <a:pt x="12" y="150"/>
                    <a:pt x="12" y="151"/>
                  </a:cubicBezTo>
                  <a:cubicBezTo>
                    <a:pt x="12" y="153"/>
                    <a:pt x="18" y="153"/>
                    <a:pt x="20" y="153"/>
                  </a:cubicBezTo>
                  <a:cubicBezTo>
                    <a:pt x="21" y="153"/>
                    <a:pt x="23" y="152"/>
                    <a:pt x="23" y="152"/>
                  </a:cubicBezTo>
                  <a:cubicBezTo>
                    <a:pt x="23" y="152"/>
                    <a:pt x="23" y="158"/>
                    <a:pt x="24" y="161"/>
                  </a:cubicBezTo>
                  <a:cubicBezTo>
                    <a:pt x="24" y="165"/>
                    <a:pt x="24" y="183"/>
                    <a:pt x="24" y="187"/>
                  </a:cubicBezTo>
                  <a:cubicBezTo>
                    <a:pt x="25" y="192"/>
                    <a:pt x="26" y="202"/>
                    <a:pt x="26" y="208"/>
                  </a:cubicBezTo>
                  <a:cubicBezTo>
                    <a:pt x="26" y="214"/>
                    <a:pt x="24" y="220"/>
                    <a:pt x="23" y="223"/>
                  </a:cubicBezTo>
                  <a:cubicBezTo>
                    <a:pt x="21" y="226"/>
                    <a:pt x="20" y="228"/>
                    <a:pt x="19" y="229"/>
                  </a:cubicBezTo>
                  <a:cubicBezTo>
                    <a:pt x="17" y="230"/>
                    <a:pt x="15" y="232"/>
                    <a:pt x="18" y="232"/>
                  </a:cubicBezTo>
                  <a:cubicBezTo>
                    <a:pt x="21" y="232"/>
                    <a:pt x="28" y="232"/>
                    <a:pt x="29" y="231"/>
                  </a:cubicBezTo>
                  <a:cubicBezTo>
                    <a:pt x="31" y="230"/>
                    <a:pt x="30" y="226"/>
                    <a:pt x="31" y="224"/>
                  </a:cubicBezTo>
                  <a:cubicBezTo>
                    <a:pt x="32" y="222"/>
                    <a:pt x="33" y="220"/>
                    <a:pt x="33" y="220"/>
                  </a:cubicBezTo>
                  <a:cubicBezTo>
                    <a:pt x="33" y="223"/>
                    <a:pt x="33" y="223"/>
                    <a:pt x="33" y="223"/>
                  </a:cubicBezTo>
                  <a:cubicBezTo>
                    <a:pt x="33" y="223"/>
                    <a:pt x="31" y="228"/>
                    <a:pt x="31" y="230"/>
                  </a:cubicBezTo>
                  <a:cubicBezTo>
                    <a:pt x="32" y="231"/>
                    <a:pt x="31" y="234"/>
                    <a:pt x="34" y="234"/>
                  </a:cubicBezTo>
                  <a:cubicBezTo>
                    <a:pt x="36" y="234"/>
                    <a:pt x="42" y="232"/>
                    <a:pt x="43" y="230"/>
                  </a:cubicBezTo>
                  <a:cubicBezTo>
                    <a:pt x="44" y="228"/>
                    <a:pt x="43" y="222"/>
                    <a:pt x="44" y="220"/>
                  </a:cubicBezTo>
                  <a:cubicBezTo>
                    <a:pt x="45" y="218"/>
                    <a:pt x="44" y="215"/>
                    <a:pt x="44" y="211"/>
                  </a:cubicBezTo>
                  <a:cubicBezTo>
                    <a:pt x="43" y="208"/>
                    <a:pt x="44" y="197"/>
                    <a:pt x="47" y="191"/>
                  </a:cubicBezTo>
                  <a:cubicBezTo>
                    <a:pt x="49" y="184"/>
                    <a:pt x="50" y="172"/>
                    <a:pt x="50" y="166"/>
                  </a:cubicBezTo>
                  <a:cubicBezTo>
                    <a:pt x="49" y="160"/>
                    <a:pt x="49" y="156"/>
                    <a:pt x="49" y="154"/>
                  </a:cubicBezTo>
                  <a:cubicBezTo>
                    <a:pt x="49" y="151"/>
                    <a:pt x="49" y="151"/>
                    <a:pt x="49" y="151"/>
                  </a:cubicBezTo>
                  <a:cubicBezTo>
                    <a:pt x="49" y="151"/>
                    <a:pt x="56" y="151"/>
                    <a:pt x="56" y="149"/>
                  </a:cubicBezTo>
                  <a:cubicBezTo>
                    <a:pt x="56" y="148"/>
                    <a:pt x="55" y="134"/>
                    <a:pt x="55" y="127"/>
                  </a:cubicBezTo>
                  <a:cubicBezTo>
                    <a:pt x="55" y="120"/>
                    <a:pt x="55" y="111"/>
                    <a:pt x="54" y="106"/>
                  </a:cubicBezTo>
                  <a:cubicBezTo>
                    <a:pt x="54" y="101"/>
                    <a:pt x="54" y="99"/>
                    <a:pt x="54" y="99"/>
                  </a:cubicBezTo>
                  <a:cubicBezTo>
                    <a:pt x="54" y="99"/>
                    <a:pt x="54" y="98"/>
                    <a:pt x="54" y="94"/>
                  </a:cubicBezTo>
                  <a:cubicBezTo>
                    <a:pt x="53" y="90"/>
                    <a:pt x="52" y="87"/>
                    <a:pt x="52" y="87"/>
                  </a:cubicBezTo>
                  <a:cubicBezTo>
                    <a:pt x="52" y="87"/>
                    <a:pt x="57" y="87"/>
                    <a:pt x="58" y="82"/>
                  </a:cubicBezTo>
                  <a:cubicBezTo>
                    <a:pt x="59" y="78"/>
                    <a:pt x="59" y="71"/>
                    <a:pt x="59" y="62"/>
                  </a:cubicBezTo>
                  <a:cubicBezTo>
                    <a:pt x="59" y="53"/>
                    <a:pt x="58" y="47"/>
                    <a:pt x="58" y="45"/>
                  </a:cubicBezTo>
                  <a:cubicBezTo>
                    <a:pt x="58" y="42"/>
                    <a:pt x="58" y="41"/>
                    <a:pt x="55" y="40"/>
                  </a:cubicBezTo>
                  <a:cubicBezTo>
                    <a:pt x="52" y="40"/>
                    <a:pt x="50" y="40"/>
                    <a:pt x="47" y="38"/>
                  </a:cubicBezTo>
                  <a:cubicBezTo>
                    <a:pt x="44" y="36"/>
                    <a:pt x="43" y="34"/>
                    <a:pt x="42" y="33"/>
                  </a:cubicBezTo>
                  <a:cubicBezTo>
                    <a:pt x="40" y="32"/>
                    <a:pt x="39" y="30"/>
                    <a:pt x="40" y="28"/>
                  </a:cubicBezTo>
                  <a:cubicBezTo>
                    <a:pt x="40" y="27"/>
                    <a:pt x="42" y="25"/>
                    <a:pt x="42" y="22"/>
                  </a:cubicBezTo>
                  <a:cubicBezTo>
                    <a:pt x="45" y="22"/>
                    <a:pt x="45" y="13"/>
                    <a:pt x="44" y="13"/>
                  </a:cubicBezTo>
                  <a:cubicBezTo>
                    <a:pt x="43" y="7"/>
                    <a:pt x="42" y="0"/>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41"/>
            <p:cNvSpPr/>
            <p:nvPr/>
          </p:nvSpPr>
          <p:spPr bwMode="auto">
            <a:xfrm>
              <a:off x="5472113" y="1846263"/>
              <a:ext cx="66675" cy="136525"/>
            </a:xfrm>
            <a:custGeom>
              <a:avLst/>
              <a:gdLst>
                <a:gd name="T0" fmla="*/ 4 w 18"/>
                <a:gd name="T1" fmla="*/ 0 h 36"/>
                <a:gd name="T2" fmla="*/ 3 w 18"/>
                <a:gd name="T3" fmla="*/ 0 h 36"/>
                <a:gd name="T4" fmla="*/ 2 w 18"/>
                <a:gd name="T5" fmla="*/ 0 h 36"/>
                <a:gd name="T6" fmla="*/ 0 w 18"/>
                <a:gd name="T7" fmla="*/ 16 h 36"/>
                <a:gd name="T8" fmla="*/ 4 w 18"/>
                <a:gd name="T9" fmla="*/ 29 h 36"/>
                <a:gd name="T10" fmla="*/ 5 w 18"/>
                <a:gd name="T11" fmla="*/ 36 h 36"/>
                <a:gd name="T12" fmla="*/ 8 w 18"/>
                <a:gd name="T13" fmla="*/ 25 h 36"/>
                <a:gd name="T14" fmla="*/ 15 w 18"/>
                <a:gd name="T15" fmla="*/ 11 h 36"/>
                <a:gd name="T16" fmla="*/ 18 w 18"/>
                <a:gd name="T17" fmla="*/ 1 h 36"/>
                <a:gd name="T18" fmla="*/ 18 w 18"/>
                <a:gd name="T19" fmla="*/ 1 h 36"/>
                <a:gd name="T20" fmla="*/ 16 w 18"/>
                <a:gd name="T21" fmla="*/ 0 h 36"/>
                <a:gd name="T22" fmla="*/ 14 w 18"/>
                <a:gd name="T23" fmla="*/ 5 h 36"/>
                <a:gd name="T24" fmla="*/ 10 w 18"/>
                <a:gd name="T25" fmla="*/ 9 h 36"/>
                <a:gd name="T26" fmla="*/ 10 w 18"/>
                <a:gd name="T27" fmla="*/ 13 h 36"/>
                <a:gd name="T28" fmla="*/ 8 w 18"/>
                <a:gd name="T29" fmla="*/ 15 h 36"/>
                <a:gd name="T30" fmla="*/ 8 w 18"/>
                <a:gd name="T31" fmla="*/ 12 h 36"/>
                <a:gd name="T32" fmla="*/ 6 w 18"/>
                <a:gd name="T33" fmla="*/ 10 h 36"/>
                <a:gd name="T34" fmla="*/ 4 w 1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6">
                  <a:moveTo>
                    <a:pt x="4" y="0"/>
                  </a:moveTo>
                  <a:cubicBezTo>
                    <a:pt x="3" y="0"/>
                    <a:pt x="3" y="0"/>
                    <a:pt x="3" y="0"/>
                  </a:cubicBezTo>
                  <a:cubicBezTo>
                    <a:pt x="3" y="0"/>
                    <a:pt x="3" y="0"/>
                    <a:pt x="2" y="0"/>
                  </a:cubicBezTo>
                  <a:cubicBezTo>
                    <a:pt x="1" y="3"/>
                    <a:pt x="0" y="13"/>
                    <a:pt x="0" y="16"/>
                  </a:cubicBezTo>
                  <a:cubicBezTo>
                    <a:pt x="0" y="19"/>
                    <a:pt x="3" y="26"/>
                    <a:pt x="4" y="29"/>
                  </a:cubicBezTo>
                  <a:cubicBezTo>
                    <a:pt x="5" y="32"/>
                    <a:pt x="5" y="36"/>
                    <a:pt x="5" y="36"/>
                  </a:cubicBezTo>
                  <a:cubicBezTo>
                    <a:pt x="5" y="36"/>
                    <a:pt x="6" y="30"/>
                    <a:pt x="8" y="25"/>
                  </a:cubicBezTo>
                  <a:cubicBezTo>
                    <a:pt x="10" y="21"/>
                    <a:pt x="13" y="15"/>
                    <a:pt x="15" y="11"/>
                  </a:cubicBezTo>
                  <a:cubicBezTo>
                    <a:pt x="17" y="7"/>
                    <a:pt x="18" y="4"/>
                    <a:pt x="18" y="1"/>
                  </a:cubicBezTo>
                  <a:cubicBezTo>
                    <a:pt x="18" y="1"/>
                    <a:pt x="18" y="1"/>
                    <a:pt x="18" y="1"/>
                  </a:cubicBezTo>
                  <a:cubicBezTo>
                    <a:pt x="17" y="0"/>
                    <a:pt x="17" y="0"/>
                    <a:pt x="16" y="0"/>
                  </a:cubicBezTo>
                  <a:cubicBezTo>
                    <a:pt x="16" y="1"/>
                    <a:pt x="15" y="4"/>
                    <a:pt x="14" y="5"/>
                  </a:cubicBezTo>
                  <a:cubicBezTo>
                    <a:pt x="13" y="7"/>
                    <a:pt x="11" y="8"/>
                    <a:pt x="10" y="9"/>
                  </a:cubicBezTo>
                  <a:cubicBezTo>
                    <a:pt x="9" y="10"/>
                    <a:pt x="11" y="11"/>
                    <a:pt x="10" y="13"/>
                  </a:cubicBezTo>
                  <a:cubicBezTo>
                    <a:pt x="9" y="14"/>
                    <a:pt x="8" y="15"/>
                    <a:pt x="8" y="15"/>
                  </a:cubicBezTo>
                  <a:cubicBezTo>
                    <a:pt x="8" y="15"/>
                    <a:pt x="9" y="14"/>
                    <a:pt x="8" y="12"/>
                  </a:cubicBezTo>
                  <a:cubicBezTo>
                    <a:pt x="8" y="11"/>
                    <a:pt x="7" y="12"/>
                    <a:pt x="6" y="10"/>
                  </a:cubicBezTo>
                  <a:cubicBezTo>
                    <a:pt x="5" y="7"/>
                    <a:pt x="4" y="3"/>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42"/>
            <p:cNvSpPr/>
            <p:nvPr/>
          </p:nvSpPr>
          <p:spPr bwMode="auto">
            <a:xfrm>
              <a:off x="5448301" y="2054225"/>
              <a:ext cx="98425" cy="44450"/>
            </a:xfrm>
            <a:custGeom>
              <a:avLst/>
              <a:gdLst>
                <a:gd name="T0" fmla="*/ 14 w 26"/>
                <a:gd name="T1" fmla="*/ 0 h 12"/>
                <a:gd name="T2" fmla="*/ 12 w 26"/>
                <a:gd name="T3" fmla="*/ 0 h 12"/>
                <a:gd name="T4" fmla="*/ 8 w 26"/>
                <a:gd name="T5" fmla="*/ 7 h 12"/>
                <a:gd name="T6" fmla="*/ 0 w 26"/>
                <a:gd name="T7" fmla="*/ 8 h 12"/>
                <a:gd name="T8" fmla="*/ 6 w 26"/>
                <a:gd name="T9" fmla="*/ 10 h 12"/>
                <a:gd name="T10" fmla="*/ 10 w 26"/>
                <a:gd name="T11" fmla="*/ 9 h 12"/>
                <a:gd name="T12" fmla="*/ 20 w 26"/>
                <a:gd name="T13" fmla="*/ 12 h 12"/>
                <a:gd name="T14" fmla="*/ 26 w 26"/>
                <a:gd name="T15" fmla="*/ 9 h 12"/>
                <a:gd name="T16" fmla="*/ 17 w 26"/>
                <a:gd name="T17" fmla="*/ 8 h 12"/>
                <a:gd name="T18" fmla="*/ 14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4" y="0"/>
                  </a:moveTo>
                  <a:cubicBezTo>
                    <a:pt x="12" y="0"/>
                    <a:pt x="12" y="0"/>
                    <a:pt x="12" y="0"/>
                  </a:cubicBezTo>
                  <a:cubicBezTo>
                    <a:pt x="12" y="0"/>
                    <a:pt x="11" y="6"/>
                    <a:pt x="8" y="7"/>
                  </a:cubicBezTo>
                  <a:cubicBezTo>
                    <a:pt x="5" y="8"/>
                    <a:pt x="0" y="8"/>
                    <a:pt x="0" y="8"/>
                  </a:cubicBezTo>
                  <a:cubicBezTo>
                    <a:pt x="0" y="8"/>
                    <a:pt x="3" y="10"/>
                    <a:pt x="6" y="10"/>
                  </a:cubicBezTo>
                  <a:cubicBezTo>
                    <a:pt x="9" y="10"/>
                    <a:pt x="10" y="9"/>
                    <a:pt x="10" y="9"/>
                  </a:cubicBezTo>
                  <a:cubicBezTo>
                    <a:pt x="10" y="9"/>
                    <a:pt x="15" y="12"/>
                    <a:pt x="20" y="12"/>
                  </a:cubicBezTo>
                  <a:cubicBezTo>
                    <a:pt x="25" y="11"/>
                    <a:pt x="26" y="9"/>
                    <a:pt x="26" y="9"/>
                  </a:cubicBezTo>
                  <a:cubicBezTo>
                    <a:pt x="26" y="9"/>
                    <a:pt x="20" y="10"/>
                    <a:pt x="17" y="8"/>
                  </a:cubicBezTo>
                  <a:cubicBezTo>
                    <a:pt x="14" y="6"/>
                    <a:pt x="14" y="4"/>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1" name="Group 60"/>
          <p:cNvGrpSpPr/>
          <p:nvPr/>
        </p:nvGrpSpPr>
        <p:grpSpPr>
          <a:xfrm>
            <a:off x="9929741" y="3876939"/>
            <a:ext cx="738259" cy="2308156"/>
            <a:chOff x="2714626" y="1508125"/>
            <a:chExt cx="665163" cy="2079625"/>
          </a:xfrm>
          <a:solidFill>
            <a:schemeClr val="bg1">
              <a:lumMod val="50000"/>
            </a:schemeClr>
          </a:solidFill>
        </p:grpSpPr>
        <p:sp>
          <p:nvSpPr>
            <p:cNvPr id="62" name="Freeform 32"/>
            <p:cNvSpPr>
              <a:spLocks noEditPoints="1"/>
            </p:cNvSpPr>
            <p:nvPr/>
          </p:nvSpPr>
          <p:spPr bwMode="auto">
            <a:xfrm>
              <a:off x="2714626" y="1508125"/>
              <a:ext cx="665163" cy="2079625"/>
            </a:xfrm>
            <a:custGeom>
              <a:avLst/>
              <a:gdLst>
                <a:gd name="T0" fmla="*/ 147 w 177"/>
                <a:gd name="T1" fmla="*/ 112 h 553"/>
                <a:gd name="T2" fmla="*/ 158 w 177"/>
                <a:gd name="T3" fmla="*/ 236 h 553"/>
                <a:gd name="T4" fmla="*/ 158 w 177"/>
                <a:gd name="T5" fmla="*/ 283 h 553"/>
                <a:gd name="T6" fmla="*/ 155 w 177"/>
                <a:gd name="T7" fmla="*/ 302 h 553"/>
                <a:gd name="T8" fmla="*/ 175 w 177"/>
                <a:gd name="T9" fmla="*/ 388 h 553"/>
                <a:gd name="T10" fmla="*/ 131 w 177"/>
                <a:gd name="T11" fmla="*/ 410 h 553"/>
                <a:gd name="T12" fmla="*/ 135 w 177"/>
                <a:gd name="T13" fmla="*/ 304 h 553"/>
                <a:gd name="T14" fmla="*/ 136 w 177"/>
                <a:gd name="T15" fmla="*/ 282 h 553"/>
                <a:gd name="T16" fmla="*/ 131 w 177"/>
                <a:gd name="T17" fmla="*/ 94 h 553"/>
                <a:gd name="T18" fmla="*/ 105 w 177"/>
                <a:gd name="T19" fmla="*/ 17 h 553"/>
                <a:gd name="T20" fmla="*/ 106 w 177"/>
                <a:gd name="T21" fmla="*/ 53 h 553"/>
                <a:gd name="T22" fmla="*/ 96 w 177"/>
                <a:gd name="T23" fmla="*/ 71 h 553"/>
                <a:gd name="T24" fmla="*/ 128 w 177"/>
                <a:gd name="T25" fmla="*/ 93 h 553"/>
                <a:gd name="T26" fmla="*/ 131 w 177"/>
                <a:gd name="T27" fmla="*/ 287 h 553"/>
                <a:gd name="T28" fmla="*/ 126 w 177"/>
                <a:gd name="T29" fmla="*/ 287 h 553"/>
                <a:gd name="T30" fmla="*/ 127 w 177"/>
                <a:gd name="T31" fmla="*/ 306 h 553"/>
                <a:gd name="T32" fmla="*/ 131 w 177"/>
                <a:gd name="T33" fmla="*/ 410 h 553"/>
                <a:gd name="T34" fmla="*/ 123 w 177"/>
                <a:gd name="T35" fmla="*/ 411 h 553"/>
                <a:gd name="T36" fmla="*/ 119 w 177"/>
                <a:gd name="T37" fmla="*/ 480 h 553"/>
                <a:gd name="T38" fmla="*/ 123 w 177"/>
                <a:gd name="T39" fmla="*/ 527 h 553"/>
                <a:gd name="T40" fmla="*/ 94 w 177"/>
                <a:gd name="T41" fmla="*/ 529 h 553"/>
                <a:gd name="T42" fmla="*/ 88 w 177"/>
                <a:gd name="T43" fmla="*/ 495 h 553"/>
                <a:gd name="T44" fmla="*/ 89 w 177"/>
                <a:gd name="T45" fmla="*/ 442 h 553"/>
                <a:gd name="T46" fmla="*/ 75 w 177"/>
                <a:gd name="T47" fmla="*/ 325 h 553"/>
                <a:gd name="T48" fmla="*/ 62 w 177"/>
                <a:gd name="T49" fmla="*/ 350 h 553"/>
                <a:gd name="T50" fmla="*/ 47 w 177"/>
                <a:gd name="T51" fmla="*/ 468 h 553"/>
                <a:gd name="T52" fmla="*/ 50 w 177"/>
                <a:gd name="T53" fmla="*/ 488 h 553"/>
                <a:gd name="T54" fmla="*/ 41 w 177"/>
                <a:gd name="T55" fmla="*/ 524 h 553"/>
                <a:gd name="T56" fmla="*/ 14 w 177"/>
                <a:gd name="T57" fmla="*/ 550 h 553"/>
                <a:gd name="T58" fmla="*/ 18 w 177"/>
                <a:gd name="T59" fmla="*/ 505 h 553"/>
                <a:gd name="T60" fmla="*/ 16 w 177"/>
                <a:gd name="T61" fmla="*/ 478 h 553"/>
                <a:gd name="T62" fmla="*/ 14 w 177"/>
                <a:gd name="T63" fmla="*/ 378 h 553"/>
                <a:gd name="T64" fmla="*/ 15 w 177"/>
                <a:gd name="T65" fmla="*/ 275 h 553"/>
                <a:gd name="T66" fmla="*/ 9 w 177"/>
                <a:gd name="T67" fmla="*/ 258 h 553"/>
                <a:gd name="T68" fmla="*/ 3 w 177"/>
                <a:gd name="T69" fmla="*/ 212 h 553"/>
                <a:gd name="T70" fmla="*/ 10 w 177"/>
                <a:gd name="T71" fmla="*/ 122 h 553"/>
                <a:gd name="T72" fmla="*/ 59 w 177"/>
                <a:gd name="T73" fmla="*/ 83 h 553"/>
                <a:gd name="T74" fmla="*/ 61 w 177"/>
                <a:gd name="T75" fmla="*/ 56 h 553"/>
                <a:gd name="T76" fmla="*/ 54 w 177"/>
                <a:gd name="T77" fmla="*/ 38 h 553"/>
                <a:gd name="T78" fmla="*/ 57 w 177"/>
                <a:gd name="T79" fmla="*/ 17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 h="553">
                  <a:moveTo>
                    <a:pt x="131" y="94"/>
                  </a:moveTo>
                  <a:cubicBezTo>
                    <a:pt x="140" y="97"/>
                    <a:pt x="147" y="100"/>
                    <a:pt x="147" y="112"/>
                  </a:cubicBezTo>
                  <a:cubicBezTo>
                    <a:pt x="148" y="125"/>
                    <a:pt x="149" y="151"/>
                    <a:pt x="151" y="169"/>
                  </a:cubicBezTo>
                  <a:cubicBezTo>
                    <a:pt x="153" y="186"/>
                    <a:pt x="158" y="224"/>
                    <a:pt x="158" y="236"/>
                  </a:cubicBezTo>
                  <a:cubicBezTo>
                    <a:pt x="158" y="248"/>
                    <a:pt x="160" y="273"/>
                    <a:pt x="159" y="276"/>
                  </a:cubicBezTo>
                  <a:cubicBezTo>
                    <a:pt x="159" y="279"/>
                    <a:pt x="157" y="278"/>
                    <a:pt x="158" y="283"/>
                  </a:cubicBezTo>
                  <a:cubicBezTo>
                    <a:pt x="159" y="288"/>
                    <a:pt x="159" y="292"/>
                    <a:pt x="156" y="295"/>
                  </a:cubicBezTo>
                  <a:cubicBezTo>
                    <a:pt x="154" y="298"/>
                    <a:pt x="155" y="302"/>
                    <a:pt x="155" y="302"/>
                  </a:cubicBezTo>
                  <a:cubicBezTo>
                    <a:pt x="177" y="301"/>
                    <a:pt x="177" y="301"/>
                    <a:pt x="177" y="301"/>
                  </a:cubicBezTo>
                  <a:cubicBezTo>
                    <a:pt x="175" y="388"/>
                    <a:pt x="175" y="388"/>
                    <a:pt x="175" y="388"/>
                  </a:cubicBezTo>
                  <a:cubicBezTo>
                    <a:pt x="141" y="414"/>
                    <a:pt x="141" y="414"/>
                    <a:pt x="141" y="414"/>
                  </a:cubicBezTo>
                  <a:cubicBezTo>
                    <a:pt x="141" y="414"/>
                    <a:pt x="136" y="411"/>
                    <a:pt x="131" y="410"/>
                  </a:cubicBezTo>
                  <a:cubicBezTo>
                    <a:pt x="131" y="305"/>
                    <a:pt x="131" y="305"/>
                    <a:pt x="131" y="305"/>
                  </a:cubicBezTo>
                  <a:cubicBezTo>
                    <a:pt x="135" y="304"/>
                    <a:pt x="135" y="304"/>
                    <a:pt x="135" y="304"/>
                  </a:cubicBezTo>
                  <a:cubicBezTo>
                    <a:pt x="135" y="304"/>
                    <a:pt x="134" y="298"/>
                    <a:pt x="136" y="294"/>
                  </a:cubicBezTo>
                  <a:cubicBezTo>
                    <a:pt x="137" y="290"/>
                    <a:pt x="136" y="286"/>
                    <a:pt x="136" y="282"/>
                  </a:cubicBezTo>
                  <a:cubicBezTo>
                    <a:pt x="136" y="282"/>
                    <a:pt x="134" y="286"/>
                    <a:pt x="131" y="287"/>
                  </a:cubicBezTo>
                  <a:lnTo>
                    <a:pt x="131" y="94"/>
                  </a:lnTo>
                  <a:close/>
                  <a:moveTo>
                    <a:pt x="83" y="0"/>
                  </a:moveTo>
                  <a:cubicBezTo>
                    <a:pt x="93" y="0"/>
                    <a:pt x="104" y="7"/>
                    <a:pt x="105" y="17"/>
                  </a:cubicBezTo>
                  <a:cubicBezTo>
                    <a:pt x="106" y="27"/>
                    <a:pt x="106" y="41"/>
                    <a:pt x="106" y="41"/>
                  </a:cubicBezTo>
                  <a:cubicBezTo>
                    <a:pt x="106" y="41"/>
                    <a:pt x="109" y="48"/>
                    <a:pt x="106" y="53"/>
                  </a:cubicBezTo>
                  <a:cubicBezTo>
                    <a:pt x="104" y="59"/>
                    <a:pt x="97" y="58"/>
                    <a:pt x="97" y="58"/>
                  </a:cubicBezTo>
                  <a:cubicBezTo>
                    <a:pt x="97" y="58"/>
                    <a:pt x="96" y="66"/>
                    <a:pt x="96" y="71"/>
                  </a:cubicBezTo>
                  <a:cubicBezTo>
                    <a:pt x="96" y="75"/>
                    <a:pt x="96" y="78"/>
                    <a:pt x="100" y="81"/>
                  </a:cubicBezTo>
                  <a:cubicBezTo>
                    <a:pt x="103" y="84"/>
                    <a:pt x="117" y="90"/>
                    <a:pt x="128" y="93"/>
                  </a:cubicBezTo>
                  <a:cubicBezTo>
                    <a:pt x="129" y="94"/>
                    <a:pt x="130" y="94"/>
                    <a:pt x="131" y="94"/>
                  </a:cubicBezTo>
                  <a:cubicBezTo>
                    <a:pt x="131" y="287"/>
                    <a:pt x="131" y="287"/>
                    <a:pt x="131" y="287"/>
                  </a:cubicBezTo>
                  <a:cubicBezTo>
                    <a:pt x="131" y="287"/>
                    <a:pt x="131" y="287"/>
                    <a:pt x="131" y="287"/>
                  </a:cubicBezTo>
                  <a:cubicBezTo>
                    <a:pt x="127" y="287"/>
                    <a:pt x="126" y="287"/>
                    <a:pt x="126" y="287"/>
                  </a:cubicBezTo>
                  <a:cubicBezTo>
                    <a:pt x="126" y="287"/>
                    <a:pt x="127" y="292"/>
                    <a:pt x="127" y="297"/>
                  </a:cubicBezTo>
                  <a:cubicBezTo>
                    <a:pt x="127" y="301"/>
                    <a:pt x="127" y="306"/>
                    <a:pt x="127" y="306"/>
                  </a:cubicBezTo>
                  <a:cubicBezTo>
                    <a:pt x="131" y="305"/>
                    <a:pt x="131" y="305"/>
                    <a:pt x="131" y="305"/>
                  </a:cubicBezTo>
                  <a:cubicBezTo>
                    <a:pt x="131" y="410"/>
                    <a:pt x="131" y="410"/>
                    <a:pt x="131" y="410"/>
                  </a:cubicBezTo>
                  <a:cubicBezTo>
                    <a:pt x="131" y="410"/>
                    <a:pt x="131" y="410"/>
                    <a:pt x="130" y="410"/>
                  </a:cubicBezTo>
                  <a:cubicBezTo>
                    <a:pt x="125" y="410"/>
                    <a:pt x="123" y="411"/>
                    <a:pt x="123" y="411"/>
                  </a:cubicBezTo>
                  <a:cubicBezTo>
                    <a:pt x="123" y="411"/>
                    <a:pt x="124" y="436"/>
                    <a:pt x="124" y="446"/>
                  </a:cubicBezTo>
                  <a:cubicBezTo>
                    <a:pt x="124" y="457"/>
                    <a:pt x="123" y="473"/>
                    <a:pt x="119" y="480"/>
                  </a:cubicBezTo>
                  <a:cubicBezTo>
                    <a:pt x="114" y="488"/>
                    <a:pt x="114" y="490"/>
                    <a:pt x="114" y="497"/>
                  </a:cubicBezTo>
                  <a:cubicBezTo>
                    <a:pt x="114" y="503"/>
                    <a:pt x="123" y="521"/>
                    <a:pt x="123" y="527"/>
                  </a:cubicBezTo>
                  <a:cubicBezTo>
                    <a:pt x="123" y="533"/>
                    <a:pt x="121" y="542"/>
                    <a:pt x="111" y="542"/>
                  </a:cubicBezTo>
                  <a:cubicBezTo>
                    <a:pt x="102" y="541"/>
                    <a:pt x="94" y="537"/>
                    <a:pt x="94" y="529"/>
                  </a:cubicBezTo>
                  <a:cubicBezTo>
                    <a:pt x="94" y="521"/>
                    <a:pt x="95" y="516"/>
                    <a:pt x="92" y="513"/>
                  </a:cubicBezTo>
                  <a:cubicBezTo>
                    <a:pt x="89" y="510"/>
                    <a:pt x="94" y="503"/>
                    <a:pt x="88" y="495"/>
                  </a:cubicBezTo>
                  <a:cubicBezTo>
                    <a:pt x="82" y="488"/>
                    <a:pt x="89" y="487"/>
                    <a:pt x="87" y="480"/>
                  </a:cubicBezTo>
                  <a:cubicBezTo>
                    <a:pt x="86" y="472"/>
                    <a:pt x="88" y="451"/>
                    <a:pt x="89" y="442"/>
                  </a:cubicBezTo>
                  <a:cubicBezTo>
                    <a:pt x="90" y="433"/>
                    <a:pt x="88" y="423"/>
                    <a:pt x="84" y="386"/>
                  </a:cubicBezTo>
                  <a:cubicBezTo>
                    <a:pt x="79" y="349"/>
                    <a:pt x="76" y="333"/>
                    <a:pt x="75" y="325"/>
                  </a:cubicBezTo>
                  <a:cubicBezTo>
                    <a:pt x="74" y="317"/>
                    <a:pt x="72" y="307"/>
                    <a:pt x="72" y="307"/>
                  </a:cubicBezTo>
                  <a:cubicBezTo>
                    <a:pt x="72" y="307"/>
                    <a:pt x="66" y="341"/>
                    <a:pt x="62" y="350"/>
                  </a:cubicBezTo>
                  <a:cubicBezTo>
                    <a:pt x="57" y="359"/>
                    <a:pt x="52" y="402"/>
                    <a:pt x="50" y="414"/>
                  </a:cubicBezTo>
                  <a:cubicBezTo>
                    <a:pt x="49" y="427"/>
                    <a:pt x="50" y="464"/>
                    <a:pt x="47" y="468"/>
                  </a:cubicBezTo>
                  <a:cubicBezTo>
                    <a:pt x="44" y="471"/>
                    <a:pt x="42" y="477"/>
                    <a:pt x="42" y="477"/>
                  </a:cubicBezTo>
                  <a:cubicBezTo>
                    <a:pt x="42" y="477"/>
                    <a:pt x="50" y="481"/>
                    <a:pt x="50" y="488"/>
                  </a:cubicBezTo>
                  <a:cubicBezTo>
                    <a:pt x="50" y="494"/>
                    <a:pt x="44" y="499"/>
                    <a:pt x="45" y="507"/>
                  </a:cubicBezTo>
                  <a:cubicBezTo>
                    <a:pt x="45" y="515"/>
                    <a:pt x="44" y="522"/>
                    <a:pt x="41" y="524"/>
                  </a:cubicBezTo>
                  <a:cubicBezTo>
                    <a:pt x="37" y="525"/>
                    <a:pt x="38" y="539"/>
                    <a:pt x="34" y="544"/>
                  </a:cubicBezTo>
                  <a:cubicBezTo>
                    <a:pt x="30" y="549"/>
                    <a:pt x="23" y="553"/>
                    <a:pt x="14" y="550"/>
                  </a:cubicBezTo>
                  <a:cubicBezTo>
                    <a:pt x="6" y="548"/>
                    <a:pt x="6" y="537"/>
                    <a:pt x="10" y="526"/>
                  </a:cubicBezTo>
                  <a:cubicBezTo>
                    <a:pt x="14" y="516"/>
                    <a:pt x="20" y="509"/>
                    <a:pt x="18" y="505"/>
                  </a:cubicBezTo>
                  <a:cubicBezTo>
                    <a:pt x="17" y="500"/>
                    <a:pt x="15" y="494"/>
                    <a:pt x="19" y="490"/>
                  </a:cubicBezTo>
                  <a:cubicBezTo>
                    <a:pt x="23" y="486"/>
                    <a:pt x="19" y="481"/>
                    <a:pt x="16" y="478"/>
                  </a:cubicBezTo>
                  <a:cubicBezTo>
                    <a:pt x="14" y="474"/>
                    <a:pt x="14" y="457"/>
                    <a:pt x="14" y="449"/>
                  </a:cubicBezTo>
                  <a:cubicBezTo>
                    <a:pt x="14" y="440"/>
                    <a:pt x="15" y="395"/>
                    <a:pt x="14" y="378"/>
                  </a:cubicBezTo>
                  <a:cubicBezTo>
                    <a:pt x="14" y="362"/>
                    <a:pt x="12" y="313"/>
                    <a:pt x="14" y="299"/>
                  </a:cubicBezTo>
                  <a:cubicBezTo>
                    <a:pt x="17" y="285"/>
                    <a:pt x="15" y="275"/>
                    <a:pt x="15" y="275"/>
                  </a:cubicBezTo>
                  <a:cubicBezTo>
                    <a:pt x="15" y="275"/>
                    <a:pt x="9" y="278"/>
                    <a:pt x="9" y="273"/>
                  </a:cubicBezTo>
                  <a:cubicBezTo>
                    <a:pt x="9" y="268"/>
                    <a:pt x="11" y="267"/>
                    <a:pt x="9" y="258"/>
                  </a:cubicBezTo>
                  <a:cubicBezTo>
                    <a:pt x="7" y="249"/>
                    <a:pt x="6" y="241"/>
                    <a:pt x="3" y="234"/>
                  </a:cubicBezTo>
                  <a:cubicBezTo>
                    <a:pt x="1" y="227"/>
                    <a:pt x="0" y="215"/>
                    <a:pt x="3" y="212"/>
                  </a:cubicBezTo>
                  <a:cubicBezTo>
                    <a:pt x="7" y="208"/>
                    <a:pt x="2" y="188"/>
                    <a:pt x="5" y="174"/>
                  </a:cubicBezTo>
                  <a:cubicBezTo>
                    <a:pt x="8" y="159"/>
                    <a:pt x="10" y="135"/>
                    <a:pt x="10" y="122"/>
                  </a:cubicBezTo>
                  <a:cubicBezTo>
                    <a:pt x="11" y="109"/>
                    <a:pt x="11" y="100"/>
                    <a:pt x="28" y="96"/>
                  </a:cubicBezTo>
                  <a:cubicBezTo>
                    <a:pt x="45" y="92"/>
                    <a:pt x="57" y="87"/>
                    <a:pt x="59" y="83"/>
                  </a:cubicBezTo>
                  <a:cubicBezTo>
                    <a:pt x="62" y="80"/>
                    <a:pt x="62" y="70"/>
                    <a:pt x="62" y="66"/>
                  </a:cubicBezTo>
                  <a:cubicBezTo>
                    <a:pt x="61" y="62"/>
                    <a:pt x="61" y="59"/>
                    <a:pt x="61" y="56"/>
                  </a:cubicBezTo>
                  <a:cubicBezTo>
                    <a:pt x="61" y="54"/>
                    <a:pt x="56" y="58"/>
                    <a:pt x="55" y="53"/>
                  </a:cubicBezTo>
                  <a:cubicBezTo>
                    <a:pt x="54" y="49"/>
                    <a:pt x="53" y="39"/>
                    <a:pt x="54" y="38"/>
                  </a:cubicBezTo>
                  <a:cubicBezTo>
                    <a:pt x="55" y="37"/>
                    <a:pt x="55" y="37"/>
                    <a:pt x="57" y="38"/>
                  </a:cubicBezTo>
                  <a:cubicBezTo>
                    <a:pt x="56" y="36"/>
                    <a:pt x="56" y="27"/>
                    <a:pt x="57" y="17"/>
                  </a:cubicBezTo>
                  <a:cubicBezTo>
                    <a:pt x="57" y="8"/>
                    <a:pt x="66" y="1"/>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Freeform 33"/>
            <p:cNvSpPr/>
            <p:nvPr/>
          </p:nvSpPr>
          <p:spPr bwMode="auto">
            <a:xfrm>
              <a:off x="2744788" y="2444750"/>
              <a:ext cx="71438" cy="68262"/>
            </a:xfrm>
            <a:custGeom>
              <a:avLst/>
              <a:gdLst>
                <a:gd name="T0" fmla="*/ 4 w 19"/>
                <a:gd name="T1" fmla="*/ 18 h 18"/>
                <a:gd name="T2" fmla="*/ 4 w 19"/>
                <a:gd name="T3" fmla="*/ 5 h 18"/>
                <a:gd name="T4" fmla="*/ 19 w 19"/>
                <a:gd name="T5" fmla="*/ 4 h 18"/>
                <a:gd name="T6" fmla="*/ 8 w 19"/>
                <a:gd name="T7" fmla="*/ 7 h 18"/>
                <a:gd name="T8" fmla="*/ 4 w 19"/>
                <a:gd name="T9" fmla="*/ 18 h 18"/>
              </a:gdLst>
              <a:ahLst/>
              <a:cxnLst>
                <a:cxn ang="0">
                  <a:pos x="T0" y="T1"/>
                </a:cxn>
                <a:cxn ang="0">
                  <a:pos x="T2" y="T3"/>
                </a:cxn>
                <a:cxn ang="0">
                  <a:pos x="T4" y="T5"/>
                </a:cxn>
                <a:cxn ang="0">
                  <a:pos x="T6" y="T7"/>
                </a:cxn>
                <a:cxn ang="0">
                  <a:pos x="T8" y="T9"/>
                </a:cxn>
              </a:cxnLst>
              <a:rect l="0" t="0" r="r" b="b"/>
              <a:pathLst>
                <a:path w="19" h="18">
                  <a:moveTo>
                    <a:pt x="4" y="18"/>
                  </a:moveTo>
                  <a:cubicBezTo>
                    <a:pt x="4" y="18"/>
                    <a:pt x="0" y="11"/>
                    <a:pt x="4" y="5"/>
                  </a:cubicBezTo>
                  <a:cubicBezTo>
                    <a:pt x="9" y="0"/>
                    <a:pt x="19" y="4"/>
                    <a:pt x="19" y="4"/>
                  </a:cubicBezTo>
                  <a:cubicBezTo>
                    <a:pt x="19" y="4"/>
                    <a:pt x="12" y="4"/>
                    <a:pt x="8" y="7"/>
                  </a:cubicBezTo>
                  <a:cubicBezTo>
                    <a:pt x="4" y="10"/>
                    <a:pt x="5" y="13"/>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Freeform 34"/>
            <p:cNvSpPr/>
            <p:nvPr/>
          </p:nvSpPr>
          <p:spPr bwMode="auto">
            <a:xfrm>
              <a:off x="3225801" y="2535238"/>
              <a:ext cx="82550" cy="30162"/>
            </a:xfrm>
            <a:custGeom>
              <a:avLst/>
              <a:gdLst>
                <a:gd name="T0" fmla="*/ 0 w 22"/>
                <a:gd name="T1" fmla="*/ 7 h 8"/>
                <a:gd name="T2" fmla="*/ 10 w 22"/>
                <a:gd name="T3" fmla="*/ 0 h 8"/>
                <a:gd name="T4" fmla="*/ 22 w 22"/>
                <a:gd name="T5" fmla="*/ 8 h 8"/>
                <a:gd name="T6" fmla="*/ 9 w 22"/>
                <a:gd name="T7" fmla="*/ 4 h 8"/>
                <a:gd name="T8" fmla="*/ 0 w 22"/>
                <a:gd name="T9" fmla="*/ 7 h 8"/>
              </a:gdLst>
              <a:ahLst/>
              <a:cxnLst>
                <a:cxn ang="0">
                  <a:pos x="T0" y="T1"/>
                </a:cxn>
                <a:cxn ang="0">
                  <a:pos x="T2" y="T3"/>
                </a:cxn>
                <a:cxn ang="0">
                  <a:pos x="T4" y="T5"/>
                </a:cxn>
                <a:cxn ang="0">
                  <a:pos x="T6" y="T7"/>
                </a:cxn>
                <a:cxn ang="0">
                  <a:pos x="T8" y="T9"/>
                </a:cxn>
              </a:cxnLst>
              <a:rect l="0" t="0" r="r" b="b"/>
              <a:pathLst>
                <a:path w="22" h="8">
                  <a:moveTo>
                    <a:pt x="0" y="7"/>
                  </a:moveTo>
                  <a:cubicBezTo>
                    <a:pt x="0" y="7"/>
                    <a:pt x="0" y="0"/>
                    <a:pt x="10" y="0"/>
                  </a:cubicBezTo>
                  <a:cubicBezTo>
                    <a:pt x="20" y="0"/>
                    <a:pt x="22" y="8"/>
                    <a:pt x="22" y="8"/>
                  </a:cubicBezTo>
                  <a:cubicBezTo>
                    <a:pt x="22" y="8"/>
                    <a:pt x="16" y="4"/>
                    <a:pt x="9" y="4"/>
                  </a:cubicBezTo>
                  <a:cubicBezTo>
                    <a:pt x="3" y="4"/>
                    <a:pt x="3"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35"/>
            <p:cNvSpPr/>
            <p:nvPr/>
          </p:nvSpPr>
          <p:spPr bwMode="auto">
            <a:xfrm>
              <a:off x="2860676" y="1793875"/>
              <a:ext cx="222250" cy="582612"/>
            </a:xfrm>
            <a:custGeom>
              <a:avLst/>
              <a:gdLst>
                <a:gd name="T0" fmla="*/ 57 w 59"/>
                <a:gd name="T1" fmla="*/ 0 h 155"/>
                <a:gd name="T2" fmla="*/ 59 w 59"/>
                <a:gd name="T3" fmla="*/ 4 h 155"/>
                <a:gd name="T4" fmla="*/ 51 w 59"/>
                <a:gd name="T5" fmla="*/ 73 h 155"/>
                <a:gd name="T6" fmla="*/ 54 w 59"/>
                <a:gd name="T7" fmla="*/ 154 h 155"/>
                <a:gd name="T8" fmla="*/ 38 w 59"/>
                <a:gd name="T9" fmla="*/ 155 h 155"/>
                <a:gd name="T10" fmla="*/ 0 w 59"/>
                <a:gd name="T11" fmla="*/ 147 h 155"/>
                <a:gd name="T12" fmla="*/ 8 w 59"/>
                <a:gd name="T13" fmla="*/ 130 h 155"/>
                <a:gd name="T14" fmla="*/ 19 w 59"/>
                <a:gd name="T15" fmla="*/ 41 h 155"/>
                <a:gd name="T16" fmla="*/ 19 w 59"/>
                <a:gd name="T17" fmla="*/ 8 h 155"/>
                <a:gd name="T18" fmla="*/ 20 w 59"/>
                <a:gd name="T19" fmla="*/ 7 h 155"/>
                <a:gd name="T20" fmla="*/ 22 w 59"/>
                <a:gd name="T21" fmla="*/ 2 h 155"/>
                <a:gd name="T22" fmla="*/ 41 w 59"/>
                <a:gd name="T23" fmla="*/ 17 h 155"/>
                <a:gd name="T24" fmla="*/ 57 w 59"/>
                <a:gd name="T2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155">
                  <a:moveTo>
                    <a:pt x="57" y="0"/>
                  </a:moveTo>
                  <a:cubicBezTo>
                    <a:pt x="58" y="2"/>
                    <a:pt x="58" y="3"/>
                    <a:pt x="59" y="4"/>
                  </a:cubicBezTo>
                  <a:cubicBezTo>
                    <a:pt x="57" y="15"/>
                    <a:pt x="53" y="48"/>
                    <a:pt x="51" y="73"/>
                  </a:cubicBezTo>
                  <a:cubicBezTo>
                    <a:pt x="49" y="100"/>
                    <a:pt x="54" y="154"/>
                    <a:pt x="54" y="154"/>
                  </a:cubicBezTo>
                  <a:cubicBezTo>
                    <a:pt x="54" y="154"/>
                    <a:pt x="50" y="155"/>
                    <a:pt x="38" y="155"/>
                  </a:cubicBezTo>
                  <a:cubicBezTo>
                    <a:pt x="25" y="155"/>
                    <a:pt x="0" y="147"/>
                    <a:pt x="0" y="147"/>
                  </a:cubicBezTo>
                  <a:cubicBezTo>
                    <a:pt x="0" y="147"/>
                    <a:pt x="4" y="139"/>
                    <a:pt x="8" y="130"/>
                  </a:cubicBezTo>
                  <a:cubicBezTo>
                    <a:pt x="11" y="120"/>
                    <a:pt x="17" y="77"/>
                    <a:pt x="19" y="41"/>
                  </a:cubicBezTo>
                  <a:cubicBezTo>
                    <a:pt x="20" y="23"/>
                    <a:pt x="20" y="14"/>
                    <a:pt x="19" y="8"/>
                  </a:cubicBezTo>
                  <a:cubicBezTo>
                    <a:pt x="19" y="8"/>
                    <a:pt x="20" y="8"/>
                    <a:pt x="20" y="7"/>
                  </a:cubicBezTo>
                  <a:cubicBezTo>
                    <a:pt x="21" y="6"/>
                    <a:pt x="22" y="4"/>
                    <a:pt x="22" y="2"/>
                  </a:cubicBezTo>
                  <a:cubicBezTo>
                    <a:pt x="26" y="10"/>
                    <a:pt x="35" y="17"/>
                    <a:pt x="41" y="17"/>
                  </a:cubicBezTo>
                  <a:cubicBezTo>
                    <a:pt x="46" y="17"/>
                    <a:pt x="54" y="6"/>
                    <a:pt x="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36"/>
            <p:cNvSpPr/>
            <p:nvPr/>
          </p:nvSpPr>
          <p:spPr bwMode="auto">
            <a:xfrm>
              <a:off x="2965451" y="1865313"/>
              <a:ext cx="90488" cy="571500"/>
            </a:xfrm>
            <a:custGeom>
              <a:avLst/>
              <a:gdLst>
                <a:gd name="T0" fmla="*/ 0 w 24"/>
                <a:gd name="T1" fmla="*/ 7 h 152"/>
                <a:gd name="T2" fmla="*/ 11 w 24"/>
                <a:gd name="T3" fmla="*/ 0 h 152"/>
                <a:gd name="T4" fmla="*/ 24 w 24"/>
                <a:gd name="T5" fmla="*/ 7 h 152"/>
                <a:gd name="T6" fmla="*/ 16 w 24"/>
                <a:gd name="T7" fmla="*/ 10 h 152"/>
                <a:gd name="T8" fmla="*/ 19 w 24"/>
                <a:gd name="T9" fmla="*/ 63 h 152"/>
                <a:gd name="T10" fmla="*/ 18 w 24"/>
                <a:gd name="T11" fmla="*/ 139 h 152"/>
                <a:gd name="T12" fmla="*/ 8 w 24"/>
                <a:gd name="T13" fmla="*/ 140 h 152"/>
                <a:gd name="T14" fmla="*/ 8 w 24"/>
                <a:gd name="T15" fmla="*/ 52 h 152"/>
                <a:gd name="T16" fmla="*/ 9 w 24"/>
                <a:gd name="T17" fmla="*/ 11 h 152"/>
                <a:gd name="T18" fmla="*/ 0 w 24"/>
                <a:gd name="T19"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2">
                  <a:moveTo>
                    <a:pt x="0" y="7"/>
                  </a:moveTo>
                  <a:cubicBezTo>
                    <a:pt x="0" y="7"/>
                    <a:pt x="4" y="0"/>
                    <a:pt x="11" y="0"/>
                  </a:cubicBezTo>
                  <a:cubicBezTo>
                    <a:pt x="19" y="0"/>
                    <a:pt x="24" y="7"/>
                    <a:pt x="24" y="7"/>
                  </a:cubicBezTo>
                  <a:cubicBezTo>
                    <a:pt x="24" y="7"/>
                    <a:pt x="16" y="5"/>
                    <a:pt x="16" y="10"/>
                  </a:cubicBezTo>
                  <a:cubicBezTo>
                    <a:pt x="16" y="16"/>
                    <a:pt x="19" y="44"/>
                    <a:pt x="19" y="63"/>
                  </a:cubicBezTo>
                  <a:cubicBezTo>
                    <a:pt x="19" y="82"/>
                    <a:pt x="20" y="130"/>
                    <a:pt x="18" y="139"/>
                  </a:cubicBezTo>
                  <a:cubicBezTo>
                    <a:pt x="16" y="149"/>
                    <a:pt x="10" y="152"/>
                    <a:pt x="8" y="140"/>
                  </a:cubicBezTo>
                  <a:cubicBezTo>
                    <a:pt x="7" y="128"/>
                    <a:pt x="7" y="64"/>
                    <a:pt x="8" y="52"/>
                  </a:cubicBezTo>
                  <a:cubicBezTo>
                    <a:pt x="8" y="40"/>
                    <a:pt x="10" y="14"/>
                    <a:pt x="9" y="11"/>
                  </a:cubicBezTo>
                  <a:cubicBezTo>
                    <a:pt x="7" y="7"/>
                    <a:pt x="4" y="5"/>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9" name="Group 98"/>
          <p:cNvGrpSpPr/>
          <p:nvPr/>
        </p:nvGrpSpPr>
        <p:grpSpPr>
          <a:xfrm>
            <a:off x="10261601" y="2413000"/>
            <a:ext cx="1245020" cy="1412755"/>
            <a:chOff x="7696200" y="1809750"/>
            <a:chExt cx="933765" cy="1059566"/>
          </a:xfrm>
        </p:grpSpPr>
        <p:sp>
          <p:nvSpPr>
            <p:cNvPr id="72" name="Freeform 5"/>
            <p:cNvSpPr/>
            <p:nvPr/>
          </p:nvSpPr>
          <p:spPr bwMode="auto">
            <a:xfrm flipH="1">
              <a:off x="7696200" y="1809750"/>
              <a:ext cx="933765" cy="1059566"/>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15A185">
                <a:alpha val="95000"/>
              </a:srgb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73"/>
            <p:cNvSpPr>
              <a:spLocks noEditPoints="1"/>
            </p:cNvSpPr>
            <p:nvPr/>
          </p:nvSpPr>
          <p:spPr bwMode="auto">
            <a:xfrm>
              <a:off x="7941534" y="2052159"/>
              <a:ext cx="497144" cy="488343"/>
            </a:xfrm>
            <a:custGeom>
              <a:avLst/>
              <a:gdLst>
                <a:gd name="T0" fmla="*/ 82 w 95"/>
                <a:gd name="T1" fmla="*/ 57 h 93"/>
                <a:gd name="T2" fmla="*/ 95 w 95"/>
                <a:gd name="T3" fmla="*/ 51 h 93"/>
                <a:gd name="T4" fmla="*/ 95 w 95"/>
                <a:gd name="T5" fmla="*/ 41 h 93"/>
                <a:gd name="T6" fmla="*/ 82 w 95"/>
                <a:gd name="T7" fmla="*/ 35 h 93"/>
                <a:gd name="T8" fmla="*/ 80 w 95"/>
                <a:gd name="T9" fmla="*/ 30 h 93"/>
                <a:gd name="T10" fmla="*/ 85 w 95"/>
                <a:gd name="T11" fmla="*/ 17 h 93"/>
                <a:gd name="T12" fmla="*/ 77 w 95"/>
                <a:gd name="T13" fmla="*/ 9 h 93"/>
                <a:gd name="T14" fmla="*/ 64 w 95"/>
                <a:gd name="T15" fmla="*/ 15 h 93"/>
                <a:gd name="T16" fmla="*/ 58 w 95"/>
                <a:gd name="T17" fmla="*/ 12 h 93"/>
                <a:gd name="T18" fmla="*/ 53 w 95"/>
                <a:gd name="T19" fmla="*/ 0 h 93"/>
                <a:gd name="T20" fmla="*/ 42 w 95"/>
                <a:gd name="T21" fmla="*/ 0 h 93"/>
                <a:gd name="T22" fmla="*/ 37 w 95"/>
                <a:gd name="T23" fmla="*/ 12 h 93"/>
                <a:gd name="T24" fmla="*/ 31 w 95"/>
                <a:gd name="T25" fmla="*/ 15 h 93"/>
                <a:gd name="T26" fmla="*/ 18 w 95"/>
                <a:gd name="T27" fmla="*/ 10 h 93"/>
                <a:gd name="T28" fmla="*/ 10 w 95"/>
                <a:gd name="T29" fmla="*/ 17 h 93"/>
                <a:gd name="T30" fmla="*/ 15 w 95"/>
                <a:gd name="T31" fmla="*/ 30 h 93"/>
                <a:gd name="T32" fmla="*/ 13 w 95"/>
                <a:gd name="T33" fmla="*/ 36 h 93"/>
                <a:gd name="T34" fmla="*/ 0 w 95"/>
                <a:gd name="T35" fmla="*/ 41 h 93"/>
                <a:gd name="T36" fmla="*/ 0 w 95"/>
                <a:gd name="T37" fmla="*/ 51 h 93"/>
                <a:gd name="T38" fmla="*/ 13 w 95"/>
                <a:gd name="T39" fmla="*/ 57 h 93"/>
                <a:gd name="T40" fmla="*/ 16 w 95"/>
                <a:gd name="T41" fmla="*/ 62 h 93"/>
                <a:gd name="T42" fmla="*/ 10 w 95"/>
                <a:gd name="T43" fmla="*/ 76 h 93"/>
                <a:gd name="T44" fmla="*/ 18 w 95"/>
                <a:gd name="T45" fmla="*/ 83 h 93"/>
                <a:gd name="T46" fmla="*/ 31 w 95"/>
                <a:gd name="T47" fmla="*/ 77 h 93"/>
                <a:gd name="T48" fmla="*/ 37 w 95"/>
                <a:gd name="T49" fmla="*/ 80 h 93"/>
                <a:gd name="T50" fmla="*/ 43 w 95"/>
                <a:gd name="T51" fmla="*/ 93 h 93"/>
                <a:gd name="T52" fmla="*/ 53 w 95"/>
                <a:gd name="T53" fmla="*/ 93 h 93"/>
                <a:gd name="T54" fmla="*/ 58 w 95"/>
                <a:gd name="T55" fmla="*/ 80 h 93"/>
                <a:gd name="T56" fmla="*/ 64 w 95"/>
                <a:gd name="T57" fmla="*/ 77 h 93"/>
                <a:gd name="T58" fmla="*/ 78 w 95"/>
                <a:gd name="T59" fmla="*/ 82 h 93"/>
                <a:gd name="T60" fmla="*/ 85 w 95"/>
                <a:gd name="T61" fmla="*/ 75 h 93"/>
                <a:gd name="T62" fmla="*/ 80 w 95"/>
                <a:gd name="T63" fmla="*/ 62 h 93"/>
                <a:gd name="T64" fmla="*/ 82 w 95"/>
                <a:gd name="T65" fmla="*/ 57 h 93"/>
                <a:gd name="T66" fmla="*/ 48 w 95"/>
                <a:gd name="T67" fmla="*/ 61 h 93"/>
                <a:gd name="T68" fmla="*/ 32 w 95"/>
                <a:gd name="T69" fmla="*/ 46 h 93"/>
                <a:gd name="T70" fmla="*/ 48 w 95"/>
                <a:gd name="T71" fmla="*/ 31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5"/>
                    <a:pt x="82" y="35"/>
                  </a:cubicBezTo>
                  <a:cubicBezTo>
                    <a:pt x="80" y="30"/>
                    <a:pt x="80" y="30"/>
                    <a:pt x="80" y="30"/>
                  </a:cubicBezTo>
                  <a:cubicBezTo>
                    <a:pt x="80" y="30"/>
                    <a:pt x="85" y="17"/>
                    <a:pt x="85" y="17"/>
                  </a:cubicBezTo>
                  <a:cubicBezTo>
                    <a:pt x="77" y="9"/>
                    <a:pt x="77" y="9"/>
                    <a:pt x="77" y="9"/>
                  </a:cubicBezTo>
                  <a:cubicBezTo>
                    <a:pt x="77" y="9"/>
                    <a:pt x="64" y="15"/>
                    <a:pt x="64" y="15"/>
                  </a:cubicBezTo>
                  <a:cubicBezTo>
                    <a:pt x="58" y="12"/>
                    <a:pt x="58" y="12"/>
                    <a:pt x="58" y="12"/>
                  </a:cubicBezTo>
                  <a:cubicBezTo>
                    <a:pt x="58" y="12"/>
                    <a:pt x="53" y="0"/>
                    <a:pt x="53" y="0"/>
                  </a:cubicBezTo>
                  <a:cubicBezTo>
                    <a:pt x="42" y="0"/>
                    <a:pt x="42" y="0"/>
                    <a:pt x="42" y="0"/>
                  </a:cubicBezTo>
                  <a:cubicBezTo>
                    <a:pt x="41" y="0"/>
                    <a:pt x="37" y="12"/>
                    <a:pt x="37" y="12"/>
                  </a:cubicBezTo>
                  <a:cubicBezTo>
                    <a:pt x="31" y="15"/>
                    <a:pt x="31" y="15"/>
                    <a:pt x="31" y="15"/>
                  </a:cubicBezTo>
                  <a:cubicBezTo>
                    <a:pt x="31" y="15"/>
                    <a:pt x="18" y="9"/>
                    <a:pt x="18" y="10"/>
                  </a:cubicBezTo>
                  <a:cubicBezTo>
                    <a:pt x="10" y="17"/>
                    <a:pt x="10" y="17"/>
                    <a:pt x="10" y="17"/>
                  </a:cubicBezTo>
                  <a:cubicBezTo>
                    <a:pt x="10" y="18"/>
                    <a:pt x="15" y="30"/>
                    <a:pt x="15" y="30"/>
                  </a:cubicBezTo>
                  <a:cubicBezTo>
                    <a:pt x="13" y="36"/>
                    <a:pt x="13" y="36"/>
                    <a:pt x="13" y="36"/>
                  </a:cubicBezTo>
                  <a:cubicBezTo>
                    <a:pt x="13" y="36"/>
                    <a:pt x="0" y="41"/>
                    <a:pt x="0" y="41"/>
                  </a:cubicBezTo>
                  <a:cubicBezTo>
                    <a:pt x="0" y="51"/>
                    <a:pt x="0" y="51"/>
                    <a:pt x="0" y="51"/>
                  </a:cubicBezTo>
                  <a:cubicBezTo>
                    <a:pt x="0" y="52"/>
                    <a:pt x="13" y="57"/>
                    <a:pt x="13" y="57"/>
                  </a:cubicBezTo>
                  <a:cubicBezTo>
                    <a:pt x="16" y="62"/>
                    <a:pt x="16" y="62"/>
                    <a:pt x="16" y="62"/>
                  </a:cubicBezTo>
                  <a:cubicBezTo>
                    <a:pt x="16" y="62"/>
                    <a:pt x="10" y="75"/>
                    <a:pt x="10" y="76"/>
                  </a:cubicBezTo>
                  <a:cubicBezTo>
                    <a:pt x="18" y="83"/>
                    <a:pt x="18" y="83"/>
                    <a:pt x="18" y="83"/>
                  </a:cubicBezTo>
                  <a:cubicBezTo>
                    <a:pt x="18" y="83"/>
                    <a:pt x="31" y="77"/>
                    <a:pt x="31" y="77"/>
                  </a:cubicBezTo>
                  <a:cubicBezTo>
                    <a:pt x="37" y="80"/>
                    <a:pt x="37" y="80"/>
                    <a:pt x="37" y="80"/>
                  </a:cubicBezTo>
                  <a:cubicBezTo>
                    <a:pt x="37" y="80"/>
                    <a:pt x="42" y="93"/>
                    <a:pt x="43" y="93"/>
                  </a:cubicBezTo>
                  <a:cubicBezTo>
                    <a:pt x="53" y="93"/>
                    <a:pt x="53" y="93"/>
                    <a:pt x="53" y="93"/>
                  </a:cubicBezTo>
                  <a:cubicBezTo>
                    <a:pt x="54" y="93"/>
                    <a:pt x="58" y="80"/>
                    <a:pt x="58" y="80"/>
                  </a:cubicBezTo>
                  <a:cubicBezTo>
                    <a:pt x="64" y="77"/>
                    <a:pt x="64" y="77"/>
                    <a:pt x="64" y="77"/>
                  </a:cubicBezTo>
                  <a:cubicBezTo>
                    <a:pt x="64" y="77"/>
                    <a:pt x="77" y="83"/>
                    <a:pt x="78" y="82"/>
                  </a:cubicBezTo>
                  <a:cubicBezTo>
                    <a:pt x="85" y="75"/>
                    <a:pt x="85" y="75"/>
                    <a:pt x="85" y="75"/>
                  </a:cubicBezTo>
                  <a:cubicBezTo>
                    <a:pt x="85" y="75"/>
                    <a:pt x="80" y="62"/>
                    <a:pt x="80" y="62"/>
                  </a:cubicBezTo>
                  <a:lnTo>
                    <a:pt x="82" y="57"/>
                  </a:lnTo>
                  <a:close/>
                  <a:moveTo>
                    <a:pt x="48" y="61"/>
                  </a:moveTo>
                  <a:cubicBezTo>
                    <a:pt x="39" y="61"/>
                    <a:pt x="32" y="54"/>
                    <a:pt x="32" y="46"/>
                  </a:cubicBezTo>
                  <a:cubicBezTo>
                    <a:pt x="32" y="38"/>
                    <a:pt x="39" y="31"/>
                    <a:pt x="48" y="31"/>
                  </a:cubicBezTo>
                  <a:cubicBezTo>
                    <a:pt x="56" y="31"/>
                    <a:pt x="63" y="38"/>
                    <a:pt x="63" y="46"/>
                  </a:cubicBezTo>
                  <a:cubicBezTo>
                    <a:pt x="63" y="54"/>
                    <a:pt x="56" y="61"/>
                    <a:pt x="48" y="6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5" name="Group 84"/>
          <p:cNvGrpSpPr/>
          <p:nvPr/>
        </p:nvGrpSpPr>
        <p:grpSpPr>
          <a:xfrm>
            <a:off x="8328951" y="2567101"/>
            <a:ext cx="1245020" cy="1412755"/>
            <a:chOff x="6246713" y="1925326"/>
            <a:chExt cx="933765" cy="1059566"/>
          </a:xfrm>
        </p:grpSpPr>
        <p:sp>
          <p:nvSpPr>
            <p:cNvPr id="11" name="Freeform 5"/>
            <p:cNvSpPr/>
            <p:nvPr/>
          </p:nvSpPr>
          <p:spPr bwMode="auto">
            <a:xfrm flipH="1">
              <a:off x="6246713" y="1925326"/>
              <a:ext cx="933765" cy="1059566"/>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297F9D">
                <a:alpha val="95000"/>
              </a:srgb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Freeform 33"/>
            <p:cNvSpPr>
              <a:spLocks noEditPoints="1"/>
            </p:cNvSpPr>
            <p:nvPr/>
          </p:nvSpPr>
          <p:spPr bwMode="auto">
            <a:xfrm>
              <a:off x="6470353" y="2219187"/>
              <a:ext cx="404160" cy="275174"/>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4" name="Group 83"/>
          <p:cNvGrpSpPr/>
          <p:nvPr/>
        </p:nvGrpSpPr>
        <p:grpSpPr>
          <a:xfrm>
            <a:off x="7057054" y="1925270"/>
            <a:ext cx="1640629" cy="1861663"/>
            <a:chOff x="5292790" y="1443952"/>
            <a:chExt cx="1230472" cy="1396247"/>
          </a:xfrm>
        </p:grpSpPr>
        <p:sp>
          <p:nvSpPr>
            <p:cNvPr id="9" name="Freeform 5"/>
            <p:cNvSpPr/>
            <p:nvPr/>
          </p:nvSpPr>
          <p:spPr bwMode="auto">
            <a:xfrm flipH="1">
              <a:off x="5292790" y="1443952"/>
              <a:ext cx="1230472" cy="1396247"/>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15A185">
                <a:alpha val="95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6" name="Group 75"/>
            <p:cNvGrpSpPr/>
            <p:nvPr/>
          </p:nvGrpSpPr>
          <p:grpSpPr>
            <a:xfrm>
              <a:off x="5707694" y="1819380"/>
              <a:ext cx="364740" cy="455927"/>
              <a:chOff x="6751638" y="2265363"/>
              <a:chExt cx="158750" cy="198438"/>
            </a:xfrm>
            <a:solidFill>
              <a:schemeClr val="bg1"/>
            </a:solidFill>
          </p:grpSpPr>
          <p:sp>
            <p:nvSpPr>
              <p:cNvPr id="77"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 name="Group 1"/>
          <p:cNvGrpSpPr/>
          <p:nvPr/>
        </p:nvGrpSpPr>
        <p:grpSpPr>
          <a:xfrm>
            <a:off x="897101" y="2311514"/>
            <a:ext cx="1541300" cy="1828687"/>
            <a:chOff x="672825" y="1733635"/>
            <a:chExt cx="1155975" cy="1371515"/>
          </a:xfrm>
        </p:grpSpPr>
        <p:sp>
          <p:nvSpPr>
            <p:cNvPr id="71" name="Freeform 5"/>
            <p:cNvSpPr/>
            <p:nvPr/>
          </p:nvSpPr>
          <p:spPr bwMode="auto">
            <a:xfrm>
              <a:off x="672825" y="1733635"/>
              <a:ext cx="1155975" cy="1371515"/>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297F9D">
                <a:alpha val="95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81" name="Group 80"/>
            <p:cNvGrpSpPr/>
            <p:nvPr/>
          </p:nvGrpSpPr>
          <p:grpSpPr>
            <a:xfrm>
              <a:off x="1078471" y="2048600"/>
              <a:ext cx="344682" cy="520396"/>
              <a:chOff x="549275" y="4406901"/>
              <a:chExt cx="161926" cy="244475"/>
            </a:xfrm>
            <a:solidFill>
              <a:schemeClr val="bg1"/>
            </a:solidFill>
          </p:grpSpPr>
          <p:sp>
            <p:nvSpPr>
              <p:cNvPr id="82"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73" name="Group 72"/>
          <p:cNvGrpSpPr/>
          <p:nvPr/>
        </p:nvGrpSpPr>
        <p:grpSpPr>
          <a:xfrm>
            <a:off x="5928784" y="2111842"/>
            <a:ext cx="1380771" cy="1566793"/>
            <a:chOff x="4446588" y="1583881"/>
            <a:chExt cx="1035578" cy="1175095"/>
          </a:xfrm>
        </p:grpSpPr>
        <p:sp>
          <p:nvSpPr>
            <p:cNvPr id="10" name="Freeform 5"/>
            <p:cNvSpPr/>
            <p:nvPr/>
          </p:nvSpPr>
          <p:spPr bwMode="auto">
            <a:xfrm flipH="1">
              <a:off x="4446588" y="1583881"/>
              <a:ext cx="1035578" cy="1175095"/>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297F9D">
                <a:alpha val="95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Freeform 32"/>
            <p:cNvSpPr/>
            <p:nvPr/>
          </p:nvSpPr>
          <p:spPr bwMode="auto">
            <a:xfrm>
              <a:off x="4777631" y="1955181"/>
              <a:ext cx="373491" cy="329954"/>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0" name="Group 59"/>
          <p:cNvGrpSpPr/>
          <p:nvPr/>
        </p:nvGrpSpPr>
        <p:grpSpPr>
          <a:xfrm>
            <a:off x="4297327" y="1931388"/>
            <a:ext cx="1629411" cy="1933225"/>
            <a:chOff x="3222995" y="1448540"/>
            <a:chExt cx="1222058" cy="1449919"/>
          </a:xfrm>
        </p:grpSpPr>
        <p:sp>
          <p:nvSpPr>
            <p:cNvPr id="7" name="Freeform 5"/>
            <p:cNvSpPr/>
            <p:nvPr/>
          </p:nvSpPr>
          <p:spPr bwMode="auto">
            <a:xfrm>
              <a:off x="3222995" y="1448540"/>
              <a:ext cx="1222058" cy="1449919"/>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88" name="Group 87"/>
            <p:cNvGrpSpPr/>
            <p:nvPr/>
          </p:nvGrpSpPr>
          <p:grpSpPr>
            <a:xfrm>
              <a:off x="3619264" y="1820444"/>
              <a:ext cx="383974" cy="502121"/>
              <a:chOff x="812800" y="2401888"/>
              <a:chExt cx="206375" cy="269875"/>
            </a:xfrm>
            <a:solidFill>
              <a:schemeClr val="bg1"/>
            </a:solidFill>
          </p:grpSpPr>
          <p:sp>
            <p:nvSpPr>
              <p:cNvPr id="89"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2146936" y="2134588"/>
            <a:ext cx="1420112" cy="1684901"/>
            <a:chOff x="1610202" y="1600941"/>
            <a:chExt cx="1065084" cy="1263676"/>
          </a:xfrm>
        </p:grpSpPr>
        <p:sp>
          <p:nvSpPr>
            <p:cNvPr id="70" name="Freeform 5"/>
            <p:cNvSpPr/>
            <p:nvPr/>
          </p:nvSpPr>
          <p:spPr bwMode="auto">
            <a:xfrm>
              <a:off x="1610202" y="1600941"/>
              <a:ext cx="1065084" cy="1263676"/>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15A185">
                <a:alpha val="95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92" name="Group 91"/>
            <p:cNvGrpSpPr/>
            <p:nvPr/>
          </p:nvGrpSpPr>
          <p:grpSpPr>
            <a:xfrm>
              <a:off x="1905000" y="1962884"/>
              <a:ext cx="469416" cy="456466"/>
              <a:chOff x="390525" y="2455863"/>
              <a:chExt cx="230188" cy="223838"/>
            </a:xfrm>
            <a:solidFill>
              <a:schemeClr val="bg1"/>
            </a:solidFill>
          </p:grpSpPr>
          <p:sp>
            <p:nvSpPr>
              <p:cNvPr id="93" name="Freeform 41"/>
              <p:cNvSpPr>
                <a:spLocks noEditPoints="1"/>
              </p:cNvSpPr>
              <p:nvPr/>
            </p:nvSpPr>
            <p:spPr bwMode="auto">
              <a:xfrm>
                <a:off x="498475" y="2559051"/>
                <a:ext cx="122238" cy="120650"/>
              </a:xfrm>
              <a:custGeom>
                <a:avLst/>
                <a:gdLst>
                  <a:gd name="T0" fmla="*/ 57 w 64"/>
                  <a:gd name="T1" fmla="*/ 34 h 63"/>
                  <a:gd name="T2" fmla="*/ 30 w 64"/>
                  <a:gd name="T3" fmla="*/ 7 h 63"/>
                  <a:gd name="T4" fmla="*/ 14 w 64"/>
                  <a:gd name="T5" fmla="*/ 3 h 63"/>
                  <a:gd name="T6" fmla="*/ 11 w 64"/>
                  <a:gd name="T7" fmla="*/ 0 h 63"/>
                  <a:gd name="T8" fmla="*/ 8 w 64"/>
                  <a:gd name="T9" fmla="*/ 4 h 63"/>
                  <a:gd name="T10" fmla="*/ 3 w 64"/>
                  <a:gd name="T11" fmla="*/ 5 h 63"/>
                  <a:gd name="T12" fmla="*/ 2 w 64"/>
                  <a:gd name="T13" fmla="*/ 9 h 63"/>
                  <a:gd name="T14" fmla="*/ 0 w 64"/>
                  <a:gd name="T15" fmla="*/ 11 h 63"/>
                  <a:gd name="T16" fmla="*/ 3 w 64"/>
                  <a:gd name="T17" fmla="*/ 15 h 63"/>
                  <a:gd name="T18" fmla="*/ 7 w 64"/>
                  <a:gd name="T19" fmla="*/ 30 h 63"/>
                  <a:gd name="T20" fmla="*/ 34 w 64"/>
                  <a:gd name="T21" fmla="*/ 57 h 63"/>
                  <a:gd name="T22" fmla="*/ 57 w 64"/>
                  <a:gd name="T23" fmla="*/ 57 h 63"/>
                  <a:gd name="T24" fmla="*/ 57 w 64"/>
                  <a:gd name="T25" fmla="*/ 34 h 63"/>
                  <a:gd name="T26" fmla="*/ 52 w 64"/>
                  <a:gd name="T27" fmla="*/ 52 h 63"/>
                  <a:gd name="T28" fmla="*/ 37 w 64"/>
                  <a:gd name="T29" fmla="*/ 52 h 63"/>
                  <a:gd name="T30" fmla="*/ 13 w 64"/>
                  <a:gd name="T31" fmla="*/ 28 h 63"/>
                  <a:gd name="T32" fmla="*/ 9 w 64"/>
                  <a:gd name="T33" fmla="*/ 21 h 63"/>
                  <a:gd name="T34" fmla="*/ 14 w 64"/>
                  <a:gd name="T35" fmla="*/ 25 h 63"/>
                  <a:gd name="T36" fmla="*/ 25 w 64"/>
                  <a:gd name="T37" fmla="*/ 25 h 63"/>
                  <a:gd name="T38" fmla="*/ 25 w 64"/>
                  <a:gd name="T39" fmla="*/ 14 h 63"/>
                  <a:gd name="T40" fmla="*/ 20 w 64"/>
                  <a:gd name="T41" fmla="*/ 9 h 63"/>
                  <a:gd name="T42" fmla="*/ 28 w 64"/>
                  <a:gd name="T43" fmla="*/ 12 h 63"/>
                  <a:gd name="T44" fmla="*/ 52 w 64"/>
                  <a:gd name="T45" fmla="*/ 36 h 63"/>
                  <a:gd name="T46" fmla="*/ 52 w 64"/>
                  <a:gd name="T47" fmla="*/ 5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62">
                    <a:moveTo>
                      <a:pt x="57" y="34"/>
                    </a:moveTo>
                    <a:cubicBezTo>
                      <a:pt x="30" y="7"/>
                      <a:pt x="30" y="7"/>
                      <a:pt x="30" y="7"/>
                    </a:cubicBezTo>
                    <a:cubicBezTo>
                      <a:pt x="26" y="3"/>
                      <a:pt x="20" y="1"/>
                      <a:pt x="14" y="3"/>
                    </a:cubicBezTo>
                    <a:cubicBezTo>
                      <a:pt x="11" y="0"/>
                      <a:pt x="11" y="0"/>
                      <a:pt x="11" y="0"/>
                    </a:cubicBezTo>
                    <a:cubicBezTo>
                      <a:pt x="8" y="4"/>
                      <a:pt x="8" y="4"/>
                      <a:pt x="8" y="4"/>
                    </a:cubicBezTo>
                    <a:cubicBezTo>
                      <a:pt x="3" y="5"/>
                      <a:pt x="3" y="5"/>
                      <a:pt x="3" y="5"/>
                    </a:cubicBezTo>
                    <a:cubicBezTo>
                      <a:pt x="2" y="9"/>
                      <a:pt x="2" y="9"/>
                      <a:pt x="2" y="9"/>
                    </a:cubicBezTo>
                    <a:cubicBezTo>
                      <a:pt x="0" y="11"/>
                      <a:pt x="0" y="11"/>
                      <a:pt x="0" y="11"/>
                    </a:cubicBezTo>
                    <a:cubicBezTo>
                      <a:pt x="3" y="15"/>
                      <a:pt x="3" y="15"/>
                      <a:pt x="3" y="15"/>
                    </a:cubicBezTo>
                    <a:cubicBezTo>
                      <a:pt x="2" y="20"/>
                      <a:pt x="3" y="26"/>
                      <a:pt x="7" y="30"/>
                    </a:cubicBezTo>
                    <a:cubicBezTo>
                      <a:pt x="34" y="57"/>
                      <a:pt x="34" y="57"/>
                      <a:pt x="34" y="57"/>
                    </a:cubicBezTo>
                    <a:cubicBezTo>
                      <a:pt x="41" y="63"/>
                      <a:pt x="51" y="63"/>
                      <a:pt x="57" y="57"/>
                    </a:cubicBezTo>
                    <a:cubicBezTo>
                      <a:pt x="64" y="51"/>
                      <a:pt x="64" y="40"/>
                      <a:pt x="57" y="34"/>
                    </a:cubicBezTo>
                    <a:close/>
                    <a:moveTo>
                      <a:pt x="52" y="52"/>
                    </a:moveTo>
                    <a:cubicBezTo>
                      <a:pt x="48" y="56"/>
                      <a:pt x="41" y="56"/>
                      <a:pt x="37" y="52"/>
                    </a:cubicBezTo>
                    <a:cubicBezTo>
                      <a:pt x="13" y="28"/>
                      <a:pt x="13" y="28"/>
                      <a:pt x="13" y="28"/>
                    </a:cubicBezTo>
                    <a:cubicBezTo>
                      <a:pt x="11" y="26"/>
                      <a:pt x="10" y="23"/>
                      <a:pt x="9" y="21"/>
                    </a:cubicBezTo>
                    <a:cubicBezTo>
                      <a:pt x="14" y="25"/>
                      <a:pt x="14" y="25"/>
                      <a:pt x="14" y="25"/>
                    </a:cubicBezTo>
                    <a:cubicBezTo>
                      <a:pt x="17" y="28"/>
                      <a:pt x="22" y="28"/>
                      <a:pt x="25" y="25"/>
                    </a:cubicBezTo>
                    <a:cubicBezTo>
                      <a:pt x="28" y="22"/>
                      <a:pt x="28" y="17"/>
                      <a:pt x="25" y="14"/>
                    </a:cubicBezTo>
                    <a:cubicBezTo>
                      <a:pt x="20" y="9"/>
                      <a:pt x="20" y="9"/>
                      <a:pt x="20" y="9"/>
                    </a:cubicBezTo>
                    <a:cubicBezTo>
                      <a:pt x="23" y="9"/>
                      <a:pt x="26" y="10"/>
                      <a:pt x="28" y="12"/>
                    </a:cubicBezTo>
                    <a:cubicBezTo>
                      <a:pt x="52" y="36"/>
                      <a:pt x="52" y="36"/>
                      <a:pt x="52" y="36"/>
                    </a:cubicBezTo>
                    <a:cubicBezTo>
                      <a:pt x="56" y="41"/>
                      <a:pt x="57" y="48"/>
                      <a:pt x="52"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Freeform 42"/>
              <p:cNvSpPr>
                <a:spLocks noEditPoints="1"/>
              </p:cNvSpPr>
              <p:nvPr/>
            </p:nvSpPr>
            <p:spPr bwMode="auto">
              <a:xfrm>
                <a:off x="390525" y="2455863"/>
                <a:ext cx="123825" cy="117475"/>
              </a:xfrm>
              <a:custGeom>
                <a:avLst/>
                <a:gdLst>
                  <a:gd name="T0" fmla="*/ 50 w 65"/>
                  <a:gd name="T1" fmla="*/ 60 h 62"/>
                  <a:gd name="T2" fmla="*/ 53 w 65"/>
                  <a:gd name="T3" fmla="*/ 62 h 62"/>
                  <a:gd name="T4" fmla="*/ 58 w 65"/>
                  <a:gd name="T5" fmla="*/ 60 h 62"/>
                  <a:gd name="T6" fmla="*/ 60 w 65"/>
                  <a:gd name="T7" fmla="*/ 57 h 62"/>
                  <a:gd name="T8" fmla="*/ 63 w 65"/>
                  <a:gd name="T9" fmla="*/ 57 h 62"/>
                  <a:gd name="T10" fmla="*/ 65 w 65"/>
                  <a:gd name="T11" fmla="*/ 52 h 62"/>
                  <a:gd name="T12" fmla="*/ 61 w 65"/>
                  <a:gd name="T13" fmla="*/ 48 h 62"/>
                  <a:gd name="T14" fmla="*/ 56 w 65"/>
                  <a:gd name="T15" fmla="*/ 33 h 62"/>
                  <a:gd name="T16" fmla="*/ 29 w 65"/>
                  <a:gd name="T17" fmla="*/ 6 h 62"/>
                  <a:gd name="T18" fmla="*/ 6 w 65"/>
                  <a:gd name="T19" fmla="*/ 6 h 62"/>
                  <a:gd name="T20" fmla="*/ 6 w 65"/>
                  <a:gd name="T21" fmla="*/ 29 h 62"/>
                  <a:gd name="T22" fmla="*/ 33 w 65"/>
                  <a:gd name="T23" fmla="*/ 56 h 62"/>
                  <a:gd name="T24" fmla="*/ 50 w 65"/>
                  <a:gd name="T25" fmla="*/ 60 h 62"/>
                  <a:gd name="T26" fmla="*/ 12 w 65"/>
                  <a:gd name="T27" fmla="*/ 27 h 62"/>
                  <a:gd name="T28" fmla="*/ 11 w 65"/>
                  <a:gd name="T29" fmla="*/ 11 h 62"/>
                  <a:gd name="T30" fmla="*/ 27 w 65"/>
                  <a:gd name="T31" fmla="*/ 12 h 62"/>
                  <a:gd name="T32" fmla="*/ 51 w 65"/>
                  <a:gd name="T33" fmla="*/ 36 h 62"/>
                  <a:gd name="T34" fmla="*/ 54 w 65"/>
                  <a:gd name="T35" fmla="*/ 41 h 62"/>
                  <a:gd name="T36" fmla="*/ 43 w 65"/>
                  <a:gd name="T37" fmla="*/ 42 h 62"/>
                  <a:gd name="T38" fmla="*/ 43 w 65"/>
                  <a:gd name="T39" fmla="*/ 53 h 62"/>
                  <a:gd name="T40" fmla="*/ 45 w 65"/>
                  <a:gd name="T41" fmla="*/ 54 h 62"/>
                  <a:gd name="T42" fmla="*/ 36 w 65"/>
                  <a:gd name="T43" fmla="*/ 51 h 62"/>
                  <a:gd name="T44" fmla="*/ 12 w 65"/>
                  <a:gd name="T45" fmla="*/ 2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62">
                    <a:moveTo>
                      <a:pt x="50" y="60"/>
                    </a:moveTo>
                    <a:cubicBezTo>
                      <a:pt x="53" y="62"/>
                      <a:pt x="53" y="62"/>
                      <a:pt x="53" y="62"/>
                    </a:cubicBezTo>
                    <a:cubicBezTo>
                      <a:pt x="58" y="60"/>
                      <a:pt x="58" y="60"/>
                      <a:pt x="58" y="60"/>
                    </a:cubicBezTo>
                    <a:cubicBezTo>
                      <a:pt x="60" y="57"/>
                      <a:pt x="60" y="57"/>
                      <a:pt x="60" y="57"/>
                    </a:cubicBezTo>
                    <a:cubicBezTo>
                      <a:pt x="63" y="57"/>
                      <a:pt x="63" y="57"/>
                      <a:pt x="63" y="57"/>
                    </a:cubicBezTo>
                    <a:cubicBezTo>
                      <a:pt x="65" y="52"/>
                      <a:pt x="65" y="52"/>
                      <a:pt x="65" y="52"/>
                    </a:cubicBezTo>
                    <a:cubicBezTo>
                      <a:pt x="61" y="48"/>
                      <a:pt x="61" y="48"/>
                      <a:pt x="61" y="48"/>
                    </a:cubicBezTo>
                    <a:cubicBezTo>
                      <a:pt x="62" y="43"/>
                      <a:pt x="60" y="37"/>
                      <a:pt x="56" y="33"/>
                    </a:cubicBezTo>
                    <a:cubicBezTo>
                      <a:pt x="29" y="6"/>
                      <a:pt x="29" y="6"/>
                      <a:pt x="29" y="6"/>
                    </a:cubicBezTo>
                    <a:cubicBezTo>
                      <a:pt x="23" y="0"/>
                      <a:pt x="13" y="0"/>
                      <a:pt x="6" y="6"/>
                    </a:cubicBezTo>
                    <a:cubicBezTo>
                      <a:pt x="0" y="13"/>
                      <a:pt x="0" y="23"/>
                      <a:pt x="6" y="29"/>
                    </a:cubicBezTo>
                    <a:cubicBezTo>
                      <a:pt x="33" y="56"/>
                      <a:pt x="33" y="56"/>
                      <a:pt x="33" y="56"/>
                    </a:cubicBezTo>
                    <a:cubicBezTo>
                      <a:pt x="38" y="61"/>
                      <a:pt x="45" y="62"/>
                      <a:pt x="50" y="60"/>
                    </a:cubicBezTo>
                    <a:close/>
                    <a:moveTo>
                      <a:pt x="12" y="27"/>
                    </a:moveTo>
                    <a:cubicBezTo>
                      <a:pt x="7" y="22"/>
                      <a:pt x="7" y="15"/>
                      <a:pt x="11" y="11"/>
                    </a:cubicBezTo>
                    <a:cubicBezTo>
                      <a:pt x="15" y="7"/>
                      <a:pt x="22" y="7"/>
                      <a:pt x="27" y="12"/>
                    </a:cubicBezTo>
                    <a:cubicBezTo>
                      <a:pt x="51" y="36"/>
                      <a:pt x="51" y="36"/>
                      <a:pt x="51" y="36"/>
                    </a:cubicBezTo>
                    <a:cubicBezTo>
                      <a:pt x="53" y="37"/>
                      <a:pt x="54" y="39"/>
                      <a:pt x="54" y="41"/>
                    </a:cubicBezTo>
                    <a:cubicBezTo>
                      <a:pt x="51" y="39"/>
                      <a:pt x="46" y="39"/>
                      <a:pt x="43" y="42"/>
                    </a:cubicBezTo>
                    <a:cubicBezTo>
                      <a:pt x="40" y="45"/>
                      <a:pt x="40" y="50"/>
                      <a:pt x="43" y="53"/>
                    </a:cubicBezTo>
                    <a:cubicBezTo>
                      <a:pt x="45" y="54"/>
                      <a:pt x="45" y="54"/>
                      <a:pt x="45" y="54"/>
                    </a:cubicBezTo>
                    <a:cubicBezTo>
                      <a:pt x="42" y="54"/>
                      <a:pt x="38" y="53"/>
                      <a:pt x="36" y="51"/>
                    </a:cubicBezTo>
                    <a:lnTo>
                      <a:pt x="12"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Rectangle 43"/>
              <p:cNvSpPr>
                <a:spLocks noChangeArrowheads="1"/>
              </p:cNvSpPr>
              <p:nvPr/>
            </p:nvSpPr>
            <p:spPr bwMode="auto">
              <a:xfrm>
                <a:off x="517525" y="2525713"/>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Rectangle 44"/>
              <p:cNvSpPr>
                <a:spLocks noChangeArrowheads="1"/>
              </p:cNvSpPr>
              <p:nvPr/>
            </p:nvSpPr>
            <p:spPr bwMode="auto">
              <a:xfrm>
                <a:off x="525463" y="2549526"/>
                <a:ext cx="23813"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Rectangle 45"/>
              <p:cNvSpPr>
                <a:spLocks noChangeArrowheads="1"/>
              </p:cNvSpPr>
              <p:nvPr/>
            </p:nvSpPr>
            <p:spPr bwMode="auto">
              <a:xfrm>
                <a:off x="488950" y="2584451"/>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Rectangle 46"/>
              <p:cNvSpPr>
                <a:spLocks noChangeArrowheads="1"/>
              </p:cNvSpPr>
              <p:nvPr/>
            </p:nvSpPr>
            <p:spPr bwMode="auto">
              <a:xfrm>
                <a:off x="465138" y="2578101"/>
                <a:ext cx="222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6" name="Group 5"/>
          <p:cNvGrpSpPr/>
          <p:nvPr/>
        </p:nvGrpSpPr>
        <p:grpSpPr>
          <a:xfrm>
            <a:off x="3456991" y="2435434"/>
            <a:ext cx="1119628" cy="1328391"/>
            <a:chOff x="2592743" y="1826575"/>
            <a:chExt cx="839721" cy="996293"/>
          </a:xfrm>
        </p:grpSpPr>
        <p:sp>
          <p:nvSpPr>
            <p:cNvPr id="68" name="Freeform 5"/>
            <p:cNvSpPr/>
            <p:nvPr/>
          </p:nvSpPr>
          <p:spPr bwMode="auto">
            <a:xfrm>
              <a:off x="2592743" y="1826575"/>
              <a:ext cx="839721" cy="996293"/>
            </a:xfrm>
            <a:custGeom>
              <a:avLst/>
              <a:gdLst>
                <a:gd name="T0" fmla="*/ 556 w 1113"/>
                <a:gd name="T1" fmla="*/ 0 h 1321"/>
                <a:gd name="T2" fmla="*/ 1113 w 1113"/>
                <a:gd name="T3" fmla="*/ 556 h 1321"/>
                <a:gd name="T4" fmla="*/ 945 w 1113"/>
                <a:gd name="T5" fmla="*/ 954 h 1321"/>
                <a:gd name="T6" fmla="*/ 945 w 1113"/>
                <a:gd name="T7" fmla="*/ 954 h 1321"/>
                <a:gd name="T8" fmla="*/ 974 w 1113"/>
                <a:gd name="T9" fmla="*/ 1321 h 1321"/>
                <a:gd name="T10" fmla="*/ 674 w 1113"/>
                <a:gd name="T11" fmla="*/ 1100 h 1321"/>
                <a:gd name="T12" fmla="*/ 674 w 1113"/>
                <a:gd name="T13" fmla="*/ 1100 h 1321"/>
                <a:gd name="T14" fmla="*/ 556 w 1113"/>
                <a:gd name="T15" fmla="*/ 1113 h 1321"/>
                <a:gd name="T16" fmla="*/ 0 w 1113"/>
                <a:gd name="T17" fmla="*/ 556 h 1321"/>
                <a:gd name="T18" fmla="*/ 556 w 1113"/>
                <a:gd name="T1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3" h="1321">
                  <a:moveTo>
                    <a:pt x="556" y="0"/>
                  </a:moveTo>
                  <a:cubicBezTo>
                    <a:pt x="863" y="0"/>
                    <a:pt x="1113" y="249"/>
                    <a:pt x="1113" y="556"/>
                  </a:cubicBezTo>
                  <a:cubicBezTo>
                    <a:pt x="1113" y="712"/>
                    <a:pt x="1048" y="853"/>
                    <a:pt x="945" y="954"/>
                  </a:cubicBezTo>
                  <a:cubicBezTo>
                    <a:pt x="945" y="954"/>
                    <a:pt x="945" y="954"/>
                    <a:pt x="945" y="954"/>
                  </a:cubicBezTo>
                  <a:cubicBezTo>
                    <a:pt x="974" y="1321"/>
                    <a:pt x="974" y="1321"/>
                    <a:pt x="974" y="1321"/>
                  </a:cubicBezTo>
                  <a:cubicBezTo>
                    <a:pt x="674" y="1100"/>
                    <a:pt x="674" y="1100"/>
                    <a:pt x="674" y="1100"/>
                  </a:cubicBezTo>
                  <a:cubicBezTo>
                    <a:pt x="674" y="1100"/>
                    <a:pt x="674" y="1100"/>
                    <a:pt x="674" y="1100"/>
                  </a:cubicBezTo>
                  <a:cubicBezTo>
                    <a:pt x="636" y="1109"/>
                    <a:pt x="597" y="1113"/>
                    <a:pt x="556" y="1113"/>
                  </a:cubicBezTo>
                  <a:cubicBezTo>
                    <a:pt x="249" y="1113"/>
                    <a:pt x="0" y="864"/>
                    <a:pt x="0" y="556"/>
                  </a:cubicBezTo>
                  <a:cubicBezTo>
                    <a:pt x="0" y="249"/>
                    <a:pt x="249" y="0"/>
                    <a:pt x="556" y="0"/>
                  </a:cubicBezTo>
                  <a:close/>
                </a:path>
              </a:pathLst>
            </a:custGeom>
            <a:solidFill>
              <a:srgbClr val="297F9D">
                <a:alpha val="95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104" name="Group 103"/>
            <p:cNvGrpSpPr/>
            <p:nvPr/>
          </p:nvGrpSpPr>
          <p:grpSpPr>
            <a:xfrm>
              <a:off x="2836705" y="2088658"/>
              <a:ext cx="305511" cy="309969"/>
              <a:chOff x="2360613" y="2686051"/>
              <a:chExt cx="217488" cy="220662"/>
            </a:xfrm>
            <a:solidFill>
              <a:schemeClr val="bg1"/>
            </a:solidFill>
          </p:grpSpPr>
          <p:sp>
            <p:nvSpPr>
              <p:cNvPr id="105"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108"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1809950461"/>
      </p:ext>
    </p:extLst>
  </p:cSld>
  <p:clrMapOvr>
    <a:masterClrMapping/>
  </p:clrMapOvr>
  <p:transition spd="slow">
    <p:push dir="u"/>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223592"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System Detailed</a:t>
            </a:r>
          </a:p>
        </p:txBody>
      </p:sp>
      <p:sp>
        <p:nvSpPr>
          <p:cNvPr id="17" name="Oval 16"/>
          <p:cNvSpPr/>
          <p:nvPr/>
        </p:nvSpPr>
        <p:spPr>
          <a:xfrm>
            <a:off x="8331200" y="3446259"/>
            <a:ext cx="812800" cy="812800"/>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Oval 18"/>
          <p:cNvSpPr/>
          <p:nvPr/>
        </p:nvSpPr>
        <p:spPr>
          <a:xfrm>
            <a:off x="8331200" y="4958015"/>
            <a:ext cx="812800" cy="812800"/>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Oval 20"/>
          <p:cNvSpPr/>
          <p:nvPr/>
        </p:nvSpPr>
        <p:spPr>
          <a:xfrm>
            <a:off x="3251200" y="3446259"/>
            <a:ext cx="812800" cy="812800"/>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Oval 22"/>
          <p:cNvSpPr/>
          <p:nvPr/>
        </p:nvSpPr>
        <p:spPr>
          <a:xfrm>
            <a:off x="3251200" y="4958015"/>
            <a:ext cx="812800" cy="812800"/>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 name="Group 3"/>
          <p:cNvGrpSpPr/>
          <p:nvPr/>
        </p:nvGrpSpPr>
        <p:grpSpPr>
          <a:xfrm>
            <a:off x="3975101" y="1854200"/>
            <a:ext cx="4476751" cy="4622802"/>
            <a:chOff x="3975101" y="1854200"/>
            <a:chExt cx="4476751" cy="4622802"/>
          </a:xfrm>
        </p:grpSpPr>
        <p:grpSp>
          <p:nvGrpSpPr>
            <p:cNvPr id="36" name="Group 35"/>
            <p:cNvGrpSpPr/>
            <p:nvPr/>
          </p:nvGrpSpPr>
          <p:grpSpPr>
            <a:xfrm>
              <a:off x="3975101" y="1854201"/>
              <a:ext cx="4476751" cy="4622801"/>
              <a:chOff x="2981325" y="1390650"/>
              <a:chExt cx="3357563" cy="3467101"/>
            </a:xfrm>
          </p:grpSpPr>
          <p:sp>
            <p:nvSpPr>
              <p:cNvPr id="7" name="Freeform 5"/>
              <p:cNvSpPr/>
              <p:nvPr/>
            </p:nvSpPr>
            <p:spPr bwMode="auto">
              <a:xfrm>
                <a:off x="4224338" y="3878263"/>
                <a:ext cx="855663" cy="657225"/>
              </a:xfrm>
              <a:custGeom>
                <a:avLst/>
                <a:gdLst>
                  <a:gd name="T0" fmla="*/ 58 w 117"/>
                  <a:gd name="T1" fmla="*/ 3 h 90"/>
                  <a:gd name="T2" fmla="*/ 43 w 117"/>
                  <a:gd name="T3" fmla="*/ 0 h 90"/>
                  <a:gd name="T4" fmla="*/ 0 w 117"/>
                  <a:gd name="T5" fmla="*/ 90 h 90"/>
                  <a:gd name="T6" fmla="*/ 58 w 117"/>
                  <a:gd name="T7" fmla="*/ 90 h 90"/>
                  <a:gd name="T8" fmla="*/ 117 w 117"/>
                  <a:gd name="T9" fmla="*/ 90 h 90"/>
                  <a:gd name="T10" fmla="*/ 74 w 117"/>
                  <a:gd name="T11" fmla="*/ 0 h 90"/>
                  <a:gd name="T12" fmla="*/ 58 w 117"/>
                  <a:gd name="T13" fmla="*/ 3 h 90"/>
                </a:gdLst>
                <a:ahLst/>
                <a:cxnLst>
                  <a:cxn ang="0">
                    <a:pos x="T0" y="T1"/>
                  </a:cxn>
                  <a:cxn ang="0">
                    <a:pos x="T2" y="T3"/>
                  </a:cxn>
                  <a:cxn ang="0">
                    <a:pos x="T4" y="T5"/>
                  </a:cxn>
                  <a:cxn ang="0">
                    <a:pos x="T6" y="T7"/>
                  </a:cxn>
                  <a:cxn ang="0">
                    <a:pos x="T8" y="T9"/>
                  </a:cxn>
                  <a:cxn ang="0">
                    <a:pos x="T10" y="T11"/>
                  </a:cxn>
                  <a:cxn ang="0">
                    <a:pos x="T12" y="T13"/>
                  </a:cxn>
                </a:cxnLst>
                <a:rect l="0" t="0" r="r" b="b"/>
                <a:pathLst>
                  <a:path w="117" h="90">
                    <a:moveTo>
                      <a:pt x="58" y="3"/>
                    </a:moveTo>
                    <a:cubicBezTo>
                      <a:pt x="53" y="3"/>
                      <a:pt x="48" y="2"/>
                      <a:pt x="43" y="0"/>
                    </a:cubicBezTo>
                    <a:cubicBezTo>
                      <a:pt x="33" y="38"/>
                      <a:pt x="8" y="77"/>
                      <a:pt x="0" y="90"/>
                    </a:cubicBezTo>
                    <a:cubicBezTo>
                      <a:pt x="58" y="90"/>
                      <a:pt x="58" y="90"/>
                      <a:pt x="58" y="90"/>
                    </a:cubicBezTo>
                    <a:cubicBezTo>
                      <a:pt x="117" y="90"/>
                      <a:pt x="117" y="90"/>
                      <a:pt x="117" y="90"/>
                    </a:cubicBezTo>
                    <a:cubicBezTo>
                      <a:pt x="108" y="77"/>
                      <a:pt x="85" y="38"/>
                      <a:pt x="74" y="0"/>
                    </a:cubicBezTo>
                    <a:cubicBezTo>
                      <a:pt x="69" y="2"/>
                      <a:pt x="64" y="3"/>
                      <a:pt x="58" y="3"/>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6"/>
              <p:cNvSpPr/>
              <p:nvPr/>
            </p:nvSpPr>
            <p:spPr bwMode="auto">
              <a:xfrm>
                <a:off x="4406900" y="3724275"/>
                <a:ext cx="490538" cy="174625"/>
              </a:xfrm>
              <a:custGeom>
                <a:avLst/>
                <a:gdLst>
                  <a:gd name="T0" fmla="*/ 0 w 67"/>
                  <a:gd name="T1" fmla="*/ 0 h 24"/>
                  <a:gd name="T2" fmla="*/ 18 w 67"/>
                  <a:gd name="T3" fmla="*/ 21 h 24"/>
                  <a:gd name="T4" fmla="*/ 33 w 67"/>
                  <a:gd name="T5" fmla="*/ 24 h 24"/>
                  <a:gd name="T6" fmla="*/ 49 w 67"/>
                  <a:gd name="T7" fmla="*/ 21 h 24"/>
                  <a:gd name="T8" fmla="*/ 67 w 67"/>
                  <a:gd name="T9" fmla="*/ 0 h 24"/>
                  <a:gd name="T10" fmla="*/ 45 w 67"/>
                  <a:gd name="T11" fmla="*/ 0 h 24"/>
                  <a:gd name="T12" fmla="*/ 33 w 67"/>
                  <a:gd name="T13" fmla="*/ 0 h 24"/>
                  <a:gd name="T14" fmla="*/ 22 w 67"/>
                  <a:gd name="T15" fmla="*/ 0 h 24"/>
                  <a:gd name="T16" fmla="*/ 0 w 67"/>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24">
                    <a:moveTo>
                      <a:pt x="0" y="0"/>
                    </a:moveTo>
                    <a:cubicBezTo>
                      <a:pt x="0" y="9"/>
                      <a:pt x="7" y="17"/>
                      <a:pt x="18" y="21"/>
                    </a:cubicBezTo>
                    <a:cubicBezTo>
                      <a:pt x="23" y="23"/>
                      <a:pt x="28" y="24"/>
                      <a:pt x="33" y="24"/>
                    </a:cubicBezTo>
                    <a:cubicBezTo>
                      <a:pt x="39" y="24"/>
                      <a:pt x="44" y="23"/>
                      <a:pt x="49" y="21"/>
                    </a:cubicBezTo>
                    <a:cubicBezTo>
                      <a:pt x="60" y="17"/>
                      <a:pt x="67" y="9"/>
                      <a:pt x="67" y="0"/>
                    </a:cubicBezTo>
                    <a:cubicBezTo>
                      <a:pt x="45" y="0"/>
                      <a:pt x="45" y="0"/>
                      <a:pt x="45" y="0"/>
                    </a:cubicBezTo>
                    <a:cubicBezTo>
                      <a:pt x="33" y="0"/>
                      <a:pt x="33" y="0"/>
                      <a:pt x="33" y="0"/>
                    </a:cubicBezTo>
                    <a:cubicBezTo>
                      <a:pt x="22" y="0"/>
                      <a:pt x="22" y="0"/>
                      <a:pt x="22" y="0"/>
                    </a:cubicBezTo>
                    <a:lnTo>
                      <a:pt x="0" y="0"/>
                    </a:lnTo>
                    <a:close/>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a:spLocks noEditPoints="1"/>
              </p:cNvSpPr>
              <p:nvPr/>
            </p:nvSpPr>
            <p:spPr bwMode="auto">
              <a:xfrm>
                <a:off x="3632200" y="4535488"/>
                <a:ext cx="2041525" cy="322263"/>
              </a:xfrm>
              <a:custGeom>
                <a:avLst/>
                <a:gdLst>
                  <a:gd name="T0" fmla="*/ 23 w 279"/>
                  <a:gd name="T1" fmla="*/ 44 h 44"/>
                  <a:gd name="T2" fmla="*/ 174 w 279"/>
                  <a:gd name="T3" fmla="*/ 0 h 44"/>
                  <a:gd name="T4" fmla="*/ 167 w 279"/>
                  <a:gd name="T5" fmla="*/ 0 h 44"/>
                  <a:gd name="T6" fmla="*/ 161 w 279"/>
                  <a:gd name="T7" fmla="*/ 0 h 44"/>
                  <a:gd name="T8" fmla="*/ 156 w 279"/>
                  <a:gd name="T9" fmla="*/ 0 h 44"/>
                  <a:gd name="T10" fmla="*/ 152 w 279"/>
                  <a:gd name="T11" fmla="*/ 0 h 44"/>
                  <a:gd name="T12" fmla="*/ 148 w 279"/>
                  <a:gd name="T13" fmla="*/ 0 h 44"/>
                  <a:gd name="T14" fmla="*/ 145 w 279"/>
                  <a:gd name="T15" fmla="*/ 0 h 44"/>
                  <a:gd name="T16" fmla="*/ 143 w 279"/>
                  <a:gd name="T17" fmla="*/ 0 h 44"/>
                  <a:gd name="T18" fmla="*/ 142 w 279"/>
                  <a:gd name="T19" fmla="*/ 0 h 44"/>
                  <a:gd name="T20" fmla="*/ 141 w 279"/>
                  <a:gd name="T21" fmla="*/ 0 h 44"/>
                  <a:gd name="T22" fmla="*/ 140 w 279"/>
                  <a:gd name="T23" fmla="*/ 0 h 44"/>
                  <a:gd name="T24" fmla="*/ 140 w 279"/>
                  <a:gd name="T25" fmla="*/ 0 h 44"/>
                  <a:gd name="T26" fmla="*/ 139 w 279"/>
                  <a:gd name="T27" fmla="*/ 0 h 44"/>
                  <a:gd name="T28" fmla="*/ 139 w 279"/>
                  <a:gd name="T29" fmla="*/ 0 h 44"/>
                  <a:gd name="T30" fmla="*/ 132 w 279"/>
                  <a:gd name="T31" fmla="*/ 0 h 44"/>
                  <a:gd name="T32" fmla="*/ 122 w 279"/>
                  <a:gd name="T33" fmla="*/ 0 h 44"/>
                  <a:gd name="T34" fmla="*/ 114 w 279"/>
                  <a:gd name="T35" fmla="*/ 0 h 44"/>
                  <a:gd name="T36" fmla="*/ 107 w 279"/>
                  <a:gd name="T37" fmla="*/ 0 h 44"/>
                  <a:gd name="T38" fmla="*/ 101 w 279"/>
                  <a:gd name="T39" fmla="*/ 0 h 44"/>
                  <a:gd name="T40" fmla="*/ 96 w 279"/>
                  <a:gd name="T41" fmla="*/ 0 h 44"/>
                  <a:gd name="T42" fmla="*/ 92 w 279"/>
                  <a:gd name="T43" fmla="*/ 0 h 44"/>
                  <a:gd name="T44" fmla="*/ 89 w 279"/>
                  <a:gd name="T45" fmla="*/ 0 h 44"/>
                  <a:gd name="T46" fmla="*/ 87 w 279"/>
                  <a:gd name="T47" fmla="*/ 0 h 44"/>
                  <a:gd name="T48" fmla="*/ 85 w 279"/>
                  <a:gd name="T49" fmla="*/ 0 h 44"/>
                  <a:gd name="T50" fmla="*/ 83 w 279"/>
                  <a:gd name="T51" fmla="*/ 0 h 44"/>
                  <a:gd name="T52" fmla="*/ 82 w 279"/>
                  <a:gd name="T53" fmla="*/ 0 h 44"/>
                  <a:gd name="T54" fmla="*/ 82 w 279"/>
                  <a:gd name="T55" fmla="*/ 0 h 44"/>
                  <a:gd name="T56" fmla="*/ 81 w 279"/>
                  <a:gd name="T57" fmla="*/ 0 h 44"/>
                  <a:gd name="T58" fmla="*/ 81 w 279"/>
                  <a:gd name="T59" fmla="*/ 0 h 44"/>
                  <a:gd name="T60" fmla="*/ 81 w 279"/>
                  <a:gd name="T61" fmla="*/ 0 h 44"/>
                  <a:gd name="T62" fmla="*/ 73 w 279"/>
                  <a:gd name="T63" fmla="*/ 0 h 44"/>
                  <a:gd name="T64" fmla="*/ 67 w 279"/>
                  <a:gd name="T65" fmla="*/ 44 h 44"/>
                  <a:gd name="T66" fmla="*/ 80 w 279"/>
                  <a:gd name="T67" fmla="*/ 44 h 44"/>
                  <a:gd name="T68" fmla="*/ 93 w 279"/>
                  <a:gd name="T69" fmla="*/ 44 h 44"/>
                  <a:gd name="T70" fmla="*/ 104 w 279"/>
                  <a:gd name="T71" fmla="*/ 44 h 44"/>
                  <a:gd name="T72" fmla="*/ 113 w 279"/>
                  <a:gd name="T73" fmla="*/ 44 h 44"/>
                  <a:gd name="T74" fmla="*/ 120 w 279"/>
                  <a:gd name="T75" fmla="*/ 44 h 44"/>
                  <a:gd name="T76" fmla="*/ 126 w 279"/>
                  <a:gd name="T77" fmla="*/ 44 h 44"/>
                  <a:gd name="T78" fmla="*/ 131 w 279"/>
                  <a:gd name="T79" fmla="*/ 44 h 44"/>
                  <a:gd name="T80" fmla="*/ 134 w 279"/>
                  <a:gd name="T81" fmla="*/ 44 h 44"/>
                  <a:gd name="T82" fmla="*/ 136 w 279"/>
                  <a:gd name="T83" fmla="*/ 44 h 44"/>
                  <a:gd name="T84" fmla="*/ 138 w 279"/>
                  <a:gd name="T85" fmla="*/ 44 h 44"/>
                  <a:gd name="T86" fmla="*/ 139 w 279"/>
                  <a:gd name="T87" fmla="*/ 44 h 44"/>
                  <a:gd name="T88" fmla="*/ 139 w 279"/>
                  <a:gd name="T89" fmla="*/ 44 h 44"/>
                  <a:gd name="T90" fmla="*/ 139 w 279"/>
                  <a:gd name="T91" fmla="*/ 44 h 44"/>
                  <a:gd name="T92" fmla="*/ 150 w 279"/>
                  <a:gd name="T93" fmla="*/ 44 h 44"/>
                  <a:gd name="T94" fmla="*/ 169 w 279"/>
                  <a:gd name="T95" fmla="*/ 44 h 44"/>
                  <a:gd name="T96" fmla="*/ 279 w 279"/>
                  <a:gd name="T97" fmla="*/ 2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9" h="44">
                    <a:moveTo>
                      <a:pt x="67" y="0"/>
                    </a:moveTo>
                    <a:cubicBezTo>
                      <a:pt x="23" y="0"/>
                      <a:pt x="23" y="0"/>
                      <a:pt x="23" y="0"/>
                    </a:cubicBezTo>
                    <a:cubicBezTo>
                      <a:pt x="11" y="0"/>
                      <a:pt x="0" y="11"/>
                      <a:pt x="0" y="23"/>
                    </a:cubicBezTo>
                    <a:cubicBezTo>
                      <a:pt x="0" y="35"/>
                      <a:pt x="11" y="44"/>
                      <a:pt x="23" y="44"/>
                    </a:cubicBezTo>
                    <a:cubicBezTo>
                      <a:pt x="67" y="44"/>
                      <a:pt x="67" y="44"/>
                      <a:pt x="67" y="44"/>
                    </a:cubicBezTo>
                    <a:moveTo>
                      <a:pt x="256" y="0"/>
                    </a:moveTo>
                    <a:cubicBezTo>
                      <a:pt x="198" y="0"/>
                      <a:pt x="198" y="0"/>
                      <a:pt x="198" y="0"/>
                    </a:cubicBezTo>
                    <a:cubicBezTo>
                      <a:pt x="174" y="0"/>
                      <a:pt x="174" y="0"/>
                      <a:pt x="174" y="0"/>
                    </a:cubicBezTo>
                    <a:cubicBezTo>
                      <a:pt x="173" y="0"/>
                      <a:pt x="173" y="0"/>
                      <a:pt x="173" y="0"/>
                    </a:cubicBezTo>
                    <a:cubicBezTo>
                      <a:pt x="171" y="0"/>
                      <a:pt x="171" y="0"/>
                      <a:pt x="171" y="0"/>
                    </a:cubicBezTo>
                    <a:cubicBezTo>
                      <a:pt x="169" y="0"/>
                      <a:pt x="169" y="0"/>
                      <a:pt x="169" y="0"/>
                    </a:cubicBezTo>
                    <a:cubicBezTo>
                      <a:pt x="167" y="0"/>
                      <a:pt x="167" y="0"/>
                      <a:pt x="167" y="0"/>
                    </a:cubicBezTo>
                    <a:cubicBezTo>
                      <a:pt x="166" y="0"/>
                      <a:pt x="166" y="0"/>
                      <a:pt x="166" y="0"/>
                    </a:cubicBezTo>
                    <a:cubicBezTo>
                      <a:pt x="164" y="0"/>
                      <a:pt x="164" y="0"/>
                      <a:pt x="164" y="0"/>
                    </a:cubicBezTo>
                    <a:cubicBezTo>
                      <a:pt x="163" y="0"/>
                      <a:pt x="163" y="0"/>
                      <a:pt x="163" y="0"/>
                    </a:cubicBezTo>
                    <a:cubicBezTo>
                      <a:pt x="161" y="0"/>
                      <a:pt x="161" y="0"/>
                      <a:pt x="161" y="0"/>
                    </a:cubicBezTo>
                    <a:cubicBezTo>
                      <a:pt x="160" y="0"/>
                      <a:pt x="160" y="0"/>
                      <a:pt x="160" y="0"/>
                    </a:cubicBezTo>
                    <a:cubicBezTo>
                      <a:pt x="158" y="0"/>
                      <a:pt x="158" y="0"/>
                      <a:pt x="158" y="0"/>
                    </a:cubicBezTo>
                    <a:cubicBezTo>
                      <a:pt x="157" y="0"/>
                      <a:pt x="157" y="0"/>
                      <a:pt x="157" y="0"/>
                    </a:cubicBezTo>
                    <a:cubicBezTo>
                      <a:pt x="156" y="0"/>
                      <a:pt x="156" y="0"/>
                      <a:pt x="156" y="0"/>
                    </a:cubicBezTo>
                    <a:cubicBezTo>
                      <a:pt x="155" y="0"/>
                      <a:pt x="155" y="0"/>
                      <a:pt x="155" y="0"/>
                    </a:cubicBezTo>
                    <a:cubicBezTo>
                      <a:pt x="154" y="0"/>
                      <a:pt x="154" y="0"/>
                      <a:pt x="154" y="0"/>
                    </a:cubicBezTo>
                    <a:cubicBezTo>
                      <a:pt x="153" y="0"/>
                      <a:pt x="153" y="0"/>
                      <a:pt x="153" y="0"/>
                    </a:cubicBezTo>
                    <a:cubicBezTo>
                      <a:pt x="152" y="0"/>
                      <a:pt x="152" y="0"/>
                      <a:pt x="152" y="0"/>
                    </a:cubicBezTo>
                    <a:cubicBezTo>
                      <a:pt x="151" y="0"/>
                      <a:pt x="151" y="0"/>
                      <a:pt x="151" y="0"/>
                    </a:cubicBezTo>
                    <a:cubicBezTo>
                      <a:pt x="150" y="0"/>
                      <a:pt x="150" y="0"/>
                      <a:pt x="150" y="0"/>
                    </a:cubicBezTo>
                    <a:cubicBezTo>
                      <a:pt x="149" y="0"/>
                      <a:pt x="149" y="0"/>
                      <a:pt x="149" y="0"/>
                    </a:cubicBezTo>
                    <a:cubicBezTo>
                      <a:pt x="148" y="0"/>
                      <a:pt x="148" y="0"/>
                      <a:pt x="148" y="0"/>
                    </a:cubicBezTo>
                    <a:cubicBezTo>
                      <a:pt x="147" y="0"/>
                      <a:pt x="147" y="0"/>
                      <a:pt x="147" y="0"/>
                    </a:cubicBezTo>
                    <a:cubicBezTo>
                      <a:pt x="147" y="0"/>
                      <a:pt x="147" y="0"/>
                      <a:pt x="147" y="0"/>
                    </a:cubicBezTo>
                    <a:cubicBezTo>
                      <a:pt x="146" y="0"/>
                      <a:pt x="146" y="0"/>
                      <a:pt x="146" y="0"/>
                    </a:cubicBezTo>
                    <a:cubicBezTo>
                      <a:pt x="145" y="0"/>
                      <a:pt x="145" y="0"/>
                      <a:pt x="145" y="0"/>
                    </a:cubicBezTo>
                    <a:cubicBezTo>
                      <a:pt x="145" y="0"/>
                      <a:pt x="145" y="0"/>
                      <a:pt x="145" y="0"/>
                    </a:cubicBezTo>
                    <a:cubicBezTo>
                      <a:pt x="144" y="0"/>
                      <a:pt x="144" y="0"/>
                      <a:pt x="144" y="0"/>
                    </a:cubicBezTo>
                    <a:cubicBezTo>
                      <a:pt x="144" y="0"/>
                      <a:pt x="144" y="0"/>
                      <a:pt x="144" y="0"/>
                    </a:cubicBezTo>
                    <a:cubicBezTo>
                      <a:pt x="143" y="0"/>
                      <a:pt x="143" y="0"/>
                      <a:pt x="143" y="0"/>
                    </a:cubicBezTo>
                    <a:cubicBezTo>
                      <a:pt x="143" y="0"/>
                      <a:pt x="143" y="0"/>
                      <a:pt x="143" y="0"/>
                    </a:cubicBezTo>
                    <a:cubicBezTo>
                      <a:pt x="143" y="0"/>
                      <a:pt x="143" y="0"/>
                      <a:pt x="143" y="0"/>
                    </a:cubicBezTo>
                    <a:cubicBezTo>
                      <a:pt x="142" y="0"/>
                      <a:pt x="142" y="0"/>
                      <a:pt x="142" y="0"/>
                    </a:cubicBezTo>
                    <a:cubicBezTo>
                      <a:pt x="142" y="0"/>
                      <a:pt x="142" y="0"/>
                      <a:pt x="142" y="0"/>
                    </a:cubicBezTo>
                    <a:cubicBezTo>
                      <a:pt x="142" y="0"/>
                      <a:pt x="142" y="0"/>
                      <a:pt x="142" y="0"/>
                    </a:cubicBezTo>
                    <a:cubicBezTo>
                      <a:pt x="141" y="0"/>
                      <a:pt x="141" y="0"/>
                      <a:pt x="141" y="0"/>
                    </a:cubicBezTo>
                    <a:cubicBezTo>
                      <a:pt x="141" y="0"/>
                      <a:pt x="141" y="0"/>
                      <a:pt x="141" y="0"/>
                    </a:cubicBezTo>
                    <a:cubicBezTo>
                      <a:pt x="141" y="0"/>
                      <a:pt x="141" y="0"/>
                      <a:pt x="141"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39" y="0"/>
                      <a:pt x="139" y="0"/>
                      <a:pt x="139" y="0"/>
                    </a:cubicBezTo>
                    <a:cubicBezTo>
                      <a:pt x="139" y="0"/>
                      <a:pt x="139" y="0"/>
                      <a:pt x="139" y="0"/>
                    </a:cubicBezTo>
                    <a:cubicBezTo>
                      <a:pt x="139" y="0"/>
                      <a:pt x="139" y="0"/>
                      <a:pt x="139" y="0"/>
                    </a:cubicBezTo>
                    <a:cubicBezTo>
                      <a:pt x="139" y="0"/>
                      <a:pt x="139" y="0"/>
                      <a:pt x="139" y="0"/>
                    </a:cubicBezTo>
                    <a:cubicBezTo>
                      <a:pt x="139" y="0"/>
                      <a:pt x="139" y="0"/>
                      <a:pt x="139" y="0"/>
                    </a:cubicBezTo>
                    <a:cubicBezTo>
                      <a:pt x="139" y="0"/>
                      <a:pt x="139" y="0"/>
                      <a:pt x="139" y="0"/>
                    </a:cubicBezTo>
                    <a:cubicBezTo>
                      <a:pt x="139" y="0"/>
                      <a:pt x="139" y="0"/>
                      <a:pt x="139" y="0"/>
                    </a:cubicBezTo>
                    <a:cubicBezTo>
                      <a:pt x="137" y="0"/>
                      <a:pt x="137" y="0"/>
                      <a:pt x="137" y="0"/>
                    </a:cubicBezTo>
                    <a:cubicBezTo>
                      <a:pt x="134" y="0"/>
                      <a:pt x="134" y="0"/>
                      <a:pt x="134" y="0"/>
                    </a:cubicBezTo>
                    <a:cubicBezTo>
                      <a:pt x="132" y="0"/>
                      <a:pt x="132" y="0"/>
                      <a:pt x="132" y="0"/>
                    </a:cubicBezTo>
                    <a:cubicBezTo>
                      <a:pt x="129" y="0"/>
                      <a:pt x="129" y="0"/>
                      <a:pt x="129" y="0"/>
                    </a:cubicBezTo>
                    <a:cubicBezTo>
                      <a:pt x="127" y="0"/>
                      <a:pt x="127" y="0"/>
                      <a:pt x="127" y="0"/>
                    </a:cubicBezTo>
                    <a:cubicBezTo>
                      <a:pt x="124" y="0"/>
                      <a:pt x="124" y="0"/>
                      <a:pt x="124" y="0"/>
                    </a:cubicBezTo>
                    <a:cubicBezTo>
                      <a:pt x="122" y="0"/>
                      <a:pt x="122" y="0"/>
                      <a:pt x="122" y="0"/>
                    </a:cubicBezTo>
                    <a:cubicBezTo>
                      <a:pt x="120" y="0"/>
                      <a:pt x="120" y="0"/>
                      <a:pt x="120" y="0"/>
                    </a:cubicBezTo>
                    <a:cubicBezTo>
                      <a:pt x="118" y="0"/>
                      <a:pt x="118" y="0"/>
                      <a:pt x="118" y="0"/>
                    </a:cubicBezTo>
                    <a:cubicBezTo>
                      <a:pt x="116" y="0"/>
                      <a:pt x="116" y="0"/>
                      <a:pt x="116" y="0"/>
                    </a:cubicBezTo>
                    <a:cubicBezTo>
                      <a:pt x="114" y="0"/>
                      <a:pt x="114" y="0"/>
                      <a:pt x="114" y="0"/>
                    </a:cubicBezTo>
                    <a:cubicBezTo>
                      <a:pt x="112" y="0"/>
                      <a:pt x="112" y="0"/>
                      <a:pt x="112" y="0"/>
                    </a:cubicBezTo>
                    <a:cubicBezTo>
                      <a:pt x="111" y="0"/>
                      <a:pt x="111" y="0"/>
                      <a:pt x="111" y="0"/>
                    </a:cubicBezTo>
                    <a:cubicBezTo>
                      <a:pt x="109" y="0"/>
                      <a:pt x="109" y="0"/>
                      <a:pt x="109" y="0"/>
                    </a:cubicBezTo>
                    <a:cubicBezTo>
                      <a:pt x="107" y="0"/>
                      <a:pt x="107" y="0"/>
                      <a:pt x="107" y="0"/>
                    </a:cubicBezTo>
                    <a:cubicBezTo>
                      <a:pt x="106" y="0"/>
                      <a:pt x="106" y="0"/>
                      <a:pt x="106" y="0"/>
                    </a:cubicBezTo>
                    <a:cubicBezTo>
                      <a:pt x="104" y="0"/>
                      <a:pt x="104" y="0"/>
                      <a:pt x="104" y="0"/>
                    </a:cubicBezTo>
                    <a:cubicBezTo>
                      <a:pt x="103" y="0"/>
                      <a:pt x="103" y="0"/>
                      <a:pt x="103" y="0"/>
                    </a:cubicBezTo>
                    <a:cubicBezTo>
                      <a:pt x="101" y="0"/>
                      <a:pt x="101" y="0"/>
                      <a:pt x="101" y="0"/>
                    </a:cubicBezTo>
                    <a:cubicBezTo>
                      <a:pt x="100" y="0"/>
                      <a:pt x="100" y="0"/>
                      <a:pt x="100" y="0"/>
                    </a:cubicBezTo>
                    <a:cubicBezTo>
                      <a:pt x="99" y="0"/>
                      <a:pt x="99" y="0"/>
                      <a:pt x="99" y="0"/>
                    </a:cubicBezTo>
                    <a:cubicBezTo>
                      <a:pt x="98" y="0"/>
                      <a:pt x="98" y="0"/>
                      <a:pt x="98" y="0"/>
                    </a:cubicBezTo>
                    <a:cubicBezTo>
                      <a:pt x="96" y="0"/>
                      <a:pt x="96" y="0"/>
                      <a:pt x="96" y="0"/>
                    </a:cubicBezTo>
                    <a:cubicBezTo>
                      <a:pt x="95" y="0"/>
                      <a:pt x="95" y="0"/>
                      <a:pt x="95" y="0"/>
                    </a:cubicBezTo>
                    <a:cubicBezTo>
                      <a:pt x="94" y="0"/>
                      <a:pt x="94" y="0"/>
                      <a:pt x="94" y="0"/>
                    </a:cubicBezTo>
                    <a:cubicBezTo>
                      <a:pt x="93" y="0"/>
                      <a:pt x="93" y="0"/>
                      <a:pt x="93" y="0"/>
                    </a:cubicBezTo>
                    <a:cubicBezTo>
                      <a:pt x="92" y="0"/>
                      <a:pt x="92" y="0"/>
                      <a:pt x="92" y="0"/>
                    </a:cubicBezTo>
                    <a:cubicBezTo>
                      <a:pt x="91" y="0"/>
                      <a:pt x="91" y="0"/>
                      <a:pt x="91" y="0"/>
                    </a:cubicBezTo>
                    <a:cubicBezTo>
                      <a:pt x="91" y="0"/>
                      <a:pt x="91" y="0"/>
                      <a:pt x="91" y="0"/>
                    </a:cubicBezTo>
                    <a:cubicBezTo>
                      <a:pt x="90" y="0"/>
                      <a:pt x="90" y="0"/>
                      <a:pt x="90" y="0"/>
                    </a:cubicBezTo>
                    <a:cubicBezTo>
                      <a:pt x="89" y="0"/>
                      <a:pt x="89" y="0"/>
                      <a:pt x="89" y="0"/>
                    </a:cubicBezTo>
                    <a:cubicBezTo>
                      <a:pt x="88" y="0"/>
                      <a:pt x="88" y="0"/>
                      <a:pt x="88" y="0"/>
                    </a:cubicBezTo>
                    <a:cubicBezTo>
                      <a:pt x="88" y="0"/>
                      <a:pt x="88" y="0"/>
                      <a:pt x="88" y="0"/>
                    </a:cubicBezTo>
                    <a:cubicBezTo>
                      <a:pt x="87" y="0"/>
                      <a:pt x="87" y="0"/>
                      <a:pt x="87" y="0"/>
                    </a:cubicBezTo>
                    <a:cubicBezTo>
                      <a:pt x="87" y="0"/>
                      <a:pt x="87" y="0"/>
                      <a:pt x="87" y="0"/>
                    </a:cubicBezTo>
                    <a:cubicBezTo>
                      <a:pt x="86" y="0"/>
                      <a:pt x="86" y="0"/>
                      <a:pt x="86" y="0"/>
                    </a:cubicBezTo>
                    <a:cubicBezTo>
                      <a:pt x="86" y="0"/>
                      <a:pt x="86" y="0"/>
                      <a:pt x="86" y="0"/>
                    </a:cubicBezTo>
                    <a:cubicBezTo>
                      <a:pt x="85" y="0"/>
                      <a:pt x="85" y="0"/>
                      <a:pt x="85" y="0"/>
                    </a:cubicBezTo>
                    <a:cubicBezTo>
                      <a:pt x="85" y="0"/>
                      <a:pt x="85" y="0"/>
                      <a:pt x="85" y="0"/>
                    </a:cubicBezTo>
                    <a:cubicBezTo>
                      <a:pt x="84" y="0"/>
                      <a:pt x="84" y="0"/>
                      <a:pt x="84" y="0"/>
                    </a:cubicBezTo>
                    <a:cubicBezTo>
                      <a:pt x="84" y="0"/>
                      <a:pt x="84" y="0"/>
                      <a:pt x="84" y="0"/>
                    </a:cubicBezTo>
                    <a:cubicBezTo>
                      <a:pt x="83" y="0"/>
                      <a:pt x="83" y="0"/>
                      <a:pt x="83" y="0"/>
                    </a:cubicBezTo>
                    <a:cubicBezTo>
                      <a:pt x="83" y="0"/>
                      <a:pt x="83" y="0"/>
                      <a:pt x="83" y="0"/>
                    </a:cubicBezTo>
                    <a:cubicBezTo>
                      <a:pt x="83" y="0"/>
                      <a:pt x="83" y="0"/>
                      <a:pt x="83" y="0"/>
                    </a:cubicBezTo>
                    <a:cubicBezTo>
                      <a:pt x="83" y="0"/>
                      <a:pt x="83" y="0"/>
                      <a:pt x="83" y="0"/>
                    </a:cubicBezTo>
                    <a:cubicBezTo>
                      <a:pt x="82" y="0"/>
                      <a:pt x="82" y="0"/>
                      <a:pt x="82" y="0"/>
                    </a:cubicBezTo>
                    <a:cubicBezTo>
                      <a:pt x="82" y="0"/>
                      <a:pt x="82" y="0"/>
                      <a:pt x="82" y="0"/>
                    </a:cubicBezTo>
                    <a:cubicBezTo>
                      <a:pt x="82" y="0"/>
                      <a:pt x="82" y="0"/>
                      <a:pt x="82" y="0"/>
                    </a:cubicBezTo>
                    <a:cubicBezTo>
                      <a:pt x="82" y="0"/>
                      <a:pt x="82" y="0"/>
                      <a:pt x="82" y="0"/>
                    </a:cubicBezTo>
                    <a:cubicBezTo>
                      <a:pt x="82" y="0"/>
                      <a:pt x="82" y="0"/>
                      <a:pt x="82" y="0"/>
                    </a:cubicBezTo>
                    <a:cubicBezTo>
                      <a:pt x="82" y="0"/>
                      <a:pt x="82" y="0"/>
                      <a:pt x="82" y="0"/>
                    </a:cubicBezTo>
                    <a:cubicBezTo>
                      <a:pt x="82" y="0"/>
                      <a:pt x="82" y="0"/>
                      <a:pt x="82"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0"/>
                    </a:cubicBezTo>
                    <a:cubicBezTo>
                      <a:pt x="78" y="0"/>
                      <a:pt x="78" y="0"/>
                      <a:pt x="78" y="0"/>
                    </a:cubicBezTo>
                    <a:cubicBezTo>
                      <a:pt x="76" y="0"/>
                      <a:pt x="76" y="0"/>
                      <a:pt x="76" y="0"/>
                    </a:cubicBezTo>
                    <a:cubicBezTo>
                      <a:pt x="73" y="0"/>
                      <a:pt x="73" y="0"/>
                      <a:pt x="73" y="0"/>
                    </a:cubicBezTo>
                    <a:cubicBezTo>
                      <a:pt x="71" y="0"/>
                      <a:pt x="71" y="0"/>
                      <a:pt x="71" y="0"/>
                    </a:cubicBezTo>
                    <a:cubicBezTo>
                      <a:pt x="68" y="0"/>
                      <a:pt x="68" y="0"/>
                      <a:pt x="68" y="0"/>
                    </a:cubicBezTo>
                    <a:cubicBezTo>
                      <a:pt x="67" y="0"/>
                      <a:pt x="67" y="0"/>
                      <a:pt x="67" y="0"/>
                    </a:cubicBezTo>
                    <a:cubicBezTo>
                      <a:pt x="67" y="15"/>
                      <a:pt x="67" y="29"/>
                      <a:pt x="67" y="44"/>
                    </a:cubicBezTo>
                    <a:cubicBezTo>
                      <a:pt x="69" y="44"/>
                      <a:pt x="69" y="44"/>
                      <a:pt x="69" y="44"/>
                    </a:cubicBezTo>
                    <a:cubicBezTo>
                      <a:pt x="73" y="44"/>
                      <a:pt x="73" y="44"/>
                      <a:pt x="73" y="44"/>
                    </a:cubicBezTo>
                    <a:cubicBezTo>
                      <a:pt x="77" y="44"/>
                      <a:pt x="77" y="44"/>
                      <a:pt x="77" y="44"/>
                    </a:cubicBezTo>
                    <a:cubicBezTo>
                      <a:pt x="80" y="44"/>
                      <a:pt x="80" y="44"/>
                      <a:pt x="80" y="44"/>
                    </a:cubicBezTo>
                    <a:cubicBezTo>
                      <a:pt x="84" y="44"/>
                      <a:pt x="84" y="44"/>
                      <a:pt x="84" y="44"/>
                    </a:cubicBezTo>
                    <a:cubicBezTo>
                      <a:pt x="87" y="44"/>
                      <a:pt x="87" y="44"/>
                      <a:pt x="87" y="44"/>
                    </a:cubicBezTo>
                    <a:cubicBezTo>
                      <a:pt x="90" y="44"/>
                      <a:pt x="90" y="44"/>
                      <a:pt x="90" y="44"/>
                    </a:cubicBezTo>
                    <a:cubicBezTo>
                      <a:pt x="93" y="44"/>
                      <a:pt x="93" y="44"/>
                      <a:pt x="93" y="44"/>
                    </a:cubicBezTo>
                    <a:cubicBezTo>
                      <a:pt x="96" y="44"/>
                      <a:pt x="96" y="44"/>
                      <a:pt x="96" y="44"/>
                    </a:cubicBezTo>
                    <a:cubicBezTo>
                      <a:pt x="99" y="44"/>
                      <a:pt x="99" y="44"/>
                      <a:pt x="99" y="44"/>
                    </a:cubicBezTo>
                    <a:cubicBezTo>
                      <a:pt x="102" y="44"/>
                      <a:pt x="102" y="44"/>
                      <a:pt x="102" y="44"/>
                    </a:cubicBezTo>
                    <a:cubicBezTo>
                      <a:pt x="104" y="44"/>
                      <a:pt x="104" y="44"/>
                      <a:pt x="104" y="44"/>
                    </a:cubicBezTo>
                    <a:cubicBezTo>
                      <a:pt x="106" y="44"/>
                      <a:pt x="106" y="44"/>
                      <a:pt x="106" y="44"/>
                    </a:cubicBezTo>
                    <a:cubicBezTo>
                      <a:pt x="109" y="44"/>
                      <a:pt x="109" y="44"/>
                      <a:pt x="109" y="44"/>
                    </a:cubicBezTo>
                    <a:cubicBezTo>
                      <a:pt x="111" y="44"/>
                      <a:pt x="111" y="44"/>
                      <a:pt x="111" y="44"/>
                    </a:cubicBezTo>
                    <a:cubicBezTo>
                      <a:pt x="113" y="44"/>
                      <a:pt x="113" y="44"/>
                      <a:pt x="113" y="44"/>
                    </a:cubicBezTo>
                    <a:cubicBezTo>
                      <a:pt x="115" y="44"/>
                      <a:pt x="115" y="44"/>
                      <a:pt x="115" y="44"/>
                    </a:cubicBezTo>
                    <a:cubicBezTo>
                      <a:pt x="117" y="44"/>
                      <a:pt x="117" y="44"/>
                      <a:pt x="117" y="44"/>
                    </a:cubicBezTo>
                    <a:cubicBezTo>
                      <a:pt x="119" y="44"/>
                      <a:pt x="119" y="44"/>
                      <a:pt x="119" y="44"/>
                    </a:cubicBezTo>
                    <a:cubicBezTo>
                      <a:pt x="120" y="44"/>
                      <a:pt x="120" y="44"/>
                      <a:pt x="120" y="44"/>
                    </a:cubicBezTo>
                    <a:cubicBezTo>
                      <a:pt x="122" y="44"/>
                      <a:pt x="122" y="44"/>
                      <a:pt x="122" y="44"/>
                    </a:cubicBezTo>
                    <a:cubicBezTo>
                      <a:pt x="123" y="44"/>
                      <a:pt x="123" y="44"/>
                      <a:pt x="123" y="44"/>
                    </a:cubicBezTo>
                    <a:cubicBezTo>
                      <a:pt x="125" y="44"/>
                      <a:pt x="125" y="44"/>
                      <a:pt x="125" y="44"/>
                    </a:cubicBezTo>
                    <a:cubicBezTo>
                      <a:pt x="126" y="44"/>
                      <a:pt x="126" y="44"/>
                      <a:pt x="126" y="44"/>
                    </a:cubicBezTo>
                    <a:cubicBezTo>
                      <a:pt x="127" y="44"/>
                      <a:pt x="127" y="44"/>
                      <a:pt x="127" y="44"/>
                    </a:cubicBezTo>
                    <a:cubicBezTo>
                      <a:pt x="129" y="44"/>
                      <a:pt x="129" y="44"/>
                      <a:pt x="129" y="44"/>
                    </a:cubicBezTo>
                    <a:cubicBezTo>
                      <a:pt x="130" y="44"/>
                      <a:pt x="130" y="44"/>
                      <a:pt x="130" y="44"/>
                    </a:cubicBezTo>
                    <a:cubicBezTo>
                      <a:pt x="131" y="44"/>
                      <a:pt x="131" y="44"/>
                      <a:pt x="131" y="44"/>
                    </a:cubicBezTo>
                    <a:cubicBezTo>
                      <a:pt x="132" y="44"/>
                      <a:pt x="132" y="44"/>
                      <a:pt x="132" y="44"/>
                    </a:cubicBezTo>
                    <a:cubicBezTo>
                      <a:pt x="132" y="44"/>
                      <a:pt x="132" y="44"/>
                      <a:pt x="132" y="44"/>
                    </a:cubicBezTo>
                    <a:cubicBezTo>
                      <a:pt x="133" y="44"/>
                      <a:pt x="133" y="44"/>
                      <a:pt x="133" y="44"/>
                    </a:cubicBezTo>
                    <a:cubicBezTo>
                      <a:pt x="134" y="44"/>
                      <a:pt x="134" y="44"/>
                      <a:pt x="134" y="44"/>
                    </a:cubicBezTo>
                    <a:cubicBezTo>
                      <a:pt x="135" y="44"/>
                      <a:pt x="135" y="44"/>
                      <a:pt x="135" y="44"/>
                    </a:cubicBezTo>
                    <a:cubicBezTo>
                      <a:pt x="135" y="44"/>
                      <a:pt x="135" y="44"/>
                      <a:pt x="135" y="44"/>
                    </a:cubicBezTo>
                    <a:cubicBezTo>
                      <a:pt x="136" y="44"/>
                      <a:pt x="136" y="44"/>
                      <a:pt x="136" y="44"/>
                    </a:cubicBezTo>
                    <a:cubicBezTo>
                      <a:pt x="136" y="44"/>
                      <a:pt x="136" y="44"/>
                      <a:pt x="136" y="44"/>
                    </a:cubicBezTo>
                    <a:cubicBezTo>
                      <a:pt x="137" y="44"/>
                      <a:pt x="137" y="44"/>
                      <a:pt x="137" y="44"/>
                    </a:cubicBezTo>
                    <a:cubicBezTo>
                      <a:pt x="137" y="44"/>
                      <a:pt x="137" y="44"/>
                      <a:pt x="137" y="44"/>
                    </a:cubicBezTo>
                    <a:cubicBezTo>
                      <a:pt x="138" y="44"/>
                      <a:pt x="138" y="44"/>
                      <a:pt x="138" y="44"/>
                    </a:cubicBezTo>
                    <a:cubicBezTo>
                      <a:pt x="138" y="44"/>
                      <a:pt x="138" y="44"/>
                      <a:pt x="138" y="44"/>
                    </a:cubicBezTo>
                    <a:cubicBezTo>
                      <a:pt x="138" y="44"/>
                      <a:pt x="138" y="44"/>
                      <a:pt x="138" y="44"/>
                    </a:cubicBezTo>
                    <a:cubicBezTo>
                      <a:pt x="138" y="44"/>
                      <a:pt x="138" y="44"/>
                      <a:pt x="138"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39" y="44"/>
                      <a:pt x="139" y="44"/>
                      <a:pt x="139" y="44"/>
                    </a:cubicBezTo>
                    <a:cubicBezTo>
                      <a:pt x="145" y="44"/>
                      <a:pt x="145" y="44"/>
                      <a:pt x="145" y="44"/>
                    </a:cubicBezTo>
                    <a:cubicBezTo>
                      <a:pt x="150" y="44"/>
                      <a:pt x="150" y="44"/>
                      <a:pt x="150" y="44"/>
                    </a:cubicBezTo>
                    <a:cubicBezTo>
                      <a:pt x="155" y="44"/>
                      <a:pt x="155" y="44"/>
                      <a:pt x="155" y="44"/>
                    </a:cubicBezTo>
                    <a:cubicBezTo>
                      <a:pt x="160" y="44"/>
                      <a:pt x="160" y="44"/>
                      <a:pt x="160" y="44"/>
                    </a:cubicBezTo>
                    <a:cubicBezTo>
                      <a:pt x="165" y="44"/>
                      <a:pt x="165" y="44"/>
                      <a:pt x="165" y="44"/>
                    </a:cubicBezTo>
                    <a:cubicBezTo>
                      <a:pt x="169" y="44"/>
                      <a:pt x="169" y="44"/>
                      <a:pt x="169" y="44"/>
                    </a:cubicBezTo>
                    <a:cubicBezTo>
                      <a:pt x="174" y="44"/>
                      <a:pt x="174" y="44"/>
                      <a:pt x="174" y="44"/>
                    </a:cubicBezTo>
                    <a:cubicBezTo>
                      <a:pt x="174" y="44"/>
                      <a:pt x="174" y="44"/>
                      <a:pt x="174" y="44"/>
                    </a:cubicBezTo>
                    <a:cubicBezTo>
                      <a:pt x="256" y="44"/>
                      <a:pt x="256" y="44"/>
                      <a:pt x="256" y="44"/>
                    </a:cubicBezTo>
                    <a:cubicBezTo>
                      <a:pt x="269" y="44"/>
                      <a:pt x="279" y="35"/>
                      <a:pt x="279" y="23"/>
                    </a:cubicBezTo>
                    <a:cubicBezTo>
                      <a:pt x="279" y="11"/>
                      <a:pt x="269" y="0"/>
                      <a:pt x="256" y="0"/>
                    </a:cubicBezTo>
                    <a:close/>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8"/>
              <p:cNvSpPr/>
              <p:nvPr/>
            </p:nvSpPr>
            <p:spPr bwMode="auto">
              <a:xfrm>
                <a:off x="2981325" y="1390650"/>
                <a:ext cx="855663" cy="1733550"/>
              </a:xfrm>
              <a:custGeom>
                <a:avLst/>
                <a:gdLst>
                  <a:gd name="T0" fmla="*/ 93 w 117"/>
                  <a:gd name="T1" fmla="*/ 0 h 237"/>
                  <a:gd name="T2" fmla="*/ 93 w 117"/>
                  <a:gd name="T3" fmla="*/ 0 h 237"/>
                  <a:gd name="T4" fmla="*/ 3 w 117"/>
                  <a:gd name="T5" fmla="*/ 0 h 237"/>
                  <a:gd name="T6" fmla="*/ 117 w 117"/>
                  <a:gd name="T7" fmla="*/ 237 h 237"/>
                  <a:gd name="T8" fmla="*/ 109 w 117"/>
                  <a:gd name="T9" fmla="*/ 207 h 237"/>
                  <a:gd name="T10" fmla="*/ 83 w 117"/>
                  <a:gd name="T11" fmla="*/ 190 h 237"/>
                  <a:gd name="T12" fmla="*/ 31 w 117"/>
                  <a:gd name="T13" fmla="*/ 26 h 237"/>
                  <a:gd name="T14" fmla="*/ 93 w 117"/>
                  <a:gd name="T15" fmla="*/ 26 h 237"/>
                  <a:gd name="T16" fmla="*/ 93 w 117"/>
                  <a:gd name="T1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6">
                    <a:moveTo>
                      <a:pt x="93" y="0"/>
                    </a:moveTo>
                    <a:cubicBezTo>
                      <a:pt x="93" y="0"/>
                      <a:pt x="93" y="0"/>
                      <a:pt x="93" y="0"/>
                    </a:cubicBezTo>
                    <a:cubicBezTo>
                      <a:pt x="3" y="0"/>
                      <a:pt x="3" y="0"/>
                      <a:pt x="3" y="0"/>
                    </a:cubicBezTo>
                    <a:cubicBezTo>
                      <a:pt x="3" y="0"/>
                      <a:pt x="0" y="214"/>
                      <a:pt x="117" y="237"/>
                    </a:cubicBezTo>
                    <a:cubicBezTo>
                      <a:pt x="115" y="227"/>
                      <a:pt x="113" y="218"/>
                      <a:pt x="109" y="207"/>
                    </a:cubicBezTo>
                    <a:cubicBezTo>
                      <a:pt x="100" y="204"/>
                      <a:pt x="91" y="198"/>
                      <a:pt x="83" y="190"/>
                    </a:cubicBezTo>
                    <a:cubicBezTo>
                      <a:pt x="46" y="151"/>
                      <a:pt x="33" y="74"/>
                      <a:pt x="31" y="26"/>
                    </a:cubicBezTo>
                    <a:cubicBezTo>
                      <a:pt x="93" y="26"/>
                      <a:pt x="93" y="26"/>
                      <a:pt x="93" y="26"/>
                    </a:cubicBezTo>
                    <a:lnTo>
                      <a:pt x="93" y="0"/>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1"/>
              <p:cNvSpPr/>
              <p:nvPr/>
            </p:nvSpPr>
            <p:spPr bwMode="auto">
              <a:xfrm>
                <a:off x="5483225" y="1390650"/>
                <a:ext cx="855663" cy="1733550"/>
              </a:xfrm>
              <a:custGeom>
                <a:avLst/>
                <a:gdLst>
                  <a:gd name="T0" fmla="*/ 24 w 117"/>
                  <a:gd name="T1" fmla="*/ 0 h 237"/>
                  <a:gd name="T2" fmla="*/ 24 w 117"/>
                  <a:gd name="T3" fmla="*/ 0 h 237"/>
                  <a:gd name="T4" fmla="*/ 114 w 117"/>
                  <a:gd name="T5" fmla="*/ 0 h 237"/>
                  <a:gd name="T6" fmla="*/ 0 w 117"/>
                  <a:gd name="T7" fmla="*/ 237 h 237"/>
                  <a:gd name="T8" fmla="*/ 8 w 117"/>
                  <a:gd name="T9" fmla="*/ 207 h 237"/>
                  <a:gd name="T10" fmla="*/ 34 w 117"/>
                  <a:gd name="T11" fmla="*/ 190 h 237"/>
                  <a:gd name="T12" fmla="*/ 86 w 117"/>
                  <a:gd name="T13" fmla="*/ 26 h 237"/>
                  <a:gd name="T14" fmla="*/ 24 w 117"/>
                  <a:gd name="T15" fmla="*/ 26 h 237"/>
                  <a:gd name="T16" fmla="*/ 24 w 117"/>
                  <a:gd name="T1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6">
                    <a:moveTo>
                      <a:pt x="24" y="0"/>
                    </a:moveTo>
                    <a:cubicBezTo>
                      <a:pt x="24" y="0"/>
                      <a:pt x="24" y="0"/>
                      <a:pt x="24" y="0"/>
                    </a:cubicBezTo>
                    <a:cubicBezTo>
                      <a:pt x="114" y="0"/>
                      <a:pt x="114" y="0"/>
                      <a:pt x="114" y="0"/>
                    </a:cubicBezTo>
                    <a:cubicBezTo>
                      <a:pt x="114" y="0"/>
                      <a:pt x="117" y="214"/>
                      <a:pt x="0" y="237"/>
                    </a:cubicBezTo>
                    <a:cubicBezTo>
                      <a:pt x="2" y="227"/>
                      <a:pt x="4" y="218"/>
                      <a:pt x="8" y="207"/>
                    </a:cubicBezTo>
                    <a:cubicBezTo>
                      <a:pt x="17" y="204"/>
                      <a:pt x="25" y="198"/>
                      <a:pt x="34" y="190"/>
                    </a:cubicBezTo>
                    <a:cubicBezTo>
                      <a:pt x="71" y="151"/>
                      <a:pt x="84" y="74"/>
                      <a:pt x="86" y="26"/>
                    </a:cubicBezTo>
                    <a:cubicBezTo>
                      <a:pt x="24" y="26"/>
                      <a:pt x="24" y="26"/>
                      <a:pt x="24" y="26"/>
                    </a:cubicBezTo>
                    <a:lnTo>
                      <a:pt x="24" y="0"/>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Group 5"/>
            <p:cNvGrpSpPr/>
            <p:nvPr/>
          </p:nvGrpSpPr>
          <p:grpSpPr>
            <a:xfrm>
              <a:off x="6208184" y="3414184"/>
              <a:ext cx="1278467" cy="1551517"/>
              <a:chOff x="4656138" y="2560638"/>
              <a:chExt cx="958850" cy="1163638"/>
            </a:xfrm>
          </p:grpSpPr>
          <p:sp>
            <p:nvSpPr>
              <p:cNvPr id="15" name="Freeform 13"/>
              <p:cNvSpPr/>
              <p:nvPr/>
            </p:nvSpPr>
            <p:spPr bwMode="auto">
              <a:xfrm>
                <a:off x="4656138" y="2560638"/>
                <a:ext cx="958850" cy="1163638"/>
              </a:xfrm>
              <a:custGeom>
                <a:avLst/>
                <a:gdLst>
                  <a:gd name="T0" fmla="*/ 0 w 131"/>
                  <a:gd name="T1" fmla="*/ 159 h 159"/>
                  <a:gd name="T2" fmla="*/ 0 w 131"/>
                  <a:gd name="T3" fmla="*/ 0 h 159"/>
                  <a:gd name="T4" fmla="*/ 131 w 131"/>
                  <a:gd name="T5" fmla="*/ 0 h 159"/>
                  <a:gd name="T6" fmla="*/ 122 w 131"/>
                  <a:gd name="T7" fmla="*/ 47 h 159"/>
                  <a:gd name="T8" fmla="*/ 114 w 131"/>
                  <a:gd name="T9" fmla="*/ 77 h 159"/>
                  <a:gd name="T10" fmla="*/ 114 w 131"/>
                  <a:gd name="T11" fmla="*/ 77 h 159"/>
                  <a:gd name="T12" fmla="*/ 77 w 131"/>
                  <a:gd name="T13" fmla="*/ 119 h 159"/>
                  <a:gd name="T14" fmla="*/ 83 w 131"/>
                  <a:gd name="T15" fmla="*/ 130 h 159"/>
                  <a:gd name="T16" fmla="*/ 70 w 131"/>
                  <a:gd name="T17" fmla="*/ 143 h 159"/>
                  <a:gd name="T18" fmla="*/ 62 w 131"/>
                  <a:gd name="T19" fmla="*/ 143 h 159"/>
                  <a:gd name="T20" fmla="*/ 62 w 131"/>
                  <a:gd name="T21" fmla="*/ 146 h 159"/>
                  <a:gd name="T22" fmla="*/ 49 w 131"/>
                  <a:gd name="T23" fmla="*/ 159 h 159"/>
                  <a:gd name="T24" fmla="*/ 34 w 131"/>
                  <a:gd name="T25" fmla="*/ 159 h 159"/>
                  <a:gd name="T26" fmla="*/ 12 w 131"/>
                  <a:gd name="T27" fmla="*/ 159 h 159"/>
                  <a:gd name="T28" fmla="*/ 0 w 131"/>
                  <a:gd name="T29"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1" h="159">
                    <a:moveTo>
                      <a:pt x="0" y="159"/>
                    </a:moveTo>
                    <a:cubicBezTo>
                      <a:pt x="0" y="0"/>
                      <a:pt x="0" y="0"/>
                      <a:pt x="0" y="0"/>
                    </a:cubicBezTo>
                    <a:cubicBezTo>
                      <a:pt x="131" y="0"/>
                      <a:pt x="131" y="0"/>
                      <a:pt x="131" y="0"/>
                    </a:cubicBezTo>
                    <a:cubicBezTo>
                      <a:pt x="129" y="17"/>
                      <a:pt x="126" y="33"/>
                      <a:pt x="122" y="47"/>
                    </a:cubicBezTo>
                    <a:cubicBezTo>
                      <a:pt x="119" y="58"/>
                      <a:pt x="116" y="67"/>
                      <a:pt x="114" y="77"/>
                    </a:cubicBezTo>
                    <a:cubicBezTo>
                      <a:pt x="114" y="77"/>
                      <a:pt x="114" y="77"/>
                      <a:pt x="114" y="77"/>
                    </a:cubicBezTo>
                    <a:cubicBezTo>
                      <a:pt x="104" y="100"/>
                      <a:pt x="92" y="115"/>
                      <a:pt x="77" y="119"/>
                    </a:cubicBezTo>
                    <a:cubicBezTo>
                      <a:pt x="80" y="121"/>
                      <a:pt x="83" y="126"/>
                      <a:pt x="83" y="130"/>
                    </a:cubicBezTo>
                    <a:cubicBezTo>
                      <a:pt x="83" y="137"/>
                      <a:pt x="77" y="143"/>
                      <a:pt x="70" y="143"/>
                    </a:cubicBezTo>
                    <a:cubicBezTo>
                      <a:pt x="62" y="143"/>
                      <a:pt x="62" y="143"/>
                      <a:pt x="62" y="143"/>
                    </a:cubicBezTo>
                    <a:cubicBezTo>
                      <a:pt x="62" y="144"/>
                      <a:pt x="62" y="145"/>
                      <a:pt x="62" y="146"/>
                    </a:cubicBezTo>
                    <a:cubicBezTo>
                      <a:pt x="62" y="153"/>
                      <a:pt x="56" y="159"/>
                      <a:pt x="49" y="159"/>
                    </a:cubicBezTo>
                    <a:cubicBezTo>
                      <a:pt x="34" y="159"/>
                      <a:pt x="34" y="159"/>
                      <a:pt x="34" y="159"/>
                    </a:cubicBezTo>
                    <a:cubicBezTo>
                      <a:pt x="12" y="159"/>
                      <a:pt x="12" y="159"/>
                      <a:pt x="12" y="159"/>
                    </a:cubicBezTo>
                    <a:lnTo>
                      <a:pt x="0" y="159"/>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5" name="Group 24"/>
              <p:cNvGrpSpPr/>
              <p:nvPr/>
            </p:nvGrpSpPr>
            <p:grpSpPr>
              <a:xfrm>
                <a:off x="4838225" y="2725951"/>
                <a:ext cx="344682" cy="520396"/>
                <a:chOff x="549275" y="4406901"/>
                <a:chExt cx="161926" cy="244475"/>
              </a:xfrm>
              <a:solidFill>
                <a:schemeClr val="bg1"/>
              </a:solidFill>
            </p:grpSpPr>
            <p:sp>
              <p:nvSpPr>
                <p:cNvPr id="26"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6208184" y="1854200"/>
              <a:ext cx="1356784" cy="1559984"/>
              <a:chOff x="4656138" y="1390650"/>
              <a:chExt cx="1017588" cy="1169988"/>
            </a:xfrm>
          </p:grpSpPr>
          <p:sp>
            <p:nvSpPr>
              <p:cNvPr id="14" name="Freeform 12"/>
              <p:cNvSpPr/>
              <p:nvPr/>
            </p:nvSpPr>
            <p:spPr bwMode="auto">
              <a:xfrm>
                <a:off x="4656138" y="1390650"/>
                <a:ext cx="1017588" cy="1169988"/>
              </a:xfrm>
              <a:custGeom>
                <a:avLst/>
                <a:gdLst>
                  <a:gd name="T0" fmla="*/ 0 w 139"/>
                  <a:gd name="T1" fmla="*/ 160 h 160"/>
                  <a:gd name="T2" fmla="*/ 0 w 139"/>
                  <a:gd name="T3" fmla="*/ 0 h 160"/>
                  <a:gd name="T4" fmla="*/ 0 w 139"/>
                  <a:gd name="T5" fmla="*/ 0 h 160"/>
                  <a:gd name="T6" fmla="*/ 115 w 139"/>
                  <a:gd name="T7" fmla="*/ 0 h 160"/>
                  <a:gd name="T8" fmla="*/ 137 w 139"/>
                  <a:gd name="T9" fmla="*/ 0 h 160"/>
                  <a:gd name="T10" fmla="*/ 138 w 139"/>
                  <a:gd name="T11" fmla="*/ 0 h 160"/>
                  <a:gd name="T12" fmla="*/ 139 w 139"/>
                  <a:gd name="T13" fmla="*/ 26 h 160"/>
                  <a:gd name="T14" fmla="*/ 131 w 139"/>
                  <a:gd name="T15" fmla="*/ 160 h 160"/>
                  <a:gd name="T16" fmla="*/ 0 w 13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160">
                    <a:moveTo>
                      <a:pt x="0" y="160"/>
                    </a:moveTo>
                    <a:cubicBezTo>
                      <a:pt x="0" y="0"/>
                      <a:pt x="0" y="0"/>
                      <a:pt x="0" y="0"/>
                    </a:cubicBezTo>
                    <a:cubicBezTo>
                      <a:pt x="0" y="0"/>
                      <a:pt x="0" y="0"/>
                      <a:pt x="0" y="0"/>
                    </a:cubicBezTo>
                    <a:cubicBezTo>
                      <a:pt x="115" y="0"/>
                      <a:pt x="115" y="0"/>
                      <a:pt x="115" y="0"/>
                    </a:cubicBezTo>
                    <a:cubicBezTo>
                      <a:pt x="129" y="0"/>
                      <a:pt x="135" y="0"/>
                      <a:pt x="137" y="0"/>
                    </a:cubicBezTo>
                    <a:cubicBezTo>
                      <a:pt x="138" y="0"/>
                      <a:pt x="138" y="0"/>
                      <a:pt x="138" y="0"/>
                    </a:cubicBezTo>
                    <a:cubicBezTo>
                      <a:pt x="139" y="26"/>
                      <a:pt x="139" y="26"/>
                      <a:pt x="139" y="26"/>
                    </a:cubicBezTo>
                    <a:cubicBezTo>
                      <a:pt x="139" y="57"/>
                      <a:pt x="138" y="110"/>
                      <a:pt x="131" y="160"/>
                    </a:cubicBezTo>
                    <a:lnTo>
                      <a:pt x="0" y="16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Freeform 32"/>
              <p:cNvSpPr/>
              <p:nvPr/>
            </p:nvSpPr>
            <p:spPr bwMode="auto">
              <a:xfrm>
                <a:off x="4852524" y="1962150"/>
                <a:ext cx="405276" cy="358034"/>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4861984" y="1854200"/>
              <a:ext cx="1346200" cy="1559984"/>
              <a:chOff x="3646488" y="1390650"/>
              <a:chExt cx="1009650" cy="1169988"/>
            </a:xfrm>
          </p:grpSpPr>
          <p:sp>
            <p:nvSpPr>
              <p:cNvPr id="11" name="Freeform 9"/>
              <p:cNvSpPr/>
              <p:nvPr/>
            </p:nvSpPr>
            <p:spPr bwMode="auto">
              <a:xfrm>
                <a:off x="3646488" y="1390650"/>
                <a:ext cx="1009650" cy="1169988"/>
              </a:xfrm>
              <a:custGeom>
                <a:avLst/>
                <a:gdLst>
                  <a:gd name="T0" fmla="*/ 138 w 138"/>
                  <a:gd name="T1" fmla="*/ 160 h 160"/>
                  <a:gd name="T2" fmla="*/ 138 w 138"/>
                  <a:gd name="T3" fmla="*/ 0 h 160"/>
                  <a:gd name="T4" fmla="*/ 138 w 138"/>
                  <a:gd name="T5" fmla="*/ 0 h 160"/>
                  <a:gd name="T6" fmla="*/ 24 w 138"/>
                  <a:gd name="T7" fmla="*/ 0 h 160"/>
                  <a:gd name="T8" fmla="*/ 2 w 138"/>
                  <a:gd name="T9" fmla="*/ 0 h 160"/>
                  <a:gd name="T10" fmla="*/ 0 w 138"/>
                  <a:gd name="T11" fmla="*/ 0 h 160"/>
                  <a:gd name="T12" fmla="*/ 0 w 138"/>
                  <a:gd name="T13" fmla="*/ 26 h 160"/>
                  <a:gd name="T14" fmla="*/ 8 w 138"/>
                  <a:gd name="T15" fmla="*/ 160 h 160"/>
                  <a:gd name="T16" fmla="*/ 138 w 138"/>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60">
                    <a:moveTo>
                      <a:pt x="138" y="160"/>
                    </a:moveTo>
                    <a:cubicBezTo>
                      <a:pt x="138" y="0"/>
                      <a:pt x="138" y="0"/>
                      <a:pt x="138" y="0"/>
                    </a:cubicBezTo>
                    <a:cubicBezTo>
                      <a:pt x="138" y="0"/>
                      <a:pt x="138" y="0"/>
                      <a:pt x="138" y="0"/>
                    </a:cubicBezTo>
                    <a:cubicBezTo>
                      <a:pt x="24" y="0"/>
                      <a:pt x="24" y="0"/>
                      <a:pt x="24" y="0"/>
                    </a:cubicBezTo>
                    <a:cubicBezTo>
                      <a:pt x="10" y="0"/>
                      <a:pt x="4" y="0"/>
                      <a:pt x="2" y="0"/>
                    </a:cubicBezTo>
                    <a:cubicBezTo>
                      <a:pt x="0" y="0"/>
                      <a:pt x="0" y="0"/>
                      <a:pt x="0" y="0"/>
                    </a:cubicBezTo>
                    <a:cubicBezTo>
                      <a:pt x="0" y="26"/>
                      <a:pt x="0" y="26"/>
                      <a:pt x="0" y="26"/>
                    </a:cubicBezTo>
                    <a:cubicBezTo>
                      <a:pt x="0" y="57"/>
                      <a:pt x="1" y="110"/>
                      <a:pt x="8" y="160"/>
                    </a:cubicBezTo>
                    <a:lnTo>
                      <a:pt x="138" y="16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9" name="Group 28"/>
              <p:cNvGrpSpPr/>
              <p:nvPr/>
            </p:nvGrpSpPr>
            <p:grpSpPr>
              <a:xfrm>
                <a:off x="4078715" y="1820444"/>
                <a:ext cx="383974" cy="502121"/>
                <a:chOff x="812800" y="2401888"/>
                <a:chExt cx="206375" cy="269875"/>
              </a:xfrm>
              <a:solidFill>
                <a:schemeClr val="bg1"/>
              </a:solidFill>
            </p:grpSpPr>
            <p:sp>
              <p:nvSpPr>
                <p:cNvPr id="30"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6" name="Group 15"/>
            <p:cNvGrpSpPr/>
            <p:nvPr/>
          </p:nvGrpSpPr>
          <p:grpSpPr>
            <a:xfrm>
              <a:off x="4940301" y="3414184"/>
              <a:ext cx="1267884" cy="1551517"/>
              <a:chOff x="3705225" y="2560638"/>
              <a:chExt cx="950913" cy="1163638"/>
            </a:xfrm>
          </p:grpSpPr>
          <p:sp>
            <p:nvSpPr>
              <p:cNvPr id="12" name="Freeform 10"/>
              <p:cNvSpPr/>
              <p:nvPr/>
            </p:nvSpPr>
            <p:spPr bwMode="auto">
              <a:xfrm>
                <a:off x="3705225" y="2560638"/>
                <a:ext cx="950913" cy="1163638"/>
              </a:xfrm>
              <a:custGeom>
                <a:avLst/>
                <a:gdLst>
                  <a:gd name="T0" fmla="*/ 130 w 130"/>
                  <a:gd name="T1" fmla="*/ 159 h 159"/>
                  <a:gd name="T2" fmla="*/ 130 w 130"/>
                  <a:gd name="T3" fmla="*/ 0 h 159"/>
                  <a:gd name="T4" fmla="*/ 0 w 130"/>
                  <a:gd name="T5" fmla="*/ 0 h 159"/>
                  <a:gd name="T6" fmla="*/ 9 w 130"/>
                  <a:gd name="T7" fmla="*/ 47 h 159"/>
                  <a:gd name="T8" fmla="*/ 17 w 130"/>
                  <a:gd name="T9" fmla="*/ 77 h 159"/>
                  <a:gd name="T10" fmla="*/ 17 w 130"/>
                  <a:gd name="T11" fmla="*/ 77 h 159"/>
                  <a:gd name="T12" fmla="*/ 54 w 130"/>
                  <a:gd name="T13" fmla="*/ 119 h 159"/>
                  <a:gd name="T14" fmla="*/ 48 w 130"/>
                  <a:gd name="T15" fmla="*/ 130 h 159"/>
                  <a:gd name="T16" fmla="*/ 61 w 130"/>
                  <a:gd name="T17" fmla="*/ 143 h 159"/>
                  <a:gd name="T18" fmla="*/ 69 w 130"/>
                  <a:gd name="T19" fmla="*/ 143 h 159"/>
                  <a:gd name="T20" fmla="*/ 69 w 130"/>
                  <a:gd name="T21" fmla="*/ 146 h 159"/>
                  <a:gd name="T22" fmla="*/ 82 w 130"/>
                  <a:gd name="T23" fmla="*/ 159 h 159"/>
                  <a:gd name="T24" fmla="*/ 97 w 130"/>
                  <a:gd name="T25" fmla="*/ 159 h 159"/>
                  <a:gd name="T26" fmla="*/ 118 w 130"/>
                  <a:gd name="T27" fmla="*/ 159 h 159"/>
                  <a:gd name="T28" fmla="*/ 130 w 130"/>
                  <a:gd name="T29"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59">
                    <a:moveTo>
                      <a:pt x="130" y="159"/>
                    </a:moveTo>
                    <a:cubicBezTo>
                      <a:pt x="130" y="0"/>
                      <a:pt x="130" y="0"/>
                      <a:pt x="130" y="0"/>
                    </a:cubicBezTo>
                    <a:cubicBezTo>
                      <a:pt x="0" y="0"/>
                      <a:pt x="0" y="0"/>
                      <a:pt x="0" y="0"/>
                    </a:cubicBezTo>
                    <a:cubicBezTo>
                      <a:pt x="2" y="17"/>
                      <a:pt x="5" y="33"/>
                      <a:pt x="9" y="47"/>
                    </a:cubicBezTo>
                    <a:cubicBezTo>
                      <a:pt x="12" y="58"/>
                      <a:pt x="15" y="67"/>
                      <a:pt x="17" y="77"/>
                    </a:cubicBezTo>
                    <a:cubicBezTo>
                      <a:pt x="17" y="77"/>
                      <a:pt x="17" y="77"/>
                      <a:pt x="17" y="77"/>
                    </a:cubicBezTo>
                    <a:cubicBezTo>
                      <a:pt x="27" y="100"/>
                      <a:pt x="39" y="115"/>
                      <a:pt x="54" y="119"/>
                    </a:cubicBezTo>
                    <a:cubicBezTo>
                      <a:pt x="51" y="121"/>
                      <a:pt x="48" y="126"/>
                      <a:pt x="48" y="130"/>
                    </a:cubicBezTo>
                    <a:cubicBezTo>
                      <a:pt x="48" y="137"/>
                      <a:pt x="54" y="143"/>
                      <a:pt x="61" y="143"/>
                    </a:cubicBezTo>
                    <a:cubicBezTo>
                      <a:pt x="69" y="143"/>
                      <a:pt x="69" y="143"/>
                      <a:pt x="69" y="143"/>
                    </a:cubicBezTo>
                    <a:cubicBezTo>
                      <a:pt x="69" y="144"/>
                      <a:pt x="69" y="145"/>
                      <a:pt x="69" y="146"/>
                    </a:cubicBezTo>
                    <a:cubicBezTo>
                      <a:pt x="69" y="153"/>
                      <a:pt x="74" y="159"/>
                      <a:pt x="82" y="159"/>
                    </a:cubicBezTo>
                    <a:cubicBezTo>
                      <a:pt x="97" y="159"/>
                      <a:pt x="97" y="159"/>
                      <a:pt x="97" y="159"/>
                    </a:cubicBezTo>
                    <a:cubicBezTo>
                      <a:pt x="118" y="159"/>
                      <a:pt x="118" y="159"/>
                      <a:pt x="118" y="159"/>
                    </a:cubicBezTo>
                    <a:lnTo>
                      <a:pt x="130" y="159"/>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2" name="Group 31"/>
              <p:cNvGrpSpPr/>
              <p:nvPr/>
            </p:nvGrpSpPr>
            <p:grpSpPr>
              <a:xfrm>
                <a:off x="4042214" y="2724150"/>
                <a:ext cx="453586" cy="460205"/>
                <a:chOff x="2360613" y="2686051"/>
                <a:chExt cx="217488" cy="220662"/>
              </a:xfrm>
              <a:solidFill>
                <a:schemeClr val="bg1"/>
              </a:solidFill>
            </p:grpSpPr>
            <p:sp>
              <p:nvSpPr>
                <p:cNvPr id="33"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sp>
        <p:nvSpPr>
          <p:cNvPr id="37"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38" name="Rectangle 37"/>
          <p:cNvSpPr/>
          <p:nvPr/>
        </p:nvSpPr>
        <p:spPr>
          <a:xfrm>
            <a:off x="9296401" y="3326654"/>
            <a:ext cx="2382981"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Chat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39" name="Rectangle 38"/>
          <p:cNvSpPr/>
          <p:nvPr/>
        </p:nvSpPr>
        <p:spPr>
          <a:xfrm>
            <a:off x="9296401" y="4860844"/>
            <a:ext cx="2382981"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Digital</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40" name="Rectangle 39"/>
          <p:cNvSpPr/>
          <p:nvPr/>
        </p:nvSpPr>
        <p:spPr>
          <a:xfrm>
            <a:off x="638469" y="3326654"/>
            <a:ext cx="2382981"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Security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41" name="Rectangle 40"/>
          <p:cNvSpPr/>
          <p:nvPr/>
        </p:nvSpPr>
        <p:spPr>
          <a:xfrm>
            <a:off x="638469" y="4860844"/>
            <a:ext cx="2382981"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1957608069"/>
      </p:ext>
    </p:extLst>
  </p:cSld>
  <p:clrMapOvr>
    <a:masterClrMapping/>
  </p:clrMapOvr>
  <p:transition spd="slow">
    <p:push dir="u"/>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2958054"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In To Inside</a:t>
            </a:r>
          </a:p>
        </p:txBody>
      </p:sp>
      <p:sp>
        <p:nvSpPr>
          <p:cNvPr id="57" name="Freeform 56"/>
          <p:cNvSpPr>
            <a:spLocks noEditPoints="1"/>
          </p:cNvSpPr>
          <p:nvPr/>
        </p:nvSpPr>
        <p:spPr bwMode="auto">
          <a:xfrm>
            <a:off x="3348272" y="4652009"/>
            <a:ext cx="640432" cy="629097"/>
          </a:xfrm>
          <a:custGeom>
            <a:avLst/>
            <a:gdLst>
              <a:gd name="T0" fmla="*/ 82 w 95"/>
              <a:gd name="T1" fmla="*/ 57 h 93"/>
              <a:gd name="T2" fmla="*/ 95 w 95"/>
              <a:gd name="T3" fmla="*/ 51 h 93"/>
              <a:gd name="T4" fmla="*/ 95 w 95"/>
              <a:gd name="T5" fmla="*/ 41 h 93"/>
              <a:gd name="T6" fmla="*/ 82 w 95"/>
              <a:gd name="T7" fmla="*/ 35 h 93"/>
              <a:gd name="T8" fmla="*/ 80 w 95"/>
              <a:gd name="T9" fmla="*/ 30 h 93"/>
              <a:gd name="T10" fmla="*/ 85 w 95"/>
              <a:gd name="T11" fmla="*/ 17 h 93"/>
              <a:gd name="T12" fmla="*/ 77 w 95"/>
              <a:gd name="T13" fmla="*/ 9 h 93"/>
              <a:gd name="T14" fmla="*/ 64 w 95"/>
              <a:gd name="T15" fmla="*/ 15 h 93"/>
              <a:gd name="T16" fmla="*/ 58 w 95"/>
              <a:gd name="T17" fmla="*/ 12 h 93"/>
              <a:gd name="T18" fmla="*/ 53 w 95"/>
              <a:gd name="T19" fmla="*/ 0 h 93"/>
              <a:gd name="T20" fmla="*/ 42 w 95"/>
              <a:gd name="T21" fmla="*/ 0 h 93"/>
              <a:gd name="T22" fmla="*/ 37 w 95"/>
              <a:gd name="T23" fmla="*/ 12 h 93"/>
              <a:gd name="T24" fmla="*/ 31 w 95"/>
              <a:gd name="T25" fmla="*/ 15 h 93"/>
              <a:gd name="T26" fmla="*/ 18 w 95"/>
              <a:gd name="T27" fmla="*/ 10 h 93"/>
              <a:gd name="T28" fmla="*/ 10 w 95"/>
              <a:gd name="T29" fmla="*/ 17 h 93"/>
              <a:gd name="T30" fmla="*/ 15 w 95"/>
              <a:gd name="T31" fmla="*/ 30 h 93"/>
              <a:gd name="T32" fmla="*/ 13 w 95"/>
              <a:gd name="T33" fmla="*/ 36 h 93"/>
              <a:gd name="T34" fmla="*/ 0 w 95"/>
              <a:gd name="T35" fmla="*/ 41 h 93"/>
              <a:gd name="T36" fmla="*/ 0 w 95"/>
              <a:gd name="T37" fmla="*/ 51 h 93"/>
              <a:gd name="T38" fmla="*/ 13 w 95"/>
              <a:gd name="T39" fmla="*/ 57 h 93"/>
              <a:gd name="T40" fmla="*/ 16 w 95"/>
              <a:gd name="T41" fmla="*/ 62 h 93"/>
              <a:gd name="T42" fmla="*/ 10 w 95"/>
              <a:gd name="T43" fmla="*/ 76 h 93"/>
              <a:gd name="T44" fmla="*/ 18 w 95"/>
              <a:gd name="T45" fmla="*/ 83 h 93"/>
              <a:gd name="T46" fmla="*/ 31 w 95"/>
              <a:gd name="T47" fmla="*/ 77 h 93"/>
              <a:gd name="T48" fmla="*/ 37 w 95"/>
              <a:gd name="T49" fmla="*/ 80 h 93"/>
              <a:gd name="T50" fmla="*/ 43 w 95"/>
              <a:gd name="T51" fmla="*/ 93 h 93"/>
              <a:gd name="T52" fmla="*/ 53 w 95"/>
              <a:gd name="T53" fmla="*/ 93 h 93"/>
              <a:gd name="T54" fmla="*/ 58 w 95"/>
              <a:gd name="T55" fmla="*/ 80 h 93"/>
              <a:gd name="T56" fmla="*/ 64 w 95"/>
              <a:gd name="T57" fmla="*/ 77 h 93"/>
              <a:gd name="T58" fmla="*/ 78 w 95"/>
              <a:gd name="T59" fmla="*/ 82 h 93"/>
              <a:gd name="T60" fmla="*/ 85 w 95"/>
              <a:gd name="T61" fmla="*/ 75 h 93"/>
              <a:gd name="T62" fmla="*/ 80 w 95"/>
              <a:gd name="T63" fmla="*/ 62 h 93"/>
              <a:gd name="T64" fmla="*/ 82 w 95"/>
              <a:gd name="T65" fmla="*/ 57 h 93"/>
              <a:gd name="T66" fmla="*/ 48 w 95"/>
              <a:gd name="T67" fmla="*/ 61 h 93"/>
              <a:gd name="T68" fmla="*/ 32 w 95"/>
              <a:gd name="T69" fmla="*/ 46 h 93"/>
              <a:gd name="T70" fmla="*/ 48 w 95"/>
              <a:gd name="T71" fmla="*/ 31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5"/>
                  <a:pt x="82" y="35"/>
                </a:cubicBezTo>
                <a:cubicBezTo>
                  <a:pt x="80" y="30"/>
                  <a:pt x="80" y="30"/>
                  <a:pt x="80" y="30"/>
                </a:cubicBezTo>
                <a:cubicBezTo>
                  <a:pt x="80" y="30"/>
                  <a:pt x="85" y="17"/>
                  <a:pt x="85" y="17"/>
                </a:cubicBezTo>
                <a:cubicBezTo>
                  <a:pt x="77" y="9"/>
                  <a:pt x="77" y="9"/>
                  <a:pt x="77" y="9"/>
                </a:cubicBezTo>
                <a:cubicBezTo>
                  <a:pt x="77" y="9"/>
                  <a:pt x="64" y="15"/>
                  <a:pt x="64" y="15"/>
                </a:cubicBezTo>
                <a:cubicBezTo>
                  <a:pt x="58" y="12"/>
                  <a:pt x="58" y="12"/>
                  <a:pt x="58" y="12"/>
                </a:cubicBezTo>
                <a:cubicBezTo>
                  <a:pt x="58" y="12"/>
                  <a:pt x="53" y="0"/>
                  <a:pt x="53" y="0"/>
                </a:cubicBezTo>
                <a:cubicBezTo>
                  <a:pt x="42" y="0"/>
                  <a:pt x="42" y="0"/>
                  <a:pt x="42" y="0"/>
                </a:cubicBezTo>
                <a:cubicBezTo>
                  <a:pt x="41" y="0"/>
                  <a:pt x="37" y="12"/>
                  <a:pt x="37" y="12"/>
                </a:cubicBezTo>
                <a:cubicBezTo>
                  <a:pt x="31" y="15"/>
                  <a:pt x="31" y="15"/>
                  <a:pt x="31" y="15"/>
                </a:cubicBezTo>
                <a:cubicBezTo>
                  <a:pt x="31" y="15"/>
                  <a:pt x="18" y="9"/>
                  <a:pt x="18" y="10"/>
                </a:cubicBezTo>
                <a:cubicBezTo>
                  <a:pt x="10" y="17"/>
                  <a:pt x="10" y="17"/>
                  <a:pt x="10" y="17"/>
                </a:cubicBezTo>
                <a:cubicBezTo>
                  <a:pt x="10" y="18"/>
                  <a:pt x="15" y="30"/>
                  <a:pt x="15" y="30"/>
                </a:cubicBezTo>
                <a:cubicBezTo>
                  <a:pt x="13" y="36"/>
                  <a:pt x="13" y="36"/>
                  <a:pt x="13" y="36"/>
                </a:cubicBezTo>
                <a:cubicBezTo>
                  <a:pt x="13" y="36"/>
                  <a:pt x="0" y="41"/>
                  <a:pt x="0" y="41"/>
                </a:cubicBezTo>
                <a:cubicBezTo>
                  <a:pt x="0" y="51"/>
                  <a:pt x="0" y="51"/>
                  <a:pt x="0" y="51"/>
                </a:cubicBezTo>
                <a:cubicBezTo>
                  <a:pt x="0" y="52"/>
                  <a:pt x="13" y="57"/>
                  <a:pt x="13" y="57"/>
                </a:cubicBezTo>
                <a:cubicBezTo>
                  <a:pt x="16" y="62"/>
                  <a:pt x="16" y="62"/>
                  <a:pt x="16" y="62"/>
                </a:cubicBezTo>
                <a:cubicBezTo>
                  <a:pt x="16" y="62"/>
                  <a:pt x="10" y="75"/>
                  <a:pt x="10" y="76"/>
                </a:cubicBezTo>
                <a:cubicBezTo>
                  <a:pt x="18" y="83"/>
                  <a:pt x="18" y="83"/>
                  <a:pt x="18" y="83"/>
                </a:cubicBezTo>
                <a:cubicBezTo>
                  <a:pt x="18" y="83"/>
                  <a:pt x="31" y="77"/>
                  <a:pt x="31" y="77"/>
                </a:cubicBezTo>
                <a:cubicBezTo>
                  <a:pt x="37" y="80"/>
                  <a:pt x="37" y="80"/>
                  <a:pt x="37" y="80"/>
                </a:cubicBezTo>
                <a:cubicBezTo>
                  <a:pt x="37" y="80"/>
                  <a:pt x="42" y="93"/>
                  <a:pt x="43" y="93"/>
                </a:cubicBezTo>
                <a:cubicBezTo>
                  <a:pt x="53" y="93"/>
                  <a:pt x="53" y="93"/>
                  <a:pt x="53" y="93"/>
                </a:cubicBezTo>
                <a:cubicBezTo>
                  <a:pt x="54" y="93"/>
                  <a:pt x="58" y="80"/>
                  <a:pt x="58" y="80"/>
                </a:cubicBezTo>
                <a:cubicBezTo>
                  <a:pt x="64" y="77"/>
                  <a:pt x="64" y="77"/>
                  <a:pt x="64" y="77"/>
                </a:cubicBezTo>
                <a:cubicBezTo>
                  <a:pt x="64" y="77"/>
                  <a:pt x="77" y="83"/>
                  <a:pt x="78" y="82"/>
                </a:cubicBezTo>
                <a:cubicBezTo>
                  <a:pt x="85" y="75"/>
                  <a:pt x="85" y="75"/>
                  <a:pt x="85" y="75"/>
                </a:cubicBezTo>
                <a:cubicBezTo>
                  <a:pt x="85" y="75"/>
                  <a:pt x="80" y="62"/>
                  <a:pt x="80" y="62"/>
                </a:cubicBezTo>
                <a:lnTo>
                  <a:pt x="82" y="57"/>
                </a:lnTo>
                <a:close/>
                <a:moveTo>
                  <a:pt x="48" y="61"/>
                </a:moveTo>
                <a:cubicBezTo>
                  <a:pt x="39" y="61"/>
                  <a:pt x="32" y="54"/>
                  <a:pt x="32" y="46"/>
                </a:cubicBezTo>
                <a:cubicBezTo>
                  <a:pt x="32" y="38"/>
                  <a:pt x="39" y="31"/>
                  <a:pt x="48" y="31"/>
                </a:cubicBezTo>
                <a:cubicBezTo>
                  <a:pt x="56" y="31"/>
                  <a:pt x="63" y="38"/>
                  <a:pt x="63" y="46"/>
                </a:cubicBezTo>
                <a:cubicBezTo>
                  <a:pt x="63" y="54"/>
                  <a:pt x="56" y="61"/>
                  <a:pt x="48" y="61"/>
                </a:cubicBezTo>
                <a:close/>
              </a:path>
            </a:pathLst>
          </a:custGeom>
          <a:solidFill>
            <a:srgbClr val="C0392B"/>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33"/>
          <p:cNvSpPr>
            <a:spLocks noEditPoints="1"/>
          </p:cNvSpPr>
          <p:nvPr/>
        </p:nvSpPr>
        <p:spPr bwMode="auto">
          <a:xfrm>
            <a:off x="3272619" y="3192259"/>
            <a:ext cx="791739" cy="539059"/>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Freeform 32"/>
          <p:cNvSpPr/>
          <p:nvPr/>
        </p:nvSpPr>
        <p:spPr bwMode="auto">
          <a:xfrm>
            <a:off x="8433821" y="3763456"/>
            <a:ext cx="629747" cy="556339"/>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64"/>
          <p:cNvSpPr>
            <a:spLocks noEditPoints="1"/>
          </p:cNvSpPr>
          <p:nvPr/>
        </p:nvSpPr>
        <p:spPr bwMode="auto">
          <a:xfrm>
            <a:off x="8518863" y="5191024"/>
            <a:ext cx="459662" cy="616444"/>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 name="Group 1"/>
          <p:cNvGrpSpPr/>
          <p:nvPr/>
        </p:nvGrpSpPr>
        <p:grpSpPr>
          <a:xfrm>
            <a:off x="4375152" y="1801285"/>
            <a:ext cx="3651249" cy="4751916"/>
            <a:chOff x="4375152" y="1801285"/>
            <a:chExt cx="3651249" cy="4751916"/>
          </a:xfrm>
        </p:grpSpPr>
        <p:grpSp>
          <p:nvGrpSpPr>
            <p:cNvPr id="10" name="Group 9"/>
            <p:cNvGrpSpPr/>
            <p:nvPr/>
          </p:nvGrpSpPr>
          <p:grpSpPr>
            <a:xfrm>
              <a:off x="4375152" y="1801285"/>
              <a:ext cx="3651249" cy="4751916"/>
              <a:chOff x="3281363" y="1350963"/>
              <a:chExt cx="2738437" cy="3563937"/>
            </a:xfrm>
          </p:grpSpPr>
          <p:sp>
            <p:nvSpPr>
              <p:cNvPr id="6" name="AutoShape 3"/>
              <p:cNvSpPr>
                <a:spLocks noChangeAspect="1" noChangeArrowheads="1" noTextEdit="1"/>
              </p:cNvSpPr>
              <p:nvPr/>
            </p:nvSpPr>
            <p:spPr bwMode="auto">
              <a:xfrm>
                <a:off x="3281363" y="1352550"/>
                <a:ext cx="2738437" cy="356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5"/>
              <p:cNvSpPr/>
              <p:nvPr/>
            </p:nvSpPr>
            <p:spPr bwMode="auto">
              <a:xfrm>
                <a:off x="3514725" y="3225800"/>
                <a:ext cx="1268412" cy="1689100"/>
              </a:xfrm>
              <a:custGeom>
                <a:avLst/>
                <a:gdLst>
                  <a:gd name="T0" fmla="*/ 0 w 799"/>
                  <a:gd name="T1" fmla="*/ 894 h 1064"/>
                  <a:gd name="T2" fmla="*/ 318 w 799"/>
                  <a:gd name="T3" fmla="*/ 0 h 1064"/>
                  <a:gd name="T4" fmla="*/ 799 w 799"/>
                  <a:gd name="T5" fmla="*/ 172 h 1064"/>
                  <a:gd name="T6" fmla="*/ 481 w 799"/>
                  <a:gd name="T7" fmla="*/ 1064 h 1064"/>
                  <a:gd name="T8" fmla="*/ 296 w 799"/>
                  <a:gd name="T9" fmla="*/ 823 h 1064"/>
                  <a:gd name="T10" fmla="*/ 0 w 799"/>
                  <a:gd name="T11" fmla="*/ 894 h 1064"/>
                </a:gdLst>
                <a:ahLst/>
                <a:cxnLst>
                  <a:cxn ang="0">
                    <a:pos x="T0" y="T1"/>
                  </a:cxn>
                  <a:cxn ang="0">
                    <a:pos x="T2" y="T3"/>
                  </a:cxn>
                  <a:cxn ang="0">
                    <a:pos x="T4" y="T5"/>
                  </a:cxn>
                  <a:cxn ang="0">
                    <a:pos x="T6" y="T7"/>
                  </a:cxn>
                  <a:cxn ang="0">
                    <a:pos x="T8" y="T9"/>
                  </a:cxn>
                  <a:cxn ang="0">
                    <a:pos x="T10" y="T11"/>
                  </a:cxn>
                </a:cxnLst>
                <a:rect l="0" t="0" r="r" b="b"/>
                <a:pathLst>
                  <a:path w="799" h="1064">
                    <a:moveTo>
                      <a:pt x="0" y="894"/>
                    </a:moveTo>
                    <a:lnTo>
                      <a:pt x="318" y="0"/>
                    </a:lnTo>
                    <a:lnTo>
                      <a:pt x="799" y="172"/>
                    </a:lnTo>
                    <a:lnTo>
                      <a:pt x="481" y="1064"/>
                    </a:lnTo>
                    <a:lnTo>
                      <a:pt x="296" y="823"/>
                    </a:lnTo>
                    <a:lnTo>
                      <a:pt x="0" y="89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6"/>
              <p:cNvSpPr/>
              <p:nvPr/>
            </p:nvSpPr>
            <p:spPr bwMode="auto">
              <a:xfrm>
                <a:off x="4513263" y="3225800"/>
                <a:ext cx="1266825" cy="1689100"/>
              </a:xfrm>
              <a:custGeom>
                <a:avLst/>
                <a:gdLst>
                  <a:gd name="T0" fmla="*/ 798 w 798"/>
                  <a:gd name="T1" fmla="*/ 894 h 1064"/>
                  <a:gd name="T2" fmla="*/ 481 w 798"/>
                  <a:gd name="T3" fmla="*/ 0 h 1064"/>
                  <a:gd name="T4" fmla="*/ 0 w 798"/>
                  <a:gd name="T5" fmla="*/ 172 h 1064"/>
                  <a:gd name="T6" fmla="*/ 317 w 798"/>
                  <a:gd name="T7" fmla="*/ 1064 h 1064"/>
                  <a:gd name="T8" fmla="*/ 502 w 798"/>
                  <a:gd name="T9" fmla="*/ 823 h 1064"/>
                  <a:gd name="T10" fmla="*/ 798 w 798"/>
                  <a:gd name="T11" fmla="*/ 894 h 1064"/>
                </a:gdLst>
                <a:ahLst/>
                <a:cxnLst>
                  <a:cxn ang="0">
                    <a:pos x="T0" y="T1"/>
                  </a:cxn>
                  <a:cxn ang="0">
                    <a:pos x="T2" y="T3"/>
                  </a:cxn>
                  <a:cxn ang="0">
                    <a:pos x="T4" y="T5"/>
                  </a:cxn>
                  <a:cxn ang="0">
                    <a:pos x="T6" y="T7"/>
                  </a:cxn>
                  <a:cxn ang="0">
                    <a:pos x="T8" y="T9"/>
                  </a:cxn>
                  <a:cxn ang="0">
                    <a:pos x="T10" y="T11"/>
                  </a:cxn>
                </a:cxnLst>
                <a:rect l="0" t="0" r="r" b="b"/>
                <a:pathLst>
                  <a:path w="798" h="1064">
                    <a:moveTo>
                      <a:pt x="798" y="894"/>
                    </a:moveTo>
                    <a:lnTo>
                      <a:pt x="481" y="0"/>
                    </a:lnTo>
                    <a:lnTo>
                      <a:pt x="0" y="172"/>
                    </a:lnTo>
                    <a:lnTo>
                      <a:pt x="317" y="1064"/>
                    </a:lnTo>
                    <a:lnTo>
                      <a:pt x="502" y="823"/>
                    </a:lnTo>
                    <a:lnTo>
                      <a:pt x="798" y="894"/>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7"/>
              <p:cNvSpPr>
                <a:spLocks noEditPoints="1"/>
              </p:cNvSpPr>
              <p:nvPr/>
            </p:nvSpPr>
            <p:spPr bwMode="auto">
              <a:xfrm>
                <a:off x="3282950" y="1350963"/>
                <a:ext cx="2736850" cy="2730500"/>
              </a:xfrm>
              <a:custGeom>
                <a:avLst/>
                <a:gdLst>
                  <a:gd name="T0" fmla="*/ 172 w 1742"/>
                  <a:gd name="T1" fmla="*/ 864 h 1738"/>
                  <a:gd name="T2" fmla="*/ 868 w 1742"/>
                  <a:gd name="T3" fmla="*/ 168 h 1738"/>
                  <a:gd name="T4" fmla="*/ 869 w 1742"/>
                  <a:gd name="T5" fmla="*/ 168 h 1738"/>
                  <a:gd name="T6" fmla="*/ 1565 w 1742"/>
                  <a:gd name="T7" fmla="*/ 864 h 1738"/>
                  <a:gd name="T8" fmla="*/ 869 w 1742"/>
                  <a:gd name="T9" fmla="*/ 1561 h 1738"/>
                  <a:gd name="T10" fmla="*/ 868 w 1742"/>
                  <a:gd name="T11" fmla="*/ 1561 h 1738"/>
                  <a:gd name="T12" fmla="*/ 172 w 1742"/>
                  <a:gd name="T13" fmla="*/ 864 h 1738"/>
                  <a:gd name="T14" fmla="*/ 868 w 1742"/>
                  <a:gd name="T15" fmla="*/ 122 h 1738"/>
                  <a:gd name="T16" fmla="*/ 867 w 1742"/>
                  <a:gd name="T17" fmla="*/ 123 h 1738"/>
                  <a:gd name="T18" fmla="*/ 721 w 1742"/>
                  <a:gd name="T19" fmla="*/ 2 h 1738"/>
                  <a:gd name="T20" fmla="*/ 626 w 1742"/>
                  <a:gd name="T21" fmla="*/ 165 h 1738"/>
                  <a:gd name="T22" fmla="*/ 450 w 1742"/>
                  <a:gd name="T23" fmla="*/ 97 h 1738"/>
                  <a:gd name="T24" fmla="*/ 413 w 1742"/>
                  <a:gd name="T25" fmla="*/ 283 h 1738"/>
                  <a:gd name="T26" fmla="*/ 223 w 1742"/>
                  <a:gd name="T27" fmla="*/ 276 h 1738"/>
                  <a:gd name="T28" fmla="*/ 249 w 1742"/>
                  <a:gd name="T29" fmla="*/ 463 h 1738"/>
                  <a:gd name="T30" fmla="*/ 69 w 1742"/>
                  <a:gd name="T31" fmla="*/ 519 h 1738"/>
                  <a:gd name="T32" fmla="*/ 152 w 1742"/>
                  <a:gd name="T33" fmla="*/ 687 h 1738"/>
                  <a:gd name="T34" fmla="*/ 0 w 1742"/>
                  <a:gd name="T35" fmla="*/ 797 h 1738"/>
                  <a:gd name="T36" fmla="*/ 134 w 1742"/>
                  <a:gd name="T37" fmla="*/ 930 h 1738"/>
                  <a:gd name="T38" fmla="*/ 26 w 1742"/>
                  <a:gd name="T39" fmla="*/ 1085 h 1738"/>
                  <a:gd name="T40" fmla="*/ 196 w 1742"/>
                  <a:gd name="T41" fmla="*/ 1165 h 1738"/>
                  <a:gd name="T42" fmla="*/ 143 w 1742"/>
                  <a:gd name="T43" fmla="*/ 1348 h 1738"/>
                  <a:gd name="T44" fmla="*/ 331 w 1742"/>
                  <a:gd name="T45" fmla="*/ 1369 h 1738"/>
                  <a:gd name="T46" fmla="*/ 339 w 1742"/>
                  <a:gd name="T47" fmla="*/ 1557 h 1738"/>
                  <a:gd name="T48" fmla="*/ 524 w 1742"/>
                  <a:gd name="T49" fmla="*/ 1517 h 1738"/>
                  <a:gd name="T50" fmla="*/ 594 w 1742"/>
                  <a:gd name="T51" fmla="*/ 1693 h 1738"/>
                  <a:gd name="T52" fmla="*/ 755 w 1742"/>
                  <a:gd name="T53" fmla="*/ 1594 h 1738"/>
                  <a:gd name="T54" fmla="*/ 868 w 1742"/>
                  <a:gd name="T55" fmla="*/ 1726 h 1738"/>
                  <a:gd name="T56" fmla="*/ 878 w 1742"/>
                  <a:gd name="T57" fmla="*/ 1738 h 1738"/>
                  <a:gd name="T58" fmla="*/ 999 w 1742"/>
                  <a:gd name="T59" fmla="*/ 1593 h 1738"/>
                  <a:gd name="T60" fmla="*/ 1162 w 1742"/>
                  <a:gd name="T61" fmla="*/ 1688 h 1738"/>
                  <a:gd name="T62" fmla="*/ 1228 w 1742"/>
                  <a:gd name="T63" fmla="*/ 1512 h 1738"/>
                  <a:gd name="T64" fmla="*/ 1413 w 1742"/>
                  <a:gd name="T65" fmla="*/ 1550 h 1738"/>
                  <a:gd name="T66" fmla="*/ 1420 w 1742"/>
                  <a:gd name="T67" fmla="*/ 1361 h 1738"/>
                  <a:gd name="T68" fmla="*/ 1607 w 1742"/>
                  <a:gd name="T69" fmla="*/ 1337 h 1738"/>
                  <a:gd name="T70" fmla="*/ 1551 w 1742"/>
                  <a:gd name="T71" fmla="*/ 1156 h 1738"/>
                  <a:gd name="T72" fmla="*/ 1720 w 1742"/>
                  <a:gd name="T73" fmla="*/ 1073 h 1738"/>
                  <a:gd name="T74" fmla="*/ 1610 w 1742"/>
                  <a:gd name="T75" fmla="*/ 919 h 1738"/>
                  <a:gd name="T76" fmla="*/ 1742 w 1742"/>
                  <a:gd name="T77" fmla="*/ 786 h 1738"/>
                  <a:gd name="T78" fmla="*/ 1588 w 1742"/>
                  <a:gd name="T79" fmla="*/ 677 h 1738"/>
                  <a:gd name="T80" fmla="*/ 1669 w 1742"/>
                  <a:gd name="T81" fmla="*/ 507 h 1738"/>
                  <a:gd name="T82" fmla="*/ 1488 w 1742"/>
                  <a:gd name="T83" fmla="*/ 455 h 1738"/>
                  <a:gd name="T84" fmla="*/ 1511 w 1742"/>
                  <a:gd name="T85" fmla="*/ 266 h 1738"/>
                  <a:gd name="T86" fmla="*/ 1321 w 1742"/>
                  <a:gd name="T87" fmla="*/ 276 h 1738"/>
                  <a:gd name="T88" fmla="*/ 1282 w 1742"/>
                  <a:gd name="T89" fmla="*/ 91 h 1738"/>
                  <a:gd name="T90" fmla="*/ 1107 w 1742"/>
                  <a:gd name="T91" fmla="*/ 162 h 1738"/>
                  <a:gd name="T92" fmla="*/ 1009 w 1742"/>
                  <a:gd name="T93" fmla="*/ 0 h 1738"/>
                  <a:gd name="T94" fmla="*/ 868 w 1742"/>
                  <a:gd name="T95" fmla="*/ 122 h 1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2" h="1738">
                    <a:moveTo>
                      <a:pt x="172" y="864"/>
                    </a:moveTo>
                    <a:cubicBezTo>
                      <a:pt x="172" y="481"/>
                      <a:pt x="484" y="169"/>
                      <a:pt x="868" y="168"/>
                    </a:cubicBezTo>
                    <a:cubicBezTo>
                      <a:pt x="869" y="168"/>
                      <a:pt x="869" y="168"/>
                      <a:pt x="869" y="168"/>
                    </a:cubicBezTo>
                    <a:cubicBezTo>
                      <a:pt x="1254" y="168"/>
                      <a:pt x="1565" y="480"/>
                      <a:pt x="1565" y="864"/>
                    </a:cubicBezTo>
                    <a:cubicBezTo>
                      <a:pt x="1565" y="1248"/>
                      <a:pt x="1254" y="1561"/>
                      <a:pt x="869" y="1561"/>
                    </a:cubicBezTo>
                    <a:cubicBezTo>
                      <a:pt x="868" y="1561"/>
                      <a:pt x="868" y="1561"/>
                      <a:pt x="868" y="1561"/>
                    </a:cubicBezTo>
                    <a:cubicBezTo>
                      <a:pt x="484" y="1560"/>
                      <a:pt x="172" y="1248"/>
                      <a:pt x="172" y="864"/>
                    </a:cubicBezTo>
                    <a:close/>
                    <a:moveTo>
                      <a:pt x="868" y="122"/>
                    </a:moveTo>
                    <a:cubicBezTo>
                      <a:pt x="867" y="123"/>
                      <a:pt x="867" y="123"/>
                      <a:pt x="867" y="123"/>
                    </a:cubicBezTo>
                    <a:cubicBezTo>
                      <a:pt x="721" y="2"/>
                      <a:pt x="721" y="2"/>
                      <a:pt x="721" y="2"/>
                    </a:cubicBezTo>
                    <a:cubicBezTo>
                      <a:pt x="626" y="165"/>
                      <a:pt x="626" y="165"/>
                      <a:pt x="626" y="165"/>
                    </a:cubicBezTo>
                    <a:cubicBezTo>
                      <a:pt x="450" y="97"/>
                      <a:pt x="450" y="97"/>
                      <a:pt x="450" y="97"/>
                    </a:cubicBezTo>
                    <a:cubicBezTo>
                      <a:pt x="413" y="283"/>
                      <a:pt x="413" y="283"/>
                      <a:pt x="413" y="283"/>
                    </a:cubicBezTo>
                    <a:cubicBezTo>
                      <a:pt x="223" y="276"/>
                      <a:pt x="223" y="276"/>
                      <a:pt x="223" y="276"/>
                    </a:cubicBezTo>
                    <a:cubicBezTo>
                      <a:pt x="249" y="463"/>
                      <a:pt x="249" y="463"/>
                      <a:pt x="249" y="463"/>
                    </a:cubicBezTo>
                    <a:cubicBezTo>
                      <a:pt x="69" y="519"/>
                      <a:pt x="69" y="519"/>
                      <a:pt x="69" y="519"/>
                    </a:cubicBezTo>
                    <a:cubicBezTo>
                      <a:pt x="152" y="687"/>
                      <a:pt x="152" y="687"/>
                      <a:pt x="152" y="687"/>
                    </a:cubicBezTo>
                    <a:cubicBezTo>
                      <a:pt x="0" y="797"/>
                      <a:pt x="0" y="797"/>
                      <a:pt x="0" y="797"/>
                    </a:cubicBezTo>
                    <a:cubicBezTo>
                      <a:pt x="134" y="930"/>
                      <a:pt x="134" y="930"/>
                      <a:pt x="134" y="930"/>
                    </a:cubicBezTo>
                    <a:cubicBezTo>
                      <a:pt x="26" y="1085"/>
                      <a:pt x="26" y="1085"/>
                      <a:pt x="26" y="1085"/>
                    </a:cubicBezTo>
                    <a:cubicBezTo>
                      <a:pt x="196" y="1165"/>
                      <a:pt x="196" y="1165"/>
                      <a:pt x="196" y="1165"/>
                    </a:cubicBezTo>
                    <a:cubicBezTo>
                      <a:pt x="143" y="1348"/>
                      <a:pt x="143" y="1348"/>
                      <a:pt x="143" y="1348"/>
                    </a:cubicBezTo>
                    <a:cubicBezTo>
                      <a:pt x="331" y="1369"/>
                      <a:pt x="331" y="1369"/>
                      <a:pt x="331" y="1369"/>
                    </a:cubicBezTo>
                    <a:cubicBezTo>
                      <a:pt x="339" y="1557"/>
                      <a:pt x="339" y="1557"/>
                      <a:pt x="339" y="1557"/>
                    </a:cubicBezTo>
                    <a:cubicBezTo>
                      <a:pt x="524" y="1517"/>
                      <a:pt x="524" y="1517"/>
                      <a:pt x="524" y="1517"/>
                    </a:cubicBezTo>
                    <a:cubicBezTo>
                      <a:pt x="594" y="1693"/>
                      <a:pt x="594" y="1693"/>
                      <a:pt x="594" y="1693"/>
                    </a:cubicBezTo>
                    <a:cubicBezTo>
                      <a:pt x="755" y="1594"/>
                      <a:pt x="755" y="1594"/>
                      <a:pt x="755" y="1594"/>
                    </a:cubicBezTo>
                    <a:cubicBezTo>
                      <a:pt x="868" y="1726"/>
                      <a:pt x="868" y="1726"/>
                      <a:pt x="868" y="1726"/>
                    </a:cubicBezTo>
                    <a:cubicBezTo>
                      <a:pt x="878" y="1738"/>
                      <a:pt x="878" y="1738"/>
                      <a:pt x="878" y="1738"/>
                    </a:cubicBezTo>
                    <a:cubicBezTo>
                      <a:pt x="999" y="1593"/>
                      <a:pt x="999" y="1593"/>
                      <a:pt x="999" y="1593"/>
                    </a:cubicBezTo>
                    <a:cubicBezTo>
                      <a:pt x="1162" y="1688"/>
                      <a:pt x="1162" y="1688"/>
                      <a:pt x="1162" y="1688"/>
                    </a:cubicBezTo>
                    <a:cubicBezTo>
                      <a:pt x="1228" y="1512"/>
                      <a:pt x="1228" y="1512"/>
                      <a:pt x="1228" y="1512"/>
                    </a:cubicBezTo>
                    <a:cubicBezTo>
                      <a:pt x="1413" y="1550"/>
                      <a:pt x="1413" y="1550"/>
                      <a:pt x="1413" y="1550"/>
                    </a:cubicBezTo>
                    <a:cubicBezTo>
                      <a:pt x="1420" y="1361"/>
                      <a:pt x="1420" y="1361"/>
                      <a:pt x="1420" y="1361"/>
                    </a:cubicBezTo>
                    <a:cubicBezTo>
                      <a:pt x="1607" y="1337"/>
                      <a:pt x="1607" y="1337"/>
                      <a:pt x="1607" y="1337"/>
                    </a:cubicBezTo>
                    <a:cubicBezTo>
                      <a:pt x="1551" y="1156"/>
                      <a:pt x="1551" y="1156"/>
                      <a:pt x="1551" y="1156"/>
                    </a:cubicBezTo>
                    <a:cubicBezTo>
                      <a:pt x="1720" y="1073"/>
                      <a:pt x="1720" y="1073"/>
                      <a:pt x="1720" y="1073"/>
                    </a:cubicBezTo>
                    <a:cubicBezTo>
                      <a:pt x="1610" y="919"/>
                      <a:pt x="1610" y="919"/>
                      <a:pt x="1610" y="919"/>
                    </a:cubicBezTo>
                    <a:cubicBezTo>
                      <a:pt x="1742" y="786"/>
                      <a:pt x="1742" y="786"/>
                      <a:pt x="1742" y="786"/>
                    </a:cubicBezTo>
                    <a:cubicBezTo>
                      <a:pt x="1588" y="677"/>
                      <a:pt x="1588" y="677"/>
                      <a:pt x="1588" y="677"/>
                    </a:cubicBezTo>
                    <a:cubicBezTo>
                      <a:pt x="1669" y="507"/>
                      <a:pt x="1669" y="507"/>
                      <a:pt x="1669" y="507"/>
                    </a:cubicBezTo>
                    <a:cubicBezTo>
                      <a:pt x="1488" y="455"/>
                      <a:pt x="1488" y="455"/>
                      <a:pt x="1488" y="455"/>
                    </a:cubicBezTo>
                    <a:cubicBezTo>
                      <a:pt x="1511" y="266"/>
                      <a:pt x="1511" y="266"/>
                      <a:pt x="1511" y="266"/>
                    </a:cubicBezTo>
                    <a:cubicBezTo>
                      <a:pt x="1321" y="276"/>
                      <a:pt x="1321" y="276"/>
                      <a:pt x="1321" y="276"/>
                    </a:cubicBezTo>
                    <a:cubicBezTo>
                      <a:pt x="1282" y="91"/>
                      <a:pt x="1282" y="91"/>
                      <a:pt x="1282" y="91"/>
                    </a:cubicBezTo>
                    <a:cubicBezTo>
                      <a:pt x="1107" y="162"/>
                      <a:pt x="1107" y="162"/>
                      <a:pt x="1107" y="162"/>
                    </a:cubicBezTo>
                    <a:cubicBezTo>
                      <a:pt x="1009" y="0"/>
                      <a:pt x="1009" y="0"/>
                      <a:pt x="1009" y="0"/>
                    </a:cubicBezTo>
                    <a:cubicBezTo>
                      <a:pt x="868" y="122"/>
                      <a:pt x="868" y="122"/>
                      <a:pt x="868" y="12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8"/>
              <p:cNvSpPr>
                <a:spLocks noEditPoints="1"/>
              </p:cNvSpPr>
              <p:nvPr/>
            </p:nvSpPr>
            <p:spPr bwMode="auto">
              <a:xfrm>
                <a:off x="3552825" y="1614488"/>
                <a:ext cx="2189162" cy="2187575"/>
              </a:xfrm>
              <a:custGeom>
                <a:avLst/>
                <a:gdLst>
                  <a:gd name="T0" fmla="*/ 0 w 1393"/>
                  <a:gd name="T1" fmla="*/ 696 h 1393"/>
                  <a:gd name="T2" fmla="*/ 696 w 1393"/>
                  <a:gd name="T3" fmla="*/ 1393 h 1393"/>
                  <a:gd name="T4" fmla="*/ 697 w 1393"/>
                  <a:gd name="T5" fmla="*/ 1393 h 1393"/>
                  <a:gd name="T6" fmla="*/ 1393 w 1393"/>
                  <a:gd name="T7" fmla="*/ 696 h 1393"/>
                  <a:gd name="T8" fmla="*/ 697 w 1393"/>
                  <a:gd name="T9" fmla="*/ 0 h 1393"/>
                  <a:gd name="T10" fmla="*/ 696 w 1393"/>
                  <a:gd name="T11" fmla="*/ 0 h 1393"/>
                  <a:gd name="T12" fmla="*/ 0 w 1393"/>
                  <a:gd name="T13" fmla="*/ 696 h 1393"/>
                  <a:gd name="T14" fmla="*/ 696 w 1393"/>
                  <a:gd name="T15" fmla="*/ 1333 h 1393"/>
                  <a:gd name="T16" fmla="*/ 60 w 1393"/>
                  <a:gd name="T17" fmla="*/ 696 h 1393"/>
                  <a:gd name="T18" fmla="*/ 696 w 1393"/>
                  <a:gd name="T19" fmla="*/ 58 h 1393"/>
                  <a:gd name="T20" fmla="*/ 697 w 1393"/>
                  <a:gd name="T21" fmla="*/ 58 h 1393"/>
                  <a:gd name="T22" fmla="*/ 1335 w 1393"/>
                  <a:gd name="T23" fmla="*/ 696 h 1393"/>
                  <a:gd name="T24" fmla="*/ 697 w 1393"/>
                  <a:gd name="T25" fmla="*/ 1333 h 1393"/>
                  <a:gd name="T26" fmla="*/ 696 w 1393"/>
                  <a:gd name="T27" fmla="*/ 1333 h 1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3" h="1393">
                    <a:moveTo>
                      <a:pt x="0" y="696"/>
                    </a:moveTo>
                    <a:cubicBezTo>
                      <a:pt x="0" y="1080"/>
                      <a:pt x="312" y="1392"/>
                      <a:pt x="696" y="1393"/>
                    </a:cubicBezTo>
                    <a:cubicBezTo>
                      <a:pt x="697" y="1393"/>
                      <a:pt x="697" y="1393"/>
                      <a:pt x="697" y="1393"/>
                    </a:cubicBezTo>
                    <a:cubicBezTo>
                      <a:pt x="1082" y="1393"/>
                      <a:pt x="1393" y="1080"/>
                      <a:pt x="1393" y="696"/>
                    </a:cubicBezTo>
                    <a:cubicBezTo>
                      <a:pt x="1393" y="312"/>
                      <a:pt x="1082" y="0"/>
                      <a:pt x="697" y="0"/>
                    </a:cubicBezTo>
                    <a:cubicBezTo>
                      <a:pt x="696" y="0"/>
                      <a:pt x="696" y="0"/>
                      <a:pt x="696" y="0"/>
                    </a:cubicBezTo>
                    <a:cubicBezTo>
                      <a:pt x="312" y="1"/>
                      <a:pt x="0" y="313"/>
                      <a:pt x="0" y="696"/>
                    </a:cubicBezTo>
                    <a:close/>
                    <a:moveTo>
                      <a:pt x="696" y="1333"/>
                    </a:moveTo>
                    <a:cubicBezTo>
                      <a:pt x="344" y="1333"/>
                      <a:pt x="60" y="1048"/>
                      <a:pt x="60" y="696"/>
                    </a:cubicBezTo>
                    <a:cubicBezTo>
                      <a:pt x="60" y="345"/>
                      <a:pt x="344" y="59"/>
                      <a:pt x="696" y="58"/>
                    </a:cubicBezTo>
                    <a:cubicBezTo>
                      <a:pt x="697" y="58"/>
                      <a:pt x="697" y="58"/>
                      <a:pt x="697" y="58"/>
                    </a:cubicBezTo>
                    <a:cubicBezTo>
                      <a:pt x="1048" y="58"/>
                      <a:pt x="1335" y="345"/>
                      <a:pt x="1335" y="696"/>
                    </a:cubicBezTo>
                    <a:cubicBezTo>
                      <a:pt x="1335" y="1048"/>
                      <a:pt x="1048" y="1333"/>
                      <a:pt x="697" y="1333"/>
                    </a:cubicBezTo>
                    <a:cubicBezTo>
                      <a:pt x="696" y="1333"/>
                      <a:pt x="696" y="1333"/>
                      <a:pt x="696" y="1333"/>
                    </a:cubicBezTo>
                    <a:close/>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9"/>
              <p:cNvSpPr>
                <a:spLocks noEditPoints="1"/>
              </p:cNvSpPr>
              <p:nvPr/>
            </p:nvSpPr>
            <p:spPr bwMode="auto">
              <a:xfrm>
                <a:off x="3648075" y="1706563"/>
                <a:ext cx="2001837" cy="2001838"/>
              </a:xfrm>
              <a:custGeom>
                <a:avLst/>
                <a:gdLst>
                  <a:gd name="T0" fmla="*/ 28 w 1275"/>
                  <a:gd name="T1" fmla="*/ 638 h 1275"/>
                  <a:gd name="T2" fmla="*/ 636 w 1275"/>
                  <a:gd name="T3" fmla="*/ 30 h 1275"/>
                  <a:gd name="T4" fmla="*/ 637 w 1275"/>
                  <a:gd name="T5" fmla="*/ 30 h 1275"/>
                  <a:gd name="T6" fmla="*/ 1245 w 1275"/>
                  <a:gd name="T7" fmla="*/ 638 h 1275"/>
                  <a:gd name="T8" fmla="*/ 637 w 1275"/>
                  <a:gd name="T9" fmla="*/ 1247 h 1275"/>
                  <a:gd name="T10" fmla="*/ 636 w 1275"/>
                  <a:gd name="T11" fmla="*/ 1247 h 1275"/>
                  <a:gd name="T12" fmla="*/ 28 w 1275"/>
                  <a:gd name="T13" fmla="*/ 638 h 1275"/>
                  <a:gd name="T14" fmla="*/ 636 w 1275"/>
                  <a:gd name="T15" fmla="*/ 0 h 1275"/>
                  <a:gd name="T16" fmla="*/ 0 w 1275"/>
                  <a:gd name="T17" fmla="*/ 638 h 1275"/>
                  <a:gd name="T18" fmla="*/ 636 w 1275"/>
                  <a:gd name="T19" fmla="*/ 1275 h 1275"/>
                  <a:gd name="T20" fmla="*/ 637 w 1275"/>
                  <a:gd name="T21" fmla="*/ 1275 h 1275"/>
                  <a:gd name="T22" fmla="*/ 1275 w 1275"/>
                  <a:gd name="T23" fmla="*/ 638 h 1275"/>
                  <a:gd name="T24" fmla="*/ 637 w 1275"/>
                  <a:gd name="T25" fmla="*/ 0 h 1275"/>
                  <a:gd name="T26" fmla="*/ 636 w 1275"/>
                  <a:gd name="T27" fmla="*/ 0 h 1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5" h="1275">
                    <a:moveTo>
                      <a:pt x="28" y="638"/>
                    </a:moveTo>
                    <a:cubicBezTo>
                      <a:pt x="28" y="304"/>
                      <a:pt x="301" y="31"/>
                      <a:pt x="636" y="30"/>
                    </a:cubicBezTo>
                    <a:cubicBezTo>
                      <a:pt x="637" y="30"/>
                      <a:pt x="637" y="30"/>
                      <a:pt x="637" y="30"/>
                    </a:cubicBezTo>
                    <a:cubicBezTo>
                      <a:pt x="973" y="30"/>
                      <a:pt x="1245" y="302"/>
                      <a:pt x="1245" y="638"/>
                    </a:cubicBezTo>
                    <a:cubicBezTo>
                      <a:pt x="1245" y="974"/>
                      <a:pt x="973" y="1247"/>
                      <a:pt x="637" y="1247"/>
                    </a:cubicBezTo>
                    <a:cubicBezTo>
                      <a:pt x="636" y="1247"/>
                      <a:pt x="636" y="1247"/>
                      <a:pt x="636" y="1247"/>
                    </a:cubicBezTo>
                    <a:cubicBezTo>
                      <a:pt x="301" y="1245"/>
                      <a:pt x="28" y="973"/>
                      <a:pt x="28" y="638"/>
                    </a:cubicBezTo>
                    <a:close/>
                    <a:moveTo>
                      <a:pt x="636" y="0"/>
                    </a:moveTo>
                    <a:cubicBezTo>
                      <a:pt x="284" y="1"/>
                      <a:pt x="0" y="287"/>
                      <a:pt x="0" y="638"/>
                    </a:cubicBezTo>
                    <a:cubicBezTo>
                      <a:pt x="0" y="990"/>
                      <a:pt x="284" y="1275"/>
                      <a:pt x="636" y="1275"/>
                    </a:cubicBezTo>
                    <a:cubicBezTo>
                      <a:pt x="637" y="1275"/>
                      <a:pt x="637" y="1275"/>
                      <a:pt x="637" y="1275"/>
                    </a:cubicBezTo>
                    <a:cubicBezTo>
                      <a:pt x="988" y="1275"/>
                      <a:pt x="1275" y="990"/>
                      <a:pt x="1275" y="638"/>
                    </a:cubicBezTo>
                    <a:cubicBezTo>
                      <a:pt x="1275" y="287"/>
                      <a:pt x="988" y="0"/>
                      <a:pt x="637" y="0"/>
                    </a:cubicBezTo>
                    <a:cubicBezTo>
                      <a:pt x="636" y="0"/>
                      <a:pt x="636" y="0"/>
                      <a:pt x="636" y="0"/>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10"/>
              <p:cNvSpPr/>
              <p:nvPr/>
            </p:nvSpPr>
            <p:spPr bwMode="auto">
              <a:xfrm>
                <a:off x="3690938" y="1752600"/>
                <a:ext cx="955675" cy="1911350"/>
              </a:xfrm>
              <a:custGeom>
                <a:avLst/>
                <a:gdLst>
                  <a:gd name="T0" fmla="*/ 0 w 608"/>
                  <a:gd name="T1" fmla="*/ 608 h 1217"/>
                  <a:gd name="T2" fmla="*/ 608 w 608"/>
                  <a:gd name="T3" fmla="*/ 1217 h 1217"/>
                  <a:gd name="T4" fmla="*/ 608 w 608"/>
                  <a:gd name="T5" fmla="*/ 1202 h 1217"/>
                  <a:gd name="T6" fmla="*/ 16 w 608"/>
                  <a:gd name="T7" fmla="*/ 608 h 1217"/>
                  <a:gd name="T8" fmla="*/ 608 w 608"/>
                  <a:gd name="T9" fmla="*/ 14 h 1217"/>
                  <a:gd name="T10" fmla="*/ 608 w 608"/>
                  <a:gd name="T11" fmla="*/ 0 h 1217"/>
                  <a:gd name="T12" fmla="*/ 0 w 608"/>
                  <a:gd name="T13" fmla="*/ 608 h 1217"/>
                </a:gdLst>
                <a:ahLst/>
                <a:cxnLst>
                  <a:cxn ang="0">
                    <a:pos x="T0" y="T1"/>
                  </a:cxn>
                  <a:cxn ang="0">
                    <a:pos x="T2" y="T3"/>
                  </a:cxn>
                  <a:cxn ang="0">
                    <a:pos x="T4" y="T5"/>
                  </a:cxn>
                  <a:cxn ang="0">
                    <a:pos x="T6" y="T7"/>
                  </a:cxn>
                  <a:cxn ang="0">
                    <a:pos x="T8" y="T9"/>
                  </a:cxn>
                  <a:cxn ang="0">
                    <a:pos x="T10" y="T11"/>
                  </a:cxn>
                  <a:cxn ang="0">
                    <a:pos x="T12" y="T13"/>
                  </a:cxn>
                </a:cxnLst>
                <a:rect l="0" t="0" r="r" b="b"/>
                <a:pathLst>
                  <a:path w="608" h="1217">
                    <a:moveTo>
                      <a:pt x="0" y="608"/>
                    </a:moveTo>
                    <a:cubicBezTo>
                      <a:pt x="0" y="943"/>
                      <a:pt x="273" y="1215"/>
                      <a:pt x="608" y="1217"/>
                    </a:cubicBezTo>
                    <a:cubicBezTo>
                      <a:pt x="608" y="1202"/>
                      <a:pt x="608" y="1202"/>
                      <a:pt x="608" y="1202"/>
                    </a:cubicBezTo>
                    <a:cubicBezTo>
                      <a:pt x="281" y="1201"/>
                      <a:pt x="16" y="936"/>
                      <a:pt x="16" y="608"/>
                    </a:cubicBezTo>
                    <a:cubicBezTo>
                      <a:pt x="16" y="281"/>
                      <a:pt x="281" y="15"/>
                      <a:pt x="608" y="14"/>
                    </a:cubicBezTo>
                    <a:cubicBezTo>
                      <a:pt x="608" y="0"/>
                      <a:pt x="608" y="0"/>
                      <a:pt x="608" y="0"/>
                    </a:cubicBezTo>
                    <a:cubicBezTo>
                      <a:pt x="273" y="1"/>
                      <a:pt x="0" y="274"/>
                      <a:pt x="0" y="6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11"/>
              <p:cNvSpPr>
                <a:spLocks noEditPoints="1"/>
              </p:cNvSpPr>
              <p:nvPr/>
            </p:nvSpPr>
            <p:spPr bwMode="auto">
              <a:xfrm>
                <a:off x="3716338" y="1752600"/>
                <a:ext cx="1887537" cy="1911350"/>
              </a:xfrm>
              <a:custGeom>
                <a:avLst/>
                <a:gdLst>
                  <a:gd name="T0" fmla="*/ 14 w 1201"/>
                  <a:gd name="T1" fmla="*/ 608 h 1217"/>
                  <a:gd name="T2" fmla="*/ 592 w 1201"/>
                  <a:gd name="T3" fmla="*/ 29 h 1217"/>
                  <a:gd name="T4" fmla="*/ 593 w 1201"/>
                  <a:gd name="T5" fmla="*/ 29 h 1217"/>
                  <a:gd name="T6" fmla="*/ 1172 w 1201"/>
                  <a:gd name="T7" fmla="*/ 608 h 1217"/>
                  <a:gd name="T8" fmla="*/ 593 w 1201"/>
                  <a:gd name="T9" fmla="*/ 1187 h 1217"/>
                  <a:gd name="T10" fmla="*/ 592 w 1201"/>
                  <a:gd name="T11" fmla="*/ 1187 h 1217"/>
                  <a:gd name="T12" fmla="*/ 14 w 1201"/>
                  <a:gd name="T13" fmla="*/ 608 h 1217"/>
                  <a:gd name="T14" fmla="*/ 592 w 1201"/>
                  <a:gd name="T15" fmla="*/ 14 h 1217"/>
                  <a:gd name="T16" fmla="*/ 0 w 1201"/>
                  <a:gd name="T17" fmla="*/ 608 h 1217"/>
                  <a:gd name="T18" fmla="*/ 592 w 1201"/>
                  <a:gd name="T19" fmla="*/ 1202 h 1217"/>
                  <a:gd name="T20" fmla="*/ 592 w 1201"/>
                  <a:gd name="T21" fmla="*/ 1217 h 1217"/>
                  <a:gd name="T22" fmla="*/ 593 w 1201"/>
                  <a:gd name="T23" fmla="*/ 1217 h 1217"/>
                  <a:gd name="T24" fmla="*/ 1201 w 1201"/>
                  <a:gd name="T25" fmla="*/ 608 h 1217"/>
                  <a:gd name="T26" fmla="*/ 593 w 1201"/>
                  <a:gd name="T27" fmla="*/ 0 h 1217"/>
                  <a:gd name="T28" fmla="*/ 592 w 1201"/>
                  <a:gd name="T29" fmla="*/ 0 h 1217"/>
                  <a:gd name="T30" fmla="*/ 592 w 1201"/>
                  <a:gd name="T31" fmla="*/ 14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1" h="1217">
                    <a:moveTo>
                      <a:pt x="14" y="608"/>
                    </a:moveTo>
                    <a:cubicBezTo>
                      <a:pt x="14" y="289"/>
                      <a:pt x="273" y="29"/>
                      <a:pt x="592" y="29"/>
                    </a:cubicBezTo>
                    <a:cubicBezTo>
                      <a:pt x="593" y="29"/>
                      <a:pt x="593" y="29"/>
                      <a:pt x="593" y="29"/>
                    </a:cubicBezTo>
                    <a:cubicBezTo>
                      <a:pt x="913" y="29"/>
                      <a:pt x="1172" y="288"/>
                      <a:pt x="1172" y="608"/>
                    </a:cubicBezTo>
                    <a:cubicBezTo>
                      <a:pt x="1172" y="929"/>
                      <a:pt x="913" y="1187"/>
                      <a:pt x="593" y="1187"/>
                    </a:cubicBezTo>
                    <a:cubicBezTo>
                      <a:pt x="592" y="1187"/>
                      <a:pt x="592" y="1187"/>
                      <a:pt x="592" y="1187"/>
                    </a:cubicBezTo>
                    <a:cubicBezTo>
                      <a:pt x="273" y="1187"/>
                      <a:pt x="14" y="927"/>
                      <a:pt x="14" y="608"/>
                    </a:cubicBezTo>
                    <a:close/>
                    <a:moveTo>
                      <a:pt x="592" y="14"/>
                    </a:moveTo>
                    <a:cubicBezTo>
                      <a:pt x="265" y="15"/>
                      <a:pt x="0" y="281"/>
                      <a:pt x="0" y="608"/>
                    </a:cubicBezTo>
                    <a:cubicBezTo>
                      <a:pt x="0" y="936"/>
                      <a:pt x="265" y="1201"/>
                      <a:pt x="592" y="1202"/>
                    </a:cubicBezTo>
                    <a:cubicBezTo>
                      <a:pt x="592" y="1217"/>
                      <a:pt x="592" y="1217"/>
                      <a:pt x="592" y="1217"/>
                    </a:cubicBezTo>
                    <a:cubicBezTo>
                      <a:pt x="593" y="1217"/>
                      <a:pt x="593" y="1217"/>
                      <a:pt x="593" y="1217"/>
                    </a:cubicBezTo>
                    <a:cubicBezTo>
                      <a:pt x="929" y="1217"/>
                      <a:pt x="1201" y="944"/>
                      <a:pt x="1201" y="608"/>
                    </a:cubicBezTo>
                    <a:cubicBezTo>
                      <a:pt x="1201" y="272"/>
                      <a:pt x="929" y="0"/>
                      <a:pt x="593" y="0"/>
                    </a:cubicBezTo>
                    <a:cubicBezTo>
                      <a:pt x="592" y="0"/>
                      <a:pt x="592" y="0"/>
                      <a:pt x="592" y="0"/>
                    </a:cubicBezTo>
                    <a:cubicBezTo>
                      <a:pt x="592" y="14"/>
                      <a:pt x="592" y="14"/>
                      <a:pt x="592"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3" name="Freeform 13"/>
            <p:cNvSpPr/>
            <p:nvPr/>
          </p:nvSpPr>
          <p:spPr bwMode="auto">
            <a:xfrm>
              <a:off x="6195485" y="3611033"/>
              <a:ext cx="1214967" cy="1212851"/>
            </a:xfrm>
            <a:custGeom>
              <a:avLst/>
              <a:gdLst>
                <a:gd name="T0" fmla="*/ 580 w 580"/>
                <a:gd name="T1" fmla="*/ 0 h 579"/>
                <a:gd name="T2" fmla="*/ 1 w 580"/>
                <a:gd name="T3" fmla="*/ 579 h 579"/>
                <a:gd name="T4" fmla="*/ 0 w 580"/>
                <a:gd name="T5" fmla="*/ 579 h 579"/>
                <a:gd name="T6" fmla="*/ 0 w 580"/>
                <a:gd name="T7" fmla="*/ 0 h 579"/>
                <a:gd name="T8" fmla="*/ 580 w 580"/>
                <a:gd name="T9" fmla="*/ 0 h 579"/>
              </a:gdLst>
              <a:ahLst/>
              <a:cxnLst>
                <a:cxn ang="0">
                  <a:pos x="T0" y="T1"/>
                </a:cxn>
                <a:cxn ang="0">
                  <a:pos x="T2" y="T3"/>
                </a:cxn>
                <a:cxn ang="0">
                  <a:pos x="T4" y="T5"/>
                </a:cxn>
                <a:cxn ang="0">
                  <a:pos x="T6" y="T7"/>
                </a:cxn>
                <a:cxn ang="0">
                  <a:pos x="T8" y="T9"/>
                </a:cxn>
              </a:cxnLst>
              <a:rect l="0" t="0" r="r" b="b"/>
              <a:pathLst>
                <a:path w="580" h="579">
                  <a:moveTo>
                    <a:pt x="580" y="0"/>
                  </a:moveTo>
                  <a:cubicBezTo>
                    <a:pt x="580" y="321"/>
                    <a:pt x="321" y="579"/>
                    <a:pt x="1" y="579"/>
                  </a:cubicBezTo>
                  <a:cubicBezTo>
                    <a:pt x="0" y="579"/>
                    <a:pt x="0" y="579"/>
                    <a:pt x="0" y="579"/>
                  </a:cubicBezTo>
                  <a:cubicBezTo>
                    <a:pt x="0" y="0"/>
                    <a:pt x="0" y="0"/>
                    <a:pt x="0" y="0"/>
                  </a:cubicBezTo>
                  <a:lnTo>
                    <a:pt x="580"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14"/>
            <p:cNvSpPr/>
            <p:nvPr/>
          </p:nvSpPr>
          <p:spPr bwMode="auto">
            <a:xfrm>
              <a:off x="4980518" y="2398184"/>
              <a:ext cx="1214967" cy="1212851"/>
            </a:xfrm>
            <a:custGeom>
              <a:avLst/>
              <a:gdLst>
                <a:gd name="T0" fmla="*/ 0 w 580"/>
                <a:gd name="T1" fmla="*/ 579 h 579"/>
                <a:gd name="T2" fmla="*/ 578 w 580"/>
                <a:gd name="T3" fmla="*/ 0 h 579"/>
                <a:gd name="T4" fmla="*/ 580 w 580"/>
                <a:gd name="T5" fmla="*/ 0 h 579"/>
                <a:gd name="T6" fmla="*/ 580 w 580"/>
                <a:gd name="T7" fmla="*/ 579 h 579"/>
                <a:gd name="T8" fmla="*/ 0 w 580"/>
                <a:gd name="T9" fmla="*/ 579 h 579"/>
              </a:gdLst>
              <a:ahLst/>
              <a:cxnLst>
                <a:cxn ang="0">
                  <a:pos x="T0" y="T1"/>
                </a:cxn>
                <a:cxn ang="0">
                  <a:pos x="T2" y="T3"/>
                </a:cxn>
                <a:cxn ang="0">
                  <a:pos x="T4" y="T5"/>
                </a:cxn>
                <a:cxn ang="0">
                  <a:pos x="T6" y="T7"/>
                </a:cxn>
                <a:cxn ang="0">
                  <a:pos x="T8" y="T9"/>
                </a:cxn>
              </a:cxnLst>
              <a:rect l="0" t="0" r="r" b="b"/>
              <a:pathLst>
                <a:path w="580" h="579">
                  <a:moveTo>
                    <a:pt x="0" y="579"/>
                  </a:moveTo>
                  <a:cubicBezTo>
                    <a:pt x="0" y="259"/>
                    <a:pt x="258" y="0"/>
                    <a:pt x="578" y="0"/>
                  </a:cubicBezTo>
                  <a:cubicBezTo>
                    <a:pt x="580" y="0"/>
                    <a:pt x="580" y="0"/>
                    <a:pt x="580" y="0"/>
                  </a:cubicBezTo>
                  <a:cubicBezTo>
                    <a:pt x="580" y="579"/>
                    <a:pt x="580" y="579"/>
                    <a:pt x="580" y="579"/>
                  </a:cubicBezTo>
                  <a:lnTo>
                    <a:pt x="0" y="579"/>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15"/>
            <p:cNvSpPr/>
            <p:nvPr/>
          </p:nvSpPr>
          <p:spPr bwMode="auto">
            <a:xfrm>
              <a:off x="4980518" y="3611033"/>
              <a:ext cx="1214967" cy="1212851"/>
            </a:xfrm>
            <a:custGeom>
              <a:avLst/>
              <a:gdLst>
                <a:gd name="T0" fmla="*/ 0 w 580"/>
                <a:gd name="T1" fmla="*/ 0 h 579"/>
                <a:gd name="T2" fmla="*/ 578 w 580"/>
                <a:gd name="T3" fmla="*/ 579 h 579"/>
                <a:gd name="T4" fmla="*/ 580 w 580"/>
                <a:gd name="T5" fmla="*/ 579 h 579"/>
                <a:gd name="T6" fmla="*/ 580 w 580"/>
                <a:gd name="T7" fmla="*/ 0 h 579"/>
                <a:gd name="T8" fmla="*/ 0 w 580"/>
                <a:gd name="T9" fmla="*/ 0 h 579"/>
              </a:gdLst>
              <a:ahLst/>
              <a:cxnLst>
                <a:cxn ang="0">
                  <a:pos x="T0" y="T1"/>
                </a:cxn>
                <a:cxn ang="0">
                  <a:pos x="T2" y="T3"/>
                </a:cxn>
                <a:cxn ang="0">
                  <a:pos x="T4" y="T5"/>
                </a:cxn>
                <a:cxn ang="0">
                  <a:pos x="T6" y="T7"/>
                </a:cxn>
                <a:cxn ang="0">
                  <a:pos x="T8" y="T9"/>
                </a:cxn>
              </a:cxnLst>
              <a:rect l="0" t="0" r="r" b="b"/>
              <a:pathLst>
                <a:path w="580" h="579">
                  <a:moveTo>
                    <a:pt x="0" y="0"/>
                  </a:moveTo>
                  <a:cubicBezTo>
                    <a:pt x="0" y="321"/>
                    <a:pt x="258" y="579"/>
                    <a:pt x="578" y="579"/>
                  </a:cubicBezTo>
                  <a:cubicBezTo>
                    <a:pt x="580" y="579"/>
                    <a:pt x="580" y="579"/>
                    <a:pt x="580" y="579"/>
                  </a:cubicBezTo>
                  <a:cubicBezTo>
                    <a:pt x="580" y="0"/>
                    <a:pt x="580" y="0"/>
                    <a:pt x="580" y="0"/>
                  </a:cubicBezTo>
                  <a:lnTo>
                    <a:pt x="0" y="0"/>
                  </a:lnTo>
                  <a:close/>
                </a:path>
              </a:pathLst>
            </a:custGeom>
            <a:solidFill>
              <a:srgbClr val="C0392B"/>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12"/>
            <p:cNvSpPr/>
            <p:nvPr/>
          </p:nvSpPr>
          <p:spPr bwMode="auto">
            <a:xfrm>
              <a:off x="6195485" y="2398184"/>
              <a:ext cx="1214967" cy="1212851"/>
            </a:xfrm>
            <a:custGeom>
              <a:avLst/>
              <a:gdLst>
                <a:gd name="T0" fmla="*/ 580 w 580"/>
                <a:gd name="T1" fmla="*/ 579 h 579"/>
                <a:gd name="T2" fmla="*/ 1 w 580"/>
                <a:gd name="T3" fmla="*/ 0 h 579"/>
                <a:gd name="T4" fmla="*/ 0 w 580"/>
                <a:gd name="T5" fmla="*/ 0 h 579"/>
                <a:gd name="T6" fmla="*/ 0 w 580"/>
                <a:gd name="T7" fmla="*/ 579 h 579"/>
                <a:gd name="T8" fmla="*/ 580 w 580"/>
                <a:gd name="T9" fmla="*/ 579 h 579"/>
              </a:gdLst>
              <a:ahLst/>
              <a:cxnLst>
                <a:cxn ang="0">
                  <a:pos x="T0" y="T1"/>
                </a:cxn>
                <a:cxn ang="0">
                  <a:pos x="T2" y="T3"/>
                </a:cxn>
                <a:cxn ang="0">
                  <a:pos x="T4" y="T5"/>
                </a:cxn>
                <a:cxn ang="0">
                  <a:pos x="T6" y="T7"/>
                </a:cxn>
                <a:cxn ang="0">
                  <a:pos x="T8" y="T9"/>
                </a:cxn>
              </a:cxnLst>
              <a:rect l="0" t="0" r="r" b="b"/>
              <a:pathLst>
                <a:path w="580" h="579">
                  <a:moveTo>
                    <a:pt x="580" y="579"/>
                  </a:moveTo>
                  <a:cubicBezTo>
                    <a:pt x="580" y="259"/>
                    <a:pt x="321" y="0"/>
                    <a:pt x="1" y="0"/>
                  </a:cubicBezTo>
                  <a:cubicBezTo>
                    <a:pt x="0" y="0"/>
                    <a:pt x="0" y="0"/>
                    <a:pt x="0" y="0"/>
                  </a:cubicBezTo>
                  <a:cubicBezTo>
                    <a:pt x="0" y="579"/>
                    <a:pt x="0" y="579"/>
                    <a:pt x="0" y="579"/>
                  </a:cubicBezTo>
                  <a:lnTo>
                    <a:pt x="580" y="579"/>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Oval 16"/>
            <p:cNvSpPr>
              <a:spLocks noChangeArrowheads="1"/>
            </p:cNvSpPr>
            <p:nvPr/>
          </p:nvSpPr>
          <p:spPr bwMode="auto">
            <a:xfrm>
              <a:off x="5604933" y="3024717"/>
              <a:ext cx="1191683" cy="1193800"/>
            </a:xfrm>
            <a:prstGeom prst="ellipse">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9" name="Group 58"/>
          <p:cNvGrpSpPr/>
          <p:nvPr/>
        </p:nvGrpSpPr>
        <p:grpSpPr>
          <a:xfrm>
            <a:off x="8495871" y="2152652"/>
            <a:ext cx="505646" cy="739575"/>
            <a:chOff x="6751638" y="2265363"/>
            <a:chExt cx="158750" cy="198438"/>
          </a:xfrm>
          <a:solidFill>
            <a:srgbClr val="F49D15"/>
          </a:solidFill>
        </p:grpSpPr>
        <p:sp>
          <p:nvSpPr>
            <p:cNvPr id="60"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6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67" name="Rectangle 66"/>
          <p:cNvSpPr/>
          <p:nvPr/>
        </p:nvSpPr>
        <p:spPr>
          <a:xfrm>
            <a:off x="9143999" y="3326654"/>
            <a:ext cx="2382981"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Chat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68" name="Rectangle 67"/>
          <p:cNvSpPr/>
          <p:nvPr/>
        </p:nvSpPr>
        <p:spPr>
          <a:xfrm>
            <a:off x="9143999" y="4860844"/>
            <a:ext cx="2382981"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Warning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69" name="Rectangle 68"/>
          <p:cNvSpPr/>
          <p:nvPr/>
        </p:nvSpPr>
        <p:spPr>
          <a:xfrm>
            <a:off x="9143999" y="1804280"/>
            <a:ext cx="2382981"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Database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70" name="Rectangle 69"/>
          <p:cNvSpPr/>
          <p:nvPr/>
        </p:nvSpPr>
        <p:spPr>
          <a:xfrm>
            <a:off x="703598" y="4333018"/>
            <a:ext cx="2382981"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Service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71" name="Rectangle 70"/>
          <p:cNvSpPr/>
          <p:nvPr/>
        </p:nvSpPr>
        <p:spPr>
          <a:xfrm>
            <a:off x="703598" y="2810644"/>
            <a:ext cx="2382981" cy="1015663"/>
          </a:xfrm>
          <a:prstGeom prst="rect">
            <a:avLst/>
          </a:prstGeom>
        </p:spPr>
        <p:txBody>
          <a:bodyPr wrap="square">
            <a:spAutoFit/>
          </a:bodyPr>
          <a:lstStyle/>
          <a:p>
            <a:pPr algn="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Cloud</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Tree>
    <p:extLst>
      <p:ext uri="{BB962C8B-B14F-4D97-AF65-F5344CB8AC3E}">
        <p14:creationId xmlns:p14="http://schemas.microsoft.com/office/powerpoint/2010/main" val="26779562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944034" y="1803400"/>
            <a:ext cx="2810933" cy="4866219"/>
            <a:chOff x="708025" y="1352550"/>
            <a:chExt cx="2108200" cy="3649664"/>
          </a:xfrm>
        </p:grpSpPr>
        <p:sp>
          <p:nvSpPr>
            <p:cNvPr id="7" name="Freeform 5"/>
            <p:cNvSpPr/>
            <p:nvPr/>
          </p:nvSpPr>
          <p:spPr bwMode="auto">
            <a:xfrm>
              <a:off x="708025" y="1477963"/>
              <a:ext cx="2108200" cy="3524251"/>
            </a:xfrm>
            <a:custGeom>
              <a:avLst/>
              <a:gdLst>
                <a:gd name="T0" fmla="*/ 205 w 590"/>
                <a:gd name="T1" fmla="*/ 4 h 989"/>
                <a:gd name="T2" fmla="*/ 207 w 590"/>
                <a:gd name="T3" fmla="*/ 314 h 989"/>
                <a:gd name="T4" fmla="*/ 0 w 590"/>
                <a:gd name="T5" fmla="*/ 754 h 989"/>
                <a:gd name="T6" fmla="*/ 590 w 590"/>
                <a:gd name="T7" fmla="*/ 754 h 989"/>
                <a:gd name="T8" fmla="*/ 383 w 590"/>
                <a:gd name="T9" fmla="*/ 314 h 989"/>
                <a:gd name="T10" fmla="*/ 385 w 590"/>
                <a:gd name="T11" fmla="*/ 4 h 989"/>
                <a:gd name="T12" fmla="*/ 205 w 590"/>
                <a:gd name="T13" fmla="*/ 4 h 989"/>
              </a:gdLst>
              <a:ahLst/>
              <a:cxnLst>
                <a:cxn ang="0">
                  <a:pos x="T0" y="T1"/>
                </a:cxn>
                <a:cxn ang="0">
                  <a:pos x="T2" y="T3"/>
                </a:cxn>
                <a:cxn ang="0">
                  <a:pos x="T4" y="T5"/>
                </a:cxn>
                <a:cxn ang="0">
                  <a:pos x="T6" y="T7"/>
                </a:cxn>
                <a:cxn ang="0">
                  <a:pos x="T8" y="T9"/>
                </a:cxn>
                <a:cxn ang="0">
                  <a:pos x="T10" y="T11"/>
                </a:cxn>
                <a:cxn ang="0">
                  <a:pos x="T12" y="T13"/>
                </a:cxn>
              </a:cxnLst>
              <a:rect l="0" t="0" r="r" b="b"/>
              <a:pathLst>
                <a:path w="590" h="989">
                  <a:moveTo>
                    <a:pt x="205" y="4"/>
                  </a:moveTo>
                  <a:cubicBezTo>
                    <a:pt x="207" y="314"/>
                    <a:pt x="207" y="314"/>
                    <a:pt x="207" y="314"/>
                  </a:cubicBezTo>
                  <a:cubicBezTo>
                    <a:pt x="0" y="754"/>
                    <a:pt x="0" y="754"/>
                    <a:pt x="0" y="754"/>
                  </a:cubicBezTo>
                  <a:cubicBezTo>
                    <a:pt x="68" y="989"/>
                    <a:pt x="522" y="989"/>
                    <a:pt x="590" y="754"/>
                  </a:cubicBezTo>
                  <a:cubicBezTo>
                    <a:pt x="383" y="314"/>
                    <a:pt x="383" y="314"/>
                    <a:pt x="383" y="314"/>
                  </a:cubicBezTo>
                  <a:cubicBezTo>
                    <a:pt x="385" y="4"/>
                    <a:pt x="385" y="4"/>
                    <a:pt x="385" y="4"/>
                  </a:cubicBezTo>
                  <a:cubicBezTo>
                    <a:pt x="315" y="0"/>
                    <a:pt x="275" y="0"/>
                    <a:pt x="205" y="4"/>
                  </a:cubicBezTo>
                  <a:close/>
                </a:path>
              </a:pathLst>
            </a:custGeom>
            <a:solidFill>
              <a:schemeClr val="accent1">
                <a:lumMod val="20000"/>
                <a:lumOff val="80000"/>
              </a:schemeClr>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Oval 10"/>
            <p:cNvSpPr>
              <a:spLocks noChangeArrowheads="1"/>
            </p:cNvSpPr>
            <p:nvPr/>
          </p:nvSpPr>
          <p:spPr bwMode="auto">
            <a:xfrm>
              <a:off x="1439863" y="1352550"/>
              <a:ext cx="639763" cy="285750"/>
            </a:xfrm>
            <a:prstGeom prst="ellipse">
              <a:avLst/>
            </a:prstGeom>
            <a:solidFill>
              <a:schemeClr val="bg1">
                <a:lumMod val="65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 name="Text Box 7"/>
          <p:cNvSpPr txBox="1">
            <a:spLocks noChangeArrowheads="1"/>
          </p:cNvSpPr>
          <p:nvPr/>
        </p:nvSpPr>
        <p:spPr bwMode="auto">
          <a:xfrm>
            <a:off x="812800" y="495181"/>
            <a:ext cx="4465646"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Product Head Up</a:t>
            </a:r>
          </a:p>
        </p:txBody>
      </p:sp>
      <p:sp>
        <p:nvSpPr>
          <p:cNvPr id="8" name="Freeform 6"/>
          <p:cNvSpPr/>
          <p:nvPr/>
        </p:nvSpPr>
        <p:spPr bwMode="auto">
          <a:xfrm>
            <a:off x="1214967" y="4620685"/>
            <a:ext cx="2281767" cy="1327151"/>
          </a:xfrm>
          <a:custGeom>
            <a:avLst/>
            <a:gdLst>
              <a:gd name="T0" fmla="*/ 0 w 479"/>
              <a:gd name="T1" fmla="*/ 99 h 279"/>
              <a:gd name="T2" fmla="*/ 49 w 479"/>
              <a:gd name="T3" fmla="*/ 0 h 279"/>
              <a:gd name="T4" fmla="*/ 427 w 479"/>
              <a:gd name="T5" fmla="*/ 0 h 279"/>
              <a:gd name="T6" fmla="*/ 479 w 479"/>
              <a:gd name="T7" fmla="*/ 106 h 279"/>
              <a:gd name="T8" fmla="*/ 0 w 479"/>
              <a:gd name="T9" fmla="*/ 99 h 279"/>
            </a:gdLst>
            <a:ahLst/>
            <a:cxnLst>
              <a:cxn ang="0">
                <a:pos x="T0" y="T1"/>
              </a:cxn>
              <a:cxn ang="0">
                <a:pos x="T2" y="T3"/>
              </a:cxn>
              <a:cxn ang="0">
                <a:pos x="T4" y="T5"/>
              </a:cxn>
              <a:cxn ang="0">
                <a:pos x="T6" y="T7"/>
              </a:cxn>
              <a:cxn ang="0">
                <a:pos x="T8" y="T9"/>
              </a:cxn>
            </a:cxnLst>
            <a:rect l="0" t="0" r="r" b="b"/>
            <a:pathLst>
              <a:path w="479" h="279">
                <a:moveTo>
                  <a:pt x="0" y="99"/>
                </a:moveTo>
                <a:cubicBezTo>
                  <a:pt x="49" y="0"/>
                  <a:pt x="49" y="0"/>
                  <a:pt x="49" y="0"/>
                </a:cubicBezTo>
                <a:cubicBezTo>
                  <a:pt x="93" y="151"/>
                  <a:pt x="383" y="151"/>
                  <a:pt x="427" y="0"/>
                </a:cubicBezTo>
                <a:cubicBezTo>
                  <a:pt x="479" y="106"/>
                  <a:pt x="479" y="106"/>
                  <a:pt x="479" y="106"/>
                </a:cubicBezTo>
                <a:cubicBezTo>
                  <a:pt x="392" y="279"/>
                  <a:pt x="81" y="277"/>
                  <a:pt x="0" y="99"/>
                </a:cubicBezTo>
                <a:close/>
              </a:path>
            </a:pathLst>
          </a:custGeom>
          <a:solidFill>
            <a:srgbClr val="15A185"/>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p:nvPr/>
        </p:nvSpPr>
        <p:spPr bwMode="auto">
          <a:xfrm>
            <a:off x="1005417" y="5092700"/>
            <a:ext cx="2686051" cy="1515533"/>
          </a:xfrm>
          <a:custGeom>
            <a:avLst/>
            <a:gdLst>
              <a:gd name="T0" fmla="*/ 44 w 564"/>
              <a:gd name="T1" fmla="*/ 0 h 319"/>
              <a:gd name="T2" fmla="*/ 0 w 564"/>
              <a:gd name="T3" fmla="*/ 94 h 319"/>
              <a:gd name="T4" fmla="*/ 564 w 564"/>
              <a:gd name="T5" fmla="*/ 94 h 319"/>
              <a:gd name="T6" fmla="*/ 523 w 564"/>
              <a:gd name="T7" fmla="*/ 7 h 319"/>
              <a:gd name="T8" fmla="*/ 44 w 564"/>
              <a:gd name="T9" fmla="*/ 0 h 319"/>
            </a:gdLst>
            <a:ahLst/>
            <a:cxnLst>
              <a:cxn ang="0">
                <a:pos x="T0" y="T1"/>
              </a:cxn>
              <a:cxn ang="0">
                <a:pos x="T2" y="T3"/>
              </a:cxn>
              <a:cxn ang="0">
                <a:pos x="T4" y="T5"/>
              </a:cxn>
              <a:cxn ang="0">
                <a:pos x="T6" y="T7"/>
              </a:cxn>
              <a:cxn ang="0">
                <a:pos x="T8" y="T9"/>
              </a:cxn>
            </a:cxnLst>
            <a:rect l="0" t="0" r="r" b="b"/>
            <a:pathLst>
              <a:path w="564" h="319">
                <a:moveTo>
                  <a:pt x="44" y="0"/>
                </a:moveTo>
                <a:cubicBezTo>
                  <a:pt x="0" y="94"/>
                  <a:pt x="0" y="94"/>
                  <a:pt x="0" y="94"/>
                </a:cubicBezTo>
                <a:cubicBezTo>
                  <a:pt x="65" y="319"/>
                  <a:pt x="499" y="319"/>
                  <a:pt x="564" y="94"/>
                </a:cubicBezTo>
                <a:cubicBezTo>
                  <a:pt x="523" y="7"/>
                  <a:pt x="523" y="7"/>
                  <a:pt x="523" y="7"/>
                </a:cubicBezTo>
                <a:cubicBezTo>
                  <a:pt x="436" y="180"/>
                  <a:pt x="125" y="178"/>
                  <a:pt x="44" y="0"/>
                </a:cubicBezTo>
                <a:close/>
              </a:path>
            </a:pathLst>
          </a:custGeom>
          <a:solidFill>
            <a:srgbClr val="297F9D"/>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8"/>
          <p:cNvSpPr/>
          <p:nvPr/>
        </p:nvSpPr>
        <p:spPr bwMode="auto">
          <a:xfrm>
            <a:off x="1447801" y="4174067"/>
            <a:ext cx="1801284" cy="1166284"/>
          </a:xfrm>
          <a:custGeom>
            <a:avLst/>
            <a:gdLst>
              <a:gd name="T0" fmla="*/ 45 w 378"/>
              <a:gd name="T1" fmla="*/ 0 h 245"/>
              <a:gd name="T2" fmla="*/ 0 w 378"/>
              <a:gd name="T3" fmla="*/ 94 h 245"/>
              <a:gd name="T4" fmla="*/ 378 w 378"/>
              <a:gd name="T5" fmla="*/ 94 h 245"/>
              <a:gd name="T6" fmla="*/ 333 w 378"/>
              <a:gd name="T7" fmla="*/ 0 h 245"/>
              <a:gd name="T8" fmla="*/ 45 w 378"/>
              <a:gd name="T9" fmla="*/ 0 h 245"/>
            </a:gdLst>
            <a:ahLst/>
            <a:cxnLst>
              <a:cxn ang="0">
                <a:pos x="T0" y="T1"/>
              </a:cxn>
              <a:cxn ang="0">
                <a:pos x="T2" y="T3"/>
              </a:cxn>
              <a:cxn ang="0">
                <a:pos x="T4" y="T5"/>
              </a:cxn>
              <a:cxn ang="0">
                <a:pos x="T6" y="T7"/>
              </a:cxn>
              <a:cxn ang="0">
                <a:pos x="T8" y="T9"/>
              </a:cxn>
            </a:cxnLst>
            <a:rect l="0" t="0" r="r" b="b"/>
            <a:pathLst>
              <a:path w="378" h="245">
                <a:moveTo>
                  <a:pt x="45" y="0"/>
                </a:moveTo>
                <a:cubicBezTo>
                  <a:pt x="0" y="94"/>
                  <a:pt x="0" y="94"/>
                  <a:pt x="0" y="94"/>
                </a:cubicBezTo>
                <a:cubicBezTo>
                  <a:pt x="44" y="245"/>
                  <a:pt x="334" y="245"/>
                  <a:pt x="378" y="94"/>
                </a:cubicBezTo>
                <a:cubicBezTo>
                  <a:pt x="333" y="0"/>
                  <a:pt x="333" y="0"/>
                  <a:pt x="333" y="0"/>
                </a:cubicBezTo>
                <a:cubicBezTo>
                  <a:pt x="299" y="114"/>
                  <a:pt x="79" y="114"/>
                  <a:pt x="45" y="0"/>
                </a:cubicBezTo>
                <a:close/>
              </a:path>
            </a:pathLst>
          </a:custGeom>
          <a:solidFill>
            <a:srgbClr val="9BBC57"/>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9"/>
          <p:cNvSpPr/>
          <p:nvPr/>
        </p:nvSpPr>
        <p:spPr bwMode="auto">
          <a:xfrm>
            <a:off x="1663700" y="3657600"/>
            <a:ext cx="1371600" cy="1058333"/>
          </a:xfrm>
          <a:custGeom>
            <a:avLst/>
            <a:gdLst>
              <a:gd name="T0" fmla="*/ 34 w 288"/>
              <a:gd name="T1" fmla="*/ 35 h 223"/>
              <a:gd name="T2" fmla="*/ 0 w 288"/>
              <a:gd name="T3" fmla="*/ 109 h 223"/>
              <a:gd name="T4" fmla="*/ 288 w 288"/>
              <a:gd name="T5" fmla="*/ 109 h 223"/>
              <a:gd name="T6" fmla="*/ 252 w 288"/>
              <a:gd name="T7" fmla="*/ 31 h 223"/>
              <a:gd name="T8" fmla="*/ 251 w 288"/>
              <a:gd name="T9" fmla="*/ 32 h 223"/>
              <a:gd name="T10" fmla="*/ 143 w 288"/>
              <a:gd name="T11" fmla="*/ 0 h 223"/>
              <a:gd name="T12" fmla="*/ 34 w 288"/>
              <a:gd name="T13" fmla="*/ 35 h 223"/>
              <a:gd name="T14" fmla="*/ 34 w 288"/>
              <a:gd name="T15" fmla="*/ 35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8" h="223">
                <a:moveTo>
                  <a:pt x="34" y="35"/>
                </a:moveTo>
                <a:cubicBezTo>
                  <a:pt x="0" y="109"/>
                  <a:pt x="0" y="109"/>
                  <a:pt x="0" y="109"/>
                </a:cubicBezTo>
                <a:cubicBezTo>
                  <a:pt x="33" y="223"/>
                  <a:pt x="255" y="223"/>
                  <a:pt x="288" y="109"/>
                </a:cubicBezTo>
                <a:cubicBezTo>
                  <a:pt x="252" y="31"/>
                  <a:pt x="252" y="31"/>
                  <a:pt x="252" y="31"/>
                </a:cubicBezTo>
                <a:cubicBezTo>
                  <a:pt x="251" y="32"/>
                  <a:pt x="251" y="32"/>
                  <a:pt x="251" y="32"/>
                </a:cubicBezTo>
                <a:cubicBezTo>
                  <a:pt x="247" y="14"/>
                  <a:pt x="200" y="0"/>
                  <a:pt x="143" y="0"/>
                </a:cubicBezTo>
                <a:cubicBezTo>
                  <a:pt x="83" y="0"/>
                  <a:pt x="34" y="16"/>
                  <a:pt x="34" y="35"/>
                </a:cubicBezTo>
                <a:cubicBezTo>
                  <a:pt x="34" y="35"/>
                  <a:pt x="34" y="35"/>
                  <a:pt x="34" y="35"/>
                </a:cubicBezTo>
                <a:close/>
              </a:path>
            </a:pathLst>
          </a:custGeom>
          <a:solidFill>
            <a:srgbClr val="F49D15"/>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4"/>
          <p:cNvSpPr/>
          <p:nvPr/>
        </p:nvSpPr>
        <p:spPr>
          <a:xfrm>
            <a:off x="5448584" y="1703700"/>
            <a:ext cx="3187416" cy="1107996"/>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Long Future</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23" name="Rectangle 22"/>
          <p:cNvSpPr/>
          <p:nvPr/>
        </p:nvSpPr>
        <p:spPr>
          <a:xfrm>
            <a:off x="5448584" y="2893292"/>
            <a:ext cx="3187416" cy="1107996"/>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Headquarter</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25" name="Rectangle 24"/>
          <p:cNvSpPr/>
          <p:nvPr/>
        </p:nvSpPr>
        <p:spPr>
          <a:xfrm>
            <a:off x="5448584" y="4080166"/>
            <a:ext cx="3187416" cy="1107996"/>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Incubus</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27" name="Rectangle 26"/>
          <p:cNvSpPr/>
          <p:nvPr/>
        </p:nvSpPr>
        <p:spPr>
          <a:xfrm>
            <a:off x="5448584" y="5267041"/>
            <a:ext cx="3187416" cy="1107996"/>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Graphic</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16" name="Group 15"/>
          <p:cNvGrpSpPr/>
          <p:nvPr/>
        </p:nvGrpSpPr>
        <p:grpSpPr>
          <a:xfrm>
            <a:off x="4442037" y="5462505"/>
            <a:ext cx="812800" cy="812800"/>
            <a:chOff x="3331528" y="4013749"/>
            <a:chExt cx="609600" cy="609600"/>
          </a:xfrm>
        </p:grpSpPr>
        <p:sp>
          <p:nvSpPr>
            <p:cNvPr id="26" name="Oval 25"/>
            <p:cNvSpPr/>
            <p:nvPr/>
          </p:nvSpPr>
          <p:spPr>
            <a:xfrm>
              <a:off x="3331528" y="4013749"/>
              <a:ext cx="609600" cy="609600"/>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1" name="Group 30"/>
            <p:cNvGrpSpPr/>
            <p:nvPr/>
          </p:nvGrpSpPr>
          <p:grpSpPr>
            <a:xfrm>
              <a:off x="3463966" y="4179153"/>
              <a:ext cx="344724" cy="278793"/>
              <a:chOff x="312738" y="3205163"/>
              <a:chExt cx="290513" cy="234950"/>
            </a:xfrm>
            <a:solidFill>
              <a:schemeClr val="bg1"/>
            </a:solidFill>
          </p:grpSpPr>
          <p:sp>
            <p:nvSpPr>
              <p:cNvPr id="32"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6"/>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3" name="Group 12"/>
          <p:cNvGrpSpPr/>
          <p:nvPr/>
        </p:nvGrpSpPr>
        <p:grpSpPr>
          <a:xfrm>
            <a:off x="4442037" y="4275630"/>
            <a:ext cx="812800" cy="812800"/>
            <a:chOff x="3331528" y="3175549"/>
            <a:chExt cx="609600" cy="609600"/>
          </a:xfrm>
        </p:grpSpPr>
        <p:sp>
          <p:nvSpPr>
            <p:cNvPr id="24" name="Oval 23"/>
            <p:cNvSpPr/>
            <p:nvPr/>
          </p:nvSpPr>
          <p:spPr>
            <a:xfrm>
              <a:off x="3331528" y="3175549"/>
              <a:ext cx="609600" cy="609600"/>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5" name="Group 34"/>
            <p:cNvGrpSpPr/>
            <p:nvPr/>
          </p:nvGrpSpPr>
          <p:grpSpPr>
            <a:xfrm>
              <a:off x="3512725" y="3325845"/>
              <a:ext cx="247206" cy="309009"/>
              <a:chOff x="6751638" y="2265363"/>
              <a:chExt cx="158750" cy="198438"/>
            </a:xfrm>
            <a:solidFill>
              <a:schemeClr val="bg1"/>
            </a:solidFill>
          </p:grpSpPr>
          <p:sp>
            <p:nvSpPr>
              <p:cNvPr id="36"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6" name="Group 5"/>
          <p:cNvGrpSpPr/>
          <p:nvPr/>
        </p:nvGrpSpPr>
        <p:grpSpPr>
          <a:xfrm>
            <a:off x="4442037" y="3088756"/>
            <a:ext cx="812800" cy="812800"/>
            <a:chOff x="3331528" y="2337349"/>
            <a:chExt cx="609600" cy="609600"/>
          </a:xfrm>
        </p:grpSpPr>
        <p:sp>
          <p:nvSpPr>
            <p:cNvPr id="22" name="Oval 21"/>
            <p:cNvSpPr/>
            <p:nvPr/>
          </p:nvSpPr>
          <p:spPr>
            <a:xfrm>
              <a:off x="3331528" y="2337349"/>
              <a:ext cx="609600" cy="609600"/>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0" name="Group 39"/>
            <p:cNvGrpSpPr/>
            <p:nvPr/>
          </p:nvGrpSpPr>
          <p:grpSpPr>
            <a:xfrm>
              <a:off x="3463166" y="2466460"/>
              <a:ext cx="346324" cy="351378"/>
              <a:chOff x="2360613" y="2686051"/>
              <a:chExt cx="217488" cy="220662"/>
            </a:xfrm>
            <a:solidFill>
              <a:schemeClr val="bg1"/>
            </a:solidFill>
          </p:grpSpPr>
          <p:sp>
            <p:nvSpPr>
              <p:cNvPr id="41"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4442037" y="1899165"/>
            <a:ext cx="812800" cy="812800"/>
            <a:chOff x="3331528" y="1517894"/>
            <a:chExt cx="609600" cy="609600"/>
          </a:xfrm>
        </p:grpSpPr>
        <p:sp>
          <p:nvSpPr>
            <p:cNvPr id="14" name="Oval 13"/>
            <p:cNvSpPr/>
            <p:nvPr/>
          </p:nvSpPr>
          <p:spPr>
            <a:xfrm>
              <a:off x="3331528" y="1517894"/>
              <a:ext cx="609600" cy="609600"/>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33"/>
            <p:cNvSpPr>
              <a:spLocks noEditPoints="1"/>
            </p:cNvSpPr>
            <p:nvPr/>
          </p:nvSpPr>
          <p:spPr bwMode="auto">
            <a:xfrm>
              <a:off x="3471059" y="1710170"/>
              <a:ext cx="330539" cy="225048"/>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5" name="Text Box 7"/>
          <p:cNvSpPr txBox="1">
            <a:spLocks noChangeArrowheads="1"/>
          </p:cNvSpPr>
          <p:nvPr/>
        </p:nvSpPr>
        <p:spPr bwMode="auto">
          <a:xfrm>
            <a:off x="8813867" y="1878534"/>
            <a:ext cx="2453877" cy="553998"/>
          </a:xfrm>
          <a:prstGeom prst="rect">
            <a:avLst/>
          </a:prstGeom>
          <a:noFill/>
          <a:ln w="9525">
            <a:noFill/>
            <a:miter lim="800000"/>
          </a:ln>
        </p:spPr>
        <p:txBody>
          <a:bodyPr wrap="none" lIns="60960" tIns="30480" rIns="60960" bIns="30480">
            <a:spAutoFit/>
          </a:bodyPr>
          <a:lstStyle/>
          <a:p>
            <a:pP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Reinforcement</a:t>
            </a:r>
          </a:p>
        </p:txBody>
      </p:sp>
      <p:sp>
        <p:nvSpPr>
          <p:cNvPr id="46" name="Text Box 7"/>
          <p:cNvSpPr txBox="1">
            <a:spLocks noChangeArrowheads="1"/>
          </p:cNvSpPr>
          <p:nvPr/>
        </p:nvSpPr>
        <p:spPr bwMode="auto">
          <a:xfrm>
            <a:off x="8813867" y="2508809"/>
            <a:ext cx="2629985" cy="1190390"/>
          </a:xfrm>
          <a:prstGeom prst="rect">
            <a:avLst/>
          </a:prstGeom>
          <a:noFill/>
          <a:ln w="9525">
            <a:noFill/>
            <a:miter lim="800000"/>
          </a:ln>
        </p:spPr>
        <p:txBody>
          <a:bodyPr wrap="square" lIns="60960" tIns="30480" rIns="60960" bIns="30480" anchor="ctr">
            <a:spAutoFit/>
          </a:bodyPr>
          <a:lstStyle/>
          <a:p>
            <a:pPr defTabSz="1450940"/>
            <a:r>
              <a:rPr lang="en-US" sz="1467"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 fermentum.</a:t>
            </a:r>
          </a:p>
        </p:txBody>
      </p:sp>
      <p:sp>
        <p:nvSpPr>
          <p:cNvPr id="47"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49" name="Rectangle 48"/>
          <p:cNvSpPr/>
          <p:nvPr/>
        </p:nvSpPr>
        <p:spPr>
          <a:xfrm>
            <a:off x="8829747" y="3957286"/>
            <a:ext cx="2669525" cy="2323713"/>
          </a:xfrm>
          <a:prstGeom prst="rect">
            <a:avLst/>
          </a:prstGeom>
          <a:solidFill>
            <a:srgbClr val="44546A"/>
          </a:solidFill>
        </p:spPr>
        <p:txBody>
          <a:bodyPr wrap="square" lIns="182880" tIns="91440" rIns="182880" bIns="91440">
            <a:spAutoFit/>
          </a:bodyPr>
          <a:lstStyle/>
          <a:p>
            <a:r>
              <a:rPr lang="en-US" sz="4000" smtClean="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45%</a:t>
            </a:r>
          </a:p>
          <a:p>
            <a:pPr>
              <a:lnSpc>
                <a:spcPct val="150000"/>
              </a:lnSpc>
            </a:pPr>
            <a:r>
              <a:rPr lang="en-US" b="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Software</a:t>
            </a:r>
            <a:endPar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a:t>
            </a:r>
            <a:r>
              <a:rPr lang="en-US" sz="1200"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 </a:t>
            </a:r>
            <a:r>
              <a:rPr lang="pt-BR"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Etiam faucibus tortor a ipsum vehicula sed </a:t>
            </a:r>
            <a:r>
              <a:rPr lang="pt-BR" sz="12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hendrerit.</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1641484350"/>
      </p:ext>
    </p:extLst>
  </p:cSld>
  <p:clrMapOvr>
    <a:masterClrMapping/>
  </p:clrMapOvr>
  <p:transition spd="slow">
    <p:push dir="u"/>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 name="Elbow Connector 9"/>
          <p:cNvCxnSpPr>
            <a:stCxn id="7" idx="6"/>
          </p:cNvCxnSpPr>
          <p:nvPr/>
        </p:nvCxnSpPr>
        <p:spPr>
          <a:xfrm flipH="1">
            <a:off x="4876802" y="1696453"/>
            <a:ext cx="2927129" cy="1761961"/>
          </a:xfrm>
          <a:prstGeom prst="bentConnector3">
            <a:avLst>
              <a:gd name="adj1" fmla="val 23079"/>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3" name="Elbow Connector 12"/>
          <p:cNvCxnSpPr>
            <a:stCxn id="5" idx="6"/>
          </p:cNvCxnSpPr>
          <p:nvPr/>
        </p:nvCxnSpPr>
        <p:spPr>
          <a:xfrm flipH="1">
            <a:off x="4876801" y="2785981"/>
            <a:ext cx="4611672" cy="947820"/>
          </a:xfrm>
          <a:prstGeom prst="bentConnector3">
            <a:avLst>
              <a:gd name="adj1" fmla="val 26715"/>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6" idx="6"/>
          </p:cNvCxnSpPr>
          <p:nvPr/>
        </p:nvCxnSpPr>
        <p:spPr>
          <a:xfrm flipH="1">
            <a:off x="4862998" y="3993224"/>
            <a:ext cx="345288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2" name="Elbow Connector 21"/>
          <p:cNvCxnSpPr>
            <a:stCxn id="8" idx="6"/>
          </p:cNvCxnSpPr>
          <p:nvPr/>
        </p:nvCxnSpPr>
        <p:spPr>
          <a:xfrm flipH="1" flipV="1">
            <a:off x="4851403" y="4253737"/>
            <a:ext cx="5169045" cy="869043"/>
          </a:xfrm>
          <a:prstGeom prst="bentConnector3">
            <a:avLst>
              <a:gd name="adj1" fmla="val 45345"/>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5" name="Elbow Connector 24"/>
          <p:cNvCxnSpPr>
            <a:stCxn id="9" idx="6"/>
          </p:cNvCxnSpPr>
          <p:nvPr/>
        </p:nvCxnSpPr>
        <p:spPr>
          <a:xfrm flipH="1" flipV="1">
            <a:off x="4851404" y="4475430"/>
            <a:ext cx="3125057" cy="1204291"/>
          </a:xfrm>
          <a:prstGeom prst="bentConnector3">
            <a:avLst>
              <a:gd name="adj1" fmla="val 35360"/>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3" name="Text Box 7"/>
          <p:cNvSpPr txBox="1">
            <a:spLocks noChangeArrowheads="1"/>
          </p:cNvSpPr>
          <p:nvPr/>
        </p:nvSpPr>
        <p:spPr bwMode="auto">
          <a:xfrm>
            <a:off x="812800" y="495181"/>
            <a:ext cx="5879623"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Concepting The Future</a:t>
            </a:r>
          </a:p>
        </p:txBody>
      </p:sp>
      <p:grpSp>
        <p:nvGrpSpPr>
          <p:cNvPr id="33" name="Group 32"/>
          <p:cNvGrpSpPr/>
          <p:nvPr/>
        </p:nvGrpSpPr>
        <p:grpSpPr>
          <a:xfrm>
            <a:off x="708368" y="2514601"/>
            <a:ext cx="4066832" cy="3690095"/>
            <a:chOff x="521002" y="1609116"/>
            <a:chExt cx="3429000" cy="3111348"/>
          </a:xfrm>
        </p:grpSpPr>
        <p:pic>
          <p:nvPicPr>
            <p:cNvPr id="34" name="Picture 33"/>
            <p:cNvPicPr>
              <a:picLocks noChangeAspect="1"/>
            </p:cNvPicPr>
            <p:nvPr/>
          </p:nvPicPr>
          <p:blipFill>
            <a:blip r:embed="rId4">
              <a:extLst>
                <a:ext uri="{28A0092B-C50C-407E-A947-70E740481C1C}">
                  <a14:useLocalDpi xmlns:a14="http://schemas.microsoft.com/office/drawing/2010/main" val="0"/>
                </a:ext>
              </a:extLst>
            </a:blip>
            <a:srcRect l="22134" t="10550" r="21733" b="13050"/>
            <a:stretch>
              <a:fillRect/>
            </a:stretch>
          </p:blipFill>
          <p:spPr>
            <a:xfrm>
              <a:off x="521002" y="1609116"/>
              <a:ext cx="3429000" cy="3111348"/>
            </a:xfrm>
            <a:prstGeom prst="rect">
              <a:avLst/>
            </a:prstGeom>
          </p:spPr>
        </p:pic>
        <p:sp>
          <p:nvSpPr>
            <p:cNvPr id="35" name="Rectangle 34"/>
            <p:cNvSpPr/>
            <p:nvPr/>
          </p:nvSpPr>
          <p:spPr>
            <a:xfrm>
              <a:off x="741310" y="1955649"/>
              <a:ext cx="2990088" cy="1846708"/>
            </a:xfrm>
            <a:prstGeom prst="rect">
              <a:avLst/>
            </a:prstGeom>
            <a:solidFill>
              <a:schemeClr val="bg1">
                <a:lumMod val="8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4" name="Group 13"/>
          <p:cNvGrpSpPr/>
          <p:nvPr/>
        </p:nvGrpSpPr>
        <p:grpSpPr>
          <a:xfrm>
            <a:off x="9777576" y="4574117"/>
            <a:ext cx="1500025" cy="1090084"/>
            <a:chOff x="7333181" y="3430587"/>
            <a:chExt cx="1125019" cy="817563"/>
          </a:xfrm>
        </p:grpSpPr>
        <p:sp>
          <p:nvSpPr>
            <p:cNvPr id="8" name="Freeform 5"/>
            <p:cNvSpPr/>
            <p:nvPr/>
          </p:nvSpPr>
          <p:spPr bwMode="auto">
            <a:xfrm>
              <a:off x="7333181" y="3430587"/>
              <a:ext cx="1125019" cy="817563"/>
            </a:xfrm>
            <a:custGeom>
              <a:avLst/>
              <a:gdLst>
                <a:gd name="T0" fmla="*/ 1876 w 2279"/>
                <a:gd name="T1" fmla="*/ 818 h 1655"/>
                <a:gd name="T2" fmla="*/ 1075 w 2279"/>
                <a:gd name="T3" fmla="*/ 415 h 1655"/>
                <a:gd name="T4" fmla="*/ 1065 w 2279"/>
                <a:gd name="T5" fmla="*/ 445 h 1655"/>
                <a:gd name="T6" fmla="*/ 1065 w 2279"/>
                <a:gd name="T7" fmla="*/ 450 h 1655"/>
                <a:gd name="T8" fmla="*/ 1065 w 2279"/>
                <a:gd name="T9" fmla="*/ 455 h 1655"/>
                <a:gd name="T10" fmla="*/ 1055 w 2279"/>
                <a:gd name="T11" fmla="*/ 450 h 1655"/>
                <a:gd name="T12" fmla="*/ 369 w 2279"/>
                <a:gd name="T13" fmla="*/ 833 h 1655"/>
                <a:gd name="T14" fmla="*/ 433 w 2279"/>
                <a:gd name="T15" fmla="*/ 1609 h 1655"/>
                <a:gd name="T16" fmla="*/ 513 w 2279"/>
                <a:gd name="T17" fmla="*/ 1619 h 1655"/>
                <a:gd name="T18" fmla="*/ 1836 w 2279"/>
                <a:gd name="T19" fmla="*/ 1609 h 1655"/>
                <a:gd name="T20" fmla="*/ 1876 w 2279"/>
                <a:gd name="T21" fmla="*/ 818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9" h="1655">
                  <a:moveTo>
                    <a:pt x="1876" y="818"/>
                  </a:moveTo>
                  <a:cubicBezTo>
                    <a:pt x="1973" y="282"/>
                    <a:pt x="1253" y="0"/>
                    <a:pt x="1075" y="415"/>
                  </a:cubicBezTo>
                  <a:cubicBezTo>
                    <a:pt x="1065" y="445"/>
                    <a:pt x="1065" y="445"/>
                    <a:pt x="1065" y="445"/>
                  </a:cubicBezTo>
                  <a:cubicBezTo>
                    <a:pt x="1065" y="450"/>
                    <a:pt x="1065" y="450"/>
                    <a:pt x="1065" y="450"/>
                  </a:cubicBezTo>
                  <a:cubicBezTo>
                    <a:pt x="1065" y="455"/>
                    <a:pt x="1065" y="455"/>
                    <a:pt x="1065" y="455"/>
                  </a:cubicBezTo>
                  <a:cubicBezTo>
                    <a:pt x="1055" y="450"/>
                    <a:pt x="1055" y="450"/>
                    <a:pt x="1055" y="450"/>
                  </a:cubicBezTo>
                  <a:cubicBezTo>
                    <a:pt x="865" y="197"/>
                    <a:pt x="312" y="326"/>
                    <a:pt x="369" y="833"/>
                  </a:cubicBezTo>
                  <a:cubicBezTo>
                    <a:pt x="0" y="1017"/>
                    <a:pt x="21" y="1480"/>
                    <a:pt x="433" y="1609"/>
                  </a:cubicBezTo>
                  <a:cubicBezTo>
                    <a:pt x="513" y="1619"/>
                    <a:pt x="513" y="1619"/>
                    <a:pt x="513" y="1619"/>
                  </a:cubicBezTo>
                  <a:cubicBezTo>
                    <a:pt x="891" y="1619"/>
                    <a:pt x="1471" y="1655"/>
                    <a:pt x="1836" y="1609"/>
                  </a:cubicBezTo>
                  <a:cubicBezTo>
                    <a:pt x="2251" y="1480"/>
                    <a:pt x="2279" y="986"/>
                    <a:pt x="1876" y="818"/>
                  </a:cubicBez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35"/>
            <p:cNvSpPr>
              <a:spLocks noEditPoints="1"/>
            </p:cNvSpPr>
            <p:nvPr/>
          </p:nvSpPr>
          <p:spPr bwMode="auto">
            <a:xfrm>
              <a:off x="7711391" y="3790950"/>
              <a:ext cx="310293" cy="304800"/>
            </a:xfrm>
            <a:custGeom>
              <a:avLst/>
              <a:gdLst>
                <a:gd name="T0" fmla="*/ 82 w 95"/>
                <a:gd name="T1" fmla="*/ 57 h 93"/>
                <a:gd name="T2" fmla="*/ 95 w 95"/>
                <a:gd name="T3" fmla="*/ 51 h 93"/>
                <a:gd name="T4" fmla="*/ 95 w 95"/>
                <a:gd name="T5" fmla="*/ 41 h 93"/>
                <a:gd name="T6" fmla="*/ 82 w 95"/>
                <a:gd name="T7" fmla="*/ 35 h 93"/>
                <a:gd name="T8" fmla="*/ 80 w 95"/>
                <a:gd name="T9" fmla="*/ 30 h 93"/>
                <a:gd name="T10" fmla="*/ 85 w 95"/>
                <a:gd name="T11" fmla="*/ 17 h 93"/>
                <a:gd name="T12" fmla="*/ 77 w 95"/>
                <a:gd name="T13" fmla="*/ 9 h 93"/>
                <a:gd name="T14" fmla="*/ 64 w 95"/>
                <a:gd name="T15" fmla="*/ 15 h 93"/>
                <a:gd name="T16" fmla="*/ 58 w 95"/>
                <a:gd name="T17" fmla="*/ 12 h 93"/>
                <a:gd name="T18" fmla="*/ 53 w 95"/>
                <a:gd name="T19" fmla="*/ 0 h 93"/>
                <a:gd name="T20" fmla="*/ 42 w 95"/>
                <a:gd name="T21" fmla="*/ 0 h 93"/>
                <a:gd name="T22" fmla="*/ 37 w 95"/>
                <a:gd name="T23" fmla="*/ 12 h 93"/>
                <a:gd name="T24" fmla="*/ 31 w 95"/>
                <a:gd name="T25" fmla="*/ 15 h 93"/>
                <a:gd name="T26" fmla="*/ 18 w 95"/>
                <a:gd name="T27" fmla="*/ 10 h 93"/>
                <a:gd name="T28" fmla="*/ 10 w 95"/>
                <a:gd name="T29" fmla="*/ 17 h 93"/>
                <a:gd name="T30" fmla="*/ 15 w 95"/>
                <a:gd name="T31" fmla="*/ 30 h 93"/>
                <a:gd name="T32" fmla="*/ 13 w 95"/>
                <a:gd name="T33" fmla="*/ 36 h 93"/>
                <a:gd name="T34" fmla="*/ 0 w 95"/>
                <a:gd name="T35" fmla="*/ 41 h 93"/>
                <a:gd name="T36" fmla="*/ 0 w 95"/>
                <a:gd name="T37" fmla="*/ 51 h 93"/>
                <a:gd name="T38" fmla="*/ 13 w 95"/>
                <a:gd name="T39" fmla="*/ 57 h 93"/>
                <a:gd name="T40" fmla="*/ 16 w 95"/>
                <a:gd name="T41" fmla="*/ 62 h 93"/>
                <a:gd name="T42" fmla="*/ 10 w 95"/>
                <a:gd name="T43" fmla="*/ 76 h 93"/>
                <a:gd name="T44" fmla="*/ 18 w 95"/>
                <a:gd name="T45" fmla="*/ 83 h 93"/>
                <a:gd name="T46" fmla="*/ 31 w 95"/>
                <a:gd name="T47" fmla="*/ 77 h 93"/>
                <a:gd name="T48" fmla="*/ 37 w 95"/>
                <a:gd name="T49" fmla="*/ 80 h 93"/>
                <a:gd name="T50" fmla="*/ 43 w 95"/>
                <a:gd name="T51" fmla="*/ 93 h 93"/>
                <a:gd name="T52" fmla="*/ 53 w 95"/>
                <a:gd name="T53" fmla="*/ 93 h 93"/>
                <a:gd name="T54" fmla="*/ 58 w 95"/>
                <a:gd name="T55" fmla="*/ 80 h 93"/>
                <a:gd name="T56" fmla="*/ 64 w 95"/>
                <a:gd name="T57" fmla="*/ 77 h 93"/>
                <a:gd name="T58" fmla="*/ 78 w 95"/>
                <a:gd name="T59" fmla="*/ 82 h 93"/>
                <a:gd name="T60" fmla="*/ 85 w 95"/>
                <a:gd name="T61" fmla="*/ 75 h 93"/>
                <a:gd name="T62" fmla="*/ 80 w 95"/>
                <a:gd name="T63" fmla="*/ 62 h 93"/>
                <a:gd name="T64" fmla="*/ 82 w 95"/>
                <a:gd name="T65" fmla="*/ 57 h 93"/>
                <a:gd name="T66" fmla="*/ 48 w 95"/>
                <a:gd name="T67" fmla="*/ 61 h 93"/>
                <a:gd name="T68" fmla="*/ 32 w 95"/>
                <a:gd name="T69" fmla="*/ 46 h 93"/>
                <a:gd name="T70" fmla="*/ 48 w 95"/>
                <a:gd name="T71" fmla="*/ 31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5"/>
                    <a:pt x="82" y="35"/>
                  </a:cubicBezTo>
                  <a:cubicBezTo>
                    <a:pt x="80" y="30"/>
                    <a:pt x="80" y="30"/>
                    <a:pt x="80" y="30"/>
                  </a:cubicBezTo>
                  <a:cubicBezTo>
                    <a:pt x="80" y="30"/>
                    <a:pt x="85" y="17"/>
                    <a:pt x="85" y="17"/>
                  </a:cubicBezTo>
                  <a:cubicBezTo>
                    <a:pt x="77" y="9"/>
                    <a:pt x="77" y="9"/>
                    <a:pt x="77" y="9"/>
                  </a:cubicBezTo>
                  <a:cubicBezTo>
                    <a:pt x="77" y="9"/>
                    <a:pt x="64" y="15"/>
                    <a:pt x="64" y="15"/>
                  </a:cubicBezTo>
                  <a:cubicBezTo>
                    <a:pt x="58" y="12"/>
                    <a:pt x="58" y="12"/>
                    <a:pt x="58" y="12"/>
                  </a:cubicBezTo>
                  <a:cubicBezTo>
                    <a:pt x="58" y="12"/>
                    <a:pt x="53" y="0"/>
                    <a:pt x="53" y="0"/>
                  </a:cubicBezTo>
                  <a:cubicBezTo>
                    <a:pt x="42" y="0"/>
                    <a:pt x="42" y="0"/>
                    <a:pt x="42" y="0"/>
                  </a:cubicBezTo>
                  <a:cubicBezTo>
                    <a:pt x="41" y="0"/>
                    <a:pt x="37" y="12"/>
                    <a:pt x="37" y="12"/>
                  </a:cubicBezTo>
                  <a:cubicBezTo>
                    <a:pt x="31" y="15"/>
                    <a:pt x="31" y="15"/>
                    <a:pt x="31" y="15"/>
                  </a:cubicBezTo>
                  <a:cubicBezTo>
                    <a:pt x="31" y="15"/>
                    <a:pt x="18" y="9"/>
                    <a:pt x="18" y="10"/>
                  </a:cubicBezTo>
                  <a:cubicBezTo>
                    <a:pt x="10" y="17"/>
                    <a:pt x="10" y="17"/>
                    <a:pt x="10" y="17"/>
                  </a:cubicBezTo>
                  <a:cubicBezTo>
                    <a:pt x="10" y="18"/>
                    <a:pt x="15" y="30"/>
                    <a:pt x="15" y="30"/>
                  </a:cubicBezTo>
                  <a:cubicBezTo>
                    <a:pt x="13" y="36"/>
                    <a:pt x="13" y="36"/>
                    <a:pt x="13" y="36"/>
                  </a:cubicBezTo>
                  <a:cubicBezTo>
                    <a:pt x="13" y="36"/>
                    <a:pt x="0" y="41"/>
                    <a:pt x="0" y="41"/>
                  </a:cubicBezTo>
                  <a:cubicBezTo>
                    <a:pt x="0" y="51"/>
                    <a:pt x="0" y="51"/>
                    <a:pt x="0" y="51"/>
                  </a:cubicBezTo>
                  <a:cubicBezTo>
                    <a:pt x="0" y="52"/>
                    <a:pt x="13" y="57"/>
                    <a:pt x="13" y="57"/>
                  </a:cubicBezTo>
                  <a:cubicBezTo>
                    <a:pt x="16" y="62"/>
                    <a:pt x="16" y="62"/>
                    <a:pt x="16" y="62"/>
                  </a:cubicBezTo>
                  <a:cubicBezTo>
                    <a:pt x="16" y="62"/>
                    <a:pt x="10" y="75"/>
                    <a:pt x="10" y="76"/>
                  </a:cubicBezTo>
                  <a:cubicBezTo>
                    <a:pt x="18" y="83"/>
                    <a:pt x="18" y="83"/>
                    <a:pt x="18" y="83"/>
                  </a:cubicBezTo>
                  <a:cubicBezTo>
                    <a:pt x="18" y="83"/>
                    <a:pt x="31" y="77"/>
                    <a:pt x="31" y="77"/>
                  </a:cubicBezTo>
                  <a:cubicBezTo>
                    <a:pt x="37" y="80"/>
                    <a:pt x="37" y="80"/>
                    <a:pt x="37" y="80"/>
                  </a:cubicBezTo>
                  <a:cubicBezTo>
                    <a:pt x="37" y="80"/>
                    <a:pt x="42" y="93"/>
                    <a:pt x="43" y="93"/>
                  </a:cubicBezTo>
                  <a:cubicBezTo>
                    <a:pt x="53" y="93"/>
                    <a:pt x="53" y="93"/>
                    <a:pt x="53" y="93"/>
                  </a:cubicBezTo>
                  <a:cubicBezTo>
                    <a:pt x="54" y="93"/>
                    <a:pt x="58" y="80"/>
                    <a:pt x="58" y="80"/>
                  </a:cubicBezTo>
                  <a:cubicBezTo>
                    <a:pt x="64" y="77"/>
                    <a:pt x="64" y="77"/>
                    <a:pt x="64" y="77"/>
                  </a:cubicBezTo>
                  <a:cubicBezTo>
                    <a:pt x="64" y="77"/>
                    <a:pt x="77" y="83"/>
                    <a:pt x="78" y="82"/>
                  </a:cubicBezTo>
                  <a:cubicBezTo>
                    <a:pt x="85" y="75"/>
                    <a:pt x="85" y="75"/>
                    <a:pt x="85" y="75"/>
                  </a:cubicBezTo>
                  <a:cubicBezTo>
                    <a:pt x="85" y="75"/>
                    <a:pt x="80" y="62"/>
                    <a:pt x="80" y="62"/>
                  </a:cubicBezTo>
                  <a:lnTo>
                    <a:pt x="82" y="57"/>
                  </a:lnTo>
                  <a:close/>
                  <a:moveTo>
                    <a:pt x="48" y="61"/>
                  </a:moveTo>
                  <a:cubicBezTo>
                    <a:pt x="39" y="61"/>
                    <a:pt x="32" y="54"/>
                    <a:pt x="32" y="46"/>
                  </a:cubicBezTo>
                  <a:cubicBezTo>
                    <a:pt x="32" y="38"/>
                    <a:pt x="39" y="31"/>
                    <a:pt x="48" y="31"/>
                  </a:cubicBezTo>
                  <a:cubicBezTo>
                    <a:pt x="56" y="31"/>
                    <a:pt x="63" y="38"/>
                    <a:pt x="63" y="46"/>
                  </a:cubicBezTo>
                  <a:cubicBezTo>
                    <a:pt x="63" y="54"/>
                    <a:pt x="56" y="61"/>
                    <a:pt x="48" y="6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5" name="Group 14"/>
          <p:cNvGrpSpPr/>
          <p:nvPr/>
        </p:nvGrpSpPr>
        <p:grpSpPr>
          <a:xfrm>
            <a:off x="7733588" y="5131058"/>
            <a:ext cx="1500025" cy="1090084"/>
            <a:chOff x="5800190" y="3900249"/>
            <a:chExt cx="1125019" cy="817563"/>
          </a:xfrm>
        </p:grpSpPr>
        <p:sp>
          <p:nvSpPr>
            <p:cNvPr id="9" name="Freeform 5"/>
            <p:cNvSpPr/>
            <p:nvPr/>
          </p:nvSpPr>
          <p:spPr bwMode="auto">
            <a:xfrm>
              <a:off x="5800190" y="3900249"/>
              <a:ext cx="1125019" cy="817563"/>
            </a:xfrm>
            <a:custGeom>
              <a:avLst/>
              <a:gdLst>
                <a:gd name="T0" fmla="*/ 1876 w 2279"/>
                <a:gd name="T1" fmla="*/ 818 h 1655"/>
                <a:gd name="T2" fmla="*/ 1075 w 2279"/>
                <a:gd name="T3" fmla="*/ 415 h 1655"/>
                <a:gd name="T4" fmla="*/ 1065 w 2279"/>
                <a:gd name="T5" fmla="*/ 445 h 1655"/>
                <a:gd name="T6" fmla="*/ 1065 w 2279"/>
                <a:gd name="T7" fmla="*/ 450 h 1655"/>
                <a:gd name="T8" fmla="*/ 1065 w 2279"/>
                <a:gd name="T9" fmla="*/ 455 h 1655"/>
                <a:gd name="T10" fmla="*/ 1055 w 2279"/>
                <a:gd name="T11" fmla="*/ 450 h 1655"/>
                <a:gd name="T12" fmla="*/ 369 w 2279"/>
                <a:gd name="T13" fmla="*/ 833 h 1655"/>
                <a:gd name="T14" fmla="*/ 433 w 2279"/>
                <a:gd name="T15" fmla="*/ 1609 h 1655"/>
                <a:gd name="T16" fmla="*/ 513 w 2279"/>
                <a:gd name="T17" fmla="*/ 1619 h 1655"/>
                <a:gd name="T18" fmla="*/ 1836 w 2279"/>
                <a:gd name="T19" fmla="*/ 1609 h 1655"/>
                <a:gd name="T20" fmla="*/ 1876 w 2279"/>
                <a:gd name="T21" fmla="*/ 818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9" h="1655">
                  <a:moveTo>
                    <a:pt x="1876" y="818"/>
                  </a:moveTo>
                  <a:cubicBezTo>
                    <a:pt x="1973" y="282"/>
                    <a:pt x="1253" y="0"/>
                    <a:pt x="1075" y="415"/>
                  </a:cubicBezTo>
                  <a:cubicBezTo>
                    <a:pt x="1065" y="445"/>
                    <a:pt x="1065" y="445"/>
                    <a:pt x="1065" y="445"/>
                  </a:cubicBezTo>
                  <a:cubicBezTo>
                    <a:pt x="1065" y="450"/>
                    <a:pt x="1065" y="450"/>
                    <a:pt x="1065" y="450"/>
                  </a:cubicBezTo>
                  <a:cubicBezTo>
                    <a:pt x="1065" y="455"/>
                    <a:pt x="1065" y="455"/>
                    <a:pt x="1065" y="455"/>
                  </a:cubicBezTo>
                  <a:cubicBezTo>
                    <a:pt x="1055" y="450"/>
                    <a:pt x="1055" y="450"/>
                    <a:pt x="1055" y="450"/>
                  </a:cubicBezTo>
                  <a:cubicBezTo>
                    <a:pt x="865" y="197"/>
                    <a:pt x="312" y="326"/>
                    <a:pt x="369" y="833"/>
                  </a:cubicBezTo>
                  <a:cubicBezTo>
                    <a:pt x="0" y="1017"/>
                    <a:pt x="21" y="1480"/>
                    <a:pt x="433" y="1609"/>
                  </a:cubicBezTo>
                  <a:cubicBezTo>
                    <a:pt x="513" y="1619"/>
                    <a:pt x="513" y="1619"/>
                    <a:pt x="513" y="1619"/>
                  </a:cubicBezTo>
                  <a:cubicBezTo>
                    <a:pt x="891" y="1619"/>
                    <a:pt x="1471" y="1655"/>
                    <a:pt x="1836" y="1609"/>
                  </a:cubicBezTo>
                  <a:cubicBezTo>
                    <a:pt x="2251" y="1480"/>
                    <a:pt x="2279" y="986"/>
                    <a:pt x="1876" y="818"/>
                  </a:cubicBez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33"/>
            <p:cNvSpPr>
              <a:spLocks noEditPoints="1"/>
            </p:cNvSpPr>
            <p:nvPr/>
          </p:nvSpPr>
          <p:spPr bwMode="auto">
            <a:xfrm>
              <a:off x="6203025" y="4267524"/>
              <a:ext cx="349640" cy="238054"/>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7561057" y="1147788"/>
            <a:ext cx="1500025" cy="1090084"/>
            <a:chOff x="5670792" y="1172368"/>
            <a:chExt cx="1125019" cy="817563"/>
          </a:xfrm>
        </p:grpSpPr>
        <p:sp>
          <p:nvSpPr>
            <p:cNvPr id="7" name="Freeform 5"/>
            <p:cNvSpPr/>
            <p:nvPr/>
          </p:nvSpPr>
          <p:spPr bwMode="auto">
            <a:xfrm>
              <a:off x="5670792" y="1172368"/>
              <a:ext cx="1125019" cy="817563"/>
            </a:xfrm>
            <a:custGeom>
              <a:avLst/>
              <a:gdLst>
                <a:gd name="T0" fmla="*/ 1876 w 2279"/>
                <a:gd name="T1" fmla="*/ 818 h 1655"/>
                <a:gd name="T2" fmla="*/ 1075 w 2279"/>
                <a:gd name="T3" fmla="*/ 415 h 1655"/>
                <a:gd name="T4" fmla="*/ 1065 w 2279"/>
                <a:gd name="T5" fmla="*/ 445 h 1655"/>
                <a:gd name="T6" fmla="*/ 1065 w 2279"/>
                <a:gd name="T7" fmla="*/ 450 h 1655"/>
                <a:gd name="T8" fmla="*/ 1065 w 2279"/>
                <a:gd name="T9" fmla="*/ 455 h 1655"/>
                <a:gd name="T10" fmla="*/ 1055 w 2279"/>
                <a:gd name="T11" fmla="*/ 450 h 1655"/>
                <a:gd name="T12" fmla="*/ 369 w 2279"/>
                <a:gd name="T13" fmla="*/ 833 h 1655"/>
                <a:gd name="T14" fmla="*/ 433 w 2279"/>
                <a:gd name="T15" fmla="*/ 1609 h 1655"/>
                <a:gd name="T16" fmla="*/ 513 w 2279"/>
                <a:gd name="T17" fmla="*/ 1619 h 1655"/>
                <a:gd name="T18" fmla="*/ 1836 w 2279"/>
                <a:gd name="T19" fmla="*/ 1609 h 1655"/>
                <a:gd name="T20" fmla="*/ 1876 w 2279"/>
                <a:gd name="T21" fmla="*/ 818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9" h="1655">
                  <a:moveTo>
                    <a:pt x="1876" y="818"/>
                  </a:moveTo>
                  <a:cubicBezTo>
                    <a:pt x="1973" y="282"/>
                    <a:pt x="1253" y="0"/>
                    <a:pt x="1075" y="415"/>
                  </a:cubicBezTo>
                  <a:cubicBezTo>
                    <a:pt x="1065" y="445"/>
                    <a:pt x="1065" y="445"/>
                    <a:pt x="1065" y="445"/>
                  </a:cubicBezTo>
                  <a:cubicBezTo>
                    <a:pt x="1065" y="450"/>
                    <a:pt x="1065" y="450"/>
                    <a:pt x="1065" y="450"/>
                  </a:cubicBezTo>
                  <a:cubicBezTo>
                    <a:pt x="1065" y="455"/>
                    <a:pt x="1065" y="455"/>
                    <a:pt x="1065" y="455"/>
                  </a:cubicBezTo>
                  <a:cubicBezTo>
                    <a:pt x="1055" y="450"/>
                    <a:pt x="1055" y="450"/>
                    <a:pt x="1055" y="450"/>
                  </a:cubicBezTo>
                  <a:cubicBezTo>
                    <a:pt x="865" y="197"/>
                    <a:pt x="312" y="326"/>
                    <a:pt x="369" y="833"/>
                  </a:cubicBezTo>
                  <a:cubicBezTo>
                    <a:pt x="0" y="1017"/>
                    <a:pt x="21" y="1480"/>
                    <a:pt x="433" y="1609"/>
                  </a:cubicBezTo>
                  <a:cubicBezTo>
                    <a:pt x="513" y="1619"/>
                    <a:pt x="513" y="1619"/>
                    <a:pt x="513" y="1619"/>
                  </a:cubicBezTo>
                  <a:cubicBezTo>
                    <a:pt x="891" y="1619"/>
                    <a:pt x="1471" y="1655"/>
                    <a:pt x="1836" y="1609"/>
                  </a:cubicBezTo>
                  <a:cubicBezTo>
                    <a:pt x="2251" y="1480"/>
                    <a:pt x="2279" y="986"/>
                    <a:pt x="1876" y="818"/>
                  </a:cubicBezTo>
                  <a:close/>
                </a:path>
              </a:pathLst>
            </a:custGeom>
            <a:solidFill>
              <a:srgbClr val="C0392B"/>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8" name="Group 37"/>
            <p:cNvGrpSpPr/>
            <p:nvPr/>
          </p:nvGrpSpPr>
          <p:grpSpPr>
            <a:xfrm>
              <a:off x="6061536" y="1489759"/>
              <a:ext cx="301163" cy="376455"/>
              <a:chOff x="6751638" y="2265363"/>
              <a:chExt cx="158750" cy="198438"/>
            </a:xfrm>
            <a:solidFill>
              <a:schemeClr val="bg1"/>
            </a:solidFill>
          </p:grpSpPr>
          <p:sp>
            <p:nvSpPr>
              <p:cNvPr id="39"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2" name="Group 11"/>
          <p:cNvGrpSpPr/>
          <p:nvPr/>
        </p:nvGrpSpPr>
        <p:grpSpPr>
          <a:xfrm>
            <a:off x="8073004" y="3444559"/>
            <a:ext cx="1500025" cy="1090084"/>
            <a:chOff x="6552665" y="2583419"/>
            <a:chExt cx="1125019" cy="817563"/>
          </a:xfrm>
        </p:grpSpPr>
        <p:sp>
          <p:nvSpPr>
            <p:cNvPr id="6" name="Freeform 5"/>
            <p:cNvSpPr/>
            <p:nvPr/>
          </p:nvSpPr>
          <p:spPr bwMode="auto">
            <a:xfrm>
              <a:off x="6552665" y="2583419"/>
              <a:ext cx="1125019" cy="817563"/>
            </a:xfrm>
            <a:custGeom>
              <a:avLst/>
              <a:gdLst>
                <a:gd name="T0" fmla="*/ 1876 w 2279"/>
                <a:gd name="T1" fmla="*/ 818 h 1655"/>
                <a:gd name="T2" fmla="*/ 1075 w 2279"/>
                <a:gd name="T3" fmla="*/ 415 h 1655"/>
                <a:gd name="T4" fmla="*/ 1065 w 2279"/>
                <a:gd name="T5" fmla="*/ 445 h 1655"/>
                <a:gd name="T6" fmla="*/ 1065 w 2279"/>
                <a:gd name="T7" fmla="*/ 450 h 1655"/>
                <a:gd name="T8" fmla="*/ 1065 w 2279"/>
                <a:gd name="T9" fmla="*/ 455 h 1655"/>
                <a:gd name="T10" fmla="*/ 1055 w 2279"/>
                <a:gd name="T11" fmla="*/ 450 h 1655"/>
                <a:gd name="T12" fmla="*/ 369 w 2279"/>
                <a:gd name="T13" fmla="*/ 833 h 1655"/>
                <a:gd name="T14" fmla="*/ 433 w 2279"/>
                <a:gd name="T15" fmla="*/ 1609 h 1655"/>
                <a:gd name="T16" fmla="*/ 513 w 2279"/>
                <a:gd name="T17" fmla="*/ 1619 h 1655"/>
                <a:gd name="T18" fmla="*/ 1836 w 2279"/>
                <a:gd name="T19" fmla="*/ 1609 h 1655"/>
                <a:gd name="T20" fmla="*/ 1876 w 2279"/>
                <a:gd name="T21" fmla="*/ 818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9" h="1655">
                  <a:moveTo>
                    <a:pt x="1876" y="818"/>
                  </a:moveTo>
                  <a:cubicBezTo>
                    <a:pt x="1973" y="282"/>
                    <a:pt x="1253" y="0"/>
                    <a:pt x="1075" y="415"/>
                  </a:cubicBezTo>
                  <a:cubicBezTo>
                    <a:pt x="1065" y="445"/>
                    <a:pt x="1065" y="445"/>
                    <a:pt x="1065" y="445"/>
                  </a:cubicBezTo>
                  <a:cubicBezTo>
                    <a:pt x="1065" y="450"/>
                    <a:pt x="1065" y="450"/>
                    <a:pt x="1065" y="450"/>
                  </a:cubicBezTo>
                  <a:cubicBezTo>
                    <a:pt x="1065" y="455"/>
                    <a:pt x="1065" y="455"/>
                    <a:pt x="1065" y="455"/>
                  </a:cubicBezTo>
                  <a:cubicBezTo>
                    <a:pt x="1055" y="450"/>
                    <a:pt x="1055" y="450"/>
                    <a:pt x="1055" y="450"/>
                  </a:cubicBezTo>
                  <a:cubicBezTo>
                    <a:pt x="865" y="197"/>
                    <a:pt x="312" y="326"/>
                    <a:pt x="369" y="833"/>
                  </a:cubicBezTo>
                  <a:cubicBezTo>
                    <a:pt x="0" y="1017"/>
                    <a:pt x="21" y="1480"/>
                    <a:pt x="433" y="1609"/>
                  </a:cubicBezTo>
                  <a:cubicBezTo>
                    <a:pt x="513" y="1619"/>
                    <a:pt x="513" y="1619"/>
                    <a:pt x="513" y="1619"/>
                  </a:cubicBezTo>
                  <a:cubicBezTo>
                    <a:pt x="891" y="1619"/>
                    <a:pt x="1471" y="1655"/>
                    <a:pt x="1836" y="1609"/>
                  </a:cubicBezTo>
                  <a:cubicBezTo>
                    <a:pt x="2251" y="1480"/>
                    <a:pt x="2279" y="986"/>
                    <a:pt x="1876" y="818"/>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32"/>
            <p:cNvSpPr/>
            <p:nvPr/>
          </p:nvSpPr>
          <p:spPr bwMode="auto">
            <a:xfrm>
              <a:off x="6925209" y="2979092"/>
              <a:ext cx="320551" cy="283185"/>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4" name="Group 23"/>
          <p:cNvGrpSpPr/>
          <p:nvPr/>
        </p:nvGrpSpPr>
        <p:grpSpPr>
          <a:xfrm>
            <a:off x="9245601" y="2237317"/>
            <a:ext cx="1500025" cy="1090084"/>
            <a:chOff x="9245601" y="2237317"/>
            <a:chExt cx="1500025" cy="1090084"/>
          </a:xfrm>
        </p:grpSpPr>
        <p:sp>
          <p:nvSpPr>
            <p:cNvPr id="5" name="Freeform 5"/>
            <p:cNvSpPr/>
            <p:nvPr/>
          </p:nvSpPr>
          <p:spPr bwMode="auto">
            <a:xfrm>
              <a:off x="9245601" y="2237317"/>
              <a:ext cx="1500025" cy="1090084"/>
            </a:xfrm>
            <a:custGeom>
              <a:avLst/>
              <a:gdLst>
                <a:gd name="T0" fmla="*/ 1876 w 2279"/>
                <a:gd name="T1" fmla="*/ 818 h 1655"/>
                <a:gd name="T2" fmla="*/ 1075 w 2279"/>
                <a:gd name="T3" fmla="*/ 415 h 1655"/>
                <a:gd name="T4" fmla="*/ 1065 w 2279"/>
                <a:gd name="T5" fmla="*/ 445 h 1655"/>
                <a:gd name="T6" fmla="*/ 1065 w 2279"/>
                <a:gd name="T7" fmla="*/ 450 h 1655"/>
                <a:gd name="T8" fmla="*/ 1065 w 2279"/>
                <a:gd name="T9" fmla="*/ 455 h 1655"/>
                <a:gd name="T10" fmla="*/ 1055 w 2279"/>
                <a:gd name="T11" fmla="*/ 450 h 1655"/>
                <a:gd name="T12" fmla="*/ 369 w 2279"/>
                <a:gd name="T13" fmla="*/ 833 h 1655"/>
                <a:gd name="T14" fmla="*/ 433 w 2279"/>
                <a:gd name="T15" fmla="*/ 1609 h 1655"/>
                <a:gd name="T16" fmla="*/ 513 w 2279"/>
                <a:gd name="T17" fmla="*/ 1619 h 1655"/>
                <a:gd name="T18" fmla="*/ 1836 w 2279"/>
                <a:gd name="T19" fmla="*/ 1609 h 1655"/>
                <a:gd name="T20" fmla="*/ 1876 w 2279"/>
                <a:gd name="T21" fmla="*/ 818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9" h="1655">
                  <a:moveTo>
                    <a:pt x="1876" y="818"/>
                  </a:moveTo>
                  <a:cubicBezTo>
                    <a:pt x="1973" y="282"/>
                    <a:pt x="1253" y="0"/>
                    <a:pt x="1075" y="415"/>
                  </a:cubicBezTo>
                  <a:cubicBezTo>
                    <a:pt x="1065" y="445"/>
                    <a:pt x="1065" y="445"/>
                    <a:pt x="1065" y="445"/>
                  </a:cubicBezTo>
                  <a:cubicBezTo>
                    <a:pt x="1065" y="450"/>
                    <a:pt x="1065" y="450"/>
                    <a:pt x="1065" y="450"/>
                  </a:cubicBezTo>
                  <a:cubicBezTo>
                    <a:pt x="1065" y="455"/>
                    <a:pt x="1065" y="455"/>
                    <a:pt x="1065" y="455"/>
                  </a:cubicBezTo>
                  <a:cubicBezTo>
                    <a:pt x="1055" y="450"/>
                    <a:pt x="1055" y="450"/>
                    <a:pt x="1055" y="450"/>
                  </a:cubicBezTo>
                  <a:cubicBezTo>
                    <a:pt x="865" y="197"/>
                    <a:pt x="312" y="326"/>
                    <a:pt x="369" y="833"/>
                  </a:cubicBezTo>
                  <a:cubicBezTo>
                    <a:pt x="0" y="1017"/>
                    <a:pt x="21" y="1480"/>
                    <a:pt x="433" y="1609"/>
                  </a:cubicBezTo>
                  <a:cubicBezTo>
                    <a:pt x="513" y="1619"/>
                    <a:pt x="513" y="1619"/>
                    <a:pt x="513" y="1619"/>
                  </a:cubicBezTo>
                  <a:cubicBezTo>
                    <a:pt x="891" y="1619"/>
                    <a:pt x="1471" y="1655"/>
                    <a:pt x="1836" y="1609"/>
                  </a:cubicBezTo>
                  <a:cubicBezTo>
                    <a:pt x="2251" y="1480"/>
                    <a:pt x="2279" y="986"/>
                    <a:pt x="1876" y="818"/>
                  </a:cubicBez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43"/>
            <p:cNvSpPr>
              <a:spLocks noEditPoints="1"/>
            </p:cNvSpPr>
            <p:nvPr/>
          </p:nvSpPr>
          <p:spPr bwMode="auto">
            <a:xfrm>
              <a:off x="9816300" y="2654570"/>
              <a:ext cx="343701" cy="460932"/>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1"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16" name="Rectangle 15"/>
          <p:cNvSpPr/>
          <p:nvPr/>
        </p:nvSpPr>
        <p:spPr>
          <a:xfrm>
            <a:off x="7620305" y="2230341"/>
            <a:ext cx="1381532" cy="369332"/>
          </a:xfrm>
          <a:prstGeom prst="rect">
            <a:avLst/>
          </a:prstGeom>
        </p:spPr>
        <p:txBody>
          <a:bodyPr wrap="none">
            <a:spAutoFit/>
          </a:bodyPr>
          <a:lstStyle/>
          <a:p>
            <a:pPr algn="ctr"/>
            <a:r>
              <a:rPr lang="en-US"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DATABASE</a:t>
            </a:r>
            <a:endParaRPr lang="en-US">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9" name="Rectangle 18"/>
          <p:cNvSpPr/>
          <p:nvPr/>
        </p:nvSpPr>
        <p:spPr>
          <a:xfrm>
            <a:off x="9351547" y="3370450"/>
            <a:ext cx="1337803" cy="369332"/>
          </a:xfrm>
          <a:prstGeom prst="rect">
            <a:avLst/>
          </a:prstGeom>
        </p:spPr>
        <p:txBody>
          <a:bodyPr wrap="none">
            <a:spAutoFit/>
          </a:bodyPr>
          <a:lstStyle/>
          <a:p>
            <a:pPr algn="ctr"/>
            <a:r>
              <a:rPr lang="en-US"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WARNING</a:t>
            </a:r>
            <a:endParaRPr lang="en-US">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5" name="Rectangle 44"/>
          <p:cNvSpPr/>
          <p:nvPr/>
        </p:nvSpPr>
        <p:spPr>
          <a:xfrm>
            <a:off x="8386653" y="4573597"/>
            <a:ext cx="793552" cy="369332"/>
          </a:xfrm>
          <a:prstGeom prst="rect">
            <a:avLst/>
          </a:prstGeom>
        </p:spPr>
        <p:txBody>
          <a:bodyPr wrap="none">
            <a:spAutoFit/>
          </a:bodyPr>
          <a:lstStyle/>
          <a:p>
            <a:pPr algn="ctr"/>
            <a:r>
              <a:rPr lang="en-US"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CHAT</a:t>
            </a:r>
            <a:endParaRPr lang="en-US">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6" name="Rectangle 45"/>
          <p:cNvSpPr/>
          <p:nvPr/>
        </p:nvSpPr>
        <p:spPr>
          <a:xfrm>
            <a:off x="9935119" y="5711333"/>
            <a:ext cx="1184940" cy="369332"/>
          </a:xfrm>
          <a:prstGeom prst="rect">
            <a:avLst/>
          </a:prstGeom>
        </p:spPr>
        <p:txBody>
          <a:bodyPr wrap="none">
            <a:spAutoFit/>
          </a:bodyPr>
          <a:lstStyle/>
          <a:p>
            <a:pPr algn="ctr"/>
            <a:r>
              <a:rPr lang="en-US"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SETTING</a:t>
            </a:r>
            <a:endParaRPr lang="en-US">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7" name="Rectangle 46"/>
          <p:cNvSpPr/>
          <p:nvPr/>
        </p:nvSpPr>
        <p:spPr>
          <a:xfrm>
            <a:off x="7673429" y="6243197"/>
            <a:ext cx="1604285" cy="369332"/>
          </a:xfrm>
          <a:prstGeom prst="rect">
            <a:avLst/>
          </a:prstGeom>
        </p:spPr>
        <p:txBody>
          <a:bodyPr wrap="none">
            <a:spAutoFit/>
          </a:bodyPr>
          <a:lstStyle/>
          <a:p>
            <a:pPr algn="ctr"/>
            <a:r>
              <a:rPr lang="en-US"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DOWNLOAD</a:t>
            </a:r>
            <a:endParaRPr lang="en-US">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190723299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3951082"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Project Booster</a:t>
            </a:r>
          </a:p>
        </p:txBody>
      </p:sp>
      <p:grpSp>
        <p:nvGrpSpPr>
          <p:cNvPr id="2" name="Group 1"/>
          <p:cNvGrpSpPr/>
          <p:nvPr/>
        </p:nvGrpSpPr>
        <p:grpSpPr>
          <a:xfrm rot="10800000">
            <a:off x="4889566" y="1803400"/>
            <a:ext cx="2311269" cy="653133"/>
            <a:chOff x="3614557" y="3339358"/>
            <a:chExt cx="1733452" cy="489850"/>
          </a:xfrm>
        </p:grpSpPr>
        <p:sp>
          <p:nvSpPr>
            <p:cNvPr id="5" name="Freeform 5"/>
            <p:cNvSpPr/>
            <p:nvPr/>
          </p:nvSpPr>
          <p:spPr bwMode="auto">
            <a:xfrm>
              <a:off x="3759162" y="3429736"/>
              <a:ext cx="1442434" cy="399472"/>
            </a:xfrm>
            <a:custGeom>
              <a:avLst/>
              <a:gdLst>
                <a:gd name="T0" fmla="*/ 337 w 337"/>
                <a:gd name="T1" fmla="*/ 0 h 93"/>
                <a:gd name="T2" fmla="*/ 168 w 337"/>
                <a:gd name="T3" fmla="*/ 93 h 93"/>
                <a:gd name="T4" fmla="*/ 0 w 337"/>
                <a:gd name="T5" fmla="*/ 0 h 93"/>
                <a:gd name="T6" fmla="*/ 28 w 337"/>
                <a:gd name="T7" fmla="*/ 0 h 93"/>
                <a:gd name="T8" fmla="*/ 168 w 337"/>
                <a:gd name="T9" fmla="*/ 68 h 93"/>
                <a:gd name="T10" fmla="*/ 309 w 337"/>
                <a:gd name="T11" fmla="*/ 0 h 93"/>
                <a:gd name="T12" fmla="*/ 337 w 337"/>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337" h="93">
                  <a:moveTo>
                    <a:pt x="337" y="0"/>
                  </a:moveTo>
                  <a:cubicBezTo>
                    <a:pt x="319" y="53"/>
                    <a:pt x="251" y="93"/>
                    <a:pt x="168" y="93"/>
                  </a:cubicBezTo>
                  <a:cubicBezTo>
                    <a:pt x="86" y="93"/>
                    <a:pt x="18" y="53"/>
                    <a:pt x="0" y="0"/>
                  </a:cubicBezTo>
                  <a:cubicBezTo>
                    <a:pt x="28" y="0"/>
                    <a:pt x="28" y="0"/>
                    <a:pt x="28" y="0"/>
                  </a:cubicBezTo>
                  <a:cubicBezTo>
                    <a:pt x="49" y="40"/>
                    <a:pt x="104" y="68"/>
                    <a:pt x="168" y="68"/>
                  </a:cubicBezTo>
                  <a:cubicBezTo>
                    <a:pt x="233" y="68"/>
                    <a:pt x="288" y="40"/>
                    <a:pt x="309" y="0"/>
                  </a:cubicBezTo>
                  <a:lnTo>
                    <a:pt x="337" y="0"/>
                  </a:lnTo>
                  <a:close/>
                </a:path>
              </a:pathLst>
            </a:custGeom>
            <a:solidFill>
              <a:srgbClr val="5858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 name="Rectangle 12"/>
            <p:cNvSpPr>
              <a:spLocks noChangeArrowheads="1"/>
            </p:cNvSpPr>
            <p:nvPr/>
          </p:nvSpPr>
          <p:spPr bwMode="auto">
            <a:xfrm>
              <a:off x="3614557" y="3339358"/>
              <a:ext cx="406702" cy="93993"/>
            </a:xfrm>
            <a:prstGeom prst="rect">
              <a:avLst/>
            </a:prstGeom>
            <a:solidFill>
              <a:srgbClr val="5858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Rectangle 13"/>
            <p:cNvSpPr>
              <a:spLocks noChangeArrowheads="1"/>
            </p:cNvSpPr>
            <p:nvPr/>
          </p:nvSpPr>
          <p:spPr bwMode="auto">
            <a:xfrm>
              <a:off x="4941307" y="3339358"/>
              <a:ext cx="406702" cy="93993"/>
            </a:xfrm>
            <a:prstGeom prst="rect">
              <a:avLst/>
            </a:prstGeom>
            <a:solidFill>
              <a:srgbClr val="5858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1" name="Text Box 7"/>
          <p:cNvSpPr txBox="1">
            <a:spLocks noChangeArrowheads="1"/>
          </p:cNvSpPr>
          <p:nvPr/>
        </p:nvSpPr>
        <p:spPr bwMode="auto">
          <a:xfrm>
            <a:off x="8737601" y="2768601"/>
            <a:ext cx="1671611" cy="553998"/>
          </a:xfrm>
          <a:prstGeom prst="rect">
            <a:avLst/>
          </a:prstGeom>
          <a:noFill/>
          <a:ln w="9525">
            <a:noFill/>
            <a:miter lim="800000"/>
          </a:ln>
        </p:spPr>
        <p:txBody>
          <a:bodyPr wrap="none" lIns="60960" tIns="30480" rIns="60960" bIns="30480">
            <a:spAutoFit/>
          </a:bodyPr>
          <a:lstStyle/>
          <a:p>
            <a:pP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Database</a:t>
            </a:r>
          </a:p>
        </p:txBody>
      </p:sp>
      <p:sp>
        <p:nvSpPr>
          <p:cNvPr id="32" name="Text Box 7"/>
          <p:cNvSpPr txBox="1">
            <a:spLocks noChangeArrowheads="1"/>
          </p:cNvSpPr>
          <p:nvPr/>
        </p:nvSpPr>
        <p:spPr bwMode="auto">
          <a:xfrm>
            <a:off x="8737601" y="3378039"/>
            <a:ext cx="2493760" cy="1190390"/>
          </a:xfrm>
          <a:prstGeom prst="rect">
            <a:avLst/>
          </a:prstGeom>
          <a:noFill/>
          <a:ln w="9525">
            <a:noFill/>
            <a:miter lim="800000"/>
          </a:ln>
        </p:spPr>
        <p:txBody>
          <a:bodyPr wrap="square" lIns="60960" tIns="30480" rIns="60960" bIns="30480" anchor="ctr">
            <a:spAutoFit/>
          </a:bodyPr>
          <a:lstStyle/>
          <a:p>
            <a:pPr defTabSz="1450940"/>
            <a:r>
              <a:rPr lang="en-US" sz="1467" i="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a:t>
            </a:r>
          </a:p>
        </p:txBody>
      </p:sp>
      <p:sp>
        <p:nvSpPr>
          <p:cNvPr id="33" name="Text Box 7"/>
          <p:cNvSpPr txBox="1">
            <a:spLocks noChangeArrowheads="1"/>
          </p:cNvSpPr>
          <p:nvPr/>
        </p:nvSpPr>
        <p:spPr bwMode="auto">
          <a:xfrm>
            <a:off x="2288973" y="2768601"/>
            <a:ext cx="1017586" cy="553998"/>
          </a:xfrm>
          <a:prstGeom prst="rect">
            <a:avLst/>
          </a:prstGeom>
          <a:noFill/>
          <a:ln w="9525">
            <a:noFill/>
            <a:miter lim="800000"/>
          </a:ln>
        </p:spPr>
        <p:txBody>
          <a:bodyPr wrap="none" lIns="60960" tIns="30480" rIns="60960" bIns="30480">
            <a:spAutoFit/>
          </a:bodyPr>
          <a:lstStyle/>
          <a:p>
            <a:pPr algn="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Detail</a:t>
            </a:r>
          </a:p>
        </p:txBody>
      </p:sp>
      <p:sp>
        <p:nvSpPr>
          <p:cNvPr id="34" name="Text Box 7"/>
          <p:cNvSpPr txBox="1">
            <a:spLocks noChangeArrowheads="1"/>
          </p:cNvSpPr>
          <p:nvPr/>
        </p:nvSpPr>
        <p:spPr bwMode="auto">
          <a:xfrm>
            <a:off x="812800" y="3378039"/>
            <a:ext cx="2493760" cy="1190390"/>
          </a:xfrm>
          <a:prstGeom prst="rect">
            <a:avLst/>
          </a:prstGeom>
          <a:noFill/>
          <a:ln w="9525">
            <a:noFill/>
            <a:miter lim="800000"/>
          </a:ln>
        </p:spPr>
        <p:txBody>
          <a:bodyPr wrap="square" lIns="60960" tIns="30480" rIns="60960" bIns="30480" anchor="ctr">
            <a:spAutoFit/>
          </a:bodyPr>
          <a:lstStyle/>
          <a:p>
            <a:pPr algn="r" defTabSz="1450940"/>
            <a:r>
              <a:rPr lang="en-US" sz="1467" i="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a:t>
            </a:r>
          </a:p>
        </p:txBody>
      </p:sp>
      <p:grpSp>
        <p:nvGrpSpPr>
          <p:cNvPr id="22" name="Group 21"/>
          <p:cNvGrpSpPr/>
          <p:nvPr/>
        </p:nvGrpSpPr>
        <p:grpSpPr>
          <a:xfrm>
            <a:off x="6045200" y="3733800"/>
            <a:ext cx="2082800" cy="1277265"/>
            <a:chOff x="4533900" y="2800349"/>
            <a:chExt cx="1562100" cy="957949"/>
          </a:xfrm>
        </p:grpSpPr>
        <p:sp>
          <p:nvSpPr>
            <p:cNvPr id="12" name="Rectangle 11"/>
            <p:cNvSpPr/>
            <p:nvPr/>
          </p:nvSpPr>
          <p:spPr>
            <a:xfrm>
              <a:off x="4533900" y="2800349"/>
              <a:ext cx="1562100" cy="957949"/>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34"/>
            <p:cNvSpPr>
              <a:spLocks noEditPoints="1"/>
            </p:cNvSpPr>
            <p:nvPr/>
          </p:nvSpPr>
          <p:spPr bwMode="auto">
            <a:xfrm>
              <a:off x="5025095" y="3018026"/>
              <a:ext cx="497144" cy="488343"/>
            </a:xfrm>
            <a:custGeom>
              <a:avLst/>
              <a:gdLst>
                <a:gd name="T0" fmla="*/ 82 w 95"/>
                <a:gd name="T1" fmla="*/ 57 h 93"/>
                <a:gd name="T2" fmla="*/ 95 w 95"/>
                <a:gd name="T3" fmla="*/ 51 h 93"/>
                <a:gd name="T4" fmla="*/ 95 w 95"/>
                <a:gd name="T5" fmla="*/ 41 h 93"/>
                <a:gd name="T6" fmla="*/ 82 w 95"/>
                <a:gd name="T7" fmla="*/ 35 h 93"/>
                <a:gd name="T8" fmla="*/ 80 w 95"/>
                <a:gd name="T9" fmla="*/ 30 h 93"/>
                <a:gd name="T10" fmla="*/ 85 w 95"/>
                <a:gd name="T11" fmla="*/ 17 h 93"/>
                <a:gd name="T12" fmla="*/ 77 w 95"/>
                <a:gd name="T13" fmla="*/ 9 h 93"/>
                <a:gd name="T14" fmla="*/ 64 w 95"/>
                <a:gd name="T15" fmla="*/ 15 h 93"/>
                <a:gd name="T16" fmla="*/ 58 w 95"/>
                <a:gd name="T17" fmla="*/ 12 h 93"/>
                <a:gd name="T18" fmla="*/ 53 w 95"/>
                <a:gd name="T19" fmla="*/ 0 h 93"/>
                <a:gd name="T20" fmla="*/ 42 w 95"/>
                <a:gd name="T21" fmla="*/ 0 h 93"/>
                <a:gd name="T22" fmla="*/ 37 w 95"/>
                <a:gd name="T23" fmla="*/ 12 h 93"/>
                <a:gd name="T24" fmla="*/ 31 w 95"/>
                <a:gd name="T25" fmla="*/ 15 h 93"/>
                <a:gd name="T26" fmla="*/ 18 w 95"/>
                <a:gd name="T27" fmla="*/ 10 h 93"/>
                <a:gd name="T28" fmla="*/ 10 w 95"/>
                <a:gd name="T29" fmla="*/ 17 h 93"/>
                <a:gd name="T30" fmla="*/ 15 w 95"/>
                <a:gd name="T31" fmla="*/ 30 h 93"/>
                <a:gd name="T32" fmla="*/ 13 w 95"/>
                <a:gd name="T33" fmla="*/ 36 h 93"/>
                <a:gd name="T34" fmla="*/ 0 w 95"/>
                <a:gd name="T35" fmla="*/ 41 h 93"/>
                <a:gd name="T36" fmla="*/ 0 w 95"/>
                <a:gd name="T37" fmla="*/ 51 h 93"/>
                <a:gd name="T38" fmla="*/ 13 w 95"/>
                <a:gd name="T39" fmla="*/ 57 h 93"/>
                <a:gd name="T40" fmla="*/ 16 w 95"/>
                <a:gd name="T41" fmla="*/ 62 h 93"/>
                <a:gd name="T42" fmla="*/ 10 w 95"/>
                <a:gd name="T43" fmla="*/ 76 h 93"/>
                <a:gd name="T44" fmla="*/ 18 w 95"/>
                <a:gd name="T45" fmla="*/ 83 h 93"/>
                <a:gd name="T46" fmla="*/ 31 w 95"/>
                <a:gd name="T47" fmla="*/ 77 h 93"/>
                <a:gd name="T48" fmla="*/ 37 w 95"/>
                <a:gd name="T49" fmla="*/ 80 h 93"/>
                <a:gd name="T50" fmla="*/ 43 w 95"/>
                <a:gd name="T51" fmla="*/ 93 h 93"/>
                <a:gd name="T52" fmla="*/ 53 w 95"/>
                <a:gd name="T53" fmla="*/ 93 h 93"/>
                <a:gd name="T54" fmla="*/ 58 w 95"/>
                <a:gd name="T55" fmla="*/ 80 h 93"/>
                <a:gd name="T56" fmla="*/ 64 w 95"/>
                <a:gd name="T57" fmla="*/ 77 h 93"/>
                <a:gd name="T58" fmla="*/ 78 w 95"/>
                <a:gd name="T59" fmla="*/ 82 h 93"/>
                <a:gd name="T60" fmla="*/ 85 w 95"/>
                <a:gd name="T61" fmla="*/ 75 h 93"/>
                <a:gd name="T62" fmla="*/ 80 w 95"/>
                <a:gd name="T63" fmla="*/ 62 h 93"/>
                <a:gd name="T64" fmla="*/ 82 w 95"/>
                <a:gd name="T65" fmla="*/ 57 h 93"/>
                <a:gd name="T66" fmla="*/ 48 w 95"/>
                <a:gd name="T67" fmla="*/ 61 h 93"/>
                <a:gd name="T68" fmla="*/ 32 w 95"/>
                <a:gd name="T69" fmla="*/ 46 h 93"/>
                <a:gd name="T70" fmla="*/ 48 w 95"/>
                <a:gd name="T71" fmla="*/ 31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5"/>
                    <a:pt x="82" y="35"/>
                  </a:cubicBezTo>
                  <a:cubicBezTo>
                    <a:pt x="80" y="30"/>
                    <a:pt x="80" y="30"/>
                    <a:pt x="80" y="30"/>
                  </a:cubicBezTo>
                  <a:cubicBezTo>
                    <a:pt x="80" y="30"/>
                    <a:pt x="85" y="17"/>
                    <a:pt x="85" y="17"/>
                  </a:cubicBezTo>
                  <a:cubicBezTo>
                    <a:pt x="77" y="9"/>
                    <a:pt x="77" y="9"/>
                    <a:pt x="77" y="9"/>
                  </a:cubicBezTo>
                  <a:cubicBezTo>
                    <a:pt x="77" y="9"/>
                    <a:pt x="64" y="15"/>
                    <a:pt x="64" y="15"/>
                  </a:cubicBezTo>
                  <a:cubicBezTo>
                    <a:pt x="58" y="12"/>
                    <a:pt x="58" y="12"/>
                    <a:pt x="58" y="12"/>
                  </a:cubicBezTo>
                  <a:cubicBezTo>
                    <a:pt x="58" y="12"/>
                    <a:pt x="53" y="0"/>
                    <a:pt x="53" y="0"/>
                  </a:cubicBezTo>
                  <a:cubicBezTo>
                    <a:pt x="42" y="0"/>
                    <a:pt x="42" y="0"/>
                    <a:pt x="42" y="0"/>
                  </a:cubicBezTo>
                  <a:cubicBezTo>
                    <a:pt x="41" y="0"/>
                    <a:pt x="37" y="12"/>
                    <a:pt x="37" y="12"/>
                  </a:cubicBezTo>
                  <a:cubicBezTo>
                    <a:pt x="31" y="15"/>
                    <a:pt x="31" y="15"/>
                    <a:pt x="31" y="15"/>
                  </a:cubicBezTo>
                  <a:cubicBezTo>
                    <a:pt x="31" y="15"/>
                    <a:pt x="18" y="9"/>
                    <a:pt x="18" y="10"/>
                  </a:cubicBezTo>
                  <a:cubicBezTo>
                    <a:pt x="10" y="17"/>
                    <a:pt x="10" y="17"/>
                    <a:pt x="10" y="17"/>
                  </a:cubicBezTo>
                  <a:cubicBezTo>
                    <a:pt x="10" y="18"/>
                    <a:pt x="15" y="30"/>
                    <a:pt x="15" y="30"/>
                  </a:cubicBezTo>
                  <a:cubicBezTo>
                    <a:pt x="13" y="36"/>
                    <a:pt x="13" y="36"/>
                    <a:pt x="13" y="36"/>
                  </a:cubicBezTo>
                  <a:cubicBezTo>
                    <a:pt x="13" y="36"/>
                    <a:pt x="0" y="41"/>
                    <a:pt x="0" y="41"/>
                  </a:cubicBezTo>
                  <a:cubicBezTo>
                    <a:pt x="0" y="51"/>
                    <a:pt x="0" y="51"/>
                    <a:pt x="0" y="51"/>
                  </a:cubicBezTo>
                  <a:cubicBezTo>
                    <a:pt x="0" y="52"/>
                    <a:pt x="13" y="57"/>
                    <a:pt x="13" y="57"/>
                  </a:cubicBezTo>
                  <a:cubicBezTo>
                    <a:pt x="16" y="62"/>
                    <a:pt x="16" y="62"/>
                    <a:pt x="16" y="62"/>
                  </a:cubicBezTo>
                  <a:cubicBezTo>
                    <a:pt x="16" y="62"/>
                    <a:pt x="10" y="75"/>
                    <a:pt x="10" y="76"/>
                  </a:cubicBezTo>
                  <a:cubicBezTo>
                    <a:pt x="18" y="83"/>
                    <a:pt x="18" y="83"/>
                    <a:pt x="18" y="83"/>
                  </a:cubicBezTo>
                  <a:cubicBezTo>
                    <a:pt x="18" y="83"/>
                    <a:pt x="31" y="77"/>
                    <a:pt x="31" y="77"/>
                  </a:cubicBezTo>
                  <a:cubicBezTo>
                    <a:pt x="37" y="80"/>
                    <a:pt x="37" y="80"/>
                    <a:pt x="37" y="80"/>
                  </a:cubicBezTo>
                  <a:cubicBezTo>
                    <a:pt x="37" y="80"/>
                    <a:pt x="42" y="93"/>
                    <a:pt x="43" y="93"/>
                  </a:cubicBezTo>
                  <a:cubicBezTo>
                    <a:pt x="53" y="93"/>
                    <a:pt x="53" y="93"/>
                    <a:pt x="53" y="93"/>
                  </a:cubicBezTo>
                  <a:cubicBezTo>
                    <a:pt x="54" y="93"/>
                    <a:pt x="58" y="80"/>
                    <a:pt x="58" y="80"/>
                  </a:cubicBezTo>
                  <a:cubicBezTo>
                    <a:pt x="64" y="77"/>
                    <a:pt x="64" y="77"/>
                    <a:pt x="64" y="77"/>
                  </a:cubicBezTo>
                  <a:cubicBezTo>
                    <a:pt x="64" y="77"/>
                    <a:pt x="77" y="83"/>
                    <a:pt x="78" y="82"/>
                  </a:cubicBezTo>
                  <a:cubicBezTo>
                    <a:pt x="85" y="75"/>
                    <a:pt x="85" y="75"/>
                    <a:pt x="85" y="75"/>
                  </a:cubicBezTo>
                  <a:cubicBezTo>
                    <a:pt x="85" y="75"/>
                    <a:pt x="80" y="62"/>
                    <a:pt x="80" y="62"/>
                  </a:cubicBezTo>
                  <a:lnTo>
                    <a:pt x="82" y="57"/>
                  </a:lnTo>
                  <a:close/>
                  <a:moveTo>
                    <a:pt x="48" y="61"/>
                  </a:moveTo>
                  <a:cubicBezTo>
                    <a:pt x="39" y="61"/>
                    <a:pt x="32" y="54"/>
                    <a:pt x="32" y="46"/>
                  </a:cubicBezTo>
                  <a:cubicBezTo>
                    <a:pt x="32" y="38"/>
                    <a:pt x="39" y="31"/>
                    <a:pt x="48" y="31"/>
                  </a:cubicBezTo>
                  <a:cubicBezTo>
                    <a:pt x="56" y="31"/>
                    <a:pt x="63" y="38"/>
                    <a:pt x="63" y="46"/>
                  </a:cubicBezTo>
                  <a:cubicBezTo>
                    <a:pt x="63" y="54"/>
                    <a:pt x="56" y="61"/>
                    <a:pt x="48" y="6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3" name="Group 12"/>
          <p:cNvGrpSpPr/>
          <p:nvPr/>
        </p:nvGrpSpPr>
        <p:grpSpPr>
          <a:xfrm>
            <a:off x="6045200" y="2456536"/>
            <a:ext cx="2082800" cy="1277264"/>
            <a:chOff x="4533900" y="1842401"/>
            <a:chExt cx="1562100" cy="957948"/>
          </a:xfrm>
        </p:grpSpPr>
        <p:sp>
          <p:nvSpPr>
            <p:cNvPr id="11" name="Rectangle 10"/>
            <p:cNvSpPr/>
            <p:nvPr/>
          </p:nvSpPr>
          <p:spPr>
            <a:xfrm>
              <a:off x="4533900" y="1842401"/>
              <a:ext cx="1562100" cy="957948"/>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6" name="Group 35"/>
            <p:cNvGrpSpPr/>
            <p:nvPr/>
          </p:nvGrpSpPr>
          <p:grpSpPr>
            <a:xfrm>
              <a:off x="5091297" y="2093410"/>
              <a:ext cx="364740" cy="455927"/>
              <a:chOff x="6751638" y="2265363"/>
              <a:chExt cx="158750" cy="198438"/>
            </a:xfrm>
            <a:solidFill>
              <a:schemeClr val="bg1"/>
            </a:solidFill>
          </p:grpSpPr>
          <p:sp>
            <p:nvSpPr>
              <p:cNvPr id="37" name="Freeform 18"/>
              <p:cNvSpPr/>
              <p:nvPr/>
            </p:nvSpPr>
            <p:spPr bwMode="auto">
              <a:xfrm>
                <a:off x="6751638" y="2349501"/>
                <a:ext cx="158750" cy="65088"/>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19"/>
              <p:cNvSpPr/>
              <p:nvPr/>
            </p:nvSpPr>
            <p:spPr bwMode="auto">
              <a:xfrm>
                <a:off x="6751638" y="2397126"/>
                <a:ext cx="158750" cy="66675"/>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20"/>
              <p:cNvSpPr/>
              <p:nvPr/>
            </p:nvSpPr>
            <p:spPr bwMode="auto">
              <a:xfrm>
                <a:off x="6751638" y="2300288"/>
                <a:ext cx="158750" cy="65088"/>
              </a:xfrm>
              <a:custGeom>
                <a:avLst/>
                <a:gdLst>
                  <a:gd name="T0" fmla="*/ 96 w 98"/>
                  <a:gd name="T1" fmla="*/ 0 h 40"/>
                  <a:gd name="T2" fmla="*/ 49 w 98"/>
                  <a:gd name="T3" fmla="*/ 15 h 40"/>
                  <a:gd name="T4" fmla="*/ 2 w 98"/>
                  <a:gd name="T5" fmla="*/ 0 h 40"/>
                  <a:gd name="T6" fmla="*/ 0 w 98"/>
                  <a:gd name="T7" fmla="*/ 5 h 40"/>
                  <a:gd name="T8" fmla="*/ 0 w 98"/>
                  <a:gd name="T9" fmla="*/ 19 h 40"/>
                  <a:gd name="T10" fmla="*/ 49 w 98"/>
                  <a:gd name="T11" fmla="*/ 40 h 40"/>
                  <a:gd name="T12" fmla="*/ 98 w 98"/>
                  <a:gd name="T13" fmla="*/ 19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Oval 21"/>
              <p:cNvSpPr>
                <a:spLocks noChangeArrowheads="1"/>
              </p:cNvSpPr>
              <p:nvPr/>
            </p:nvSpPr>
            <p:spPr bwMode="auto">
              <a:xfrm>
                <a:off x="6754813" y="2265363"/>
                <a:ext cx="152400" cy="508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3" name="Group 22"/>
          <p:cNvGrpSpPr/>
          <p:nvPr/>
        </p:nvGrpSpPr>
        <p:grpSpPr>
          <a:xfrm>
            <a:off x="3962400" y="3733801"/>
            <a:ext cx="2082800" cy="1277265"/>
            <a:chOff x="2971800" y="2800350"/>
            <a:chExt cx="1562100" cy="957949"/>
          </a:xfrm>
        </p:grpSpPr>
        <p:sp>
          <p:nvSpPr>
            <p:cNvPr id="10" name="Rectangle 9"/>
            <p:cNvSpPr/>
            <p:nvPr/>
          </p:nvSpPr>
          <p:spPr>
            <a:xfrm>
              <a:off x="2971800" y="2800350"/>
              <a:ext cx="1562100" cy="957949"/>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32"/>
            <p:cNvSpPr/>
            <p:nvPr/>
          </p:nvSpPr>
          <p:spPr bwMode="auto">
            <a:xfrm>
              <a:off x="3549881" y="3094887"/>
              <a:ext cx="461016" cy="407276"/>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 name="Group 8"/>
          <p:cNvGrpSpPr/>
          <p:nvPr/>
        </p:nvGrpSpPr>
        <p:grpSpPr>
          <a:xfrm>
            <a:off x="3962400" y="2456536"/>
            <a:ext cx="2082800" cy="1277265"/>
            <a:chOff x="2971800" y="1842401"/>
            <a:chExt cx="1562100" cy="957949"/>
          </a:xfrm>
        </p:grpSpPr>
        <p:sp>
          <p:nvSpPr>
            <p:cNvPr id="8" name="Rectangle 7"/>
            <p:cNvSpPr/>
            <p:nvPr/>
          </p:nvSpPr>
          <p:spPr>
            <a:xfrm>
              <a:off x="2971800" y="1842401"/>
              <a:ext cx="1562100" cy="957949"/>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2" name="Group 41"/>
            <p:cNvGrpSpPr/>
            <p:nvPr/>
          </p:nvGrpSpPr>
          <p:grpSpPr>
            <a:xfrm>
              <a:off x="3494802" y="2087466"/>
              <a:ext cx="516095" cy="523626"/>
              <a:chOff x="2360613" y="2686051"/>
              <a:chExt cx="217488" cy="220662"/>
            </a:xfrm>
            <a:solidFill>
              <a:schemeClr val="bg1"/>
            </a:solidFill>
          </p:grpSpPr>
          <p:sp>
            <p:nvSpPr>
              <p:cNvPr id="43"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4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47" name="Oval 46"/>
          <p:cNvSpPr/>
          <p:nvPr/>
        </p:nvSpPr>
        <p:spPr>
          <a:xfrm>
            <a:off x="739320" y="5518026"/>
            <a:ext cx="580960" cy="584607"/>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8" name="Oval 47"/>
          <p:cNvSpPr/>
          <p:nvPr/>
        </p:nvSpPr>
        <p:spPr>
          <a:xfrm>
            <a:off x="3538281" y="5518026"/>
            <a:ext cx="580960" cy="584607"/>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9" name="Oval 48"/>
          <p:cNvSpPr/>
          <p:nvPr/>
        </p:nvSpPr>
        <p:spPr>
          <a:xfrm>
            <a:off x="6318921" y="5518026"/>
            <a:ext cx="580960" cy="584607"/>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0" name="Oval 49"/>
          <p:cNvSpPr/>
          <p:nvPr/>
        </p:nvSpPr>
        <p:spPr>
          <a:xfrm>
            <a:off x="9144442" y="5518026"/>
            <a:ext cx="580960" cy="584607"/>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50"/>
          <p:cNvSpPr/>
          <p:nvPr/>
        </p:nvSpPr>
        <p:spPr>
          <a:xfrm>
            <a:off x="1419799"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2" name="Rectangle 51"/>
          <p:cNvSpPr/>
          <p:nvPr/>
        </p:nvSpPr>
        <p:spPr>
          <a:xfrm>
            <a:off x="4234163"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Planning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r>
              <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t>
            </a:r>
          </a:p>
        </p:txBody>
      </p:sp>
      <p:sp>
        <p:nvSpPr>
          <p:cNvPr id="53" name="Rectangle 52"/>
          <p:cNvSpPr/>
          <p:nvPr/>
        </p:nvSpPr>
        <p:spPr>
          <a:xfrm>
            <a:off x="7001755"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Building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54" name="Rectangle 53"/>
          <p:cNvSpPr/>
          <p:nvPr/>
        </p:nvSpPr>
        <p:spPr>
          <a:xfrm>
            <a:off x="9753058" y="5370881"/>
            <a:ext cx="1783775" cy="1015663"/>
          </a:xfrm>
          <a:prstGeom prst="rect">
            <a:avLst/>
          </a:prstGeom>
        </p:spPr>
        <p:txBody>
          <a:bodyPr wrap="square">
            <a:spAutoFit/>
          </a:bodyPr>
          <a:lstStyle/>
          <a:p>
            <a:pPr>
              <a:lnSpc>
                <a:spcPct val="150000"/>
              </a:lnSpc>
            </a:pPr>
            <a:r>
              <a:rPr lang="en-US" sz="1600" b="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Finishing</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amet.</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3319733831"/>
      </p:ext>
    </p:extLst>
  </p:cSld>
  <p:clrMapOvr>
    <a:masterClrMapping/>
  </p:clrMapOvr>
  <p:transition spd="slow">
    <p:push dir="u"/>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1925251" y="412109"/>
            <a:ext cx="7828349" cy="4183579"/>
            <a:chOff x="815256" y="742950"/>
            <a:chExt cx="6726508" cy="3688771"/>
          </a:xfrm>
          <a:solidFill>
            <a:schemeClr val="bg1">
              <a:lumMod val="75000"/>
            </a:schemeClr>
          </a:solidFill>
        </p:grpSpPr>
        <p:sp>
          <p:nvSpPr>
            <p:cNvPr id="6"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6"/>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8">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2">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4"/>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5"/>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6"/>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7"/>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18"/>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6"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25"/>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Freeform 26"/>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2">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2">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2"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32"/>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33"/>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2">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34"/>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35"/>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36"/>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42"/>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43"/>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44"/>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45"/>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46"/>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47"/>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48"/>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49"/>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Freeform 50"/>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51"/>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52"/>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53"/>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Freeform 54"/>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56"/>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57"/>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8">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58"/>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59"/>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60"/>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61"/>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Freeform 62"/>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Freeform 63"/>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65"/>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Freeform 66"/>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68"/>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2">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71"/>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Freeform 74"/>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Freeform 77"/>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Freeform 78"/>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0">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Freeform 80"/>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Freeform 81"/>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82"/>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Freeform 83"/>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Freeform 84"/>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Freeform 85"/>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Freeform 86"/>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Freeform 87"/>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88"/>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Freeform 89"/>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Freeform 90"/>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Freeform 91"/>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Freeform 93"/>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Freeform 98"/>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0" name="Freeform 99"/>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Freeform 100"/>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Freeform 101"/>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Freeform 102"/>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4" name="Freeform 103"/>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5" name="Freeform 104"/>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Freeform 105"/>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6"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Freeform 106"/>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2">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Freeform 108"/>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0" name="Freeform 109"/>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Freeform 110"/>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Freeform 112"/>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4" name="Freeform 113"/>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Freeform 114"/>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0">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6" name="Freeform 115"/>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7" name="Freeform 116"/>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6">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8" name="Freeform 117"/>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9" name="Freeform 118"/>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0" name="Freeform 119"/>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1" name="Freeform 120"/>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2" name="Freeform 121"/>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3"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4" name="Freeform 123"/>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2">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5" name="Freeform 124"/>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6" name="Freeform 125"/>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7" name="Freeform 126"/>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8" name="Freeform 127"/>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9"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0" name="Freeform 129"/>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1" name="Freeform 130"/>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2" name="Freeform 131"/>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3" name="Freeform 132"/>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4" name="Freeform 133"/>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5" name="Freeform 134"/>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6" name="Freeform 135"/>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7" name="Freeform 136"/>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8" name="Freeform 137"/>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9" name="Freeform 138"/>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0" name="Freeform 139"/>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1" name="Freeform 140"/>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2" name="Freeform 141"/>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3" name="Freeform 142"/>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4" name="Freeform 143"/>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5" name="Freeform 144"/>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6" name="Freeform 145"/>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7" name="Freeform 146"/>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8" name="Freeform 147"/>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1"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9" name="Freeform 148"/>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0"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 h="211">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1" name="Freeform 150"/>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2" name="Freeform 151"/>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3"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4" name="Freeform 153"/>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5"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6"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7"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8"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9"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0"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1"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2"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3"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4" name="Rectangle 163"/>
            <p:cNvSpPr>
              <a:spLocks noChangeArrowheads="1"/>
            </p:cNvSpPr>
            <p:nvPr/>
          </p:nvSpPr>
          <p:spPr bwMode="auto">
            <a:xfrm>
              <a:off x="2602388" y="2795127"/>
              <a:ext cx="3860" cy="3860"/>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5" name="Freeform 164"/>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6"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7"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8"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9" name="Freeform 168"/>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0" name="Freeform 169"/>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1" name="Freeform 170"/>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2" name="Freeform 171"/>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3" name="Freeform 172"/>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4" name="Freeform 173"/>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5" name="Freeform 174"/>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2">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6" name="Freeform 175"/>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7" name="Freeform 176"/>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8" name="Freeform 177"/>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2">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9" name="Freeform 178"/>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2">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0" name="Freeform 179"/>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1" name="Freeform 180"/>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2" name="Freeform 181"/>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3" name="Freeform 182"/>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4" name="Freeform 183"/>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5" name="Freeform 184"/>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6">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6" name="Freeform 185"/>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7" name="Freeform 186"/>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8" name="Freeform 187"/>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9" name="Freeform 188"/>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0" name="Rectangle 189"/>
            <p:cNvSpPr>
              <a:spLocks noChangeArrowheads="1"/>
            </p:cNvSpPr>
            <p:nvPr/>
          </p:nvSpPr>
          <p:spPr bwMode="auto">
            <a:xfrm>
              <a:off x="3002529" y="2846591"/>
              <a:ext cx="1287" cy="514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1" name="Freeform 190"/>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2" name="Freeform 191"/>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3" name="Freeform 192"/>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4" name="Freeform 193"/>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5" name="Freeform 194"/>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6" name="Freeform 195"/>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7" name="Rectangle 19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8" name="Rectangle 19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9" name="Rectangle 19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0" name="Rectangle 19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1" name="Rectangle 20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2" name="Rectangle 20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3" name="Rectangle 20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4" name="Rectangle 20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5" name="Rectangle 20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6" name="Rectangle 20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7" name="Rectangle 20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8" name="Rectangle 20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9" name="Rectangle 21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0" name="Rectangle 21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1" name="Rectangle 21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2" name="Rectangle 21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3" name="Rectangle 21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4" name="Rectangle 21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 name="Rectangle 21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6" name="Rectangle 21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7" name="Rectangle 21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8" name="Rectangle 21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9" name="Rectangle 22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0" name="Rectangle 22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1" name="Rectangle 22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2" name="Rectangle 22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3" name="Rectangle 22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4" name="Rectangle 22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5" name="Rectangle 22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6" name="Rectangle 22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7" name="Rectangle 22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8" name="Rectangle 22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9" name="Rectangle 23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0" name="Rectangle 23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1" name="Rectangle 23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2" name="Rectangle 23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3" name="Rectangle 23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4" name="Rectangle 23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 name="Rectangle 23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6" name="Rectangle 23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7" name="Rectangle 23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8" name="Rectangle 23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9" name="Rectangle 24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0" name="Rectangle 24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1" name="Rectangle 24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2" name="Rectangle 24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3" name="Rectangle 24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4" name="Rectangle 24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5" name="Rectangle 24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6" name="Rectangle 24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7" name="Rectangle 24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8" name="Rectangle 24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9" name="Rectangle 25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0" name="Rectangle 25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1" name="Rectangle 25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2" name="Rectangle 25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3" name="Rectangle 25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4" name="Rectangle 25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5" name="Rectangle 25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6" name="Rectangle 25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7" name="Rectangle 25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8" name="Rectangle 25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9" name="Rectangle 26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0" name="Rectangle 26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1"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1586916" y="4643582"/>
            <a:ext cx="937712" cy="943597"/>
            <a:chOff x="1190187" y="3524250"/>
            <a:chExt cx="703284" cy="707698"/>
          </a:xfrm>
        </p:grpSpPr>
        <p:sp>
          <p:nvSpPr>
            <p:cNvPr id="262" name="Oval 261"/>
            <p:cNvSpPr/>
            <p:nvPr/>
          </p:nvSpPr>
          <p:spPr>
            <a:xfrm>
              <a:off x="1190187" y="3524250"/>
              <a:ext cx="703284" cy="707698"/>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63" name="Rectangle 262"/>
            <p:cNvSpPr/>
            <p:nvPr/>
          </p:nvSpPr>
          <p:spPr>
            <a:xfrm>
              <a:off x="1198929" y="3624184"/>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15%</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264" name="Rectangle 263"/>
          <p:cNvSpPr/>
          <p:nvPr/>
        </p:nvSpPr>
        <p:spPr>
          <a:xfrm>
            <a:off x="812800" y="5597562"/>
            <a:ext cx="2485944" cy="892552"/>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New York</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a:t>
            </a:r>
          </a:p>
        </p:txBody>
      </p:sp>
      <p:grpSp>
        <p:nvGrpSpPr>
          <p:cNvPr id="3" name="Group 2"/>
          <p:cNvGrpSpPr/>
          <p:nvPr/>
        </p:nvGrpSpPr>
        <p:grpSpPr>
          <a:xfrm>
            <a:off x="4289013" y="4643582"/>
            <a:ext cx="937712" cy="943597"/>
            <a:chOff x="3216760" y="3524250"/>
            <a:chExt cx="703284" cy="707698"/>
          </a:xfrm>
        </p:grpSpPr>
        <p:sp>
          <p:nvSpPr>
            <p:cNvPr id="265" name="Oval 264"/>
            <p:cNvSpPr/>
            <p:nvPr/>
          </p:nvSpPr>
          <p:spPr>
            <a:xfrm>
              <a:off x="3216760" y="3524250"/>
              <a:ext cx="703284" cy="707698"/>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66" name="Rectangle 265"/>
            <p:cNvSpPr/>
            <p:nvPr/>
          </p:nvSpPr>
          <p:spPr>
            <a:xfrm>
              <a:off x="3225502" y="3624184"/>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20%</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267" name="Rectangle 266"/>
          <p:cNvSpPr/>
          <p:nvPr/>
        </p:nvSpPr>
        <p:spPr>
          <a:xfrm>
            <a:off x="3514897" y="5597562"/>
            <a:ext cx="2485944" cy="892552"/>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London</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a:t>
            </a:r>
          </a:p>
        </p:txBody>
      </p:sp>
      <p:grpSp>
        <p:nvGrpSpPr>
          <p:cNvPr id="4" name="Group 3"/>
          <p:cNvGrpSpPr/>
          <p:nvPr/>
        </p:nvGrpSpPr>
        <p:grpSpPr>
          <a:xfrm>
            <a:off x="6915341" y="4643582"/>
            <a:ext cx="937712" cy="943597"/>
            <a:chOff x="5186506" y="3524250"/>
            <a:chExt cx="703284" cy="707698"/>
          </a:xfrm>
        </p:grpSpPr>
        <p:sp>
          <p:nvSpPr>
            <p:cNvPr id="268" name="Oval 267"/>
            <p:cNvSpPr/>
            <p:nvPr/>
          </p:nvSpPr>
          <p:spPr>
            <a:xfrm>
              <a:off x="5186506" y="3524250"/>
              <a:ext cx="703284" cy="707698"/>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69" name="Rectangle 268"/>
            <p:cNvSpPr/>
            <p:nvPr/>
          </p:nvSpPr>
          <p:spPr>
            <a:xfrm>
              <a:off x="5195248" y="3624184"/>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35%</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270" name="Rectangle 269"/>
          <p:cNvSpPr/>
          <p:nvPr/>
        </p:nvSpPr>
        <p:spPr>
          <a:xfrm>
            <a:off x="6141225" y="5597562"/>
            <a:ext cx="2485944" cy="892552"/>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Mecca</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a:t>
            </a:r>
          </a:p>
        </p:txBody>
      </p:sp>
      <p:grpSp>
        <p:nvGrpSpPr>
          <p:cNvPr id="279" name="Group 278"/>
          <p:cNvGrpSpPr/>
          <p:nvPr/>
        </p:nvGrpSpPr>
        <p:grpSpPr>
          <a:xfrm>
            <a:off x="9559260" y="4643582"/>
            <a:ext cx="937712" cy="943597"/>
            <a:chOff x="7169445" y="3524250"/>
            <a:chExt cx="703284" cy="707698"/>
          </a:xfrm>
        </p:grpSpPr>
        <p:sp>
          <p:nvSpPr>
            <p:cNvPr id="271" name="Oval 270"/>
            <p:cNvSpPr/>
            <p:nvPr/>
          </p:nvSpPr>
          <p:spPr>
            <a:xfrm>
              <a:off x="7169445" y="3524250"/>
              <a:ext cx="703284" cy="707698"/>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72" name="Rectangle 271"/>
            <p:cNvSpPr/>
            <p:nvPr/>
          </p:nvSpPr>
          <p:spPr>
            <a:xfrm>
              <a:off x="7178187" y="3624184"/>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55%</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273" name="Rectangle 272"/>
          <p:cNvSpPr/>
          <p:nvPr/>
        </p:nvSpPr>
        <p:spPr>
          <a:xfrm>
            <a:off x="8785144" y="5597562"/>
            <a:ext cx="2485944" cy="892552"/>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Jakarta</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a:t>
            </a:r>
          </a:p>
        </p:txBody>
      </p:sp>
      <p:sp>
        <p:nvSpPr>
          <p:cNvPr id="274" name="Oval 273"/>
          <p:cNvSpPr/>
          <p:nvPr/>
        </p:nvSpPr>
        <p:spPr>
          <a:xfrm>
            <a:off x="3855354" y="2089481"/>
            <a:ext cx="347457" cy="349639"/>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75" name="Oval 274"/>
          <p:cNvSpPr/>
          <p:nvPr/>
        </p:nvSpPr>
        <p:spPr>
          <a:xfrm>
            <a:off x="5722629" y="1517682"/>
            <a:ext cx="347457" cy="349639"/>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76" name="Oval 275"/>
          <p:cNvSpPr/>
          <p:nvPr/>
        </p:nvSpPr>
        <p:spPr>
          <a:xfrm>
            <a:off x="8459822" y="3164195"/>
            <a:ext cx="347457" cy="349639"/>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77" name="Oval 276"/>
          <p:cNvSpPr/>
          <p:nvPr/>
        </p:nvSpPr>
        <p:spPr>
          <a:xfrm>
            <a:off x="6924125" y="2292681"/>
            <a:ext cx="347457" cy="349639"/>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cxnSp>
        <p:nvCxnSpPr>
          <p:cNvPr id="278" name="Elbow Connector 277"/>
          <p:cNvCxnSpPr>
            <a:stCxn id="262" idx="0"/>
            <a:endCxn id="274" idx="2"/>
          </p:cNvCxnSpPr>
          <p:nvPr/>
        </p:nvCxnSpPr>
        <p:spPr>
          <a:xfrm rot="5400000" flipH="1" flipV="1">
            <a:off x="1765923" y="2554151"/>
            <a:ext cx="2379281" cy="1799582"/>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0" name="Elbow Connector 279"/>
          <p:cNvCxnSpPr>
            <a:stCxn id="265" idx="0"/>
            <a:endCxn id="275" idx="2"/>
          </p:cNvCxnSpPr>
          <p:nvPr/>
        </p:nvCxnSpPr>
        <p:spPr>
          <a:xfrm rot="5400000" flipH="1" flipV="1">
            <a:off x="3764709" y="2685662"/>
            <a:ext cx="2951080" cy="964760"/>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2" name="Elbow Connector 281"/>
          <p:cNvCxnSpPr>
            <a:stCxn id="277" idx="5"/>
            <a:endCxn id="268" idx="0"/>
          </p:cNvCxnSpPr>
          <p:nvPr/>
        </p:nvCxnSpPr>
        <p:spPr>
          <a:xfrm rot="16200000" flipH="1">
            <a:off x="6276215" y="3535599"/>
            <a:ext cx="2052465" cy="163499"/>
          </a:xfrm>
          <a:prstGeom prst="bentConnector3">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4" name="Elbow Connector 283"/>
          <p:cNvCxnSpPr>
            <a:stCxn id="276" idx="6"/>
            <a:endCxn id="271" idx="0"/>
          </p:cNvCxnSpPr>
          <p:nvPr/>
        </p:nvCxnSpPr>
        <p:spPr>
          <a:xfrm>
            <a:off x="8807279" y="3339015"/>
            <a:ext cx="1220837" cy="1304567"/>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96323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0" y="4952999"/>
            <a:ext cx="12192000" cy="1933523"/>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 name="Text Box 7"/>
          <p:cNvSpPr txBox="1">
            <a:spLocks noChangeArrowheads="1"/>
          </p:cNvSpPr>
          <p:nvPr/>
        </p:nvSpPr>
        <p:spPr bwMode="auto">
          <a:xfrm>
            <a:off x="812801" y="495181"/>
            <a:ext cx="3408434"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Project Value</a:t>
            </a:r>
          </a:p>
        </p:txBody>
      </p:sp>
      <p:grpSp>
        <p:nvGrpSpPr>
          <p:cNvPr id="5" name="Group 4"/>
          <p:cNvGrpSpPr/>
          <p:nvPr/>
        </p:nvGrpSpPr>
        <p:grpSpPr>
          <a:xfrm>
            <a:off x="3781055" y="1854199"/>
            <a:ext cx="2325904" cy="4230388"/>
            <a:chOff x="2777030" y="1276350"/>
            <a:chExt cx="1871170" cy="3403312"/>
          </a:xfrm>
        </p:grpSpPr>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777030" y="1276350"/>
              <a:ext cx="1871170" cy="3403312"/>
            </a:xfrm>
            <a:prstGeom prst="rect">
              <a:avLst/>
            </a:prstGeom>
          </p:spPr>
        </p:pic>
        <p:sp>
          <p:nvSpPr>
            <p:cNvPr id="7" name="Rectangle 6"/>
            <p:cNvSpPr/>
            <p:nvPr/>
          </p:nvSpPr>
          <p:spPr>
            <a:xfrm>
              <a:off x="2961703" y="1874759"/>
              <a:ext cx="1501824" cy="2211466"/>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 name="Group 8"/>
          <p:cNvGrpSpPr/>
          <p:nvPr/>
        </p:nvGrpSpPr>
        <p:grpSpPr>
          <a:xfrm>
            <a:off x="6106896" y="1854199"/>
            <a:ext cx="2325904" cy="4230388"/>
            <a:chOff x="2777030" y="1276350"/>
            <a:chExt cx="1871170" cy="3403312"/>
          </a:xfrm>
        </p:grpSpPr>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777030" y="1276350"/>
              <a:ext cx="1871170" cy="3403312"/>
            </a:xfrm>
            <a:prstGeom prst="rect">
              <a:avLst/>
            </a:prstGeom>
          </p:spPr>
        </p:pic>
        <p:sp>
          <p:nvSpPr>
            <p:cNvPr id="11" name="Rectangle 10"/>
            <p:cNvSpPr/>
            <p:nvPr/>
          </p:nvSpPr>
          <p:spPr>
            <a:xfrm>
              <a:off x="2961703" y="1874759"/>
              <a:ext cx="1501824" cy="2211466"/>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3" name="Rectangle 12"/>
          <p:cNvSpPr/>
          <p:nvPr/>
        </p:nvSpPr>
        <p:spPr>
          <a:xfrm>
            <a:off x="787879" y="3180706"/>
            <a:ext cx="2447853" cy="132343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Teamwork</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2" name="Group 1"/>
          <p:cNvGrpSpPr/>
          <p:nvPr/>
        </p:nvGrpSpPr>
        <p:grpSpPr>
          <a:xfrm>
            <a:off x="1305333" y="2122298"/>
            <a:ext cx="1500025" cy="1090084"/>
            <a:chOff x="978999" y="1726807"/>
            <a:chExt cx="1125019" cy="817563"/>
          </a:xfrm>
        </p:grpSpPr>
        <p:sp>
          <p:nvSpPr>
            <p:cNvPr id="12" name="Freeform 5"/>
            <p:cNvSpPr/>
            <p:nvPr/>
          </p:nvSpPr>
          <p:spPr bwMode="auto">
            <a:xfrm>
              <a:off x="978999" y="1726807"/>
              <a:ext cx="1125019" cy="817563"/>
            </a:xfrm>
            <a:custGeom>
              <a:avLst/>
              <a:gdLst>
                <a:gd name="T0" fmla="*/ 1876 w 2279"/>
                <a:gd name="T1" fmla="*/ 818 h 1655"/>
                <a:gd name="T2" fmla="*/ 1075 w 2279"/>
                <a:gd name="T3" fmla="*/ 415 h 1655"/>
                <a:gd name="T4" fmla="*/ 1065 w 2279"/>
                <a:gd name="T5" fmla="*/ 445 h 1655"/>
                <a:gd name="T6" fmla="*/ 1065 w 2279"/>
                <a:gd name="T7" fmla="*/ 450 h 1655"/>
                <a:gd name="T8" fmla="*/ 1065 w 2279"/>
                <a:gd name="T9" fmla="*/ 455 h 1655"/>
                <a:gd name="T10" fmla="*/ 1055 w 2279"/>
                <a:gd name="T11" fmla="*/ 450 h 1655"/>
                <a:gd name="T12" fmla="*/ 369 w 2279"/>
                <a:gd name="T13" fmla="*/ 833 h 1655"/>
                <a:gd name="T14" fmla="*/ 433 w 2279"/>
                <a:gd name="T15" fmla="*/ 1609 h 1655"/>
                <a:gd name="T16" fmla="*/ 513 w 2279"/>
                <a:gd name="T17" fmla="*/ 1619 h 1655"/>
                <a:gd name="T18" fmla="*/ 1836 w 2279"/>
                <a:gd name="T19" fmla="*/ 1609 h 1655"/>
                <a:gd name="T20" fmla="*/ 1876 w 2279"/>
                <a:gd name="T21" fmla="*/ 818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9" h="1655">
                  <a:moveTo>
                    <a:pt x="1876" y="818"/>
                  </a:moveTo>
                  <a:cubicBezTo>
                    <a:pt x="1973" y="282"/>
                    <a:pt x="1253" y="0"/>
                    <a:pt x="1075" y="415"/>
                  </a:cubicBezTo>
                  <a:cubicBezTo>
                    <a:pt x="1065" y="445"/>
                    <a:pt x="1065" y="445"/>
                    <a:pt x="1065" y="445"/>
                  </a:cubicBezTo>
                  <a:cubicBezTo>
                    <a:pt x="1065" y="450"/>
                    <a:pt x="1065" y="450"/>
                    <a:pt x="1065" y="450"/>
                  </a:cubicBezTo>
                  <a:cubicBezTo>
                    <a:pt x="1065" y="455"/>
                    <a:pt x="1065" y="455"/>
                    <a:pt x="1065" y="455"/>
                  </a:cubicBezTo>
                  <a:cubicBezTo>
                    <a:pt x="1055" y="450"/>
                    <a:pt x="1055" y="450"/>
                    <a:pt x="1055" y="450"/>
                  </a:cubicBezTo>
                  <a:cubicBezTo>
                    <a:pt x="865" y="197"/>
                    <a:pt x="312" y="326"/>
                    <a:pt x="369" y="833"/>
                  </a:cubicBezTo>
                  <a:cubicBezTo>
                    <a:pt x="0" y="1017"/>
                    <a:pt x="21" y="1480"/>
                    <a:pt x="433" y="1609"/>
                  </a:cubicBezTo>
                  <a:cubicBezTo>
                    <a:pt x="513" y="1619"/>
                    <a:pt x="513" y="1619"/>
                    <a:pt x="513" y="1619"/>
                  </a:cubicBezTo>
                  <a:cubicBezTo>
                    <a:pt x="891" y="1619"/>
                    <a:pt x="1471" y="1655"/>
                    <a:pt x="1836" y="1609"/>
                  </a:cubicBezTo>
                  <a:cubicBezTo>
                    <a:pt x="2251" y="1480"/>
                    <a:pt x="2279" y="986"/>
                    <a:pt x="1876" y="818"/>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3"/>
            <p:cNvSpPr/>
            <p:nvPr/>
          </p:nvSpPr>
          <p:spPr>
            <a:xfrm>
              <a:off x="1198607" y="1955762"/>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80%</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18" name="Left Brace 17"/>
          <p:cNvSpPr/>
          <p:nvPr/>
        </p:nvSpPr>
        <p:spPr>
          <a:xfrm>
            <a:off x="3454400" y="2006601"/>
            <a:ext cx="203200" cy="2698775"/>
          </a:xfrm>
          <a:prstGeom prst="leftBrac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Rectangle 20"/>
          <p:cNvSpPr/>
          <p:nvPr/>
        </p:nvSpPr>
        <p:spPr>
          <a:xfrm>
            <a:off x="8737600" y="3180706"/>
            <a:ext cx="2447853" cy="132343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Management </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15" name="Group 14"/>
          <p:cNvGrpSpPr/>
          <p:nvPr/>
        </p:nvGrpSpPr>
        <p:grpSpPr>
          <a:xfrm>
            <a:off x="9255054" y="2122298"/>
            <a:ext cx="1500025" cy="1090084"/>
            <a:chOff x="6941290" y="1726807"/>
            <a:chExt cx="1125019" cy="817563"/>
          </a:xfrm>
        </p:grpSpPr>
        <p:sp>
          <p:nvSpPr>
            <p:cNvPr id="20" name="Freeform 5"/>
            <p:cNvSpPr/>
            <p:nvPr/>
          </p:nvSpPr>
          <p:spPr bwMode="auto">
            <a:xfrm>
              <a:off x="6941290" y="1726807"/>
              <a:ext cx="1125019" cy="817563"/>
            </a:xfrm>
            <a:custGeom>
              <a:avLst/>
              <a:gdLst>
                <a:gd name="T0" fmla="*/ 1876 w 2279"/>
                <a:gd name="T1" fmla="*/ 818 h 1655"/>
                <a:gd name="T2" fmla="*/ 1075 w 2279"/>
                <a:gd name="T3" fmla="*/ 415 h 1655"/>
                <a:gd name="T4" fmla="*/ 1065 w 2279"/>
                <a:gd name="T5" fmla="*/ 445 h 1655"/>
                <a:gd name="T6" fmla="*/ 1065 w 2279"/>
                <a:gd name="T7" fmla="*/ 450 h 1655"/>
                <a:gd name="T8" fmla="*/ 1065 w 2279"/>
                <a:gd name="T9" fmla="*/ 455 h 1655"/>
                <a:gd name="T10" fmla="*/ 1055 w 2279"/>
                <a:gd name="T11" fmla="*/ 450 h 1655"/>
                <a:gd name="T12" fmla="*/ 369 w 2279"/>
                <a:gd name="T13" fmla="*/ 833 h 1655"/>
                <a:gd name="T14" fmla="*/ 433 w 2279"/>
                <a:gd name="T15" fmla="*/ 1609 h 1655"/>
                <a:gd name="T16" fmla="*/ 513 w 2279"/>
                <a:gd name="T17" fmla="*/ 1619 h 1655"/>
                <a:gd name="T18" fmla="*/ 1836 w 2279"/>
                <a:gd name="T19" fmla="*/ 1609 h 1655"/>
                <a:gd name="T20" fmla="*/ 1876 w 2279"/>
                <a:gd name="T21" fmla="*/ 818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9" h="1655">
                  <a:moveTo>
                    <a:pt x="1876" y="818"/>
                  </a:moveTo>
                  <a:cubicBezTo>
                    <a:pt x="1973" y="282"/>
                    <a:pt x="1253" y="0"/>
                    <a:pt x="1075" y="415"/>
                  </a:cubicBezTo>
                  <a:cubicBezTo>
                    <a:pt x="1065" y="445"/>
                    <a:pt x="1065" y="445"/>
                    <a:pt x="1065" y="445"/>
                  </a:cubicBezTo>
                  <a:cubicBezTo>
                    <a:pt x="1065" y="450"/>
                    <a:pt x="1065" y="450"/>
                    <a:pt x="1065" y="450"/>
                  </a:cubicBezTo>
                  <a:cubicBezTo>
                    <a:pt x="1065" y="455"/>
                    <a:pt x="1065" y="455"/>
                    <a:pt x="1065" y="455"/>
                  </a:cubicBezTo>
                  <a:cubicBezTo>
                    <a:pt x="1055" y="450"/>
                    <a:pt x="1055" y="450"/>
                    <a:pt x="1055" y="450"/>
                  </a:cubicBezTo>
                  <a:cubicBezTo>
                    <a:pt x="865" y="197"/>
                    <a:pt x="312" y="326"/>
                    <a:pt x="369" y="833"/>
                  </a:cubicBezTo>
                  <a:cubicBezTo>
                    <a:pt x="0" y="1017"/>
                    <a:pt x="21" y="1480"/>
                    <a:pt x="433" y="1609"/>
                  </a:cubicBezTo>
                  <a:cubicBezTo>
                    <a:pt x="513" y="1619"/>
                    <a:pt x="513" y="1619"/>
                    <a:pt x="513" y="1619"/>
                  </a:cubicBezTo>
                  <a:cubicBezTo>
                    <a:pt x="891" y="1619"/>
                    <a:pt x="1471" y="1655"/>
                    <a:pt x="1836" y="1609"/>
                  </a:cubicBezTo>
                  <a:cubicBezTo>
                    <a:pt x="2251" y="1480"/>
                    <a:pt x="2279" y="986"/>
                    <a:pt x="1876" y="818"/>
                  </a:cubicBez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Rectangle 21"/>
            <p:cNvSpPr/>
            <p:nvPr/>
          </p:nvSpPr>
          <p:spPr>
            <a:xfrm>
              <a:off x="7160898" y="1955762"/>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35%</a:t>
              </a:r>
              <a:endParaRPr lang="en-US" sz="1333">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23" name="Left Brace 22"/>
          <p:cNvSpPr/>
          <p:nvPr/>
        </p:nvSpPr>
        <p:spPr>
          <a:xfrm flipH="1">
            <a:off x="8432800" y="1974923"/>
            <a:ext cx="193747" cy="2698775"/>
          </a:xfrm>
          <a:prstGeom prst="leftBrac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6" name="Text Box 7"/>
          <p:cNvSpPr txBox="1">
            <a:spLocks noChangeArrowheads="1"/>
          </p:cNvSpPr>
          <p:nvPr/>
        </p:nvSpPr>
        <p:spPr bwMode="auto">
          <a:xfrm>
            <a:off x="8692082" y="5437448"/>
            <a:ext cx="3017913" cy="964623"/>
          </a:xfrm>
          <a:prstGeom prst="rect">
            <a:avLst/>
          </a:prstGeom>
          <a:noFill/>
          <a:ln w="9525">
            <a:noFill/>
            <a:miter lim="800000"/>
          </a:ln>
        </p:spPr>
        <p:txBody>
          <a:bodyPr wrap="square" lIns="60960" tIns="30480" rIns="60960" bIns="30480" anchor="ctr">
            <a:spAutoFit/>
          </a:bodyPr>
          <a:lstStyle/>
          <a:p>
            <a:pPr defTabSz="1450940"/>
            <a:r>
              <a:rPr lang="en-US" sz="1467" i="1"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a:t>
            </a:r>
            <a:r>
              <a:rPr lang="en-US" sz="1467" i="1"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euismod commodo nisl, vel luctus lorem.</a:t>
            </a:r>
            <a:endParaRPr lang="en-US" sz="1467" i="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7" name="Text Box 7"/>
          <p:cNvSpPr txBox="1">
            <a:spLocks noChangeArrowheads="1"/>
          </p:cNvSpPr>
          <p:nvPr/>
        </p:nvSpPr>
        <p:spPr bwMode="auto">
          <a:xfrm>
            <a:off x="482141" y="5389396"/>
            <a:ext cx="3017913" cy="964623"/>
          </a:xfrm>
          <a:prstGeom prst="rect">
            <a:avLst/>
          </a:prstGeom>
          <a:noFill/>
          <a:ln w="9525">
            <a:noFill/>
            <a:miter lim="800000"/>
          </a:ln>
        </p:spPr>
        <p:txBody>
          <a:bodyPr wrap="square" lIns="60960" tIns="30480" rIns="60960" bIns="30480" anchor="ctr">
            <a:spAutoFit/>
          </a:bodyPr>
          <a:lstStyle/>
          <a:p>
            <a:pPr algn="r" defTabSz="1450940"/>
            <a:r>
              <a:rPr lang="en-US" sz="1467" i="1"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a:t>
            </a:r>
            <a:r>
              <a:rPr lang="en-US" sz="1467" i="1"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euismod commodo nisl, vel luctus lorem.</a:t>
            </a:r>
            <a:endParaRPr lang="en-US" sz="1467" i="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688510705"/>
      </p:ext>
    </p:extLst>
  </p:cSld>
  <p:clrMapOvr>
    <a:masterClrMapping/>
  </p:clrMapOvr>
  <p:transition spd="slow">
    <p:push dir="u"/>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090800"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Over The World</a:t>
            </a:r>
          </a:p>
        </p:txBody>
      </p:sp>
      <p:grpSp>
        <p:nvGrpSpPr>
          <p:cNvPr id="5" name="Group 4"/>
          <p:cNvGrpSpPr/>
          <p:nvPr/>
        </p:nvGrpSpPr>
        <p:grpSpPr>
          <a:xfrm>
            <a:off x="508001" y="2117421"/>
            <a:ext cx="7016995" cy="3749979"/>
            <a:chOff x="815256" y="742950"/>
            <a:chExt cx="6726508" cy="3688771"/>
          </a:xfrm>
          <a:solidFill>
            <a:schemeClr val="bg1">
              <a:lumMod val="85000"/>
            </a:schemeClr>
          </a:solidFill>
        </p:grpSpPr>
        <p:sp>
          <p:nvSpPr>
            <p:cNvPr id="6"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6"/>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8">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2">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4"/>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5"/>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6"/>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7"/>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18"/>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6"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25"/>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Freeform 26"/>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2">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2">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2"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32"/>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33"/>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2">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34"/>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35"/>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36"/>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42"/>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43"/>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44"/>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45"/>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46"/>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47"/>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48"/>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49"/>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Freeform 50"/>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51"/>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52"/>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53"/>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Freeform 54"/>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56"/>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57"/>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8">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58"/>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59"/>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60"/>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61"/>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Freeform 62"/>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Freeform 63"/>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65"/>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Freeform 66"/>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68"/>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2">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71"/>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Freeform 74"/>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Freeform 77"/>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Freeform 78"/>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0">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Freeform 80"/>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Freeform 81"/>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82"/>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Freeform 83"/>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Freeform 84"/>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Freeform 85"/>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Freeform 86"/>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Freeform 87"/>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88"/>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Freeform 89"/>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Freeform 90"/>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Freeform 91"/>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Freeform 93"/>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Freeform 98"/>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0" name="Freeform 99"/>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Freeform 100"/>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Freeform 101"/>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Freeform 102"/>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4" name="Freeform 103"/>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5" name="Freeform 104"/>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Freeform 105"/>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6"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Freeform 106"/>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2">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Freeform 108"/>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0" name="Freeform 109"/>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Freeform 110"/>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Freeform 112"/>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4" name="Freeform 113"/>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Freeform 114"/>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0">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6" name="Freeform 115"/>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7" name="Freeform 116"/>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6">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8" name="Freeform 117"/>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9" name="Freeform 118"/>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0" name="Freeform 119"/>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1" name="Freeform 120"/>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2" name="Freeform 121"/>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3"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4" name="Freeform 123"/>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2">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5" name="Freeform 124"/>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6" name="Freeform 125"/>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7" name="Freeform 126"/>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8" name="Freeform 127"/>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9"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0" name="Freeform 129"/>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1" name="Freeform 130"/>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2" name="Freeform 131"/>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3" name="Freeform 132"/>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4" name="Freeform 133"/>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5" name="Freeform 134"/>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6" name="Freeform 135"/>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7" name="Freeform 136"/>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8" name="Freeform 137"/>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9" name="Freeform 138"/>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0" name="Freeform 139"/>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1" name="Freeform 140"/>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2" name="Freeform 141"/>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3" name="Freeform 142"/>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4" name="Freeform 143"/>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5" name="Freeform 144"/>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6" name="Freeform 145"/>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7" name="Freeform 146"/>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8" name="Freeform 147"/>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1"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9" name="Freeform 148"/>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0"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 h="211">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1" name="Freeform 150"/>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2" name="Freeform 151"/>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3"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4" name="Freeform 153"/>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5"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6"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7"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8"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9"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0"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1"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2"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3"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4" name="Rectangle 163"/>
            <p:cNvSpPr>
              <a:spLocks noChangeArrowheads="1"/>
            </p:cNvSpPr>
            <p:nvPr/>
          </p:nvSpPr>
          <p:spPr bwMode="auto">
            <a:xfrm>
              <a:off x="2602388" y="2795127"/>
              <a:ext cx="3860" cy="3860"/>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5" name="Freeform 164"/>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6"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7"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8"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9" name="Freeform 168"/>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0" name="Freeform 169"/>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1" name="Freeform 170"/>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2" name="Freeform 171"/>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3" name="Freeform 172"/>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4" name="Freeform 173"/>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5" name="Freeform 174"/>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2">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6" name="Freeform 175"/>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7" name="Freeform 176"/>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8" name="Freeform 177"/>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2">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9" name="Freeform 178"/>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2">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0" name="Freeform 179"/>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1" name="Freeform 180"/>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2" name="Freeform 181"/>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3" name="Freeform 182"/>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4" name="Freeform 183"/>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5" name="Freeform 184"/>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6">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6" name="Freeform 185"/>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7" name="Freeform 186"/>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8" name="Freeform 187"/>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9" name="Freeform 188"/>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0" name="Rectangle 189"/>
            <p:cNvSpPr>
              <a:spLocks noChangeArrowheads="1"/>
            </p:cNvSpPr>
            <p:nvPr/>
          </p:nvSpPr>
          <p:spPr bwMode="auto">
            <a:xfrm>
              <a:off x="3002529" y="2846591"/>
              <a:ext cx="1287" cy="514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1" name="Freeform 190"/>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2" name="Freeform 191"/>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3" name="Freeform 192"/>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4" name="Freeform 193"/>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5" name="Freeform 194"/>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6" name="Freeform 195"/>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7" name="Rectangle 19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8" name="Rectangle 19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9" name="Rectangle 19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0" name="Rectangle 19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1" name="Rectangle 20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2" name="Rectangle 20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3" name="Rectangle 20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4" name="Rectangle 20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5" name="Rectangle 20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6" name="Rectangle 20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7" name="Rectangle 20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8" name="Rectangle 20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9" name="Rectangle 21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0" name="Rectangle 21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1" name="Rectangle 21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2" name="Rectangle 21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3" name="Rectangle 21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4" name="Rectangle 21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 name="Rectangle 21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6" name="Rectangle 21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7" name="Rectangle 21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8" name="Rectangle 21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9" name="Rectangle 22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0" name="Rectangle 22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1" name="Rectangle 22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2" name="Rectangle 22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3" name="Rectangle 22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4" name="Rectangle 22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5" name="Rectangle 22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6" name="Rectangle 22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7" name="Rectangle 22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8" name="Rectangle 22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9" name="Rectangle 23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0" name="Rectangle 23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1" name="Rectangle 23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2" name="Rectangle 23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3" name="Rectangle 23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4" name="Rectangle 23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 name="Rectangle 23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6" name="Rectangle 23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7" name="Rectangle 23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8" name="Rectangle 23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9" name="Rectangle 24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0" name="Rectangle 24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1" name="Rectangle 24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2" name="Rectangle 24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3" name="Rectangle 24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4" name="Rectangle 24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5" name="Rectangle 24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6" name="Rectangle 24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7" name="Rectangle 24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8" name="Rectangle 24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9" name="Rectangle 25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0" name="Rectangle 25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1" name="Rectangle 252"/>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2" name="Rectangle 253"/>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3" name="Rectangle 254"/>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4" name="Rectangle 255"/>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5" name="Rectangle 256"/>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6" name="Rectangle 257"/>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7" name="Rectangle 258"/>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8" name="Rectangle 259"/>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9" name="Rectangle 260"/>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0" name="Rectangle 261"/>
            <p:cNvSpPr>
              <a:spLocks noChangeArrowheads="1"/>
            </p:cNvSpPr>
            <p:nvPr/>
          </p:nvSpPr>
          <p:spPr bwMode="auto">
            <a:xfrm>
              <a:off x="6127755" y="1553527"/>
              <a:ext cx="1287" cy="1287"/>
            </a:xfrm>
            <a:prstGeom prst="rect">
              <a:avLst/>
            </a:pr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1"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268" name="Text Box 7"/>
          <p:cNvSpPr txBox="1">
            <a:spLocks noChangeArrowheads="1"/>
          </p:cNvSpPr>
          <p:nvPr/>
        </p:nvSpPr>
        <p:spPr bwMode="auto">
          <a:xfrm>
            <a:off x="4866110" y="5415597"/>
            <a:ext cx="1187841" cy="492443"/>
          </a:xfrm>
          <a:prstGeom prst="rect">
            <a:avLst/>
          </a:prstGeom>
          <a:solidFill>
            <a:srgbClr val="46C1A4"/>
          </a:solidFill>
          <a:ln w="9525">
            <a:noFill/>
            <a:miter lim="800000"/>
          </a:ln>
        </p:spPr>
        <p:txBody>
          <a:bodyPr wrap="square" lIns="60960" tIns="30480" rIns="60960" bIns="30480" anchor="ctr">
            <a:spAutoFit/>
          </a:bodyPr>
          <a:lstStyle/>
          <a:p>
            <a:pPr algn="r" defTabSz="1450940"/>
            <a:r>
              <a:rPr lang="en-US" sz="1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TANGERANG</a:t>
            </a:r>
          </a:p>
        </p:txBody>
      </p:sp>
      <p:sp>
        <p:nvSpPr>
          <p:cNvPr id="269" name="Oval 268"/>
          <p:cNvSpPr/>
          <p:nvPr/>
        </p:nvSpPr>
        <p:spPr>
          <a:xfrm>
            <a:off x="6417013" y="4651208"/>
            <a:ext cx="148881" cy="148881"/>
          </a:xfrm>
          <a:prstGeom prst="ellipse">
            <a:avLst/>
          </a:prstGeom>
          <a:noFill/>
          <a:ln w="57150">
            <a:solidFill>
              <a:srgbClr val="46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21504" name="Elbow Connector 21503"/>
          <p:cNvCxnSpPr>
            <a:stCxn id="268" idx="3"/>
            <a:endCxn id="269" idx="4"/>
          </p:cNvCxnSpPr>
          <p:nvPr/>
        </p:nvCxnSpPr>
        <p:spPr>
          <a:xfrm flipV="1">
            <a:off x="6053951" y="4800089"/>
            <a:ext cx="437503" cy="861730"/>
          </a:xfrm>
          <a:prstGeom prst="bentConnector2">
            <a:avLst/>
          </a:prstGeom>
          <a:ln>
            <a:solidFill>
              <a:srgbClr val="46C1A4"/>
            </a:solidFill>
          </a:ln>
        </p:spPr>
        <p:style>
          <a:lnRef idx="1">
            <a:schemeClr val="accent1"/>
          </a:lnRef>
          <a:fillRef idx="0">
            <a:schemeClr val="accent1"/>
          </a:fillRef>
          <a:effectRef idx="0">
            <a:schemeClr val="accent1"/>
          </a:effectRef>
          <a:fontRef idx="minor">
            <a:schemeClr val="tx1"/>
          </a:fontRef>
        </p:style>
      </p:cxnSp>
      <p:sp>
        <p:nvSpPr>
          <p:cNvPr id="270"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71" name="Rectangle 270"/>
          <p:cNvSpPr/>
          <p:nvPr/>
        </p:nvSpPr>
        <p:spPr>
          <a:xfrm>
            <a:off x="8757688" y="1742609"/>
            <a:ext cx="3164268" cy="1369606"/>
          </a:xfrm>
          <a:prstGeom prst="rect">
            <a:avLst/>
          </a:prstGeom>
        </p:spPr>
        <p:txBody>
          <a:bodyPr wrap="square">
            <a:spAutoFit/>
          </a:bodyPr>
          <a:lstStyle/>
          <a:p>
            <a:r>
              <a:rPr lang="en-US" sz="3200" smtClean="0">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75%</a:t>
            </a:r>
          </a:p>
          <a:p>
            <a:pPr>
              <a:lnSpc>
                <a:spcPct val="150000"/>
              </a:lnSpc>
            </a:pPr>
            <a:r>
              <a:rPr lang="en-US" b="1" smtClean="0">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Perform</a:t>
            </a:r>
            <a:endParaRPr lang="en-US" sz="1600" b="1">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74" name="Rectangle 273"/>
          <p:cNvSpPr/>
          <p:nvPr/>
        </p:nvSpPr>
        <p:spPr>
          <a:xfrm>
            <a:off x="8757688" y="3345372"/>
            <a:ext cx="3164268" cy="1246495"/>
          </a:xfrm>
          <a:prstGeom prst="rect">
            <a:avLst/>
          </a:prstGeom>
        </p:spPr>
        <p:txBody>
          <a:bodyPr wrap="square">
            <a:spAutoFit/>
          </a:bodyPr>
          <a:lstStyle/>
          <a:p>
            <a:r>
              <a:rPr lang="en-US" sz="2400" smtClean="0">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34,900</a:t>
            </a:r>
          </a:p>
          <a:p>
            <a:pPr>
              <a:lnSpc>
                <a:spcPct val="150000"/>
              </a:lnSpc>
            </a:pPr>
            <a:r>
              <a:rPr lang="en-US" b="1" smtClean="0">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Market</a:t>
            </a:r>
            <a:endParaRPr lang="en-US" sz="1600" b="1">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76" name="Rectangle 275"/>
          <p:cNvSpPr/>
          <p:nvPr/>
        </p:nvSpPr>
        <p:spPr>
          <a:xfrm>
            <a:off x="8757688" y="4803442"/>
            <a:ext cx="3164268" cy="1369606"/>
          </a:xfrm>
          <a:prstGeom prst="rect">
            <a:avLst/>
          </a:prstGeom>
        </p:spPr>
        <p:txBody>
          <a:bodyPr wrap="square">
            <a:spAutoFit/>
          </a:bodyPr>
          <a:lstStyle/>
          <a:p>
            <a:r>
              <a:rPr lang="en-US" sz="3200" smtClean="0">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35%</a:t>
            </a:r>
          </a:p>
          <a:p>
            <a:pPr>
              <a:lnSpc>
                <a:spcPct val="150000"/>
              </a:lnSpc>
            </a:pPr>
            <a:r>
              <a:rPr lang="en-US" b="1" smtClean="0">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Level </a:t>
            </a:r>
            <a:endParaRPr lang="en-US" sz="1600" b="1">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cxnSp>
        <p:nvCxnSpPr>
          <p:cNvPr id="21506" name="Elbow Connector 21505"/>
          <p:cNvCxnSpPr>
            <a:stCxn id="269" idx="6"/>
            <a:endCxn id="271" idx="1"/>
          </p:cNvCxnSpPr>
          <p:nvPr/>
        </p:nvCxnSpPr>
        <p:spPr>
          <a:xfrm flipV="1">
            <a:off x="6565894" y="2427412"/>
            <a:ext cx="2191794" cy="2298237"/>
          </a:xfrm>
          <a:prstGeom prst="bentConnector3">
            <a:avLst/>
          </a:prstGeom>
          <a:ln>
            <a:solidFill>
              <a:srgbClr val="15A185"/>
            </a:solidFill>
            <a:tailEnd type="triangle"/>
          </a:ln>
        </p:spPr>
        <p:style>
          <a:lnRef idx="1">
            <a:schemeClr val="accent1"/>
          </a:lnRef>
          <a:fillRef idx="0">
            <a:schemeClr val="accent1"/>
          </a:fillRef>
          <a:effectRef idx="0">
            <a:schemeClr val="accent1"/>
          </a:effectRef>
          <a:fontRef idx="minor">
            <a:schemeClr val="tx1"/>
          </a:fontRef>
        </p:style>
      </p:cxnSp>
      <p:cxnSp>
        <p:nvCxnSpPr>
          <p:cNvPr id="21508" name="Elbow Connector 21507"/>
          <p:cNvCxnSpPr>
            <a:stCxn id="269" idx="6"/>
            <a:endCxn id="274" idx="1"/>
          </p:cNvCxnSpPr>
          <p:nvPr/>
        </p:nvCxnSpPr>
        <p:spPr>
          <a:xfrm flipV="1">
            <a:off x="6565894" y="3968620"/>
            <a:ext cx="2191794" cy="757029"/>
          </a:xfrm>
          <a:prstGeom prst="bentConnector3">
            <a:avLst>
              <a:gd name="adj1" fmla="val 65825"/>
            </a:avLst>
          </a:prstGeom>
          <a:ln>
            <a:solidFill>
              <a:srgbClr val="15A185"/>
            </a:solidFill>
            <a:tailEnd type="triangle"/>
          </a:ln>
        </p:spPr>
        <p:style>
          <a:lnRef idx="1">
            <a:schemeClr val="accent1"/>
          </a:lnRef>
          <a:fillRef idx="0">
            <a:schemeClr val="accent1"/>
          </a:fillRef>
          <a:effectRef idx="0">
            <a:schemeClr val="accent1"/>
          </a:effectRef>
          <a:fontRef idx="minor">
            <a:schemeClr val="tx1"/>
          </a:fontRef>
        </p:style>
      </p:cxnSp>
      <p:cxnSp>
        <p:nvCxnSpPr>
          <p:cNvPr id="21511" name="Elbow Connector 21510"/>
          <p:cNvCxnSpPr>
            <a:stCxn id="269" idx="6"/>
            <a:endCxn id="276" idx="1"/>
          </p:cNvCxnSpPr>
          <p:nvPr/>
        </p:nvCxnSpPr>
        <p:spPr>
          <a:xfrm>
            <a:off x="6565894" y="4725649"/>
            <a:ext cx="2191794" cy="762596"/>
          </a:xfrm>
          <a:prstGeom prst="bentConnector3">
            <a:avLst>
              <a:gd name="adj1" fmla="val 32737"/>
            </a:avLst>
          </a:prstGeom>
          <a:ln>
            <a:solidFill>
              <a:srgbClr val="15A185"/>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171729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786823"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Financial Resume</a:t>
            </a:r>
          </a:p>
        </p:txBody>
      </p:sp>
      <p:graphicFrame>
        <p:nvGraphicFramePr>
          <p:cNvPr id="2" name="Chart 1"/>
          <p:cNvGraphicFramePr/>
          <p:nvPr>
            <p:extLst>
              <p:ext uri="{D42A27DB-BD31-4B8C-83A1-F6EECF244321}">
                <p14:modId xmlns:p14="http://schemas.microsoft.com/office/powerpoint/2010/main" val="2400365257"/>
              </p:ext>
            </p:extLst>
          </p:nvPr>
        </p:nvGraphicFramePr>
        <p:xfrm>
          <a:off x="812800" y="1600200"/>
          <a:ext cx="10464800" cy="3728545"/>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7"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8" name="Group 7"/>
          <p:cNvGrpSpPr/>
          <p:nvPr/>
        </p:nvGrpSpPr>
        <p:grpSpPr>
          <a:xfrm>
            <a:off x="745927" y="5735914"/>
            <a:ext cx="10661949" cy="140901"/>
            <a:chOff x="745927" y="5494178"/>
            <a:chExt cx="10661949" cy="140901"/>
          </a:xfrm>
        </p:grpSpPr>
        <p:cxnSp>
          <p:nvCxnSpPr>
            <p:cNvPr id="9" name="Straight Connector 8"/>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4430272" y="5494178"/>
              <a:ext cx="3293258" cy="140901"/>
              <a:chOff x="3978245" y="5494178"/>
              <a:chExt cx="3293258" cy="140901"/>
            </a:xfrm>
          </p:grpSpPr>
          <p:sp>
            <p:nvSpPr>
              <p:cNvPr id="11" name="Rectangle 10"/>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2" name="Rectangle 11"/>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12"/>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3"/>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109887365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226798"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Magneto Project</a:t>
            </a:r>
          </a:p>
        </p:txBody>
      </p:sp>
      <p:cxnSp>
        <p:nvCxnSpPr>
          <p:cNvPr id="11" name="Straight Arrow Connector 10"/>
          <p:cNvCxnSpPr/>
          <p:nvPr/>
        </p:nvCxnSpPr>
        <p:spPr>
          <a:xfrm>
            <a:off x="0" y="3047123"/>
            <a:ext cx="11176000" cy="0"/>
          </a:xfrm>
          <a:prstGeom prst="straightConnector1">
            <a:avLst/>
          </a:prstGeom>
          <a:ln w="76200">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318916" y="1701800"/>
            <a:ext cx="1930400"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Long term</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a:t>
            </a:r>
          </a:p>
        </p:txBody>
      </p:sp>
      <p:sp>
        <p:nvSpPr>
          <p:cNvPr id="24" name="Rectangle 23"/>
          <p:cNvSpPr/>
          <p:nvPr/>
        </p:nvSpPr>
        <p:spPr>
          <a:xfrm>
            <a:off x="3586808" y="1701800"/>
            <a:ext cx="1930400"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Composure </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a:t>
            </a:r>
          </a:p>
        </p:txBody>
      </p:sp>
      <p:sp>
        <p:nvSpPr>
          <p:cNvPr id="26" name="Rectangle 25"/>
          <p:cNvSpPr/>
          <p:nvPr/>
        </p:nvSpPr>
        <p:spPr>
          <a:xfrm>
            <a:off x="5860108" y="1701800"/>
            <a:ext cx="1930400"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Agility </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a:t>
            </a:r>
          </a:p>
        </p:txBody>
      </p:sp>
      <p:sp>
        <p:nvSpPr>
          <p:cNvPr id="27" name="Rectangle 26"/>
          <p:cNvSpPr/>
          <p:nvPr/>
        </p:nvSpPr>
        <p:spPr>
          <a:xfrm>
            <a:off x="8128000" y="1701800"/>
            <a:ext cx="1930400"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Prom</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a:t>
            </a:r>
          </a:p>
        </p:txBody>
      </p:sp>
      <p:cxnSp>
        <p:nvCxnSpPr>
          <p:cNvPr id="15" name="Straight Connector 14"/>
          <p:cNvCxnSpPr>
            <a:stCxn id="83" idx="5"/>
          </p:cNvCxnSpPr>
          <p:nvPr/>
        </p:nvCxnSpPr>
        <p:spPr>
          <a:xfrm flipH="1" flipV="1">
            <a:off x="2280444" y="3047125"/>
            <a:ext cx="331" cy="1277813"/>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stCxn id="93" idx="5"/>
          </p:cNvCxnSpPr>
          <p:nvPr/>
        </p:nvCxnSpPr>
        <p:spPr>
          <a:xfrm flipV="1">
            <a:off x="4548667" y="3047124"/>
            <a:ext cx="4895" cy="198904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a:stCxn id="102" idx="5"/>
          </p:cNvCxnSpPr>
          <p:nvPr/>
        </p:nvCxnSpPr>
        <p:spPr>
          <a:xfrm flipV="1">
            <a:off x="6821825" y="3047123"/>
            <a:ext cx="3343" cy="566613"/>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110" idx="28"/>
          </p:cNvCxnSpPr>
          <p:nvPr/>
        </p:nvCxnSpPr>
        <p:spPr>
          <a:xfrm flipH="1" flipV="1">
            <a:off x="9080503" y="3047125"/>
            <a:ext cx="9355" cy="969924"/>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2051" name="Group 2050"/>
          <p:cNvGrpSpPr/>
          <p:nvPr/>
        </p:nvGrpSpPr>
        <p:grpSpPr>
          <a:xfrm>
            <a:off x="1824328" y="4308479"/>
            <a:ext cx="919576" cy="1469807"/>
            <a:chOff x="1368246" y="3136766"/>
            <a:chExt cx="689682" cy="1102355"/>
          </a:xfrm>
        </p:grpSpPr>
        <p:sp>
          <p:nvSpPr>
            <p:cNvPr id="7" name="Freeform 5"/>
            <p:cNvSpPr/>
            <p:nvPr/>
          </p:nvSpPr>
          <p:spPr bwMode="auto">
            <a:xfrm>
              <a:off x="1368246" y="3423195"/>
              <a:ext cx="689682" cy="815926"/>
            </a:xfrm>
            <a:custGeom>
              <a:avLst/>
              <a:gdLst>
                <a:gd name="T0" fmla="*/ 369 w 735"/>
                <a:gd name="T1" fmla="*/ 0 h 871"/>
                <a:gd name="T2" fmla="*/ 368 w 735"/>
                <a:gd name="T3" fmla="*/ 0 h 871"/>
                <a:gd name="T4" fmla="*/ 223 w 735"/>
                <a:gd name="T5" fmla="*/ 0 h 871"/>
                <a:gd name="T6" fmla="*/ 147 w 735"/>
                <a:gd name="T7" fmla="*/ 151 h 871"/>
                <a:gd name="T8" fmla="*/ 80 w 735"/>
                <a:gd name="T9" fmla="*/ 276 h 871"/>
                <a:gd name="T10" fmla="*/ 0 w 735"/>
                <a:gd name="T11" fmla="*/ 504 h 871"/>
                <a:gd name="T12" fmla="*/ 368 w 735"/>
                <a:gd name="T13" fmla="*/ 871 h 871"/>
                <a:gd name="T14" fmla="*/ 735 w 735"/>
                <a:gd name="T15" fmla="*/ 504 h 871"/>
                <a:gd name="T16" fmla="*/ 667 w 735"/>
                <a:gd name="T17" fmla="*/ 291 h 871"/>
                <a:gd name="T18" fmla="*/ 663 w 735"/>
                <a:gd name="T19" fmla="*/ 285 h 871"/>
                <a:gd name="T20" fmla="*/ 590 w 735"/>
                <a:gd name="T21" fmla="*/ 151 h 871"/>
                <a:gd name="T22" fmla="*/ 514 w 735"/>
                <a:gd name="T23" fmla="*/ 0 h 871"/>
                <a:gd name="T24" fmla="*/ 369 w 735"/>
                <a:gd name="T25"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5" h="871">
                  <a:moveTo>
                    <a:pt x="369" y="0"/>
                  </a:moveTo>
                  <a:cubicBezTo>
                    <a:pt x="368" y="0"/>
                    <a:pt x="368" y="0"/>
                    <a:pt x="368" y="0"/>
                  </a:cubicBezTo>
                  <a:cubicBezTo>
                    <a:pt x="223" y="0"/>
                    <a:pt x="223" y="0"/>
                    <a:pt x="223" y="0"/>
                  </a:cubicBezTo>
                  <a:cubicBezTo>
                    <a:pt x="168" y="0"/>
                    <a:pt x="169" y="89"/>
                    <a:pt x="147" y="151"/>
                  </a:cubicBezTo>
                  <a:cubicBezTo>
                    <a:pt x="130" y="199"/>
                    <a:pt x="94" y="255"/>
                    <a:pt x="80" y="276"/>
                  </a:cubicBezTo>
                  <a:cubicBezTo>
                    <a:pt x="30" y="339"/>
                    <a:pt x="0" y="418"/>
                    <a:pt x="0" y="504"/>
                  </a:cubicBezTo>
                  <a:cubicBezTo>
                    <a:pt x="0" y="707"/>
                    <a:pt x="165" y="871"/>
                    <a:pt x="368" y="871"/>
                  </a:cubicBezTo>
                  <a:cubicBezTo>
                    <a:pt x="570" y="871"/>
                    <a:pt x="735" y="707"/>
                    <a:pt x="735" y="504"/>
                  </a:cubicBezTo>
                  <a:cubicBezTo>
                    <a:pt x="735" y="425"/>
                    <a:pt x="710" y="351"/>
                    <a:pt x="667" y="291"/>
                  </a:cubicBezTo>
                  <a:cubicBezTo>
                    <a:pt x="666" y="289"/>
                    <a:pt x="665" y="287"/>
                    <a:pt x="663" y="285"/>
                  </a:cubicBezTo>
                  <a:cubicBezTo>
                    <a:pt x="663" y="285"/>
                    <a:pt x="612" y="212"/>
                    <a:pt x="590" y="151"/>
                  </a:cubicBezTo>
                  <a:cubicBezTo>
                    <a:pt x="568" y="89"/>
                    <a:pt x="570" y="0"/>
                    <a:pt x="514" y="0"/>
                  </a:cubicBezTo>
                  <a:lnTo>
                    <a:pt x="369"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Rectangle 68"/>
            <p:cNvSpPr/>
            <p:nvPr/>
          </p:nvSpPr>
          <p:spPr>
            <a:xfrm>
              <a:off x="1372127" y="3664119"/>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35%</a:t>
              </a:r>
              <a:endParaRPr lang="en-US" sz="13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endParaRPr>
            </a:p>
          </p:txBody>
        </p:sp>
        <p:grpSp>
          <p:nvGrpSpPr>
            <p:cNvPr id="77" name="Group 76"/>
            <p:cNvGrpSpPr/>
            <p:nvPr/>
          </p:nvGrpSpPr>
          <p:grpSpPr>
            <a:xfrm rot="10800000">
              <a:off x="1527765" y="3136766"/>
              <a:ext cx="370645" cy="349384"/>
              <a:chOff x="6633262" y="3693515"/>
              <a:chExt cx="1154243" cy="1088035"/>
            </a:xfrm>
          </p:grpSpPr>
          <p:sp>
            <p:nvSpPr>
              <p:cNvPr id="78"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80" name="Group 79"/>
              <p:cNvGrpSpPr/>
              <p:nvPr/>
            </p:nvGrpSpPr>
            <p:grpSpPr>
              <a:xfrm>
                <a:off x="6641438" y="3789700"/>
                <a:ext cx="1120173" cy="960621"/>
                <a:chOff x="6641438" y="3789700"/>
                <a:chExt cx="1120173" cy="960621"/>
              </a:xfrm>
            </p:grpSpPr>
            <p:sp>
              <p:nvSpPr>
                <p:cNvPr id="83" name="Freeform 33"/>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Freeform 34"/>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81"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052" name="Group 2051"/>
          <p:cNvGrpSpPr/>
          <p:nvPr/>
        </p:nvGrpSpPr>
        <p:grpSpPr>
          <a:xfrm>
            <a:off x="4092221" y="5019706"/>
            <a:ext cx="923767" cy="1469780"/>
            <a:chOff x="3069165" y="3670186"/>
            <a:chExt cx="692825" cy="1102335"/>
          </a:xfrm>
        </p:grpSpPr>
        <p:sp>
          <p:nvSpPr>
            <p:cNvPr id="31" name="Freeform 5"/>
            <p:cNvSpPr/>
            <p:nvPr/>
          </p:nvSpPr>
          <p:spPr bwMode="auto">
            <a:xfrm>
              <a:off x="3069165" y="3956595"/>
              <a:ext cx="689682" cy="815926"/>
            </a:xfrm>
            <a:custGeom>
              <a:avLst/>
              <a:gdLst>
                <a:gd name="T0" fmla="*/ 369 w 735"/>
                <a:gd name="T1" fmla="*/ 0 h 871"/>
                <a:gd name="T2" fmla="*/ 368 w 735"/>
                <a:gd name="T3" fmla="*/ 0 h 871"/>
                <a:gd name="T4" fmla="*/ 223 w 735"/>
                <a:gd name="T5" fmla="*/ 0 h 871"/>
                <a:gd name="T6" fmla="*/ 147 w 735"/>
                <a:gd name="T7" fmla="*/ 151 h 871"/>
                <a:gd name="T8" fmla="*/ 80 w 735"/>
                <a:gd name="T9" fmla="*/ 276 h 871"/>
                <a:gd name="T10" fmla="*/ 0 w 735"/>
                <a:gd name="T11" fmla="*/ 504 h 871"/>
                <a:gd name="T12" fmla="*/ 368 w 735"/>
                <a:gd name="T13" fmla="*/ 871 h 871"/>
                <a:gd name="T14" fmla="*/ 735 w 735"/>
                <a:gd name="T15" fmla="*/ 504 h 871"/>
                <a:gd name="T16" fmla="*/ 667 w 735"/>
                <a:gd name="T17" fmla="*/ 291 h 871"/>
                <a:gd name="T18" fmla="*/ 663 w 735"/>
                <a:gd name="T19" fmla="*/ 285 h 871"/>
                <a:gd name="T20" fmla="*/ 590 w 735"/>
                <a:gd name="T21" fmla="*/ 151 h 871"/>
                <a:gd name="T22" fmla="*/ 514 w 735"/>
                <a:gd name="T23" fmla="*/ 0 h 871"/>
                <a:gd name="T24" fmla="*/ 369 w 735"/>
                <a:gd name="T25"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5" h="871">
                  <a:moveTo>
                    <a:pt x="369" y="0"/>
                  </a:moveTo>
                  <a:cubicBezTo>
                    <a:pt x="368" y="0"/>
                    <a:pt x="368" y="0"/>
                    <a:pt x="368" y="0"/>
                  </a:cubicBezTo>
                  <a:cubicBezTo>
                    <a:pt x="223" y="0"/>
                    <a:pt x="223" y="0"/>
                    <a:pt x="223" y="0"/>
                  </a:cubicBezTo>
                  <a:cubicBezTo>
                    <a:pt x="168" y="0"/>
                    <a:pt x="169" y="89"/>
                    <a:pt x="147" y="151"/>
                  </a:cubicBezTo>
                  <a:cubicBezTo>
                    <a:pt x="130" y="199"/>
                    <a:pt x="94" y="255"/>
                    <a:pt x="80" y="276"/>
                  </a:cubicBezTo>
                  <a:cubicBezTo>
                    <a:pt x="30" y="339"/>
                    <a:pt x="0" y="418"/>
                    <a:pt x="0" y="504"/>
                  </a:cubicBezTo>
                  <a:cubicBezTo>
                    <a:pt x="0" y="707"/>
                    <a:pt x="165" y="871"/>
                    <a:pt x="368" y="871"/>
                  </a:cubicBezTo>
                  <a:cubicBezTo>
                    <a:pt x="570" y="871"/>
                    <a:pt x="735" y="707"/>
                    <a:pt x="735" y="504"/>
                  </a:cubicBezTo>
                  <a:cubicBezTo>
                    <a:pt x="735" y="425"/>
                    <a:pt x="710" y="351"/>
                    <a:pt x="667" y="291"/>
                  </a:cubicBezTo>
                  <a:cubicBezTo>
                    <a:pt x="666" y="289"/>
                    <a:pt x="665" y="287"/>
                    <a:pt x="663" y="285"/>
                  </a:cubicBezTo>
                  <a:cubicBezTo>
                    <a:pt x="663" y="285"/>
                    <a:pt x="612" y="212"/>
                    <a:pt x="590" y="151"/>
                  </a:cubicBezTo>
                  <a:cubicBezTo>
                    <a:pt x="568" y="89"/>
                    <a:pt x="570" y="0"/>
                    <a:pt x="514" y="0"/>
                  </a:cubicBezTo>
                  <a:lnTo>
                    <a:pt x="369"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Rectangle 69"/>
            <p:cNvSpPr/>
            <p:nvPr/>
          </p:nvSpPr>
          <p:spPr>
            <a:xfrm>
              <a:off x="3076189" y="4171950"/>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10%</a:t>
              </a:r>
              <a:endParaRPr lang="en-US" sz="13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endParaRPr>
            </a:p>
          </p:txBody>
        </p:sp>
        <p:grpSp>
          <p:nvGrpSpPr>
            <p:cNvPr id="87" name="Group 86"/>
            <p:cNvGrpSpPr/>
            <p:nvPr/>
          </p:nvGrpSpPr>
          <p:grpSpPr>
            <a:xfrm rot="10800000">
              <a:off x="3228684" y="3670186"/>
              <a:ext cx="370645" cy="349384"/>
              <a:chOff x="6633262" y="3693515"/>
              <a:chExt cx="1154243" cy="1088035"/>
            </a:xfrm>
          </p:grpSpPr>
          <p:sp>
            <p:nvSpPr>
              <p:cNvPr id="88"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90" name="Group 89"/>
              <p:cNvGrpSpPr/>
              <p:nvPr/>
            </p:nvGrpSpPr>
            <p:grpSpPr>
              <a:xfrm>
                <a:off x="6641438" y="3789700"/>
                <a:ext cx="1120173" cy="960621"/>
                <a:chOff x="6641438" y="3789700"/>
                <a:chExt cx="1120173" cy="960621"/>
              </a:xfrm>
            </p:grpSpPr>
            <p:sp>
              <p:nvSpPr>
                <p:cNvPr id="93" name="Freeform 33"/>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Freeform 34"/>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91"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053" name="Group 2052"/>
          <p:cNvGrpSpPr/>
          <p:nvPr/>
        </p:nvGrpSpPr>
        <p:grpSpPr>
          <a:xfrm>
            <a:off x="6365521" y="3597276"/>
            <a:ext cx="923767" cy="1469808"/>
            <a:chOff x="4774140" y="2603365"/>
            <a:chExt cx="692825" cy="1102356"/>
          </a:xfrm>
        </p:grpSpPr>
        <p:sp>
          <p:nvSpPr>
            <p:cNvPr id="43" name="Freeform 5"/>
            <p:cNvSpPr/>
            <p:nvPr/>
          </p:nvSpPr>
          <p:spPr bwMode="auto">
            <a:xfrm>
              <a:off x="4774140" y="2889795"/>
              <a:ext cx="689682" cy="815926"/>
            </a:xfrm>
            <a:custGeom>
              <a:avLst/>
              <a:gdLst>
                <a:gd name="T0" fmla="*/ 369 w 735"/>
                <a:gd name="T1" fmla="*/ 0 h 871"/>
                <a:gd name="T2" fmla="*/ 368 w 735"/>
                <a:gd name="T3" fmla="*/ 0 h 871"/>
                <a:gd name="T4" fmla="*/ 223 w 735"/>
                <a:gd name="T5" fmla="*/ 0 h 871"/>
                <a:gd name="T6" fmla="*/ 147 w 735"/>
                <a:gd name="T7" fmla="*/ 151 h 871"/>
                <a:gd name="T8" fmla="*/ 80 w 735"/>
                <a:gd name="T9" fmla="*/ 276 h 871"/>
                <a:gd name="T10" fmla="*/ 0 w 735"/>
                <a:gd name="T11" fmla="*/ 504 h 871"/>
                <a:gd name="T12" fmla="*/ 368 w 735"/>
                <a:gd name="T13" fmla="*/ 871 h 871"/>
                <a:gd name="T14" fmla="*/ 735 w 735"/>
                <a:gd name="T15" fmla="*/ 504 h 871"/>
                <a:gd name="T16" fmla="*/ 667 w 735"/>
                <a:gd name="T17" fmla="*/ 291 h 871"/>
                <a:gd name="T18" fmla="*/ 663 w 735"/>
                <a:gd name="T19" fmla="*/ 285 h 871"/>
                <a:gd name="T20" fmla="*/ 590 w 735"/>
                <a:gd name="T21" fmla="*/ 151 h 871"/>
                <a:gd name="T22" fmla="*/ 514 w 735"/>
                <a:gd name="T23" fmla="*/ 0 h 871"/>
                <a:gd name="T24" fmla="*/ 369 w 735"/>
                <a:gd name="T25"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5" h="871">
                  <a:moveTo>
                    <a:pt x="369" y="0"/>
                  </a:moveTo>
                  <a:cubicBezTo>
                    <a:pt x="368" y="0"/>
                    <a:pt x="368" y="0"/>
                    <a:pt x="368" y="0"/>
                  </a:cubicBezTo>
                  <a:cubicBezTo>
                    <a:pt x="223" y="0"/>
                    <a:pt x="223" y="0"/>
                    <a:pt x="223" y="0"/>
                  </a:cubicBezTo>
                  <a:cubicBezTo>
                    <a:pt x="168" y="0"/>
                    <a:pt x="169" y="89"/>
                    <a:pt x="147" y="151"/>
                  </a:cubicBezTo>
                  <a:cubicBezTo>
                    <a:pt x="130" y="199"/>
                    <a:pt x="94" y="255"/>
                    <a:pt x="80" y="276"/>
                  </a:cubicBezTo>
                  <a:cubicBezTo>
                    <a:pt x="30" y="339"/>
                    <a:pt x="0" y="418"/>
                    <a:pt x="0" y="504"/>
                  </a:cubicBezTo>
                  <a:cubicBezTo>
                    <a:pt x="0" y="707"/>
                    <a:pt x="165" y="871"/>
                    <a:pt x="368" y="871"/>
                  </a:cubicBezTo>
                  <a:cubicBezTo>
                    <a:pt x="570" y="871"/>
                    <a:pt x="735" y="707"/>
                    <a:pt x="735" y="504"/>
                  </a:cubicBezTo>
                  <a:cubicBezTo>
                    <a:pt x="735" y="425"/>
                    <a:pt x="710" y="351"/>
                    <a:pt x="667" y="291"/>
                  </a:cubicBezTo>
                  <a:cubicBezTo>
                    <a:pt x="666" y="289"/>
                    <a:pt x="665" y="287"/>
                    <a:pt x="663" y="285"/>
                  </a:cubicBezTo>
                  <a:cubicBezTo>
                    <a:pt x="663" y="285"/>
                    <a:pt x="612" y="212"/>
                    <a:pt x="590" y="151"/>
                  </a:cubicBezTo>
                  <a:cubicBezTo>
                    <a:pt x="568" y="89"/>
                    <a:pt x="570" y="0"/>
                    <a:pt x="514" y="0"/>
                  </a:cubicBezTo>
                  <a:lnTo>
                    <a:pt x="369"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Rectangle 71"/>
            <p:cNvSpPr/>
            <p:nvPr/>
          </p:nvSpPr>
          <p:spPr>
            <a:xfrm>
              <a:off x="4781164" y="3113786"/>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endParaRPr lang="en-US" sz="13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endParaRPr>
            </a:p>
          </p:txBody>
        </p:sp>
        <p:grpSp>
          <p:nvGrpSpPr>
            <p:cNvPr id="96" name="Group 95"/>
            <p:cNvGrpSpPr/>
            <p:nvPr/>
          </p:nvGrpSpPr>
          <p:grpSpPr>
            <a:xfrm rot="10800000">
              <a:off x="4933552" y="2603365"/>
              <a:ext cx="370645" cy="349384"/>
              <a:chOff x="6633262" y="3693515"/>
              <a:chExt cx="1154243" cy="1088035"/>
            </a:xfrm>
          </p:grpSpPr>
          <p:sp>
            <p:nvSpPr>
              <p:cNvPr id="97"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99" name="Group 98"/>
              <p:cNvGrpSpPr/>
              <p:nvPr/>
            </p:nvGrpSpPr>
            <p:grpSpPr>
              <a:xfrm>
                <a:off x="6641438" y="3789700"/>
                <a:ext cx="1120173" cy="960621"/>
                <a:chOff x="6641438" y="3789700"/>
                <a:chExt cx="1120173" cy="960621"/>
              </a:xfrm>
            </p:grpSpPr>
            <p:sp>
              <p:nvSpPr>
                <p:cNvPr id="102" name="Freeform 33"/>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Freeform 34"/>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00"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054" name="Group 2053"/>
          <p:cNvGrpSpPr/>
          <p:nvPr/>
        </p:nvGrpSpPr>
        <p:grpSpPr>
          <a:xfrm>
            <a:off x="8633412" y="4003678"/>
            <a:ext cx="919576" cy="1475031"/>
            <a:chOff x="6475059" y="2908166"/>
            <a:chExt cx="689682" cy="1106273"/>
          </a:xfrm>
        </p:grpSpPr>
        <p:sp>
          <p:nvSpPr>
            <p:cNvPr id="55" name="Freeform 5"/>
            <p:cNvSpPr/>
            <p:nvPr/>
          </p:nvSpPr>
          <p:spPr bwMode="auto">
            <a:xfrm>
              <a:off x="6475059" y="3198513"/>
              <a:ext cx="689682" cy="815926"/>
            </a:xfrm>
            <a:custGeom>
              <a:avLst/>
              <a:gdLst>
                <a:gd name="T0" fmla="*/ 369 w 735"/>
                <a:gd name="T1" fmla="*/ 0 h 871"/>
                <a:gd name="T2" fmla="*/ 368 w 735"/>
                <a:gd name="T3" fmla="*/ 0 h 871"/>
                <a:gd name="T4" fmla="*/ 223 w 735"/>
                <a:gd name="T5" fmla="*/ 0 h 871"/>
                <a:gd name="T6" fmla="*/ 147 w 735"/>
                <a:gd name="T7" fmla="*/ 151 h 871"/>
                <a:gd name="T8" fmla="*/ 80 w 735"/>
                <a:gd name="T9" fmla="*/ 276 h 871"/>
                <a:gd name="T10" fmla="*/ 0 w 735"/>
                <a:gd name="T11" fmla="*/ 504 h 871"/>
                <a:gd name="T12" fmla="*/ 368 w 735"/>
                <a:gd name="T13" fmla="*/ 871 h 871"/>
                <a:gd name="T14" fmla="*/ 735 w 735"/>
                <a:gd name="T15" fmla="*/ 504 h 871"/>
                <a:gd name="T16" fmla="*/ 667 w 735"/>
                <a:gd name="T17" fmla="*/ 291 h 871"/>
                <a:gd name="T18" fmla="*/ 663 w 735"/>
                <a:gd name="T19" fmla="*/ 285 h 871"/>
                <a:gd name="T20" fmla="*/ 590 w 735"/>
                <a:gd name="T21" fmla="*/ 151 h 871"/>
                <a:gd name="T22" fmla="*/ 514 w 735"/>
                <a:gd name="T23" fmla="*/ 0 h 871"/>
                <a:gd name="T24" fmla="*/ 369 w 735"/>
                <a:gd name="T25"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5" h="871">
                  <a:moveTo>
                    <a:pt x="369" y="0"/>
                  </a:moveTo>
                  <a:cubicBezTo>
                    <a:pt x="368" y="0"/>
                    <a:pt x="368" y="0"/>
                    <a:pt x="368" y="0"/>
                  </a:cubicBezTo>
                  <a:cubicBezTo>
                    <a:pt x="223" y="0"/>
                    <a:pt x="223" y="0"/>
                    <a:pt x="223" y="0"/>
                  </a:cubicBezTo>
                  <a:cubicBezTo>
                    <a:pt x="168" y="0"/>
                    <a:pt x="169" y="89"/>
                    <a:pt x="147" y="151"/>
                  </a:cubicBezTo>
                  <a:cubicBezTo>
                    <a:pt x="130" y="199"/>
                    <a:pt x="94" y="255"/>
                    <a:pt x="80" y="276"/>
                  </a:cubicBezTo>
                  <a:cubicBezTo>
                    <a:pt x="30" y="339"/>
                    <a:pt x="0" y="418"/>
                    <a:pt x="0" y="504"/>
                  </a:cubicBezTo>
                  <a:cubicBezTo>
                    <a:pt x="0" y="707"/>
                    <a:pt x="165" y="871"/>
                    <a:pt x="368" y="871"/>
                  </a:cubicBezTo>
                  <a:cubicBezTo>
                    <a:pt x="570" y="871"/>
                    <a:pt x="735" y="707"/>
                    <a:pt x="735" y="504"/>
                  </a:cubicBezTo>
                  <a:cubicBezTo>
                    <a:pt x="735" y="425"/>
                    <a:pt x="710" y="351"/>
                    <a:pt x="667" y="291"/>
                  </a:cubicBezTo>
                  <a:cubicBezTo>
                    <a:pt x="666" y="289"/>
                    <a:pt x="665" y="287"/>
                    <a:pt x="663" y="285"/>
                  </a:cubicBezTo>
                  <a:cubicBezTo>
                    <a:pt x="663" y="285"/>
                    <a:pt x="612" y="212"/>
                    <a:pt x="590" y="151"/>
                  </a:cubicBezTo>
                  <a:cubicBezTo>
                    <a:pt x="568" y="89"/>
                    <a:pt x="570" y="0"/>
                    <a:pt x="514" y="0"/>
                  </a:cubicBezTo>
                  <a:lnTo>
                    <a:pt x="369" y="0"/>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Rectangle 72"/>
            <p:cNvSpPr/>
            <p:nvPr/>
          </p:nvSpPr>
          <p:spPr>
            <a:xfrm>
              <a:off x="6476999" y="3438392"/>
              <a:ext cx="685801" cy="435793"/>
            </a:xfrm>
            <a:prstGeom prst="rect">
              <a:avLst/>
            </a:prstGeom>
          </p:spPr>
          <p:txBody>
            <a:bodyPr wrap="square">
              <a:spAutoFit/>
            </a:bodyPr>
            <a:lstStyle/>
            <a:p>
              <a:pPr algn="ctr">
                <a:lnSpc>
                  <a:spcPct val="150000"/>
                </a:lnSpc>
              </a:pP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50%</a:t>
              </a:r>
              <a:endParaRPr lang="en-US" sz="1333">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endParaRPr>
            </a:p>
          </p:txBody>
        </p:sp>
        <p:grpSp>
          <p:nvGrpSpPr>
            <p:cNvPr id="104" name="Group 103"/>
            <p:cNvGrpSpPr/>
            <p:nvPr/>
          </p:nvGrpSpPr>
          <p:grpSpPr>
            <a:xfrm rot="10800000">
              <a:off x="6634577" y="2908166"/>
              <a:ext cx="370645" cy="349384"/>
              <a:chOff x="6633262" y="3693515"/>
              <a:chExt cx="1154243" cy="1088035"/>
            </a:xfrm>
          </p:grpSpPr>
          <p:sp>
            <p:nvSpPr>
              <p:cNvPr id="105"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107" name="Group 106"/>
              <p:cNvGrpSpPr/>
              <p:nvPr/>
            </p:nvGrpSpPr>
            <p:grpSpPr>
              <a:xfrm>
                <a:off x="6641438" y="3789700"/>
                <a:ext cx="1120173" cy="960621"/>
                <a:chOff x="6641438" y="3789700"/>
                <a:chExt cx="1120173" cy="960621"/>
              </a:xfrm>
            </p:grpSpPr>
            <p:sp>
              <p:nvSpPr>
                <p:cNvPr id="110" name="Freeform 33"/>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Freeform 34"/>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08"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57"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188122898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p:cNvSpPr>
            <a:spLocks noEditPoints="1"/>
          </p:cNvSpPr>
          <p:nvPr/>
        </p:nvSpPr>
        <p:spPr bwMode="auto">
          <a:xfrm>
            <a:off x="7310124" y="2663043"/>
            <a:ext cx="3869912" cy="3813957"/>
          </a:xfrm>
          <a:custGeom>
            <a:avLst/>
            <a:gdLst>
              <a:gd name="T0" fmla="*/ 194 w 998"/>
              <a:gd name="T1" fmla="*/ 196 h 1124"/>
              <a:gd name="T2" fmla="*/ 16 w 998"/>
              <a:gd name="T3" fmla="*/ 329 h 1124"/>
              <a:gd name="T4" fmla="*/ 30 w 998"/>
              <a:gd name="T5" fmla="*/ 558 h 1124"/>
              <a:gd name="T6" fmla="*/ 517 w 998"/>
              <a:gd name="T7" fmla="*/ 646 h 1124"/>
              <a:gd name="T8" fmla="*/ 625 w 998"/>
              <a:gd name="T9" fmla="*/ 919 h 1124"/>
              <a:gd name="T10" fmla="*/ 153 w 998"/>
              <a:gd name="T11" fmla="*/ 915 h 1124"/>
              <a:gd name="T12" fmla="*/ 156 w 998"/>
              <a:gd name="T13" fmla="*/ 1124 h 1124"/>
              <a:gd name="T14" fmla="*/ 663 w 998"/>
              <a:gd name="T15" fmla="*/ 965 h 1124"/>
              <a:gd name="T16" fmla="*/ 863 w 998"/>
              <a:gd name="T17" fmla="*/ 842 h 1124"/>
              <a:gd name="T18" fmla="*/ 709 w 998"/>
              <a:gd name="T19" fmla="*/ 619 h 1124"/>
              <a:gd name="T20" fmla="*/ 883 w 998"/>
              <a:gd name="T21" fmla="*/ 205 h 1124"/>
              <a:gd name="T22" fmla="*/ 950 w 998"/>
              <a:gd name="T23" fmla="*/ 69 h 1124"/>
              <a:gd name="T24" fmla="*/ 635 w 998"/>
              <a:gd name="T25" fmla="*/ 970 h 1124"/>
              <a:gd name="T26" fmla="*/ 848 w 998"/>
              <a:gd name="T27" fmla="*/ 910 h 1124"/>
              <a:gd name="T28" fmla="*/ 637 w 998"/>
              <a:gd name="T29" fmla="*/ 930 h 1124"/>
              <a:gd name="T30" fmla="*/ 503 w 998"/>
              <a:gd name="T31" fmla="*/ 666 h 1124"/>
              <a:gd name="T32" fmla="*/ 860 w 998"/>
              <a:gd name="T33" fmla="*/ 137 h 1124"/>
              <a:gd name="T34" fmla="*/ 198 w 998"/>
              <a:gd name="T35" fmla="*/ 554 h 1124"/>
              <a:gd name="T36" fmla="*/ 326 w 998"/>
              <a:gd name="T37" fmla="*/ 232 h 1124"/>
              <a:gd name="T38" fmla="*/ 518 w 998"/>
              <a:gd name="T39" fmla="*/ 179 h 1124"/>
              <a:gd name="T40" fmla="*/ 728 w 998"/>
              <a:gd name="T41" fmla="*/ 200 h 1124"/>
              <a:gd name="T42" fmla="*/ 160 w 998"/>
              <a:gd name="T43" fmla="*/ 450 h 1124"/>
              <a:gd name="T44" fmla="*/ 310 w 998"/>
              <a:gd name="T45" fmla="*/ 335 h 1124"/>
              <a:gd name="T46" fmla="*/ 370 w 998"/>
              <a:gd name="T47" fmla="*/ 335 h 1124"/>
              <a:gd name="T48" fmla="*/ 476 w 998"/>
              <a:gd name="T49" fmla="*/ 470 h 1124"/>
              <a:gd name="T50" fmla="*/ 636 w 998"/>
              <a:gd name="T51" fmla="*/ 481 h 1124"/>
              <a:gd name="T52" fmla="*/ 542 w 998"/>
              <a:gd name="T53" fmla="*/ 336 h 1124"/>
              <a:gd name="T54" fmla="*/ 475 w 998"/>
              <a:gd name="T55" fmla="*/ 588 h 1124"/>
              <a:gd name="T56" fmla="*/ 547 w 998"/>
              <a:gd name="T57" fmla="*/ 596 h 1124"/>
              <a:gd name="T58" fmla="*/ 661 w 998"/>
              <a:gd name="T59" fmla="*/ 489 h 1124"/>
              <a:gd name="T60" fmla="*/ 688 w 998"/>
              <a:gd name="T61" fmla="*/ 491 h 1124"/>
              <a:gd name="T62" fmla="*/ 751 w 998"/>
              <a:gd name="T63" fmla="*/ 328 h 1124"/>
              <a:gd name="T64" fmla="*/ 732 w 998"/>
              <a:gd name="T65" fmla="*/ 328 h 1124"/>
              <a:gd name="T66" fmla="*/ 631 w 998"/>
              <a:gd name="T67" fmla="*/ 326 h 1124"/>
              <a:gd name="T68" fmla="*/ 569 w 998"/>
              <a:gd name="T69" fmla="*/ 219 h 1124"/>
              <a:gd name="T70" fmla="*/ 478 w 998"/>
              <a:gd name="T71" fmla="*/ 226 h 1124"/>
              <a:gd name="T72" fmla="*/ 314 w 998"/>
              <a:gd name="T73" fmla="*/ 325 h 1124"/>
              <a:gd name="T74" fmla="*/ 262 w 998"/>
              <a:gd name="T75" fmla="*/ 243 h 1124"/>
              <a:gd name="T76" fmla="*/ 145 w 998"/>
              <a:gd name="T77" fmla="*/ 212 h 1124"/>
              <a:gd name="T78" fmla="*/ 85 w 998"/>
              <a:gd name="T79" fmla="*/ 333 h 1124"/>
              <a:gd name="T80" fmla="*/ 103 w 998"/>
              <a:gd name="T81" fmla="*/ 452 h 1124"/>
              <a:gd name="T82" fmla="*/ 160 w 998"/>
              <a:gd name="T83" fmla="*/ 456 h 1124"/>
              <a:gd name="T84" fmla="*/ 297 w 998"/>
              <a:gd name="T85" fmla="*/ 566 h 1124"/>
              <a:gd name="T86" fmla="*/ 398 w 998"/>
              <a:gd name="T87" fmla="*/ 472 h 1124"/>
              <a:gd name="T88" fmla="*/ 499 w 998"/>
              <a:gd name="T89" fmla="*/ 599 h 1124"/>
              <a:gd name="T90" fmla="*/ 649 w 998"/>
              <a:gd name="T91" fmla="*/ 615 h 1124"/>
              <a:gd name="T92" fmla="*/ 727 w 998"/>
              <a:gd name="T93" fmla="*/ 487 h 1124"/>
              <a:gd name="T94" fmla="*/ 635 w 998"/>
              <a:gd name="T95" fmla="*/ 208 h 1124"/>
              <a:gd name="T96" fmla="*/ 479 w 998"/>
              <a:gd name="T97" fmla="*/ 220 h 1124"/>
              <a:gd name="T98" fmla="*/ 210 w 998"/>
              <a:gd name="T99" fmla="*/ 208 h 1124"/>
              <a:gd name="T100" fmla="*/ 65 w 998"/>
              <a:gd name="T101" fmla="*/ 222 h 1124"/>
              <a:gd name="T102" fmla="*/ 50 w 998"/>
              <a:gd name="T103" fmla="*/ 333 h 1124"/>
              <a:gd name="T104" fmla="*/ 49 w 998"/>
              <a:gd name="T105" fmla="*/ 560 h 1124"/>
              <a:gd name="T106" fmla="*/ 148 w 998"/>
              <a:gd name="T107" fmla="*/ 555 h 1124"/>
              <a:gd name="T108" fmla="*/ 200 w 998"/>
              <a:gd name="T109" fmla="*/ 561 h 1124"/>
              <a:gd name="T110" fmla="*/ 321 w 998"/>
              <a:gd name="T111" fmla="*/ 576 h 1124"/>
              <a:gd name="T112" fmla="*/ 375 w 998"/>
              <a:gd name="T113" fmla="*/ 582 h 1124"/>
              <a:gd name="T114" fmla="*/ 670 w 998"/>
              <a:gd name="T115" fmla="*/ 618 h 1124"/>
              <a:gd name="T116" fmla="*/ 793 w 998"/>
              <a:gd name="T117" fmla="*/ 335 h 1124"/>
              <a:gd name="T118" fmla="*/ 850 w 998"/>
              <a:gd name="T119" fmla="*/ 198 h 1124"/>
              <a:gd name="T120" fmla="*/ 875 w 998"/>
              <a:gd name="T121" fmla="*/ 78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98" h="1124">
                <a:moveTo>
                  <a:pt x="988" y="15"/>
                </a:moveTo>
                <a:cubicBezTo>
                  <a:pt x="979" y="0"/>
                  <a:pt x="962" y="9"/>
                  <a:pt x="956" y="12"/>
                </a:cubicBezTo>
                <a:cubicBezTo>
                  <a:pt x="950" y="16"/>
                  <a:pt x="893" y="52"/>
                  <a:pt x="893" y="52"/>
                </a:cubicBezTo>
                <a:cubicBezTo>
                  <a:pt x="893" y="52"/>
                  <a:pt x="889" y="51"/>
                  <a:pt x="888" y="53"/>
                </a:cubicBezTo>
                <a:cubicBezTo>
                  <a:pt x="887" y="55"/>
                  <a:pt x="889" y="56"/>
                  <a:pt x="889" y="56"/>
                </a:cubicBezTo>
                <a:cubicBezTo>
                  <a:pt x="891" y="57"/>
                  <a:pt x="891" y="57"/>
                  <a:pt x="891" y="57"/>
                </a:cubicBezTo>
                <a:cubicBezTo>
                  <a:pt x="886" y="60"/>
                  <a:pt x="881" y="64"/>
                  <a:pt x="877" y="67"/>
                </a:cubicBezTo>
                <a:cubicBezTo>
                  <a:pt x="874" y="68"/>
                  <a:pt x="872" y="69"/>
                  <a:pt x="871" y="71"/>
                </a:cubicBezTo>
                <a:cubicBezTo>
                  <a:pt x="870" y="71"/>
                  <a:pt x="870" y="72"/>
                  <a:pt x="869" y="72"/>
                </a:cubicBezTo>
                <a:cubicBezTo>
                  <a:pt x="869" y="72"/>
                  <a:pt x="869" y="72"/>
                  <a:pt x="868" y="73"/>
                </a:cubicBezTo>
                <a:cubicBezTo>
                  <a:pt x="868" y="73"/>
                  <a:pt x="868" y="73"/>
                  <a:pt x="868" y="74"/>
                </a:cubicBezTo>
                <a:cubicBezTo>
                  <a:pt x="867" y="74"/>
                  <a:pt x="867" y="74"/>
                  <a:pt x="867" y="74"/>
                </a:cubicBezTo>
                <a:cubicBezTo>
                  <a:pt x="867" y="74"/>
                  <a:pt x="867" y="74"/>
                  <a:pt x="867" y="75"/>
                </a:cubicBezTo>
                <a:cubicBezTo>
                  <a:pt x="866" y="78"/>
                  <a:pt x="860" y="88"/>
                  <a:pt x="852" y="104"/>
                </a:cubicBezTo>
                <a:cubicBezTo>
                  <a:pt x="848" y="114"/>
                  <a:pt x="842" y="125"/>
                  <a:pt x="835" y="139"/>
                </a:cubicBezTo>
                <a:cubicBezTo>
                  <a:pt x="813" y="141"/>
                  <a:pt x="813" y="141"/>
                  <a:pt x="813" y="141"/>
                </a:cubicBezTo>
                <a:cubicBezTo>
                  <a:pt x="813" y="139"/>
                  <a:pt x="813" y="139"/>
                  <a:pt x="813" y="139"/>
                </a:cubicBezTo>
                <a:cubicBezTo>
                  <a:pt x="194" y="196"/>
                  <a:pt x="194" y="196"/>
                  <a:pt x="194" y="196"/>
                </a:cubicBezTo>
                <a:cubicBezTo>
                  <a:pt x="194" y="197"/>
                  <a:pt x="194" y="197"/>
                  <a:pt x="194" y="197"/>
                </a:cubicBezTo>
                <a:cubicBezTo>
                  <a:pt x="52" y="210"/>
                  <a:pt x="52" y="210"/>
                  <a:pt x="52" y="210"/>
                </a:cubicBezTo>
                <a:cubicBezTo>
                  <a:pt x="52" y="210"/>
                  <a:pt x="52" y="210"/>
                  <a:pt x="52" y="210"/>
                </a:cubicBezTo>
                <a:cubicBezTo>
                  <a:pt x="52" y="208"/>
                  <a:pt x="48" y="208"/>
                  <a:pt x="46" y="208"/>
                </a:cubicBezTo>
                <a:cubicBezTo>
                  <a:pt x="43" y="208"/>
                  <a:pt x="43" y="206"/>
                  <a:pt x="41" y="205"/>
                </a:cubicBezTo>
                <a:cubicBezTo>
                  <a:pt x="39" y="205"/>
                  <a:pt x="29" y="206"/>
                  <a:pt x="27" y="207"/>
                </a:cubicBezTo>
                <a:cubicBezTo>
                  <a:pt x="25" y="207"/>
                  <a:pt x="18" y="207"/>
                  <a:pt x="15" y="207"/>
                </a:cubicBezTo>
                <a:cubicBezTo>
                  <a:pt x="11" y="208"/>
                  <a:pt x="8" y="211"/>
                  <a:pt x="8" y="215"/>
                </a:cubicBezTo>
                <a:cubicBezTo>
                  <a:pt x="7" y="219"/>
                  <a:pt x="12" y="251"/>
                  <a:pt x="12" y="252"/>
                </a:cubicBezTo>
                <a:cubicBezTo>
                  <a:pt x="13" y="252"/>
                  <a:pt x="16" y="252"/>
                  <a:pt x="20" y="252"/>
                </a:cubicBezTo>
                <a:cubicBezTo>
                  <a:pt x="20" y="253"/>
                  <a:pt x="20" y="254"/>
                  <a:pt x="20" y="255"/>
                </a:cubicBezTo>
                <a:cubicBezTo>
                  <a:pt x="17" y="255"/>
                  <a:pt x="17" y="255"/>
                  <a:pt x="17" y="255"/>
                </a:cubicBezTo>
                <a:cubicBezTo>
                  <a:pt x="15" y="255"/>
                  <a:pt x="14" y="257"/>
                  <a:pt x="14" y="259"/>
                </a:cubicBezTo>
                <a:cubicBezTo>
                  <a:pt x="14" y="261"/>
                  <a:pt x="16" y="262"/>
                  <a:pt x="17" y="262"/>
                </a:cubicBezTo>
                <a:cubicBezTo>
                  <a:pt x="20" y="262"/>
                  <a:pt x="20" y="262"/>
                  <a:pt x="20" y="262"/>
                </a:cubicBezTo>
                <a:cubicBezTo>
                  <a:pt x="21" y="278"/>
                  <a:pt x="21" y="300"/>
                  <a:pt x="22" y="326"/>
                </a:cubicBezTo>
                <a:cubicBezTo>
                  <a:pt x="19" y="326"/>
                  <a:pt x="19" y="326"/>
                  <a:pt x="19" y="326"/>
                </a:cubicBezTo>
                <a:cubicBezTo>
                  <a:pt x="17" y="326"/>
                  <a:pt x="16" y="328"/>
                  <a:pt x="16" y="329"/>
                </a:cubicBezTo>
                <a:cubicBezTo>
                  <a:pt x="16" y="331"/>
                  <a:pt x="17" y="333"/>
                  <a:pt x="19" y="333"/>
                </a:cubicBezTo>
                <a:cubicBezTo>
                  <a:pt x="22" y="333"/>
                  <a:pt x="22" y="333"/>
                  <a:pt x="22" y="333"/>
                </a:cubicBezTo>
                <a:cubicBezTo>
                  <a:pt x="23" y="353"/>
                  <a:pt x="23" y="374"/>
                  <a:pt x="24" y="396"/>
                </a:cubicBezTo>
                <a:cubicBezTo>
                  <a:pt x="24" y="411"/>
                  <a:pt x="25" y="426"/>
                  <a:pt x="25" y="441"/>
                </a:cubicBezTo>
                <a:cubicBezTo>
                  <a:pt x="22" y="441"/>
                  <a:pt x="22" y="441"/>
                  <a:pt x="22" y="441"/>
                </a:cubicBezTo>
                <a:cubicBezTo>
                  <a:pt x="20" y="440"/>
                  <a:pt x="18" y="442"/>
                  <a:pt x="18" y="444"/>
                </a:cubicBezTo>
                <a:cubicBezTo>
                  <a:pt x="18" y="445"/>
                  <a:pt x="19" y="447"/>
                  <a:pt x="21" y="447"/>
                </a:cubicBezTo>
                <a:cubicBezTo>
                  <a:pt x="25" y="447"/>
                  <a:pt x="25" y="447"/>
                  <a:pt x="25" y="447"/>
                </a:cubicBezTo>
                <a:cubicBezTo>
                  <a:pt x="26" y="469"/>
                  <a:pt x="27" y="489"/>
                  <a:pt x="27" y="507"/>
                </a:cubicBezTo>
                <a:cubicBezTo>
                  <a:pt x="28" y="517"/>
                  <a:pt x="28" y="526"/>
                  <a:pt x="28" y="534"/>
                </a:cubicBezTo>
                <a:cubicBezTo>
                  <a:pt x="26" y="534"/>
                  <a:pt x="26" y="534"/>
                  <a:pt x="26" y="534"/>
                </a:cubicBezTo>
                <a:cubicBezTo>
                  <a:pt x="24" y="534"/>
                  <a:pt x="23" y="535"/>
                  <a:pt x="22" y="537"/>
                </a:cubicBezTo>
                <a:cubicBezTo>
                  <a:pt x="22" y="538"/>
                  <a:pt x="23" y="540"/>
                  <a:pt x="25" y="540"/>
                </a:cubicBezTo>
                <a:cubicBezTo>
                  <a:pt x="29" y="541"/>
                  <a:pt x="29" y="541"/>
                  <a:pt x="29" y="541"/>
                </a:cubicBezTo>
                <a:cubicBezTo>
                  <a:pt x="29" y="542"/>
                  <a:pt x="29" y="543"/>
                  <a:pt x="29" y="544"/>
                </a:cubicBezTo>
                <a:cubicBezTo>
                  <a:pt x="29" y="548"/>
                  <a:pt x="29" y="552"/>
                  <a:pt x="30" y="554"/>
                </a:cubicBezTo>
                <a:cubicBezTo>
                  <a:pt x="30" y="555"/>
                  <a:pt x="30" y="556"/>
                  <a:pt x="30" y="557"/>
                </a:cubicBezTo>
                <a:cubicBezTo>
                  <a:pt x="30" y="558"/>
                  <a:pt x="30" y="558"/>
                  <a:pt x="30" y="558"/>
                </a:cubicBezTo>
                <a:cubicBezTo>
                  <a:pt x="30" y="558"/>
                  <a:pt x="30" y="559"/>
                  <a:pt x="30" y="559"/>
                </a:cubicBezTo>
                <a:cubicBezTo>
                  <a:pt x="30" y="559"/>
                  <a:pt x="30" y="559"/>
                  <a:pt x="31" y="559"/>
                </a:cubicBezTo>
                <a:cubicBezTo>
                  <a:pt x="31" y="560"/>
                  <a:pt x="31" y="560"/>
                  <a:pt x="31" y="560"/>
                </a:cubicBezTo>
                <a:cubicBezTo>
                  <a:pt x="31" y="560"/>
                  <a:pt x="32" y="560"/>
                  <a:pt x="32" y="560"/>
                </a:cubicBezTo>
                <a:cubicBezTo>
                  <a:pt x="32" y="560"/>
                  <a:pt x="33" y="560"/>
                  <a:pt x="34" y="560"/>
                </a:cubicBezTo>
                <a:cubicBezTo>
                  <a:pt x="39" y="561"/>
                  <a:pt x="49" y="563"/>
                  <a:pt x="63" y="565"/>
                </a:cubicBezTo>
                <a:cubicBezTo>
                  <a:pt x="147" y="577"/>
                  <a:pt x="371" y="605"/>
                  <a:pt x="441" y="614"/>
                </a:cubicBezTo>
                <a:cubicBezTo>
                  <a:pt x="442" y="614"/>
                  <a:pt x="442" y="614"/>
                  <a:pt x="442" y="614"/>
                </a:cubicBezTo>
                <a:cubicBezTo>
                  <a:pt x="442" y="614"/>
                  <a:pt x="442" y="614"/>
                  <a:pt x="442" y="614"/>
                </a:cubicBezTo>
                <a:cubicBezTo>
                  <a:pt x="447" y="615"/>
                  <a:pt x="451" y="616"/>
                  <a:pt x="454" y="616"/>
                </a:cubicBezTo>
                <a:cubicBezTo>
                  <a:pt x="456" y="618"/>
                  <a:pt x="457" y="619"/>
                  <a:pt x="457" y="619"/>
                </a:cubicBezTo>
                <a:cubicBezTo>
                  <a:pt x="337" y="611"/>
                  <a:pt x="337" y="611"/>
                  <a:pt x="337" y="611"/>
                </a:cubicBezTo>
                <a:cubicBezTo>
                  <a:pt x="335" y="611"/>
                  <a:pt x="333" y="612"/>
                  <a:pt x="332" y="615"/>
                </a:cubicBezTo>
                <a:cubicBezTo>
                  <a:pt x="332" y="617"/>
                  <a:pt x="334" y="619"/>
                  <a:pt x="336" y="619"/>
                </a:cubicBezTo>
                <a:cubicBezTo>
                  <a:pt x="502" y="630"/>
                  <a:pt x="502" y="630"/>
                  <a:pt x="502" y="630"/>
                </a:cubicBezTo>
                <a:cubicBezTo>
                  <a:pt x="504" y="634"/>
                  <a:pt x="501" y="641"/>
                  <a:pt x="503" y="643"/>
                </a:cubicBezTo>
                <a:cubicBezTo>
                  <a:pt x="503" y="644"/>
                  <a:pt x="510" y="645"/>
                  <a:pt x="520" y="646"/>
                </a:cubicBezTo>
                <a:cubicBezTo>
                  <a:pt x="519" y="646"/>
                  <a:pt x="518" y="646"/>
                  <a:pt x="517" y="646"/>
                </a:cubicBezTo>
                <a:cubicBezTo>
                  <a:pt x="516" y="646"/>
                  <a:pt x="516" y="646"/>
                  <a:pt x="515" y="646"/>
                </a:cubicBezTo>
                <a:cubicBezTo>
                  <a:pt x="510" y="646"/>
                  <a:pt x="507" y="646"/>
                  <a:pt x="503" y="648"/>
                </a:cubicBezTo>
                <a:cubicBezTo>
                  <a:pt x="500" y="649"/>
                  <a:pt x="498" y="650"/>
                  <a:pt x="496" y="651"/>
                </a:cubicBezTo>
                <a:cubicBezTo>
                  <a:pt x="493" y="654"/>
                  <a:pt x="491" y="657"/>
                  <a:pt x="489" y="660"/>
                </a:cubicBezTo>
                <a:cubicBezTo>
                  <a:pt x="488" y="663"/>
                  <a:pt x="487" y="667"/>
                  <a:pt x="487" y="670"/>
                </a:cubicBezTo>
                <a:cubicBezTo>
                  <a:pt x="487" y="674"/>
                  <a:pt x="488" y="679"/>
                  <a:pt x="490" y="683"/>
                </a:cubicBezTo>
                <a:cubicBezTo>
                  <a:pt x="492" y="687"/>
                  <a:pt x="494" y="690"/>
                  <a:pt x="497" y="693"/>
                </a:cubicBezTo>
                <a:cubicBezTo>
                  <a:pt x="498" y="694"/>
                  <a:pt x="499" y="694"/>
                  <a:pt x="501" y="696"/>
                </a:cubicBezTo>
                <a:cubicBezTo>
                  <a:pt x="506" y="700"/>
                  <a:pt x="517" y="709"/>
                  <a:pt x="530" y="719"/>
                </a:cubicBezTo>
                <a:cubicBezTo>
                  <a:pt x="549" y="735"/>
                  <a:pt x="574" y="755"/>
                  <a:pt x="594" y="772"/>
                </a:cubicBezTo>
                <a:cubicBezTo>
                  <a:pt x="604" y="781"/>
                  <a:pt x="613" y="788"/>
                  <a:pt x="619" y="794"/>
                </a:cubicBezTo>
                <a:cubicBezTo>
                  <a:pt x="622" y="797"/>
                  <a:pt x="624" y="800"/>
                  <a:pt x="625" y="802"/>
                </a:cubicBezTo>
                <a:cubicBezTo>
                  <a:pt x="626" y="802"/>
                  <a:pt x="626" y="802"/>
                  <a:pt x="626" y="803"/>
                </a:cubicBezTo>
                <a:cubicBezTo>
                  <a:pt x="626" y="806"/>
                  <a:pt x="626" y="813"/>
                  <a:pt x="626" y="822"/>
                </a:cubicBezTo>
                <a:cubicBezTo>
                  <a:pt x="626" y="838"/>
                  <a:pt x="626" y="859"/>
                  <a:pt x="626" y="878"/>
                </a:cubicBezTo>
                <a:cubicBezTo>
                  <a:pt x="626" y="887"/>
                  <a:pt x="625" y="895"/>
                  <a:pt x="625" y="902"/>
                </a:cubicBezTo>
                <a:cubicBezTo>
                  <a:pt x="625" y="908"/>
                  <a:pt x="625" y="913"/>
                  <a:pt x="625" y="914"/>
                </a:cubicBezTo>
                <a:cubicBezTo>
                  <a:pt x="625" y="916"/>
                  <a:pt x="625" y="918"/>
                  <a:pt x="625" y="919"/>
                </a:cubicBezTo>
                <a:cubicBezTo>
                  <a:pt x="625" y="920"/>
                  <a:pt x="625" y="922"/>
                  <a:pt x="625" y="922"/>
                </a:cubicBezTo>
                <a:cubicBezTo>
                  <a:pt x="624" y="923"/>
                  <a:pt x="624" y="924"/>
                  <a:pt x="624" y="924"/>
                </a:cubicBezTo>
                <a:cubicBezTo>
                  <a:pt x="624" y="924"/>
                  <a:pt x="624" y="924"/>
                  <a:pt x="624" y="924"/>
                </a:cubicBezTo>
                <a:cubicBezTo>
                  <a:pt x="624" y="924"/>
                  <a:pt x="624" y="924"/>
                  <a:pt x="624" y="924"/>
                </a:cubicBezTo>
                <a:cubicBezTo>
                  <a:pt x="622" y="924"/>
                  <a:pt x="621" y="924"/>
                  <a:pt x="618" y="924"/>
                </a:cubicBezTo>
                <a:cubicBezTo>
                  <a:pt x="616" y="924"/>
                  <a:pt x="614" y="924"/>
                  <a:pt x="612" y="924"/>
                </a:cubicBezTo>
                <a:cubicBezTo>
                  <a:pt x="604" y="924"/>
                  <a:pt x="595" y="924"/>
                  <a:pt x="587" y="924"/>
                </a:cubicBezTo>
                <a:cubicBezTo>
                  <a:pt x="580" y="925"/>
                  <a:pt x="574" y="925"/>
                  <a:pt x="574" y="925"/>
                </a:cubicBezTo>
                <a:cubicBezTo>
                  <a:pt x="570" y="925"/>
                  <a:pt x="567" y="928"/>
                  <a:pt x="567" y="933"/>
                </a:cubicBezTo>
                <a:cubicBezTo>
                  <a:pt x="567" y="935"/>
                  <a:pt x="568" y="936"/>
                  <a:pt x="570" y="938"/>
                </a:cubicBezTo>
                <a:cubicBezTo>
                  <a:pt x="337" y="934"/>
                  <a:pt x="337" y="934"/>
                  <a:pt x="337" y="934"/>
                </a:cubicBezTo>
                <a:cubicBezTo>
                  <a:pt x="299" y="929"/>
                  <a:pt x="263" y="925"/>
                  <a:pt x="233" y="922"/>
                </a:cubicBezTo>
                <a:cubicBezTo>
                  <a:pt x="213" y="920"/>
                  <a:pt x="196" y="918"/>
                  <a:pt x="182" y="917"/>
                </a:cubicBezTo>
                <a:cubicBezTo>
                  <a:pt x="176" y="916"/>
                  <a:pt x="170" y="915"/>
                  <a:pt x="166" y="915"/>
                </a:cubicBezTo>
                <a:cubicBezTo>
                  <a:pt x="161" y="915"/>
                  <a:pt x="158" y="915"/>
                  <a:pt x="156" y="915"/>
                </a:cubicBezTo>
                <a:cubicBezTo>
                  <a:pt x="156" y="915"/>
                  <a:pt x="155" y="915"/>
                  <a:pt x="155" y="915"/>
                </a:cubicBezTo>
                <a:cubicBezTo>
                  <a:pt x="155" y="915"/>
                  <a:pt x="154" y="915"/>
                  <a:pt x="154" y="915"/>
                </a:cubicBezTo>
                <a:cubicBezTo>
                  <a:pt x="154" y="915"/>
                  <a:pt x="154" y="915"/>
                  <a:pt x="153" y="915"/>
                </a:cubicBezTo>
                <a:cubicBezTo>
                  <a:pt x="153" y="915"/>
                  <a:pt x="153" y="915"/>
                  <a:pt x="152" y="916"/>
                </a:cubicBezTo>
                <a:cubicBezTo>
                  <a:pt x="151" y="916"/>
                  <a:pt x="150" y="917"/>
                  <a:pt x="149" y="918"/>
                </a:cubicBezTo>
                <a:cubicBezTo>
                  <a:pt x="148" y="920"/>
                  <a:pt x="145" y="922"/>
                  <a:pt x="143" y="924"/>
                </a:cubicBezTo>
                <a:cubicBezTo>
                  <a:pt x="140" y="926"/>
                  <a:pt x="138" y="929"/>
                  <a:pt x="136" y="931"/>
                </a:cubicBezTo>
                <a:cubicBezTo>
                  <a:pt x="20" y="929"/>
                  <a:pt x="20" y="929"/>
                  <a:pt x="20" y="929"/>
                </a:cubicBezTo>
                <a:cubicBezTo>
                  <a:pt x="20" y="929"/>
                  <a:pt x="19" y="929"/>
                  <a:pt x="19" y="929"/>
                </a:cubicBezTo>
                <a:cubicBezTo>
                  <a:pt x="17" y="927"/>
                  <a:pt x="14" y="926"/>
                  <a:pt x="11" y="926"/>
                </a:cubicBezTo>
                <a:cubicBezTo>
                  <a:pt x="5" y="926"/>
                  <a:pt x="0" y="930"/>
                  <a:pt x="0" y="934"/>
                </a:cubicBezTo>
                <a:cubicBezTo>
                  <a:pt x="0" y="951"/>
                  <a:pt x="0" y="951"/>
                  <a:pt x="0" y="951"/>
                </a:cubicBezTo>
                <a:cubicBezTo>
                  <a:pt x="0" y="956"/>
                  <a:pt x="5" y="960"/>
                  <a:pt x="11" y="960"/>
                </a:cubicBezTo>
                <a:cubicBezTo>
                  <a:pt x="15" y="960"/>
                  <a:pt x="18" y="958"/>
                  <a:pt x="20" y="955"/>
                </a:cubicBezTo>
                <a:cubicBezTo>
                  <a:pt x="20" y="955"/>
                  <a:pt x="20" y="955"/>
                  <a:pt x="20" y="955"/>
                </a:cubicBezTo>
                <a:cubicBezTo>
                  <a:pt x="72" y="956"/>
                  <a:pt x="72" y="956"/>
                  <a:pt x="72" y="956"/>
                </a:cubicBezTo>
                <a:cubicBezTo>
                  <a:pt x="73" y="957"/>
                  <a:pt x="73" y="957"/>
                  <a:pt x="74" y="958"/>
                </a:cubicBezTo>
                <a:cubicBezTo>
                  <a:pt x="79" y="965"/>
                  <a:pt x="94" y="968"/>
                  <a:pt x="103" y="973"/>
                </a:cubicBezTo>
                <a:cubicBezTo>
                  <a:pt x="111" y="977"/>
                  <a:pt x="118" y="1004"/>
                  <a:pt x="121" y="1017"/>
                </a:cubicBezTo>
                <a:cubicBezTo>
                  <a:pt x="106" y="1028"/>
                  <a:pt x="97" y="1045"/>
                  <a:pt x="97" y="1065"/>
                </a:cubicBezTo>
                <a:cubicBezTo>
                  <a:pt x="97" y="1097"/>
                  <a:pt x="123" y="1124"/>
                  <a:pt x="156" y="1124"/>
                </a:cubicBezTo>
                <a:cubicBezTo>
                  <a:pt x="188" y="1124"/>
                  <a:pt x="214" y="1097"/>
                  <a:pt x="214" y="1065"/>
                </a:cubicBezTo>
                <a:cubicBezTo>
                  <a:pt x="214" y="1039"/>
                  <a:pt x="197" y="1016"/>
                  <a:pt x="174" y="1009"/>
                </a:cubicBezTo>
                <a:cubicBezTo>
                  <a:pt x="165" y="994"/>
                  <a:pt x="153" y="971"/>
                  <a:pt x="151" y="968"/>
                </a:cubicBezTo>
                <a:cubicBezTo>
                  <a:pt x="149" y="965"/>
                  <a:pt x="150" y="961"/>
                  <a:pt x="151" y="957"/>
                </a:cubicBezTo>
                <a:cubicBezTo>
                  <a:pt x="495" y="963"/>
                  <a:pt x="495" y="963"/>
                  <a:pt x="495" y="963"/>
                </a:cubicBezTo>
                <a:cubicBezTo>
                  <a:pt x="530" y="967"/>
                  <a:pt x="561" y="971"/>
                  <a:pt x="586" y="974"/>
                </a:cubicBezTo>
                <a:cubicBezTo>
                  <a:pt x="603" y="976"/>
                  <a:pt x="617" y="978"/>
                  <a:pt x="626" y="979"/>
                </a:cubicBezTo>
                <a:cubicBezTo>
                  <a:pt x="631" y="980"/>
                  <a:pt x="635" y="980"/>
                  <a:pt x="638" y="981"/>
                </a:cubicBezTo>
                <a:cubicBezTo>
                  <a:pt x="639" y="981"/>
                  <a:pt x="641" y="981"/>
                  <a:pt x="641" y="981"/>
                </a:cubicBezTo>
                <a:cubicBezTo>
                  <a:pt x="642" y="981"/>
                  <a:pt x="642" y="981"/>
                  <a:pt x="642" y="981"/>
                </a:cubicBezTo>
                <a:cubicBezTo>
                  <a:pt x="642" y="981"/>
                  <a:pt x="642" y="981"/>
                  <a:pt x="642" y="981"/>
                </a:cubicBezTo>
                <a:cubicBezTo>
                  <a:pt x="643" y="981"/>
                  <a:pt x="643" y="981"/>
                  <a:pt x="643" y="981"/>
                </a:cubicBezTo>
                <a:cubicBezTo>
                  <a:pt x="643" y="981"/>
                  <a:pt x="643" y="981"/>
                  <a:pt x="643" y="981"/>
                </a:cubicBezTo>
                <a:cubicBezTo>
                  <a:pt x="643" y="982"/>
                  <a:pt x="644" y="982"/>
                  <a:pt x="644" y="982"/>
                </a:cubicBezTo>
                <a:cubicBezTo>
                  <a:pt x="645" y="982"/>
                  <a:pt x="646" y="981"/>
                  <a:pt x="647" y="981"/>
                </a:cubicBezTo>
                <a:cubicBezTo>
                  <a:pt x="648" y="980"/>
                  <a:pt x="650" y="979"/>
                  <a:pt x="651" y="978"/>
                </a:cubicBezTo>
                <a:cubicBezTo>
                  <a:pt x="653" y="977"/>
                  <a:pt x="656" y="974"/>
                  <a:pt x="659" y="971"/>
                </a:cubicBezTo>
                <a:cubicBezTo>
                  <a:pt x="660" y="969"/>
                  <a:pt x="661" y="967"/>
                  <a:pt x="663" y="965"/>
                </a:cubicBezTo>
                <a:cubicBezTo>
                  <a:pt x="773" y="967"/>
                  <a:pt x="773" y="967"/>
                  <a:pt x="773" y="967"/>
                </a:cubicBezTo>
                <a:cubicBezTo>
                  <a:pt x="780" y="973"/>
                  <a:pt x="797" y="987"/>
                  <a:pt x="804" y="995"/>
                </a:cubicBezTo>
                <a:cubicBezTo>
                  <a:pt x="811" y="1004"/>
                  <a:pt x="820" y="1019"/>
                  <a:pt x="823" y="1024"/>
                </a:cubicBezTo>
                <a:cubicBezTo>
                  <a:pt x="813" y="1034"/>
                  <a:pt x="807" y="1049"/>
                  <a:pt x="807" y="1065"/>
                </a:cubicBezTo>
                <a:cubicBezTo>
                  <a:pt x="807" y="1097"/>
                  <a:pt x="833" y="1124"/>
                  <a:pt x="866" y="1124"/>
                </a:cubicBezTo>
                <a:cubicBezTo>
                  <a:pt x="898" y="1124"/>
                  <a:pt x="925" y="1097"/>
                  <a:pt x="925" y="1065"/>
                </a:cubicBezTo>
                <a:cubicBezTo>
                  <a:pt x="925" y="1034"/>
                  <a:pt x="900" y="1008"/>
                  <a:pt x="870" y="1006"/>
                </a:cubicBezTo>
                <a:cubicBezTo>
                  <a:pt x="868" y="1000"/>
                  <a:pt x="866" y="990"/>
                  <a:pt x="867" y="988"/>
                </a:cubicBezTo>
                <a:cubicBezTo>
                  <a:pt x="869" y="984"/>
                  <a:pt x="880" y="982"/>
                  <a:pt x="880" y="978"/>
                </a:cubicBezTo>
                <a:cubicBezTo>
                  <a:pt x="880" y="973"/>
                  <a:pt x="871" y="973"/>
                  <a:pt x="864" y="973"/>
                </a:cubicBezTo>
                <a:cubicBezTo>
                  <a:pt x="857" y="973"/>
                  <a:pt x="852" y="978"/>
                  <a:pt x="852" y="978"/>
                </a:cubicBezTo>
                <a:cubicBezTo>
                  <a:pt x="848" y="968"/>
                  <a:pt x="848" y="968"/>
                  <a:pt x="848" y="968"/>
                </a:cubicBezTo>
                <a:cubicBezTo>
                  <a:pt x="849" y="968"/>
                  <a:pt x="849" y="968"/>
                  <a:pt x="849" y="968"/>
                </a:cubicBezTo>
                <a:cubicBezTo>
                  <a:pt x="851" y="971"/>
                  <a:pt x="853" y="973"/>
                  <a:pt x="856" y="973"/>
                </a:cubicBezTo>
                <a:cubicBezTo>
                  <a:pt x="860" y="973"/>
                  <a:pt x="864" y="970"/>
                  <a:pt x="864" y="966"/>
                </a:cubicBezTo>
                <a:cubicBezTo>
                  <a:pt x="864" y="966"/>
                  <a:pt x="864" y="964"/>
                  <a:pt x="864" y="961"/>
                </a:cubicBezTo>
                <a:cubicBezTo>
                  <a:pt x="864" y="951"/>
                  <a:pt x="863" y="925"/>
                  <a:pt x="863" y="899"/>
                </a:cubicBezTo>
                <a:cubicBezTo>
                  <a:pt x="863" y="874"/>
                  <a:pt x="863" y="849"/>
                  <a:pt x="863" y="842"/>
                </a:cubicBezTo>
                <a:cubicBezTo>
                  <a:pt x="863" y="841"/>
                  <a:pt x="862" y="840"/>
                  <a:pt x="862" y="839"/>
                </a:cubicBezTo>
                <a:cubicBezTo>
                  <a:pt x="862" y="837"/>
                  <a:pt x="861" y="836"/>
                  <a:pt x="860" y="835"/>
                </a:cubicBezTo>
                <a:cubicBezTo>
                  <a:pt x="859" y="833"/>
                  <a:pt x="858" y="831"/>
                  <a:pt x="856" y="828"/>
                </a:cubicBezTo>
                <a:cubicBezTo>
                  <a:pt x="852" y="824"/>
                  <a:pt x="847" y="819"/>
                  <a:pt x="841" y="813"/>
                </a:cubicBezTo>
                <a:cubicBezTo>
                  <a:pt x="832" y="804"/>
                  <a:pt x="820" y="792"/>
                  <a:pt x="806" y="779"/>
                </a:cubicBezTo>
                <a:cubicBezTo>
                  <a:pt x="792" y="766"/>
                  <a:pt x="776" y="752"/>
                  <a:pt x="759" y="736"/>
                </a:cubicBezTo>
                <a:cubicBezTo>
                  <a:pt x="755" y="731"/>
                  <a:pt x="748" y="725"/>
                  <a:pt x="740" y="718"/>
                </a:cubicBezTo>
                <a:cubicBezTo>
                  <a:pt x="729" y="707"/>
                  <a:pt x="714" y="694"/>
                  <a:pt x="701" y="683"/>
                </a:cubicBezTo>
                <a:cubicBezTo>
                  <a:pt x="695" y="678"/>
                  <a:pt x="688" y="674"/>
                  <a:pt x="683" y="670"/>
                </a:cubicBezTo>
                <a:cubicBezTo>
                  <a:pt x="680" y="668"/>
                  <a:pt x="677" y="666"/>
                  <a:pt x="675" y="665"/>
                </a:cubicBezTo>
                <a:cubicBezTo>
                  <a:pt x="673" y="664"/>
                  <a:pt x="671" y="664"/>
                  <a:pt x="670" y="663"/>
                </a:cubicBezTo>
                <a:cubicBezTo>
                  <a:pt x="680" y="664"/>
                  <a:pt x="686" y="665"/>
                  <a:pt x="686" y="664"/>
                </a:cubicBezTo>
                <a:cubicBezTo>
                  <a:pt x="688" y="662"/>
                  <a:pt x="689" y="646"/>
                  <a:pt x="689" y="643"/>
                </a:cubicBezTo>
                <a:cubicBezTo>
                  <a:pt x="689" y="643"/>
                  <a:pt x="689" y="643"/>
                  <a:pt x="689" y="643"/>
                </a:cubicBezTo>
                <a:cubicBezTo>
                  <a:pt x="689" y="644"/>
                  <a:pt x="690" y="646"/>
                  <a:pt x="692" y="647"/>
                </a:cubicBezTo>
                <a:cubicBezTo>
                  <a:pt x="695" y="648"/>
                  <a:pt x="697" y="646"/>
                  <a:pt x="698" y="644"/>
                </a:cubicBezTo>
                <a:cubicBezTo>
                  <a:pt x="706" y="622"/>
                  <a:pt x="706" y="622"/>
                  <a:pt x="706" y="622"/>
                </a:cubicBezTo>
                <a:cubicBezTo>
                  <a:pt x="707" y="622"/>
                  <a:pt x="708" y="620"/>
                  <a:pt x="709" y="619"/>
                </a:cubicBezTo>
                <a:cubicBezTo>
                  <a:pt x="709" y="618"/>
                  <a:pt x="708" y="617"/>
                  <a:pt x="708" y="616"/>
                </a:cubicBezTo>
                <a:cubicBezTo>
                  <a:pt x="749" y="495"/>
                  <a:pt x="749" y="495"/>
                  <a:pt x="749" y="495"/>
                </a:cubicBezTo>
                <a:cubicBezTo>
                  <a:pt x="750" y="494"/>
                  <a:pt x="751" y="493"/>
                  <a:pt x="752" y="492"/>
                </a:cubicBezTo>
                <a:cubicBezTo>
                  <a:pt x="752" y="491"/>
                  <a:pt x="751" y="490"/>
                  <a:pt x="751" y="489"/>
                </a:cubicBezTo>
                <a:cubicBezTo>
                  <a:pt x="803" y="335"/>
                  <a:pt x="803" y="335"/>
                  <a:pt x="803" y="335"/>
                </a:cubicBezTo>
                <a:cubicBezTo>
                  <a:pt x="805" y="334"/>
                  <a:pt x="806" y="333"/>
                  <a:pt x="806" y="332"/>
                </a:cubicBezTo>
                <a:cubicBezTo>
                  <a:pt x="806" y="331"/>
                  <a:pt x="805" y="330"/>
                  <a:pt x="805" y="330"/>
                </a:cubicBezTo>
                <a:cubicBezTo>
                  <a:pt x="843" y="217"/>
                  <a:pt x="843" y="217"/>
                  <a:pt x="843" y="217"/>
                </a:cubicBezTo>
                <a:cubicBezTo>
                  <a:pt x="843" y="217"/>
                  <a:pt x="843" y="217"/>
                  <a:pt x="844" y="217"/>
                </a:cubicBezTo>
                <a:cubicBezTo>
                  <a:pt x="845" y="217"/>
                  <a:pt x="846" y="217"/>
                  <a:pt x="847" y="218"/>
                </a:cubicBezTo>
                <a:cubicBezTo>
                  <a:pt x="848" y="218"/>
                  <a:pt x="848" y="218"/>
                  <a:pt x="849" y="218"/>
                </a:cubicBezTo>
                <a:cubicBezTo>
                  <a:pt x="849" y="218"/>
                  <a:pt x="850" y="218"/>
                  <a:pt x="851" y="218"/>
                </a:cubicBezTo>
                <a:cubicBezTo>
                  <a:pt x="851" y="218"/>
                  <a:pt x="851" y="218"/>
                  <a:pt x="851" y="218"/>
                </a:cubicBezTo>
                <a:cubicBezTo>
                  <a:pt x="852" y="218"/>
                  <a:pt x="852" y="218"/>
                  <a:pt x="853" y="218"/>
                </a:cubicBezTo>
                <a:cubicBezTo>
                  <a:pt x="854" y="217"/>
                  <a:pt x="857" y="217"/>
                  <a:pt x="860" y="216"/>
                </a:cubicBezTo>
                <a:cubicBezTo>
                  <a:pt x="865" y="214"/>
                  <a:pt x="870" y="212"/>
                  <a:pt x="875" y="210"/>
                </a:cubicBezTo>
                <a:cubicBezTo>
                  <a:pt x="877" y="209"/>
                  <a:pt x="879" y="208"/>
                  <a:pt x="881" y="207"/>
                </a:cubicBezTo>
                <a:cubicBezTo>
                  <a:pt x="882" y="206"/>
                  <a:pt x="882" y="206"/>
                  <a:pt x="883" y="205"/>
                </a:cubicBezTo>
                <a:cubicBezTo>
                  <a:pt x="883" y="205"/>
                  <a:pt x="884" y="204"/>
                  <a:pt x="884" y="204"/>
                </a:cubicBezTo>
                <a:cubicBezTo>
                  <a:pt x="884" y="203"/>
                  <a:pt x="885" y="202"/>
                  <a:pt x="885" y="202"/>
                </a:cubicBezTo>
                <a:cubicBezTo>
                  <a:pt x="885" y="202"/>
                  <a:pt x="885" y="202"/>
                  <a:pt x="885" y="202"/>
                </a:cubicBezTo>
                <a:cubicBezTo>
                  <a:pt x="885" y="201"/>
                  <a:pt x="885" y="201"/>
                  <a:pt x="885" y="200"/>
                </a:cubicBezTo>
                <a:cubicBezTo>
                  <a:pt x="887" y="192"/>
                  <a:pt x="894" y="167"/>
                  <a:pt x="901" y="143"/>
                </a:cubicBezTo>
                <a:cubicBezTo>
                  <a:pt x="903" y="142"/>
                  <a:pt x="905" y="140"/>
                  <a:pt x="905" y="137"/>
                </a:cubicBezTo>
                <a:cubicBezTo>
                  <a:pt x="904" y="136"/>
                  <a:pt x="904" y="136"/>
                  <a:pt x="903" y="135"/>
                </a:cubicBezTo>
                <a:cubicBezTo>
                  <a:pt x="907" y="124"/>
                  <a:pt x="910" y="113"/>
                  <a:pt x="912" y="105"/>
                </a:cubicBezTo>
                <a:cubicBezTo>
                  <a:pt x="913" y="101"/>
                  <a:pt x="914" y="97"/>
                  <a:pt x="915" y="94"/>
                </a:cubicBezTo>
                <a:cubicBezTo>
                  <a:pt x="916" y="93"/>
                  <a:pt x="916" y="92"/>
                  <a:pt x="916" y="91"/>
                </a:cubicBezTo>
                <a:cubicBezTo>
                  <a:pt x="916" y="91"/>
                  <a:pt x="916" y="91"/>
                  <a:pt x="916" y="90"/>
                </a:cubicBezTo>
                <a:cubicBezTo>
                  <a:pt x="917" y="90"/>
                  <a:pt x="917" y="90"/>
                  <a:pt x="917" y="90"/>
                </a:cubicBezTo>
                <a:cubicBezTo>
                  <a:pt x="918" y="89"/>
                  <a:pt x="919" y="89"/>
                  <a:pt x="920" y="87"/>
                </a:cubicBezTo>
                <a:cubicBezTo>
                  <a:pt x="925" y="84"/>
                  <a:pt x="934" y="78"/>
                  <a:pt x="941" y="73"/>
                </a:cubicBezTo>
                <a:cubicBezTo>
                  <a:pt x="942" y="72"/>
                  <a:pt x="942" y="72"/>
                  <a:pt x="943" y="72"/>
                </a:cubicBezTo>
                <a:cubicBezTo>
                  <a:pt x="944" y="72"/>
                  <a:pt x="946" y="73"/>
                  <a:pt x="946" y="73"/>
                </a:cubicBezTo>
                <a:cubicBezTo>
                  <a:pt x="947" y="73"/>
                  <a:pt x="950" y="73"/>
                  <a:pt x="951" y="72"/>
                </a:cubicBezTo>
                <a:cubicBezTo>
                  <a:pt x="951" y="70"/>
                  <a:pt x="950" y="69"/>
                  <a:pt x="950" y="69"/>
                </a:cubicBezTo>
                <a:cubicBezTo>
                  <a:pt x="950" y="69"/>
                  <a:pt x="984" y="43"/>
                  <a:pt x="985" y="42"/>
                </a:cubicBezTo>
                <a:cubicBezTo>
                  <a:pt x="987" y="40"/>
                  <a:pt x="998" y="29"/>
                  <a:pt x="988" y="15"/>
                </a:cubicBezTo>
                <a:close/>
                <a:moveTo>
                  <a:pt x="156" y="1094"/>
                </a:moveTo>
                <a:cubicBezTo>
                  <a:pt x="140" y="1094"/>
                  <a:pt x="127" y="1081"/>
                  <a:pt x="127" y="1065"/>
                </a:cubicBezTo>
                <a:cubicBezTo>
                  <a:pt x="127" y="1049"/>
                  <a:pt x="140" y="1036"/>
                  <a:pt x="156" y="1036"/>
                </a:cubicBezTo>
                <a:cubicBezTo>
                  <a:pt x="171" y="1036"/>
                  <a:pt x="184" y="1049"/>
                  <a:pt x="184" y="1065"/>
                </a:cubicBezTo>
                <a:cubicBezTo>
                  <a:pt x="184" y="1081"/>
                  <a:pt x="171" y="1094"/>
                  <a:pt x="156" y="1094"/>
                </a:cubicBezTo>
                <a:close/>
                <a:moveTo>
                  <a:pt x="150" y="931"/>
                </a:moveTo>
                <a:cubicBezTo>
                  <a:pt x="151" y="930"/>
                  <a:pt x="152" y="929"/>
                  <a:pt x="153" y="927"/>
                </a:cubicBezTo>
                <a:cubicBezTo>
                  <a:pt x="155" y="927"/>
                  <a:pt x="155" y="926"/>
                  <a:pt x="156" y="925"/>
                </a:cubicBezTo>
                <a:cubicBezTo>
                  <a:pt x="156" y="925"/>
                  <a:pt x="157" y="925"/>
                  <a:pt x="157" y="924"/>
                </a:cubicBezTo>
                <a:cubicBezTo>
                  <a:pt x="158" y="924"/>
                  <a:pt x="159" y="924"/>
                  <a:pt x="160" y="925"/>
                </a:cubicBezTo>
                <a:cubicBezTo>
                  <a:pt x="166" y="925"/>
                  <a:pt x="179" y="926"/>
                  <a:pt x="195" y="928"/>
                </a:cubicBezTo>
                <a:cubicBezTo>
                  <a:pt x="207" y="929"/>
                  <a:pt x="221" y="931"/>
                  <a:pt x="237" y="932"/>
                </a:cubicBezTo>
                <a:lnTo>
                  <a:pt x="150" y="931"/>
                </a:lnTo>
                <a:close/>
                <a:moveTo>
                  <a:pt x="646" y="970"/>
                </a:moveTo>
                <a:cubicBezTo>
                  <a:pt x="645" y="971"/>
                  <a:pt x="644" y="971"/>
                  <a:pt x="644" y="972"/>
                </a:cubicBezTo>
                <a:cubicBezTo>
                  <a:pt x="642" y="971"/>
                  <a:pt x="639" y="971"/>
                  <a:pt x="635" y="970"/>
                </a:cubicBezTo>
                <a:cubicBezTo>
                  <a:pt x="625" y="969"/>
                  <a:pt x="609" y="967"/>
                  <a:pt x="587" y="964"/>
                </a:cubicBezTo>
                <a:cubicBezTo>
                  <a:pt x="650" y="965"/>
                  <a:pt x="650" y="965"/>
                  <a:pt x="650" y="965"/>
                </a:cubicBezTo>
                <a:cubicBezTo>
                  <a:pt x="649" y="967"/>
                  <a:pt x="647" y="969"/>
                  <a:pt x="646" y="970"/>
                </a:cubicBezTo>
                <a:close/>
                <a:moveTo>
                  <a:pt x="894" y="1065"/>
                </a:moveTo>
                <a:cubicBezTo>
                  <a:pt x="894" y="1081"/>
                  <a:pt x="882" y="1094"/>
                  <a:pt x="866" y="1094"/>
                </a:cubicBezTo>
                <a:cubicBezTo>
                  <a:pt x="850" y="1094"/>
                  <a:pt x="837" y="1081"/>
                  <a:pt x="837" y="1065"/>
                </a:cubicBezTo>
                <a:cubicBezTo>
                  <a:pt x="837" y="1049"/>
                  <a:pt x="850" y="1036"/>
                  <a:pt x="866" y="1036"/>
                </a:cubicBezTo>
                <a:cubicBezTo>
                  <a:pt x="882" y="1036"/>
                  <a:pt x="894" y="1049"/>
                  <a:pt x="894" y="1065"/>
                </a:cubicBezTo>
                <a:close/>
                <a:moveTo>
                  <a:pt x="674" y="682"/>
                </a:moveTo>
                <a:cubicBezTo>
                  <a:pt x="679" y="685"/>
                  <a:pt x="686" y="690"/>
                  <a:pt x="693" y="696"/>
                </a:cubicBezTo>
                <a:cubicBezTo>
                  <a:pt x="703" y="704"/>
                  <a:pt x="715" y="714"/>
                  <a:pt x="725" y="723"/>
                </a:cubicBezTo>
                <a:cubicBezTo>
                  <a:pt x="735" y="733"/>
                  <a:pt x="744" y="741"/>
                  <a:pt x="749" y="746"/>
                </a:cubicBezTo>
                <a:cubicBezTo>
                  <a:pt x="778" y="773"/>
                  <a:pt x="803" y="797"/>
                  <a:pt x="821" y="814"/>
                </a:cubicBezTo>
                <a:cubicBezTo>
                  <a:pt x="829" y="822"/>
                  <a:pt x="836" y="829"/>
                  <a:pt x="841" y="834"/>
                </a:cubicBezTo>
                <a:cubicBezTo>
                  <a:pt x="836" y="834"/>
                  <a:pt x="832" y="838"/>
                  <a:pt x="832" y="843"/>
                </a:cubicBezTo>
                <a:cubicBezTo>
                  <a:pt x="832" y="848"/>
                  <a:pt x="836" y="852"/>
                  <a:pt x="841" y="852"/>
                </a:cubicBezTo>
                <a:cubicBezTo>
                  <a:pt x="844" y="852"/>
                  <a:pt x="846" y="850"/>
                  <a:pt x="848" y="848"/>
                </a:cubicBezTo>
                <a:cubicBezTo>
                  <a:pt x="848" y="862"/>
                  <a:pt x="848" y="887"/>
                  <a:pt x="848" y="910"/>
                </a:cubicBezTo>
                <a:cubicBezTo>
                  <a:pt x="848" y="922"/>
                  <a:pt x="849" y="933"/>
                  <a:pt x="849" y="942"/>
                </a:cubicBezTo>
                <a:cubicBezTo>
                  <a:pt x="688" y="940"/>
                  <a:pt x="688" y="940"/>
                  <a:pt x="688" y="940"/>
                </a:cubicBezTo>
                <a:cubicBezTo>
                  <a:pt x="693" y="938"/>
                  <a:pt x="696" y="934"/>
                  <a:pt x="696" y="928"/>
                </a:cubicBezTo>
                <a:cubicBezTo>
                  <a:pt x="696" y="926"/>
                  <a:pt x="695" y="924"/>
                  <a:pt x="694" y="922"/>
                </a:cubicBezTo>
                <a:cubicBezTo>
                  <a:pt x="705" y="907"/>
                  <a:pt x="712" y="895"/>
                  <a:pt x="712" y="895"/>
                </a:cubicBezTo>
                <a:cubicBezTo>
                  <a:pt x="714" y="893"/>
                  <a:pt x="713" y="890"/>
                  <a:pt x="711" y="888"/>
                </a:cubicBezTo>
                <a:cubicBezTo>
                  <a:pt x="709" y="887"/>
                  <a:pt x="706" y="887"/>
                  <a:pt x="704" y="890"/>
                </a:cubicBezTo>
                <a:cubicBezTo>
                  <a:pt x="704" y="890"/>
                  <a:pt x="704" y="890"/>
                  <a:pt x="704" y="890"/>
                </a:cubicBezTo>
                <a:cubicBezTo>
                  <a:pt x="702" y="894"/>
                  <a:pt x="695" y="904"/>
                  <a:pt x="686" y="917"/>
                </a:cubicBezTo>
                <a:cubicBezTo>
                  <a:pt x="685" y="917"/>
                  <a:pt x="685" y="917"/>
                  <a:pt x="684" y="917"/>
                </a:cubicBezTo>
                <a:cubicBezTo>
                  <a:pt x="678" y="917"/>
                  <a:pt x="672" y="922"/>
                  <a:pt x="672" y="928"/>
                </a:cubicBezTo>
                <a:cubicBezTo>
                  <a:pt x="672" y="931"/>
                  <a:pt x="673" y="932"/>
                  <a:pt x="674" y="934"/>
                </a:cubicBezTo>
                <a:cubicBezTo>
                  <a:pt x="674" y="935"/>
                  <a:pt x="673" y="935"/>
                  <a:pt x="673" y="936"/>
                </a:cubicBezTo>
                <a:cubicBezTo>
                  <a:pt x="672" y="937"/>
                  <a:pt x="671" y="938"/>
                  <a:pt x="670" y="939"/>
                </a:cubicBezTo>
                <a:cubicBezTo>
                  <a:pt x="628" y="939"/>
                  <a:pt x="628" y="939"/>
                  <a:pt x="628" y="939"/>
                </a:cubicBezTo>
                <a:cubicBezTo>
                  <a:pt x="629" y="938"/>
                  <a:pt x="629" y="938"/>
                  <a:pt x="629" y="938"/>
                </a:cubicBezTo>
                <a:cubicBezTo>
                  <a:pt x="631" y="938"/>
                  <a:pt x="632" y="937"/>
                  <a:pt x="633" y="936"/>
                </a:cubicBezTo>
                <a:cubicBezTo>
                  <a:pt x="635" y="934"/>
                  <a:pt x="636" y="932"/>
                  <a:pt x="637" y="930"/>
                </a:cubicBezTo>
                <a:cubicBezTo>
                  <a:pt x="639" y="927"/>
                  <a:pt x="639" y="925"/>
                  <a:pt x="640" y="922"/>
                </a:cubicBezTo>
                <a:cubicBezTo>
                  <a:pt x="640" y="919"/>
                  <a:pt x="640" y="916"/>
                  <a:pt x="640" y="914"/>
                </a:cubicBezTo>
                <a:cubicBezTo>
                  <a:pt x="640" y="913"/>
                  <a:pt x="640" y="911"/>
                  <a:pt x="640" y="908"/>
                </a:cubicBezTo>
                <a:cubicBezTo>
                  <a:pt x="640" y="896"/>
                  <a:pt x="641" y="871"/>
                  <a:pt x="641" y="849"/>
                </a:cubicBezTo>
                <a:cubicBezTo>
                  <a:pt x="641" y="838"/>
                  <a:pt x="641" y="827"/>
                  <a:pt x="641" y="818"/>
                </a:cubicBezTo>
                <a:cubicBezTo>
                  <a:pt x="641" y="810"/>
                  <a:pt x="641" y="804"/>
                  <a:pt x="641" y="801"/>
                </a:cubicBezTo>
                <a:cubicBezTo>
                  <a:pt x="641" y="800"/>
                  <a:pt x="641" y="799"/>
                  <a:pt x="641" y="799"/>
                </a:cubicBezTo>
                <a:cubicBezTo>
                  <a:pt x="640" y="797"/>
                  <a:pt x="640" y="796"/>
                  <a:pt x="639" y="795"/>
                </a:cubicBezTo>
                <a:cubicBezTo>
                  <a:pt x="638" y="794"/>
                  <a:pt x="637" y="792"/>
                  <a:pt x="636" y="791"/>
                </a:cubicBezTo>
                <a:cubicBezTo>
                  <a:pt x="633" y="787"/>
                  <a:pt x="629" y="783"/>
                  <a:pt x="624" y="779"/>
                </a:cubicBezTo>
                <a:cubicBezTo>
                  <a:pt x="616" y="771"/>
                  <a:pt x="605" y="762"/>
                  <a:pt x="593" y="752"/>
                </a:cubicBezTo>
                <a:cubicBezTo>
                  <a:pt x="575" y="737"/>
                  <a:pt x="555" y="720"/>
                  <a:pt x="539" y="707"/>
                </a:cubicBezTo>
                <a:cubicBezTo>
                  <a:pt x="530" y="701"/>
                  <a:pt x="523" y="695"/>
                  <a:pt x="518" y="690"/>
                </a:cubicBezTo>
                <a:cubicBezTo>
                  <a:pt x="515" y="688"/>
                  <a:pt x="513" y="686"/>
                  <a:pt x="511" y="685"/>
                </a:cubicBezTo>
                <a:cubicBezTo>
                  <a:pt x="509" y="683"/>
                  <a:pt x="508" y="682"/>
                  <a:pt x="507" y="682"/>
                </a:cubicBezTo>
                <a:cubicBezTo>
                  <a:pt x="506" y="681"/>
                  <a:pt x="505" y="679"/>
                  <a:pt x="504" y="677"/>
                </a:cubicBezTo>
                <a:cubicBezTo>
                  <a:pt x="503" y="674"/>
                  <a:pt x="502" y="672"/>
                  <a:pt x="502" y="670"/>
                </a:cubicBezTo>
                <a:cubicBezTo>
                  <a:pt x="502" y="668"/>
                  <a:pt x="502" y="667"/>
                  <a:pt x="503" y="666"/>
                </a:cubicBezTo>
                <a:cubicBezTo>
                  <a:pt x="503" y="665"/>
                  <a:pt x="503" y="665"/>
                  <a:pt x="504" y="664"/>
                </a:cubicBezTo>
                <a:cubicBezTo>
                  <a:pt x="505" y="663"/>
                  <a:pt x="506" y="663"/>
                  <a:pt x="507" y="662"/>
                </a:cubicBezTo>
                <a:cubicBezTo>
                  <a:pt x="509" y="661"/>
                  <a:pt x="511" y="661"/>
                  <a:pt x="515" y="661"/>
                </a:cubicBezTo>
                <a:cubicBezTo>
                  <a:pt x="515" y="661"/>
                  <a:pt x="516" y="661"/>
                  <a:pt x="516" y="661"/>
                </a:cubicBezTo>
                <a:cubicBezTo>
                  <a:pt x="523" y="661"/>
                  <a:pt x="535" y="662"/>
                  <a:pt x="549" y="663"/>
                </a:cubicBezTo>
                <a:cubicBezTo>
                  <a:pt x="570" y="665"/>
                  <a:pt x="595" y="668"/>
                  <a:pt x="617" y="671"/>
                </a:cubicBezTo>
                <a:cubicBezTo>
                  <a:pt x="628" y="672"/>
                  <a:pt x="639" y="673"/>
                  <a:pt x="647" y="674"/>
                </a:cubicBezTo>
                <a:cubicBezTo>
                  <a:pt x="651" y="675"/>
                  <a:pt x="654" y="676"/>
                  <a:pt x="657" y="676"/>
                </a:cubicBezTo>
                <a:cubicBezTo>
                  <a:pt x="660" y="676"/>
                  <a:pt x="663" y="677"/>
                  <a:pt x="664" y="677"/>
                </a:cubicBezTo>
                <a:cubicBezTo>
                  <a:pt x="665" y="677"/>
                  <a:pt x="665" y="677"/>
                  <a:pt x="666" y="678"/>
                </a:cubicBezTo>
                <a:cubicBezTo>
                  <a:pt x="668" y="679"/>
                  <a:pt x="671" y="680"/>
                  <a:pt x="674" y="682"/>
                </a:cubicBezTo>
                <a:close/>
                <a:moveTo>
                  <a:pt x="855" y="118"/>
                </a:moveTo>
                <a:cubicBezTo>
                  <a:pt x="901" y="114"/>
                  <a:pt x="901" y="114"/>
                  <a:pt x="901" y="114"/>
                </a:cubicBezTo>
                <a:cubicBezTo>
                  <a:pt x="899" y="120"/>
                  <a:pt x="897" y="126"/>
                  <a:pt x="895" y="133"/>
                </a:cubicBezTo>
                <a:cubicBezTo>
                  <a:pt x="870" y="136"/>
                  <a:pt x="870" y="136"/>
                  <a:pt x="870" y="136"/>
                </a:cubicBezTo>
                <a:cubicBezTo>
                  <a:pt x="870" y="134"/>
                  <a:pt x="869" y="133"/>
                  <a:pt x="867" y="132"/>
                </a:cubicBezTo>
                <a:cubicBezTo>
                  <a:pt x="864" y="131"/>
                  <a:pt x="862" y="133"/>
                  <a:pt x="861" y="135"/>
                </a:cubicBezTo>
                <a:cubicBezTo>
                  <a:pt x="860" y="137"/>
                  <a:pt x="860" y="137"/>
                  <a:pt x="860" y="137"/>
                </a:cubicBezTo>
                <a:cubicBezTo>
                  <a:pt x="845" y="138"/>
                  <a:pt x="845" y="138"/>
                  <a:pt x="845" y="138"/>
                </a:cubicBezTo>
                <a:cubicBezTo>
                  <a:pt x="848" y="131"/>
                  <a:pt x="852" y="124"/>
                  <a:pt x="855" y="118"/>
                </a:cubicBezTo>
                <a:close/>
                <a:moveTo>
                  <a:pt x="841" y="192"/>
                </a:moveTo>
                <a:cubicBezTo>
                  <a:pt x="841" y="191"/>
                  <a:pt x="841" y="191"/>
                  <a:pt x="841" y="191"/>
                </a:cubicBezTo>
                <a:cubicBezTo>
                  <a:pt x="842" y="189"/>
                  <a:pt x="841" y="187"/>
                  <a:pt x="839" y="186"/>
                </a:cubicBezTo>
                <a:cubicBezTo>
                  <a:pt x="837" y="185"/>
                  <a:pt x="834" y="187"/>
                  <a:pt x="833" y="189"/>
                </a:cubicBezTo>
                <a:cubicBezTo>
                  <a:pt x="832" y="192"/>
                  <a:pt x="832" y="192"/>
                  <a:pt x="832" y="192"/>
                </a:cubicBezTo>
                <a:cubicBezTo>
                  <a:pt x="822" y="193"/>
                  <a:pt x="822" y="193"/>
                  <a:pt x="822" y="193"/>
                </a:cubicBezTo>
                <a:cubicBezTo>
                  <a:pt x="833" y="163"/>
                  <a:pt x="833" y="163"/>
                  <a:pt x="833" y="163"/>
                </a:cubicBezTo>
                <a:cubicBezTo>
                  <a:pt x="835" y="158"/>
                  <a:pt x="837" y="153"/>
                  <a:pt x="840" y="148"/>
                </a:cubicBezTo>
                <a:cubicBezTo>
                  <a:pt x="857" y="147"/>
                  <a:pt x="857" y="147"/>
                  <a:pt x="857" y="147"/>
                </a:cubicBezTo>
                <a:cubicBezTo>
                  <a:pt x="841" y="192"/>
                  <a:pt x="841" y="192"/>
                  <a:pt x="841" y="192"/>
                </a:cubicBezTo>
                <a:close/>
                <a:moveTo>
                  <a:pt x="449" y="593"/>
                </a:moveTo>
                <a:cubicBezTo>
                  <a:pt x="449" y="591"/>
                  <a:pt x="449" y="591"/>
                  <a:pt x="449" y="591"/>
                </a:cubicBezTo>
                <a:cubicBezTo>
                  <a:pt x="470" y="594"/>
                  <a:pt x="470" y="594"/>
                  <a:pt x="470" y="594"/>
                </a:cubicBezTo>
                <a:cubicBezTo>
                  <a:pt x="469" y="596"/>
                  <a:pt x="469" y="596"/>
                  <a:pt x="469" y="596"/>
                </a:cubicBezTo>
                <a:cubicBezTo>
                  <a:pt x="461" y="595"/>
                  <a:pt x="454" y="594"/>
                  <a:pt x="449" y="593"/>
                </a:cubicBezTo>
                <a:close/>
                <a:moveTo>
                  <a:pt x="198" y="554"/>
                </a:moveTo>
                <a:cubicBezTo>
                  <a:pt x="177" y="552"/>
                  <a:pt x="177" y="552"/>
                  <a:pt x="177" y="552"/>
                </a:cubicBezTo>
                <a:cubicBezTo>
                  <a:pt x="186" y="458"/>
                  <a:pt x="186" y="458"/>
                  <a:pt x="186" y="458"/>
                </a:cubicBezTo>
                <a:cubicBezTo>
                  <a:pt x="209" y="459"/>
                  <a:pt x="209" y="459"/>
                  <a:pt x="209" y="459"/>
                </a:cubicBezTo>
                <a:lnTo>
                  <a:pt x="198" y="554"/>
                </a:lnTo>
                <a:close/>
                <a:moveTo>
                  <a:pt x="179" y="208"/>
                </a:moveTo>
                <a:cubicBezTo>
                  <a:pt x="195" y="207"/>
                  <a:pt x="195" y="207"/>
                  <a:pt x="195" y="207"/>
                </a:cubicBezTo>
                <a:cubicBezTo>
                  <a:pt x="195" y="209"/>
                  <a:pt x="195" y="209"/>
                  <a:pt x="195" y="209"/>
                </a:cubicBezTo>
                <a:cubicBezTo>
                  <a:pt x="207" y="208"/>
                  <a:pt x="207" y="208"/>
                  <a:pt x="207" y="208"/>
                </a:cubicBezTo>
                <a:cubicBezTo>
                  <a:pt x="203" y="241"/>
                  <a:pt x="203" y="241"/>
                  <a:pt x="203" y="241"/>
                </a:cubicBezTo>
                <a:cubicBezTo>
                  <a:pt x="177" y="243"/>
                  <a:pt x="177" y="243"/>
                  <a:pt x="177" y="243"/>
                </a:cubicBezTo>
                <a:lnTo>
                  <a:pt x="179" y="208"/>
                </a:lnTo>
                <a:close/>
                <a:moveTo>
                  <a:pt x="268" y="202"/>
                </a:moveTo>
                <a:cubicBezTo>
                  <a:pt x="263" y="236"/>
                  <a:pt x="263" y="236"/>
                  <a:pt x="263" y="236"/>
                </a:cubicBezTo>
                <a:cubicBezTo>
                  <a:pt x="238" y="238"/>
                  <a:pt x="238" y="238"/>
                  <a:pt x="238" y="238"/>
                </a:cubicBezTo>
                <a:cubicBezTo>
                  <a:pt x="242" y="205"/>
                  <a:pt x="242" y="205"/>
                  <a:pt x="242" y="205"/>
                </a:cubicBezTo>
                <a:lnTo>
                  <a:pt x="268" y="202"/>
                </a:lnTo>
                <a:close/>
                <a:moveTo>
                  <a:pt x="331" y="197"/>
                </a:moveTo>
                <a:cubicBezTo>
                  <a:pt x="326" y="232"/>
                  <a:pt x="326" y="232"/>
                  <a:pt x="326" y="232"/>
                </a:cubicBezTo>
                <a:cubicBezTo>
                  <a:pt x="298" y="234"/>
                  <a:pt x="298" y="234"/>
                  <a:pt x="298" y="234"/>
                </a:cubicBezTo>
                <a:cubicBezTo>
                  <a:pt x="303" y="199"/>
                  <a:pt x="303" y="199"/>
                  <a:pt x="303" y="199"/>
                </a:cubicBezTo>
                <a:lnTo>
                  <a:pt x="331" y="197"/>
                </a:lnTo>
                <a:close/>
                <a:moveTo>
                  <a:pt x="394" y="191"/>
                </a:moveTo>
                <a:cubicBezTo>
                  <a:pt x="387" y="227"/>
                  <a:pt x="387" y="227"/>
                  <a:pt x="387" y="227"/>
                </a:cubicBezTo>
                <a:cubicBezTo>
                  <a:pt x="359" y="229"/>
                  <a:pt x="359" y="229"/>
                  <a:pt x="359" y="229"/>
                </a:cubicBezTo>
                <a:cubicBezTo>
                  <a:pt x="365" y="193"/>
                  <a:pt x="365" y="193"/>
                  <a:pt x="365" y="193"/>
                </a:cubicBezTo>
                <a:lnTo>
                  <a:pt x="394" y="191"/>
                </a:lnTo>
                <a:close/>
                <a:moveTo>
                  <a:pt x="456" y="185"/>
                </a:moveTo>
                <a:cubicBezTo>
                  <a:pt x="448" y="222"/>
                  <a:pt x="448" y="222"/>
                  <a:pt x="448" y="222"/>
                </a:cubicBezTo>
                <a:cubicBezTo>
                  <a:pt x="420" y="224"/>
                  <a:pt x="420" y="224"/>
                  <a:pt x="420" y="224"/>
                </a:cubicBezTo>
                <a:cubicBezTo>
                  <a:pt x="427" y="188"/>
                  <a:pt x="427" y="188"/>
                  <a:pt x="427" y="188"/>
                </a:cubicBezTo>
                <a:lnTo>
                  <a:pt x="456" y="185"/>
                </a:lnTo>
                <a:close/>
                <a:moveTo>
                  <a:pt x="518" y="179"/>
                </a:moveTo>
                <a:cubicBezTo>
                  <a:pt x="509" y="217"/>
                  <a:pt x="509" y="217"/>
                  <a:pt x="509" y="217"/>
                </a:cubicBezTo>
                <a:cubicBezTo>
                  <a:pt x="483" y="219"/>
                  <a:pt x="483" y="219"/>
                  <a:pt x="483" y="219"/>
                </a:cubicBezTo>
                <a:cubicBezTo>
                  <a:pt x="491" y="182"/>
                  <a:pt x="491" y="182"/>
                  <a:pt x="491" y="182"/>
                </a:cubicBezTo>
                <a:lnTo>
                  <a:pt x="518" y="179"/>
                </a:lnTo>
                <a:close/>
                <a:moveTo>
                  <a:pt x="581" y="174"/>
                </a:moveTo>
                <a:cubicBezTo>
                  <a:pt x="571" y="213"/>
                  <a:pt x="571" y="213"/>
                  <a:pt x="571" y="213"/>
                </a:cubicBezTo>
                <a:cubicBezTo>
                  <a:pt x="543" y="215"/>
                  <a:pt x="543" y="215"/>
                  <a:pt x="543" y="215"/>
                </a:cubicBezTo>
                <a:cubicBezTo>
                  <a:pt x="552" y="176"/>
                  <a:pt x="552" y="176"/>
                  <a:pt x="552" y="176"/>
                </a:cubicBezTo>
                <a:lnTo>
                  <a:pt x="581" y="174"/>
                </a:lnTo>
                <a:close/>
                <a:moveTo>
                  <a:pt x="643" y="168"/>
                </a:moveTo>
                <a:cubicBezTo>
                  <a:pt x="632" y="208"/>
                  <a:pt x="632" y="208"/>
                  <a:pt x="632" y="208"/>
                </a:cubicBezTo>
                <a:cubicBezTo>
                  <a:pt x="604" y="210"/>
                  <a:pt x="604" y="210"/>
                  <a:pt x="604" y="210"/>
                </a:cubicBezTo>
                <a:cubicBezTo>
                  <a:pt x="614" y="171"/>
                  <a:pt x="614" y="171"/>
                  <a:pt x="614" y="171"/>
                </a:cubicBezTo>
                <a:lnTo>
                  <a:pt x="643" y="168"/>
                </a:lnTo>
                <a:close/>
                <a:moveTo>
                  <a:pt x="706" y="162"/>
                </a:moveTo>
                <a:cubicBezTo>
                  <a:pt x="693" y="203"/>
                  <a:pt x="693" y="203"/>
                  <a:pt x="693" y="203"/>
                </a:cubicBezTo>
                <a:cubicBezTo>
                  <a:pt x="667" y="205"/>
                  <a:pt x="667" y="205"/>
                  <a:pt x="667" y="205"/>
                </a:cubicBezTo>
                <a:cubicBezTo>
                  <a:pt x="680" y="165"/>
                  <a:pt x="680" y="165"/>
                  <a:pt x="680" y="165"/>
                </a:cubicBezTo>
                <a:lnTo>
                  <a:pt x="706" y="162"/>
                </a:lnTo>
                <a:close/>
                <a:moveTo>
                  <a:pt x="772" y="156"/>
                </a:moveTo>
                <a:cubicBezTo>
                  <a:pt x="758" y="198"/>
                  <a:pt x="758" y="198"/>
                  <a:pt x="758" y="198"/>
                </a:cubicBezTo>
                <a:cubicBezTo>
                  <a:pt x="728" y="200"/>
                  <a:pt x="728" y="200"/>
                  <a:pt x="728" y="200"/>
                </a:cubicBezTo>
                <a:cubicBezTo>
                  <a:pt x="742" y="159"/>
                  <a:pt x="742" y="159"/>
                  <a:pt x="742" y="159"/>
                </a:cubicBezTo>
                <a:lnTo>
                  <a:pt x="772" y="156"/>
                </a:lnTo>
                <a:close/>
                <a:moveTo>
                  <a:pt x="141" y="333"/>
                </a:moveTo>
                <a:cubicBezTo>
                  <a:pt x="164" y="333"/>
                  <a:pt x="164" y="333"/>
                  <a:pt x="164" y="333"/>
                </a:cubicBezTo>
                <a:cubicBezTo>
                  <a:pt x="164" y="334"/>
                  <a:pt x="164" y="334"/>
                  <a:pt x="164" y="334"/>
                </a:cubicBezTo>
                <a:cubicBezTo>
                  <a:pt x="166" y="334"/>
                  <a:pt x="166" y="334"/>
                  <a:pt x="166" y="334"/>
                </a:cubicBezTo>
                <a:cubicBezTo>
                  <a:pt x="157" y="449"/>
                  <a:pt x="157" y="449"/>
                  <a:pt x="157" y="449"/>
                </a:cubicBezTo>
                <a:cubicBezTo>
                  <a:pt x="134" y="448"/>
                  <a:pt x="134" y="448"/>
                  <a:pt x="134" y="448"/>
                </a:cubicBezTo>
                <a:lnTo>
                  <a:pt x="141" y="333"/>
                </a:lnTo>
                <a:close/>
                <a:moveTo>
                  <a:pt x="130" y="448"/>
                </a:moveTo>
                <a:cubicBezTo>
                  <a:pt x="107" y="446"/>
                  <a:pt x="107" y="446"/>
                  <a:pt x="107" y="446"/>
                </a:cubicBezTo>
                <a:cubicBezTo>
                  <a:pt x="112" y="333"/>
                  <a:pt x="112" y="333"/>
                  <a:pt x="112" y="333"/>
                </a:cubicBezTo>
                <a:cubicBezTo>
                  <a:pt x="138" y="333"/>
                  <a:pt x="138" y="333"/>
                  <a:pt x="138" y="333"/>
                </a:cubicBezTo>
                <a:lnTo>
                  <a:pt x="130" y="448"/>
                </a:lnTo>
                <a:close/>
                <a:moveTo>
                  <a:pt x="169" y="334"/>
                </a:moveTo>
                <a:cubicBezTo>
                  <a:pt x="194" y="334"/>
                  <a:pt x="194" y="334"/>
                  <a:pt x="194" y="334"/>
                </a:cubicBezTo>
                <a:cubicBezTo>
                  <a:pt x="183" y="451"/>
                  <a:pt x="183" y="451"/>
                  <a:pt x="183" y="451"/>
                </a:cubicBezTo>
                <a:cubicBezTo>
                  <a:pt x="160" y="450"/>
                  <a:pt x="160" y="450"/>
                  <a:pt x="160" y="450"/>
                </a:cubicBezTo>
                <a:lnTo>
                  <a:pt x="169" y="334"/>
                </a:lnTo>
                <a:close/>
                <a:moveTo>
                  <a:pt x="198" y="334"/>
                </a:moveTo>
                <a:cubicBezTo>
                  <a:pt x="223" y="334"/>
                  <a:pt x="223" y="334"/>
                  <a:pt x="223" y="334"/>
                </a:cubicBezTo>
                <a:cubicBezTo>
                  <a:pt x="210" y="453"/>
                  <a:pt x="210" y="453"/>
                  <a:pt x="210" y="453"/>
                </a:cubicBezTo>
                <a:cubicBezTo>
                  <a:pt x="186" y="451"/>
                  <a:pt x="186" y="451"/>
                  <a:pt x="186" y="451"/>
                </a:cubicBezTo>
                <a:lnTo>
                  <a:pt x="198" y="334"/>
                </a:lnTo>
                <a:close/>
                <a:moveTo>
                  <a:pt x="227" y="334"/>
                </a:moveTo>
                <a:cubicBezTo>
                  <a:pt x="251" y="334"/>
                  <a:pt x="251" y="334"/>
                  <a:pt x="251" y="334"/>
                </a:cubicBezTo>
                <a:cubicBezTo>
                  <a:pt x="235" y="455"/>
                  <a:pt x="235" y="455"/>
                  <a:pt x="235" y="455"/>
                </a:cubicBezTo>
                <a:cubicBezTo>
                  <a:pt x="213" y="453"/>
                  <a:pt x="213" y="453"/>
                  <a:pt x="213" y="453"/>
                </a:cubicBezTo>
                <a:lnTo>
                  <a:pt x="227" y="334"/>
                </a:lnTo>
                <a:close/>
                <a:moveTo>
                  <a:pt x="254" y="334"/>
                </a:moveTo>
                <a:cubicBezTo>
                  <a:pt x="280" y="334"/>
                  <a:pt x="280" y="334"/>
                  <a:pt x="280" y="334"/>
                </a:cubicBezTo>
                <a:cubicBezTo>
                  <a:pt x="263" y="456"/>
                  <a:pt x="263" y="456"/>
                  <a:pt x="263" y="456"/>
                </a:cubicBezTo>
                <a:cubicBezTo>
                  <a:pt x="239" y="455"/>
                  <a:pt x="239" y="455"/>
                  <a:pt x="239" y="455"/>
                </a:cubicBezTo>
                <a:lnTo>
                  <a:pt x="254" y="334"/>
                </a:lnTo>
                <a:close/>
                <a:moveTo>
                  <a:pt x="284" y="334"/>
                </a:moveTo>
                <a:cubicBezTo>
                  <a:pt x="310" y="335"/>
                  <a:pt x="310" y="335"/>
                  <a:pt x="310" y="335"/>
                </a:cubicBezTo>
                <a:cubicBezTo>
                  <a:pt x="290" y="458"/>
                  <a:pt x="290" y="458"/>
                  <a:pt x="290" y="458"/>
                </a:cubicBezTo>
                <a:cubicBezTo>
                  <a:pt x="266" y="457"/>
                  <a:pt x="266" y="457"/>
                  <a:pt x="266" y="457"/>
                </a:cubicBezTo>
                <a:lnTo>
                  <a:pt x="284" y="334"/>
                </a:lnTo>
                <a:close/>
                <a:moveTo>
                  <a:pt x="313" y="335"/>
                </a:moveTo>
                <a:cubicBezTo>
                  <a:pt x="337" y="335"/>
                  <a:pt x="337" y="335"/>
                  <a:pt x="337" y="335"/>
                </a:cubicBezTo>
                <a:cubicBezTo>
                  <a:pt x="316" y="460"/>
                  <a:pt x="316" y="460"/>
                  <a:pt x="316" y="460"/>
                </a:cubicBezTo>
                <a:cubicBezTo>
                  <a:pt x="293" y="458"/>
                  <a:pt x="293" y="458"/>
                  <a:pt x="293" y="458"/>
                </a:cubicBezTo>
                <a:lnTo>
                  <a:pt x="313" y="335"/>
                </a:lnTo>
                <a:close/>
                <a:moveTo>
                  <a:pt x="341" y="335"/>
                </a:moveTo>
                <a:cubicBezTo>
                  <a:pt x="367" y="335"/>
                  <a:pt x="367" y="335"/>
                  <a:pt x="367" y="335"/>
                </a:cubicBezTo>
                <a:cubicBezTo>
                  <a:pt x="343" y="462"/>
                  <a:pt x="343" y="462"/>
                  <a:pt x="343" y="462"/>
                </a:cubicBezTo>
                <a:cubicBezTo>
                  <a:pt x="319" y="460"/>
                  <a:pt x="319" y="460"/>
                  <a:pt x="319" y="460"/>
                </a:cubicBezTo>
                <a:lnTo>
                  <a:pt x="341" y="335"/>
                </a:lnTo>
                <a:close/>
                <a:moveTo>
                  <a:pt x="370" y="335"/>
                </a:moveTo>
                <a:cubicBezTo>
                  <a:pt x="395" y="335"/>
                  <a:pt x="395" y="335"/>
                  <a:pt x="395" y="335"/>
                </a:cubicBezTo>
                <a:cubicBezTo>
                  <a:pt x="370" y="463"/>
                  <a:pt x="370" y="463"/>
                  <a:pt x="370" y="463"/>
                </a:cubicBezTo>
                <a:cubicBezTo>
                  <a:pt x="346" y="462"/>
                  <a:pt x="346" y="462"/>
                  <a:pt x="346" y="462"/>
                </a:cubicBezTo>
                <a:lnTo>
                  <a:pt x="370" y="335"/>
                </a:lnTo>
                <a:close/>
                <a:moveTo>
                  <a:pt x="398" y="335"/>
                </a:moveTo>
                <a:cubicBezTo>
                  <a:pt x="424" y="335"/>
                  <a:pt x="424" y="335"/>
                  <a:pt x="424" y="335"/>
                </a:cubicBezTo>
                <a:cubicBezTo>
                  <a:pt x="396" y="465"/>
                  <a:pt x="396" y="465"/>
                  <a:pt x="396" y="465"/>
                </a:cubicBezTo>
                <a:cubicBezTo>
                  <a:pt x="373" y="464"/>
                  <a:pt x="373" y="464"/>
                  <a:pt x="373" y="464"/>
                </a:cubicBezTo>
                <a:lnTo>
                  <a:pt x="398" y="335"/>
                </a:lnTo>
                <a:close/>
                <a:moveTo>
                  <a:pt x="427" y="335"/>
                </a:moveTo>
                <a:cubicBezTo>
                  <a:pt x="453" y="335"/>
                  <a:pt x="453" y="335"/>
                  <a:pt x="453" y="335"/>
                </a:cubicBezTo>
                <a:cubicBezTo>
                  <a:pt x="423" y="467"/>
                  <a:pt x="423" y="467"/>
                  <a:pt x="423" y="467"/>
                </a:cubicBezTo>
                <a:cubicBezTo>
                  <a:pt x="399" y="465"/>
                  <a:pt x="399" y="465"/>
                  <a:pt x="399" y="465"/>
                </a:cubicBezTo>
                <a:lnTo>
                  <a:pt x="427" y="335"/>
                </a:lnTo>
                <a:close/>
                <a:moveTo>
                  <a:pt x="456" y="335"/>
                </a:moveTo>
                <a:cubicBezTo>
                  <a:pt x="482" y="335"/>
                  <a:pt x="482" y="335"/>
                  <a:pt x="482" y="335"/>
                </a:cubicBezTo>
                <a:cubicBezTo>
                  <a:pt x="450" y="469"/>
                  <a:pt x="450" y="469"/>
                  <a:pt x="450" y="469"/>
                </a:cubicBezTo>
                <a:cubicBezTo>
                  <a:pt x="427" y="467"/>
                  <a:pt x="427" y="467"/>
                  <a:pt x="427" y="467"/>
                </a:cubicBezTo>
                <a:lnTo>
                  <a:pt x="456" y="335"/>
                </a:lnTo>
                <a:close/>
                <a:moveTo>
                  <a:pt x="485" y="335"/>
                </a:moveTo>
                <a:cubicBezTo>
                  <a:pt x="509" y="335"/>
                  <a:pt x="509" y="335"/>
                  <a:pt x="509" y="335"/>
                </a:cubicBezTo>
                <a:cubicBezTo>
                  <a:pt x="476" y="470"/>
                  <a:pt x="476" y="470"/>
                  <a:pt x="476" y="470"/>
                </a:cubicBezTo>
                <a:cubicBezTo>
                  <a:pt x="454" y="469"/>
                  <a:pt x="454" y="469"/>
                  <a:pt x="454" y="469"/>
                </a:cubicBezTo>
                <a:lnTo>
                  <a:pt x="485" y="335"/>
                </a:lnTo>
                <a:close/>
                <a:moveTo>
                  <a:pt x="663" y="483"/>
                </a:moveTo>
                <a:cubicBezTo>
                  <a:pt x="640" y="481"/>
                  <a:pt x="640" y="481"/>
                  <a:pt x="640" y="481"/>
                </a:cubicBezTo>
                <a:cubicBezTo>
                  <a:pt x="685" y="336"/>
                  <a:pt x="685" y="336"/>
                  <a:pt x="685" y="336"/>
                </a:cubicBezTo>
                <a:cubicBezTo>
                  <a:pt x="712" y="336"/>
                  <a:pt x="712" y="336"/>
                  <a:pt x="712" y="336"/>
                </a:cubicBezTo>
                <a:lnTo>
                  <a:pt x="663" y="483"/>
                </a:lnTo>
                <a:close/>
                <a:moveTo>
                  <a:pt x="715" y="336"/>
                </a:moveTo>
                <a:cubicBezTo>
                  <a:pt x="732" y="336"/>
                  <a:pt x="732" y="336"/>
                  <a:pt x="732" y="336"/>
                </a:cubicBezTo>
                <a:cubicBezTo>
                  <a:pt x="732" y="335"/>
                  <a:pt x="732" y="335"/>
                  <a:pt x="732" y="335"/>
                </a:cubicBezTo>
                <a:cubicBezTo>
                  <a:pt x="739" y="335"/>
                  <a:pt x="739" y="335"/>
                  <a:pt x="739" y="335"/>
                </a:cubicBezTo>
                <a:cubicBezTo>
                  <a:pt x="715" y="384"/>
                  <a:pt x="690" y="433"/>
                  <a:pt x="669" y="476"/>
                </a:cubicBezTo>
                <a:lnTo>
                  <a:pt x="715" y="336"/>
                </a:lnTo>
                <a:close/>
                <a:moveTo>
                  <a:pt x="636" y="481"/>
                </a:moveTo>
                <a:cubicBezTo>
                  <a:pt x="613" y="479"/>
                  <a:pt x="613" y="479"/>
                  <a:pt x="613" y="479"/>
                </a:cubicBezTo>
                <a:cubicBezTo>
                  <a:pt x="657" y="336"/>
                  <a:pt x="657" y="336"/>
                  <a:pt x="657" y="336"/>
                </a:cubicBezTo>
                <a:cubicBezTo>
                  <a:pt x="682" y="336"/>
                  <a:pt x="682" y="336"/>
                  <a:pt x="682" y="336"/>
                </a:cubicBezTo>
                <a:lnTo>
                  <a:pt x="636" y="481"/>
                </a:lnTo>
                <a:close/>
                <a:moveTo>
                  <a:pt x="610" y="479"/>
                </a:moveTo>
                <a:cubicBezTo>
                  <a:pt x="586" y="478"/>
                  <a:pt x="586" y="478"/>
                  <a:pt x="586" y="478"/>
                </a:cubicBezTo>
                <a:cubicBezTo>
                  <a:pt x="628" y="336"/>
                  <a:pt x="628" y="336"/>
                  <a:pt x="628" y="336"/>
                </a:cubicBezTo>
                <a:cubicBezTo>
                  <a:pt x="653" y="336"/>
                  <a:pt x="653" y="336"/>
                  <a:pt x="653" y="336"/>
                </a:cubicBezTo>
                <a:lnTo>
                  <a:pt x="610" y="479"/>
                </a:lnTo>
                <a:close/>
                <a:moveTo>
                  <a:pt x="582" y="477"/>
                </a:moveTo>
                <a:cubicBezTo>
                  <a:pt x="559" y="476"/>
                  <a:pt x="559" y="476"/>
                  <a:pt x="559" y="476"/>
                </a:cubicBezTo>
                <a:cubicBezTo>
                  <a:pt x="599" y="336"/>
                  <a:pt x="599" y="336"/>
                  <a:pt x="599" y="336"/>
                </a:cubicBezTo>
                <a:cubicBezTo>
                  <a:pt x="625" y="336"/>
                  <a:pt x="625" y="336"/>
                  <a:pt x="625" y="336"/>
                </a:cubicBezTo>
                <a:lnTo>
                  <a:pt x="582" y="477"/>
                </a:lnTo>
                <a:close/>
                <a:moveTo>
                  <a:pt x="555" y="476"/>
                </a:moveTo>
                <a:cubicBezTo>
                  <a:pt x="532" y="474"/>
                  <a:pt x="532" y="474"/>
                  <a:pt x="532" y="474"/>
                </a:cubicBezTo>
                <a:cubicBezTo>
                  <a:pt x="570" y="336"/>
                  <a:pt x="570" y="336"/>
                  <a:pt x="570" y="336"/>
                </a:cubicBezTo>
                <a:cubicBezTo>
                  <a:pt x="595" y="336"/>
                  <a:pt x="595" y="336"/>
                  <a:pt x="595" y="336"/>
                </a:cubicBezTo>
                <a:lnTo>
                  <a:pt x="555" y="476"/>
                </a:lnTo>
                <a:close/>
                <a:moveTo>
                  <a:pt x="529" y="474"/>
                </a:moveTo>
                <a:cubicBezTo>
                  <a:pt x="505" y="472"/>
                  <a:pt x="505" y="472"/>
                  <a:pt x="505" y="472"/>
                </a:cubicBezTo>
                <a:cubicBezTo>
                  <a:pt x="542" y="336"/>
                  <a:pt x="542" y="336"/>
                  <a:pt x="542" y="336"/>
                </a:cubicBezTo>
                <a:cubicBezTo>
                  <a:pt x="566" y="336"/>
                  <a:pt x="566" y="336"/>
                  <a:pt x="566" y="336"/>
                </a:cubicBezTo>
                <a:lnTo>
                  <a:pt x="529" y="474"/>
                </a:lnTo>
                <a:close/>
                <a:moveTo>
                  <a:pt x="502" y="472"/>
                </a:moveTo>
                <a:cubicBezTo>
                  <a:pt x="479" y="471"/>
                  <a:pt x="479" y="471"/>
                  <a:pt x="479" y="471"/>
                </a:cubicBezTo>
                <a:cubicBezTo>
                  <a:pt x="513" y="335"/>
                  <a:pt x="513" y="335"/>
                  <a:pt x="513" y="335"/>
                </a:cubicBezTo>
                <a:cubicBezTo>
                  <a:pt x="538" y="336"/>
                  <a:pt x="538" y="336"/>
                  <a:pt x="538" y="336"/>
                </a:cubicBezTo>
                <a:lnTo>
                  <a:pt x="502" y="472"/>
                </a:lnTo>
                <a:close/>
                <a:moveTo>
                  <a:pt x="477" y="477"/>
                </a:moveTo>
                <a:cubicBezTo>
                  <a:pt x="500" y="479"/>
                  <a:pt x="500" y="479"/>
                  <a:pt x="500" y="479"/>
                </a:cubicBezTo>
                <a:cubicBezTo>
                  <a:pt x="472" y="587"/>
                  <a:pt x="472" y="587"/>
                  <a:pt x="472" y="587"/>
                </a:cubicBezTo>
                <a:cubicBezTo>
                  <a:pt x="451" y="585"/>
                  <a:pt x="451" y="585"/>
                  <a:pt x="451" y="585"/>
                </a:cubicBezTo>
                <a:lnTo>
                  <a:pt x="477" y="477"/>
                </a:lnTo>
                <a:close/>
                <a:moveTo>
                  <a:pt x="473" y="596"/>
                </a:moveTo>
                <a:cubicBezTo>
                  <a:pt x="473" y="594"/>
                  <a:pt x="473" y="594"/>
                  <a:pt x="473" y="594"/>
                </a:cubicBezTo>
                <a:cubicBezTo>
                  <a:pt x="496" y="597"/>
                  <a:pt x="496" y="597"/>
                  <a:pt x="496" y="597"/>
                </a:cubicBezTo>
                <a:cubicBezTo>
                  <a:pt x="496" y="598"/>
                  <a:pt x="496" y="598"/>
                  <a:pt x="496" y="598"/>
                </a:cubicBezTo>
                <a:cubicBezTo>
                  <a:pt x="487" y="597"/>
                  <a:pt x="480" y="597"/>
                  <a:pt x="473" y="596"/>
                </a:cubicBezTo>
                <a:close/>
                <a:moveTo>
                  <a:pt x="475" y="588"/>
                </a:moveTo>
                <a:cubicBezTo>
                  <a:pt x="504" y="479"/>
                  <a:pt x="504" y="479"/>
                  <a:pt x="504" y="479"/>
                </a:cubicBezTo>
                <a:cubicBezTo>
                  <a:pt x="527" y="480"/>
                  <a:pt x="527" y="480"/>
                  <a:pt x="527" y="480"/>
                </a:cubicBezTo>
                <a:cubicBezTo>
                  <a:pt x="498" y="590"/>
                  <a:pt x="498" y="590"/>
                  <a:pt x="498" y="590"/>
                </a:cubicBezTo>
                <a:lnTo>
                  <a:pt x="475" y="588"/>
                </a:lnTo>
                <a:close/>
                <a:moveTo>
                  <a:pt x="531" y="481"/>
                </a:moveTo>
                <a:cubicBezTo>
                  <a:pt x="553" y="482"/>
                  <a:pt x="553" y="482"/>
                  <a:pt x="553" y="482"/>
                </a:cubicBezTo>
                <a:cubicBezTo>
                  <a:pt x="521" y="593"/>
                  <a:pt x="521" y="593"/>
                  <a:pt x="521" y="593"/>
                </a:cubicBezTo>
                <a:cubicBezTo>
                  <a:pt x="501" y="591"/>
                  <a:pt x="501" y="591"/>
                  <a:pt x="501" y="591"/>
                </a:cubicBezTo>
                <a:lnTo>
                  <a:pt x="531" y="481"/>
                </a:lnTo>
                <a:close/>
                <a:moveTo>
                  <a:pt x="522" y="601"/>
                </a:moveTo>
                <a:cubicBezTo>
                  <a:pt x="523" y="600"/>
                  <a:pt x="523" y="600"/>
                  <a:pt x="523" y="600"/>
                </a:cubicBezTo>
                <a:cubicBezTo>
                  <a:pt x="545" y="603"/>
                  <a:pt x="545" y="603"/>
                  <a:pt x="545" y="603"/>
                </a:cubicBezTo>
                <a:cubicBezTo>
                  <a:pt x="545" y="604"/>
                  <a:pt x="545" y="604"/>
                  <a:pt x="545" y="604"/>
                </a:cubicBezTo>
                <a:cubicBezTo>
                  <a:pt x="537" y="603"/>
                  <a:pt x="530" y="602"/>
                  <a:pt x="522" y="601"/>
                </a:cubicBezTo>
                <a:close/>
                <a:moveTo>
                  <a:pt x="525" y="594"/>
                </a:moveTo>
                <a:cubicBezTo>
                  <a:pt x="557" y="482"/>
                  <a:pt x="557" y="482"/>
                  <a:pt x="557" y="482"/>
                </a:cubicBezTo>
                <a:cubicBezTo>
                  <a:pt x="581" y="484"/>
                  <a:pt x="581" y="484"/>
                  <a:pt x="581" y="484"/>
                </a:cubicBezTo>
                <a:cubicBezTo>
                  <a:pt x="547" y="596"/>
                  <a:pt x="547" y="596"/>
                  <a:pt x="547" y="596"/>
                </a:cubicBezTo>
                <a:lnTo>
                  <a:pt x="525" y="594"/>
                </a:lnTo>
                <a:close/>
                <a:moveTo>
                  <a:pt x="584" y="484"/>
                </a:moveTo>
                <a:cubicBezTo>
                  <a:pt x="608" y="486"/>
                  <a:pt x="608" y="486"/>
                  <a:pt x="608" y="486"/>
                </a:cubicBezTo>
                <a:cubicBezTo>
                  <a:pt x="573" y="599"/>
                  <a:pt x="573" y="599"/>
                  <a:pt x="573" y="599"/>
                </a:cubicBezTo>
                <a:cubicBezTo>
                  <a:pt x="550" y="597"/>
                  <a:pt x="550" y="597"/>
                  <a:pt x="550" y="597"/>
                </a:cubicBezTo>
                <a:lnTo>
                  <a:pt x="584" y="484"/>
                </a:lnTo>
                <a:close/>
                <a:moveTo>
                  <a:pt x="574" y="608"/>
                </a:moveTo>
                <a:cubicBezTo>
                  <a:pt x="575" y="606"/>
                  <a:pt x="575" y="606"/>
                  <a:pt x="575" y="606"/>
                </a:cubicBezTo>
                <a:cubicBezTo>
                  <a:pt x="596" y="609"/>
                  <a:pt x="596" y="609"/>
                  <a:pt x="596" y="609"/>
                </a:cubicBezTo>
                <a:cubicBezTo>
                  <a:pt x="595" y="610"/>
                  <a:pt x="595" y="610"/>
                  <a:pt x="595" y="610"/>
                </a:cubicBezTo>
                <a:cubicBezTo>
                  <a:pt x="588" y="609"/>
                  <a:pt x="581" y="608"/>
                  <a:pt x="574" y="608"/>
                </a:cubicBezTo>
                <a:close/>
                <a:moveTo>
                  <a:pt x="577" y="600"/>
                </a:moveTo>
                <a:cubicBezTo>
                  <a:pt x="611" y="486"/>
                  <a:pt x="611" y="486"/>
                  <a:pt x="611" y="486"/>
                </a:cubicBezTo>
                <a:cubicBezTo>
                  <a:pt x="634" y="487"/>
                  <a:pt x="634" y="487"/>
                  <a:pt x="634" y="487"/>
                </a:cubicBezTo>
                <a:cubicBezTo>
                  <a:pt x="598" y="602"/>
                  <a:pt x="598" y="602"/>
                  <a:pt x="598" y="602"/>
                </a:cubicBezTo>
                <a:lnTo>
                  <a:pt x="577" y="600"/>
                </a:lnTo>
                <a:close/>
                <a:moveTo>
                  <a:pt x="638" y="488"/>
                </a:moveTo>
                <a:cubicBezTo>
                  <a:pt x="661" y="489"/>
                  <a:pt x="661" y="489"/>
                  <a:pt x="661" y="489"/>
                </a:cubicBezTo>
                <a:cubicBezTo>
                  <a:pt x="659" y="497"/>
                  <a:pt x="659" y="497"/>
                  <a:pt x="659" y="497"/>
                </a:cubicBezTo>
                <a:cubicBezTo>
                  <a:pt x="632" y="552"/>
                  <a:pt x="611" y="593"/>
                  <a:pt x="606" y="603"/>
                </a:cubicBezTo>
                <a:cubicBezTo>
                  <a:pt x="601" y="603"/>
                  <a:pt x="601" y="603"/>
                  <a:pt x="601" y="603"/>
                </a:cubicBezTo>
                <a:lnTo>
                  <a:pt x="638" y="488"/>
                </a:lnTo>
                <a:close/>
                <a:moveTo>
                  <a:pt x="624" y="587"/>
                </a:moveTo>
                <a:cubicBezTo>
                  <a:pt x="628" y="578"/>
                  <a:pt x="633" y="567"/>
                  <a:pt x="640" y="554"/>
                </a:cubicBezTo>
                <a:cubicBezTo>
                  <a:pt x="623" y="605"/>
                  <a:pt x="623" y="605"/>
                  <a:pt x="623" y="605"/>
                </a:cubicBezTo>
                <a:cubicBezTo>
                  <a:pt x="615" y="604"/>
                  <a:pt x="615" y="604"/>
                  <a:pt x="615" y="604"/>
                </a:cubicBezTo>
                <a:cubicBezTo>
                  <a:pt x="617" y="601"/>
                  <a:pt x="620" y="595"/>
                  <a:pt x="624" y="587"/>
                </a:cubicBezTo>
                <a:close/>
                <a:moveTo>
                  <a:pt x="624" y="613"/>
                </a:moveTo>
                <a:cubicBezTo>
                  <a:pt x="624" y="612"/>
                  <a:pt x="624" y="612"/>
                  <a:pt x="624" y="612"/>
                </a:cubicBezTo>
                <a:cubicBezTo>
                  <a:pt x="645" y="615"/>
                  <a:pt x="645" y="615"/>
                  <a:pt x="645" y="615"/>
                </a:cubicBezTo>
                <a:cubicBezTo>
                  <a:pt x="645" y="616"/>
                  <a:pt x="645" y="616"/>
                  <a:pt x="645" y="616"/>
                </a:cubicBezTo>
                <a:cubicBezTo>
                  <a:pt x="638" y="615"/>
                  <a:pt x="631" y="614"/>
                  <a:pt x="624" y="613"/>
                </a:cubicBezTo>
                <a:close/>
                <a:moveTo>
                  <a:pt x="626" y="606"/>
                </a:moveTo>
                <a:cubicBezTo>
                  <a:pt x="650" y="533"/>
                  <a:pt x="650" y="533"/>
                  <a:pt x="650" y="533"/>
                </a:cubicBezTo>
                <a:cubicBezTo>
                  <a:pt x="657" y="520"/>
                  <a:pt x="664" y="505"/>
                  <a:pt x="671" y="490"/>
                </a:cubicBezTo>
                <a:cubicBezTo>
                  <a:pt x="688" y="491"/>
                  <a:pt x="688" y="491"/>
                  <a:pt x="688" y="491"/>
                </a:cubicBezTo>
                <a:cubicBezTo>
                  <a:pt x="648" y="608"/>
                  <a:pt x="648" y="608"/>
                  <a:pt x="648" y="608"/>
                </a:cubicBezTo>
                <a:lnTo>
                  <a:pt x="626" y="606"/>
                </a:lnTo>
                <a:close/>
                <a:moveTo>
                  <a:pt x="675" y="483"/>
                </a:moveTo>
                <a:cubicBezTo>
                  <a:pt x="690" y="452"/>
                  <a:pt x="708" y="416"/>
                  <a:pt x="726" y="380"/>
                </a:cubicBezTo>
                <a:cubicBezTo>
                  <a:pt x="690" y="484"/>
                  <a:pt x="690" y="484"/>
                  <a:pt x="690" y="484"/>
                </a:cubicBezTo>
                <a:lnTo>
                  <a:pt x="675" y="483"/>
                </a:lnTo>
                <a:close/>
                <a:moveTo>
                  <a:pt x="737" y="357"/>
                </a:moveTo>
                <a:cubicBezTo>
                  <a:pt x="741" y="349"/>
                  <a:pt x="744" y="342"/>
                  <a:pt x="748" y="335"/>
                </a:cubicBezTo>
                <a:cubicBezTo>
                  <a:pt x="768" y="335"/>
                  <a:pt x="768" y="335"/>
                  <a:pt x="768" y="335"/>
                </a:cubicBezTo>
                <a:cubicBezTo>
                  <a:pt x="714" y="486"/>
                  <a:pt x="714" y="486"/>
                  <a:pt x="714" y="486"/>
                </a:cubicBezTo>
                <a:cubicBezTo>
                  <a:pt x="693" y="485"/>
                  <a:pt x="693" y="485"/>
                  <a:pt x="693" y="485"/>
                </a:cubicBezTo>
                <a:lnTo>
                  <a:pt x="737" y="357"/>
                </a:lnTo>
                <a:close/>
                <a:moveTo>
                  <a:pt x="751" y="328"/>
                </a:moveTo>
                <a:cubicBezTo>
                  <a:pt x="757" y="317"/>
                  <a:pt x="762" y="306"/>
                  <a:pt x="767" y="295"/>
                </a:cubicBezTo>
                <a:cubicBezTo>
                  <a:pt x="784" y="262"/>
                  <a:pt x="800" y="229"/>
                  <a:pt x="814" y="200"/>
                </a:cubicBezTo>
                <a:cubicBezTo>
                  <a:pt x="816" y="200"/>
                  <a:pt x="816" y="200"/>
                  <a:pt x="816" y="200"/>
                </a:cubicBezTo>
                <a:cubicBezTo>
                  <a:pt x="770" y="328"/>
                  <a:pt x="770" y="328"/>
                  <a:pt x="770" y="328"/>
                </a:cubicBezTo>
                <a:lnTo>
                  <a:pt x="751" y="328"/>
                </a:lnTo>
                <a:close/>
                <a:moveTo>
                  <a:pt x="817" y="194"/>
                </a:moveTo>
                <a:cubicBezTo>
                  <a:pt x="818" y="192"/>
                  <a:pt x="819" y="190"/>
                  <a:pt x="820" y="188"/>
                </a:cubicBezTo>
                <a:cubicBezTo>
                  <a:pt x="818" y="194"/>
                  <a:pt x="818" y="194"/>
                  <a:pt x="818" y="194"/>
                </a:cubicBezTo>
                <a:lnTo>
                  <a:pt x="817" y="194"/>
                </a:lnTo>
                <a:close/>
                <a:moveTo>
                  <a:pt x="814" y="152"/>
                </a:moveTo>
                <a:cubicBezTo>
                  <a:pt x="814" y="151"/>
                  <a:pt x="814" y="151"/>
                  <a:pt x="814" y="151"/>
                </a:cubicBezTo>
                <a:cubicBezTo>
                  <a:pt x="830" y="149"/>
                  <a:pt x="830" y="149"/>
                  <a:pt x="830" y="149"/>
                </a:cubicBezTo>
                <a:cubicBezTo>
                  <a:pt x="823" y="163"/>
                  <a:pt x="816" y="178"/>
                  <a:pt x="808" y="194"/>
                </a:cubicBezTo>
                <a:cubicBezTo>
                  <a:pt x="792" y="196"/>
                  <a:pt x="792" y="196"/>
                  <a:pt x="792" y="196"/>
                </a:cubicBezTo>
                <a:cubicBezTo>
                  <a:pt x="807" y="153"/>
                  <a:pt x="807" y="153"/>
                  <a:pt x="807" y="153"/>
                </a:cubicBezTo>
                <a:lnTo>
                  <a:pt x="814" y="152"/>
                </a:lnTo>
                <a:close/>
                <a:moveTo>
                  <a:pt x="804" y="201"/>
                </a:moveTo>
                <a:cubicBezTo>
                  <a:pt x="790" y="230"/>
                  <a:pt x="774" y="263"/>
                  <a:pt x="758" y="296"/>
                </a:cubicBezTo>
                <a:cubicBezTo>
                  <a:pt x="790" y="202"/>
                  <a:pt x="790" y="202"/>
                  <a:pt x="790" y="202"/>
                </a:cubicBezTo>
                <a:lnTo>
                  <a:pt x="804" y="201"/>
                </a:lnTo>
                <a:close/>
                <a:moveTo>
                  <a:pt x="747" y="319"/>
                </a:moveTo>
                <a:cubicBezTo>
                  <a:pt x="745" y="322"/>
                  <a:pt x="743" y="325"/>
                  <a:pt x="742" y="328"/>
                </a:cubicBezTo>
                <a:cubicBezTo>
                  <a:pt x="732" y="328"/>
                  <a:pt x="732" y="328"/>
                  <a:pt x="732" y="328"/>
                </a:cubicBezTo>
                <a:cubicBezTo>
                  <a:pt x="732" y="327"/>
                  <a:pt x="732" y="327"/>
                  <a:pt x="732" y="327"/>
                </a:cubicBezTo>
                <a:cubicBezTo>
                  <a:pt x="719" y="326"/>
                  <a:pt x="719" y="326"/>
                  <a:pt x="719" y="326"/>
                </a:cubicBezTo>
                <a:cubicBezTo>
                  <a:pt x="759" y="205"/>
                  <a:pt x="759" y="205"/>
                  <a:pt x="759" y="205"/>
                </a:cubicBezTo>
                <a:cubicBezTo>
                  <a:pt x="786" y="203"/>
                  <a:pt x="786" y="203"/>
                  <a:pt x="786" y="203"/>
                </a:cubicBezTo>
                <a:lnTo>
                  <a:pt x="747" y="319"/>
                </a:lnTo>
                <a:close/>
                <a:moveTo>
                  <a:pt x="755" y="205"/>
                </a:moveTo>
                <a:cubicBezTo>
                  <a:pt x="715" y="326"/>
                  <a:pt x="715" y="326"/>
                  <a:pt x="715" y="326"/>
                </a:cubicBezTo>
                <a:cubicBezTo>
                  <a:pt x="689" y="326"/>
                  <a:pt x="689" y="326"/>
                  <a:pt x="689" y="326"/>
                </a:cubicBezTo>
                <a:cubicBezTo>
                  <a:pt x="726" y="207"/>
                  <a:pt x="726" y="207"/>
                  <a:pt x="726" y="207"/>
                </a:cubicBezTo>
                <a:lnTo>
                  <a:pt x="755" y="205"/>
                </a:lnTo>
                <a:close/>
                <a:moveTo>
                  <a:pt x="685" y="326"/>
                </a:moveTo>
                <a:cubicBezTo>
                  <a:pt x="660" y="326"/>
                  <a:pt x="660" y="326"/>
                  <a:pt x="660" y="326"/>
                </a:cubicBezTo>
                <a:cubicBezTo>
                  <a:pt x="695" y="210"/>
                  <a:pt x="695" y="210"/>
                  <a:pt x="695" y="210"/>
                </a:cubicBezTo>
                <a:cubicBezTo>
                  <a:pt x="723" y="208"/>
                  <a:pt x="723" y="208"/>
                  <a:pt x="723" y="208"/>
                </a:cubicBezTo>
                <a:lnTo>
                  <a:pt x="685" y="326"/>
                </a:lnTo>
                <a:close/>
                <a:moveTo>
                  <a:pt x="691" y="210"/>
                </a:moveTo>
                <a:cubicBezTo>
                  <a:pt x="656" y="326"/>
                  <a:pt x="656" y="326"/>
                  <a:pt x="656" y="326"/>
                </a:cubicBezTo>
                <a:cubicBezTo>
                  <a:pt x="631" y="326"/>
                  <a:pt x="631" y="326"/>
                  <a:pt x="631" y="326"/>
                </a:cubicBezTo>
                <a:cubicBezTo>
                  <a:pt x="665" y="212"/>
                  <a:pt x="665" y="212"/>
                  <a:pt x="665" y="212"/>
                </a:cubicBezTo>
                <a:lnTo>
                  <a:pt x="691" y="210"/>
                </a:lnTo>
                <a:close/>
                <a:moveTo>
                  <a:pt x="628" y="326"/>
                </a:moveTo>
                <a:cubicBezTo>
                  <a:pt x="601" y="326"/>
                  <a:pt x="601" y="326"/>
                  <a:pt x="601" y="326"/>
                </a:cubicBezTo>
                <a:cubicBezTo>
                  <a:pt x="633" y="214"/>
                  <a:pt x="633" y="214"/>
                  <a:pt x="633" y="214"/>
                </a:cubicBezTo>
                <a:cubicBezTo>
                  <a:pt x="662" y="212"/>
                  <a:pt x="662" y="212"/>
                  <a:pt x="662" y="212"/>
                </a:cubicBezTo>
                <a:lnTo>
                  <a:pt x="628" y="326"/>
                </a:lnTo>
                <a:close/>
                <a:moveTo>
                  <a:pt x="630" y="215"/>
                </a:moveTo>
                <a:cubicBezTo>
                  <a:pt x="598" y="326"/>
                  <a:pt x="598" y="326"/>
                  <a:pt x="598" y="326"/>
                </a:cubicBezTo>
                <a:cubicBezTo>
                  <a:pt x="572" y="326"/>
                  <a:pt x="572" y="326"/>
                  <a:pt x="572" y="326"/>
                </a:cubicBezTo>
                <a:cubicBezTo>
                  <a:pt x="602" y="217"/>
                  <a:pt x="602" y="217"/>
                  <a:pt x="602" y="217"/>
                </a:cubicBezTo>
                <a:lnTo>
                  <a:pt x="630" y="215"/>
                </a:lnTo>
                <a:close/>
                <a:moveTo>
                  <a:pt x="569" y="326"/>
                </a:moveTo>
                <a:cubicBezTo>
                  <a:pt x="544" y="326"/>
                  <a:pt x="544" y="326"/>
                  <a:pt x="544" y="326"/>
                </a:cubicBezTo>
                <a:cubicBezTo>
                  <a:pt x="573" y="219"/>
                  <a:pt x="573" y="219"/>
                  <a:pt x="573" y="219"/>
                </a:cubicBezTo>
                <a:cubicBezTo>
                  <a:pt x="598" y="217"/>
                  <a:pt x="598" y="217"/>
                  <a:pt x="598" y="217"/>
                </a:cubicBezTo>
                <a:lnTo>
                  <a:pt x="569" y="326"/>
                </a:lnTo>
                <a:close/>
                <a:moveTo>
                  <a:pt x="569" y="219"/>
                </a:moveTo>
                <a:cubicBezTo>
                  <a:pt x="541" y="326"/>
                  <a:pt x="541" y="326"/>
                  <a:pt x="541" y="326"/>
                </a:cubicBezTo>
                <a:cubicBezTo>
                  <a:pt x="515" y="326"/>
                  <a:pt x="515" y="326"/>
                  <a:pt x="515" y="326"/>
                </a:cubicBezTo>
                <a:cubicBezTo>
                  <a:pt x="541" y="222"/>
                  <a:pt x="541" y="222"/>
                  <a:pt x="541" y="222"/>
                </a:cubicBezTo>
                <a:lnTo>
                  <a:pt x="569" y="219"/>
                </a:lnTo>
                <a:close/>
                <a:moveTo>
                  <a:pt x="512" y="326"/>
                </a:moveTo>
                <a:cubicBezTo>
                  <a:pt x="487" y="325"/>
                  <a:pt x="487" y="325"/>
                  <a:pt x="487" y="325"/>
                </a:cubicBezTo>
                <a:cubicBezTo>
                  <a:pt x="511" y="224"/>
                  <a:pt x="511" y="224"/>
                  <a:pt x="511" y="224"/>
                </a:cubicBezTo>
                <a:cubicBezTo>
                  <a:pt x="537" y="222"/>
                  <a:pt x="537" y="222"/>
                  <a:pt x="537" y="222"/>
                </a:cubicBezTo>
                <a:lnTo>
                  <a:pt x="512" y="326"/>
                </a:lnTo>
                <a:close/>
                <a:moveTo>
                  <a:pt x="508" y="224"/>
                </a:moveTo>
                <a:cubicBezTo>
                  <a:pt x="484" y="325"/>
                  <a:pt x="484" y="325"/>
                  <a:pt x="484" y="325"/>
                </a:cubicBezTo>
                <a:cubicBezTo>
                  <a:pt x="459" y="325"/>
                  <a:pt x="459" y="325"/>
                  <a:pt x="459" y="325"/>
                </a:cubicBezTo>
                <a:cubicBezTo>
                  <a:pt x="481" y="226"/>
                  <a:pt x="481" y="226"/>
                  <a:pt x="481" y="226"/>
                </a:cubicBezTo>
                <a:lnTo>
                  <a:pt x="508" y="224"/>
                </a:lnTo>
                <a:close/>
                <a:moveTo>
                  <a:pt x="455" y="325"/>
                </a:moveTo>
                <a:cubicBezTo>
                  <a:pt x="429" y="325"/>
                  <a:pt x="429" y="325"/>
                  <a:pt x="429" y="325"/>
                </a:cubicBezTo>
                <a:cubicBezTo>
                  <a:pt x="450" y="229"/>
                  <a:pt x="450" y="229"/>
                  <a:pt x="450" y="229"/>
                </a:cubicBezTo>
                <a:cubicBezTo>
                  <a:pt x="478" y="226"/>
                  <a:pt x="478" y="226"/>
                  <a:pt x="478" y="226"/>
                </a:cubicBezTo>
                <a:lnTo>
                  <a:pt x="455" y="325"/>
                </a:lnTo>
                <a:close/>
                <a:moveTo>
                  <a:pt x="446" y="229"/>
                </a:moveTo>
                <a:cubicBezTo>
                  <a:pt x="426" y="325"/>
                  <a:pt x="426" y="325"/>
                  <a:pt x="426" y="325"/>
                </a:cubicBezTo>
                <a:cubicBezTo>
                  <a:pt x="400" y="325"/>
                  <a:pt x="400" y="325"/>
                  <a:pt x="400" y="325"/>
                </a:cubicBezTo>
                <a:cubicBezTo>
                  <a:pt x="419" y="231"/>
                  <a:pt x="419" y="231"/>
                  <a:pt x="419" y="231"/>
                </a:cubicBezTo>
                <a:lnTo>
                  <a:pt x="446" y="229"/>
                </a:lnTo>
                <a:close/>
                <a:moveTo>
                  <a:pt x="397" y="325"/>
                </a:moveTo>
                <a:cubicBezTo>
                  <a:pt x="372" y="325"/>
                  <a:pt x="372" y="325"/>
                  <a:pt x="372" y="325"/>
                </a:cubicBezTo>
                <a:cubicBezTo>
                  <a:pt x="389" y="233"/>
                  <a:pt x="389" y="233"/>
                  <a:pt x="389" y="233"/>
                </a:cubicBezTo>
                <a:cubicBezTo>
                  <a:pt x="415" y="231"/>
                  <a:pt x="415" y="231"/>
                  <a:pt x="415" y="231"/>
                </a:cubicBezTo>
                <a:lnTo>
                  <a:pt x="397" y="325"/>
                </a:lnTo>
                <a:close/>
                <a:moveTo>
                  <a:pt x="386" y="233"/>
                </a:moveTo>
                <a:cubicBezTo>
                  <a:pt x="368" y="325"/>
                  <a:pt x="368" y="325"/>
                  <a:pt x="368" y="325"/>
                </a:cubicBezTo>
                <a:cubicBezTo>
                  <a:pt x="342" y="325"/>
                  <a:pt x="342" y="325"/>
                  <a:pt x="342" y="325"/>
                </a:cubicBezTo>
                <a:cubicBezTo>
                  <a:pt x="358" y="236"/>
                  <a:pt x="358" y="236"/>
                  <a:pt x="358" y="236"/>
                </a:cubicBezTo>
                <a:lnTo>
                  <a:pt x="386" y="233"/>
                </a:lnTo>
                <a:close/>
                <a:moveTo>
                  <a:pt x="339" y="325"/>
                </a:moveTo>
                <a:cubicBezTo>
                  <a:pt x="314" y="325"/>
                  <a:pt x="314" y="325"/>
                  <a:pt x="314" y="325"/>
                </a:cubicBezTo>
                <a:cubicBezTo>
                  <a:pt x="328" y="238"/>
                  <a:pt x="328" y="238"/>
                  <a:pt x="328" y="238"/>
                </a:cubicBezTo>
                <a:cubicBezTo>
                  <a:pt x="354" y="236"/>
                  <a:pt x="354" y="236"/>
                  <a:pt x="354" y="236"/>
                </a:cubicBezTo>
                <a:lnTo>
                  <a:pt x="339" y="325"/>
                </a:lnTo>
                <a:close/>
                <a:moveTo>
                  <a:pt x="325" y="238"/>
                </a:moveTo>
                <a:cubicBezTo>
                  <a:pt x="311" y="325"/>
                  <a:pt x="311" y="325"/>
                  <a:pt x="311" y="325"/>
                </a:cubicBezTo>
                <a:cubicBezTo>
                  <a:pt x="285" y="325"/>
                  <a:pt x="285" y="325"/>
                  <a:pt x="285" y="325"/>
                </a:cubicBezTo>
                <a:cubicBezTo>
                  <a:pt x="297" y="240"/>
                  <a:pt x="297" y="240"/>
                  <a:pt x="297" y="240"/>
                </a:cubicBezTo>
                <a:lnTo>
                  <a:pt x="325" y="238"/>
                </a:lnTo>
                <a:close/>
                <a:moveTo>
                  <a:pt x="282" y="325"/>
                </a:moveTo>
                <a:cubicBezTo>
                  <a:pt x="255" y="324"/>
                  <a:pt x="255" y="324"/>
                  <a:pt x="255" y="324"/>
                </a:cubicBezTo>
                <a:cubicBezTo>
                  <a:pt x="266" y="243"/>
                  <a:pt x="266" y="243"/>
                  <a:pt x="266" y="243"/>
                </a:cubicBezTo>
                <a:cubicBezTo>
                  <a:pt x="294" y="241"/>
                  <a:pt x="294" y="241"/>
                  <a:pt x="294" y="241"/>
                </a:cubicBezTo>
                <a:lnTo>
                  <a:pt x="282" y="325"/>
                </a:lnTo>
                <a:close/>
                <a:moveTo>
                  <a:pt x="262" y="243"/>
                </a:moveTo>
                <a:cubicBezTo>
                  <a:pt x="252" y="324"/>
                  <a:pt x="252" y="324"/>
                  <a:pt x="252" y="324"/>
                </a:cubicBezTo>
                <a:cubicBezTo>
                  <a:pt x="228" y="324"/>
                  <a:pt x="228" y="324"/>
                  <a:pt x="228" y="324"/>
                </a:cubicBezTo>
                <a:cubicBezTo>
                  <a:pt x="237" y="245"/>
                  <a:pt x="237" y="245"/>
                  <a:pt x="237" y="245"/>
                </a:cubicBezTo>
                <a:lnTo>
                  <a:pt x="262" y="243"/>
                </a:lnTo>
                <a:close/>
                <a:moveTo>
                  <a:pt x="224" y="324"/>
                </a:moveTo>
                <a:cubicBezTo>
                  <a:pt x="199" y="324"/>
                  <a:pt x="199" y="324"/>
                  <a:pt x="199" y="324"/>
                </a:cubicBezTo>
                <a:cubicBezTo>
                  <a:pt x="206" y="247"/>
                  <a:pt x="206" y="247"/>
                  <a:pt x="206" y="247"/>
                </a:cubicBezTo>
                <a:cubicBezTo>
                  <a:pt x="234" y="245"/>
                  <a:pt x="234" y="245"/>
                  <a:pt x="234" y="245"/>
                </a:cubicBezTo>
                <a:lnTo>
                  <a:pt x="224" y="324"/>
                </a:lnTo>
                <a:close/>
                <a:moveTo>
                  <a:pt x="203" y="248"/>
                </a:moveTo>
                <a:cubicBezTo>
                  <a:pt x="195" y="324"/>
                  <a:pt x="195" y="324"/>
                  <a:pt x="195" y="324"/>
                </a:cubicBezTo>
                <a:cubicBezTo>
                  <a:pt x="170" y="324"/>
                  <a:pt x="170" y="324"/>
                  <a:pt x="170" y="324"/>
                </a:cubicBezTo>
                <a:cubicBezTo>
                  <a:pt x="176" y="250"/>
                  <a:pt x="176" y="250"/>
                  <a:pt x="176" y="250"/>
                </a:cubicBezTo>
                <a:lnTo>
                  <a:pt x="203" y="248"/>
                </a:lnTo>
                <a:close/>
                <a:moveTo>
                  <a:pt x="167" y="324"/>
                </a:moveTo>
                <a:cubicBezTo>
                  <a:pt x="164" y="324"/>
                  <a:pt x="164" y="324"/>
                  <a:pt x="164" y="324"/>
                </a:cubicBezTo>
                <a:cubicBezTo>
                  <a:pt x="164" y="327"/>
                  <a:pt x="164" y="327"/>
                  <a:pt x="164" y="327"/>
                </a:cubicBezTo>
                <a:cubicBezTo>
                  <a:pt x="141" y="327"/>
                  <a:pt x="141" y="327"/>
                  <a:pt x="141" y="327"/>
                </a:cubicBezTo>
                <a:cubicBezTo>
                  <a:pt x="146" y="252"/>
                  <a:pt x="146" y="252"/>
                  <a:pt x="146" y="252"/>
                </a:cubicBezTo>
                <a:cubicBezTo>
                  <a:pt x="173" y="250"/>
                  <a:pt x="173" y="250"/>
                  <a:pt x="173" y="250"/>
                </a:cubicBezTo>
                <a:lnTo>
                  <a:pt x="167" y="324"/>
                </a:lnTo>
                <a:close/>
                <a:moveTo>
                  <a:pt x="145" y="212"/>
                </a:moveTo>
                <a:cubicBezTo>
                  <a:pt x="143" y="246"/>
                  <a:pt x="143" y="246"/>
                  <a:pt x="143" y="246"/>
                </a:cubicBezTo>
                <a:cubicBezTo>
                  <a:pt x="116" y="248"/>
                  <a:pt x="116" y="248"/>
                  <a:pt x="116" y="248"/>
                </a:cubicBezTo>
                <a:cubicBezTo>
                  <a:pt x="118" y="214"/>
                  <a:pt x="118" y="214"/>
                  <a:pt x="118" y="214"/>
                </a:cubicBezTo>
                <a:lnTo>
                  <a:pt x="145" y="212"/>
                </a:lnTo>
                <a:close/>
                <a:moveTo>
                  <a:pt x="143" y="252"/>
                </a:moveTo>
                <a:cubicBezTo>
                  <a:pt x="138" y="327"/>
                  <a:pt x="138" y="327"/>
                  <a:pt x="138" y="327"/>
                </a:cubicBezTo>
                <a:cubicBezTo>
                  <a:pt x="113" y="326"/>
                  <a:pt x="113" y="326"/>
                  <a:pt x="113" y="326"/>
                </a:cubicBezTo>
                <a:cubicBezTo>
                  <a:pt x="116" y="254"/>
                  <a:pt x="116" y="254"/>
                  <a:pt x="116" y="254"/>
                </a:cubicBezTo>
                <a:lnTo>
                  <a:pt x="143" y="252"/>
                </a:lnTo>
                <a:close/>
                <a:moveTo>
                  <a:pt x="109" y="326"/>
                </a:moveTo>
                <a:cubicBezTo>
                  <a:pt x="85" y="326"/>
                  <a:pt x="85" y="326"/>
                  <a:pt x="85" y="326"/>
                </a:cubicBezTo>
                <a:cubicBezTo>
                  <a:pt x="87" y="256"/>
                  <a:pt x="87" y="256"/>
                  <a:pt x="87" y="256"/>
                </a:cubicBezTo>
                <a:cubicBezTo>
                  <a:pt x="113" y="254"/>
                  <a:pt x="113" y="254"/>
                  <a:pt x="113" y="254"/>
                </a:cubicBezTo>
                <a:lnTo>
                  <a:pt x="109" y="326"/>
                </a:lnTo>
                <a:close/>
                <a:moveTo>
                  <a:pt x="109" y="333"/>
                </a:moveTo>
                <a:cubicBezTo>
                  <a:pt x="103" y="446"/>
                  <a:pt x="103" y="446"/>
                  <a:pt x="103" y="446"/>
                </a:cubicBezTo>
                <a:cubicBezTo>
                  <a:pt x="81" y="444"/>
                  <a:pt x="81" y="444"/>
                  <a:pt x="81" y="444"/>
                </a:cubicBezTo>
                <a:cubicBezTo>
                  <a:pt x="85" y="333"/>
                  <a:pt x="85" y="333"/>
                  <a:pt x="85" y="333"/>
                </a:cubicBezTo>
                <a:lnTo>
                  <a:pt x="109" y="333"/>
                </a:lnTo>
                <a:close/>
                <a:moveTo>
                  <a:pt x="82" y="326"/>
                </a:moveTo>
                <a:cubicBezTo>
                  <a:pt x="53" y="326"/>
                  <a:pt x="53" y="326"/>
                  <a:pt x="53" y="326"/>
                </a:cubicBezTo>
                <a:cubicBezTo>
                  <a:pt x="53" y="259"/>
                  <a:pt x="53" y="259"/>
                  <a:pt x="53" y="259"/>
                </a:cubicBezTo>
                <a:cubicBezTo>
                  <a:pt x="84" y="257"/>
                  <a:pt x="84" y="257"/>
                  <a:pt x="84" y="257"/>
                </a:cubicBezTo>
                <a:lnTo>
                  <a:pt x="82" y="326"/>
                </a:lnTo>
                <a:close/>
                <a:moveTo>
                  <a:pt x="54" y="443"/>
                </a:moveTo>
                <a:cubicBezTo>
                  <a:pt x="53" y="333"/>
                  <a:pt x="53" y="333"/>
                  <a:pt x="53" y="333"/>
                </a:cubicBezTo>
                <a:cubicBezTo>
                  <a:pt x="82" y="333"/>
                  <a:pt x="82" y="333"/>
                  <a:pt x="82" y="333"/>
                </a:cubicBezTo>
                <a:cubicBezTo>
                  <a:pt x="78" y="444"/>
                  <a:pt x="78" y="444"/>
                  <a:pt x="78" y="444"/>
                </a:cubicBezTo>
                <a:lnTo>
                  <a:pt x="54" y="443"/>
                </a:lnTo>
                <a:close/>
                <a:moveTo>
                  <a:pt x="78" y="451"/>
                </a:moveTo>
                <a:cubicBezTo>
                  <a:pt x="75" y="540"/>
                  <a:pt x="75" y="540"/>
                  <a:pt x="75" y="540"/>
                </a:cubicBezTo>
                <a:cubicBezTo>
                  <a:pt x="55" y="537"/>
                  <a:pt x="55" y="537"/>
                  <a:pt x="55" y="537"/>
                </a:cubicBezTo>
                <a:cubicBezTo>
                  <a:pt x="54" y="449"/>
                  <a:pt x="54" y="449"/>
                  <a:pt x="54" y="449"/>
                </a:cubicBezTo>
                <a:lnTo>
                  <a:pt x="78" y="451"/>
                </a:lnTo>
                <a:close/>
                <a:moveTo>
                  <a:pt x="81" y="451"/>
                </a:moveTo>
                <a:cubicBezTo>
                  <a:pt x="103" y="452"/>
                  <a:pt x="103" y="452"/>
                  <a:pt x="103" y="452"/>
                </a:cubicBezTo>
                <a:cubicBezTo>
                  <a:pt x="99" y="542"/>
                  <a:pt x="99" y="542"/>
                  <a:pt x="99" y="542"/>
                </a:cubicBezTo>
                <a:cubicBezTo>
                  <a:pt x="78" y="540"/>
                  <a:pt x="78" y="540"/>
                  <a:pt x="78" y="540"/>
                </a:cubicBezTo>
                <a:lnTo>
                  <a:pt x="81" y="451"/>
                </a:lnTo>
                <a:close/>
                <a:moveTo>
                  <a:pt x="106" y="453"/>
                </a:moveTo>
                <a:cubicBezTo>
                  <a:pt x="130" y="454"/>
                  <a:pt x="130" y="454"/>
                  <a:pt x="130" y="454"/>
                </a:cubicBezTo>
                <a:cubicBezTo>
                  <a:pt x="124" y="546"/>
                  <a:pt x="124" y="546"/>
                  <a:pt x="124" y="546"/>
                </a:cubicBezTo>
                <a:cubicBezTo>
                  <a:pt x="102" y="543"/>
                  <a:pt x="102" y="543"/>
                  <a:pt x="102" y="543"/>
                </a:cubicBezTo>
                <a:lnTo>
                  <a:pt x="106" y="453"/>
                </a:lnTo>
                <a:close/>
                <a:moveTo>
                  <a:pt x="133" y="454"/>
                </a:moveTo>
                <a:cubicBezTo>
                  <a:pt x="156" y="456"/>
                  <a:pt x="156" y="456"/>
                  <a:pt x="156" y="456"/>
                </a:cubicBezTo>
                <a:cubicBezTo>
                  <a:pt x="149" y="548"/>
                  <a:pt x="149" y="548"/>
                  <a:pt x="149" y="548"/>
                </a:cubicBezTo>
                <a:cubicBezTo>
                  <a:pt x="128" y="546"/>
                  <a:pt x="128" y="546"/>
                  <a:pt x="128" y="546"/>
                </a:cubicBezTo>
                <a:lnTo>
                  <a:pt x="133" y="454"/>
                </a:lnTo>
                <a:close/>
                <a:moveTo>
                  <a:pt x="160" y="456"/>
                </a:moveTo>
                <a:cubicBezTo>
                  <a:pt x="182" y="458"/>
                  <a:pt x="182" y="458"/>
                  <a:pt x="182" y="458"/>
                </a:cubicBezTo>
                <a:cubicBezTo>
                  <a:pt x="173" y="551"/>
                  <a:pt x="173" y="551"/>
                  <a:pt x="173" y="551"/>
                </a:cubicBezTo>
                <a:cubicBezTo>
                  <a:pt x="152" y="549"/>
                  <a:pt x="152" y="549"/>
                  <a:pt x="152" y="549"/>
                </a:cubicBezTo>
                <a:lnTo>
                  <a:pt x="160" y="456"/>
                </a:lnTo>
                <a:close/>
                <a:moveTo>
                  <a:pt x="212" y="460"/>
                </a:moveTo>
                <a:cubicBezTo>
                  <a:pt x="235" y="461"/>
                  <a:pt x="235" y="461"/>
                  <a:pt x="235" y="461"/>
                </a:cubicBezTo>
                <a:cubicBezTo>
                  <a:pt x="222" y="557"/>
                  <a:pt x="222" y="557"/>
                  <a:pt x="222" y="557"/>
                </a:cubicBezTo>
                <a:cubicBezTo>
                  <a:pt x="201" y="555"/>
                  <a:pt x="201" y="555"/>
                  <a:pt x="201" y="555"/>
                </a:cubicBezTo>
                <a:lnTo>
                  <a:pt x="212" y="460"/>
                </a:lnTo>
                <a:close/>
                <a:moveTo>
                  <a:pt x="238" y="461"/>
                </a:moveTo>
                <a:cubicBezTo>
                  <a:pt x="262" y="463"/>
                  <a:pt x="262" y="463"/>
                  <a:pt x="262" y="463"/>
                </a:cubicBezTo>
                <a:cubicBezTo>
                  <a:pt x="248" y="560"/>
                  <a:pt x="248" y="560"/>
                  <a:pt x="248" y="560"/>
                </a:cubicBezTo>
                <a:cubicBezTo>
                  <a:pt x="226" y="558"/>
                  <a:pt x="226" y="558"/>
                  <a:pt x="226" y="558"/>
                </a:cubicBezTo>
                <a:lnTo>
                  <a:pt x="238" y="461"/>
                </a:lnTo>
                <a:close/>
                <a:moveTo>
                  <a:pt x="265" y="463"/>
                </a:moveTo>
                <a:cubicBezTo>
                  <a:pt x="289" y="465"/>
                  <a:pt x="289" y="465"/>
                  <a:pt x="289" y="465"/>
                </a:cubicBezTo>
                <a:cubicBezTo>
                  <a:pt x="274" y="563"/>
                  <a:pt x="274" y="563"/>
                  <a:pt x="274" y="563"/>
                </a:cubicBezTo>
                <a:cubicBezTo>
                  <a:pt x="251" y="561"/>
                  <a:pt x="251" y="561"/>
                  <a:pt x="251" y="561"/>
                </a:cubicBezTo>
                <a:lnTo>
                  <a:pt x="265" y="463"/>
                </a:lnTo>
                <a:close/>
                <a:moveTo>
                  <a:pt x="292" y="465"/>
                </a:moveTo>
                <a:cubicBezTo>
                  <a:pt x="314" y="466"/>
                  <a:pt x="314" y="466"/>
                  <a:pt x="314" y="466"/>
                </a:cubicBezTo>
                <a:cubicBezTo>
                  <a:pt x="297" y="566"/>
                  <a:pt x="297" y="566"/>
                  <a:pt x="297" y="566"/>
                </a:cubicBezTo>
                <a:cubicBezTo>
                  <a:pt x="277" y="564"/>
                  <a:pt x="277" y="564"/>
                  <a:pt x="277" y="564"/>
                </a:cubicBezTo>
                <a:lnTo>
                  <a:pt x="292" y="465"/>
                </a:lnTo>
                <a:close/>
                <a:moveTo>
                  <a:pt x="318" y="467"/>
                </a:moveTo>
                <a:cubicBezTo>
                  <a:pt x="342" y="468"/>
                  <a:pt x="342" y="468"/>
                  <a:pt x="342" y="468"/>
                </a:cubicBezTo>
                <a:cubicBezTo>
                  <a:pt x="323" y="569"/>
                  <a:pt x="323" y="569"/>
                  <a:pt x="323" y="569"/>
                </a:cubicBezTo>
                <a:cubicBezTo>
                  <a:pt x="300" y="567"/>
                  <a:pt x="300" y="567"/>
                  <a:pt x="300" y="567"/>
                </a:cubicBezTo>
                <a:lnTo>
                  <a:pt x="318" y="467"/>
                </a:lnTo>
                <a:close/>
                <a:moveTo>
                  <a:pt x="345" y="468"/>
                </a:moveTo>
                <a:cubicBezTo>
                  <a:pt x="368" y="470"/>
                  <a:pt x="368" y="470"/>
                  <a:pt x="368" y="470"/>
                </a:cubicBezTo>
                <a:cubicBezTo>
                  <a:pt x="348" y="572"/>
                  <a:pt x="348" y="572"/>
                  <a:pt x="348" y="572"/>
                </a:cubicBezTo>
                <a:cubicBezTo>
                  <a:pt x="326" y="570"/>
                  <a:pt x="326" y="570"/>
                  <a:pt x="326" y="570"/>
                </a:cubicBezTo>
                <a:lnTo>
                  <a:pt x="345" y="468"/>
                </a:lnTo>
                <a:close/>
                <a:moveTo>
                  <a:pt x="372" y="470"/>
                </a:moveTo>
                <a:cubicBezTo>
                  <a:pt x="395" y="472"/>
                  <a:pt x="395" y="472"/>
                  <a:pt x="395" y="472"/>
                </a:cubicBezTo>
                <a:cubicBezTo>
                  <a:pt x="373" y="575"/>
                  <a:pt x="373" y="575"/>
                  <a:pt x="373" y="575"/>
                </a:cubicBezTo>
                <a:cubicBezTo>
                  <a:pt x="351" y="573"/>
                  <a:pt x="351" y="573"/>
                  <a:pt x="351" y="573"/>
                </a:cubicBezTo>
                <a:lnTo>
                  <a:pt x="372" y="470"/>
                </a:lnTo>
                <a:close/>
                <a:moveTo>
                  <a:pt x="398" y="472"/>
                </a:moveTo>
                <a:cubicBezTo>
                  <a:pt x="422" y="473"/>
                  <a:pt x="422" y="473"/>
                  <a:pt x="422" y="473"/>
                </a:cubicBezTo>
                <a:cubicBezTo>
                  <a:pt x="398" y="578"/>
                  <a:pt x="398" y="578"/>
                  <a:pt x="398" y="578"/>
                </a:cubicBezTo>
                <a:cubicBezTo>
                  <a:pt x="376" y="576"/>
                  <a:pt x="376" y="576"/>
                  <a:pt x="376" y="576"/>
                </a:cubicBezTo>
                <a:lnTo>
                  <a:pt x="398" y="472"/>
                </a:lnTo>
                <a:close/>
                <a:moveTo>
                  <a:pt x="425" y="474"/>
                </a:moveTo>
                <a:cubicBezTo>
                  <a:pt x="449" y="475"/>
                  <a:pt x="449" y="475"/>
                  <a:pt x="449" y="475"/>
                </a:cubicBezTo>
                <a:cubicBezTo>
                  <a:pt x="424" y="581"/>
                  <a:pt x="424" y="581"/>
                  <a:pt x="424" y="581"/>
                </a:cubicBezTo>
                <a:cubicBezTo>
                  <a:pt x="402" y="579"/>
                  <a:pt x="402" y="579"/>
                  <a:pt x="402" y="579"/>
                </a:cubicBezTo>
                <a:lnTo>
                  <a:pt x="425" y="474"/>
                </a:lnTo>
                <a:close/>
                <a:moveTo>
                  <a:pt x="452" y="475"/>
                </a:moveTo>
                <a:cubicBezTo>
                  <a:pt x="474" y="477"/>
                  <a:pt x="474" y="477"/>
                  <a:pt x="474" y="477"/>
                </a:cubicBezTo>
                <a:cubicBezTo>
                  <a:pt x="447" y="584"/>
                  <a:pt x="447" y="584"/>
                  <a:pt x="447" y="584"/>
                </a:cubicBezTo>
                <a:cubicBezTo>
                  <a:pt x="427" y="582"/>
                  <a:pt x="427" y="582"/>
                  <a:pt x="427" y="582"/>
                </a:cubicBezTo>
                <a:lnTo>
                  <a:pt x="452" y="475"/>
                </a:lnTo>
                <a:close/>
                <a:moveTo>
                  <a:pt x="499" y="597"/>
                </a:moveTo>
                <a:cubicBezTo>
                  <a:pt x="520" y="600"/>
                  <a:pt x="520" y="600"/>
                  <a:pt x="520" y="600"/>
                </a:cubicBezTo>
                <a:cubicBezTo>
                  <a:pt x="519" y="601"/>
                  <a:pt x="519" y="601"/>
                  <a:pt x="519" y="601"/>
                </a:cubicBezTo>
                <a:cubicBezTo>
                  <a:pt x="512" y="600"/>
                  <a:pt x="505" y="600"/>
                  <a:pt x="499" y="599"/>
                </a:cubicBezTo>
                <a:lnTo>
                  <a:pt x="499" y="597"/>
                </a:lnTo>
                <a:close/>
                <a:moveTo>
                  <a:pt x="548" y="603"/>
                </a:moveTo>
                <a:cubicBezTo>
                  <a:pt x="571" y="606"/>
                  <a:pt x="571" y="606"/>
                  <a:pt x="571" y="606"/>
                </a:cubicBezTo>
                <a:cubicBezTo>
                  <a:pt x="571" y="607"/>
                  <a:pt x="571" y="607"/>
                  <a:pt x="571" y="607"/>
                </a:cubicBezTo>
                <a:cubicBezTo>
                  <a:pt x="563" y="606"/>
                  <a:pt x="555" y="605"/>
                  <a:pt x="548" y="604"/>
                </a:cubicBezTo>
                <a:lnTo>
                  <a:pt x="548" y="603"/>
                </a:lnTo>
                <a:close/>
                <a:moveTo>
                  <a:pt x="599" y="609"/>
                </a:moveTo>
                <a:cubicBezTo>
                  <a:pt x="605" y="610"/>
                  <a:pt x="605" y="610"/>
                  <a:pt x="605" y="610"/>
                </a:cubicBezTo>
                <a:cubicBezTo>
                  <a:pt x="606" y="610"/>
                  <a:pt x="606" y="611"/>
                  <a:pt x="607" y="611"/>
                </a:cubicBezTo>
                <a:cubicBezTo>
                  <a:pt x="607" y="611"/>
                  <a:pt x="608" y="611"/>
                  <a:pt x="608" y="612"/>
                </a:cubicBezTo>
                <a:cubicBezTo>
                  <a:pt x="605" y="611"/>
                  <a:pt x="602" y="611"/>
                  <a:pt x="599" y="610"/>
                </a:cubicBezTo>
                <a:lnTo>
                  <a:pt x="599" y="609"/>
                </a:lnTo>
                <a:close/>
                <a:moveTo>
                  <a:pt x="612" y="611"/>
                </a:moveTo>
                <a:cubicBezTo>
                  <a:pt x="621" y="612"/>
                  <a:pt x="621" y="612"/>
                  <a:pt x="621" y="612"/>
                </a:cubicBezTo>
                <a:cubicBezTo>
                  <a:pt x="620" y="613"/>
                  <a:pt x="620" y="613"/>
                  <a:pt x="620" y="613"/>
                </a:cubicBezTo>
                <a:cubicBezTo>
                  <a:pt x="617" y="613"/>
                  <a:pt x="613" y="612"/>
                  <a:pt x="609" y="612"/>
                </a:cubicBezTo>
                <a:cubicBezTo>
                  <a:pt x="610" y="612"/>
                  <a:pt x="611" y="611"/>
                  <a:pt x="612" y="611"/>
                </a:cubicBezTo>
                <a:close/>
                <a:moveTo>
                  <a:pt x="649" y="615"/>
                </a:moveTo>
                <a:cubicBezTo>
                  <a:pt x="667" y="617"/>
                  <a:pt x="667" y="617"/>
                  <a:pt x="667" y="617"/>
                </a:cubicBezTo>
                <a:cubicBezTo>
                  <a:pt x="666" y="619"/>
                  <a:pt x="666" y="619"/>
                  <a:pt x="666" y="619"/>
                </a:cubicBezTo>
                <a:cubicBezTo>
                  <a:pt x="661" y="618"/>
                  <a:pt x="655" y="617"/>
                  <a:pt x="648" y="616"/>
                </a:cubicBezTo>
                <a:lnTo>
                  <a:pt x="649" y="615"/>
                </a:lnTo>
                <a:close/>
                <a:moveTo>
                  <a:pt x="651" y="609"/>
                </a:moveTo>
                <a:cubicBezTo>
                  <a:pt x="691" y="491"/>
                  <a:pt x="691" y="491"/>
                  <a:pt x="691" y="491"/>
                </a:cubicBezTo>
                <a:cubicBezTo>
                  <a:pt x="712" y="492"/>
                  <a:pt x="712" y="492"/>
                  <a:pt x="712" y="492"/>
                </a:cubicBezTo>
                <a:cubicBezTo>
                  <a:pt x="669" y="611"/>
                  <a:pt x="669" y="611"/>
                  <a:pt x="669" y="611"/>
                </a:cubicBezTo>
                <a:lnTo>
                  <a:pt x="651" y="609"/>
                </a:lnTo>
                <a:close/>
                <a:moveTo>
                  <a:pt x="715" y="493"/>
                </a:moveTo>
                <a:cubicBezTo>
                  <a:pt x="725" y="493"/>
                  <a:pt x="725" y="493"/>
                  <a:pt x="725" y="493"/>
                </a:cubicBezTo>
                <a:cubicBezTo>
                  <a:pt x="682" y="612"/>
                  <a:pt x="682" y="612"/>
                  <a:pt x="682" y="612"/>
                </a:cubicBezTo>
                <a:cubicBezTo>
                  <a:pt x="673" y="611"/>
                  <a:pt x="673" y="611"/>
                  <a:pt x="673" y="611"/>
                </a:cubicBezTo>
                <a:lnTo>
                  <a:pt x="715" y="493"/>
                </a:lnTo>
                <a:close/>
                <a:moveTo>
                  <a:pt x="717" y="486"/>
                </a:moveTo>
                <a:cubicBezTo>
                  <a:pt x="771" y="335"/>
                  <a:pt x="771" y="335"/>
                  <a:pt x="771" y="335"/>
                </a:cubicBezTo>
                <a:cubicBezTo>
                  <a:pt x="781" y="335"/>
                  <a:pt x="781" y="335"/>
                  <a:pt x="781" y="335"/>
                </a:cubicBezTo>
                <a:cubicBezTo>
                  <a:pt x="727" y="487"/>
                  <a:pt x="727" y="487"/>
                  <a:pt x="727" y="487"/>
                </a:cubicBezTo>
                <a:lnTo>
                  <a:pt x="717" y="486"/>
                </a:lnTo>
                <a:close/>
                <a:moveTo>
                  <a:pt x="774" y="328"/>
                </a:moveTo>
                <a:cubicBezTo>
                  <a:pt x="819" y="200"/>
                  <a:pt x="819" y="200"/>
                  <a:pt x="819" y="200"/>
                </a:cubicBezTo>
                <a:cubicBezTo>
                  <a:pt x="830" y="199"/>
                  <a:pt x="830" y="199"/>
                  <a:pt x="830" y="199"/>
                </a:cubicBezTo>
                <a:cubicBezTo>
                  <a:pt x="784" y="328"/>
                  <a:pt x="784" y="328"/>
                  <a:pt x="784" y="328"/>
                </a:cubicBezTo>
                <a:lnTo>
                  <a:pt x="774" y="328"/>
                </a:lnTo>
                <a:close/>
                <a:moveTo>
                  <a:pt x="789" y="196"/>
                </a:moveTo>
                <a:cubicBezTo>
                  <a:pt x="761" y="198"/>
                  <a:pt x="761" y="198"/>
                  <a:pt x="761" y="198"/>
                </a:cubicBezTo>
                <a:cubicBezTo>
                  <a:pt x="775" y="156"/>
                  <a:pt x="775" y="156"/>
                  <a:pt x="775" y="156"/>
                </a:cubicBezTo>
                <a:cubicBezTo>
                  <a:pt x="803" y="153"/>
                  <a:pt x="803" y="153"/>
                  <a:pt x="803" y="153"/>
                </a:cubicBezTo>
                <a:lnTo>
                  <a:pt x="789" y="196"/>
                </a:lnTo>
                <a:close/>
                <a:moveTo>
                  <a:pt x="725" y="201"/>
                </a:moveTo>
                <a:cubicBezTo>
                  <a:pt x="697" y="203"/>
                  <a:pt x="697" y="203"/>
                  <a:pt x="697" y="203"/>
                </a:cubicBezTo>
                <a:cubicBezTo>
                  <a:pt x="709" y="162"/>
                  <a:pt x="709" y="162"/>
                  <a:pt x="709" y="162"/>
                </a:cubicBezTo>
                <a:cubicBezTo>
                  <a:pt x="738" y="159"/>
                  <a:pt x="738" y="159"/>
                  <a:pt x="738" y="159"/>
                </a:cubicBezTo>
                <a:lnTo>
                  <a:pt x="725" y="201"/>
                </a:lnTo>
                <a:close/>
                <a:moveTo>
                  <a:pt x="664" y="205"/>
                </a:moveTo>
                <a:cubicBezTo>
                  <a:pt x="635" y="208"/>
                  <a:pt x="635" y="208"/>
                  <a:pt x="635" y="208"/>
                </a:cubicBezTo>
                <a:cubicBezTo>
                  <a:pt x="647" y="168"/>
                  <a:pt x="647" y="168"/>
                  <a:pt x="647" y="168"/>
                </a:cubicBezTo>
                <a:cubicBezTo>
                  <a:pt x="676" y="165"/>
                  <a:pt x="676" y="165"/>
                  <a:pt x="676" y="165"/>
                </a:cubicBezTo>
                <a:lnTo>
                  <a:pt x="664" y="205"/>
                </a:lnTo>
                <a:close/>
                <a:moveTo>
                  <a:pt x="600" y="210"/>
                </a:moveTo>
                <a:cubicBezTo>
                  <a:pt x="574" y="212"/>
                  <a:pt x="574" y="212"/>
                  <a:pt x="574" y="212"/>
                </a:cubicBezTo>
                <a:cubicBezTo>
                  <a:pt x="585" y="173"/>
                  <a:pt x="585" y="173"/>
                  <a:pt x="585" y="173"/>
                </a:cubicBezTo>
                <a:cubicBezTo>
                  <a:pt x="611" y="171"/>
                  <a:pt x="611" y="171"/>
                  <a:pt x="611" y="171"/>
                </a:cubicBezTo>
                <a:lnTo>
                  <a:pt x="600" y="210"/>
                </a:lnTo>
                <a:close/>
                <a:moveTo>
                  <a:pt x="539" y="215"/>
                </a:moveTo>
                <a:cubicBezTo>
                  <a:pt x="513" y="217"/>
                  <a:pt x="513" y="217"/>
                  <a:pt x="513" y="217"/>
                </a:cubicBezTo>
                <a:cubicBezTo>
                  <a:pt x="522" y="179"/>
                  <a:pt x="522" y="179"/>
                  <a:pt x="522" y="179"/>
                </a:cubicBezTo>
                <a:cubicBezTo>
                  <a:pt x="549" y="177"/>
                  <a:pt x="549" y="177"/>
                  <a:pt x="549" y="177"/>
                </a:cubicBezTo>
                <a:lnTo>
                  <a:pt x="539" y="215"/>
                </a:lnTo>
                <a:close/>
                <a:moveTo>
                  <a:pt x="479" y="220"/>
                </a:moveTo>
                <a:cubicBezTo>
                  <a:pt x="451" y="222"/>
                  <a:pt x="451" y="222"/>
                  <a:pt x="451" y="222"/>
                </a:cubicBezTo>
                <a:cubicBezTo>
                  <a:pt x="459" y="185"/>
                  <a:pt x="459" y="185"/>
                  <a:pt x="459" y="185"/>
                </a:cubicBezTo>
                <a:cubicBezTo>
                  <a:pt x="488" y="182"/>
                  <a:pt x="488" y="182"/>
                  <a:pt x="488" y="182"/>
                </a:cubicBezTo>
                <a:lnTo>
                  <a:pt x="479" y="220"/>
                </a:lnTo>
                <a:close/>
                <a:moveTo>
                  <a:pt x="417" y="224"/>
                </a:moveTo>
                <a:cubicBezTo>
                  <a:pt x="390" y="227"/>
                  <a:pt x="390" y="227"/>
                  <a:pt x="390" y="227"/>
                </a:cubicBezTo>
                <a:cubicBezTo>
                  <a:pt x="397" y="190"/>
                  <a:pt x="397" y="190"/>
                  <a:pt x="397" y="190"/>
                </a:cubicBezTo>
                <a:cubicBezTo>
                  <a:pt x="424" y="188"/>
                  <a:pt x="424" y="188"/>
                  <a:pt x="424" y="188"/>
                </a:cubicBezTo>
                <a:lnTo>
                  <a:pt x="417" y="224"/>
                </a:lnTo>
                <a:close/>
                <a:moveTo>
                  <a:pt x="356" y="229"/>
                </a:moveTo>
                <a:cubicBezTo>
                  <a:pt x="329" y="231"/>
                  <a:pt x="329" y="231"/>
                  <a:pt x="329" y="231"/>
                </a:cubicBezTo>
                <a:cubicBezTo>
                  <a:pt x="335" y="196"/>
                  <a:pt x="335" y="196"/>
                  <a:pt x="335" y="196"/>
                </a:cubicBezTo>
                <a:cubicBezTo>
                  <a:pt x="362" y="194"/>
                  <a:pt x="362" y="194"/>
                  <a:pt x="362" y="194"/>
                </a:cubicBezTo>
                <a:lnTo>
                  <a:pt x="356" y="229"/>
                </a:lnTo>
                <a:close/>
                <a:moveTo>
                  <a:pt x="294" y="234"/>
                </a:moveTo>
                <a:cubicBezTo>
                  <a:pt x="267" y="236"/>
                  <a:pt x="267" y="236"/>
                  <a:pt x="267" y="236"/>
                </a:cubicBezTo>
                <a:cubicBezTo>
                  <a:pt x="271" y="202"/>
                  <a:pt x="271" y="202"/>
                  <a:pt x="271" y="202"/>
                </a:cubicBezTo>
                <a:cubicBezTo>
                  <a:pt x="299" y="199"/>
                  <a:pt x="299" y="199"/>
                  <a:pt x="299" y="199"/>
                </a:cubicBezTo>
                <a:lnTo>
                  <a:pt x="294" y="234"/>
                </a:lnTo>
                <a:close/>
                <a:moveTo>
                  <a:pt x="234" y="239"/>
                </a:moveTo>
                <a:cubicBezTo>
                  <a:pt x="207" y="241"/>
                  <a:pt x="207" y="241"/>
                  <a:pt x="207" y="241"/>
                </a:cubicBezTo>
                <a:cubicBezTo>
                  <a:pt x="210" y="208"/>
                  <a:pt x="210" y="208"/>
                  <a:pt x="210" y="208"/>
                </a:cubicBezTo>
                <a:cubicBezTo>
                  <a:pt x="238" y="205"/>
                  <a:pt x="238" y="205"/>
                  <a:pt x="238" y="205"/>
                </a:cubicBezTo>
                <a:lnTo>
                  <a:pt x="234" y="239"/>
                </a:lnTo>
                <a:close/>
                <a:moveTo>
                  <a:pt x="173" y="243"/>
                </a:moveTo>
                <a:cubicBezTo>
                  <a:pt x="147" y="245"/>
                  <a:pt x="147" y="245"/>
                  <a:pt x="147" y="245"/>
                </a:cubicBezTo>
                <a:cubicBezTo>
                  <a:pt x="149" y="211"/>
                  <a:pt x="149" y="211"/>
                  <a:pt x="149" y="211"/>
                </a:cubicBezTo>
                <a:cubicBezTo>
                  <a:pt x="176" y="209"/>
                  <a:pt x="176" y="209"/>
                  <a:pt x="176" y="209"/>
                </a:cubicBezTo>
                <a:lnTo>
                  <a:pt x="173" y="243"/>
                </a:lnTo>
                <a:close/>
                <a:moveTo>
                  <a:pt x="113" y="248"/>
                </a:moveTo>
                <a:cubicBezTo>
                  <a:pt x="87" y="250"/>
                  <a:pt x="87" y="250"/>
                  <a:pt x="87" y="250"/>
                </a:cubicBezTo>
                <a:cubicBezTo>
                  <a:pt x="89" y="217"/>
                  <a:pt x="89" y="217"/>
                  <a:pt x="89" y="217"/>
                </a:cubicBezTo>
                <a:cubicBezTo>
                  <a:pt x="115" y="214"/>
                  <a:pt x="115" y="214"/>
                  <a:pt x="115" y="214"/>
                </a:cubicBezTo>
                <a:lnTo>
                  <a:pt x="113" y="248"/>
                </a:lnTo>
                <a:close/>
                <a:moveTo>
                  <a:pt x="85" y="217"/>
                </a:moveTo>
                <a:cubicBezTo>
                  <a:pt x="84" y="250"/>
                  <a:pt x="84" y="250"/>
                  <a:pt x="84" y="250"/>
                </a:cubicBezTo>
                <a:cubicBezTo>
                  <a:pt x="53" y="253"/>
                  <a:pt x="53" y="253"/>
                  <a:pt x="53" y="253"/>
                </a:cubicBezTo>
                <a:cubicBezTo>
                  <a:pt x="53" y="250"/>
                  <a:pt x="53" y="250"/>
                  <a:pt x="53" y="250"/>
                </a:cubicBezTo>
                <a:cubicBezTo>
                  <a:pt x="59" y="250"/>
                  <a:pt x="65" y="249"/>
                  <a:pt x="65" y="249"/>
                </a:cubicBezTo>
                <a:cubicBezTo>
                  <a:pt x="66" y="248"/>
                  <a:pt x="66" y="223"/>
                  <a:pt x="65" y="222"/>
                </a:cubicBezTo>
                <a:cubicBezTo>
                  <a:pt x="64" y="222"/>
                  <a:pt x="53" y="222"/>
                  <a:pt x="53" y="222"/>
                </a:cubicBezTo>
                <a:cubicBezTo>
                  <a:pt x="53" y="222"/>
                  <a:pt x="53" y="221"/>
                  <a:pt x="52" y="220"/>
                </a:cubicBezTo>
                <a:lnTo>
                  <a:pt x="85" y="217"/>
                </a:lnTo>
                <a:close/>
                <a:moveTo>
                  <a:pt x="23" y="252"/>
                </a:moveTo>
                <a:cubicBezTo>
                  <a:pt x="30" y="251"/>
                  <a:pt x="36" y="251"/>
                  <a:pt x="36" y="251"/>
                </a:cubicBezTo>
                <a:cubicBezTo>
                  <a:pt x="36" y="251"/>
                  <a:pt x="42" y="251"/>
                  <a:pt x="49" y="250"/>
                </a:cubicBezTo>
                <a:cubicBezTo>
                  <a:pt x="49" y="253"/>
                  <a:pt x="49" y="253"/>
                  <a:pt x="49" y="253"/>
                </a:cubicBezTo>
                <a:cubicBezTo>
                  <a:pt x="23" y="255"/>
                  <a:pt x="23" y="255"/>
                  <a:pt x="23" y="255"/>
                </a:cubicBezTo>
                <a:cubicBezTo>
                  <a:pt x="23" y="254"/>
                  <a:pt x="23" y="253"/>
                  <a:pt x="23" y="252"/>
                </a:cubicBezTo>
                <a:close/>
                <a:moveTo>
                  <a:pt x="24" y="272"/>
                </a:moveTo>
                <a:cubicBezTo>
                  <a:pt x="24" y="268"/>
                  <a:pt x="24" y="265"/>
                  <a:pt x="24" y="261"/>
                </a:cubicBezTo>
                <a:cubicBezTo>
                  <a:pt x="49" y="259"/>
                  <a:pt x="49" y="259"/>
                  <a:pt x="49" y="259"/>
                </a:cubicBezTo>
                <a:cubicBezTo>
                  <a:pt x="50" y="326"/>
                  <a:pt x="50" y="326"/>
                  <a:pt x="50" y="326"/>
                </a:cubicBezTo>
                <a:cubicBezTo>
                  <a:pt x="25" y="326"/>
                  <a:pt x="25" y="326"/>
                  <a:pt x="25" y="326"/>
                </a:cubicBezTo>
                <a:cubicBezTo>
                  <a:pt x="25" y="306"/>
                  <a:pt x="24" y="287"/>
                  <a:pt x="24" y="272"/>
                </a:cubicBezTo>
                <a:close/>
                <a:moveTo>
                  <a:pt x="26" y="356"/>
                </a:moveTo>
                <a:cubicBezTo>
                  <a:pt x="26" y="348"/>
                  <a:pt x="26" y="340"/>
                  <a:pt x="25" y="333"/>
                </a:cubicBezTo>
                <a:cubicBezTo>
                  <a:pt x="50" y="333"/>
                  <a:pt x="50" y="333"/>
                  <a:pt x="50" y="333"/>
                </a:cubicBezTo>
                <a:cubicBezTo>
                  <a:pt x="51" y="442"/>
                  <a:pt x="51" y="442"/>
                  <a:pt x="51" y="442"/>
                </a:cubicBezTo>
                <a:cubicBezTo>
                  <a:pt x="28" y="441"/>
                  <a:pt x="28" y="441"/>
                  <a:pt x="28" y="441"/>
                </a:cubicBezTo>
                <a:cubicBezTo>
                  <a:pt x="28" y="413"/>
                  <a:pt x="27" y="384"/>
                  <a:pt x="26" y="356"/>
                </a:cubicBezTo>
                <a:close/>
                <a:moveTo>
                  <a:pt x="32" y="533"/>
                </a:moveTo>
                <a:cubicBezTo>
                  <a:pt x="31" y="513"/>
                  <a:pt x="30" y="482"/>
                  <a:pt x="29" y="448"/>
                </a:cubicBezTo>
                <a:cubicBezTo>
                  <a:pt x="51" y="449"/>
                  <a:pt x="51" y="449"/>
                  <a:pt x="51" y="449"/>
                </a:cubicBezTo>
                <a:cubicBezTo>
                  <a:pt x="51" y="537"/>
                  <a:pt x="51" y="537"/>
                  <a:pt x="51" y="537"/>
                </a:cubicBezTo>
                <a:cubicBezTo>
                  <a:pt x="32" y="534"/>
                  <a:pt x="32" y="534"/>
                  <a:pt x="32" y="534"/>
                </a:cubicBezTo>
                <a:cubicBezTo>
                  <a:pt x="32" y="534"/>
                  <a:pt x="32" y="534"/>
                  <a:pt x="32" y="533"/>
                </a:cubicBezTo>
                <a:close/>
                <a:moveTo>
                  <a:pt x="49" y="560"/>
                </a:moveTo>
                <a:cubicBezTo>
                  <a:pt x="44" y="559"/>
                  <a:pt x="40" y="558"/>
                  <a:pt x="37" y="558"/>
                </a:cubicBezTo>
                <a:cubicBezTo>
                  <a:pt x="36" y="557"/>
                  <a:pt x="34" y="557"/>
                  <a:pt x="34" y="557"/>
                </a:cubicBezTo>
                <a:cubicBezTo>
                  <a:pt x="34" y="557"/>
                  <a:pt x="33" y="557"/>
                  <a:pt x="33" y="557"/>
                </a:cubicBezTo>
                <a:cubicBezTo>
                  <a:pt x="33" y="557"/>
                  <a:pt x="33" y="556"/>
                  <a:pt x="33" y="555"/>
                </a:cubicBezTo>
                <a:cubicBezTo>
                  <a:pt x="33" y="553"/>
                  <a:pt x="32" y="548"/>
                  <a:pt x="32" y="541"/>
                </a:cubicBezTo>
                <a:cubicBezTo>
                  <a:pt x="51" y="543"/>
                  <a:pt x="51" y="543"/>
                  <a:pt x="51" y="543"/>
                </a:cubicBezTo>
                <a:cubicBezTo>
                  <a:pt x="51" y="560"/>
                  <a:pt x="51" y="560"/>
                  <a:pt x="51" y="560"/>
                </a:cubicBezTo>
                <a:cubicBezTo>
                  <a:pt x="51" y="560"/>
                  <a:pt x="50" y="560"/>
                  <a:pt x="49" y="560"/>
                </a:cubicBezTo>
                <a:close/>
                <a:moveTo>
                  <a:pt x="55" y="560"/>
                </a:moveTo>
                <a:cubicBezTo>
                  <a:pt x="55" y="544"/>
                  <a:pt x="55" y="544"/>
                  <a:pt x="55" y="544"/>
                </a:cubicBezTo>
                <a:cubicBezTo>
                  <a:pt x="75" y="546"/>
                  <a:pt x="75" y="546"/>
                  <a:pt x="75" y="546"/>
                </a:cubicBezTo>
                <a:cubicBezTo>
                  <a:pt x="74" y="563"/>
                  <a:pt x="74" y="563"/>
                  <a:pt x="74" y="563"/>
                </a:cubicBezTo>
                <a:cubicBezTo>
                  <a:pt x="67" y="562"/>
                  <a:pt x="60" y="561"/>
                  <a:pt x="55" y="560"/>
                </a:cubicBezTo>
                <a:close/>
                <a:moveTo>
                  <a:pt x="78" y="564"/>
                </a:moveTo>
                <a:cubicBezTo>
                  <a:pt x="78" y="547"/>
                  <a:pt x="78" y="547"/>
                  <a:pt x="78" y="547"/>
                </a:cubicBezTo>
                <a:cubicBezTo>
                  <a:pt x="98" y="549"/>
                  <a:pt x="98" y="549"/>
                  <a:pt x="98" y="549"/>
                </a:cubicBezTo>
                <a:cubicBezTo>
                  <a:pt x="97" y="566"/>
                  <a:pt x="97" y="566"/>
                  <a:pt x="97" y="566"/>
                </a:cubicBezTo>
                <a:cubicBezTo>
                  <a:pt x="96" y="566"/>
                  <a:pt x="95" y="566"/>
                  <a:pt x="93" y="566"/>
                </a:cubicBezTo>
                <a:cubicBezTo>
                  <a:pt x="88" y="565"/>
                  <a:pt x="83" y="564"/>
                  <a:pt x="78" y="564"/>
                </a:cubicBezTo>
                <a:close/>
                <a:moveTo>
                  <a:pt x="102" y="549"/>
                </a:moveTo>
                <a:cubicBezTo>
                  <a:pt x="124" y="552"/>
                  <a:pt x="124" y="552"/>
                  <a:pt x="124" y="552"/>
                </a:cubicBezTo>
                <a:cubicBezTo>
                  <a:pt x="123" y="570"/>
                  <a:pt x="123" y="570"/>
                  <a:pt x="123" y="570"/>
                </a:cubicBezTo>
                <a:cubicBezTo>
                  <a:pt x="115" y="569"/>
                  <a:pt x="108" y="568"/>
                  <a:pt x="101" y="567"/>
                </a:cubicBezTo>
                <a:lnTo>
                  <a:pt x="102" y="549"/>
                </a:lnTo>
                <a:close/>
                <a:moveTo>
                  <a:pt x="127" y="552"/>
                </a:moveTo>
                <a:cubicBezTo>
                  <a:pt x="148" y="555"/>
                  <a:pt x="148" y="555"/>
                  <a:pt x="148" y="555"/>
                </a:cubicBezTo>
                <a:cubicBezTo>
                  <a:pt x="147" y="573"/>
                  <a:pt x="147" y="573"/>
                  <a:pt x="147" y="573"/>
                </a:cubicBezTo>
                <a:cubicBezTo>
                  <a:pt x="140" y="572"/>
                  <a:pt x="133" y="571"/>
                  <a:pt x="126" y="570"/>
                </a:cubicBezTo>
                <a:lnTo>
                  <a:pt x="127" y="552"/>
                </a:lnTo>
                <a:close/>
                <a:moveTo>
                  <a:pt x="152" y="555"/>
                </a:moveTo>
                <a:cubicBezTo>
                  <a:pt x="173" y="558"/>
                  <a:pt x="173" y="558"/>
                  <a:pt x="173" y="558"/>
                </a:cubicBezTo>
                <a:cubicBezTo>
                  <a:pt x="171" y="576"/>
                  <a:pt x="171" y="576"/>
                  <a:pt x="171" y="576"/>
                </a:cubicBezTo>
                <a:cubicBezTo>
                  <a:pt x="164" y="575"/>
                  <a:pt x="157" y="574"/>
                  <a:pt x="150" y="573"/>
                </a:cubicBezTo>
                <a:lnTo>
                  <a:pt x="152" y="555"/>
                </a:lnTo>
                <a:close/>
                <a:moveTo>
                  <a:pt x="176" y="558"/>
                </a:moveTo>
                <a:cubicBezTo>
                  <a:pt x="197" y="561"/>
                  <a:pt x="197" y="561"/>
                  <a:pt x="197" y="561"/>
                </a:cubicBezTo>
                <a:cubicBezTo>
                  <a:pt x="195" y="579"/>
                  <a:pt x="195" y="579"/>
                  <a:pt x="195" y="579"/>
                </a:cubicBezTo>
                <a:cubicBezTo>
                  <a:pt x="188" y="578"/>
                  <a:pt x="181" y="578"/>
                  <a:pt x="174" y="577"/>
                </a:cubicBezTo>
                <a:lnTo>
                  <a:pt x="176" y="558"/>
                </a:lnTo>
                <a:close/>
                <a:moveTo>
                  <a:pt x="200" y="561"/>
                </a:moveTo>
                <a:cubicBezTo>
                  <a:pt x="222" y="564"/>
                  <a:pt x="222" y="564"/>
                  <a:pt x="222" y="564"/>
                </a:cubicBezTo>
                <a:cubicBezTo>
                  <a:pt x="219" y="582"/>
                  <a:pt x="219" y="582"/>
                  <a:pt x="219" y="582"/>
                </a:cubicBezTo>
                <a:cubicBezTo>
                  <a:pt x="212" y="582"/>
                  <a:pt x="205" y="581"/>
                  <a:pt x="198" y="580"/>
                </a:cubicBezTo>
                <a:lnTo>
                  <a:pt x="200" y="561"/>
                </a:lnTo>
                <a:close/>
                <a:moveTo>
                  <a:pt x="222" y="583"/>
                </a:moveTo>
                <a:cubicBezTo>
                  <a:pt x="225" y="564"/>
                  <a:pt x="225" y="564"/>
                  <a:pt x="225" y="564"/>
                </a:cubicBezTo>
                <a:cubicBezTo>
                  <a:pt x="247" y="567"/>
                  <a:pt x="247" y="567"/>
                  <a:pt x="247" y="567"/>
                </a:cubicBezTo>
                <a:cubicBezTo>
                  <a:pt x="245" y="586"/>
                  <a:pt x="245" y="586"/>
                  <a:pt x="245" y="586"/>
                </a:cubicBezTo>
                <a:cubicBezTo>
                  <a:pt x="239" y="585"/>
                  <a:pt x="234" y="584"/>
                  <a:pt x="229" y="584"/>
                </a:cubicBezTo>
                <a:cubicBezTo>
                  <a:pt x="227" y="583"/>
                  <a:pt x="225" y="583"/>
                  <a:pt x="222" y="583"/>
                </a:cubicBezTo>
                <a:close/>
                <a:moveTo>
                  <a:pt x="250" y="567"/>
                </a:moveTo>
                <a:cubicBezTo>
                  <a:pt x="273" y="570"/>
                  <a:pt x="273" y="570"/>
                  <a:pt x="273" y="570"/>
                </a:cubicBezTo>
                <a:cubicBezTo>
                  <a:pt x="270" y="589"/>
                  <a:pt x="270" y="589"/>
                  <a:pt x="270" y="589"/>
                </a:cubicBezTo>
                <a:cubicBezTo>
                  <a:pt x="262" y="588"/>
                  <a:pt x="255" y="587"/>
                  <a:pt x="248" y="586"/>
                </a:cubicBezTo>
                <a:lnTo>
                  <a:pt x="250" y="567"/>
                </a:lnTo>
                <a:close/>
                <a:moveTo>
                  <a:pt x="276" y="570"/>
                </a:moveTo>
                <a:cubicBezTo>
                  <a:pt x="296" y="573"/>
                  <a:pt x="296" y="573"/>
                  <a:pt x="296" y="573"/>
                </a:cubicBezTo>
                <a:cubicBezTo>
                  <a:pt x="293" y="592"/>
                  <a:pt x="293" y="592"/>
                  <a:pt x="293" y="592"/>
                </a:cubicBezTo>
                <a:cubicBezTo>
                  <a:pt x="286" y="591"/>
                  <a:pt x="279" y="590"/>
                  <a:pt x="273" y="589"/>
                </a:cubicBezTo>
                <a:lnTo>
                  <a:pt x="276" y="570"/>
                </a:lnTo>
                <a:close/>
                <a:moveTo>
                  <a:pt x="299" y="573"/>
                </a:moveTo>
                <a:cubicBezTo>
                  <a:pt x="321" y="576"/>
                  <a:pt x="321" y="576"/>
                  <a:pt x="321" y="576"/>
                </a:cubicBezTo>
                <a:cubicBezTo>
                  <a:pt x="318" y="595"/>
                  <a:pt x="318" y="595"/>
                  <a:pt x="318" y="595"/>
                </a:cubicBezTo>
                <a:cubicBezTo>
                  <a:pt x="311" y="594"/>
                  <a:pt x="303" y="593"/>
                  <a:pt x="296" y="592"/>
                </a:cubicBezTo>
                <a:lnTo>
                  <a:pt x="299" y="573"/>
                </a:lnTo>
                <a:close/>
                <a:moveTo>
                  <a:pt x="325" y="576"/>
                </a:moveTo>
                <a:cubicBezTo>
                  <a:pt x="347" y="579"/>
                  <a:pt x="347" y="579"/>
                  <a:pt x="347" y="579"/>
                </a:cubicBezTo>
                <a:cubicBezTo>
                  <a:pt x="343" y="598"/>
                  <a:pt x="343" y="598"/>
                  <a:pt x="343" y="598"/>
                </a:cubicBezTo>
                <a:cubicBezTo>
                  <a:pt x="336" y="598"/>
                  <a:pt x="329" y="597"/>
                  <a:pt x="321" y="596"/>
                </a:cubicBezTo>
                <a:lnTo>
                  <a:pt x="325" y="576"/>
                </a:lnTo>
                <a:close/>
                <a:moveTo>
                  <a:pt x="350" y="579"/>
                </a:moveTo>
                <a:cubicBezTo>
                  <a:pt x="371" y="582"/>
                  <a:pt x="371" y="582"/>
                  <a:pt x="371" y="582"/>
                </a:cubicBezTo>
                <a:cubicBezTo>
                  <a:pt x="367" y="602"/>
                  <a:pt x="367" y="602"/>
                  <a:pt x="367" y="602"/>
                </a:cubicBezTo>
                <a:cubicBezTo>
                  <a:pt x="360" y="601"/>
                  <a:pt x="353" y="600"/>
                  <a:pt x="346" y="599"/>
                </a:cubicBezTo>
                <a:lnTo>
                  <a:pt x="350" y="579"/>
                </a:lnTo>
                <a:close/>
                <a:moveTo>
                  <a:pt x="375" y="582"/>
                </a:moveTo>
                <a:cubicBezTo>
                  <a:pt x="397" y="585"/>
                  <a:pt x="397" y="585"/>
                  <a:pt x="397" y="585"/>
                </a:cubicBezTo>
                <a:cubicBezTo>
                  <a:pt x="392" y="605"/>
                  <a:pt x="392" y="605"/>
                  <a:pt x="392" y="605"/>
                </a:cubicBezTo>
                <a:cubicBezTo>
                  <a:pt x="385" y="604"/>
                  <a:pt x="378" y="603"/>
                  <a:pt x="370" y="602"/>
                </a:cubicBezTo>
                <a:lnTo>
                  <a:pt x="375" y="582"/>
                </a:lnTo>
                <a:close/>
                <a:moveTo>
                  <a:pt x="400" y="585"/>
                </a:moveTo>
                <a:cubicBezTo>
                  <a:pt x="422" y="588"/>
                  <a:pt x="422" y="588"/>
                  <a:pt x="422" y="588"/>
                </a:cubicBezTo>
                <a:cubicBezTo>
                  <a:pt x="418" y="608"/>
                  <a:pt x="418" y="608"/>
                  <a:pt x="418" y="608"/>
                </a:cubicBezTo>
                <a:cubicBezTo>
                  <a:pt x="411" y="607"/>
                  <a:pt x="404" y="606"/>
                  <a:pt x="396" y="605"/>
                </a:cubicBezTo>
                <a:lnTo>
                  <a:pt x="400" y="585"/>
                </a:lnTo>
                <a:close/>
                <a:moveTo>
                  <a:pt x="441" y="611"/>
                </a:moveTo>
                <a:cubicBezTo>
                  <a:pt x="435" y="610"/>
                  <a:pt x="428" y="609"/>
                  <a:pt x="421" y="608"/>
                </a:cubicBezTo>
                <a:cubicBezTo>
                  <a:pt x="426" y="588"/>
                  <a:pt x="426" y="588"/>
                  <a:pt x="426" y="588"/>
                </a:cubicBezTo>
                <a:cubicBezTo>
                  <a:pt x="446" y="591"/>
                  <a:pt x="446" y="591"/>
                  <a:pt x="446" y="591"/>
                </a:cubicBezTo>
                <a:cubicBezTo>
                  <a:pt x="445" y="593"/>
                  <a:pt x="445" y="593"/>
                  <a:pt x="445" y="593"/>
                </a:cubicBezTo>
                <a:cubicBezTo>
                  <a:pt x="441" y="593"/>
                  <a:pt x="438" y="593"/>
                  <a:pt x="438" y="593"/>
                </a:cubicBezTo>
                <a:cubicBezTo>
                  <a:pt x="437" y="593"/>
                  <a:pt x="440" y="597"/>
                  <a:pt x="443" y="602"/>
                </a:cubicBezTo>
                <a:lnTo>
                  <a:pt x="441" y="611"/>
                </a:lnTo>
                <a:close/>
                <a:moveTo>
                  <a:pt x="444" y="611"/>
                </a:moveTo>
                <a:cubicBezTo>
                  <a:pt x="446" y="605"/>
                  <a:pt x="446" y="605"/>
                  <a:pt x="446" y="605"/>
                </a:cubicBezTo>
                <a:cubicBezTo>
                  <a:pt x="447" y="608"/>
                  <a:pt x="449" y="610"/>
                  <a:pt x="451" y="612"/>
                </a:cubicBezTo>
                <a:cubicBezTo>
                  <a:pt x="449" y="612"/>
                  <a:pt x="447" y="612"/>
                  <a:pt x="444" y="611"/>
                </a:cubicBezTo>
                <a:close/>
                <a:moveTo>
                  <a:pt x="670" y="618"/>
                </a:moveTo>
                <a:cubicBezTo>
                  <a:pt x="680" y="619"/>
                  <a:pt x="680" y="619"/>
                  <a:pt x="680" y="619"/>
                </a:cubicBezTo>
                <a:cubicBezTo>
                  <a:pt x="680" y="620"/>
                  <a:pt x="680" y="620"/>
                  <a:pt x="680" y="620"/>
                </a:cubicBezTo>
                <a:cubicBezTo>
                  <a:pt x="677" y="620"/>
                  <a:pt x="673" y="620"/>
                  <a:pt x="670" y="619"/>
                </a:cubicBezTo>
                <a:lnTo>
                  <a:pt x="670" y="618"/>
                </a:lnTo>
                <a:close/>
                <a:moveTo>
                  <a:pt x="695" y="622"/>
                </a:moveTo>
                <a:cubicBezTo>
                  <a:pt x="694" y="622"/>
                  <a:pt x="691" y="622"/>
                  <a:pt x="688" y="621"/>
                </a:cubicBezTo>
                <a:cubicBezTo>
                  <a:pt x="689" y="620"/>
                  <a:pt x="689" y="620"/>
                  <a:pt x="689" y="620"/>
                </a:cubicBezTo>
                <a:cubicBezTo>
                  <a:pt x="696" y="621"/>
                  <a:pt x="696" y="621"/>
                  <a:pt x="696" y="621"/>
                </a:cubicBezTo>
                <a:lnTo>
                  <a:pt x="695" y="622"/>
                </a:lnTo>
                <a:close/>
                <a:moveTo>
                  <a:pt x="698" y="614"/>
                </a:moveTo>
                <a:cubicBezTo>
                  <a:pt x="691" y="613"/>
                  <a:pt x="691" y="613"/>
                  <a:pt x="691" y="613"/>
                </a:cubicBezTo>
                <a:cubicBezTo>
                  <a:pt x="733" y="494"/>
                  <a:pt x="733" y="494"/>
                  <a:pt x="733" y="494"/>
                </a:cubicBezTo>
                <a:cubicBezTo>
                  <a:pt x="739" y="494"/>
                  <a:pt x="739" y="494"/>
                  <a:pt x="739" y="494"/>
                </a:cubicBezTo>
                <a:lnTo>
                  <a:pt x="698" y="614"/>
                </a:lnTo>
                <a:close/>
                <a:moveTo>
                  <a:pt x="741" y="488"/>
                </a:moveTo>
                <a:cubicBezTo>
                  <a:pt x="736" y="487"/>
                  <a:pt x="736" y="487"/>
                  <a:pt x="736" y="487"/>
                </a:cubicBezTo>
                <a:cubicBezTo>
                  <a:pt x="790" y="335"/>
                  <a:pt x="790" y="335"/>
                  <a:pt x="790" y="335"/>
                </a:cubicBezTo>
                <a:cubicBezTo>
                  <a:pt x="793" y="335"/>
                  <a:pt x="793" y="335"/>
                  <a:pt x="793" y="335"/>
                </a:cubicBezTo>
                <a:lnTo>
                  <a:pt x="741" y="488"/>
                </a:lnTo>
                <a:close/>
                <a:moveTo>
                  <a:pt x="795" y="328"/>
                </a:moveTo>
                <a:cubicBezTo>
                  <a:pt x="792" y="328"/>
                  <a:pt x="792" y="328"/>
                  <a:pt x="792" y="328"/>
                </a:cubicBezTo>
                <a:cubicBezTo>
                  <a:pt x="839" y="199"/>
                  <a:pt x="839" y="199"/>
                  <a:pt x="839" y="199"/>
                </a:cubicBezTo>
                <a:cubicBezTo>
                  <a:pt x="839" y="199"/>
                  <a:pt x="839" y="199"/>
                  <a:pt x="839" y="199"/>
                </a:cubicBezTo>
                <a:lnTo>
                  <a:pt x="795" y="328"/>
                </a:lnTo>
                <a:close/>
                <a:moveTo>
                  <a:pt x="878" y="197"/>
                </a:moveTo>
                <a:cubicBezTo>
                  <a:pt x="878" y="197"/>
                  <a:pt x="877" y="198"/>
                  <a:pt x="877" y="199"/>
                </a:cubicBezTo>
                <a:cubicBezTo>
                  <a:pt x="877" y="199"/>
                  <a:pt x="877" y="199"/>
                  <a:pt x="877" y="199"/>
                </a:cubicBezTo>
                <a:cubicBezTo>
                  <a:pt x="877" y="199"/>
                  <a:pt x="876" y="200"/>
                  <a:pt x="876" y="200"/>
                </a:cubicBezTo>
                <a:cubicBezTo>
                  <a:pt x="874" y="201"/>
                  <a:pt x="872" y="202"/>
                  <a:pt x="869" y="203"/>
                </a:cubicBezTo>
                <a:cubicBezTo>
                  <a:pt x="865" y="205"/>
                  <a:pt x="861" y="207"/>
                  <a:pt x="857" y="208"/>
                </a:cubicBezTo>
                <a:cubicBezTo>
                  <a:pt x="855" y="209"/>
                  <a:pt x="853" y="209"/>
                  <a:pt x="852" y="209"/>
                </a:cubicBezTo>
                <a:cubicBezTo>
                  <a:pt x="851" y="210"/>
                  <a:pt x="851" y="210"/>
                  <a:pt x="851" y="210"/>
                </a:cubicBezTo>
                <a:cubicBezTo>
                  <a:pt x="851" y="210"/>
                  <a:pt x="850" y="210"/>
                  <a:pt x="850" y="210"/>
                </a:cubicBezTo>
                <a:cubicBezTo>
                  <a:pt x="850" y="210"/>
                  <a:pt x="849" y="210"/>
                  <a:pt x="849" y="209"/>
                </a:cubicBezTo>
                <a:cubicBezTo>
                  <a:pt x="848" y="209"/>
                  <a:pt x="847" y="209"/>
                  <a:pt x="846" y="209"/>
                </a:cubicBezTo>
                <a:cubicBezTo>
                  <a:pt x="850" y="198"/>
                  <a:pt x="850" y="198"/>
                  <a:pt x="850" y="198"/>
                </a:cubicBezTo>
                <a:cubicBezTo>
                  <a:pt x="878" y="196"/>
                  <a:pt x="878" y="196"/>
                  <a:pt x="878" y="196"/>
                </a:cubicBezTo>
                <a:cubicBezTo>
                  <a:pt x="878" y="196"/>
                  <a:pt x="878" y="196"/>
                  <a:pt x="878" y="197"/>
                </a:cubicBezTo>
                <a:close/>
                <a:moveTo>
                  <a:pt x="886" y="168"/>
                </a:moveTo>
                <a:cubicBezTo>
                  <a:pt x="883" y="176"/>
                  <a:pt x="881" y="183"/>
                  <a:pt x="880" y="189"/>
                </a:cubicBezTo>
                <a:cubicBezTo>
                  <a:pt x="852" y="191"/>
                  <a:pt x="852" y="191"/>
                  <a:pt x="852" y="191"/>
                </a:cubicBezTo>
                <a:cubicBezTo>
                  <a:pt x="867" y="146"/>
                  <a:pt x="867" y="146"/>
                  <a:pt x="867" y="146"/>
                </a:cubicBezTo>
                <a:cubicBezTo>
                  <a:pt x="892" y="143"/>
                  <a:pt x="892" y="143"/>
                  <a:pt x="892" y="143"/>
                </a:cubicBezTo>
                <a:cubicBezTo>
                  <a:pt x="890" y="152"/>
                  <a:pt x="888" y="160"/>
                  <a:pt x="886" y="168"/>
                </a:cubicBezTo>
                <a:close/>
                <a:moveTo>
                  <a:pt x="931" y="70"/>
                </a:moveTo>
                <a:cubicBezTo>
                  <a:pt x="926" y="73"/>
                  <a:pt x="921" y="77"/>
                  <a:pt x="917" y="79"/>
                </a:cubicBezTo>
                <a:cubicBezTo>
                  <a:pt x="915" y="81"/>
                  <a:pt x="914" y="82"/>
                  <a:pt x="913" y="83"/>
                </a:cubicBezTo>
                <a:cubicBezTo>
                  <a:pt x="912" y="84"/>
                  <a:pt x="911" y="84"/>
                  <a:pt x="911" y="84"/>
                </a:cubicBezTo>
                <a:cubicBezTo>
                  <a:pt x="911" y="84"/>
                  <a:pt x="911" y="85"/>
                  <a:pt x="911" y="85"/>
                </a:cubicBezTo>
                <a:cubicBezTo>
                  <a:pt x="869" y="90"/>
                  <a:pt x="869" y="90"/>
                  <a:pt x="869" y="90"/>
                </a:cubicBezTo>
                <a:cubicBezTo>
                  <a:pt x="870" y="87"/>
                  <a:pt x="871" y="85"/>
                  <a:pt x="872" y="83"/>
                </a:cubicBezTo>
                <a:cubicBezTo>
                  <a:pt x="873" y="81"/>
                  <a:pt x="874" y="80"/>
                  <a:pt x="874" y="79"/>
                </a:cubicBezTo>
                <a:cubicBezTo>
                  <a:pt x="874" y="79"/>
                  <a:pt x="874" y="79"/>
                  <a:pt x="874" y="78"/>
                </a:cubicBezTo>
                <a:cubicBezTo>
                  <a:pt x="875" y="78"/>
                  <a:pt x="875" y="78"/>
                  <a:pt x="875" y="78"/>
                </a:cubicBezTo>
                <a:cubicBezTo>
                  <a:pt x="876" y="77"/>
                  <a:pt x="877" y="76"/>
                  <a:pt x="879" y="75"/>
                </a:cubicBezTo>
                <a:cubicBezTo>
                  <a:pt x="885" y="71"/>
                  <a:pt x="893" y="65"/>
                  <a:pt x="901" y="60"/>
                </a:cubicBezTo>
                <a:cubicBezTo>
                  <a:pt x="917" y="64"/>
                  <a:pt x="917" y="64"/>
                  <a:pt x="917" y="64"/>
                </a:cubicBezTo>
                <a:cubicBezTo>
                  <a:pt x="918" y="64"/>
                  <a:pt x="925" y="66"/>
                  <a:pt x="933" y="69"/>
                </a:cubicBezTo>
                <a:cubicBezTo>
                  <a:pt x="932" y="69"/>
                  <a:pt x="931" y="69"/>
                  <a:pt x="931" y="70"/>
                </a:cubicBezTo>
                <a:close/>
              </a:path>
            </a:pathLst>
          </a:custGeom>
          <a:solidFill>
            <a:schemeClr val="bg1">
              <a:lumMod val="50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Text Box 7"/>
          <p:cNvSpPr txBox="1">
            <a:spLocks noChangeArrowheads="1"/>
          </p:cNvSpPr>
          <p:nvPr/>
        </p:nvSpPr>
        <p:spPr bwMode="auto">
          <a:xfrm>
            <a:off x="1016001" y="2413001"/>
            <a:ext cx="1469633" cy="553998"/>
          </a:xfrm>
          <a:prstGeom prst="rect">
            <a:avLst/>
          </a:prstGeom>
          <a:noFill/>
          <a:ln w="9525">
            <a:noFill/>
            <a:miter lim="800000"/>
          </a:ln>
        </p:spPr>
        <p:txBody>
          <a:bodyPr wrap="none" lIns="60960" tIns="30480" rIns="60960" bIns="30480">
            <a:spAutoFit/>
          </a:bodyPr>
          <a:lstStyle/>
          <a:p>
            <a:pPr defTabSz="1450940"/>
            <a:r>
              <a:rPr lang="en-CA" sz="3200" spc="-2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Reunion</a:t>
            </a:r>
          </a:p>
        </p:txBody>
      </p:sp>
      <p:sp>
        <p:nvSpPr>
          <p:cNvPr id="15" name="Text Box 7"/>
          <p:cNvSpPr txBox="1">
            <a:spLocks noChangeArrowheads="1"/>
          </p:cNvSpPr>
          <p:nvPr/>
        </p:nvSpPr>
        <p:spPr bwMode="auto">
          <a:xfrm>
            <a:off x="1016000" y="2935468"/>
            <a:ext cx="4470400" cy="1292662"/>
          </a:xfrm>
          <a:prstGeom prst="rect">
            <a:avLst/>
          </a:prstGeom>
          <a:noFill/>
          <a:ln w="9525">
            <a:noFill/>
            <a:miter lim="800000"/>
          </a:ln>
        </p:spPr>
        <p:txBody>
          <a:bodyPr wrap="square" lIns="60960" tIns="30480" rIns="60960" bIns="30480" anchor="ctr">
            <a:spAutoFit/>
          </a:bodyPr>
          <a:lstStyle/>
          <a:p>
            <a:pPr defTabSz="1450940"/>
            <a:r>
              <a:rPr lang="en-US" sz="16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 fermentum. Vivamus quam dolor, tempor ac gravida sit amet, porta fermentum magna</a:t>
            </a:r>
            <a:r>
              <a:rPr lang="en-US" sz="1600" i="1" smtClean="0">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a:t>
            </a:r>
            <a:endParaRPr lang="en-US" sz="1600" i="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52" name="Group 51"/>
          <p:cNvGrpSpPr/>
          <p:nvPr/>
        </p:nvGrpSpPr>
        <p:grpSpPr>
          <a:xfrm>
            <a:off x="7259325" y="2622545"/>
            <a:ext cx="912257" cy="912259"/>
            <a:chOff x="5444493" y="1966909"/>
            <a:chExt cx="684193" cy="684194"/>
          </a:xfrm>
        </p:grpSpPr>
        <p:sp>
          <p:nvSpPr>
            <p:cNvPr id="10" name="Oval 9"/>
            <p:cNvSpPr/>
            <p:nvPr/>
          </p:nvSpPr>
          <p:spPr>
            <a:xfrm>
              <a:off x="5444493" y="1966909"/>
              <a:ext cx="684193" cy="684194"/>
            </a:xfrm>
            <a:prstGeom prst="ellipse">
              <a:avLst/>
            </a:prstGeom>
            <a:solidFill>
              <a:srgbClr val="297F9D">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33"/>
            <p:cNvSpPr>
              <a:spLocks noEditPoints="1"/>
            </p:cNvSpPr>
            <p:nvPr/>
          </p:nvSpPr>
          <p:spPr bwMode="auto">
            <a:xfrm>
              <a:off x="5584509" y="2171419"/>
              <a:ext cx="404160" cy="275174"/>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9" name="Group 48"/>
          <p:cNvGrpSpPr/>
          <p:nvPr/>
        </p:nvGrpSpPr>
        <p:grpSpPr>
          <a:xfrm>
            <a:off x="9451614" y="469282"/>
            <a:ext cx="1172165" cy="1172165"/>
            <a:chOff x="7088710" y="351961"/>
            <a:chExt cx="879124" cy="879124"/>
          </a:xfrm>
        </p:grpSpPr>
        <p:sp>
          <p:nvSpPr>
            <p:cNvPr id="13" name="Oval 12"/>
            <p:cNvSpPr/>
            <p:nvPr/>
          </p:nvSpPr>
          <p:spPr>
            <a:xfrm>
              <a:off x="7088710" y="351961"/>
              <a:ext cx="879124" cy="879124"/>
            </a:xfrm>
            <a:prstGeom prst="ellipse">
              <a:avLst/>
            </a:prstGeom>
            <a:solidFill>
              <a:srgbClr val="F49D15">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32"/>
            <p:cNvSpPr/>
            <p:nvPr/>
          </p:nvSpPr>
          <p:spPr bwMode="auto">
            <a:xfrm>
              <a:off x="7337564" y="627671"/>
              <a:ext cx="373491" cy="329954"/>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8" name="Group 47"/>
          <p:cNvGrpSpPr/>
          <p:nvPr/>
        </p:nvGrpSpPr>
        <p:grpSpPr>
          <a:xfrm>
            <a:off x="7967630" y="606230"/>
            <a:ext cx="1743524" cy="1743524"/>
            <a:chOff x="5975722" y="454672"/>
            <a:chExt cx="1307643" cy="1307643"/>
          </a:xfrm>
        </p:grpSpPr>
        <p:sp>
          <p:nvSpPr>
            <p:cNvPr id="12" name="Oval 11"/>
            <p:cNvSpPr/>
            <p:nvPr/>
          </p:nvSpPr>
          <p:spPr>
            <a:xfrm>
              <a:off x="5975722" y="454672"/>
              <a:ext cx="1307643" cy="1307643"/>
            </a:xfrm>
            <a:prstGeom prst="ellipse">
              <a:avLst/>
            </a:prstGeom>
            <a:solidFill>
              <a:srgbClr val="9BBC57">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18" name="Group 17"/>
            <p:cNvGrpSpPr/>
            <p:nvPr/>
          </p:nvGrpSpPr>
          <p:grpSpPr>
            <a:xfrm>
              <a:off x="6417497" y="868505"/>
              <a:ext cx="383974" cy="502121"/>
              <a:chOff x="812800" y="2401888"/>
              <a:chExt cx="206375" cy="269875"/>
            </a:xfrm>
            <a:solidFill>
              <a:schemeClr val="bg1"/>
            </a:solidFill>
          </p:grpSpPr>
          <p:sp>
            <p:nvSpPr>
              <p:cNvPr id="19"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3" name="Group 52"/>
          <p:cNvGrpSpPr/>
          <p:nvPr/>
        </p:nvGrpSpPr>
        <p:grpSpPr>
          <a:xfrm>
            <a:off x="7572614" y="3153408"/>
            <a:ext cx="1416613" cy="1416613"/>
            <a:chOff x="5679460" y="2365056"/>
            <a:chExt cx="1062460" cy="1062460"/>
          </a:xfrm>
        </p:grpSpPr>
        <p:sp>
          <p:nvSpPr>
            <p:cNvPr id="6" name="Oval 5"/>
            <p:cNvSpPr/>
            <p:nvPr/>
          </p:nvSpPr>
          <p:spPr>
            <a:xfrm>
              <a:off x="5679460" y="2365056"/>
              <a:ext cx="1062460" cy="1062460"/>
            </a:xfrm>
            <a:prstGeom prst="ellipse">
              <a:avLst/>
            </a:prstGeom>
            <a:solidFill>
              <a:srgbClr val="9BBC57">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20"/>
            <p:cNvSpPr>
              <a:spLocks noEditPoints="1"/>
            </p:cNvSpPr>
            <p:nvPr/>
          </p:nvSpPr>
          <p:spPr bwMode="auto">
            <a:xfrm>
              <a:off x="6031873" y="2681475"/>
              <a:ext cx="357634" cy="479617"/>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7" name="Group 46"/>
          <p:cNvGrpSpPr/>
          <p:nvPr/>
        </p:nvGrpSpPr>
        <p:grpSpPr>
          <a:xfrm>
            <a:off x="7136732" y="1423506"/>
            <a:ext cx="1416613" cy="1416613"/>
            <a:chOff x="5352549" y="1067629"/>
            <a:chExt cx="1062460" cy="1062460"/>
          </a:xfrm>
        </p:grpSpPr>
        <p:sp>
          <p:nvSpPr>
            <p:cNvPr id="11" name="Oval 10"/>
            <p:cNvSpPr/>
            <p:nvPr/>
          </p:nvSpPr>
          <p:spPr>
            <a:xfrm>
              <a:off x="5352549" y="1067629"/>
              <a:ext cx="1062460" cy="1062460"/>
            </a:xfrm>
            <a:prstGeom prst="ellipse">
              <a:avLst/>
            </a:prstGeom>
            <a:solidFill>
              <a:srgbClr val="15A185">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2" name="Group 21"/>
            <p:cNvGrpSpPr/>
            <p:nvPr/>
          </p:nvGrpSpPr>
          <p:grpSpPr>
            <a:xfrm>
              <a:off x="5660784" y="1370626"/>
              <a:ext cx="469416" cy="456466"/>
              <a:chOff x="390525" y="2455863"/>
              <a:chExt cx="230188" cy="223838"/>
            </a:xfrm>
            <a:solidFill>
              <a:schemeClr val="bg1"/>
            </a:solidFill>
          </p:grpSpPr>
          <p:sp>
            <p:nvSpPr>
              <p:cNvPr id="23" name="Freeform 41"/>
              <p:cNvSpPr>
                <a:spLocks noEditPoints="1"/>
              </p:cNvSpPr>
              <p:nvPr/>
            </p:nvSpPr>
            <p:spPr bwMode="auto">
              <a:xfrm>
                <a:off x="498475" y="2559051"/>
                <a:ext cx="122238" cy="120650"/>
              </a:xfrm>
              <a:custGeom>
                <a:avLst/>
                <a:gdLst>
                  <a:gd name="T0" fmla="*/ 57 w 64"/>
                  <a:gd name="T1" fmla="*/ 34 h 63"/>
                  <a:gd name="T2" fmla="*/ 30 w 64"/>
                  <a:gd name="T3" fmla="*/ 7 h 63"/>
                  <a:gd name="T4" fmla="*/ 14 w 64"/>
                  <a:gd name="T5" fmla="*/ 3 h 63"/>
                  <a:gd name="T6" fmla="*/ 11 w 64"/>
                  <a:gd name="T7" fmla="*/ 0 h 63"/>
                  <a:gd name="T8" fmla="*/ 8 w 64"/>
                  <a:gd name="T9" fmla="*/ 4 h 63"/>
                  <a:gd name="T10" fmla="*/ 3 w 64"/>
                  <a:gd name="T11" fmla="*/ 5 h 63"/>
                  <a:gd name="T12" fmla="*/ 2 w 64"/>
                  <a:gd name="T13" fmla="*/ 9 h 63"/>
                  <a:gd name="T14" fmla="*/ 0 w 64"/>
                  <a:gd name="T15" fmla="*/ 11 h 63"/>
                  <a:gd name="T16" fmla="*/ 3 w 64"/>
                  <a:gd name="T17" fmla="*/ 15 h 63"/>
                  <a:gd name="T18" fmla="*/ 7 w 64"/>
                  <a:gd name="T19" fmla="*/ 30 h 63"/>
                  <a:gd name="T20" fmla="*/ 34 w 64"/>
                  <a:gd name="T21" fmla="*/ 57 h 63"/>
                  <a:gd name="T22" fmla="*/ 57 w 64"/>
                  <a:gd name="T23" fmla="*/ 57 h 63"/>
                  <a:gd name="T24" fmla="*/ 57 w 64"/>
                  <a:gd name="T25" fmla="*/ 34 h 63"/>
                  <a:gd name="T26" fmla="*/ 52 w 64"/>
                  <a:gd name="T27" fmla="*/ 52 h 63"/>
                  <a:gd name="T28" fmla="*/ 37 w 64"/>
                  <a:gd name="T29" fmla="*/ 52 h 63"/>
                  <a:gd name="T30" fmla="*/ 13 w 64"/>
                  <a:gd name="T31" fmla="*/ 28 h 63"/>
                  <a:gd name="T32" fmla="*/ 9 w 64"/>
                  <a:gd name="T33" fmla="*/ 21 h 63"/>
                  <a:gd name="T34" fmla="*/ 14 w 64"/>
                  <a:gd name="T35" fmla="*/ 25 h 63"/>
                  <a:gd name="T36" fmla="*/ 25 w 64"/>
                  <a:gd name="T37" fmla="*/ 25 h 63"/>
                  <a:gd name="T38" fmla="*/ 25 w 64"/>
                  <a:gd name="T39" fmla="*/ 14 h 63"/>
                  <a:gd name="T40" fmla="*/ 20 w 64"/>
                  <a:gd name="T41" fmla="*/ 9 h 63"/>
                  <a:gd name="T42" fmla="*/ 28 w 64"/>
                  <a:gd name="T43" fmla="*/ 12 h 63"/>
                  <a:gd name="T44" fmla="*/ 52 w 64"/>
                  <a:gd name="T45" fmla="*/ 36 h 63"/>
                  <a:gd name="T46" fmla="*/ 52 w 64"/>
                  <a:gd name="T47" fmla="*/ 5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62">
                    <a:moveTo>
                      <a:pt x="57" y="34"/>
                    </a:moveTo>
                    <a:cubicBezTo>
                      <a:pt x="30" y="7"/>
                      <a:pt x="30" y="7"/>
                      <a:pt x="30" y="7"/>
                    </a:cubicBezTo>
                    <a:cubicBezTo>
                      <a:pt x="26" y="3"/>
                      <a:pt x="20" y="1"/>
                      <a:pt x="14" y="3"/>
                    </a:cubicBezTo>
                    <a:cubicBezTo>
                      <a:pt x="11" y="0"/>
                      <a:pt x="11" y="0"/>
                      <a:pt x="11" y="0"/>
                    </a:cubicBezTo>
                    <a:cubicBezTo>
                      <a:pt x="8" y="4"/>
                      <a:pt x="8" y="4"/>
                      <a:pt x="8" y="4"/>
                    </a:cubicBezTo>
                    <a:cubicBezTo>
                      <a:pt x="3" y="5"/>
                      <a:pt x="3" y="5"/>
                      <a:pt x="3" y="5"/>
                    </a:cubicBezTo>
                    <a:cubicBezTo>
                      <a:pt x="2" y="9"/>
                      <a:pt x="2" y="9"/>
                      <a:pt x="2" y="9"/>
                    </a:cubicBezTo>
                    <a:cubicBezTo>
                      <a:pt x="0" y="11"/>
                      <a:pt x="0" y="11"/>
                      <a:pt x="0" y="11"/>
                    </a:cubicBezTo>
                    <a:cubicBezTo>
                      <a:pt x="3" y="15"/>
                      <a:pt x="3" y="15"/>
                      <a:pt x="3" y="15"/>
                    </a:cubicBezTo>
                    <a:cubicBezTo>
                      <a:pt x="2" y="20"/>
                      <a:pt x="3" y="26"/>
                      <a:pt x="7" y="30"/>
                    </a:cubicBezTo>
                    <a:cubicBezTo>
                      <a:pt x="34" y="57"/>
                      <a:pt x="34" y="57"/>
                      <a:pt x="34" y="57"/>
                    </a:cubicBezTo>
                    <a:cubicBezTo>
                      <a:pt x="41" y="63"/>
                      <a:pt x="51" y="63"/>
                      <a:pt x="57" y="57"/>
                    </a:cubicBezTo>
                    <a:cubicBezTo>
                      <a:pt x="64" y="51"/>
                      <a:pt x="64" y="40"/>
                      <a:pt x="57" y="34"/>
                    </a:cubicBezTo>
                    <a:close/>
                    <a:moveTo>
                      <a:pt x="52" y="52"/>
                    </a:moveTo>
                    <a:cubicBezTo>
                      <a:pt x="48" y="56"/>
                      <a:pt x="41" y="56"/>
                      <a:pt x="37" y="52"/>
                    </a:cubicBezTo>
                    <a:cubicBezTo>
                      <a:pt x="13" y="28"/>
                      <a:pt x="13" y="28"/>
                      <a:pt x="13" y="28"/>
                    </a:cubicBezTo>
                    <a:cubicBezTo>
                      <a:pt x="11" y="26"/>
                      <a:pt x="10" y="23"/>
                      <a:pt x="9" y="21"/>
                    </a:cubicBezTo>
                    <a:cubicBezTo>
                      <a:pt x="14" y="25"/>
                      <a:pt x="14" y="25"/>
                      <a:pt x="14" y="25"/>
                    </a:cubicBezTo>
                    <a:cubicBezTo>
                      <a:pt x="17" y="28"/>
                      <a:pt x="22" y="28"/>
                      <a:pt x="25" y="25"/>
                    </a:cubicBezTo>
                    <a:cubicBezTo>
                      <a:pt x="28" y="22"/>
                      <a:pt x="28" y="17"/>
                      <a:pt x="25" y="14"/>
                    </a:cubicBezTo>
                    <a:cubicBezTo>
                      <a:pt x="20" y="9"/>
                      <a:pt x="20" y="9"/>
                      <a:pt x="20" y="9"/>
                    </a:cubicBezTo>
                    <a:cubicBezTo>
                      <a:pt x="23" y="9"/>
                      <a:pt x="26" y="10"/>
                      <a:pt x="28" y="12"/>
                    </a:cubicBezTo>
                    <a:cubicBezTo>
                      <a:pt x="52" y="36"/>
                      <a:pt x="52" y="36"/>
                      <a:pt x="52" y="36"/>
                    </a:cubicBezTo>
                    <a:cubicBezTo>
                      <a:pt x="56" y="41"/>
                      <a:pt x="57" y="48"/>
                      <a:pt x="52"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Freeform 42"/>
              <p:cNvSpPr>
                <a:spLocks noEditPoints="1"/>
              </p:cNvSpPr>
              <p:nvPr/>
            </p:nvSpPr>
            <p:spPr bwMode="auto">
              <a:xfrm>
                <a:off x="390525" y="2455863"/>
                <a:ext cx="123825" cy="117475"/>
              </a:xfrm>
              <a:custGeom>
                <a:avLst/>
                <a:gdLst>
                  <a:gd name="T0" fmla="*/ 50 w 65"/>
                  <a:gd name="T1" fmla="*/ 60 h 62"/>
                  <a:gd name="T2" fmla="*/ 53 w 65"/>
                  <a:gd name="T3" fmla="*/ 62 h 62"/>
                  <a:gd name="T4" fmla="*/ 58 w 65"/>
                  <a:gd name="T5" fmla="*/ 60 h 62"/>
                  <a:gd name="T6" fmla="*/ 60 w 65"/>
                  <a:gd name="T7" fmla="*/ 57 h 62"/>
                  <a:gd name="T8" fmla="*/ 63 w 65"/>
                  <a:gd name="T9" fmla="*/ 57 h 62"/>
                  <a:gd name="T10" fmla="*/ 65 w 65"/>
                  <a:gd name="T11" fmla="*/ 52 h 62"/>
                  <a:gd name="T12" fmla="*/ 61 w 65"/>
                  <a:gd name="T13" fmla="*/ 48 h 62"/>
                  <a:gd name="T14" fmla="*/ 56 w 65"/>
                  <a:gd name="T15" fmla="*/ 33 h 62"/>
                  <a:gd name="T16" fmla="*/ 29 w 65"/>
                  <a:gd name="T17" fmla="*/ 6 h 62"/>
                  <a:gd name="T18" fmla="*/ 6 w 65"/>
                  <a:gd name="T19" fmla="*/ 6 h 62"/>
                  <a:gd name="T20" fmla="*/ 6 w 65"/>
                  <a:gd name="T21" fmla="*/ 29 h 62"/>
                  <a:gd name="T22" fmla="*/ 33 w 65"/>
                  <a:gd name="T23" fmla="*/ 56 h 62"/>
                  <a:gd name="T24" fmla="*/ 50 w 65"/>
                  <a:gd name="T25" fmla="*/ 60 h 62"/>
                  <a:gd name="T26" fmla="*/ 12 w 65"/>
                  <a:gd name="T27" fmla="*/ 27 h 62"/>
                  <a:gd name="T28" fmla="*/ 11 w 65"/>
                  <a:gd name="T29" fmla="*/ 11 h 62"/>
                  <a:gd name="T30" fmla="*/ 27 w 65"/>
                  <a:gd name="T31" fmla="*/ 12 h 62"/>
                  <a:gd name="T32" fmla="*/ 51 w 65"/>
                  <a:gd name="T33" fmla="*/ 36 h 62"/>
                  <a:gd name="T34" fmla="*/ 54 w 65"/>
                  <a:gd name="T35" fmla="*/ 41 h 62"/>
                  <a:gd name="T36" fmla="*/ 43 w 65"/>
                  <a:gd name="T37" fmla="*/ 42 h 62"/>
                  <a:gd name="T38" fmla="*/ 43 w 65"/>
                  <a:gd name="T39" fmla="*/ 53 h 62"/>
                  <a:gd name="T40" fmla="*/ 45 w 65"/>
                  <a:gd name="T41" fmla="*/ 54 h 62"/>
                  <a:gd name="T42" fmla="*/ 36 w 65"/>
                  <a:gd name="T43" fmla="*/ 51 h 62"/>
                  <a:gd name="T44" fmla="*/ 12 w 65"/>
                  <a:gd name="T45" fmla="*/ 2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62">
                    <a:moveTo>
                      <a:pt x="50" y="60"/>
                    </a:moveTo>
                    <a:cubicBezTo>
                      <a:pt x="53" y="62"/>
                      <a:pt x="53" y="62"/>
                      <a:pt x="53" y="62"/>
                    </a:cubicBezTo>
                    <a:cubicBezTo>
                      <a:pt x="58" y="60"/>
                      <a:pt x="58" y="60"/>
                      <a:pt x="58" y="60"/>
                    </a:cubicBezTo>
                    <a:cubicBezTo>
                      <a:pt x="60" y="57"/>
                      <a:pt x="60" y="57"/>
                      <a:pt x="60" y="57"/>
                    </a:cubicBezTo>
                    <a:cubicBezTo>
                      <a:pt x="63" y="57"/>
                      <a:pt x="63" y="57"/>
                      <a:pt x="63" y="57"/>
                    </a:cubicBezTo>
                    <a:cubicBezTo>
                      <a:pt x="65" y="52"/>
                      <a:pt x="65" y="52"/>
                      <a:pt x="65" y="52"/>
                    </a:cubicBezTo>
                    <a:cubicBezTo>
                      <a:pt x="61" y="48"/>
                      <a:pt x="61" y="48"/>
                      <a:pt x="61" y="48"/>
                    </a:cubicBezTo>
                    <a:cubicBezTo>
                      <a:pt x="62" y="43"/>
                      <a:pt x="60" y="37"/>
                      <a:pt x="56" y="33"/>
                    </a:cubicBezTo>
                    <a:cubicBezTo>
                      <a:pt x="29" y="6"/>
                      <a:pt x="29" y="6"/>
                      <a:pt x="29" y="6"/>
                    </a:cubicBezTo>
                    <a:cubicBezTo>
                      <a:pt x="23" y="0"/>
                      <a:pt x="13" y="0"/>
                      <a:pt x="6" y="6"/>
                    </a:cubicBezTo>
                    <a:cubicBezTo>
                      <a:pt x="0" y="13"/>
                      <a:pt x="0" y="23"/>
                      <a:pt x="6" y="29"/>
                    </a:cubicBezTo>
                    <a:cubicBezTo>
                      <a:pt x="33" y="56"/>
                      <a:pt x="33" y="56"/>
                      <a:pt x="33" y="56"/>
                    </a:cubicBezTo>
                    <a:cubicBezTo>
                      <a:pt x="38" y="61"/>
                      <a:pt x="45" y="62"/>
                      <a:pt x="50" y="60"/>
                    </a:cubicBezTo>
                    <a:close/>
                    <a:moveTo>
                      <a:pt x="12" y="27"/>
                    </a:moveTo>
                    <a:cubicBezTo>
                      <a:pt x="7" y="22"/>
                      <a:pt x="7" y="15"/>
                      <a:pt x="11" y="11"/>
                    </a:cubicBezTo>
                    <a:cubicBezTo>
                      <a:pt x="15" y="7"/>
                      <a:pt x="22" y="7"/>
                      <a:pt x="27" y="12"/>
                    </a:cubicBezTo>
                    <a:cubicBezTo>
                      <a:pt x="51" y="36"/>
                      <a:pt x="51" y="36"/>
                      <a:pt x="51" y="36"/>
                    </a:cubicBezTo>
                    <a:cubicBezTo>
                      <a:pt x="53" y="37"/>
                      <a:pt x="54" y="39"/>
                      <a:pt x="54" y="41"/>
                    </a:cubicBezTo>
                    <a:cubicBezTo>
                      <a:pt x="51" y="39"/>
                      <a:pt x="46" y="39"/>
                      <a:pt x="43" y="42"/>
                    </a:cubicBezTo>
                    <a:cubicBezTo>
                      <a:pt x="40" y="45"/>
                      <a:pt x="40" y="50"/>
                      <a:pt x="43" y="53"/>
                    </a:cubicBezTo>
                    <a:cubicBezTo>
                      <a:pt x="45" y="54"/>
                      <a:pt x="45" y="54"/>
                      <a:pt x="45" y="54"/>
                    </a:cubicBezTo>
                    <a:cubicBezTo>
                      <a:pt x="42" y="54"/>
                      <a:pt x="38" y="53"/>
                      <a:pt x="36" y="51"/>
                    </a:cubicBezTo>
                    <a:lnTo>
                      <a:pt x="12"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Rectangle 43"/>
              <p:cNvSpPr>
                <a:spLocks noChangeArrowheads="1"/>
              </p:cNvSpPr>
              <p:nvPr/>
            </p:nvSpPr>
            <p:spPr bwMode="auto">
              <a:xfrm>
                <a:off x="517525" y="2525713"/>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44"/>
              <p:cNvSpPr>
                <a:spLocks noChangeArrowheads="1"/>
              </p:cNvSpPr>
              <p:nvPr/>
            </p:nvSpPr>
            <p:spPr bwMode="auto">
              <a:xfrm>
                <a:off x="525463" y="2549526"/>
                <a:ext cx="23813"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Rectangle 45"/>
              <p:cNvSpPr>
                <a:spLocks noChangeArrowheads="1"/>
              </p:cNvSpPr>
              <p:nvPr/>
            </p:nvSpPr>
            <p:spPr bwMode="auto">
              <a:xfrm>
                <a:off x="488950" y="2584451"/>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Rectangle 46"/>
              <p:cNvSpPr>
                <a:spLocks noChangeArrowheads="1"/>
              </p:cNvSpPr>
              <p:nvPr/>
            </p:nvSpPr>
            <p:spPr bwMode="auto">
              <a:xfrm>
                <a:off x="465138" y="2578101"/>
                <a:ext cx="222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4" name="Group 53"/>
          <p:cNvGrpSpPr/>
          <p:nvPr/>
        </p:nvGrpSpPr>
        <p:grpSpPr>
          <a:xfrm>
            <a:off x="8961983" y="2866994"/>
            <a:ext cx="1416613" cy="1416613"/>
            <a:chOff x="6721487" y="2150245"/>
            <a:chExt cx="1062460" cy="1062460"/>
          </a:xfrm>
        </p:grpSpPr>
        <p:sp>
          <p:nvSpPr>
            <p:cNvPr id="5" name="Oval 4"/>
            <p:cNvSpPr/>
            <p:nvPr/>
          </p:nvSpPr>
          <p:spPr>
            <a:xfrm>
              <a:off x="6721487" y="2150245"/>
              <a:ext cx="1062460" cy="1062460"/>
            </a:xfrm>
            <a:prstGeom prst="ellipse">
              <a:avLst/>
            </a:prstGeom>
            <a:solidFill>
              <a:srgbClr val="297F9D">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9" name="Group 28"/>
            <p:cNvGrpSpPr/>
            <p:nvPr/>
          </p:nvGrpSpPr>
          <p:grpSpPr>
            <a:xfrm>
              <a:off x="7021053" y="2583410"/>
              <a:ext cx="463327" cy="343205"/>
              <a:chOff x="4598988" y="3619501"/>
              <a:chExt cx="214313" cy="158750"/>
            </a:xfrm>
            <a:solidFill>
              <a:schemeClr val="bg1"/>
            </a:solidFill>
          </p:grpSpPr>
          <p:sp>
            <p:nvSpPr>
              <p:cNvPr id="30" name="Freeform 24"/>
              <p:cNvSpPr/>
              <p:nvPr/>
            </p:nvSpPr>
            <p:spPr bwMode="auto">
              <a:xfrm>
                <a:off x="4675188" y="3729038"/>
                <a:ext cx="61913" cy="49213"/>
              </a:xfrm>
              <a:custGeom>
                <a:avLst/>
                <a:gdLst>
                  <a:gd name="T0" fmla="*/ 36 w 38"/>
                  <a:gd name="T1" fmla="*/ 10 h 30"/>
                  <a:gd name="T2" fmla="*/ 1 w 38"/>
                  <a:gd name="T3" fmla="*/ 11 h 30"/>
                  <a:gd name="T4" fmla="*/ 1 w 38"/>
                  <a:gd name="T5" fmla="*/ 13 h 30"/>
                  <a:gd name="T6" fmla="*/ 19 w 38"/>
                  <a:gd name="T7" fmla="*/ 30 h 30"/>
                  <a:gd name="T8" fmla="*/ 36 w 38"/>
                  <a:gd name="T9" fmla="*/ 13 h 30"/>
                  <a:gd name="T10" fmla="*/ 36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6" y="10"/>
                    </a:moveTo>
                    <a:cubicBezTo>
                      <a:pt x="26" y="1"/>
                      <a:pt x="12" y="0"/>
                      <a:pt x="1" y="11"/>
                    </a:cubicBezTo>
                    <a:cubicBezTo>
                      <a:pt x="0" y="11"/>
                      <a:pt x="0" y="12"/>
                      <a:pt x="1" y="13"/>
                    </a:cubicBezTo>
                    <a:cubicBezTo>
                      <a:pt x="19" y="30"/>
                      <a:pt x="19" y="30"/>
                      <a:pt x="19" y="30"/>
                    </a:cubicBezTo>
                    <a:cubicBezTo>
                      <a:pt x="36" y="13"/>
                      <a:pt x="36" y="13"/>
                      <a:pt x="36" y="13"/>
                    </a:cubicBezTo>
                    <a:cubicBezTo>
                      <a:pt x="38" y="11"/>
                      <a:pt x="37" y="11"/>
                      <a:pt x="3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25"/>
              <p:cNvSpPr/>
              <p:nvPr/>
            </p:nvSpPr>
            <p:spPr bwMode="auto">
              <a:xfrm>
                <a:off x="4633913" y="3675063"/>
                <a:ext cx="142875" cy="63500"/>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7 w 88"/>
                  <a:gd name="T15" fmla="*/ 26 h 39"/>
                  <a:gd name="T16" fmla="*/ 87 w 88"/>
                  <a:gd name="T17" fmla="*/ 26 h 39"/>
                  <a:gd name="T18" fmla="*/ 87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3" y="39"/>
                      <a:pt x="74" y="39"/>
                      <a:pt x="75" y="38"/>
                    </a:cubicBezTo>
                    <a:cubicBezTo>
                      <a:pt x="87" y="26"/>
                      <a:pt x="87" y="26"/>
                      <a:pt x="87" y="26"/>
                    </a:cubicBezTo>
                    <a:cubicBezTo>
                      <a:pt x="87" y="26"/>
                      <a:pt x="87" y="26"/>
                      <a:pt x="87" y="26"/>
                    </a:cubicBezTo>
                    <a:cubicBezTo>
                      <a:pt x="88" y="25"/>
                      <a:pt x="88" y="24"/>
                      <a:pt x="87"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Freeform 26"/>
              <p:cNvSpPr/>
              <p:nvPr/>
            </p:nvSpPr>
            <p:spPr bwMode="auto">
              <a:xfrm>
                <a:off x="4598988" y="3619501"/>
                <a:ext cx="214313" cy="82550"/>
              </a:xfrm>
              <a:custGeom>
                <a:avLst/>
                <a:gdLst>
                  <a:gd name="T0" fmla="*/ 131 w 132"/>
                  <a:gd name="T1" fmla="*/ 36 h 51"/>
                  <a:gd name="T2" fmla="*/ 131 w 132"/>
                  <a:gd name="T3" fmla="*/ 36 h 51"/>
                  <a:gd name="T4" fmla="*/ 1 w 132"/>
                  <a:gd name="T5" fmla="*/ 36 h 51"/>
                  <a:gd name="T6" fmla="*/ 1 w 132"/>
                  <a:gd name="T7" fmla="*/ 38 h 51"/>
                  <a:gd name="T8" fmla="*/ 13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6" y="0"/>
                      <a:pt x="1" y="36"/>
                    </a:cubicBezTo>
                    <a:cubicBezTo>
                      <a:pt x="0" y="37"/>
                      <a:pt x="0" y="37"/>
                      <a:pt x="1" y="38"/>
                    </a:cubicBezTo>
                    <a:cubicBezTo>
                      <a:pt x="13" y="51"/>
                      <a:pt x="13" y="51"/>
                      <a:pt x="13" y="51"/>
                    </a:cubicBezTo>
                    <a:cubicBezTo>
                      <a:pt x="14" y="51"/>
                      <a:pt x="15" y="51"/>
                      <a:pt x="16" y="51"/>
                    </a:cubicBezTo>
                    <a:cubicBezTo>
                      <a:pt x="43" y="23"/>
                      <a:pt x="88" y="23"/>
                      <a:pt x="116" y="51"/>
                    </a:cubicBezTo>
                    <a:cubicBezTo>
                      <a:pt x="117" y="51"/>
                      <a:pt x="118" y="51"/>
                      <a:pt x="118" y="51"/>
                    </a:cubicBezTo>
                    <a:cubicBezTo>
                      <a:pt x="131" y="38"/>
                      <a:pt x="131" y="38"/>
                      <a:pt x="131" y="38"/>
                    </a:cubicBezTo>
                    <a:cubicBezTo>
                      <a:pt x="131" y="38"/>
                      <a:pt x="131" y="38"/>
                      <a:pt x="131" y="38"/>
                    </a:cubicBezTo>
                    <a:cubicBezTo>
                      <a:pt x="132" y="37"/>
                      <a:pt x="132" y="37"/>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0" name="Group 49"/>
          <p:cNvGrpSpPr/>
          <p:nvPr/>
        </p:nvGrpSpPr>
        <p:grpSpPr>
          <a:xfrm>
            <a:off x="8975605" y="1423506"/>
            <a:ext cx="1933487" cy="1933487"/>
            <a:chOff x="6731703" y="1067629"/>
            <a:chExt cx="1450115" cy="1450115"/>
          </a:xfrm>
        </p:grpSpPr>
        <p:sp>
          <p:nvSpPr>
            <p:cNvPr id="7" name="Oval 6"/>
            <p:cNvSpPr/>
            <p:nvPr/>
          </p:nvSpPr>
          <p:spPr>
            <a:xfrm>
              <a:off x="6731703" y="1067629"/>
              <a:ext cx="1450115" cy="1450115"/>
            </a:xfrm>
            <a:prstGeom prst="ellipse">
              <a:avLst/>
            </a:prstGeom>
            <a:solidFill>
              <a:srgbClr val="15A185">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3" name="Group 32"/>
            <p:cNvGrpSpPr/>
            <p:nvPr/>
          </p:nvGrpSpPr>
          <p:grpSpPr>
            <a:xfrm>
              <a:off x="7283365" y="1522784"/>
              <a:ext cx="391413" cy="590949"/>
              <a:chOff x="549275" y="4406901"/>
              <a:chExt cx="161926" cy="244475"/>
            </a:xfrm>
            <a:solidFill>
              <a:schemeClr val="bg1"/>
            </a:solidFill>
          </p:grpSpPr>
          <p:sp>
            <p:nvSpPr>
              <p:cNvPr id="34"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1" name="Group 50"/>
          <p:cNvGrpSpPr/>
          <p:nvPr/>
        </p:nvGrpSpPr>
        <p:grpSpPr>
          <a:xfrm>
            <a:off x="8008494" y="2227162"/>
            <a:ext cx="1416613" cy="1416613"/>
            <a:chOff x="6006370" y="1670371"/>
            <a:chExt cx="1062460" cy="1062460"/>
          </a:xfrm>
        </p:grpSpPr>
        <p:sp>
          <p:nvSpPr>
            <p:cNvPr id="9" name="Oval 8"/>
            <p:cNvSpPr/>
            <p:nvPr/>
          </p:nvSpPr>
          <p:spPr>
            <a:xfrm>
              <a:off x="6006370" y="1670371"/>
              <a:ext cx="1062460" cy="1062460"/>
            </a:xfrm>
            <a:prstGeom prst="ellipse">
              <a:avLst/>
            </a:prstGeom>
            <a:solidFill>
              <a:srgbClr val="F49D15">
                <a:alpha val="8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1" name="Group 40"/>
            <p:cNvGrpSpPr/>
            <p:nvPr/>
          </p:nvGrpSpPr>
          <p:grpSpPr>
            <a:xfrm>
              <a:off x="6369146" y="2057948"/>
              <a:ext cx="336907" cy="334599"/>
              <a:chOff x="1979613" y="3067051"/>
              <a:chExt cx="231775" cy="230188"/>
            </a:xfrm>
            <a:solidFill>
              <a:schemeClr val="bg1"/>
            </a:solidFill>
          </p:grpSpPr>
          <p:sp>
            <p:nvSpPr>
              <p:cNvPr id="42" name="Freeform 38"/>
              <p:cNvSpPr>
                <a:spLocks noEditPoints="1"/>
              </p:cNvSpPr>
              <p:nvPr/>
            </p:nvSpPr>
            <p:spPr bwMode="auto">
              <a:xfrm>
                <a:off x="1979613" y="3067051"/>
                <a:ext cx="231775" cy="230188"/>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4 w 122"/>
                  <a:gd name="T11" fmla="*/ 109 h 122"/>
                  <a:gd name="T12" fmla="*/ 64 w 122"/>
                  <a:gd name="T13" fmla="*/ 102 h 122"/>
                  <a:gd name="T14" fmla="*/ 57 w 122"/>
                  <a:gd name="T15" fmla="*/ 102 h 122"/>
                  <a:gd name="T16" fmla="*/ 57 w 122"/>
                  <a:gd name="T17" fmla="*/ 109 h 122"/>
                  <a:gd name="T18" fmla="*/ 29 w 122"/>
                  <a:gd name="T19" fmla="*/ 97 h 122"/>
                  <a:gd name="T20" fmla="*/ 28 w 122"/>
                  <a:gd name="T21" fmla="*/ 97 h 122"/>
                  <a:gd name="T22" fmla="*/ 27 w 122"/>
                  <a:gd name="T23" fmla="*/ 95 h 122"/>
                  <a:gd name="T24" fmla="*/ 25 w 122"/>
                  <a:gd name="T25" fmla="*/ 93 h 122"/>
                  <a:gd name="T26" fmla="*/ 24 w 122"/>
                  <a:gd name="T27" fmla="*/ 93 h 122"/>
                  <a:gd name="T28" fmla="*/ 13 w 122"/>
                  <a:gd name="T29" fmla="*/ 65 h 122"/>
                  <a:gd name="T30" fmla="*/ 20 w 122"/>
                  <a:gd name="T31" fmla="*/ 65 h 122"/>
                  <a:gd name="T32" fmla="*/ 20 w 122"/>
                  <a:gd name="T33" fmla="*/ 58 h 122"/>
                  <a:gd name="T34" fmla="*/ 13 w 122"/>
                  <a:gd name="T35" fmla="*/ 58 h 122"/>
                  <a:gd name="T36" fmla="*/ 57 w 122"/>
                  <a:gd name="T37" fmla="*/ 13 h 122"/>
                  <a:gd name="T38" fmla="*/ 57 w 122"/>
                  <a:gd name="T39" fmla="*/ 20 h 122"/>
                  <a:gd name="T40" fmla="*/ 64 w 122"/>
                  <a:gd name="T41" fmla="*/ 20 h 122"/>
                  <a:gd name="T42" fmla="*/ 64 w 122"/>
                  <a:gd name="T43" fmla="*/ 13 h 122"/>
                  <a:gd name="T44" fmla="*/ 83 w 122"/>
                  <a:gd name="T45" fmla="*/ 18 h 122"/>
                  <a:gd name="T46" fmla="*/ 83 w 122"/>
                  <a:gd name="T47" fmla="*/ 19 h 122"/>
                  <a:gd name="T48" fmla="*/ 86 w 122"/>
                  <a:gd name="T49" fmla="*/ 21 h 122"/>
                  <a:gd name="T50" fmla="*/ 87 w 122"/>
                  <a:gd name="T51" fmla="*/ 21 h 122"/>
                  <a:gd name="T52" fmla="*/ 90 w 122"/>
                  <a:gd name="T53" fmla="*/ 23 h 122"/>
                  <a:gd name="T54" fmla="*/ 91 w 122"/>
                  <a:gd name="T55" fmla="*/ 24 h 122"/>
                  <a:gd name="T56" fmla="*/ 93 w 122"/>
                  <a:gd name="T57" fmla="*/ 26 h 122"/>
                  <a:gd name="T58" fmla="*/ 94 w 122"/>
                  <a:gd name="T59" fmla="*/ 27 h 122"/>
                  <a:gd name="T60" fmla="*/ 96 w 122"/>
                  <a:gd name="T61" fmla="*/ 29 h 122"/>
                  <a:gd name="T62" fmla="*/ 98 w 122"/>
                  <a:gd name="T63" fmla="*/ 31 h 122"/>
                  <a:gd name="T64" fmla="*/ 99 w 122"/>
                  <a:gd name="T65" fmla="*/ 32 h 122"/>
                  <a:gd name="T66" fmla="*/ 101 w 122"/>
                  <a:gd name="T67" fmla="*/ 35 h 122"/>
                  <a:gd name="T68" fmla="*/ 101 w 122"/>
                  <a:gd name="T69" fmla="*/ 36 h 122"/>
                  <a:gd name="T70" fmla="*/ 103 w 122"/>
                  <a:gd name="T71" fmla="*/ 39 h 122"/>
                  <a:gd name="T72" fmla="*/ 103 w 122"/>
                  <a:gd name="T73" fmla="*/ 39 h 122"/>
                  <a:gd name="T74" fmla="*/ 108 w 122"/>
                  <a:gd name="T75" fmla="*/ 58 h 122"/>
                  <a:gd name="T76" fmla="*/ 102 w 122"/>
                  <a:gd name="T77" fmla="*/ 58 h 122"/>
                  <a:gd name="T78" fmla="*/ 102 w 122"/>
                  <a:gd name="T79" fmla="*/ 65 h 122"/>
                  <a:gd name="T80" fmla="*/ 108 w 122"/>
                  <a:gd name="T81" fmla="*/ 65 h 122"/>
                  <a:gd name="T82" fmla="*/ 64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4" y="122"/>
                      <a:pt x="122" y="95"/>
                      <a:pt x="122" y="61"/>
                    </a:cubicBezTo>
                    <a:cubicBezTo>
                      <a:pt x="122" y="27"/>
                      <a:pt x="94" y="0"/>
                      <a:pt x="61" y="0"/>
                    </a:cubicBezTo>
                    <a:close/>
                    <a:moveTo>
                      <a:pt x="64" y="109"/>
                    </a:moveTo>
                    <a:cubicBezTo>
                      <a:pt x="64" y="102"/>
                      <a:pt x="64" y="102"/>
                      <a:pt x="64" y="102"/>
                    </a:cubicBezTo>
                    <a:cubicBezTo>
                      <a:pt x="57" y="102"/>
                      <a:pt x="57" y="102"/>
                      <a:pt x="57" y="102"/>
                    </a:cubicBezTo>
                    <a:cubicBezTo>
                      <a:pt x="57" y="109"/>
                      <a:pt x="57" y="109"/>
                      <a:pt x="57" y="109"/>
                    </a:cubicBezTo>
                    <a:cubicBezTo>
                      <a:pt x="46" y="108"/>
                      <a:pt x="37" y="104"/>
                      <a:pt x="29" y="97"/>
                    </a:cubicBezTo>
                    <a:cubicBezTo>
                      <a:pt x="29" y="97"/>
                      <a:pt x="29" y="97"/>
                      <a:pt x="28" y="97"/>
                    </a:cubicBezTo>
                    <a:cubicBezTo>
                      <a:pt x="28" y="96"/>
                      <a:pt x="27" y="96"/>
                      <a:pt x="27" y="95"/>
                    </a:cubicBezTo>
                    <a:cubicBezTo>
                      <a:pt x="26" y="95"/>
                      <a:pt x="25" y="94"/>
                      <a:pt x="25" y="93"/>
                    </a:cubicBezTo>
                    <a:cubicBezTo>
                      <a:pt x="25" y="93"/>
                      <a:pt x="25" y="93"/>
                      <a:pt x="24" y="93"/>
                    </a:cubicBezTo>
                    <a:cubicBezTo>
                      <a:pt x="18" y="85"/>
                      <a:pt x="13" y="75"/>
                      <a:pt x="13" y="65"/>
                    </a:cubicBezTo>
                    <a:cubicBezTo>
                      <a:pt x="20" y="65"/>
                      <a:pt x="20" y="65"/>
                      <a:pt x="20" y="65"/>
                    </a:cubicBezTo>
                    <a:cubicBezTo>
                      <a:pt x="20" y="58"/>
                      <a:pt x="20" y="58"/>
                      <a:pt x="20" y="58"/>
                    </a:cubicBezTo>
                    <a:cubicBezTo>
                      <a:pt x="13" y="58"/>
                      <a:pt x="13" y="58"/>
                      <a:pt x="13" y="58"/>
                    </a:cubicBezTo>
                    <a:cubicBezTo>
                      <a:pt x="15" y="34"/>
                      <a:pt x="33" y="15"/>
                      <a:pt x="57" y="13"/>
                    </a:cubicBezTo>
                    <a:cubicBezTo>
                      <a:pt x="57" y="20"/>
                      <a:pt x="57" y="20"/>
                      <a:pt x="57" y="20"/>
                    </a:cubicBezTo>
                    <a:cubicBezTo>
                      <a:pt x="64" y="20"/>
                      <a:pt x="64" y="20"/>
                      <a:pt x="64" y="20"/>
                    </a:cubicBezTo>
                    <a:cubicBezTo>
                      <a:pt x="64" y="13"/>
                      <a:pt x="64" y="13"/>
                      <a:pt x="64" y="13"/>
                    </a:cubicBezTo>
                    <a:cubicBezTo>
                      <a:pt x="71" y="14"/>
                      <a:pt x="77" y="16"/>
                      <a:pt x="83" y="18"/>
                    </a:cubicBezTo>
                    <a:cubicBezTo>
                      <a:pt x="83" y="19"/>
                      <a:pt x="83" y="19"/>
                      <a:pt x="83" y="19"/>
                    </a:cubicBezTo>
                    <a:cubicBezTo>
                      <a:pt x="84" y="19"/>
                      <a:pt x="85" y="20"/>
                      <a:pt x="86" y="21"/>
                    </a:cubicBezTo>
                    <a:cubicBezTo>
                      <a:pt x="87" y="21"/>
                      <a:pt x="87" y="21"/>
                      <a:pt x="87" y="21"/>
                    </a:cubicBezTo>
                    <a:cubicBezTo>
                      <a:pt x="88" y="22"/>
                      <a:pt x="89" y="22"/>
                      <a:pt x="90" y="23"/>
                    </a:cubicBezTo>
                    <a:cubicBezTo>
                      <a:pt x="90" y="23"/>
                      <a:pt x="91" y="24"/>
                      <a:pt x="91" y="24"/>
                    </a:cubicBezTo>
                    <a:cubicBezTo>
                      <a:pt x="92" y="25"/>
                      <a:pt x="92" y="25"/>
                      <a:pt x="93" y="26"/>
                    </a:cubicBezTo>
                    <a:cubicBezTo>
                      <a:pt x="94" y="26"/>
                      <a:pt x="94" y="27"/>
                      <a:pt x="94" y="27"/>
                    </a:cubicBezTo>
                    <a:cubicBezTo>
                      <a:pt x="95" y="28"/>
                      <a:pt x="96" y="28"/>
                      <a:pt x="96" y="29"/>
                    </a:cubicBezTo>
                    <a:cubicBezTo>
                      <a:pt x="97" y="29"/>
                      <a:pt x="97" y="30"/>
                      <a:pt x="98" y="31"/>
                    </a:cubicBezTo>
                    <a:cubicBezTo>
                      <a:pt x="98" y="31"/>
                      <a:pt x="98" y="32"/>
                      <a:pt x="99" y="32"/>
                    </a:cubicBezTo>
                    <a:cubicBezTo>
                      <a:pt x="99" y="33"/>
                      <a:pt x="100" y="34"/>
                      <a:pt x="101" y="35"/>
                    </a:cubicBezTo>
                    <a:cubicBezTo>
                      <a:pt x="101" y="35"/>
                      <a:pt x="101" y="35"/>
                      <a:pt x="101" y="36"/>
                    </a:cubicBezTo>
                    <a:cubicBezTo>
                      <a:pt x="102" y="37"/>
                      <a:pt x="103" y="38"/>
                      <a:pt x="103" y="39"/>
                    </a:cubicBezTo>
                    <a:cubicBezTo>
                      <a:pt x="103" y="39"/>
                      <a:pt x="103" y="39"/>
                      <a:pt x="103" y="39"/>
                    </a:cubicBezTo>
                    <a:cubicBezTo>
                      <a:pt x="106" y="45"/>
                      <a:pt x="108" y="51"/>
                      <a:pt x="108" y="58"/>
                    </a:cubicBezTo>
                    <a:cubicBezTo>
                      <a:pt x="102" y="58"/>
                      <a:pt x="102" y="58"/>
                      <a:pt x="102" y="58"/>
                    </a:cubicBezTo>
                    <a:cubicBezTo>
                      <a:pt x="102" y="65"/>
                      <a:pt x="102" y="65"/>
                      <a:pt x="102" y="65"/>
                    </a:cubicBezTo>
                    <a:cubicBezTo>
                      <a:pt x="108" y="65"/>
                      <a:pt x="108" y="65"/>
                      <a:pt x="108" y="65"/>
                    </a:cubicBezTo>
                    <a:cubicBezTo>
                      <a:pt x="107" y="88"/>
                      <a:pt x="88" y="107"/>
                      <a:pt x="64"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39"/>
              <p:cNvSpPr>
                <a:spLocks noEditPoints="1"/>
              </p:cNvSpPr>
              <p:nvPr/>
            </p:nvSpPr>
            <p:spPr bwMode="auto">
              <a:xfrm>
                <a:off x="2063750" y="3125788"/>
                <a:ext cx="69850" cy="98425"/>
              </a:xfrm>
              <a:custGeom>
                <a:avLst/>
                <a:gdLst>
                  <a:gd name="T0" fmla="*/ 9 w 36"/>
                  <a:gd name="T1" fmla="*/ 29 h 52"/>
                  <a:gd name="T2" fmla="*/ 9 w 36"/>
                  <a:gd name="T3" fmla="*/ 29 h 52"/>
                  <a:gd name="T4" fmla="*/ 0 w 36"/>
                  <a:gd name="T5" fmla="*/ 52 h 52"/>
                  <a:gd name="T6" fmla="*/ 20 w 36"/>
                  <a:gd name="T7" fmla="*/ 36 h 52"/>
                  <a:gd name="T8" fmla="*/ 20 w 36"/>
                  <a:gd name="T9" fmla="*/ 36 h 52"/>
                  <a:gd name="T10" fmla="*/ 22 w 36"/>
                  <a:gd name="T11" fmla="*/ 32 h 52"/>
                  <a:gd name="T12" fmla="*/ 36 w 36"/>
                  <a:gd name="T13" fmla="*/ 0 h 52"/>
                  <a:gd name="T14" fmla="*/ 11 w 36"/>
                  <a:gd name="T15" fmla="*/ 25 h 52"/>
                  <a:gd name="T16" fmla="*/ 9 w 36"/>
                  <a:gd name="T17" fmla="*/ 29 h 52"/>
                  <a:gd name="T18" fmla="*/ 16 w 36"/>
                  <a:gd name="T19" fmla="*/ 27 h 52"/>
                  <a:gd name="T20" fmla="*/ 19 w 36"/>
                  <a:gd name="T21" fmla="*/ 30 h 52"/>
                  <a:gd name="T22" fmla="*/ 16 w 36"/>
                  <a:gd name="T23" fmla="*/ 33 h 52"/>
                  <a:gd name="T24" fmla="*/ 13 w 36"/>
                  <a:gd name="T25" fmla="*/ 30 h 52"/>
                  <a:gd name="T26" fmla="*/ 16 w 36"/>
                  <a:gd name="T27" fmla="*/ 2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2">
                    <a:moveTo>
                      <a:pt x="9" y="29"/>
                    </a:moveTo>
                    <a:cubicBezTo>
                      <a:pt x="9" y="29"/>
                      <a:pt x="9" y="29"/>
                      <a:pt x="9" y="29"/>
                    </a:cubicBezTo>
                    <a:cubicBezTo>
                      <a:pt x="0" y="52"/>
                      <a:pt x="0" y="52"/>
                      <a:pt x="0" y="52"/>
                    </a:cubicBezTo>
                    <a:cubicBezTo>
                      <a:pt x="20" y="36"/>
                      <a:pt x="20" y="36"/>
                      <a:pt x="20" y="36"/>
                    </a:cubicBezTo>
                    <a:cubicBezTo>
                      <a:pt x="20" y="36"/>
                      <a:pt x="20" y="36"/>
                      <a:pt x="20" y="36"/>
                    </a:cubicBezTo>
                    <a:cubicBezTo>
                      <a:pt x="22" y="35"/>
                      <a:pt x="22" y="33"/>
                      <a:pt x="22" y="32"/>
                    </a:cubicBezTo>
                    <a:cubicBezTo>
                      <a:pt x="36" y="0"/>
                      <a:pt x="36" y="0"/>
                      <a:pt x="36" y="0"/>
                    </a:cubicBezTo>
                    <a:cubicBezTo>
                      <a:pt x="11" y="25"/>
                      <a:pt x="11" y="25"/>
                      <a:pt x="11" y="25"/>
                    </a:cubicBezTo>
                    <a:cubicBezTo>
                      <a:pt x="10" y="26"/>
                      <a:pt x="9" y="27"/>
                      <a:pt x="9" y="29"/>
                    </a:cubicBezTo>
                    <a:close/>
                    <a:moveTo>
                      <a:pt x="16" y="27"/>
                    </a:moveTo>
                    <a:cubicBezTo>
                      <a:pt x="17" y="27"/>
                      <a:pt x="19" y="28"/>
                      <a:pt x="19" y="30"/>
                    </a:cubicBezTo>
                    <a:cubicBezTo>
                      <a:pt x="19" y="32"/>
                      <a:pt x="17" y="33"/>
                      <a:pt x="16" y="33"/>
                    </a:cubicBezTo>
                    <a:cubicBezTo>
                      <a:pt x="14" y="33"/>
                      <a:pt x="13" y="32"/>
                      <a:pt x="13" y="30"/>
                    </a:cubicBezTo>
                    <a:cubicBezTo>
                      <a:pt x="13" y="28"/>
                      <a:pt x="14" y="27"/>
                      <a:pt x="1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Oval 40"/>
              <p:cNvSpPr>
                <a:spLocks noChangeArrowheads="1"/>
              </p:cNvSpPr>
              <p:nvPr/>
            </p:nvSpPr>
            <p:spPr bwMode="auto">
              <a:xfrm>
                <a:off x="2090738" y="3179763"/>
                <a:ext cx="6350" cy="6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92578791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Group 126"/>
          <p:cNvGrpSpPr/>
          <p:nvPr/>
        </p:nvGrpSpPr>
        <p:grpSpPr>
          <a:xfrm>
            <a:off x="6485093" y="1884282"/>
            <a:ext cx="2079113" cy="2871492"/>
            <a:chOff x="4863819" y="1413211"/>
            <a:chExt cx="1559335" cy="2153619"/>
          </a:xfrm>
          <a:solidFill>
            <a:srgbClr val="15A185">
              <a:alpha val="75000"/>
            </a:srgbClr>
          </a:solidFill>
        </p:grpSpPr>
        <p:sp>
          <p:nvSpPr>
            <p:cNvPr id="67" name="Oval 66"/>
            <p:cNvSpPr/>
            <p:nvPr/>
          </p:nvSpPr>
          <p:spPr>
            <a:xfrm>
              <a:off x="5054320" y="292496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Oval 67"/>
            <p:cNvSpPr/>
            <p:nvPr/>
          </p:nvSpPr>
          <p:spPr>
            <a:xfrm>
              <a:off x="5404989"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Oval 68"/>
            <p:cNvSpPr/>
            <p:nvPr/>
          </p:nvSpPr>
          <p:spPr>
            <a:xfrm>
              <a:off x="5801528"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Oval 69"/>
            <p:cNvSpPr/>
            <p:nvPr/>
          </p:nvSpPr>
          <p:spPr>
            <a:xfrm>
              <a:off x="5603258" y="287909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Oval 70"/>
            <p:cNvSpPr/>
            <p:nvPr/>
          </p:nvSpPr>
          <p:spPr>
            <a:xfrm>
              <a:off x="5260358"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Oval 71"/>
            <p:cNvSpPr/>
            <p:nvPr/>
          </p:nvSpPr>
          <p:spPr>
            <a:xfrm>
              <a:off x="5107957" y="317029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Oval 72"/>
            <p:cNvSpPr/>
            <p:nvPr/>
          </p:nvSpPr>
          <p:spPr>
            <a:xfrm>
              <a:off x="5828346"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Oval 73"/>
            <p:cNvSpPr/>
            <p:nvPr/>
          </p:nvSpPr>
          <p:spPr>
            <a:xfrm>
              <a:off x="4917456" y="2721646"/>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Oval 74"/>
            <p:cNvSpPr/>
            <p:nvPr/>
          </p:nvSpPr>
          <p:spPr>
            <a:xfrm>
              <a:off x="5540840" y="255643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Oval 75"/>
            <p:cNvSpPr/>
            <p:nvPr/>
          </p:nvSpPr>
          <p:spPr>
            <a:xfrm>
              <a:off x="5151060" y="24825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Oval 76"/>
            <p:cNvSpPr/>
            <p:nvPr/>
          </p:nvSpPr>
          <p:spPr>
            <a:xfrm>
              <a:off x="5828346" y="243668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Oval 77"/>
            <p:cNvSpPr/>
            <p:nvPr/>
          </p:nvSpPr>
          <p:spPr>
            <a:xfrm>
              <a:off x="6026615" y="25284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Oval 78"/>
            <p:cNvSpPr/>
            <p:nvPr/>
          </p:nvSpPr>
          <p:spPr>
            <a:xfrm>
              <a:off x="4863819" y="235816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Oval 79"/>
            <p:cNvSpPr/>
            <p:nvPr/>
          </p:nvSpPr>
          <p:spPr>
            <a:xfrm>
              <a:off x="5411746" y="23301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Oval 80"/>
            <p:cNvSpPr/>
            <p:nvPr/>
          </p:nvSpPr>
          <p:spPr>
            <a:xfrm>
              <a:off x="5693222" y="223841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Oval 81"/>
            <p:cNvSpPr/>
            <p:nvPr/>
          </p:nvSpPr>
          <p:spPr>
            <a:xfrm>
              <a:off x="5159556" y="2122015"/>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Oval 82"/>
            <p:cNvSpPr/>
            <p:nvPr/>
          </p:nvSpPr>
          <p:spPr>
            <a:xfrm>
              <a:off x="5455577" y="1961623"/>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Oval 83"/>
            <p:cNvSpPr/>
            <p:nvPr/>
          </p:nvSpPr>
          <p:spPr>
            <a:xfrm>
              <a:off x="5958930" y="2159893"/>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Oval 84"/>
            <p:cNvSpPr/>
            <p:nvPr/>
          </p:nvSpPr>
          <p:spPr>
            <a:xfrm>
              <a:off x="5749379" y="1923745"/>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Oval 85"/>
            <p:cNvSpPr/>
            <p:nvPr/>
          </p:nvSpPr>
          <p:spPr>
            <a:xfrm>
              <a:off x="5201451" y="184187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Oval 86"/>
            <p:cNvSpPr/>
            <p:nvPr/>
          </p:nvSpPr>
          <p:spPr>
            <a:xfrm>
              <a:off x="4909687" y="204014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Oval 88"/>
            <p:cNvSpPr/>
            <p:nvPr/>
          </p:nvSpPr>
          <p:spPr>
            <a:xfrm>
              <a:off x="5505240" y="1679606"/>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Oval 89"/>
            <p:cNvSpPr/>
            <p:nvPr/>
          </p:nvSpPr>
          <p:spPr>
            <a:xfrm>
              <a:off x="5008450" y="1696033"/>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Oval 90"/>
            <p:cNvSpPr/>
            <p:nvPr/>
          </p:nvSpPr>
          <p:spPr>
            <a:xfrm>
              <a:off x="5950148" y="184187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Oval 91"/>
            <p:cNvSpPr/>
            <p:nvPr/>
          </p:nvSpPr>
          <p:spPr>
            <a:xfrm>
              <a:off x="5760660" y="164132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Oval 92"/>
            <p:cNvSpPr/>
            <p:nvPr/>
          </p:nvSpPr>
          <p:spPr>
            <a:xfrm>
              <a:off x="5257307" y="1541878"/>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Oval 93"/>
            <p:cNvSpPr/>
            <p:nvPr/>
          </p:nvSpPr>
          <p:spPr>
            <a:xfrm>
              <a:off x="5562390" y="141321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 name="Text Box 7"/>
          <p:cNvSpPr txBox="1">
            <a:spLocks noChangeArrowheads="1"/>
          </p:cNvSpPr>
          <p:nvPr/>
        </p:nvSpPr>
        <p:spPr bwMode="auto">
          <a:xfrm>
            <a:off x="812801" y="495181"/>
            <a:ext cx="510684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Cost Reinforcement</a:t>
            </a:r>
          </a:p>
        </p:txBody>
      </p:sp>
      <p:grpSp>
        <p:nvGrpSpPr>
          <p:cNvPr id="125" name="Group 124"/>
          <p:cNvGrpSpPr/>
          <p:nvPr/>
        </p:nvGrpSpPr>
        <p:grpSpPr>
          <a:xfrm>
            <a:off x="1201893" y="2829354"/>
            <a:ext cx="2079113" cy="1926420"/>
            <a:chOff x="901419" y="2122015"/>
            <a:chExt cx="1559335" cy="1444815"/>
          </a:xfrm>
          <a:solidFill>
            <a:srgbClr val="F49D15">
              <a:alpha val="75000"/>
            </a:srgbClr>
          </a:solidFill>
        </p:grpSpPr>
        <p:sp>
          <p:nvSpPr>
            <p:cNvPr id="5" name="Oval 4"/>
            <p:cNvSpPr/>
            <p:nvPr/>
          </p:nvSpPr>
          <p:spPr>
            <a:xfrm>
              <a:off x="1091920" y="292496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 name="Oval 5"/>
            <p:cNvSpPr/>
            <p:nvPr/>
          </p:nvSpPr>
          <p:spPr>
            <a:xfrm>
              <a:off x="1442589"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Oval 7"/>
            <p:cNvSpPr/>
            <p:nvPr/>
          </p:nvSpPr>
          <p:spPr>
            <a:xfrm>
              <a:off x="1839128"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Oval 8"/>
            <p:cNvSpPr/>
            <p:nvPr/>
          </p:nvSpPr>
          <p:spPr>
            <a:xfrm>
              <a:off x="1640858" y="287909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Oval 9"/>
            <p:cNvSpPr/>
            <p:nvPr/>
          </p:nvSpPr>
          <p:spPr>
            <a:xfrm>
              <a:off x="1297958"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Oval 10"/>
            <p:cNvSpPr/>
            <p:nvPr/>
          </p:nvSpPr>
          <p:spPr>
            <a:xfrm>
              <a:off x="1145557" y="317029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Oval 11"/>
            <p:cNvSpPr/>
            <p:nvPr/>
          </p:nvSpPr>
          <p:spPr>
            <a:xfrm>
              <a:off x="1865946"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Oval 12"/>
            <p:cNvSpPr/>
            <p:nvPr/>
          </p:nvSpPr>
          <p:spPr>
            <a:xfrm>
              <a:off x="955056" y="2721646"/>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Oval 13"/>
            <p:cNvSpPr/>
            <p:nvPr/>
          </p:nvSpPr>
          <p:spPr>
            <a:xfrm>
              <a:off x="1578440" y="255643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Oval 14"/>
            <p:cNvSpPr/>
            <p:nvPr/>
          </p:nvSpPr>
          <p:spPr>
            <a:xfrm>
              <a:off x="1188660" y="24825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Oval 15"/>
            <p:cNvSpPr/>
            <p:nvPr/>
          </p:nvSpPr>
          <p:spPr>
            <a:xfrm>
              <a:off x="1865946" y="243668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Oval 16"/>
            <p:cNvSpPr/>
            <p:nvPr/>
          </p:nvSpPr>
          <p:spPr>
            <a:xfrm>
              <a:off x="2064215" y="25284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Oval 17"/>
            <p:cNvSpPr/>
            <p:nvPr/>
          </p:nvSpPr>
          <p:spPr>
            <a:xfrm>
              <a:off x="901419" y="235816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Oval 18"/>
            <p:cNvSpPr/>
            <p:nvPr/>
          </p:nvSpPr>
          <p:spPr>
            <a:xfrm>
              <a:off x="1449346" y="23301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Oval 19"/>
            <p:cNvSpPr/>
            <p:nvPr/>
          </p:nvSpPr>
          <p:spPr>
            <a:xfrm>
              <a:off x="1730822" y="223841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Oval 20"/>
            <p:cNvSpPr/>
            <p:nvPr/>
          </p:nvSpPr>
          <p:spPr>
            <a:xfrm>
              <a:off x="1197156" y="2122015"/>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7" name="Freeform 5"/>
          <p:cNvSpPr>
            <a:spLocks noEditPoints="1"/>
          </p:cNvSpPr>
          <p:nvPr/>
        </p:nvSpPr>
        <p:spPr bwMode="auto">
          <a:xfrm>
            <a:off x="1189396" y="3751931"/>
            <a:ext cx="2087033" cy="1099469"/>
          </a:xfrm>
          <a:custGeom>
            <a:avLst/>
            <a:gdLst>
              <a:gd name="T0" fmla="*/ 521 w 628"/>
              <a:gd name="T1" fmla="*/ 0 h 330"/>
              <a:gd name="T2" fmla="*/ 43 w 628"/>
              <a:gd name="T3" fmla="*/ 0 h 330"/>
              <a:gd name="T4" fmla="*/ 73 w 628"/>
              <a:gd name="T5" fmla="*/ 309 h 330"/>
              <a:gd name="T6" fmla="*/ 555 w 628"/>
              <a:gd name="T7" fmla="*/ 309 h 330"/>
              <a:gd name="T8" fmla="*/ 585 w 628"/>
              <a:gd name="T9" fmla="*/ 0 h 330"/>
              <a:gd name="T10" fmla="*/ 150 w 628"/>
              <a:gd name="T11" fmla="*/ 278 h 330"/>
              <a:gd name="T12" fmla="*/ 147 w 628"/>
              <a:gd name="T13" fmla="*/ 282 h 330"/>
              <a:gd name="T14" fmla="*/ 142 w 628"/>
              <a:gd name="T15" fmla="*/ 284 h 330"/>
              <a:gd name="T16" fmla="*/ 116 w 628"/>
              <a:gd name="T17" fmla="*/ 269 h 330"/>
              <a:gd name="T18" fmla="*/ 99 w 628"/>
              <a:gd name="T19" fmla="*/ 112 h 330"/>
              <a:gd name="T20" fmla="*/ 100 w 628"/>
              <a:gd name="T21" fmla="*/ 103 h 330"/>
              <a:gd name="T22" fmla="*/ 105 w 628"/>
              <a:gd name="T23" fmla="*/ 96 h 330"/>
              <a:gd name="T24" fmla="*/ 110 w 628"/>
              <a:gd name="T25" fmla="*/ 93 h 330"/>
              <a:gd name="T26" fmla="*/ 116 w 628"/>
              <a:gd name="T27" fmla="*/ 91 h 330"/>
              <a:gd name="T28" fmla="*/ 154 w 628"/>
              <a:gd name="T29" fmla="*/ 261 h 330"/>
              <a:gd name="T30" fmla="*/ 247 w 628"/>
              <a:gd name="T31" fmla="*/ 269 h 330"/>
              <a:gd name="T32" fmla="*/ 246 w 628"/>
              <a:gd name="T33" fmla="*/ 273 h 330"/>
              <a:gd name="T34" fmla="*/ 243 w 628"/>
              <a:gd name="T35" fmla="*/ 278 h 330"/>
              <a:gd name="T36" fmla="*/ 240 w 628"/>
              <a:gd name="T37" fmla="*/ 282 h 330"/>
              <a:gd name="T38" fmla="*/ 235 w 628"/>
              <a:gd name="T39" fmla="*/ 285 h 330"/>
              <a:gd name="T40" fmla="*/ 228 w 628"/>
              <a:gd name="T41" fmla="*/ 286 h 330"/>
              <a:gd name="T42" fmla="*/ 202 w 628"/>
              <a:gd name="T43" fmla="*/ 114 h 330"/>
              <a:gd name="T44" fmla="*/ 203 w 628"/>
              <a:gd name="T45" fmla="*/ 102 h 330"/>
              <a:gd name="T46" fmla="*/ 206 w 628"/>
              <a:gd name="T47" fmla="*/ 98 h 330"/>
              <a:gd name="T48" fmla="*/ 210 w 628"/>
              <a:gd name="T49" fmla="*/ 94 h 330"/>
              <a:gd name="T50" fmla="*/ 215 w 628"/>
              <a:gd name="T51" fmla="*/ 92 h 330"/>
              <a:gd name="T52" fmla="*/ 240 w 628"/>
              <a:gd name="T53" fmla="*/ 109 h 330"/>
              <a:gd name="T54" fmla="*/ 332 w 628"/>
              <a:gd name="T55" fmla="*/ 267 h 330"/>
              <a:gd name="T56" fmla="*/ 294 w 628"/>
              <a:gd name="T57" fmla="*/ 110 h 330"/>
              <a:gd name="T58" fmla="*/ 332 w 628"/>
              <a:gd name="T59" fmla="*/ 267 h 330"/>
              <a:gd name="T60" fmla="*/ 418 w 628"/>
              <a:gd name="T61" fmla="*/ 268 h 330"/>
              <a:gd name="T62" fmla="*/ 393 w 628"/>
              <a:gd name="T63" fmla="*/ 285 h 330"/>
              <a:gd name="T64" fmla="*/ 388 w 628"/>
              <a:gd name="T65" fmla="*/ 283 h 330"/>
              <a:gd name="T66" fmla="*/ 384 w 628"/>
              <a:gd name="T67" fmla="*/ 279 h 330"/>
              <a:gd name="T68" fmla="*/ 381 w 628"/>
              <a:gd name="T69" fmla="*/ 275 h 330"/>
              <a:gd name="T70" fmla="*/ 380 w 628"/>
              <a:gd name="T71" fmla="*/ 269 h 330"/>
              <a:gd name="T72" fmla="*/ 380 w 628"/>
              <a:gd name="T73" fmla="*/ 261 h 330"/>
              <a:gd name="T74" fmla="*/ 410 w 628"/>
              <a:gd name="T75" fmla="*/ 91 h 330"/>
              <a:gd name="T76" fmla="*/ 415 w 628"/>
              <a:gd name="T77" fmla="*/ 93 h 330"/>
              <a:gd name="T78" fmla="*/ 419 w 628"/>
              <a:gd name="T79" fmla="*/ 96 h 330"/>
              <a:gd name="T80" fmla="*/ 422 w 628"/>
              <a:gd name="T81" fmla="*/ 100 h 330"/>
              <a:gd name="T82" fmla="*/ 424 w 628"/>
              <a:gd name="T83" fmla="*/ 105 h 330"/>
              <a:gd name="T84" fmla="*/ 425 w 628"/>
              <a:gd name="T85" fmla="*/ 111 h 330"/>
              <a:gd name="T86" fmla="*/ 527 w 628"/>
              <a:gd name="T87" fmla="*/ 113 h 330"/>
              <a:gd name="T88" fmla="*/ 489 w 628"/>
              <a:gd name="T89" fmla="*/ 285 h 330"/>
              <a:gd name="T90" fmla="*/ 482 w 628"/>
              <a:gd name="T91" fmla="*/ 283 h 330"/>
              <a:gd name="T92" fmla="*/ 478 w 628"/>
              <a:gd name="T93" fmla="*/ 280 h 330"/>
              <a:gd name="T94" fmla="*/ 476 w 628"/>
              <a:gd name="T95" fmla="*/ 278 h 330"/>
              <a:gd name="T96" fmla="*/ 489 w 628"/>
              <a:gd name="T97" fmla="*/ 108 h 330"/>
              <a:gd name="T98" fmla="*/ 515 w 628"/>
              <a:gd name="T99" fmla="*/ 92 h 330"/>
              <a:gd name="T100" fmla="*/ 519 w 628"/>
              <a:gd name="T101" fmla="*/ 95 h 330"/>
              <a:gd name="T102" fmla="*/ 527 w 628"/>
              <a:gd name="T103" fmla="*/ 10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8" h="330">
                <a:moveTo>
                  <a:pt x="585" y="0"/>
                </a:moveTo>
                <a:cubicBezTo>
                  <a:pt x="565" y="0"/>
                  <a:pt x="565" y="0"/>
                  <a:pt x="565" y="0"/>
                </a:cubicBezTo>
                <a:cubicBezTo>
                  <a:pt x="521" y="0"/>
                  <a:pt x="521" y="0"/>
                  <a:pt x="521" y="0"/>
                </a:cubicBezTo>
                <a:cubicBezTo>
                  <a:pt x="113" y="0"/>
                  <a:pt x="113" y="0"/>
                  <a:pt x="113" y="0"/>
                </a:cubicBezTo>
                <a:cubicBezTo>
                  <a:pt x="69" y="0"/>
                  <a:pt x="69" y="0"/>
                  <a:pt x="69" y="0"/>
                </a:cubicBezTo>
                <a:cubicBezTo>
                  <a:pt x="43" y="0"/>
                  <a:pt x="43" y="0"/>
                  <a:pt x="43" y="0"/>
                </a:cubicBezTo>
                <a:cubicBezTo>
                  <a:pt x="19" y="0"/>
                  <a:pt x="0" y="20"/>
                  <a:pt x="0" y="43"/>
                </a:cubicBezTo>
                <a:cubicBezTo>
                  <a:pt x="0" y="67"/>
                  <a:pt x="18" y="85"/>
                  <a:pt x="41" y="87"/>
                </a:cubicBezTo>
                <a:cubicBezTo>
                  <a:pt x="73" y="309"/>
                  <a:pt x="73" y="309"/>
                  <a:pt x="73" y="309"/>
                </a:cubicBezTo>
                <a:cubicBezTo>
                  <a:pt x="75" y="320"/>
                  <a:pt x="88" y="330"/>
                  <a:pt x="101" y="330"/>
                </a:cubicBezTo>
                <a:cubicBezTo>
                  <a:pt x="527" y="330"/>
                  <a:pt x="527" y="330"/>
                  <a:pt x="527" y="330"/>
                </a:cubicBezTo>
                <a:cubicBezTo>
                  <a:pt x="540" y="330"/>
                  <a:pt x="553" y="320"/>
                  <a:pt x="555" y="309"/>
                </a:cubicBezTo>
                <a:cubicBezTo>
                  <a:pt x="587" y="87"/>
                  <a:pt x="587" y="87"/>
                  <a:pt x="587" y="87"/>
                </a:cubicBezTo>
                <a:cubicBezTo>
                  <a:pt x="610" y="85"/>
                  <a:pt x="628" y="67"/>
                  <a:pt x="628" y="43"/>
                </a:cubicBezTo>
                <a:cubicBezTo>
                  <a:pt x="628" y="20"/>
                  <a:pt x="608" y="0"/>
                  <a:pt x="585" y="0"/>
                </a:cubicBezTo>
                <a:close/>
                <a:moveTo>
                  <a:pt x="154" y="269"/>
                </a:moveTo>
                <a:cubicBezTo>
                  <a:pt x="153" y="272"/>
                  <a:pt x="152" y="275"/>
                  <a:pt x="151" y="277"/>
                </a:cubicBezTo>
                <a:cubicBezTo>
                  <a:pt x="151" y="278"/>
                  <a:pt x="150" y="278"/>
                  <a:pt x="150" y="278"/>
                </a:cubicBezTo>
                <a:cubicBezTo>
                  <a:pt x="150" y="278"/>
                  <a:pt x="149" y="279"/>
                  <a:pt x="149" y="280"/>
                </a:cubicBezTo>
                <a:cubicBezTo>
                  <a:pt x="149" y="280"/>
                  <a:pt x="148" y="280"/>
                  <a:pt x="148" y="280"/>
                </a:cubicBezTo>
                <a:cubicBezTo>
                  <a:pt x="148" y="281"/>
                  <a:pt x="147" y="281"/>
                  <a:pt x="147" y="282"/>
                </a:cubicBezTo>
                <a:cubicBezTo>
                  <a:pt x="146" y="282"/>
                  <a:pt x="146" y="282"/>
                  <a:pt x="145" y="283"/>
                </a:cubicBezTo>
                <a:cubicBezTo>
                  <a:pt x="145" y="283"/>
                  <a:pt x="144" y="283"/>
                  <a:pt x="144" y="283"/>
                </a:cubicBezTo>
                <a:cubicBezTo>
                  <a:pt x="143" y="284"/>
                  <a:pt x="143" y="284"/>
                  <a:pt x="142" y="284"/>
                </a:cubicBezTo>
                <a:cubicBezTo>
                  <a:pt x="141" y="284"/>
                  <a:pt x="141" y="285"/>
                  <a:pt x="141" y="285"/>
                </a:cubicBezTo>
                <a:cubicBezTo>
                  <a:pt x="140" y="285"/>
                  <a:pt x="138" y="285"/>
                  <a:pt x="137" y="285"/>
                </a:cubicBezTo>
                <a:cubicBezTo>
                  <a:pt x="127" y="287"/>
                  <a:pt x="117" y="279"/>
                  <a:pt x="116" y="269"/>
                </a:cubicBezTo>
                <a:cubicBezTo>
                  <a:pt x="99" y="113"/>
                  <a:pt x="99" y="113"/>
                  <a:pt x="99" y="113"/>
                </a:cubicBezTo>
                <a:cubicBezTo>
                  <a:pt x="99" y="113"/>
                  <a:pt x="99" y="113"/>
                  <a:pt x="99" y="113"/>
                </a:cubicBezTo>
                <a:cubicBezTo>
                  <a:pt x="99" y="112"/>
                  <a:pt x="99" y="112"/>
                  <a:pt x="99" y="112"/>
                </a:cubicBezTo>
                <a:cubicBezTo>
                  <a:pt x="99" y="110"/>
                  <a:pt x="99" y="108"/>
                  <a:pt x="100" y="106"/>
                </a:cubicBezTo>
                <a:cubicBezTo>
                  <a:pt x="100" y="106"/>
                  <a:pt x="100" y="106"/>
                  <a:pt x="100" y="106"/>
                </a:cubicBezTo>
                <a:cubicBezTo>
                  <a:pt x="100" y="105"/>
                  <a:pt x="100" y="104"/>
                  <a:pt x="100" y="103"/>
                </a:cubicBezTo>
                <a:cubicBezTo>
                  <a:pt x="100" y="103"/>
                  <a:pt x="100" y="103"/>
                  <a:pt x="100" y="103"/>
                </a:cubicBezTo>
                <a:cubicBezTo>
                  <a:pt x="101" y="100"/>
                  <a:pt x="103" y="98"/>
                  <a:pt x="105" y="96"/>
                </a:cubicBezTo>
                <a:cubicBezTo>
                  <a:pt x="105" y="96"/>
                  <a:pt x="105" y="96"/>
                  <a:pt x="105" y="96"/>
                </a:cubicBezTo>
                <a:cubicBezTo>
                  <a:pt x="106" y="95"/>
                  <a:pt x="106" y="95"/>
                  <a:pt x="107" y="95"/>
                </a:cubicBezTo>
                <a:cubicBezTo>
                  <a:pt x="107" y="94"/>
                  <a:pt x="108" y="94"/>
                  <a:pt x="108" y="94"/>
                </a:cubicBezTo>
                <a:cubicBezTo>
                  <a:pt x="109" y="93"/>
                  <a:pt x="109" y="93"/>
                  <a:pt x="110" y="93"/>
                </a:cubicBezTo>
                <a:cubicBezTo>
                  <a:pt x="110" y="93"/>
                  <a:pt x="111" y="92"/>
                  <a:pt x="112" y="92"/>
                </a:cubicBezTo>
                <a:cubicBezTo>
                  <a:pt x="112" y="92"/>
                  <a:pt x="112" y="92"/>
                  <a:pt x="113" y="92"/>
                </a:cubicBezTo>
                <a:cubicBezTo>
                  <a:pt x="114" y="91"/>
                  <a:pt x="115" y="91"/>
                  <a:pt x="116" y="91"/>
                </a:cubicBezTo>
                <a:cubicBezTo>
                  <a:pt x="127" y="90"/>
                  <a:pt x="136" y="97"/>
                  <a:pt x="137" y="108"/>
                </a:cubicBezTo>
                <a:cubicBezTo>
                  <a:pt x="154" y="261"/>
                  <a:pt x="154" y="261"/>
                  <a:pt x="154" y="261"/>
                </a:cubicBezTo>
                <a:cubicBezTo>
                  <a:pt x="154" y="261"/>
                  <a:pt x="154" y="261"/>
                  <a:pt x="154" y="261"/>
                </a:cubicBezTo>
                <a:cubicBezTo>
                  <a:pt x="154" y="264"/>
                  <a:pt x="154" y="264"/>
                  <a:pt x="154" y="264"/>
                </a:cubicBezTo>
                <a:cubicBezTo>
                  <a:pt x="154" y="266"/>
                  <a:pt x="154" y="268"/>
                  <a:pt x="154" y="269"/>
                </a:cubicBezTo>
                <a:close/>
                <a:moveTo>
                  <a:pt x="247" y="269"/>
                </a:moveTo>
                <a:cubicBezTo>
                  <a:pt x="247" y="269"/>
                  <a:pt x="247" y="269"/>
                  <a:pt x="247" y="269"/>
                </a:cubicBezTo>
                <a:cubicBezTo>
                  <a:pt x="246" y="270"/>
                  <a:pt x="246" y="272"/>
                  <a:pt x="246" y="273"/>
                </a:cubicBezTo>
                <a:cubicBezTo>
                  <a:pt x="246" y="273"/>
                  <a:pt x="246" y="273"/>
                  <a:pt x="246" y="273"/>
                </a:cubicBezTo>
                <a:cubicBezTo>
                  <a:pt x="246" y="274"/>
                  <a:pt x="245" y="275"/>
                  <a:pt x="245" y="276"/>
                </a:cubicBezTo>
                <a:cubicBezTo>
                  <a:pt x="245" y="276"/>
                  <a:pt x="245" y="276"/>
                  <a:pt x="245" y="276"/>
                </a:cubicBezTo>
                <a:cubicBezTo>
                  <a:pt x="244" y="277"/>
                  <a:pt x="244" y="278"/>
                  <a:pt x="243" y="278"/>
                </a:cubicBezTo>
                <a:cubicBezTo>
                  <a:pt x="243" y="279"/>
                  <a:pt x="243" y="279"/>
                  <a:pt x="243" y="279"/>
                </a:cubicBezTo>
                <a:cubicBezTo>
                  <a:pt x="242" y="280"/>
                  <a:pt x="242" y="280"/>
                  <a:pt x="241" y="281"/>
                </a:cubicBezTo>
                <a:cubicBezTo>
                  <a:pt x="241" y="281"/>
                  <a:pt x="240" y="281"/>
                  <a:pt x="240" y="282"/>
                </a:cubicBezTo>
                <a:cubicBezTo>
                  <a:pt x="240" y="282"/>
                  <a:pt x="239" y="283"/>
                  <a:pt x="238" y="283"/>
                </a:cubicBezTo>
                <a:cubicBezTo>
                  <a:pt x="238" y="283"/>
                  <a:pt x="237" y="284"/>
                  <a:pt x="237" y="284"/>
                </a:cubicBezTo>
                <a:cubicBezTo>
                  <a:pt x="237" y="284"/>
                  <a:pt x="236" y="284"/>
                  <a:pt x="235" y="285"/>
                </a:cubicBezTo>
                <a:cubicBezTo>
                  <a:pt x="235" y="285"/>
                  <a:pt x="234" y="285"/>
                  <a:pt x="233" y="285"/>
                </a:cubicBezTo>
                <a:cubicBezTo>
                  <a:pt x="233" y="286"/>
                  <a:pt x="233" y="286"/>
                  <a:pt x="232" y="286"/>
                </a:cubicBezTo>
                <a:cubicBezTo>
                  <a:pt x="231" y="286"/>
                  <a:pt x="230" y="286"/>
                  <a:pt x="228" y="286"/>
                </a:cubicBezTo>
                <a:cubicBezTo>
                  <a:pt x="218" y="287"/>
                  <a:pt x="209" y="279"/>
                  <a:pt x="209" y="268"/>
                </a:cubicBezTo>
                <a:cubicBezTo>
                  <a:pt x="202" y="114"/>
                  <a:pt x="202" y="114"/>
                  <a:pt x="202" y="114"/>
                </a:cubicBezTo>
                <a:cubicBezTo>
                  <a:pt x="202" y="114"/>
                  <a:pt x="202" y="114"/>
                  <a:pt x="202" y="114"/>
                </a:cubicBezTo>
                <a:cubicBezTo>
                  <a:pt x="202" y="111"/>
                  <a:pt x="202" y="111"/>
                  <a:pt x="202" y="111"/>
                </a:cubicBezTo>
                <a:cubicBezTo>
                  <a:pt x="201" y="108"/>
                  <a:pt x="202" y="106"/>
                  <a:pt x="203" y="104"/>
                </a:cubicBezTo>
                <a:cubicBezTo>
                  <a:pt x="203" y="103"/>
                  <a:pt x="203" y="102"/>
                  <a:pt x="203" y="102"/>
                </a:cubicBezTo>
                <a:cubicBezTo>
                  <a:pt x="204" y="101"/>
                  <a:pt x="204" y="101"/>
                  <a:pt x="204" y="100"/>
                </a:cubicBezTo>
                <a:cubicBezTo>
                  <a:pt x="204" y="100"/>
                  <a:pt x="205" y="99"/>
                  <a:pt x="205" y="99"/>
                </a:cubicBezTo>
                <a:cubicBezTo>
                  <a:pt x="205" y="98"/>
                  <a:pt x="206" y="98"/>
                  <a:pt x="206" y="98"/>
                </a:cubicBezTo>
                <a:cubicBezTo>
                  <a:pt x="206" y="97"/>
                  <a:pt x="207" y="97"/>
                  <a:pt x="207" y="96"/>
                </a:cubicBezTo>
                <a:cubicBezTo>
                  <a:pt x="208" y="96"/>
                  <a:pt x="208" y="96"/>
                  <a:pt x="209" y="95"/>
                </a:cubicBezTo>
                <a:cubicBezTo>
                  <a:pt x="209" y="95"/>
                  <a:pt x="209" y="94"/>
                  <a:pt x="210" y="94"/>
                </a:cubicBezTo>
                <a:cubicBezTo>
                  <a:pt x="210" y="94"/>
                  <a:pt x="211" y="94"/>
                  <a:pt x="212" y="93"/>
                </a:cubicBezTo>
                <a:cubicBezTo>
                  <a:pt x="212" y="93"/>
                  <a:pt x="212" y="93"/>
                  <a:pt x="213" y="93"/>
                </a:cubicBezTo>
                <a:cubicBezTo>
                  <a:pt x="214" y="92"/>
                  <a:pt x="214" y="92"/>
                  <a:pt x="215" y="92"/>
                </a:cubicBezTo>
                <a:cubicBezTo>
                  <a:pt x="215" y="92"/>
                  <a:pt x="216" y="91"/>
                  <a:pt x="216" y="91"/>
                </a:cubicBezTo>
                <a:cubicBezTo>
                  <a:pt x="217" y="91"/>
                  <a:pt x="219" y="91"/>
                  <a:pt x="220" y="91"/>
                </a:cubicBezTo>
                <a:cubicBezTo>
                  <a:pt x="230" y="90"/>
                  <a:pt x="239" y="99"/>
                  <a:pt x="240" y="109"/>
                </a:cubicBezTo>
                <a:cubicBezTo>
                  <a:pt x="247" y="266"/>
                  <a:pt x="247" y="266"/>
                  <a:pt x="247" y="266"/>
                </a:cubicBezTo>
                <a:cubicBezTo>
                  <a:pt x="247" y="267"/>
                  <a:pt x="247" y="268"/>
                  <a:pt x="247" y="269"/>
                </a:cubicBezTo>
                <a:close/>
                <a:moveTo>
                  <a:pt x="332" y="267"/>
                </a:moveTo>
                <a:cubicBezTo>
                  <a:pt x="332" y="278"/>
                  <a:pt x="324" y="287"/>
                  <a:pt x="313" y="287"/>
                </a:cubicBezTo>
                <a:cubicBezTo>
                  <a:pt x="303" y="287"/>
                  <a:pt x="294" y="278"/>
                  <a:pt x="294" y="267"/>
                </a:cubicBezTo>
                <a:cubicBezTo>
                  <a:pt x="294" y="110"/>
                  <a:pt x="294" y="110"/>
                  <a:pt x="294" y="110"/>
                </a:cubicBezTo>
                <a:cubicBezTo>
                  <a:pt x="294" y="99"/>
                  <a:pt x="303" y="91"/>
                  <a:pt x="313" y="91"/>
                </a:cubicBezTo>
                <a:cubicBezTo>
                  <a:pt x="324" y="91"/>
                  <a:pt x="332" y="99"/>
                  <a:pt x="332" y="110"/>
                </a:cubicBezTo>
                <a:lnTo>
                  <a:pt x="332" y="267"/>
                </a:lnTo>
                <a:close/>
                <a:moveTo>
                  <a:pt x="424" y="114"/>
                </a:moveTo>
                <a:cubicBezTo>
                  <a:pt x="424" y="114"/>
                  <a:pt x="424" y="114"/>
                  <a:pt x="424" y="114"/>
                </a:cubicBezTo>
                <a:cubicBezTo>
                  <a:pt x="418" y="268"/>
                  <a:pt x="418" y="268"/>
                  <a:pt x="418" y="268"/>
                </a:cubicBezTo>
                <a:cubicBezTo>
                  <a:pt x="417" y="279"/>
                  <a:pt x="408" y="287"/>
                  <a:pt x="398" y="286"/>
                </a:cubicBezTo>
                <a:cubicBezTo>
                  <a:pt x="396" y="286"/>
                  <a:pt x="395" y="286"/>
                  <a:pt x="394" y="286"/>
                </a:cubicBezTo>
                <a:cubicBezTo>
                  <a:pt x="394" y="286"/>
                  <a:pt x="393" y="285"/>
                  <a:pt x="393" y="285"/>
                </a:cubicBezTo>
                <a:cubicBezTo>
                  <a:pt x="392" y="285"/>
                  <a:pt x="391" y="285"/>
                  <a:pt x="391" y="285"/>
                </a:cubicBezTo>
                <a:cubicBezTo>
                  <a:pt x="390" y="284"/>
                  <a:pt x="390" y="284"/>
                  <a:pt x="389" y="284"/>
                </a:cubicBezTo>
                <a:cubicBezTo>
                  <a:pt x="389" y="284"/>
                  <a:pt x="388" y="283"/>
                  <a:pt x="388" y="283"/>
                </a:cubicBezTo>
                <a:cubicBezTo>
                  <a:pt x="387" y="283"/>
                  <a:pt x="387" y="282"/>
                  <a:pt x="386" y="282"/>
                </a:cubicBezTo>
                <a:cubicBezTo>
                  <a:pt x="386" y="281"/>
                  <a:pt x="385" y="281"/>
                  <a:pt x="385" y="281"/>
                </a:cubicBezTo>
                <a:cubicBezTo>
                  <a:pt x="385" y="280"/>
                  <a:pt x="384" y="280"/>
                  <a:pt x="384" y="279"/>
                </a:cubicBezTo>
                <a:cubicBezTo>
                  <a:pt x="383" y="279"/>
                  <a:pt x="383" y="279"/>
                  <a:pt x="383" y="278"/>
                </a:cubicBezTo>
                <a:cubicBezTo>
                  <a:pt x="383" y="278"/>
                  <a:pt x="382" y="277"/>
                  <a:pt x="382" y="276"/>
                </a:cubicBezTo>
                <a:cubicBezTo>
                  <a:pt x="382" y="276"/>
                  <a:pt x="381" y="276"/>
                  <a:pt x="381" y="275"/>
                </a:cubicBezTo>
                <a:cubicBezTo>
                  <a:pt x="381" y="275"/>
                  <a:pt x="381" y="274"/>
                  <a:pt x="380" y="273"/>
                </a:cubicBezTo>
                <a:cubicBezTo>
                  <a:pt x="380" y="273"/>
                  <a:pt x="380" y="272"/>
                  <a:pt x="380" y="272"/>
                </a:cubicBezTo>
                <a:cubicBezTo>
                  <a:pt x="380" y="271"/>
                  <a:pt x="380" y="270"/>
                  <a:pt x="380" y="269"/>
                </a:cubicBezTo>
                <a:cubicBezTo>
                  <a:pt x="380" y="268"/>
                  <a:pt x="379" y="267"/>
                  <a:pt x="379" y="266"/>
                </a:cubicBezTo>
                <a:cubicBezTo>
                  <a:pt x="380" y="260"/>
                  <a:pt x="380" y="260"/>
                  <a:pt x="380" y="260"/>
                </a:cubicBezTo>
                <a:cubicBezTo>
                  <a:pt x="380" y="261"/>
                  <a:pt x="380" y="261"/>
                  <a:pt x="380" y="261"/>
                </a:cubicBezTo>
                <a:cubicBezTo>
                  <a:pt x="387" y="109"/>
                  <a:pt x="387" y="109"/>
                  <a:pt x="387" y="109"/>
                </a:cubicBezTo>
                <a:cubicBezTo>
                  <a:pt x="387" y="99"/>
                  <a:pt x="396" y="90"/>
                  <a:pt x="406" y="91"/>
                </a:cubicBezTo>
                <a:cubicBezTo>
                  <a:pt x="408" y="91"/>
                  <a:pt x="409" y="91"/>
                  <a:pt x="410" y="91"/>
                </a:cubicBezTo>
                <a:cubicBezTo>
                  <a:pt x="410" y="91"/>
                  <a:pt x="411" y="92"/>
                  <a:pt x="411" y="92"/>
                </a:cubicBezTo>
                <a:cubicBezTo>
                  <a:pt x="412" y="92"/>
                  <a:pt x="413" y="92"/>
                  <a:pt x="413" y="93"/>
                </a:cubicBezTo>
                <a:cubicBezTo>
                  <a:pt x="414" y="93"/>
                  <a:pt x="414" y="93"/>
                  <a:pt x="415" y="93"/>
                </a:cubicBezTo>
                <a:cubicBezTo>
                  <a:pt x="415" y="94"/>
                  <a:pt x="416" y="94"/>
                  <a:pt x="416" y="94"/>
                </a:cubicBezTo>
                <a:cubicBezTo>
                  <a:pt x="417" y="95"/>
                  <a:pt x="417" y="95"/>
                  <a:pt x="418" y="95"/>
                </a:cubicBezTo>
                <a:cubicBezTo>
                  <a:pt x="418" y="96"/>
                  <a:pt x="419" y="96"/>
                  <a:pt x="419" y="96"/>
                </a:cubicBezTo>
                <a:cubicBezTo>
                  <a:pt x="419" y="97"/>
                  <a:pt x="420" y="97"/>
                  <a:pt x="420" y="98"/>
                </a:cubicBezTo>
                <a:cubicBezTo>
                  <a:pt x="420" y="98"/>
                  <a:pt x="421" y="98"/>
                  <a:pt x="421" y="99"/>
                </a:cubicBezTo>
                <a:cubicBezTo>
                  <a:pt x="421" y="99"/>
                  <a:pt x="422" y="100"/>
                  <a:pt x="422" y="100"/>
                </a:cubicBezTo>
                <a:cubicBezTo>
                  <a:pt x="422" y="101"/>
                  <a:pt x="423" y="101"/>
                  <a:pt x="423" y="102"/>
                </a:cubicBezTo>
                <a:cubicBezTo>
                  <a:pt x="423" y="102"/>
                  <a:pt x="423" y="103"/>
                  <a:pt x="424" y="104"/>
                </a:cubicBezTo>
                <a:cubicBezTo>
                  <a:pt x="424" y="104"/>
                  <a:pt x="424" y="104"/>
                  <a:pt x="424" y="105"/>
                </a:cubicBezTo>
                <a:cubicBezTo>
                  <a:pt x="424" y="105"/>
                  <a:pt x="424" y="106"/>
                  <a:pt x="424" y="107"/>
                </a:cubicBezTo>
                <a:cubicBezTo>
                  <a:pt x="424" y="107"/>
                  <a:pt x="424" y="107"/>
                  <a:pt x="424" y="107"/>
                </a:cubicBezTo>
                <a:cubicBezTo>
                  <a:pt x="425" y="108"/>
                  <a:pt x="425" y="109"/>
                  <a:pt x="425" y="111"/>
                </a:cubicBezTo>
                <a:lnTo>
                  <a:pt x="424" y="114"/>
                </a:lnTo>
                <a:close/>
                <a:moveTo>
                  <a:pt x="527" y="112"/>
                </a:moveTo>
                <a:cubicBezTo>
                  <a:pt x="527" y="113"/>
                  <a:pt x="527" y="113"/>
                  <a:pt x="527" y="113"/>
                </a:cubicBezTo>
                <a:cubicBezTo>
                  <a:pt x="527" y="113"/>
                  <a:pt x="527" y="113"/>
                  <a:pt x="527" y="113"/>
                </a:cubicBezTo>
                <a:cubicBezTo>
                  <a:pt x="510" y="269"/>
                  <a:pt x="510" y="269"/>
                  <a:pt x="510" y="269"/>
                </a:cubicBezTo>
                <a:cubicBezTo>
                  <a:pt x="509" y="279"/>
                  <a:pt x="499" y="287"/>
                  <a:pt x="489" y="285"/>
                </a:cubicBezTo>
                <a:cubicBezTo>
                  <a:pt x="488" y="285"/>
                  <a:pt x="487" y="285"/>
                  <a:pt x="485" y="285"/>
                </a:cubicBezTo>
                <a:cubicBezTo>
                  <a:pt x="485" y="285"/>
                  <a:pt x="485" y="284"/>
                  <a:pt x="484" y="284"/>
                </a:cubicBezTo>
                <a:cubicBezTo>
                  <a:pt x="484" y="284"/>
                  <a:pt x="483" y="284"/>
                  <a:pt x="482" y="283"/>
                </a:cubicBezTo>
                <a:cubicBezTo>
                  <a:pt x="482" y="283"/>
                  <a:pt x="481" y="283"/>
                  <a:pt x="481" y="283"/>
                </a:cubicBezTo>
                <a:cubicBezTo>
                  <a:pt x="480" y="282"/>
                  <a:pt x="480" y="282"/>
                  <a:pt x="480" y="282"/>
                </a:cubicBezTo>
                <a:cubicBezTo>
                  <a:pt x="479" y="281"/>
                  <a:pt x="479" y="281"/>
                  <a:pt x="478" y="280"/>
                </a:cubicBezTo>
                <a:cubicBezTo>
                  <a:pt x="478" y="280"/>
                  <a:pt x="478" y="280"/>
                  <a:pt x="477" y="280"/>
                </a:cubicBezTo>
                <a:cubicBezTo>
                  <a:pt x="477" y="279"/>
                  <a:pt x="476" y="278"/>
                  <a:pt x="476" y="278"/>
                </a:cubicBezTo>
                <a:cubicBezTo>
                  <a:pt x="476" y="278"/>
                  <a:pt x="476" y="278"/>
                  <a:pt x="476" y="278"/>
                </a:cubicBezTo>
                <a:cubicBezTo>
                  <a:pt x="474" y="275"/>
                  <a:pt x="473" y="273"/>
                  <a:pt x="472" y="270"/>
                </a:cubicBezTo>
                <a:cubicBezTo>
                  <a:pt x="472" y="268"/>
                  <a:pt x="472" y="266"/>
                  <a:pt x="472" y="264"/>
                </a:cubicBezTo>
                <a:cubicBezTo>
                  <a:pt x="489" y="108"/>
                  <a:pt x="489" y="108"/>
                  <a:pt x="489" y="108"/>
                </a:cubicBezTo>
                <a:cubicBezTo>
                  <a:pt x="490" y="97"/>
                  <a:pt x="500" y="90"/>
                  <a:pt x="510" y="91"/>
                </a:cubicBezTo>
                <a:cubicBezTo>
                  <a:pt x="511" y="91"/>
                  <a:pt x="512" y="91"/>
                  <a:pt x="514" y="92"/>
                </a:cubicBezTo>
                <a:cubicBezTo>
                  <a:pt x="514" y="92"/>
                  <a:pt x="514" y="92"/>
                  <a:pt x="515" y="92"/>
                </a:cubicBezTo>
                <a:cubicBezTo>
                  <a:pt x="515" y="92"/>
                  <a:pt x="516" y="93"/>
                  <a:pt x="517" y="93"/>
                </a:cubicBezTo>
                <a:cubicBezTo>
                  <a:pt x="517" y="93"/>
                  <a:pt x="518" y="93"/>
                  <a:pt x="518" y="94"/>
                </a:cubicBezTo>
                <a:cubicBezTo>
                  <a:pt x="518" y="94"/>
                  <a:pt x="519" y="94"/>
                  <a:pt x="519" y="95"/>
                </a:cubicBezTo>
                <a:cubicBezTo>
                  <a:pt x="520" y="95"/>
                  <a:pt x="520" y="95"/>
                  <a:pt x="521" y="96"/>
                </a:cubicBezTo>
                <a:cubicBezTo>
                  <a:pt x="521" y="96"/>
                  <a:pt x="521" y="96"/>
                  <a:pt x="521" y="96"/>
                </a:cubicBezTo>
                <a:cubicBezTo>
                  <a:pt x="524" y="99"/>
                  <a:pt x="526" y="102"/>
                  <a:pt x="527" y="106"/>
                </a:cubicBezTo>
                <a:cubicBezTo>
                  <a:pt x="527" y="108"/>
                  <a:pt x="527" y="110"/>
                  <a:pt x="527" y="112"/>
                </a:cubicBezTo>
                <a:close/>
              </a:path>
            </a:pathLst>
          </a:custGeom>
          <a:solidFill>
            <a:schemeClr val="bg1">
              <a:lumMod val="50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Rectangle 32"/>
          <p:cNvSpPr/>
          <p:nvPr/>
        </p:nvSpPr>
        <p:spPr>
          <a:xfrm>
            <a:off x="914400" y="4917599"/>
            <a:ext cx="2641600" cy="1559338"/>
          </a:xfrm>
          <a:prstGeom prst="rect">
            <a:avLst/>
          </a:prstGeom>
        </p:spPr>
        <p:txBody>
          <a:bodyPr wrap="square">
            <a:spAutoFit/>
          </a:bodyPr>
          <a:lstStyle/>
          <a:p>
            <a:pPr algn="ctr"/>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45%</a:t>
            </a:r>
          </a:p>
          <a:p>
            <a:pPr algn="ctr"/>
            <a:r>
              <a:rPr lang="en-US" sz="1600" b="1"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Longfull</a:t>
            </a:r>
            <a:endPar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4" name="Rectangle 33"/>
          <p:cNvSpPr/>
          <p:nvPr/>
        </p:nvSpPr>
        <p:spPr>
          <a:xfrm>
            <a:off x="3454400" y="4917599"/>
            <a:ext cx="2641600" cy="1559338"/>
          </a:xfrm>
          <a:prstGeom prst="rect">
            <a:avLst/>
          </a:prstGeom>
        </p:spPr>
        <p:txBody>
          <a:bodyPr wrap="square">
            <a:spAutoFit/>
          </a:bodyPr>
          <a:lstStyle/>
          <a:p>
            <a:pPr algn="ctr"/>
            <a:r>
              <a:rPr lang="en-US" sz="3733">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35%</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Environment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5" name="Rectangle 34"/>
          <p:cNvSpPr/>
          <p:nvPr/>
        </p:nvSpPr>
        <p:spPr>
          <a:xfrm>
            <a:off x="6197600" y="4917599"/>
            <a:ext cx="2641600" cy="1559338"/>
          </a:xfrm>
          <a:prstGeom prst="rect">
            <a:avLst/>
          </a:prstGeom>
        </p:spPr>
        <p:txBody>
          <a:bodyPr wrap="square">
            <a:spAutoFit/>
          </a:bodyPr>
          <a:lstStyle/>
          <a:p>
            <a:pPr algn="ctr"/>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95%</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6" name="Rectangle 35"/>
          <p:cNvSpPr/>
          <p:nvPr/>
        </p:nvSpPr>
        <p:spPr>
          <a:xfrm>
            <a:off x="8737600" y="4917599"/>
            <a:ext cx="2641600" cy="1559338"/>
          </a:xfrm>
          <a:prstGeom prst="rect">
            <a:avLst/>
          </a:prstGeom>
        </p:spPr>
        <p:txBody>
          <a:bodyPr wrap="square">
            <a:spAutoFit/>
          </a:bodyPr>
          <a:lstStyle/>
          <a:p>
            <a:pPr algn="ctr"/>
            <a:r>
              <a:rPr lang="en-US" sz="3733">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Cardio</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126" name="Group 125"/>
          <p:cNvGrpSpPr/>
          <p:nvPr/>
        </p:nvGrpSpPr>
        <p:grpSpPr>
          <a:xfrm>
            <a:off x="3813409" y="3106869"/>
            <a:ext cx="1743239" cy="1648905"/>
            <a:chOff x="2860056" y="2330151"/>
            <a:chExt cx="1307429" cy="1236679"/>
          </a:xfrm>
          <a:solidFill>
            <a:srgbClr val="9BBC57">
              <a:alpha val="75000"/>
            </a:srgbClr>
          </a:solidFill>
        </p:grpSpPr>
        <p:sp>
          <p:nvSpPr>
            <p:cNvPr id="38" name="Oval 37"/>
            <p:cNvSpPr/>
            <p:nvPr/>
          </p:nvSpPr>
          <p:spPr>
            <a:xfrm>
              <a:off x="2996920" y="292496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Oval 38"/>
            <p:cNvSpPr/>
            <p:nvPr/>
          </p:nvSpPr>
          <p:spPr>
            <a:xfrm>
              <a:off x="3347589"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Oval 39"/>
            <p:cNvSpPr/>
            <p:nvPr/>
          </p:nvSpPr>
          <p:spPr>
            <a:xfrm>
              <a:off x="3744128"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Oval 40"/>
            <p:cNvSpPr/>
            <p:nvPr/>
          </p:nvSpPr>
          <p:spPr>
            <a:xfrm>
              <a:off x="3545858" y="287909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Oval 41"/>
            <p:cNvSpPr/>
            <p:nvPr/>
          </p:nvSpPr>
          <p:spPr>
            <a:xfrm>
              <a:off x="3202958"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Oval 42"/>
            <p:cNvSpPr/>
            <p:nvPr/>
          </p:nvSpPr>
          <p:spPr>
            <a:xfrm>
              <a:off x="3050557" y="317029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Oval 43"/>
            <p:cNvSpPr/>
            <p:nvPr/>
          </p:nvSpPr>
          <p:spPr>
            <a:xfrm>
              <a:off x="3770946"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Oval 44"/>
            <p:cNvSpPr/>
            <p:nvPr/>
          </p:nvSpPr>
          <p:spPr>
            <a:xfrm>
              <a:off x="2860056" y="2721646"/>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Oval 45"/>
            <p:cNvSpPr/>
            <p:nvPr/>
          </p:nvSpPr>
          <p:spPr>
            <a:xfrm>
              <a:off x="3483440" y="255643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Oval 46"/>
            <p:cNvSpPr/>
            <p:nvPr/>
          </p:nvSpPr>
          <p:spPr>
            <a:xfrm>
              <a:off x="3093660" y="24825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Oval 50"/>
            <p:cNvSpPr/>
            <p:nvPr/>
          </p:nvSpPr>
          <p:spPr>
            <a:xfrm>
              <a:off x="3354346" y="23301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59" name="Freeform 5"/>
          <p:cNvSpPr>
            <a:spLocks noEditPoints="1"/>
          </p:cNvSpPr>
          <p:nvPr/>
        </p:nvSpPr>
        <p:spPr bwMode="auto">
          <a:xfrm>
            <a:off x="3729396" y="3751931"/>
            <a:ext cx="2087033" cy="1099469"/>
          </a:xfrm>
          <a:custGeom>
            <a:avLst/>
            <a:gdLst>
              <a:gd name="T0" fmla="*/ 521 w 628"/>
              <a:gd name="T1" fmla="*/ 0 h 330"/>
              <a:gd name="T2" fmla="*/ 43 w 628"/>
              <a:gd name="T3" fmla="*/ 0 h 330"/>
              <a:gd name="T4" fmla="*/ 73 w 628"/>
              <a:gd name="T5" fmla="*/ 309 h 330"/>
              <a:gd name="T6" fmla="*/ 555 w 628"/>
              <a:gd name="T7" fmla="*/ 309 h 330"/>
              <a:gd name="T8" fmla="*/ 585 w 628"/>
              <a:gd name="T9" fmla="*/ 0 h 330"/>
              <a:gd name="T10" fmla="*/ 150 w 628"/>
              <a:gd name="T11" fmla="*/ 278 h 330"/>
              <a:gd name="T12" fmla="*/ 147 w 628"/>
              <a:gd name="T13" fmla="*/ 282 h 330"/>
              <a:gd name="T14" fmla="*/ 142 w 628"/>
              <a:gd name="T15" fmla="*/ 284 h 330"/>
              <a:gd name="T16" fmla="*/ 116 w 628"/>
              <a:gd name="T17" fmla="*/ 269 h 330"/>
              <a:gd name="T18" fmla="*/ 99 w 628"/>
              <a:gd name="T19" fmla="*/ 112 h 330"/>
              <a:gd name="T20" fmla="*/ 100 w 628"/>
              <a:gd name="T21" fmla="*/ 103 h 330"/>
              <a:gd name="T22" fmla="*/ 105 w 628"/>
              <a:gd name="T23" fmla="*/ 96 h 330"/>
              <a:gd name="T24" fmla="*/ 110 w 628"/>
              <a:gd name="T25" fmla="*/ 93 h 330"/>
              <a:gd name="T26" fmla="*/ 116 w 628"/>
              <a:gd name="T27" fmla="*/ 91 h 330"/>
              <a:gd name="T28" fmla="*/ 154 w 628"/>
              <a:gd name="T29" fmla="*/ 261 h 330"/>
              <a:gd name="T30" fmla="*/ 247 w 628"/>
              <a:gd name="T31" fmla="*/ 269 h 330"/>
              <a:gd name="T32" fmla="*/ 246 w 628"/>
              <a:gd name="T33" fmla="*/ 273 h 330"/>
              <a:gd name="T34" fmla="*/ 243 w 628"/>
              <a:gd name="T35" fmla="*/ 278 h 330"/>
              <a:gd name="T36" fmla="*/ 240 w 628"/>
              <a:gd name="T37" fmla="*/ 282 h 330"/>
              <a:gd name="T38" fmla="*/ 235 w 628"/>
              <a:gd name="T39" fmla="*/ 285 h 330"/>
              <a:gd name="T40" fmla="*/ 228 w 628"/>
              <a:gd name="T41" fmla="*/ 286 h 330"/>
              <a:gd name="T42" fmla="*/ 202 w 628"/>
              <a:gd name="T43" fmla="*/ 114 h 330"/>
              <a:gd name="T44" fmla="*/ 203 w 628"/>
              <a:gd name="T45" fmla="*/ 102 h 330"/>
              <a:gd name="T46" fmla="*/ 206 w 628"/>
              <a:gd name="T47" fmla="*/ 98 h 330"/>
              <a:gd name="T48" fmla="*/ 210 w 628"/>
              <a:gd name="T49" fmla="*/ 94 h 330"/>
              <a:gd name="T50" fmla="*/ 215 w 628"/>
              <a:gd name="T51" fmla="*/ 92 h 330"/>
              <a:gd name="T52" fmla="*/ 240 w 628"/>
              <a:gd name="T53" fmla="*/ 109 h 330"/>
              <a:gd name="T54" fmla="*/ 332 w 628"/>
              <a:gd name="T55" fmla="*/ 267 h 330"/>
              <a:gd name="T56" fmla="*/ 294 w 628"/>
              <a:gd name="T57" fmla="*/ 110 h 330"/>
              <a:gd name="T58" fmla="*/ 332 w 628"/>
              <a:gd name="T59" fmla="*/ 267 h 330"/>
              <a:gd name="T60" fmla="*/ 418 w 628"/>
              <a:gd name="T61" fmla="*/ 268 h 330"/>
              <a:gd name="T62" fmla="*/ 393 w 628"/>
              <a:gd name="T63" fmla="*/ 285 h 330"/>
              <a:gd name="T64" fmla="*/ 388 w 628"/>
              <a:gd name="T65" fmla="*/ 283 h 330"/>
              <a:gd name="T66" fmla="*/ 384 w 628"/>
              <a:gd name="T67" fmla="*/ 279 h 330"/>
              <a:gd name="T68" fmla="*/ 381 w 628"/>
              <a:gd name="T69" fmla="*/ 275 h 330"/>
              <a:gd name="T70" fmla="*/ 380 w 628"/>
              <a:gd name="T71" fmla="*/ 269 h 330"/>
              <a:gd name="T72" fmla="*/ 380 w 628"/>
              <a:gd name="T73" fmla="*/ 261 h 330"/>
              <a:gd name="T74" fmla="*/ 410 w 628"/>
              <a:gd name="T75" fmla="*/ 91 h 330"/>
              <a:gd name="T76" fmla="*/ 415 w 628"/>
              <a:gd name="T77" fmla="*/ 93 h 330"/>
              <a:gd name="T78" fmla="*/ 419 w 628"/>
              <a:gd name="T79" fmla="*/ 96 h 330"/>
              <a:gd name="T80" fmla="*/ 422 w 628"/>
              <a:gd name="T81" fmla="*/ 100 h 330"/>
              <a:gd name="T82" fmla="*/ 424 w 628"/>
              <a:gd name="T83" fmla="*/ 105 h 330"/>
              <a:gd name="T84" fmla="*/ 425 w 628"/>
              <a:gd name="T85" fmla="*/ 111 h 330"/>
              <a:gd name="T86" fmla="*/ 527 w 628"/>
              <a:gd name="T87" fmla="*/ 113 h 330"/>
              <a:gd name="T88" fmla="*/ 489 w 628"/>
              <a:gd name="T89" fmla="*/ 285 h 330"/>
              <a:gd name="T90" fmla="*/ 482 w 628"/>
              <a:gd name="T91" fmla="*/ 283 h 330"/>
              <a:gd name="T92" fmla="*/ 478 w 628"/>
              <a:gd name="T93" fmla="*/ 280 h 330"/>
              <a:gd name="T94" fmla="*/ 476 w 628"/>
              <a:gd name="T95" fmla="*/ 278 h 330"/>
              <a:gd name="T96" fmla="*/ 489 w 628"/>
              <a:gd name="T97" fmla="*/ 108 h 330"/>
              <a:gd name="T98" fmla="*/ 515 w 628"/>
              <a:gd name="T99" fmla="*/ 92 h 330"/>
              <a:gd name="T100" fmla="*/ 519 w 628"/>
              <a:gd name="T101" fmla="*/ 95 h 330"/>
              <a:gd name="T102" fmla="*/ 527 w 628"/>
              <a:gd name="T103" fmla="*/ 10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8" h="330">
                <a:moveTo>
                  <a:pt x="585" y="0"/>
                </a:moveTo>
                <a:cubicBezTo>
                  <a:pt x="565" y="0"/>
                  <a:pt x="565" y="0"/>
                  <a:pt x="565" y="0"/>
                </a:cubicBezTo>
                <a:cubicBezTo>
                  <a:pt x="521" y="0"/>
                  <a:pt x="521" y="0"/>
                  <a:pt x="521" y="0"/>
                </a:cubicBezTo>
                <a:cubicBezTo>
                  <a:pt x="113" y="0"/>
                  <a:pt x="113" y="0"/>
                  <a:pt x="113" y="0"/>
                </a:cubicBezTo>
                <a:cubicBezTo>
                  <a:pt x="69" y="0"/>
                  <a:pt x="69" y="0"/>
                  <a:pt x="69" y="0"/>
                </a:cubicBezTo>
                <a:cubicBezTo>
                  <a:pt x="43" y="0"/>
                  <a:pt x="43" y="0"/>
                  <a:pt x="43" y="0"/>
                </a:cubicBezTo>
                <a:cubicBezTo>
                  <a:pt x="19" y="0"/>
                  <a:pt x="0" y="20"/>
                  <a:pt x="0" y="43"/>
                </a:cubicBezTo>
                <a:cubicBezTo>
                  <a:pt x="0" y="67"/>
                  <a:pt x="18" y="85"/>
                  <a:pt x="41" y="87"/>
                </a:cubicBezTo>
                <a:cubicBezTo>
                  <a:pt x="73" y="309"/>
                  <a:pt x="73" y="309"/>
                  <a:pt x="73" y="309"/>
                </a:cubicBezTo>
                <a:cubicBezTo>
                  <a:pt x="75" y="320"/>
                  <a:pt x="88" y="330"/>
                  <a:pt x="101" y="330"/>
                </a:cubicBezTo>
                <a:cubicBezTo>
                  <a:pt x="527" y="330"/>
                  <a:pt x="527" y="330"/>
                  <a:pt x="527" y="330"/>
                </a:cubicBezTo>
                <a:cubicBezTo>
                  <a:pt x="540" y="330"/>
                  <a:pt x="553" y="320"/>
                  <a:pt x="555" y="309"/>
                </a:cubicBezTo>
                <a:cubicBezTo>
                  <a:pt x="587" y="87"/>
                  <a:pt x="587" y="87"/>
                  <a:pt x="587" y="87"/>
                </a:cubicBezTo>
                <a:cubicBezTo>
                  <a:pt x="610" y="85"/>
                  <a:pt x="628" y="67"/>
                  <a:pt x="628" y="43"/>
                </a:cubicBezTo>
                <a:cubicBezTo>
                  <a:pt x="628" y="20"/>
                  <a:pt x="608" y="0"/>
                  <a:pt x="585" y="0"/>
                </a:cubicBezTo>
                <a:close/>
                <a:moveTo>
                  <a:pt x="154" y="269"/>
                </a:moveTo>
                <a:cubicBezTo>
                  <a:pt x="153" y="272"/>
                  <a:pt x="152" y="275"/>
                  <a:pt x="151" y="277"/>
                </a:cubicBezTo>
                <a:cubicBezTo>
                  <a:pt x="151" y="278"/>
                  <a:pt x="150" y="278"/>
                  <a:pt x="150" y="278"/>
                </a:cubicBezTo>
                <a:cubicBezTo>
                  <a:pt x="150" y="278"/>
                  <a:pt x="149" y="279"/>
                  <a:pt x="149" y="280"/>
                </a:cubicBezTo>
                <a:cubicBezTo>
                  <a:pt x="149" y="280"/>
                  <a:pt x="148" y="280"/>
                  <a:pt x="148" y="280"/>
                </a:cubicBezTo>
                <a:cubicBezTo>
                  <a:pt x="148" y="281"/>
                  <a:pt x="147" y="281"/>
                  <a:pt x="147" y="282"/>
                </a:cubicBezTo>
                <a:cubicBezTo>
                  <a:pt x="146" y="282"/>
                  <a:pt x="146" y="282"/>
                  <a:pt x="145" y="283"/>
                </a:cubicBezTo>
                <a:cubicBezTo>
                  <a:pt x="145" y="283"/>
                  <a:pt x="144" y="283"/>
                  <a:pt x="144" y="283"/>
                </a:cubicBezTo>
                <a:cubicBezTo>
                  <a:pt x="143" y="284"/>
                  <a:pt x="143" y="284"/>
                  <a:pt x="142" y="284"/>
                </a:cubicBezTo>
                <a:cubicBezTo>
                  <a:pt x="141" y="284"/>
                  <a:pt x="141" y="285"/>
                  <a:pt x="141" y="285"/>
                </a:cubicBezTo>
                <a:cubicBezTo>
                  <a:pt x="140" y="285"/>
                  <a:pt x="138" y="285"/>
                  <a:pt x="137" y="285"/>
                </a:cubicBezTo>
                <a:cubicBezTo>
                  <a:pt x="127" y="287"/>
                  <a:pt x="117" y="279"/>
                  <a:pt x="116" y="269"/>
                </a:cubicBezTo>
                <a:cubicBezTo>
                  <a:pt x="99" y="113"/>
                  <a:pt x="99" y="113"/>
                  <a:pt x="99" y="113"/>
                </a:cubicBezTo>
                <a:cubicBezTo>
                  <a:pt x="99" y="113"/>
                  <a:pt x="99" y="113"/>
                  <a:pt x="99" y="113"/>
                </a:cubicBezTo>
                <a:cubicBezTo>
                  <a:pt x="99" y="112"/>
                  <a:pt x="99" y="112"/>
                  <a:pt x="99" y="112"/>
                </a:cubicBezTo>
                <a:cubicBezTo>
                  <a:pt x="99" y="110"/>
                  <a:pt x="99" y="108"/>
                  <a:pt x="100" y="106"/>
                </a:cubicBezTo>
                <a:cubicBezTo>
                  <a:pt x="100" y="106"/>
                  <a:pt x="100" y="106"/>
                  <a:pt x="100" y="106"/>
                </a:cubicBezTo>
                <a:cubicBezTo>
                  <a:pt x="100" y="105"/>
                  <a:pt x="100" y="104"/>
                  <a:pt x="100" y="103"/>
                </a:cubicBezTo>
                <a:cubicBezTo>
                  <a:pt x="100" y="103"/>
                  <a:pt x="100" y="103"/>
                  <a:pt x="100" y="103"/>
                </a:cubicBezTo>
                <a:cubicBezTo>
                  <a:pt x="101" y="100"/>
                  <a:pt x="103" y="98"/>
                  <a:pt x="105" y="96"/>
                </a:cubicBezTo>
                <a:cubicBezTo>
                  <a:pt x="105" y="96"/>
                  <a:pt x="105" y="96"/>
                  <a:pt x="105" y="96"/>
                </a:cubicBezTo>
                <a:cubicBezTo>
                  <a:pt x="106" y="95"/>
                  <a:pt x="106" y="95"/>
                  <a:pt x="107" y="95"/>
                </a:cubicBezTo>
                <a:cubicBezTo>
                  <a:pt x="107" y="94"/>
                  <a:pt x="108" y="94"/>
                  <a:pt x="108" y="94"/>
                </a:cubicBezTo>
                <a:cubicBezTo>
                  <a:pt x="109" y="93"/>
                  <a:pt x="109" y="93"/>
                  <a:pt x="110" y="93"/>
                </a:cubicBezTo>
                <a:cubicBezTo>
                  <a:pt x="110" y="93"/>
                  <a:pt x="111" y="92"/>
                  <a:pt x="112" y="92"/>
                </a:cubicBezTo>
                <a:cubicBezTo>
                  <a:pt x="112" y="92"/>
                  <a:pt x="112" y="92"/>
                  <a:pt x="113" y="92"/>
                </a:cubicBezTo>
                <a:cubicBezTo>
                  <a:pt x="114" y="91"/>
                  <a:pt x="115" y="91"/>
                  <a:pt x="116" y="91"/>
                </a:cubicBezTo>
                <a:cubicBezTo>
                  <a:pt x="127" y="90"/>
                  <a:pt x="136" y="97"/>
                  <a:pt x="137" y="108"/>
                </a:cubicBezTo>
                <a:cubicBezTo>
                  <a:pt x="154" y="261"/>
                  <a:pt x="154" y="261"/>
                  <a:pt x="154" y="261"/>
                </a:cubicBezTo>
                <a:cubicBezTo>
                  <a:pt x="154" y="261"/>
                  <a:pt x="154" y="261"/>
                  <a:pt x="154" y="261"/>
                </a:cubicBezTo>
                <a:cubicBezTo>
                  <a:pt x="154" y="264"/>
                  <a:pt x="154" y="264"/>
                  <a:pt x="154" y="264"/>
                </a:cubicBezTo>
                <a:cubicBezTo>
                  <a:pt x="154" y="266"/>
                  <a:pt x="154" y="268"/>
                  <a:pt x="154" y="269"/>
                </a:cubicBezTo>
                <a:close/>
                <a:moveTo>
                  <a:pt x="247" y="269"/>
                </a:moveTo>
                <a:cubicBezTo>
                  <a:pt x="247" y="269"/>
                  <a:pt x="247" y="269"/>
                  <a:pt x="247" y="269"/>
                </a:cubicBezTo>
                <a:cubicBezTo>
                  <a:pt x="246" y="270"/>
                  <a:pt x="246" y="272"/>
                  <a:pt x="246" y="273"/>
                </a:cubicBezTo>
                <a:cubicBezTo>
                  <a:pt x="246" y="273"/>
                  <a:pt x="246" y="273"/>
                  <a:pt x="246" y="273"/>
                </a:cubicBezTo>
                <a:cubicBezTo>
                  <a:pt x="246" y="274"/>
                  <a:pt x="245" y="275"/>
                  <a:pt x="245" y="276"/>
                </a:cubicBezTo>
                <a:cubicBezTo>
                  <a:pt x="245" y="276"/>
                  <a:pt x="245" y="276"/>
                  <a:pt x="245" y="276"/>
                </a:cubicBezTo>
                <a:cubicBezTo>
                  <a:pt x="244" y="277"/>
                  <a:pt x="244" y="278"/>
                  <a:pt x="243" y="278"/>
                </a:cubicBezTo>
                <a:cubicBezTo>
                  <a:pt x="243" y="279"/>
                  <a:pt x="243" y="279"/>
                  <a:pt x="243" y="279"/>
                </a:cubicBezTo>
                <a:cubicBezTo>
                  <a:pt x="242" y="280"/>
                  <a:pt x="242" y="280"/>
                  <a:pt x="241" y="281"/>
                </a:cubicBezTo>
                <a:cubicBezTo>
                  <a:pt x="241" y="281"/>
                  <a:pt x="240" y="281"/>
                  <a:pt x="240" y="282"/>
                </a:cubicBezTo>
                <a:cubicBezTo>
                  <a:pt x="240" y="282"/>
                  <a:pt x="239" y="283"/>
                  <a:pt x="238" y="283"/>
                </a:cubicBezTo>
                <a:cubicBezTo>
                  <a:pt x="238" y="283"/>
                  <a:pt x="237" y="284"/>
                  <a:pt x="237" y="284"/>
                </a:cubicBezTo>
                <a:cubicBezTo>
                  <a:pt x="237" y="284"/>
                  <a:pt x="236" y="284"/>
                  <a:pt x="235" y="285"/>
                </a:cubicBezTo>
                <a:cubicBezTo>
                  <a:pt x="235" y="285"/>
                  <a:pt x="234" y="285"/>
                  <a:pt x="233" y="285"/>
                </a:cubicBezTo>
                <a:cubicBezTo>
                  <a:pt x="233" y="286"/>
                  <a:pt x="233" y="286"/>
                  <a:pt x="232" y="286"/>
                </a:cubicBezTo>
                <a:cubicBezTo>
                  <a:pt x="231" y="286"/>
                  <a:pt x="230" y="286"/>
                  <a:pt x="228" y="286"/>
                </a:cubicBezTo>
                <a:cubicBezTo>
                  <a:pt x="218" y="287"/>
                  <a:pt x="209" y="279"/>
                  <a:pt x="209" y="268"/>
                </a:cubicBezTo>
                <a:cubicBezTo>
                  <a:pt x="202" y="114"/>
                  <a:pt x="202" y="114"/>
                  <a:pt x="202" y="114"/>
                </a:cubicBezTo>
                <a:cubicBezTo>
                  <a:pt x="202" y="114"/>
                  <a:pt x="202" y="114"/>
                  <a:pt x="202" y="114"/>
                </a:cubicBezTo>
                <a:cubicBezTo>
                  <a:pt x="202" y="111"/>
                  <a:pt x="202" y="111"/>
                  <a:pt x="202" y="111"/>
                </a:cubicBezTo>
                <a:cubicBezTo>
                  <a:pt x="201" y="108"/>
                  <a:pt x="202" y="106"/>
                  <a:pt x="203" y="104"/>
                </a:cubicBezTo>
                <a:cubicBezTo>
                  <a:pt x="203" y="103"/>
                  <a:pt x="203" y="102"/>
                  <a:pt x="203" y="102"/>
                </a:cubicBezTo>
                <a:cubicBezTo>
                  <a:pt x="204" y="101"/>
                  <a:pt x="204" y="101"/>
                  <a:pt x="204" y="100"/>
                </a:cubicBezTo>
                <a:cubicBezTo>
                  <a:pt x="204" y="100"/>
                  <a:pt x="205" y="99"/>
                  <a:pt x="205" y="99"/>
                </a:cubicBezTo>
                <a:cubicBezTo>
                  <a:pt x="205" y="98"/>
                  <a:pt x="206" y="98"/>
                  <a:pt x="206" y="98"/>
                </a:cubicBezTo>
                <a:cubicBezTo>
                  <a:pt x="206" y="97"/>
                  <a:pt x="207" y="97"/>
                  <a:pt x="207" y="96"/>
                </a:cubicBezTo>
                <a:cubicBezTo>
                  <a:pt x="208" y="96"/>
                  <a:pt x="208" y="96"/>
                  <a:pt x="209" y="95"/>
                </a:cubicBezTo>
                <a:cubicBezTo>
                  <a:pt x="209" y="95"/>
                  <a:pt x="209" y="94"/>
                  <a:pt x="210" y="94"/>
                </a:cubicBezTo>
                <a:cubicBezTo>
                  <a:pt x="210" y="94"/>
                  <a:pt x="211" y="94"/>
                  <a:pt x="212" y="93"/>
                </a:cubicBezTo>
                <a:cubicBezTo>
                  <a:pt x="212" y="93"/>
                  <a:pt x="212" y="93"/>
                  <a:pt x="213" y="93"/>
                </a:cubicBezTo>
                <a:cubicBezTo>
                  <a:pt x="214" y="92"/>
                  <a:pt x="214" y="92"/>
                  <a:pt x="215" y="92"/>
                </a:cubicBezTo>
                <a:cubicBezTo>
                  <a:pt x="215" y="92"/>
                  <a:pt x="216" y="91"/>
                  <a:pt x="216" y="91"/>
                </a:cubicBezTo>
                <a:cubicBezTo>
                  <a:pt x="217" y="91"/>
                  <a:pt x="219" y="91"/>
                  <a:pt x="220" y="91"/>
                </a:cubicBezTo>
                <a:cubicBezTo>
                  <a:pt x="230" y="90"/>
                  <a:pt x="239" y="99"/>
                  <a:pt x="240" y="109"/>
                </a:cubicBezTo>
                <a:cubicBezTo>
                  <a:pt x="247" y="266"/>
                  <a:pt x="247" y="266"/>
                  <a:pt x="247" y="266"/>
                </a:cubicBezTo>
                <a:cubicBezTo>
                  <a:pt x="247" y="267"/>
                  <a:pt x="247" y="268"/>
                  <a:pt x="247" y="269"/>
                </a:cubicBezTo>
                <a:close/>
                <a:moveTo>
                  <a:pt x="332" y="267"/>
                </a:moveTo>
                <a:cubicBezTo>
                  <a:pt x="332" y="278"/>
                  <a:pt x="324" y="287"/>
                  <a:pt x="313" y="287"/>
                </a:cubicBezTo>
                <a:cubicBezTo>
                  <a:pt x="303" y="287"/>
                  <a:pt x="294" y="278"/>
                  <a:pt x="294" y="267"/>
                </a:cubicBezTo>
                <a:cubicBezTo>
                  <a:pt x="294" y="110"/>
                  <a:pt x="294" y="110"/>
                  <a:pt x="294" y="110"/>
                </a:cubicBezTo>
                <a:cubicBezTo>
                  <a:pt x="294" y="99"/>
                  <a:pt x="303" y="91"/>
                  <a:pt x="313" y="91"/>
                </a:cubicBezTo>
                <a:cubicBezTo>
                  <a:pt x="324" y="91"/>
                  <a:pt x="332" y="99"/>
                  <a:pt x="332" y="110"/>
                </a:cubicBezTo>
                <a:lnTo>
                  <a:pt x="332" y="267"/>
                </a:lnTo>
                <a:close/>
                <a:moveTo>
                  <a:pt x="424" y="114"/>
                </a:moveTo>
                <a:cubicBezTo>
                  <a:pt x="424" y="114"/>
                  <a:pt x="424" y="114"/>
                  <a:pt x="424" y="114"/>
                </a:cubicBezTo>
                <a:cubicBezTo>
                  <a:pt x="418" y="268"/>
                  <a:pt x="418" y="268"/>
                  <a:pt x="418" y="268"/>
                </a:cubicBezTo>
                <a:cubicBezTo>
                  <a:pt x="417" y="279"/>
                  <a:pt x="408" y="287"/>
                  <a:pt x="398" y="286"/>
                </a:cubicBezTo>
                <a:cubicBezTo>
                  <a:pt x="396" y="286"/>
                  <a:pt x="395" y="286"/>
                  <a:pt x="394" y="286"/>
                </a:cubicBezTo>
                <a:cubicBezTo>
                  <a:pt x="394" y="286"/>
                  <a:pt x="393" y="285"/>
                  <a:pt x="393" y="285"/>
                </a:cubicBezTo>
                <a:cubicBezTo>
                  <a:pt x="392" y="285"/>
                  <a:pt x="391" y="285"/>
                  <a:pt x="391" y="285"/>
                </a:cubicBezTo>
                <a:cubicBezTo>
                  <a:pt x="390" y="284"/>
                  <a:pt x="390" y="284"/>
                  <a:pt x="389" y="284"/>
                </a:cubicBezTo>
                <a:cubicBezTo>
                  <a:pt x="389" y="284"/>
                  <a:pt x="388" y="283"/>
                  <a:pt x="388" y="283"/>
                </a:cubicBezTo>
                <a:cubicBezTo>
                  <a:pt x="387" y="283"/>
                  <a:pt x="387" y="282"/>
                  <a:pt x="386" y="282"/>
                </a:cubicBezTo>
                <a:cubicBezTo>
                  <a:pt x="386" y="281"/>
                  <a:pt x="385" y="281"/>
                  <a:pt x="385" y="281"/>
                </a:cubicBezTo>
                <a:cubicBezTo>
                  <a:pt x="385" y="280"/>
                  <a:pt x="384" y="280"/>
                  <a:pt x="384" y="279"/>
                </a:cubicBezTo>
                <a:cubicBezTo>
                  <a:pt x="383" y="279"/>
                  <a:pt x="383" y="279"/>
                  <a:pt x="383" y="278"/>
                </a:cubicBezTo>
                <a:cubicBezTo>
                  <a:pt x="383" y="278"/>
                  <a:pt x="382" y="277"/>
                  <a:pt x="382" y="276"/>
                </a:cubicBezTo>
                <a:cubicBezTo>
                  <a:pt x="382" y="276"/>
                  <a:pt x="381" y="276"/>
                  <a:pt x="381" y="275"/>
                </a:cubicBezTo>
                <a:cubicBezTo>
                  <a:pt x="381" y="275"/>
                  <a:pt x="381" y="274"/>
                  <a:pt x="380" y="273"/>
                </a:cubicBezTo>
                <a:cubicBezTo>
                  <a:pt x="380" y="273"/>
                  <a:pt x="380" y="272"/>
                  <a:pt x="380" y="272"/>
                </a:cubicBezTo>
                <a:cubicBezTo>
                  <a:pt x="380" y="271"/>
                  <a:pt x="380" y="270"/>
                  <a:pt x="380" y="269"/>
                </a:cubicBezTo>
                <a:cubicBezTo>
                  <a:pt x="380" y="268"/>
                  <a:pt x="379" y="267"/>
                  <a:pt x="379" y="266"/>
                </a:cubicBezTo>
                <a:cubicBezTo>
                  <a:pt x="380" y="260"/>
                  <a:pt x="380" y="260"/>
                  <a:pt x="380" y="260"/>
                </a:cubicBezTo>
                <a:cubicBezTo>
                  <a:pt x="380" y="261"/>
                  <a:pt x="380" y="261"/>
                  <a:pt x="380" y="261"/>
                </a:cubicBezTo>
                <a:cubicBezTo>
                  <a:pt x="387" y="109"/>
                  <a:pt x="387" y="109"/>
                  <a:pt x="387" y="109"/>
                </a:cubicBezTo>
                <a:cubicBezTo>
                  <a:pt x="387" y="99"/>
                  <a:pt x="396" y="90"/>
                  <a:pt x="406" y="91"/>
                </a:cubicBezTo>
                <a:cubicBezTo>
                  <a:pt x="408" y="91"/>
                  <a:pt x="409" y="91"/>
                  <a:pt x="410" y="91"/>
                </a:cubicBezTo>
                <a:cubicBezTo>
                  <a:pt x="410" y="91"/>
                  <a:pt x="411" y="92"/>
                  <a:pt x="411" y="92"/>
                </a:cubicBezTo>
                <a:cubicBezTo>
                  <a:pt x="412" y="92"/>
                  <a:pt x="413" y="92"/>
                  <a:pt x="413" y="93"/>
                </a:cubicBezTo>
                <a:cubicBezTo>
                  <a:pt x="414" y="93"/>
                  <a:pt x="414" y="93"/>
                  <a:pt x="415" y="93"/>
                </a:cubicBezTo>
                <a:cubicBezTo>
                  <a:pt x="415" y="94"/>
                  <a:pt x="416" y="94"/>
                  <a:pt x="416" y="94"/>
                </a:cubicBezTo>
                <a:cubicBezTo>
                  <a:pt x="417" y="95"/>
                  <a:pt x="417" y="95"/>
                  <a:pt x="418" y="95"/>
                </a:cubicBezTo>
                <a:cubicBezTo>
                  <a:pt x="418" y="96"/>
                  <a:pt x="419" y="96"/>
                  <a:pt x="419" y="96"/>
                </a:cubicBezTo>
                <a:cubicBezTo>
                  <a:pt x="419" y="97"/>
                  <a:pt x="420" y="97"/>
                  <a:pt x="420" y="98"/>
                </a:cubicBezTo>
                <a:cubicBezTo>
                  <a:pt x="420" y="98"/>
                  <a:pt x="421" y="98"/>
                  <a:pt x="421" y="99"/>
                </a:cubicBezTo>
                <a:cubicBezTo>
                  <a:pt x="421" y="99"/>
                  <a:pt x="422" y="100"/>
                  <a:pt x="422" y="100"/>
                </a:cubicBezTo>
                <a:cubicBezTo>
                  <a:pt x="422" y="101"/>
                  <a:pt x="423" y="101"/>
                  <a:pt x="423" y="102"/>
                </a:cubicBezTo>
                <a:cubicBezTo>
                  <a:pt x="423" y="102"/>
                  <a:pt x="423" y="103"/>
                  <a:pt x="424" y="104"/>
                </a:cubicBezTo>
                <a:cubicBezTo>
                  <a:pt x="424" y="104"/>
                  <a:pt x="424" y="104"/>
                  <a:pt x="424" y="105"/>
                </a:cubicBezTo>
                <a:cubicBezTo>
                  <a:pt x="424" y="105"/>
                  <a:pt x="424" y="106"/>
                  <a:pt x="424" y="107"/>
                </a:cubicBezTo>
                <a:cubicBezTo>
                  <a:pt x="424" y="107"/>
                  <a:pt x="424" y="107"/>
                  <a:pt x="424" y="107"/>
                </a:cubicBezTo>
                <a:cubicBezTo>
                  <a:pt x="425" y="108"/>
                  <a:pt x="425" y="109"/>
                  <a:pt x="425" y="111"/>
                </a:cubicBezTo>
                <a:lnTo>
                  <a:pt x="424" y="114"/>
                </a:lnTo>
                <a:close/>
                <a:moveTo>
                  <a:pt x="527" y="112"/>
                </a:moveTo>
                <a:cubicBezTo>
                  <a:pt x="527" y="113"/>
                  <a:pt x="527" y="113"/>
                  <a:pt x="527" y="113"/>
                </a:cubicBezTo>
                <a:cubicBezTo>
                  <a:pt x="527" y="113"/>
                  <a:pt x="527" y="113"/>
                  <a:pt x="527" y="113"/>
                </a:cubicBezTo>
                <a:cubicBezTo>
                  <a:pt x="510" y="269"/>
                  <a:pt x="510" y="269"/>
                  <a:pt x="510" y="269"/>
                </a:cubicBezTo>
                <a:cubicBezTo>
                  <a:pt x="509" y="279"/>
                  <a:pt x="499" y="287"/>
                  <a:pt x="489" y="285"/>
                </a:cubicBezTo>
                <a:cubicBezTo>
                  <a:pt x="488" y="285"/>
                  <a:pt x="487" y="285"/>
                  <a:pt x="485" y="285"/>
                </a:cubicBezTo>
                <a:cubicBezTo>
                  <a:pt x="485" y="285"/>
                  <a:pt x="485" y="284"/>
                  <a:pt x="484" y="284"/>
                </a:cubicBezTo>
                <a:cubicBezTo>
                  <a:pt x="484" y="284"/>
                  <a:pt x="483" y="284"/>
                  <a:pt x="482" y="283"/>
                </a:cubicBezTo>
                <a:cubicBezTo>
                  <a:pt x="482" y="283"/>
                  <a:pt x="481" y="283"/>
                  <a:pt x="481" y="283"/>
                </a:cubicBezTo>
                <a:cubicBezTo>
                  <a:pt x="480" y="282"/>
                  <a:pt x="480" y="282"/>
                  <a:pt x="480" y="282"/>
                </a:cubicBezTo>
                <a:cubicBezTo>
                  <a:pt x="479" y="281"/>
                  <a:pt x="479" y="281"/>
                  <a:pt x="478" y="280"/>
                </a:cubicBezTo>
                <a:cubicBezTo>
                  <a:pt x="478" y="280"/>
                  <a:pt x="478" y="280"/>
                  <a:pt x="477" y="280"/>
                </a:cubicBezTo>
                <a:cubicBezTo>
                  <a:pt x="477" y="279"/>
                  <a:pt x="476" y="278"/>
                  <a:pt x="476" y="278"/>
                </a:cubicBezTo>
                <a:cubicBezTo>
                  <a:pt x="476" y="278"/>
                  <a:pt x="476" y="278"/>
                  <a:pt x="476" y="278"/>
                </a:cubicBezTo>
                <a:cubicBezTo>
                  <a:pt x="474" y="275"/>
                  <a:pt x="473" y="273"/>
                  <a:pt x="472" y="270"/>
                </a:cubicBezTo>
                <a:cubicBezTo>
                  <a:pt x="472" y="268"/>
                  <a:pt x="472" y="266"/>
                  <a:pt x="472" y="264"/>
                </a:cubicBezTo>
                <a:cubicBezTo>
                  <a:pt x="489" y="108"/>
                  <a:pt x="489" y="108"/>
                  <a:pt x="489" y="108"/>
                </a:cubicBezTo>
                <a:cubicBezTo>
                  <a:pt x="490" y="97"/>
                  <a:pt x="500" y="90"/>
                  <a:pt x="510" y="91"/>
                </a:cubicBezTo>
                <a:cubicBezTo>
                  <a:pt x="511" y="91"/>
                  <a:pt x="512" y="91"/>
                  <a:pt x="514" y="92"/>
                </a:cubicBezTo>
                <a:cubicBezTo>
                  <a:pt x="514" y="92"/>
                  <a:pt x="514" y="92"/>
                  <a:pt x="515" y="92"/>
                </a:cubicBezTo>
                <a:cubicBezTo>
                  <a:pt x="515" y="92"/>
                  <a:pt x="516" y="93"/>
                  <a:pt x="517" y="93"/>
                </a:cubicBezTo>
                <a:cubicBezTo>
                  <a:pt x="517" y="93"/>
                  <a:pt x="518" y="93"/>
                  <a:pt x="518" y="94"/>
                </a:cubicBezTo>
                <a:cubicBezTo>
                  <a:pt x="518" y="94"/>
                  <a:pt x="519" y="94"/>
                  <a:pt x="519" y="95"/>
                </a:cubicBezTo>
                <a:cubicBezTo>
                  <a:pt x="520" y="95"/>
                  <a:pt x="520" y="95"/>
                  <a:pt x="521" y="96"/>
                </a:cubicBezTo>
                <a:cubicBezTo>
                  <a:pt x="521" y="96"/>
                  <a:pt x="521" y="96"/>
                  <a:pt x="521" y="96"/>
                </a:cubicBezTo>
                <a:cubicBezTo>
                  <a:pt x="524" y="99"/>
                  <a:pt x="526" y="102"/>
                  <a:pt x="527" y="106"/>
                </a:cubicBezTo>
                <a:cubicBezTo>
                  <a:pt x="527" y="108"/>
                  <a:pt x="527" y="110"/>
                  <a:pt x="527" y="112"/>
                </a:cubicBezTo>
                <a:close/>
              </a:path>
            </a:pathLst>
          </a:custGeom>
          <a:solidFill>
            <a:schemeClr val="bg1">
              <a:lumMod val="50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Freeform 5"/>
          <p:cNvSpPr>
            <a:spLocks noEditPoints="1"/>
          </p:cNvSpPr>
          <p:nvPr/>
        </p:nvSpPr>
        <p:spPr bwMode="auto">
          <a:xfrm>
            <a:off x="6472596" y="3751931"/>
            <a:ext cx="2087033" cy="1099469"/>
          </a:xfrm>
          <a:custGeom>
            <a:avLst/>
            <a:gdLst>
              <a:gd name="T0" fmla="*/ 521 w 628"/>
              <a:gd name="T1" fmla="*/ 0 h 330"/>
              <a:gd name="T2" fmla="*/ 43 w 628"/>
              <a:gd name="T3" fmla="*/ 0 h 330"/>
              <a:gd name="T4" fmla="*/ 73 w 628"/>
              <a:gd name="T5" fmla="*/ 309 h 330"/>
              <a:gd name="T6" fmla="*/ 555 w 628"/>
              <a:gd name="T7" fmla="*/ 309 h 330"/>
              <a:gd name="T8" fmla="*/ 585 w 628"/>
              <a:gd name="T9" fmla="*/ 0 h 330"/>
              <a:gd name="T10" fmla="*/ 150 w 628"/>
              <a:gd name="T11" fmla="*/ 278 h 330"/>
              <a:gd name="T12" fmla="*/ 147 w 628"/>
              <a:gd name="T13" fmla="*/ 282 h 330"/>
              <a:gd name="T14" fmla="*/ 142 w 628"/>
              <a:gd name="T15" fmla="*/ 284 h 330"/>
              <a:gd name="T16" fmla="*/ 116 w 628"/>
              <a:gd name="T17" fmla="*/ 269 h 330"/>
              <a:gd name="T18" fmla="*/ 99 w 628"/>
              <a:gd name="T19" fmla="*/ 112 h 330"/>
              <a:gd name="T20" fmla="*/ 100 w 628"/>
              <a:gd name="T21" fmla="*/ 103 h 330"/>
              <a:gd name="T22" fmla="*/ 105 w 628"/>
              <a:gd name="T23" fmla="*/ 96 h 330"/>
              <a:gd name="T24" fmla="*/ 110 w 628"/>
              <a:gd name="T25" fmla="*/ 93 h 330"/>
              <a:gd name="T26" fmla="*/ 116 w 628"/>
              <a:gd name="T27" fmla="*/ 91 h 330"/>
              <a:gd name="T28" fmla="*/ 154 w 628"/>
              <a:gd name="T29" fmla="*/ 261 h 330"/>
              <a:gd name="T30" fmla="*/ 247 w 628"/>
              <a:gd name="T31" fmla="*/ 269 h 330"/>
              <a:gd name="T32" fmla="*/ 246 w 628"/>
              <a:gd name="T33" fmla="*/ 273 h 330"/>
              <a:gd name="T34" fmla="*/ 243 w 628"/>
              <a:gd name="T35" fmla="*/ 278 h 330"/>
              <a:gd name="T36" fmla="*/ 240 w 628"/>
              <a:gd name="T37" fmla="*/ 282 h 330"/>
              <a:gd name="T38" fmla="*/ 235 w 628"/>
              <a:gd name="T39" fmla="*/ 285 h 330"/>
              <a:gd name="T40" fmla="*/ 228 w 628"/>
              <a:gd name="T41" fmla="*/ 286 h 330"/>
              <a:gd name="T42" fmla="*/ 202 w 628"/>
              <a:gd name="T43" fmla="*/ 114 h 330"/>
              <a:gd name="T44" fmla="*/ 203 w 628"/>
              <a:gd name="T45" fmla="*/ 102 h 330"/>
              <a:gd name="T46" fmla="*/ 206 w 628"/>
              <a:gd name="T47" fmla="*/ 98 h 330"/>
              <a:gd name="T48" fmla="*/ 210 w 628"/>
              <a:gd name="T49" fmla="*/ 94 h 330"/>
              <a:gd name="T50" fmla="*/ 215 w 628"/>
              <a:gd name="T51" fmla="*/ 92 h 330"/>
              <a:gd name="T52" fmla="*/ 240 w 628"/>
              <a:gd name="T53" fmla="*/ 109 h 330"/>
              <a:gd name="T54" fmla="*/ 332 w 628"/>
              <a:gd name="T55" fmla="*/ 267 h 330"/>
              <a:gd name="T56" fmla="*/ 294 w 628"/>
              <a:gd name="T57" fmla="*/ 110 h 330"/>
              <a:gd name="T58" fmla="*/ 332 w 628"/>
              <a:gd name="T59" fmla="*/ 267 h 330"/>
              <a:gd name="T60" fmla="*/ 418 w 628"/>
              <a:gd name="T61" fmla="*/ 268 h 330"/>
              <a:gd name="T62" fmla="*/ 393 w 628"/>
              <a:gd name="T63" fmla="*/ 285 h 330"/>
              <a:gd name="T64" fmla="*/ 388 w 628"/>
              <a:gd name="T65" fmla="*/ 283 h 330"/>
              <a:gd name="T66" fmla="*/ 384 w 628"/>
              <a:gd name="T67" fmla="*/ 279 h 330"/>
              <a:gd name="T68" fmla="*/ 381 w 628"/>
              <a:gd name="T69" fmla="*/ 275 h 330"/>
              <a:gd name="T70" fmla="*/ 380 w 628"/>
              <a:gd name="T71" fmla="*/ 269 h 330"/>
              <a:gd name="T72" fmla="*/ 380 w 628"/>
              <a:gd name="T73" fmla="*/ 261 h 330"/>
              <a:gd name="T74" fmla="*/ 410 w 628"/>
              <a:gd name="T75" fmla="*/ 91 h 330"/>
              <a:gd name="T76" fmla="*/ 415 w 628"/>
              <a:gd name="T77" fmla="*/ 93 h 330"/>
              <a:gd name="T78" fmla="*/ 419 w 628"/>
              <a:gd name="T79" fmla="*/ 96 h 330"/>
              <a:gd name="T80" fmla="*/ 422 w 628"/>
              <a:gd name="T81" fmla="*/ 100 h 330"/>
              <a:gd name="T82" fmla="*/ 424 w 628"/>
              <a:gd name="T83" fmla="*/ 105 h 330"/>
              <a:gd name="T84" fmla="*/ 425 w 628"/>
              <a:gd name="T85" fmla="*/ 111 h 330"/>
              <a:gd name="T86" fmla="*/ 527 w 628"/>
              <a:gd name="T87" fmla="*/ 113 h 330"/>
              <a:gd name="T88" fmla="*/ 489 w 628"/>
              <a:gd name="T89" fmla="*/ 285 h 330"/>
              <a:gd name="T90" fmla="*/ 482 w 628"/>
              <a:gd name="T91" fmla="*/ 283 h 330"/>
              <a:gd name="T92" fmla="*/ 478 w 628"/>
              <a:gd name="T93" fmla="*/ 280 h 330"/>
              <a:gd name="T94" fmla="*/ 476 w 628"/>
              <a:gd name="T95" fmla="*/ 278 h 330"/>
              <a:gd name="T96" fmla="*/ 489 w 628"/>
              <a:gd name="T97" fmla="*/ 108 h 330"/>
              <a:gd name="T98" fmla="*/ 515 w 628"/>
              <a:gd name="T99" fmla="*/ 92 h 330"/>
              <a:gd name="T100" fmla="*/ 519 w 628"/>
              <a:gd name="T101" fmla="*/ 95 h 330"/>
              <a:gd name="T102" fmla="*/ 527 w 628"/>
              <a:gd name="T103" fmla="*/ 10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8" h="330">
                <a:moveTo>
                  <a:pt x="585" y="0"/>
                </a:moveTo>
                <a:cubicBezTo>
                  <a:pt x="565" y="0"/>
                  <a:pt x="565" y="0"/>
                  <a:pt x="565" y="0"/>
                </a:cubicBezTo>
                <a:cubicBezTo>
                  <a:pt x="521" y="0"/>
                  <a:pt x="521" y="0"/>
                  <a:pt x="521" y="0"/>
                </a:cubicBezTo>
                <a:cubicBezTo>
                  <a:pt x="113" y="0"/>
                  <a:pt x="113" y="0"/>
                  <a:pt x="113" y="0"/>
                </a:cubicBezTo>
                <a:cubicBezTo>
                  <a:pt x="69" y="0"/>
                  <a:pt x="69" y="0"/>
                  <a:pt x="69" y="0"/>
                </a:cubicBezTo>
                <a:cubicBezTo>
                  <a:pt x="43" y="0"/>
                  <a:pt x="43" y="0"/>
                  <a:pt x="43" y="0"/>
                </a:cubicBezTo>
                <a:cubicBezTo>
                  <a:pt x="19" y="0"/>
                  <a:pt x="0" y="20"/>
                  <a:pt x="0" y="43"/>
                </a:cubicBezTo>
                <a:cubicBezTo>
                  <a:pt x="0" y="67"/>
                  <a:pt x="18" y="85"/>
                  <a:pt x="41" y="87"/>
                </a:cubicBezTo>
                <a:cubicBezTo>
                  <a:pt x="73" y="309"/>
                  <a:pt x="73" y="309"/>
                  <a:pt x="73" y="309"/>
                </a:cubicBezTo>
                <a:cubicBezTo>
                  <a:pt x="75" y="320"/>
                  <a:pt x="88" y="330"/>
                  <a:pt x="101" y="330"/>
                </a:cubicBezTo>
                <a:cubicBezTo>
                  <a:pt x="527" y="330"/>
                  <a:pt x="527" y="330"/>
                  <a:pt x="527" y="330"/>
                </a:cubicBezTo>
                <a:cubicBezTo>
                  <a:pt x="540" y="330"/>
                  <a:pt x="553" y="320"/>
                  <a:pt x="555" y="309"/>
                </a:cubicBezTo>
                <a:cubicBezTo>
                  <a:pt x="587" y="87"/>
                  <a:pt x="587" y="87"/>
                  <a:pt x="587" y="87"/>
                </a:cubicBezTo>
                <a:cubicBezTo>
                  <a:pt x="610" y="85"/>
                  <a:pt x="628" y="67"/>
                  <a:pt x="628" y="43"/>
                </a:cubicBezTo>
                <a:cubicBezTo>
                  <a:pt x="628" y="20"/>
                  <a:pt x="608" y="0"/>
                  <a:pt x="585" y="0"/>
                </a:cubicBezTo>
                <a:close/>
                <a:moveTo>
                  <a:pt x="154" y="269"/>
                </a:moveTo>
                <a:cubicBezTo>
                  <a:pt x="153" y="272"/>
                  <a:pt x="152" y="275"/>
                  <a:pt x="151" y="277"/>
                </a:cubicBezTo>
                <a:cubicBezTo>
                  <a:pt x="151" y="278"/>
                  <a:pt x="150" y="278"/>
                  <a:pt x="150" y="278"/>
                </a:cubicBezTo>
                <a:cubicBezTo>
                  <a:pt x="150" y="278"/>
                  <a:pt x="149" y="279"/>
                  <a:pt x="149" y="280"/>
                </a:cubicBezTo>
                <a:cubicBezTo>
                  <a:pt x="149" y="280"/>
                  <a:pt x="148" y="280"/>
                  <a:pt x="148" y="280"/>
                </a:cubicBezTo>
                <a:cubicBezTo>
                  <a:pt x="148" y="281"/>
                  <a:pt x="147" y="281"/>
                  <a:pt x="147" y="282"/>
                </a:cubicBezTo>
                <a:cubicBezTo>
                  <a:pt x="146" y="282"/>
                  <a:pt x="146" y="282"/>
                  <a:pt x="145" y="283"/>
                </a:cubicBezTo>
                <a:cubicBezTo>
                  <a:pt x="145" y="283"/>
                  <a:pt x="144" y="283"/>
                  <a:pt x="144" y="283"/>
                </a:cubicBezTo>
                <a:cubicBezTo>
                  <a:pt x="143" y="284"/>
                  <a:pt x="143" y="284"/>
                  <a:pt x="142" y="284"/>
                </a:cubicBezTo>
                <a:cubicBezTo>
                  <a:pt x="141" y="284"/>
                  <a:pt x="141" y="285"/>
                  <a:pt x="141" y="285"/>
                </a:cubicBezTo>
                <a:cubicBezTo>
                  <a:pt x="140" y="285"/>
                  <a:pt x="138" y="285"/>
                  <a:pt x="137" y="285"/>
                </a:cubicBezTo>
                <a:cubicBezTo>
                  <a:pt x="127" y="287"/>
                  <a:pt x="117" y="279"/>
                  <a:pt x="116" y="269"/>
                </a:cubicBezTo>
                <a:cubicBezTo>
                  <a:pt x="99" y="113"/>
                  <a:pt x="99" y="113"/>
                  <a:pt x="99" y="113"/>
                </a:cubicBezTo>
                <a:cubicBezTo>
                  <a:pt x="99" y="113"/>
                  <a:pt x="99" y="113"/>
                  <a:pt x="99" y="113"/>
                </a:cubicBezTo>
                <a:cubicBezTo>
                  <a:pt x="99" y="112"/>
                  <a:pt x="99" y="112"/>
                  <a:pt x="99" y="112"/>
                </a:cubicBezTo>
                <a:cubicBezTo>
                  <a:pt x="99" y="110"/>
                  <a:pt x="99" y="108"/>
                  <a:pt x="100" y="106"/>
                </a:cubicBezTo>
                <a:cubicBezTo>
                  <a:pt x="100" y="106"/>
                  <a:pt x="100" y="106"/>
                  <a:pt x="100" y="106"/>
                </a:cubicBezTo>
                <a:cubicBezTo>
                  <a:pt x="100" y="105"/>
                  <a:pt x="100" y="104"/>
                  <a:pt x="100" y="103"/>
                </a:cubicBezTo>
                <a:cubicBezTo>
                  <a:pt x="100" y="103"/>
                  <a:pt x="100" y="103"/>
                  <a:pt x="100" y="103"/>
                </a:cubicBezTo>
                <a:cubicBezTo>
                  <a:pt x="101" y="100"/>
                  <a:pt x="103" y="98"/>
                  <a:pt x="105" y="96"/>
                </a:cubicBezTo>
                <a:cubicBezTo>
                  <a:pt x="105" y="96"/>
                  <a:pt x="105" y="96"/>
                  <a:pt x="105" y="96"/>
                </a:cubicBezTo>
                <a:cubicBezTo>
                  <a:pt x="106" y="95"/>
                  <a:pt x="106" y="95"/>
                  <a:pt x="107" y="95"/>
                </a:cubicBezTo>
                <a:cubicBezTo>
                  <a:pt x="107" y="94"/>
                  <a:pt x="108" y="94"/>
                  <a:pt x="108" y="94"/>
                </a:cubicBezTo>
                <a:cubicBezTo>
                  <a:pt x="109" y="93"/>
                  <a:pt x="109" y="93"/>
                  <a:pt x="110" y="93"/>
                </a:cubicBezTo>
                <a:cubicBezTo>
                  <a:pt x="110" y="93"/>
                  <a:pt x="111" y="92"/>
                  <a:pt x="112" y="92"/>
                </a:cubicBezTo>
                <a:cubicBezTo>
                  <a:pt x="112" y="92"/>
                  <a:pt x="112" y="92"/>
                  <a:pt x="113" y="92"/>
                </a:cubicBezTo>
                <a:cubicBezTo>
                  <a:pt x="114" y="91"/>
                  <a:pt x="115" y="91"/>
                  <a:pt x="116" y="91"/>
                </a:cubicBezTo>
                <a:cubicBezTo>
                  <a:pt x="127" y="90"/>
                  <a:pt x="136" y="97"/>
                  <a:pt x="137" y="108"/>
                </a:cubicBezTo>
                <a:cubicBezTo>
                  <a:pt x="154" y="261"/>
                  <a:pt x="154" y="261"/>
                  <a:pt x="154" y="261"/>
                </a:cubicBezTo>
                <a:cubicBezTo>
                  <a:pt x="154" y="261"/>
                  <a:pt x="154" y="261"/>
                  <a:pt x="154" y="261"/>
                </a:cubicBezTo>
                <a:cubicBezTo>
                  <a:pt x="154" y="264"/>
                  <a:pt x="154" y="264"/>
                  <a:pt x="154" y="264"/>
                </a:cubicBezTo>
                <a:cubicBezTo>
                  <a:pt x="154" y="266"/>
                  <a:pt x="154" y="268"/>
                  <a:pt x="154" y="269"/>
                </a:cubicBezTo>
                <a:close/>
                <a:moveTo>
                  <a:pt x="247" y="269"/>
                </a:moveTo>
                <a:cubicBezTo>
                  <a:pt x="247" y="269"/>
                  <a:pt x="247" y="269"/>
                  <a:pt x="247" y="269"/>
                </a:cubicBezTo>
                <a:cubicBezTo>
                  <a:pt x="246" y="270"/>
                  <a:pt x="246" y="272"/>
                  <a:pt x="246" y="273"/>
                </a:cubicBezTo>
                <a:cubicBezTo>
                  <a:pt x="246" y="273"/>
                  <a:pt x="246" y="273"/>
                  <a:pt x="246" y="273"/>
                </a:cubicBezTo>
                <a:cubicBezTo>
                  <a:pt x="246" y="274"/>
                  <a:pt x="245" y="275"/>
                  <a:pt x="245" y="276"/>
                </a:cubicBezTo>
                <a:cubicBezTo>
                  <a:pt x="245" y="276"/>
                  <a:pt x="245" y="276"/>
                  <a:pt x="245" y="276"/>
                </a:cubicBezTo>
                <a:cubicBezTo>
                  <a:pt x="244" y="277"/>
                  <a:pt x="244" y="278"/>
                  <a:pt x="243" y="278"/>
                </a:cubicBezTo>
                <a:cubicBezTo>
                  <a:pt x="243" y="279"/>
                  <a:pt x="243" y="279"/>
                  <a:pt x="243" y="279"/>
                </a:cubicBezTo>
                <a:cubicBezTo>
                  <a:pt x="242" y="280"/>
                  <a:pt x="242" y="280"/>
                  <a:pt x="241" y="281"/>
                </a:cubicBezTo>
                <a:cubicBezTo>
                  <a:pt x="241" y="281"/>
                  <a:pt x="240" y="281"/>
                  <a:pt x="240" y="282"/>
                </a:cubicBezTo>
                <a:cubicBezTo>
                  <a:pt x="240" y="282"/>
                  <a:pt x="239" y="283"/>
                  <a:pt x="238" y="283"/>
                </a:cubicBezTo>
                <a:cubicBezTo>
                  <a:pt x="238" y="283"/>
                  <a:pt x="237" y="284"/>
                  <a:pt x="237" y="284"/>
                </a:cubicBezTo>
                <a:cubicBezTo>
                  <a:pt x="237" y="284"/>
                  <a:pt x="236" y="284"/>
                  <a:pt x="235" y="285"/>
                </a:cubicBezTo>
                <a:cubicBezTo>
                  <a:pt x="235" y="285"/>
                  <a:pt x="234" y="285"/>
                  <a:pt x="233" y="285"/>
                </a:cubicBezTo>
                <a:cubicBezTo>
                  <a:pt x="233" y="286"/>
                  <a:pt x="233" y="286"/>
                  <a:pt x="232" y="286"/>
                </a:cubicBezTo>
                <a:cubicBezTo>
                  <a:pt x="231" y="286"/>
                  <a:pt x="230" y="286"/>
                  <a:pt x="228" y="286"/>
                </a:cubicBezTo>
                <a:cubicBezTo>
                  <a:pt x="218" y="287"/>
                  <a:pt x="209" y="279"/>
                  <a:pt x="209" y="268"/>
                </a:cubicBezTo>
                <a:cubicBezTo>
                  <a:pt x="202" y="114"/>
                  <a:pt x="202" y="114"/>
                  <a:pt x="202" y="114"/>
                </a:cubicBezTo>
                <a:cubicBezTo>
                  <a:pt x="202" y="114"/>
                  <a:pt x="202" y="114"/>
                  <a:pt x="202" y="114"/>
                </a:cubicBezTo>
                <a:cubicBezTo>
                  <a:pt x="202" y="111"/>
                  <a:pt x="202" y="111"/>
                  <a:pt x="202" y="111"/>
                </a:cubicBezTo>
                <a:cubicBezTo>
                  <a:pt x="201" y="108"/>
                  <a:pt x="202" y="106"/>
                  <a:pt x="203" y="104"/>
                </a:cubicBezTo>
                <a:cubicBezTo>
                  <a:pt x="203" y="103"/>
                  <a:pt x="203" y="102"/>
                  <a:pt x="203" y="102"/>
                </a:cubicBezTo>
                <a:cubicBezTo>
                  <a:pt x="204" y="101"/>
                  <a:pt x="204" y="101"/>
                  <a:pt x="204" y="100"/>
                </a:cubicBezTo>
                <a:cubicBezTo>
                  <a:pt x="204" y="100"/>
                  <a:pt x="205" y="99"/>
                  <a:pt x="205" y="99"/>
                </a:cubicBezTo>
                <a:cubicBezTo>
                  <a:pt x="205" y="98"/>
                  <a:pt x="206" y="98"/>
                  <a:pt x="206" y="98"/>
                </a:cubicBezTo>
                <a:cubicBezTo>
                  <a:pt x="206" y="97"/>
                  <a:pt x="207" y="97"/>
                  <a:pt x="207" y="96"/>
                </a:cubicBezTo>
                <a:cubicBezTo>
                  <a:pt x="208" y="96"/>
                  <a:pt x="208" y="96"/>
                  <a:pt x="209" y="95"/>
                </a:cubicBezTo>
                <a:cubicBezTo>
                  <a:pt x="209" y="95"/>
                  <a:pt x="209" y="94"/>
                  <a:pt x="210" y="94"/>
                </a:cubicBezTo>
                <a:cubicBezTo>
                  <a:pt x="210" y="94"/>
                  <a:pt x="211" y="94"/>
                  <a:pt x="212" y="93"/>
                </a:cubicBezTo>
                <a:cubicBezTo>
                  <a:pt x="212" y="93"/>
                  <a:pt x="212" y="93"/>
                  <a:pt x="213" y="93"/>
                </a:cubicBezTo>
                <a:cubicBezTo>
                  <a:pt x="214" y="92"/>
                  <a:pt x="214" y="92"/>
                  <a:pt x="215" y="92"/>
                </a:cubicBezTo>
                <a:cubicBezTo>
                  <a:pt x="215" y="92"/>
                  <a:pt x="216" y="91"/>
                  <a:pt x="216" y="91"/>
                </a:cubicBezTo>
                <a:cubicBezTo>
                  <a:pt x="217" y="91"/>
                  <a:pt x="219" y="91"/>
                  <a:pt x="220" y="91"/>
                </a:cubicBezTo>
                <a:cubicBezTo>
                  <a:pt x="230" y="90"/>
                  <a:pt x="239" y="99"/>
                  <a:pt x="240" y="109"/>
                </a:cubicBezTo>
                <a:cubicBezTo>
                  <a:pt x="247" y="266"/>
                  <a:pt x="247" y="266"/>
                  <a:pt x="247" y="266"/>
                </a:cubicBezTo>
                <a:cubicBezTo>
                  <a:pt x="247" y="267"/>
                  <a:pt x="247" y="268"/>
                  <a:pt x="247" y="269"/>
                </a:cubicBezTo>
                <a:close/>
                <a:moveTo>
                  <a:pt x="332" y="267"/>
                </a:moveTo>
                <a:cubicBezTo>
                  <a:pt x="332" y="278"/>
                  <a:pt x="324" y="287"/>
                  <a:pt x="313" y="287"/>
                </a:cubicBezTo>
                <a:cubicBezTo>
                  <a:pt x="303" y="287"/>
                  <a:pt x="294" y="278"/>
                  <a:pt x="294" y="267"/>
                </a:cubicBezTo>
                <a:cubicBezTo>
                  <a:pt x="294" y="110"/>
                  <a:pt x="294" y="110"/>
                  <a:pt x="294" y="110"/>
                </a:cubicBezTo>
                <a:cubicBezTo>
                  <a:pt x="294" y="99"/>
                  <a:pt x="303" y="91"/>
                  <a:pt x="313" y="91"/>
                </a:cubicBezTo>
                <a:cubicBezTo>
                  <a:pt x="324" y="91"/>
                  <a:pt x="332" y="99"/>
                  <a:pt x="332" y="110"/>
                </a:cubicBezTo>
                <a:lnTo>
                  <a:pt x="332" y="267"/>
                </a:lnTo>
                <a:close/>
                <a:moveTo>
                  <a:pt x="424" y="114"/>
                </a:moveTo>
                <a:cubicBezTo>
                  <a:pt x="424" y="114"/>
                  <a:pt x="424" y="114"/>
                  <a:pt x="424" y="114"/>
                </a:cubicBezTo>
                <a:cubicBezTo>
                  <a:pt x="418" y="268"/>
                  <a:pt x="418" y="268"/>
                  <a:pt x="418" y="268"/>
                </a:cubicBezTo>
                <a:cubicBezTo>
                  <a:pt x="417" y="279"/>
                  <a:pt x="408" y="287"/>
                  <a:pt x="398" y="286"/>
                </a:cubicBezTo>
                <a:cubicBezTo>
                  <a:pt x="396" y="286"/>
                  <a:pt x="395" y="286"/>
                  <a:pt x="394" y="286"/>
                </a:cubicBezTo>
                <a:cubicBezTo>
                  <a:pt x="394" y="286"/>
                  <a:pt x="393" y="285"/>
                  <a:pt x="393" y="285"/>
                </a:cubicBezTo>
                <a:cubicBezTo>
                  <a:pt x="392" y="285"/>
                  <a:pt x="391" y="285"/>
                  <a:pt x="391" y="285"/>
                </a:cubicBezTo>
                <a:cubicBezTo>
                  <a:pt x="390" y="284"/>
                  <a:pt x="390" y="284"/>
                  <a:pt x="389" y="284"/>
                </a:cubicBezTo>
                <a:cubicBezTo>
                  <a:pt x="389" y="284"/>
                  <a:pt x="388" y="283"/>
                  <a:pt x="388" y="283"/>
                </a:cubicBezTo>
                <a:cubicBezTo>
                  <a:pt x="387" y="283"/>
                  <a:pt x="387" y="282"/>
                  <a:pt x="386" y="282"/>
                </a:cubicBezTo>
                <a:cubicBezTo>
                  <a:pt x="386" y="281"/>
                  <a:pt x="385" y="281"/>
                  <a:pt x="385" y="281"/>
                </a:cubicBezTo>
                <a:cubicBezTo>
                  <a:pt x="385" y="280"/>
                  <a:pt x="384" y="280"/>
                  <a:pt x="384" y="279"/>
                </a:cubicBezTo>
                <a:cubicBezTo>
                  <a:pt x="383" y="279"/>
                  <a:pt x="383" y="279"/>
                  <a:pt x="383" y="278"/>
                </a:cubicBezTo>
                <a:cubicBezTo>
                  <a:pt x="383" y="278"/>
                  <a:pt x="382" y="277"/>
                  <a:pt x="382" y="276"/>
                </a:cubicBezTo>
                <a:cubicBezTo>
                  <a:pt x="382" y="276"/>
                  <a:pt x="381" y="276"/>
                  <a:pt x="381" y="275"/>
                </a:cubicBezTo>
                <a:cubicBezTo>
                  <a:pt x="381" y="275"/>
                  <a:pt x="381" y="274"/>
                  <a:pt x="380" y="273"/>
                </a:cubicBezTo>
                <a:cubicBezTo>
                  <a:pt x="380" y="273"/>
                  <a:pt x="380" y="272"/>
                  <a:pt x="380" y="272"/>
                </a:cubicBezTo>
                <a:cubicBezTo>
                  <a:pt x="380" y="271"/>
                  <a:pt x="380" y="270"/>
                  <a:pt x="380" y="269"/>
                </a:cubicBezTo>
                <a:cubicBezTo>
                  <a:pt x="380" y="268"/>
                  <a:pt x="379" y="267"/>
                  <a:pt x="379" y="266"/>
                </a:cubicBezTo>
                <a:cubicBezTo>
                  <a:pt x="380" y="260"/>
                  <a:pt x="380" y="260"/>
                  <a:pt x="380" y="260"/>
                </a:cubicBezTo>
                <a:cubicBezTo>
                  <a:pt x="380" y="261"/>
                  <a:pt x="380" y="261"/>
                  <a:pt x="380" y="261"/>
                </a:cubicBezTo>
                <a:cubicBezTo>
                  <a:pt x="387" y="109"/>
                  <a:pt x="387" y="109"/>
                  <a:pt x="387" y="109"/>
                </a:cubicBezTo>
                <a:cubicBezTo>
                  <a:pt x="387" y="99"/>
                  <a:pt x="396" y="90"/>
                  <a:pt x="406" y="91"/>
                </a:cubicBezTo>
                <a:cubicBezTo>
                  <a:pt x="408" y="91"/>
                  <a:pt x="409" y="91"/>
                  <a:pt x="410" y="91"/>
                </a:cubicBezTo>
                <a:cubicBezTo>
                  <a:pt x="410" y="91"/>
                  <a:pt x="411" y="92"/>
                  <a:pt x="411" y="92"/>
                </a:cubicBezTo>
                <a:cubicBezTo>
                  <a:pt x="412" y="92"/>
                  <a:pt x="413" y="92"/>
                  <a:pt x="413" y="93"/>
                </a:cubicBezTo>
                <a:cubicBezTo>
                  <a:pt x="414" y="93"/>
                  <a:pt x="414" y="93"/>
                  <a:pt x="415" y="93"/>
                </a:cubicBezTo>
                <a:cubicBezTo>
                  <a:pt x="415" y="94"/>
                  <a:pt x="416" y="94"/>
                  <a:pt x="416" y="94"/>
                </a:cubicBezTo>
                <a:cubicBezTo>
                  <a:pt x="417" y="95"/>
                  <a:pt x="417" y="95"/>
                  <a:pt x="418" y="95"/>
                </a:cubicBezTo>
                <a:cubicBezTo>
                  <a:pt x="418" y="96"/>
                  <a:pt x="419" y="96"/>
                  <a:pt x="419" y="96"/>
                </a:cubicBezTo>
                <a:cubicBezTo>
                  <a:pt x="419" y="97"/>
                  <a:pt x="420" y="97"/>
                  <a:pt x="420" y="98"/>
                </a:cubicBezTo>
                <a:cubicBezTo>
                  <a:pt x="420" y="98"/>
                  <a:pt x="421" y="98"/>
                  <a:pt x="421" y="99"/>
                </a:cubicBezTo>
                <a:cubicBezTo>
                  <a:pt x="421" y="99"/>
                  <a:pt x="422" y="100"/>
                  <a:pt x="422" y="100"/>
                </a:cubicBezTo>
                <a:cubicBezTo>
                  <a:pt x="422" y="101"/>
                  <a:pt x="423" y="101"/>
                  <a:pt x="423" y="102"/>
                </a:cubicBezTo>
                <a:cubicBezTo>
                  <a:pt x="423" y="102"/>
                  <a:pt x="423" y="103"/>
                  <a:pt x="424" y="104"/>
                </a:cubicBezTo>
                <a:cubicBezTo>
                  <a:pt x="424" y="104"/>
                  <a:pt x="424" y="104"/>
                  <a:pt x="424" y="105"/>
                </a:cubicBezTo>
                <a:cubicBezTo>
                  <a:pt x="424" y="105"/>
                  <a:pt x="424" y="106"/>
                  <a:pt x="424" y="107"/>
                </a:cubicBezTo>
                <a:cubicBezTo>
                  <a:pt x="424" y="107"/>
                  <a:pt x="424" y="107"/>
                  <a:pt x="424" y="107"/>
                </a:cubicBezTo>
                <a:cubicBezTo>
                  <a:pt x="425" y="108"/>
                  <a:pt x="425" y="109"/>
                  <a:pt x="425" y="111"/>
                </a:cubicBezTo>
                <a:lnTo>
                  <a:pt x="424" y="114"/>
                </a:lnTo>
                <a:close/>
                <a:moveTo>
                  <a:pt x="527" y="112"/>
                </a:moveTo>
                <a:cubicBezTo>
                  <a:pt x="527" y="113"/>
                  <a:pt x="527" y="113"/>
                  <a:pt x="527" y="113"/>
                </a:cubicBezTo>
                <a:cubicBezTo>
                  <a:pt x="527" y="113"/>
                  <a:pt x="527" y="113"/>
                  <a:pt x="527" y="113"/>
                </a:cubicBezTo>
                <a:cubicBezTo>
                  <a:pt x="510" y="269"/>
                  <a:pt x="510" y="269"/>
                  <a:pt x="510" y="269"/>
                </a:cubicBezTo>
                <a:cubicBezTo>
                  <a:pt x="509" y="279"/>
                  <a:pt x="499" y="287"/>
                  <a:pt x="489" y="285"/>
                </a:cubicBezTo>
                <a:cubicBezTo>
                  <a:pt x="488" y="285"/>
                  <a:pt x="487" y="285"/>
                  <a:pt x="485" y="285"/>
                </a:cubicBezTo>
                <a:cubicBezTo>
                  <a:pt x="485" y="285"/>
                  <a:pt x="485" y="284"/>
                  <a:pt x="484" y="284"/>
                </a:cubicBezTo>
                <a:cubicBezTo>
                  <a:pt x="484" y="284"/>
                  <a:pt x="483" y="284"/>
                  <a:pt x="482" y="283"/>
                </a:cubicBezTo>
                <a:cubicBezTo>
                  <a:pt x="482" y="283"/>
                  <a:pt x="481" y="283"/>
                  <a:pt x="481" y="283"/>
                </a:cubicBezTo>
                <a:cubicBezTo>
                  <a:pt x="480" y="282"/>
                  <a:pt x="480" y="282"/>
                  <a:pt x="480" y="282"/>
                </a:cubicBezTo>
                <a:cubicBezTo>
                  <a:pt x="479" y="281"/>
                  <a:pt x="479" y="281"/>
                  <a:pt x="478" y="280"/>
                </a:cubicBezTo>
                <a:cubicBezTo>
                  <a:pt x="478" y="280"/>
                  <a:pt x="478" y="280"/>
                  <a:pt x="477" y="280"/>
                </a:cubicBezTo>
                <a:cubicBezTo>
                  <a:pt x="477" y="279"/>
                  <a:pt x="476" y="278"/>
                  <a:pt x="476" y="278"/>
                </a:cubicBezTo>
                <a:cubicBezTo>
                  <a:pt x="476" y="278"/>
                  <a:pt x="476" y="278"/>
                  <a:pt x="476" y="278"/>
                </a:cubicBezTo>
                <a:cubicBezTo>
                  <a:pt x="474" y="275"/>
                  <a:pt x="473" y="273"/>
                  <a:pt x="472" y="270"/>
                </a:cubicBezTo>
                <a:cubicBezTo>
                  <a:pt x="472" y="268"/>
                  <a:pt x="472" y="266"/>
                  <a:pt x="472" y="264"/>
                </a:cubicBezTo>
                <a:cubicBezTo>
                  <a:pt x="489" y="108"/>
                  <a:pt x="489" y="108"/>
                  <a:pt x="489" y="108"/>
                </a:cubicBezTo>
                <a:cubicBezTo>
                  <a:pt x="490" y="97"/>
                  <a:pt x="500" y="90"/>
                  <a:pt x="510" y="91"/>
                </a:cubicBezTo>
                <a:cubicBezTo>
                  <a:pt x="511" y="91"/>
                  <a:pt x="512" y="91"/>
                  <a:pt x="514" y="92"/>
                </a:cubicBezTo>
                <a:cubicBezTo>
                  <a:pt x="514" y="92"/>
                  <a:pt x="514" y="92"/>
                  <a:pt x="515" y="92"/>
                </a:cubicBezTo>
                <a:cubicBezTo>
                  <a:pt x="515" y="92"/>
                  <a:pt x="516" y="93"/>
                  <a:pt x="517" y="93"/>
                </a:cubicBezTo>
                <a:cubicBezTo>
                  <a:pt x="517" y="93"/>
                  <a:pt x="518" y="93"/>
                  <a:pt x="518" y="94"/>
                </a:cubicBezTo>
                <a:cubicBezTo>
                  <a:pt x="518" y="94"/>
                  <a:pt x="519" y="94"/>
                  <a:pt x="519" y="95"/>
                </a:cubicBezTo>
                <a:cubicBezTo>
                  <a:pt x="520" y="95"/>
                  <a:pt x="520" y="95"/>
                  <a:pt x="521" y="96"/>
                </a:cubicBezTo>
                <a:cubicBezTo>
                  <a:pt x="521" y="96"/>
                  <a:pt x="521" y="96"/>
                  <a:pt x="521" y="96"/>
                </a:cubicBezTo>
                <a:cubicBezTo>
                  <a:pt x="524" y="99"/>
                  <a:pt x="526" y="102"/>
                  <a:pt x="527" y="106"/>
                </a:cubicBezTo>
                <a:cubicBezTo>
                  <a:pt x="527" y="108"/>
                  <a:pt x="527" y="110"/>
                  <a:pt x="527" y="112"/>
                </a:cubicBezTo>
                <a:close/>
              </a:path>
            </a:pathLst>
          </a:custGeom>
          <a:solidFill>
            <a:schemeClr val="bg1">
              <a:lumMod val="50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128" name="Group 127"/>
          <p:cNvGrpSpPr/>
          <p:nvPr/>
        </p:nvGrpSpPr>
        <p:grpSpPr>
          <a:xfrm>
            <a:off x="9096888" y="2455829"/>
            <a:ext cx="2079113" cy="2299944"/>
            <a:chOff x="6822665" y="1841872"/>
            <a:chExt cx="1559335" cy="1724958"/>
          </a:xfrm>
          <a:solidFill>
            <a:srgbClr val="297F9D">
              <a:alpha val="75000"/>
            </a:srgbClr>
          </a:solidFill>
        </p:grpSpPr>
        <p:sp>
          <p:nvSpPr>
            <p:cNvPr id="96" name="Oval 95"/>
            <p:cNvSpPr/>
            <p:nvPr/>
          </p:nvSpPr>
          <p:spPr>
            <a:xfrm>
              <a:off x="7013166" y="292496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Oval 96"/>
            <p:cNvSpPr/>
            <p:nvPr/>
          </p:nvSpPr>
          <p:spPr>
            <a:xfrm>
              <a:off x="7363835"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Oval 97"/>
            <p:cNvSpPr/>
            <p:nvPr/>
          </p:nvSpPr>
          <p:spPr>
            <a:xfrm>
              <a:off x="7760374" y="3123229"/>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Oval 98"/>
            <p:cNvSpPr/>
            <p:nvPr/>
          </p:nvSpPr>
          <p:spPr>
            <a:xfrm>
              <a:off x="7562104" y="2879090"/>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0" name="Oval 99"/>
            <p:cNvSpPr/>
            <p:nvPr/>
          </p:nvSpPr>
          <p:spPr>
            <a:xfrm>
              <a:off x="7219204"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Oval 100"/>
            <p:cNvSpPr/>
            <p:nvPr/>
          </p:nvSpPr>
          <p:spPr>
            <a:xfrm>
              <a:off x="7066803" y="317029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Oval 101"/>
            <p:cNvSpPr/>
            <p:nvPr/>
          </p:nvSpPr>
          <p:spPr>
            <a:xfrm>
              <a:off x="7787192" y="27502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Oval 102"/>
            <p:cNvSpPr/>
            <p:nvPr/>
          </p:nvSpPr>
          <p:spPr>
            <a:xfrm>
              <a:off x="6876302" y="2721646"/>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4" name="Oval 103"/>
            <p:cNvSpPr/>
            <p:nvPr/>
          </p:nvSpPr>
          <p:spPr>
            <a:xfrm>
              <a:off x="7499686" y="255643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5" name="Oval 104"/>
            <p:cNvSpPr/>
            <p:nvPr/>
          </p:nvSpPr>
          <p:spPr>
            <a:xfrm>
              <a:off x="7109906" y="24825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Oval 105"/>
            <p:cNvSpPr/>
            <p:nvPr/>
          </p:nvSpPr>
          <p:spPr>
            <a:xfrm>
              <a:off x="7787192" y="243668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Oval 106"/>
            <p:cNvSpPr/>
            <p:nvPr/>
          </p:nvSpPr>
          <p:spPr>
            <a:xfrm>
              <a:off x="7985461" y="252842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Oval 107"/>
            <p:cNvSpPr/>
            <p:nvPr/>
          </p:nvSpPr>
          <p:spPr>
            <a:xfrm>
              <a:off x="6822665" y="235816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Oval 108"/>
            <p:cNvSpPr/>
            <p:nvPr/>
          </p:nvSpPr>
          <p:spPr>
            <a:xfrm>
              <a:off x="7370592" y="233015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0" name="Oval 109"/>
            <p:cNvSpPr/>
            <p:nvPr/>
          </p:nvSpPr>
          <p:spPr>
            <a:xfrm>
              <a:off x="7652068" y="2238411"/>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Oval 110"/>
            <p:cNvSpPr/>
            <p:nvPr/>
          </p:nvSpPr>
          <p:spPr>
            <a:xfrm>
              <a:off x="7118402" y="2122015"/>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Oval 111"/>
            <p:cNvSpPr/>
            <p:nvPr/>
          </p:nvSpPr>
          <p:spPr>
            <a:xfrm>
              <a:off x="7414423" y="1961623"/>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Oval 112"/>
            <p:cNvSpPr/>
            <p:nvPr/>
          </p:nvSpPr>
          <p:spPr>
            <a:xfrm>
              <a:off x="7917776" y="2159893"/>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4" name="Oval 113"/>
            <p:cNvSpPr/>
            <p:nvPr/>
          </p:nvSpPr>
          <p:spPr>
            <a:xfrm>
              <a:off x="7708225" y="1923745"/>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Oval 114"/>
            <p:cNvSpPr/>
            <p:nvPr/>
          </p:nvSpPr>
          <p:spPr>
            <a:xfrm>
              <a:off x="7160297" y="184187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6" name="Oval 115"/>
            <p:cNvSpPr/>
            <p:nvPr/>
          </p:nvSpPr>
          <p:spPr>
            <a:xfrm>
              <a:off x="6868533" y="2040142"/>
              <a:ext cx="396539" cy="396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17" name="Freeform 5"/>
          <p:cNvSpPr>
            <a:spLocks noEditPoints="1"/>
          </p:cNvSpPr>
          <p:nvPr/>
        </p:nvSpPr>
        <p:spPr bwMode="auto">
          <a:xfrm>
            <a:off x="9084390" y="3751931"/>
            <a:ext cx="2087033" cy="1099469"/>
          </a:xfrm>
          <a:custGeom>
            <a:avLst/>
            <a:gdLst>
              <a:gd name="T0" fmla="*/ 521 w 628"/>
              <a:gd name="T1" fmla="*/ 0 h 330"/>
              <a:gd name="T2" fmla="*/ 43 w 628"/>
              <a:gd name="T3" fmla="*/ 0 h 330"/>
              <a:gd name="T4" fmla="*/ 73 w 628"/>
              <a:gd name="T5" fmla="*/ 309 h 330"/>
              <a:gd name="T6" fmla="*/ 555 w 628"/>
              <a:gd name="T7" fmla="*/ 309 h 330"/>
              <a:gd name="T8" fmla="*/ 585 w 628"/>
              <a:gd name="T9" fmla="*/ 0 h 330"/>
              <a:gd name="T10" fmla="*/ 150 w 628"/>
              <a:gd name="T11" fmla="*/ 278 h 330"/>
              <a:gd name="T12" fmla="*/ 147 w 628"/>
              <a:gd name="T13" fmla="*/ 282 h 330"/>
              <a:gd name="T14" fmla="*/ 142 w 628"/>
              <a:gd name="T15" fmla="*/ 284 h 330"/>
              <a:gd name="T16" fmla="*/ 116 w 628"/>
              <a:gd name="T17" fmla="*/ 269 h 330"/>
              <a:gd name="T18" fmla="*/ 99 w 628"/>
              <a:gd name="T19" fmla="*/ 112 h 330"/>
              <a:gd name="T20" fmla="*/ 100 w 628"/>
              <a:gd name="T21" fmla="*/ 103 h 330"/>
              <a:gd name="T22" fmla="*/ 105 w 628"/>
              <a:gd name="T23" fmla="*/ 96 h 330"/>
              <a:gd name="T24" fmla="*/ 110 w 628"/>
              <a:gd name="T25" fmla="*/ 93 h 330"/>
              <a:gd name="T26" fmla="*/ 116 w 628"/>
              <a:gd name="T27" fmla="*/ 91 h 330"/>
              <a:gd name="T28" fmla="*/ 154 w 628"/>
              <a:gd name="T29" fmla="*/ 261 h 330"/>
              <a:gd name="T30" fmla="*/ 247 w 628"/>
              <a:gd name="T31" fmla="*/ 269 h 330"/>
              <a:gd name="T32" fmla="*/ 246 w 628"/>
              <a:gd name="T33" fmla="*/ 273 h 330"/>
              <a:gd name="T34" fmla="*/ 243 w 628"/>
              <a:gd name="T35" fmla="*/ 278 h 330"/>
              <a:gd name="T36" fmla="*/ 240 w 628"/>
              <a:gd name="T37" fmla="*/ 282 h 330"/>
              <a:gd name="T38" fmla="*/ 235 w 628"/>
              <a:gd name="T39" fmla="*/ 285 h 330"/>
              <a:gd name="T40" fmla="*/ 228 w 628"/>
              <a:gd name="T41" fmla="*/ 286 h 330"/>
              <a:gd name="T42" fmla="*/ 202 w 628"/>
              <a:gd name="T43" fmla="*/ 114 h 330"/>
              <a:gd name="T44" fmla="*/ 203 w 628"/>
              <a:gd name="T45" fmla="*/ 102 h 330"/>
              <a:gd name="T46" fmla="*/ 206 w 628"/>
              <a:gd name="T47" fmla="*/ 98 h 330"/>
              <a:gd name="T48" fmla="*/ 210 w 628"/>
              <a:gd name="T49" fmla="*/ 94 h 330"/>
              <a:gd name="T50" fmla="*/ 215 w 628"/>
              <a:gd name="T51" fmla="*/ 92 h 330"/>
              <a:gd name="T52" fmla="*/ 240 w 628"/>
              <a:gd name="T53" fmla="*/ 109 h 330"/>
              <a:gd name="T54" fmla="*/ 332 w 628"/>
              <a:gd name="T55" fmla="*/ 267 h 330"/>
              <a:gd name="T56" fmla="*/ 294 w 628"/>
              <a:gd name="T57" fmla="*/ 110 h 330"/>
              <a:gd name="T58" fmla="*/ 332 w 628"/>
              <a:gd name="T59" fmla="*/ 267 h 330"/>
              <a:gd name="T60" fmla="*/ 418 w 628"/>
              <a:gd name="T61" fmla="*/ 268 h 330"/>
              <a:gd name="T62" fmla="*/ 393 w 628"/>
              <a:gd name="T63" fmla="*/ 285 h 330"/>
              <a:gd name="T64" fmla="*/ 388 w 628"/>
              <a:gd name="T65" fmla="*/ 283 h 330"/>
              <a:gd name="T66" fmla="*/ 384 w 628"/>
              <a:gd name="T67" fmla="*/ 279 h 330"/>
              <a:gd name="T68" fmla="*/ 381 w 628"/>
              <a:gd name="T69" fmla="*/ 275 h 330"/>
              <a:gd name="T70" fmla="*/ 380 w 628"/>
              <a:gd name="T71" fmla="*/ 269 h 330"/>
              <a:gd name="T72" fmla="*/ 380 w 628"/>
              <a:gd name="T73" fmla="*/ 261 h 330"/>
              <a:gd name="T74" fmla="*/ 410 w 628"/>
              <a:gd name="T75" fmla="*/ 91 h 330"/>
              <a:gd name="T76" fmla="*/ 415 w 628"/>
              <a:gd name="T77" fmla="*/ 93 h 330"/>
              <a:gd name="T78" fmla="*/ 419 w 628"/>
              <a:gd name="T79" fmla="*/ 96 h 330"/>
              <a:gd name="T80" fmla="*/ 422 w 628"/>
              <a:gd name="T81" fmla="*/ 100 h 330"/>
              <a:gd name="T82" fmla="*/ 424 w 628"/>
              <a:gd name="T83" fmla="*/ 105 h 330"/>
              <a:gd name="T84" fmla="*/ 425 w 628"/>
              <a:gd name="T85" fmla="*/ 111 h 330"/>
              <a:gd name="T86" fmla="*/ 527 w 628"/>
              <a:gd name="T87" fmla="*/ 113 h 330"/>
              <a:gd name="T88" fmla="*/ 489 w 628"/>
              <a:gd name="T89" fmla="*/ 285 h 330"/>
              <a:gd name="T90" fmla="*/ 482 w 628"/>
              <a:gd name="T91" fmla="*/ 283 h 330"/>
              <a:gd name="T92" fmla="*/ 478 w 628"/>
              <a:gd name="T93" fmla="*/ 280 h 330"/>
              <a:gd name="T94" fmla="*/ 476 w 628"/>
              <a:gd name="T95" fmla="*/ 278 h 330"/>
              <a:gd name="T96" fmla="*/ 489 w 628"/>
              <a:gd name="T97" fmla="*/ 108 h 330"/>
              <a:gd name="T98" fmla="*/ 515 w 628"/>
              <a:gd name="T99" fmla="*/ 92 h 330"/>
              <a:gd name="T100" fmla="*/ 519 w 628"/>
              <a:gd name="T101" fmla="*/ 95 h 330"/>
              <a:gd name="T102" fmla="*/ 527 w 628"/>
              <a:gd name="T103" fmla="*/ 10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8" h="330">
                <a:moveTo>
                  <a:pt x="585" y="0"/>
                </a:moveTo>
                <a:cubicBezTo>
                  <a:pt x="565" y="0"/>
                  <a:pt x="565" y="0"/>
                  <a:pt x="565" y="0"/>
                </a:cubicBezTo>
                <a:cubicBezTo>
                  <a:pt x="521" y="0"/>
                  <a:pt x="521" y="0"/>
                  <a:pt x="521" y="0"/>
                </a:cubicBezTo>
                <a:cubicBezTo>
                  <a:pt x="113" y="0"/>
                  <a:pt x="113" y="0"/>
                  <a:pt x="113" y="0"/>
                </a:cubicBezTo>
                <a:cubicBezTo>
                  <a:pt x="69" y="0"/>
                  <a:pt x="69" y="0"/>
                  <a:pt x="69" y="0"/>
                </a:cubicBezTo>
                <a:cubicBezTo>
                  <a:pt x="43" y="0"/>
                  <a:pt x="43" y="0"/>
                  <a:pt x="43" y="0"/>
                </a:cubicBezTo>
                <a:cubicBezTo>
                  <a:pt x="19" y="0"/>
                  <a:pt x="0" y="20"/>
                  <a:pt x="0" y="43"/>
                </a:cubicBezTo>
                <a:cubicBezTo>
                  <a:pt x="0" y="67"/>
                  <a:pt x="18" y="85"/>
                  <a:pt x="41" y="87"/>
                </a:cubicBezTo>
                <a:cubicBezTo>
                  <a:pt x="73" y="309"/>
                  <a:pt x="73" y="309"/>
                  <a:pt x="73" y="309"/>
                </a:cubicBezTo>
                <a:cubicBezTo>
                  <a:pt x="75" y="320"/>
                  <a:pt x="88" y="330"/>
                  <a:pt x="101" y="330"/>
                </a:cubicBezTo>
                <a:cubicBezTo>
                  <a:pt x="527" y="330"/>
                  <a:pt x="527" y="330"/>
                  <a:pt x="527" y="330"/>
                </a:cubicBezTo>
                <a:cubicBezTo>
                  <a:pt x="540" y="330"/>
                  <a:pt x="553" y="320"/>
                  <a:pt x="555" y="309"/>
                </a:cubicBezTo>
                <a:cubicBezTo>
                  <a:pt x="587" y="87"/>
                  <a:pt x="587" y="87"/>
                  <a:pt x="587" y="87"/>
                </a:cubicBezTo>
                <a:cubicBezTo>
                  <a:pt x="610" y="85"/>
                  <a:pt x="628" y="67"/>
                  <a:pt x="628" y="43"/>
                </a:cubicBezTo>
                <a:cubicBezTo>
                  <a:pt x="628" y="20"/>
                  <a:pt x="608" y="0"/>
                  <a:pt x="585" y="0"/>
                </a:cubicBezTo>
                <a:close/>
                <a:moveTo>
                  <a:pt x="154" y="269"/>
                </a:moveTo>
                <a:cubicBezTo>
                  <a:pt x="153" y="272"/>
                  <a:pt x="152" y="275"/>
                  <a:pt x="151" y="277"/>
                </a:cubicBezTo>
                <a:cubicBezTo>
                  <a:pt x="151" y="278"/>
                  <a:pt x="150" y="278"/>
                  <a:pt x="150" y="278"/>
                </a:cubicBezTo>
                <a:cubicBezTo>
                  <a:pt x="150" y="278"/>
                  <a:pt x="149" y="279"/>
                  <a:pt x="149" y="280"/>
                </a:cubicBezTo>
                <a:cubicBezTo>
                  <a:pt x="149" y="280"/>
                  <a:pt x="148" y="280"/>
                  <a:pt x="148" y="280"/>
                </a:cubicBezTo>
                <a:cubicBezTo>
                  <a:pt x="148" y="281"/>
                  <a:pt x="147" y="281"/>
                  <a:pt x="147" y="282"/>
                </a:cubicBezTo>
                <a:cubicBezTo>
                  <a:pt x="146" y="282"/>
                  <a:pt x="146" y="282"/>
                  <a:pt x="145" y="283"/>
                </a:cubicBezTo>
                <a:cubicBezTo>
                  <a:pt x="145" y="283"/>
                  <a:pt x="144" y="283"/>
                  <a:pt x="144" y="283"/>
                </a:cubicBezTo>
                <a:cubicBezTo>
                  <a:pt x="143" y="284"/>
                  <a:pt x="143" y="284"/>
                  <a:pt x="142" y="284"/>
                </a:cubicBezTo>
                <a:cubicBezTo>
                  <a:pt x="141" y="284"/>
                  <a:pt x="141" y="285"/>
                  <a:pt x="141" y="285"/>
                </a:cubicBezTo>
                <a:cubicBezTo>
                  <a:pt x="140" y="285"/>
                  <a:pt x="138" y="285"/>
                  <a:pt x="137" y="285"/>
                </a:cubicBezTo>
                <a:cubicBezTo>
                  <a:pt x="127" y="287"/>
                  <a:pt x="117" y="279"/>
                  <a:pt x="116" y="269"/>
                </a:cubicBezTo>
                <a:cubicBezTo>
                  <a:pt x="99" y="113"/>
                  <a:pt x="99" y="113"/>
                  <a:pt x="99" y="113"/>
                </a:cubicBezTo>
                <a:cubicBezTo>
                  <a:pt x="99" y="113"/>
                  <a:pt x="99" y="113"/>
                  <a:pt x="99" y="113"/>
                </a:cubicBezTo>
                <a:cubicBezTo>
                  <a:pt x="99" y="112"/>
                  <a:pt x="99" y="112"/>
                  <a:pt x="99" y="112"/>
                </a:cubicBezTo>
                <a:cubicBezTo>
                  <a:pt x="99" y="110"/>
                  <a:pt x="99" y="108"/>
                  <a:pt x="100" y="106"/>
                </a:cubicBezTo>
                <a:cubicBezTo>
                  <a:pt x="100" y="106"/>
                  <a:pt x="100" y="106"/>
                  <a:pt x="100" y="106"/>
                </a:cubicBezTo>
                <a:cubicBezTo>
                  <a:pt x="100" y="105"/>
                  <a:pt x="100" y="104"/>
                  <a:pt x="100" y="103"/>
                </a:cubicBezTo>
                <a:cubicBezTo>
                  <a:pt x="100" y="103"/>
                  <a:pt x="100" y="103"/>
                  <a:pt x="100" y="103"/>
                </a:cubicBezTo>
                <a:cubicBezTo>
                  <a:pt x="101" y="100"/>
                  <a:pt x="103" y="98"/>
                  <a:pt x="105" y="96"/>
                </a:cubicBezTo>
                <a:cubicBezTo>
                  <a:pt x="105" y="96"/>
                  <a:pt x="105" y="96"/>
                  <a:pt x="105" y="96"/>
                </a:cubicBezTo>
                <a:cubicBezTo>
                  <a:pt x="106" y="95"/>
                  <a:pt x="106" y="95"/>
                  <a:pt x="107" y="95"/>
                </a:cubicBezTo>
                <a:cubicBezTo>
                  <a:pt x="107" y="94"/>
                  <a:pt x="108" y="94"/>
                  <a:pt x="108" y="94"/>
                </a:cubicBezTo>
                <a:cubicBezTo>
                  <a:pt x="109" y="93"/>
                  <a:pt x="109" y="93"/>
                  <a:pt x="110" y="93"/>
                </a:cubicBezTo>
                <a:cubicBezTo>
                  <a:pt x="110" y="93"/>
                  <a:pt x="111" y="92"/>
                  <a:pt x="112" y="92"/>
                </a:cubicBezTo>
                <a:cubicBezTo>
                  <a:pt x="112" y="92"/>
                  <a:pt x="112" y="92"/>
                  <a:pt x="113" y="92"/>
                </a:cubicBezTo>
                <a:cubicBezTo>
                  <a:pt x="114" y="91"/>
                  <a:pt x="115" y="91"/>
                  <a:pt x="116" y="91"/>
                </a:cubicBezTo>
                <a:cubicBezTo>
                  <a:pt x="127" y="90"/>
                  <a:pt x="136" y="97"/>
                  <a:pt x="137" y="108"/>
                </a:cubicBezTo>
                <a:cubicBezTo>
                  <a:pt x="154" y="261"/>
                  <a:pt x="154" y="261"/>
                  <a:pt x="154" y="261"/>
                </a:cubicBezTo>
                <a:cubicBezTo>
                  <a:pt x="154" y="261"/>
                  <a:pt x="154" y="261"/>
                  <a:pt x="154" y="261"/>
                </a:cubicBezTo>
                <a:cubicBezTo>
                  <a:pt x="154" y="264"/>
                  <a:pt x="154" y="264"/>
                  <a:pt x="154" y="264"/>
                </a:cubicBezTo>
                <a:cubicBezTo>
                  <a:pt x="154" y="266"/>
                  <a:pt x="154" y="268"/>
                  <a:pt x="154" y="269"/>
                </a:cubicBezTo>
                <a:close/>
                <a:moveTo>
                  <a:pt x="247" y="269"/>
                </a:moveTo>
                <a:cubicBezTo>
                  <a:pt x="247" y="269"/>
                  <a:pt x="247" y="269"/>
                  <a:pt x="247" y="269"/>
                </a:cubicBezTo>
                <a:cubicBezTo>
                  <a:pt x="246" y="270"/>
                  <a:pt x="246" y="272"/>
                  <a:pt x="246" y="273"/>
                </a:cubicBezTo>
                <a:cubicBezTo>
                  <a:pt x="246" y="273"/>
                  <a:pt x="246" y="273"/>
                  <a:pt x="246" y="273"/>
                </a:cubicBezTo>
                <a:cubicBezTo>
                  <a:pt x="246" y="274"/>
                  <a:pt x="245" y="275"/>
                  <a:pt x="245" y="276"/>
                </a:cubicBezTo>
                <a:cubicBezTo>
                  <a:pt x="245" y="276"/>
                  <a:pt x="245" y="276"/>
                  <a:pt x="245" y="276"/>
                </a:cubicBezTo>
                <a:cubicBezTo>
                  <a:pt x="244" y="277"/>
                  <a:pt x="244" y="278"/>
                  <a:pt x="243" y="278"/>
                </a:cubicBezTo>
                <a:cubicBezTo>
                  <a:pt x="243" y="279"/>
                  <a:pt x="243" y="279"/>
                  <a:pt x="243" y="279"/>
                </a:cubicBezTo>
                <a:cubicBezTo>
                  <a:pt x="242" y="280"/>
                  <a:pt x="242" y="280"/>
                  <a:pt x="241" y="281"/>
                </a:cubicBezTo>
                <a:cubicBezTo>
                  <a:pt x="241" y="281"/>
                  <a:pt x="240" y="281"/>
                  <a:pt x="240" y="282"/>
                </a:cubicBezTo>
                <a:cubicBezTo>
                  <a:pt x="240" y="282"/>
                  <a:pt x="239" y="283"/>
                  <a:pt x="238" y="283"/>
                </a:cubicBezTo>
                <a:cubicBezTo>
                  <a:pt x="238" y="283"/>
                  <a:pt x="237" y="284"/>
                  <a:pt x="237" y="284"/>
                </a:cubicBezTo>
                <a:cubicBezTo>
                  <a:pt x="237" y="284"/>
                  <a:pt x="236" y="284"/>
                  <a:pt x="235" y="285"/>
                </a:cubicBezTo>
                <a:cubicBezTo>
                  <a:pt x="235" y="285"/>
                  <a:pt x="234" y="285"/>
                  <a:pt x="233" y="285"/>
                </a:cubicBezTo>
                <a:cubicBezTo>
                  <a:pt x="233" y="286"/>
                  <a:pt x="233" y="286"/>
                  <a:pt x="232" y="286"/>
                </a:cubicBezTo>
                <a:cubicBezTo>
                  <a:pt x="231" y="286"/>
                  <a:pt x="230" y="286"/>
                  <a:pt x="228" y="286"/>
                </a:cubicBezTo>
                <a:cubicBezTo>
                  <a:pt x="218" y="287"/>
                  <a:pt x="209" y="279"/>
                  <a:pt x="209" y="268"/>
                </a:cubicBezTo>
                <a:cubicBezTo>
                  <a:pt x="202" y="114"/>
                  <a:pt x="202" y="114"/>
                  <a:pt x="202" y="114"/>
                </a:cubicBezTo>
                <a:cubicBezTo>
                  <a:pt x="202" y="114"/>
                  <a:pt x="202" y="114"/>
                  <a:pt x="202" y="114"/>
                </a:cubicBezTo>
                <a:cubicBezTo>
                  <a:pt x="202" y="111"/>
                  <a:pt x="202" y="111"/>
                  <a:pt x="202" y="111"/>
                </a:cubicBezTo>
                <a:cubicBezTo>
                  <a:pt x="201" y="108"/>
                  <a:pt x="202" y="106"/>
                  <a:pt x="203" y="104"/>
                </a:cubicBezTo>
                <a:cubicBezTo>
                  <a:pt x="203" y="103"/>
                  <a:pt x="203" y="102"/>
                  <a:pt x="203" y="102"/>
                </a:cubicBezTo>
                <a:cubicBezTo>
                  <a:pt x="204" y="101"/>
                  <a:pt x="204" y="101"/>
                  <a:pt x="204" y="100"/>
                </a:cubicBezTo>
                <a:cubicBezTo>
                  <a:pt x="204" y="100"/>
                  <a:pt x="205" y="99"/>
                  <a:pt x="205" y="99"/>
                </a:cubicBezTo>
                <a:cubicBezTo>
                  <a:pt x="205" y="98"/>
                  <a:pt x="206" y="98"/>
                  <a:pt x="206" y="98"/>
                </a:cubicBezTo>
                <a:cubicBezTo>
                  <a:pt x="206" y="97"/>
                  <a:pt x="207" y="97"/>
                  <a:pt x="207" y="96"/>
                </a:cubicBezTo>
                <a:cubicBezTo>
                  <a:pt x="208" y="96"/>
                  <a:pt x="208" y="96"/>
                  <a:pt x="209" y="95"/>
                </a:cubicBezTo>
                <a:cubicBezTo>
                  <a:pt x="209" y="95"/>
                  <a:pt x="209" y="94"/>
                  <a:pt x="210" y="94"/>
                </a:cubicBezTo>
                <a:cubicBezTo>
                  <a:pt x="210" y="94"/>
                  <a:pt x="211" y="94"/>
                  <a:pt x="212" y="93"/>
                </a:cubicBezTo>
                <a:cubicBezTo>
                  <a:pt x="212" y="93"/>
                  <a:pt x="212" y="93"/>
                  <a:pt x="213" y="93"/>
                </a:cubicBezTo>
                <a:cubicBezTo>
                  <a:pt x="214" y="92"/>
                  <a:pt x="214" y="92"/>
                  <a:pt x="215" y="92"/>
                </a:cubicBezTo>
                <a:cubicBezTo>
                  <a:pt x="215" y="92"/>
                  <a:pt x="216" y="91"/>
                  <a:pt x="216" y="91"/>
                </a:cubicBezTo>
                <a:cubicBezTo>
                  <a:pt x="217" y="91"/>
                  <a:pt x="219" y="91"/>
                  <a:pt x="220" y="91"/>
                </a:cubicBezTo>
                <a:cubicBezTo>
                  <a:pt x="230" y="90"/>
                  <a:pt x="239" y="99"/>
                  <a:pt x="240" y="109"/>
                </a:cubicBezTo>
                <a:cubicBezTo>
                  <a:pt x="247" y="266"/>
                  <a:pt x="247" y="266"/>
                  <a:pt x="247" y="266"/>
                </a:cubicBezTo>
                <a:cubicBezTo>
                  <a:pt x="247" y="267"/>
                  <a:pt x="247" y="268"/>
                  <a:pt x="247" y="269"/>
                </a:cubicBezTo>
                <a:close/>
                <a:moveTo>
                  <a:pt x="332" y="267"/>
                </a:moveTo>
                <a:cubicBezTo>
                  <a:pt x="332" y="278"/>
                  <a:pt x="324" y="287"/>
                  <a:pt x="313" y="287"/>
                </a:cubicBezTo>
                <a:cubicBezTo>
                  <a:pt x="303" y="287"/>
                  <a:pt x="294" y="278"/>
                  <a:pt x="294" y="267"/>
                </a:cubicBezTo>
                <a:cubicBezTo>
                  <a:pt x="294" y="110"/>
                  <a:pt x="294" y="110"/>
                  <a:pt x="294" y="110"/>
                </a:cubicBezTo>
                <a:cubicBezTo>
                  <a:pt x="294" y="99"/>
                  <a:pt x="303" y="91"/>
                  <a:pt x="313" y="91"/>
                </a:cubicBezTo>
                <a:cubicBezTo>
                  <a:pt x="324" y="91"/>
                  <a:pt x="332" y="99"/>
                  <a:pt x="332" y="110"/>
                </a:cubicBezTo>
                <a:lnTo>
                  <a:pt x="332" y="267"/>
                </a:lnTo>
                <a:close/>
                <a:moveTo>
                  <a:pt x="424" y="114"/>
                </a:moveTo>
                <a:cubicBezTo>
                  <a:pt x="424" y="114"/>
                  <a:pt x="424" y="114"/>
                  <a:pt x="424" y="114"/>
                </a:cubicBezTo>
                <a:cubicBezTo>
                  <a:pt x="418" y="268"/>
                  <a:pt x="418" y="268"/>
                  <a:pt x="418" y="268"/>
                </a:cubicBezTo>
                <a:cubicBezTo>
                  <a:pt x="417" y="279"/>
                  <a:pt x="408" y="287"/>
                  <a:pt x="398" y="286"/>
                </a:cubicBezTo>
                <a:cubicBezTo>
                  <a:pt x="396" y="286"/>
                  <a:pt x="395" y="286"/>
                  <a:pt x="394" y="286"/>
                </a:cubicBezTo>
                <a:cubicBezTo>
                  <a:pt x="394" y="286"/>
                  <a:pt x="393" y="285"/>
                  <a:pt x="393" y="285"/>
                </a:cubicBezTo>
                <a:cubicBezTo>
                  <a:pt x="392" y="285"/>
                  <a:pt x="391" y="285"/>
                  <a:pt x="391" y="285"/>
                </a:cubicBezTo>
                <a:cubicBezTo>
                  <a:pt x="390" y="284"/>
                  <a:pt x="390" y="284"/>
                  <a:pt x="389" y="284"/>
                </a:cubicBezTo>
                <a:cubicBezTo>
                  <a:pt x="389" y="284"/>
                  <a:pt x="388" y="283"/>
                  <a:pt x="388" y="283"/>
                </a:cubicBezTo>
                <a:cubicBezTo>
                  <a:pt x="387" y="283"/>
                  <a:pt x="387" y="282"/>
                  <a:pt x="386" y="282"/>
                </a:cubicBezTo>
                <a:cubicBezTo>
                  <a:pt x="386" y="281"/>
                  <a:pt x="385" y="281"/>
                  <a:pt x="385" y="281"/>
                </a:cubicBezTo>
                <a:cubicBezTo>
                  <a:pt x="385" y="280"/>
                  <a:pt x="384" y="280"/>
                  <a:pt x="384" y="279"/>
                </a:cubicBezTo>
                <a:cubicBezTo>
                  <a:pt x="383" y="279"/>
                  <a:pt x="383" y="279"/>
                  <a:pt x="383" y="278"/>
                </a:cubicBezTo>
                <a:cubicBezTo>
                  <a:pt x="383" y="278"/>
                  <a:pt x="382" y="277"/>
                  <a:pt x="382" y="276"/>
                </a:cubicBezTo>
                <a:cubicBezTo>
                  <a:pt x="382" y="276"/>
                  <a:pt x="381" y="276"/>
                  <a:pt x="381" y="275"/>
                </a:cubicBezTo>
                <a:cubicBezTo>
                  <a:pt x="381" y="275"/>
                  <a:pt x="381" y="274"/>
                  <a:pt x="380" y="273"/>
                </a:cubicBezTo>
                <a:cubicBezTo>
                  <a:pt x="380" y="273"/>
                  <a:pt x="380" y="272"/>
                  <a:pt x="380" y="272"/>
                </a:cubicBezTo>
                <a:cubicBezTo>
                  <a:pt x="380" y="271"/>
                  <a:pt x="380" y="270"/>
                  <a:pt x="380" y="269"/>
                </a:cubicBezTo>
                <a:cubicBezTo>
                  <a:pt x="380" y="268"/>
                  <a:pt x="379" y="267"/>
                  <a:pt x="379" y="266"/>
                </a:cubicBezTo>
                <a:cubicBezTo>
                  <a:pt x="380" y="260"/>
                  <a:pt x="380" y="260"/>
                  <a:pt x="380" y="260"/>
                </a:cubicBezTo>
                <a:cubicBezTo>
                  <a:pt x="380" y="261"/>
                  <a:pt x="380" y="261"/>
                  <a:pt x="380" y="261"/>
                </a:cubicBezTo>
                <a:cubicBezTo>
                  <a:pt x="387" y="109"/>
                  <a:pt x="387" y="109"/>
                  <a:pt x="387" y="109"/>
                </a:cubicBezTo>
                <a:cubicBezTo>
                  <a:pt x="387" y="99"/>
                  <a:pt x="396" y="90"/>
                  <a:pt x="406" y="91"/>
                </a:cubicBezTo>
                <a:cubicBezTo>
                  <a:pt x="408" y="91"/>
                  <a:pt x="409" y="91"/>
                  <a:pt x="410" y="91"/>
                </a:cubicBezTo>
                <a:cubicBezTo>
                  <a:pt x="410" y="91"/>
                  <a:pt x="411" y="92"/>
                  <a:pt x="411" y="92"/>
                </a:cubicBezTo>
                <a:cubicBezTo>
                  <a:pt x="412" y="92"/>
                  <a:pt x="413" y="92"/>
                  <a:pt x="413" y="93"/>
                </a:cubicBezTo>
                <a:cubicBezTo>
                  <a:pt x="414" y="93"/>
                  <a:pt x="414" y="93"/>
                  <a:pt x="415" y="93"/>
                </a:cubicBezTo>
                <a:cubicBezTo>
                  <a:pt x="415" y="94"/>
                  <a:pt x="416" y="94"/>
                  <a:pt x="416" y="94"/>
                </a:cubicBezTo>
                <a:cubicBezTo>
                  <a:pt x="417" y="95"/>
                  <a:pt x="417" y="95"/>
                  <a:pt x="418" y="95"/>
                </a:cubicBezTo>
                <a:cubicBezTo>
                  <a:pt x="418" y="96"/>
                  <a:pt x="419" y="96"/>
                  <a:pt x="419" y="96"/>
                </a:cubicBezTo>
                <a:cubicBezTo>
                  <a:pt x="419" y="97"/>
                  <a:pt x="420" y="97"/>
                  <a:pt x="420" y="98"/>
                </a:cubicBezTo>
                <a:cubicBezTo>
                  <a:pt x="420" y="98"/>
                  <a:pt x="421" y="98"/>
                  <a:pt x="421" y="99"/>
                </a:cubicBezTo>
                <a:cubicBezTo>
                  <a:pt x="421" y="99"/>
                  <a:pt x="422" y="100"/>
                  <a:pt x="422" y="100"/>
                </a:cubicBezTo>
                <a:cubicBezTo>
                  <a:pt x="422" y="101"/>
                  <a:pt x="423" y="101"/>
                  <a:pt x="423" y="102"/>
                </a:cubicBezTo>
                <a:cubicBezTo>
                  <a:pt x="423" y="102"/>
                  <a:pt x="423" y="103"/>
                  <a:pt x="424" y="104"/>
                </a:cubicBezTo>
                <a:cubicBezTo>
                  <a:pt x="424" y="104"/>
                  <a:pt x="424" y="104"/>
                  <a:pt x="424" y="105"/>
                </a:cubicBezTo>
                <a:cubicBezTo>
                  <a:pt x="424" y="105"/>
                  <a:pt x="424" y="106"/>
                  <a:pt x="424" y="107"/>
                </a:cubicBezTo>
                <a:cubicBezTo>
                  <a:pt x="424" y="107"/>
                  <a:pt x="424" y="107"/>
                  <a:pt x="424" y="107"/>
                </a:cubicBezTo>
                <a:cubicBezTo>
                  <a:pt x="425" y="108"/>
                  <a:pt x="425" y="109"/>
                  <a:pt x="425" y="111"/>
                </a:cubicBezTo>
                <a:lnTo>
                  <a:pt x="424" y="114"/>
                </a:lnTo>
                <a:close/>
                <a:moveTo>
                  <a:pt x="527" y="112"/>
                </a:moveTo>
                <a:cubicBezTo>
                  <a:pt x="527" y="113"/>
                  <a:pt x="527" y="113"/>
                  <a:pt x="527" y="113"/>
                </a:cubicBezTo>
                <a:cubicBezTo>
                  <a:pt x="527" y="113"/>
                  <a:pt x="527" y="113"/>
                  <a:pt x="527" y="113"/>
                </a:cubicBezTo>
                <a:cubicBezTo>
                  <a:pt x="510" y="269"/>
                  <a:pt x="510" y="269"/>
                  <a:pt x="510" y="269"/>
                </a:cubicBezTo>
                <a:cubicBezTo>
                  <a:pt x="509" y="279"/>
                  <a:pt x="499" y="287"/>
                  <a:pt x="489" y="285"/>
                </a:cubicBezTo>
                <a:cubicBezTo>
                  <a:pt x="488" y="285"/>
                  <a:pt x="487" y="285"/>
                  <a:pt x="485" y="285"/>
                </a:cubicBezTo>
                <a:cubicBezTo>
                  <a:pt x="485" y="285"/>
                  <a:pt x="485" y="284"/>
                  <a:pt x="484" y="284"/>
                </a:cubicBezTo>
                <a:cubicBezTo>
                  <a:pt x="484" y="284"/>
                  <a:pt x="483" y="284"/>
                  <a:pt x="482" y="283"/>
                </a:cubicBezTo>
                <a:cubicBezTo>
                  <a:pt x="482" y="283"/>
                  <a:pt x="481" y="283"/>
                  <a:pt x="481" y="283"/>
                </a:cubicBezTo>
                <a:cubicBezTo>
                  <a:pt x="480" y="282"/>
                  <a:pt x="480" y="282"/>
                  <a:pt x="480" y="282"/>
                </a:cubicBezTo>
                <a:cubicBezTo>
                  <a:pt x="479" y="281"/>
                  <a:pt x="479" y="281"/>
                  <a:pt x="478" y="280"/>
                </a:cubicBezTo>
                <a:cubicBezTo>
                  <a:pt x="478" y="280"/>
                  <a:pt x="478" y="280"/>
                  <a:pt x="477" y="280"/>
                </a:cubicBezTo>
                <a:cubicBezTo>
                  <a:pt x="477" y="279"/>
                  <a:pt x="476" y="278"/>
                  <a:pt x="476" y="278"/>
                </a:cubicBezTo>
                <a:cubicBezTo>
                  <a:pt x="476" y="278"/>
                  <a:pt x="476" y="278"/>
                  <a:pt x="476" y="278"/>
                </a:cubicBezTo>
                <a:cubicBezTo>
                  <a:pt x="474" y="275"/>
                  <a:pt x="473" y="273"/>
                  <a:pt x="472" y="270"/>
                </a:cubicBezTo>
                <a:cubicBezTo>
                  <a:pt x="472" y="268"/>
                  <a:pt x="472" y="266"/>
                  <a:pt x="472" y="264"/>
                </a:cubicBezTo>
                <a:cubicBezTo>
                  <a:pt x="489" y="108"/>
                  <a:pt x="489" y="108"/>
                  <a:pt x="489" y="108"/>
                </a:cubicBezTo>
                <a:cubicBezTo>
                  <a:pt x="490" y="97"/>
                  <a:pt x="500" y="90"/>
                  <a:pt x="510" y="91"/>
                </a:cubicBezTo>
                <a:cubicBezTo>
                  <a:pt x="511" y="91"/>
                  <a:pt x="512" y="91"/>
                  <a:pt x="514" y="92"/>
                </a:cubicBezTo>
                <a:cubicBezTo>
                  <a:pt x="514" y="92"/>
                  <a:pt x="514" y="92"/>
                  <a:pt x="515" y="92"/>
                </a:cubicBezTo>
                <a:cubicBezTo>
                  <a:pt x="515" y="92"/>
                  <a:pt x="516" y="93"/>
                  <a:pt x="517" y="93"/>
                </a:cubicBezTo>
                <a:cubicBezTo>
                  <a:pt x="517" y="93"/>
                  <a:pt x="518" y="93"/>
                  <a:pt x="518" y="94"/>
                </a:cubicBezTo>
                <a:cubicBezTo>
                  <a:pt x="518" y="94"/>
                  <a:pt x="519" y="94"/>
                  <a:pt x="519" y="95"/>
                </a:cubicBezTo>
                <a:cubicBezTo>
                  <a:pt x="520" y="95"/>
                  <a:pt x="520" y="95"/>
                  <a:pt x="521" y="96"/>
                </a:cubicBezTo>
                <a:cubicBezTo>
                  <a:pt x="521" y="96"/>
                  <a:pt x="521" y="96"/>
                  <a:pt x="521" y="96"/>
                </a:cubicBezTo>
                <a:cubicBezTo>
                  <a:pt x="524" y="99"/>
                  <a:pt x="526" y="102"/>
                  <a:pt x="527" y="106"/>
                </a:cubicBezTo>
                <a:cubicBezTo>
                  <a:pt x="527" y="108"/>
                  <a:pt x="527" y="110"/>
                  <a:pt x="527" y="112"/>
                </a:cubicBezTo>
                <a:close/>
              </a:path>
            </a:pathLst>
          </a:custGeom>
          <a:solidFill>
            <a:schemeClr val="bg1">
              <a:lumMod val="50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2673659214"/>
      </p:ext>
    </p:extLst>
  </p:cSld>
  <p:clrMapOvr>
    <a:masterClrMapping/>
  </p:clrMapOvr>
  <p:transition spd="slow">
    <p:push dir="u"/>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5246308"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Project Engagement</a:t>
            </a:r>
          </a:p>
        </p:txBody>
      </p:sp>
      <p:grpSp>
        <p:nvGrpSpPr>
          <p:cNvPr id="2" name="Group 1"/>
          <p:cNvGrpSpPr/>
          <p:nvPr/>
        </p:nvGrpSpPr>
        <p:grpSpPr>
          <a:xfrm>
            <a:off x="5068601" y="1739647"/>
            <a:ext cx="2317673" cy="938764"/>
            <a:chOff x="5068601" y="1739647"/>
            <a:chExt cx="2317673" cy="938764"/>
          </a:xfrm>
        </p:grpSpPr>
        <p:grpSp>
          <p:nvGrpSpPr>
            <p:cNvPr id="5" name="Group 4"/>
            <p:cNvGrpSpPr/>
            <p:nvPr/>
          </p:nvGrpSpPr>
          <p:grpSpPr>
            <a:xfrm>
              <a:off x="5068601" y="1739647"/>
              <a:ext cx="195595" cy="430764"/>
              <a:chOff x="6588125" y="1557338"/>
              <a:chExt cx="815975" cy="1797051"/>
            </a:xfrm>
            <a:solidFill>
              <a:srgbClr val="C0392B"/>
            </a:solidFill>
          </p:grpSpPr>
          <p:sp>
            <p:nvSpPr>
              <p:cNvPr id="6"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2" name="Group 11"/>
            <p:cNvGrpSpPr/>
            <p:nvPr/>
          </p:nvGrpSpPr>
          <p:grpSpPr>
            <a:xfrm>
              <a:off x="5305946" y="1739647"/>
              <a:ext cx="195595" cy="430764"/>
              <a:chOff x="6588125" y="1557338"/>
              <a:chExt cx="815975" cy="1797051"/>
            </a:xfrm>
            <a:solidFill>
              <a:srgbClr val="C0392B"/>
            </a:solidFill>
          </p:grpSpPr>
          <p:sp>
            <p:nvSpPr>
              <p:cNvPr id="13" name="Oval 1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8" name="Group 17"/>
            <p:cNvGrpSpPr/>
            <p:nvPr/>
          </p:nvGrpSpPr>
          <p:grpSpPr>
            <a:xfrm>
              <a:off x="5553669" y="1739647"/>
              <a:ext cx="195595" cy="430764"/>
              <a:chOff x="6588125" y="1557338"/>
              <a:chExt cx="815975" cy="1797051"/>
            </a:xfrm>
            <a:solidFill>
              <a:srgbClr val="C0392B"/>
            </a:solidFill>
          </p:grpSpPr>
          <p:sp>
            <p:nvSpPr>
              <p:cNvPr id="19" name="Oval 1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1" name="Group 20"/>
            <p:cNvGrpSpPr/>
            <p:nvPr/>
          </p:nvGrpSpPr>
          <p:grpSpPr>
            <a:xfrm>
              <a:off x="5791201" y="1739647"/>
              <a:ext cx="195595" cy="430764"/>
              <a:chOff x="6588125" y="1557338"/>
              <a:chExt cx="815975" cy="1797051"/>
            </a:xfrm>
            <a:solidFill>
              <a:srgbClr val="C0392B"/>
            </a:solidFill>
          </p:grpSpPr>
          <p:sp>
            <p:nvSpPr>
              <p:cNvPr id="22" name="Oval 2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4" name="Group 23"/>
            <p:cNvGrpSpPr/>
            <p:nvPr/>
          </p:nvGrpSpPr>
          <p:grpSpPr>
            <a:xfrm>
              <a:off x="6032408" y="1739647"/>
              <a:ext cx="195595" cy="430764"/>
              <a:chOff x="6588125" y="1557338"/>
              <a:chExt cx="815975" cy="1797051"/>
            </a:xfrm>
            <a:solidFill>
              <a:srgbClr val="C0392B"/>
            </a:solidFill>
          </p:grpSpPr>
          <p:sp>
            <p:nvSpPr>
              <p:cNvPr id="25" name="Oval 2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7" name="Group 26"/>
            <p:cNvGrpSpPr/>
            <p:nvPr/>
          </p:nvGrpSpPr>
          <p:grpSpPr>
            <a:xfrm>
              <a:off x="6255943" y="1739647"/>
              <a:ext cx="195595" cy="430764"/>
              <a:chOff x="6588125" y="1557338"/>
              <a:chExt cx="815975" cy="1797051"/>
            </a:xfrm>
            <a:solidFill>
              <a:srgbClr val="C0392B"/>
            </a:solidFill>
          </p:grpSpPr>
          <p:sp>
            <p:nvSpPr>
              <p:cNvPr id="28" name="Oval 2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0" name="Group 29"/>
            <p:cNvGrpSpPr/>
            <p:nvPr/>
          </p:nvGrpSpPr>
          <p:grpSpPr>
            <a:xfrm>
              <a:off x="6503666" y="1739647"/>
              <a:ext cx="195595" cy="430764"/>
              <a:chOff x="6588125" y="1557338"/>
              <a:chExt cx="815975" cy="1797051"/>
            </a:xfrm>
            <a:solidFill>
              <a:srgbClr val="C0392B"/>
            </a:solidFill>
          </p:grpSpPr>
          <p:sp>
            <p:nvSpPr>
              <p:cNvPr id="31" name="Oval 3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 name="Group 32"/>
            <p:cNvGrpSpPr/>
            <p:nvPr/>
          </p:nvGrpSpPr>
          <p:grpSpPr>
            <a:xfrm>
              <a:off x="6727202" y="1739647"/>
              <a:ext cx="195595" cy="430764"/>
              <a:chOff x="6588125" y="1557338"/>
              <a:chExt cx="815975" cy="1797051"/>
            </a:xfrm>
            <a:solidFill>
              <a:srgbClr val="C0392B"/>
            </a:solidFill>
          </p:grpSpPr>
          <p:sp>
            <p:nvSpPr>
              <p:cNvPr id="34" name="Oval 3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6" name="Group 35"/>
            <p:cNvGrpSpPr/>
            <p:nvPr/>
          </p:nvGrpSpPr>
          <p:grpSpPr>
            <a:xfrm>
              <a:off x="6967143" y="1739647"/>
              <a:ext cx="195595" cy="430764"/>
              <a:chOff x="6588125" y="1557338"/>
              <a:chExt cx="815975" cy="1797051"/>
            </a:xfrm>
            <a:solidFill>
              <a:srgbClr val="C0392B"/>
            </a:solidFill>
          </p:grpSpPr>
          <p:sp>
            <p:nvSpPr>
              <p:cNvPr id="37" name="Oval 3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9" name="Group 38"/>
            <p:cNvGrpSpPr/>
            <p:nvPr/>
          </p:nvGrpSpPr>
          <p:grpSpPr>
            <a:xfrm>
              <a:off x="7190679" y="1739647"/>
              <a:ext cx="195595" cy="430764"/>
              <a:chOff x="6588125" y="1557338"/>
              <a:chExt cx="815975" cy="1797051"/>
            </a:xfrm>
            <a:solidFill>
              <a:srgbClr val="C0392B"/>
            </a:solidFill>
          </p:grpSpPr>
          <p:sp>
            <p:nvSpPr>
              <p:cNvPr id="40" name="Oval 3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2" name="Group 41"/>
            <p:cNvGrpSpPr/>
            <p:nvPr/>
          </p:nvGrpSpPr>
          <p:grpSpPr>
            <a:xfrm>
              <a:off x="5068601" y="2247647"/>
              <a:ext cx="195595" cy="430764"/>
              <a:chOff x="6588125" y="1557338"/>
              <a:chExt cx="815975" cy="1797051"/>
            </a:xfrm>
            <a:solidFill>
              <a:srgbClr val="C0392B"/>
            </a:solidFill>
          </p:grpSpPr>
          <p:sp>
            <p:nvSpPr>
              <p:cNvPr id="43" name="Oval 4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5" name="Group 44"/>
            <p:cNvGrpSpPr/>
            <p:nvPr/>
          </p:nvGrpSpPr>
          <p:grpSpPr>
            <a:xfrm>
              <a:off x="5305946" y="2247647"/>
              <a:ext cx="195595" cy="430764"/>
              <a:chOff x="6588125" y="1557338"/>
              <a:chExt cx="815975" cy="1797051"/>
            </a:xfrm>
            <a:solidFill>
              <a:srgbClr val="C0392B"/>
            </a:solidFill>
          </p:grpSpPr>
          <p:sp>
            <p:nvSpPr>
              <p:cNvPr id="46" name="Oval 4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8" name="Group 47"/>
            <p:cNvGrpSpPr/>
            <p:nvPr/>
          </p:nvGrpSpPr>
          <p:grpSpPr>
            <a:xfrm>
              <a:off x="5553669" y="2247647"/>
              <a:ext cx="195595" cy="430764"/>
              <a:chOff x="6588125" y="1557338"/>
              <a:chExt cx="815975" cy="1797051"/>
            </a:xfrm>
            <a:solidFill>
              <a:srgbClr val="C0392B"/>
            </a:solidFill>
          </p:grpSpPr>
          <p:sp>
            <p:nvSpPr>
              <p:cNvPr id="49" name="Oval 4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1" name="Group 50"/>
            <p:cNvGrpSpPr/>
            <p:nvPr/>
          </p:nvGrpSpPr>
          <p:grpSpPr>
            <a:xfrm>
              <a:off x="5791201" y="2247647"/>
              <a:ext cx="195595" cy="430764"/>
              <a:chOff x="6588125" y="1557338"/>
              <a:chExt cx="815975" cy="1797051"/>
            </a:xfrm>
            <a:solidFill>
              <a:srgbClr val="C0392B"/>
            </a:solidFill>
          </p:grpSpPr>
          <p:sp>
            <p:nvSpPr>
              <p:cNvPr id="52" name="Oval 5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4" name="Group 53"/>
            <p:cNvGrpSpPr/>
            <p:nvPr/>
          </p:nvGrpSpPr>
          <p:grpSpPr>
            <a:xfrm>
              <a:off x="6032408" y="2247647"/>
              <a:ext cx="195595" cy="430764"/>
              <a:chOff x="6588125" y="1557338"/>
              <a:chExt cx="815975" cy="1797051"/>
            </a:xfrm>
            <a:solidFill>
              <a:srgbClr val="C0392B"/>
            </a:solidFill>
          </p:grpSpPr>
          <p:sp>
            <p:nvSpPr>
              <p:cNvPr id="55" name="Oval 5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7" name="Group 56"/>
            <p:cNvGrpSpPr/>
            <p:nvPr/>
          </p:nvGrpSpPr>
          <p:grpSpPr>
            <a:xfrm>
              <a:off x="6255943" y="2247647"/>
              <a:ext cx="195595" cy="430764"/>
              <a:chOff x="6588125" y="1557338"/>
              <a:chExt cx="815975" cy="1797051"/>
            </a:xfrm>
            <a:solidFill>
              <a:schemeClr val="bg1">
                <a:lumMod val="85000"/>
              </a:schemeClr>
            </a:solidFill>
          </p:grpSpPr>
          <p:sp>
            <p:nvSpPr>
              <p:cNvPr id="58" name="Oval 5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0" name="Group 59"/>
            <p:cNvGrpSpPr/>
            <p:nvPr/>
          </p:nvGrpSpPr>
          <p:grpSpPr>
            <a:xfrm>
              <a:off x="6503666" y="2247647"/>
              <a:ext cx="195595" cy="430764"/>
              <a:chOff x="6588125" y="1557338"/>
              <a:chExt cx="815975" cy="1797051"/>
            </a:xfrm>
            <a:solidFill>
              <a:schemeClr val="bg1">
                <a:lumMod val="85000"/>
              </a:schemeClr>
            </a:solidFill>
          </p:grpSpPr>
          <p:sp>
            <p:nvSpPr>
              <p:cNvPr id="61" name="Oval 6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3" name="Group 62"/>
            <p:cNvGrpSpPr/>
            <p:nvPr/>
          </p:nvGrpSpPr>
          <p:grpSpPr>
            <a:xfrm>
              <a:off x="6727202" y="2247647"/>
              <a:ext cx="195595" cy="430764"/>
              <a:chOff x="6588125" y="1557338"/>
              <a:chExt cx="815975" cy="1797051"/>
            </a:xfrm>
            <a:solidFill>
              <a:schemeClr val="bg1">
                <a:lumMod val="85000"/>
              </a:schemeClr>
            </a:solidFill>
          </p:grpSpPr>
          <p:sp>
            <p:nvSpPr>
              <p:cNvPr id="64" name="Oval 6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6" name="Group 65"/>
            <p:cNvGrpSpPr/>
            <p:nvPr/>
          </p:nvGrpSpPr>
          <p:grpSpPr>
            <a:xfrm>
              <a:off x="6967143" y="2247647"/>
              <a:ext cx="195595" cy="430764"/>
              <a:chOff x="6588125" y="1557338"/>
              <a:chExt cx="815975" cy="1797051"/>
            </a:xfrm>
            <a:solidFill>
              <a:schemeClr val="bg1">
                <a:lumMod val="85000"/>
              </a:schemeClr>
            </a:solidFill>
          </p:grpSpPr>
          <p:sp>
            <p:nvSpPr>
              <p:cNvPr id="67" name="Oval 6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9" name="Group 68"/>
            <p:cNvGrpSpPr/>
            <p:nvPr/>
          </p:nvGrpSpPr>
          <p:grpSpPr>
            <a:xfrm>
              <a:off x="7190679" y="2247647"/>
              <a:ext cx="195595" cy="430764"/>
              <a:chOff x="6588125" y="1557338"/>
              <a:chExt cx="815975" cy="1797051"/>
            </a:xfrm>
            <a:solidFill>
              <a:schemeClr val="bg1">
                <a:lumMod val="85000"/>
              </a:schemeClr>
            </a:solidFill>
          </p:grpSpPr>
          <p:sp>
            <p:nvSpPr>
              <p:cNvPr id="70" name="Oval 6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4" name="Group 3"/>
          <p:cNvGrpSpPr/>
          <p:nvPr/>
        </p:nvGrpSpPr>
        <p:grpSpPr>
          <a:xfrm>
            <a:off x="5068601" y="2958847"/>
            <a:ext cx="2317673" cy="938764"/>
            <a:chOff x="5068601" y="2958847"/>
            <a:chExt cx="2317673" cy="938764"/>
          </a:xfrm>
        </p:grpSpPr>
        <p:grpSp>
          <p:nvGrpSpPr>
            <p:cNvPr id="257" name="Group 256"/>
            <p:cNvGrpSpPr/>
            <p:nvPr/>
          </p:nvGrpSpPr>
          <p:grpSpPr>
            <a:xfrm>
              <a:off x="5068601" y="2958847"/>
              <a:ext cx="195595" cy="430764"/>
              <a:chOff x="6588125" y="1557338"/>
              <a:chExt cx="815975" cy="1797051"/>
            </a:xfrm>
            <a:solidFill>
              <a:srgbClr val="9BBC57"/>
            </a:solidFill>
          </p:grpSpPr>
          <p:sp>
            <p:nvSpPr>
              <p:cNvPr id="258" name="Oval 25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60" name="Group 259"/>
            <p:cNvGrpSpPr/>
            <p:nvPr/>
          </p:nvGrpSpPr>
          <p:grpSpPr>
            <a:xfrm>
              <a:off x="5305946" y="2958847"/>
              <a:ext cx="195595" cy="430764"/>
              <a:chOff x="6588125" y="1557338"/>
              <a:chExt cx="815975" cy="1797051"/>
            </a:xfrm>
            <a:solidFill>
              <a:srgbClr val="9BBC57"/>
            </a:solidFill>
          </p:grpSpPr>
          <p:sp>
            <p:nvSpPr>
              <p:cNvPr id="261" name="Oval 26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63" name="Group 262"/>
            <p:cNvGrpSpPr/>
            <p:nvPr/>
          </p:nvGrpSpPr>
          <p:grpSpPr>
            <a:xfrm>
              <a:off x="5553669" y="2958847"/>
              <a:ext cx="195595" cy="430764"/>
              <a:chOff x="6588125" y="1557338"/>
              <a:chExt cx="815975" cy="1797051"/>
            </a:xfrm>
            <a:solidFill>
              <a:srgbClr val="9BBC57"/>
            </a:solidFill>
          </p:grpSpPr>
          <p:sp>
            <p:nvSpPr>
              <p:cNvPr id="264" name="Oval 26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66" name="Group 265"/>
            <p:cNvGrpSpPr/>
            <p:nvPr/>
          </p:nvGrpSpPr>
          <p:grpSpPr>
            <a:xfrm>
              <a:off x="5791201" y="2958847"/>
              <a:ext cx="195595" cy="430764"/>
              <a:chOff x="6588125" y="1557338"/>
              <a:chExt cx="815975" cy="1797051"/>
            </a:xfrm>
            <a:solidFill>
              <a:srgbClr val="9BBC57"/>
            </a:solidFill>
          </p:grpSpPr>
          <p:sp>
            <p:nvSpPr>
              <p:cNvPr id="267" name="Oval 26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69" name="Group 268"/>
            <p:cNvGrpSpPr/>
            <p:nvPr/>
          </p:nvGrpSpPr>
          <p:grpSpPr>
            <a:xfrm>
              <a:off x="6032408" y="2958847"/>
              <a:ext cx="195595" cy="430764"/>
              <a:chOff x="6588125" y="1557338"/>
              <a:chExt cx="815975" cy="1797051"/>
            </a:xfrm>
            <a:solidFill>
              <a:srgbClr val="9BBC57"/>
            </a:solidFill>
          </p:grpSpPr>
          <p:sp>
            <p:nvSpPr>
              <p:cNvPr id="270" name="Oval 26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72" name="Group 271"/>
            <p:cNvGrpSpPr/>
            <p:nvPr/>
          </p:nvGrpSpPr>
          <p:grpSpPr>
            <a:xfrm>
              <a:off x="6255943" y="2958847"/>
              <a:ext cx="195595" cy="430764"/>
              <a:chOff x="6588125" y="1557338"/>
              <a:chExt cx="815975" cy="1797051"/>
            </a:xfrm>
            <a:solidFill>
              <a:srgbClr val="9BBC57"/>
            </a:solidFill>
          </p:grpSpPr>
          <p:sp>
            <p:nvSpPr>
              <p:cNvPr id="273" name="Oval 27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75" name="Group 274"/>
            <p:cNvGrpSpPr/>
            <p:nvPr/>
          </p:nvGrpSpPr>
          <p:grpSpPr>
            <a:xfrm>
              <a:off x="6503666" y="2958847"/>
              <a:ext cx="195595" cy="430764"/>
              <a:chOff x="6588125" y="1557338"/>
              <a:chExt cx="815975" cy="1797051"/>
            </a:xfrm>
            <a:solidFill>
              <a:srgbClr val="9BBC57"/>
            </a:solidFill>
          </p:grpSpPr>
          <p:sp>
            <p:nvSpPr>
              <p:cNvPr id="276" name="Oval 27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78" name="Group 277"/>
            <p:cNvGrpSpPr/>
            <p:nvPr/>
          </p:nvGrpSpPr>
          <p:grpSpPr>
            <a:xfrm>
              <a:off x="6727202" y="2958847"/>
              <a:ext cx="195595" cy="430764"/>
              <a:chOff x="6588125" y="1557338"/>
              <a:chExt cx="815975" cy="1797051"/>
            </a:xfrm>
            <a:solidFill>
              <a:srgbClr val="9BBC57"/>
            </a:solidFill>
          </p:grpSpPr>
          <p:sp>
            <p:nvSpPr>
              <p:cNvPr id="279" name="Oval 27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81" name="Group 280"/>
            <p:cNvGrpSpPr/>
            <p:nvPr/>
          </p:nvGrpSpPr>
          <p:grpSpPr>
            <a:xfrm>
              <a:off x="6967143" y="2958847"/>
              <a:ext cx="195595" cy="430764"/>
              <a:chOff x="6588125" y="1557338"/>
              <a:chExt cx="815975" cy="1797051"/>
            </a:xfrm>
            <a:solidFill>
              <a:srgbClr val="9BBC57"/>
            </a:solidFill>
          </p:grpSpPr>
          <p:sp>
            <p:nvSpPr>
              <p:cNvPr id="282" name="Oval 28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84" name="Group 283"/>
            <p:cNvGrpSpPr/>
            <p:nvPr/>
          </p:nvGrpSpPr>
          <p:grpSpPr>
            <a:xfrm>
              <a:off x="7190679" y="2958847"/>
              <a:ext cx="195595" cy="430764"/>
              <a:chOff x="6588125" y="1557338"/>
              <a:chExt cx="815975" cy="1797051"/>
            </a:xfrm>
            <a:solidFill>
              <a:schemeClr val="bg1">
                <a:lumMod val="85000"/>
              </a:schemeClr>
            </a:solidFill>
          </p:grpSpPr>
          <p:sp>
            <p:nvSpPr>
              <p:cNvPr id="285" name="Oval 28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87" name="Group 286"/>
            <p:cNvGrpSpPr/>
            <p:nvPr/>
          </p:nvGrpSpPr>
          <p:grpSpPr>
            <a:xfrm>
              <a:off x="5068601" y="3466847"/>
              <a:ext cx="195595" cy="430764"/>
              <a:chOff x="6588125" y="1557338"/>
              <a:chExt cx="815975" cy="1797051"/>
            </a:xfrm>
            <a:solidFill>
              <a:schemeClr val="bg1">
                <a:lumMod val="85000"/>
              </a:schemeClr>
            </a:solidFill>
          </p:grpSpPr>
          <p:sp>
            <p:nvSpPr>
              <p:cNvPr id="288" name="Oval 28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90" name="Group 289"/>
            <p:cNvGrpSpPr/>
            <p:nvPr/>
          </p:nvGrpSpPr>
          <p:grpSpPr>
            <a:xfrm>
              <a:off x="5305946" y="3466847"/>
              <a:ext cx="195595" cy="430764"/>
              <a:chOff x="6588125" y="1557338"/>
              <a:chExt cx="815975" cy="1797051"/>
            </a:xfrm>
            <a:solidFill>
              <a:schemeClr val="bg1">
                <a:lumMod val="85000"/>
              </a:schemeClr>
            </a:solidFill>
          </p:grpSpPr>
          <p:sp>
            <p:nvSpPr>
              <p:cNvPr id="291" name="Oval 29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93" name="Group 292"/>
            <p:cNvGrpSpPr/>
            <p:nvPr/>
          </p:nvGrpSpPr>
          <p:grpSpPr>
            <a:xfrm>
              <a:off x="5553669" y="3466847"/>
              <a:ext cx="195595" cy="430764"/>
              <a:chOff x="6588125" y="1557338"/>
              <a:chExt cx="815975" cy="1797051"/>
            </a:xfrm>
            <a:solidFill>
              <a:schemeClr val="bg1">
                <a:lumMod val="85000"/>
              </a:schemeClr>
            </a:solidFill>
          </p:grpSpPr>
          <p:sp>
            <p:nvSpPr>
              <p:cNvPr id="294" name="Oval 29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96" name="Group 295"/>
            <p:cNvGrpSpPr/>
            <p:nvPr/>
          </p:nvGrpSpPr>
          <p:grpSpPr>
            <a:xfrm>
              <a:off x="5791201" y="3466847"/>
              <a:ext cx="195595" cy="430764"/>
              <a:chOff x="6588125" y="1557338"/>
              <a:chExt cx="815975" cy="1797051"/>
            </a:xfrm>
            <a:solidFill>
              <a:schemeClr val="bg1">
                <a:lumMod val="85000"/>
              </a:schemeClr>
            </a:solidFill>
          </p:grpSpPr>
          <p:sp>
            <p:nvSpPr>
              <p:cNvPr id="297" name="Oval 29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99" name="Group 298"/>
            <p:cNvGrpSpPr/>
            <p:nvPr/>
          </p:nvGrpSpPr>
          <p:grpSpPr>
            <a:xfrm>
              <a:off x="6032408" y="3466847"/>
              <a:ext cx="195595" cy="430764"/>
              <a:chOff x="6588125" y="1557338"/>
              <a:chExt cx="815975" cy="1797051"/>
            </a:xfrm>
            <a:solidFill>
              <a:schemeClr val="bg1">
                <a:lumMod val="85000"/>
              </a:schemeClr>
            </a:solidFill>
          </p:grpSpPr>
          <p:sp>
            <p:nvSpPr>
              <p:cNvPr id="300" name="Oval 29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02" name="Group 301"/>
            <p:cNvGrpSpPr/>
            <p:nvPr/>
          </p:nvGrpSpPr>
          <p:grpSpPr>
            <a:xfrm>
              <a:off x="6255943" y="3466847"/>
              <a:ext cx="195595" cy="430764"/>
              <a:chOff x="6588125" y="1557338"/>
              <a:chExt cx="815975" cy="1797051"/>
            </a:xfrm>
            <a:solidFill>
              <a:schemeClr val="bg1">
                <a:lumMod val="85000"/>
              </a:schemeClr>
            </a:solidFill>
          </p:grpSpPr>
          <p:sp>
            <p:nvSpPr>
              <p:cNvPr id="303" name="Oval 30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05" name="Group 304"/>
            <p:cNvGrpSpPr/>
            <p:nvPr/>
          </p:nvGrpSpPr>
          <p:grpSpPr>
            <a:xfrm>
              <a:off x="6503666" y="3466847"/>
              <a:ext cx="195595" cy="430764"/>
              <a:chOff x="6588125" y="1557338"/>
              <a:chExt cx="815975" cy="1797051"/>
            </a:xfrm>
            <a:solidFill>
              <a:schemeClr val="bg1">
                <a:lumMod val="85000"/>
              </a:schemeClr>
            </a:solidFill>
          </p:grpSpPr>
          <p:sp>
            <p:nvSpPr>
              <p:cNvPr id="306" name="Oval 30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08" name="Group 307"/>
            <p:cNvGrpSpPr/>
            <p:nvPr/>
          </p:nvGrpSpPr>
          <p:grpSpPr>
            <a:xfrm>
              <a:off x="6727202" y="3466847"/>
              <a:ext cx="195595" cy="430764"/>
              <a:chOff x="6588125" y="1557338"/>
              <a:chExt cx="815975" cy="1797051"/>
            </a:xfrm>
            <a:solidFill>
              <a:schemeClr val="bg1">
                <a:lumMod val="85000"/>
              </a:schemeClr>
            </a:solidFill>
          </p:grpSpPr>
          <p:sp>
            <p:nvSpPr>
              <p:cNvPr id="309" name="Oval 30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11" name="Group 310"/>
            <p:cNvGrpSpPr/>
            <p:nvPr/>
          </p:nvGrpSpPr>
          <p:grpSpPr>
            <a:xfrm>
              <a:off x="6967143" y="3466847"/>
              <a:ext cx="195595" cy="430764"/>
              <a:chOff x="6588125" y="1557338"/>
              <a:chExt cx="815975" cy="1797051"/>
            </a:xfrm>
            <a:solidFill>
              <a:schemeClr val="bg1">
                <a:lumMod val="85000"/>
              </a:schemeClr>
            </a:solidFill>
          </p:grpSpPr>
          <p:sp>
            <p:nvSpPr>
              <p:cNvPr id="312" name="Oval 31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14" name="Group 313"/>
            <p:cNvGrpSpPr/>
            <p:nvPr/>
          </p:nvGrpSpPr>
          <p:grpSpPr>
            <a:xfrm>
              <a:off x="7190679" y="3466847"/>
              <a:ext cx="195595" cy="430764"/>
              <a:chOff x="6588125" y="1557338"/>
              <a:chExt cx="815975" cy="1797051"/>
            </a:xfrm>
            <a:solidFill>
              <a:schemeClr val="bg1">
                <a:lumMod val="85000"/>
              </a:schemeClr>
            </a:solidFill>
          </p:grpSpPr>
          <p:sp>
            <p:nvSpPr>
              <p:cNvPr id="315" name="Oval 31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9" name="Group 8"/>
          <p:cNvGrpSpPr/>
          <p:nvPr/>
        </p:nvGrpSpPr>
        <p:grpSpPr>
          <a:xfrm>
            <a:off x="5068601" y="4178047"/>
            <a:ext cx="2317673" cy="938764"/>
            <a:chOff x="5068601" y="4178047"/>
            <a:chExt cx="2317673" cy="938764"/>
          </a:xfrm>
        </p:grpSpPr>
        <p:grpSp>
          <p:nvGrpSpPr>
            <p:cNvPr id="318" name="Group 317"/>
            <p:cNvGrpSpPr/>
            <p:nvPr/>
          </p:nvGrpSpPr>
          <p:grpSpPr>
            <a:xfrm>
              <a:off x="5068601" y="4178047"/>
              <a:ext cx="195595" cy="430764"/>
              <a:chOff x="6588125" y="1557338"/>
              <a:chExt cx="815975" cy="1797051"/>
            </a:xfrm>
            <a:solidFill>
              <a:srgbClr val="15A185"/>
            </a:solidFill>
          </p:grpSpPr>
          <p:sp>
            <p:nvSpPr>
              <p:cNvPr id="319" name="Oval 31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21" name="Group 320"/>
            <p:cNvGrpSpPr/>
            <p:nvPr/>
          </p:nvGrpSpPr>
          <p:grpSpPr>
            <a:xfrm>
              <a:off x="5305946" y="4178047"/>
              <a:ext cx="195595" cy="430764"/>
              <a:chOff x="6588125" y="1557338"/>
              <a:chExt cx="815975" cy="1797051"/>
            </a:xfrm>
            <a:solidFill>
              <a:srgbClr val="15A185"/>
            </a:solidFill>
          </p:grpSpPr>
          <p:sp>
            <p:nvSpPr>
              <p:cNvPr id="322" name="Oval 32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24" name="Group 323"/>
            <p:cNvGrpSpPr/>
            <p:nvPr/>
          </p:nvGrpSpPr>
          <p:grpSpPr>
            <a:xfrm>
              <a:off x="5553669" y="4178047"/>
              <a:ext cx="195595" cy="430764"/>
              <a:chOff x="6588125" y="1557338"/>
              <a:chExt cx="815975" cy="1797051"/>
            </a:xfrm>
            <a:solidFill>
              <a:srgbClr val="15A185"/>
            </a:solidFill>
          </p:grpSpPr>
          <p:sp>
            <p:nvSpPr>
              <p:cNvPr id="325" name="Oval 32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27" name="Group 326"/>
            <p:cNvGrpSpPr/>
            <p:nvPr/>
          </p:nvGrpSpPr>
          <p:grpSpPr>
            <a:xfrm>
              <a:off x="5791201" y="4178047"/>
              <a:ext cx="195595" cy="430764"/>
              <a:chOff x="6588125" y="1557338"/>
              <a:chExt cx="815975" cy="1797051"/>
            </a:xfrm>
            <a:solidFill>
              <a:srgbClr val="15A185"/>
            </a:solidFill>
          </p:grpSpPr>
          <p:sp>
            <p:nvSpPr>
              <p:cNvPr id="328" name="Oval 32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0" name="Group 329"/>
            <p:cNvGrpSpPr/>
            <p:nvPr/>
          </p:nvGrpSpPr>
          <p:grpSpPr>
            <a:xfrm>
              <a:off x="6032408" y="4178047"/>
              <a:ext cx="195595" cy="430764"/>
              <a:chOff x="6588125" y="1557338"/>
              <a:chExt cx="815975" cy="1797051"/>
            </a:xfrm>
            <a:solidFill>
              <a:srgbClr val="15A185"/>
            </a:solidFill>
          </p:grpSpPr>
          <p:sp>
            <p:nvSpPr>
              <p:cNvPr id="331" name="Oval 33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3" name="Group 332"/>
            <p:cNvGrpSpPr/>
            <p:nvPr/>
          </p:nvGrpSpPr>
          <p:grpSpPr>
            <a:xfrm>
              <a:off x="6255943" y="4178047"/>
              <a:ext cx="195595" cy="430764"/>
              <a:chOff x="6588125" y="1557338"/>
              <a:chExt cx="815975" cy="1797051"/>
            </a:xfrm>
            <a:solidFill>
              <a:srgbClr val="15A185"/>
            </a:solidFill>
          </p:grpSpPr>
          <p:sp>
            <p:nvSpPr>
              <p:cNvPr id="334" name="Oval 33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6" name="Group 335"/>
            <p:cNvGrpSpPr/>
            <p:nvPr/>
          </p:nvGrpSpPr>
          <p:grpSpPr>
            <a:xfrm>
              <a:off x="6503666" y="4178047"/>
              <a:ext cx="195595" cy="430764"/>
              <a:chOff x="6588125" y="1557338"/>
              <a:chExt cx="815975" cy="1797051"/>
            </a:xfrm>
            <a:solidFill>
              <a:schemeClr val="bg1">
                <a:lumMod val="85000"/>
              </a:schemeClr>
            </a:solidFill>
          </p:grpSpPr>
          <p:sp>
            <p:nvSpPr>
              <p:cNvPr id="337" name="Oval 33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9" name="Group 338"/>
            <p:cNvGrpSpPr/>
            <p:nvPr/>
          </p:nvGrpSpPr>
          <p:grpSpPr>
            <a:xfrm>
              <a:off x="6727202" y="4178047"/>
              <a:ext cx="195595" cy="430764"/>
              <a:chOff x="6588125" y="1557338"/>
              <a:chExt cx="815975" cy="1797051"/>
            </a:xfrm>
            <a:solidFill>
              <a:schemeClr val="bg1">
                <a:lumMod val="85000"/>
              </a:schemeClr>
            </a:solidFill>
          </p:grpSpPr>
          <p:sp>
            <p:nvSpPr>
              <p:cNvPr id="340" name="Oval 33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42" name="Group 341"/>
            <p:cNvGrpSpPr/>
            <p:nvPr/>
          </p:nvGrpSpPr>
          <p:grpSpPr>
            <a:xfrm>
              <a:off x="6967143" y="4178047"/>
              <a:ext cx="195595" cy="430764"/>
              <a:chOff x="6588125" y="1557338"/>
              <a:chExt cx="815975" cy="1797051"/>
            </a:xfrm>
            <a:solidFill>
              <a:schemeClr val="bg1">
                <a:lumMod val="85000"/>
              </a:schemeClr>
            </a:solidFill>
          </p:grpSpPr>
          <p:sp>
            <p:nvSpPr>
              <p:cNvPr id="343" name="Oval 34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45" name="Group 344"/>
            <p:cNvGrpSpPr/>
            <p:nvPr/>
          </p:nvGrpSpPr>
          <p:grpSpPr>
            <a:xfrm>
              <a:off x="7190679" y="4178047"/>
              <a:ext cx="195595" cy="430764"/>
              <a:chOff x="6588125" y="1557338"/>
              <a:chExt cx="815975" cy="1797051"/>
            </a:xfrm>
            <a:solidFill>
              <a:schemeClr val="bg1">
                <a:lumMod val="85000"/>
              </a:schemeClr>
            </a:solidFill>
          </p:grpSpPr>
          <p:sp>
            <p:nvSpPr>
              <p:cNvPr id="346" name="Oval 34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48" name="Group 347"/>
            <p:cNvGrpSpPr/>
            <p:nvPr/>
          </p:nvGrpSpPr>
          <p:grpSpPr>
            <a:xfrm>
              <a:off x="5068601" y="4686047"/>
              <a:ext cx="195595" cy="430764"/>
              <a:chOff x="6588125" y="1557338"/>
              <a:chExt cx="815975" cy="1797051"/>
            </a:xfrm>
            <a:solidFill>
              <a:schemeClr val="bg1">
                <a:lumMod val="85000"/>
              </a:schemeClr>
            </a:solidFill>
          </p:grpSpPr>
          <p:sp>
            <p:nvSpPr>
              <p:cNvPr id="349" name="Oval 34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51" name="Group 350"/>
            <p:cNvGrpSpPr/>
            <p:nvPr/>
          </p:nvGrpSpPr>
          <p:grpSpPr>
            <a:xfrm>
              <a:off x="5305946" y="4686047"/>
              <a:ext cx="195595" cy="430764"/>
              <a:chOff x="6588125" y="1557338"/>
              <a:chExt cx="815975" cy="1797051"/>
            </a:xfrm>
            <a:solidFill>
              <a:schemeClr val="bg1">
                <a:lumMod val="85000"/>
              </a:schemeClr>
            </a:solidFill>
          </p:grpSpPr>
          <p:sp>
            <p:nvSpPr>
              <p:cNvPr id="352" name="Oval 35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54" name="Group 353"/>
            <p:cNvGrpSpPr/>
            <p:nvPr/>
          </p:nvGrpSpPr>
          <p:grpSpPr>
            <a:xfrm>
              <a:off x="5553669" y="4686047"/>
              <a:ext cx="195595" cy="430764"/>
              <a:chOff x="6588125" y="1557338"/>
              <a:chExt cx="815975" cy="1797051"/>
            </a:xfrm>
            <a:solidFill>
              <a:schemeClr val="bg1">
                <a:lumMod val="85000"/>
              </a:schemeClr>
            </a:solidFill>
          </p:grpSpPr>
          <p:sp>
            <p:nvSpPr>
              <p:cNvPr id="355" name="Oval 35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57" name="Group 356"/>
            <p:cNvGrpSpPr/>
            <p:nvPr/>
          </p:nvGrpSpPr>
          <p:grpSpPr>
            <a:xfrm>
              <a:off x="5791201" y="4686047"/>
              <a:ext cx="195595" cy="430764"/>
              <a:chOff x="6588125" y="1557338"/>
              <a:chExt cx="815975" cy="1797051"/>
            </a:xfrm>
            <a:solidFill>
              <a:schemeClr val="bg1">
                <a:lumMod val="85000"/>
              </a:schemeClr>
            </a:solidFill>
          </p:grpSpPr>
          <p:sp>
            <p:nvSpPr>
              <p:cNvPr id="358" name="Oval 35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60" name="Group 359"/>
            <p:cNvGrpSpPr/>
            <p:nvPr/>
          </p:nvGrpSpPr>
          <p:grpSpPr>
            <a:xfrm>
              <a:off x="6032408" y="4686047"/>
              <a:ext cx="195595" cy="430764"/>
              <a:chOff x="6588125" y="1557338"/>
              <a:chExt cx="815975" cy="1797051"/>
            </a:xfrm>
            <a:solidFill>
              <a:schemeClr val="bg1">
                <a:lumMod val="85000"/>
              </a:schemeClr>
            </a:solidFill>
          </p:grpSpPr>
          <p:sp>
            <p:nvSpPr>
              <p:cNvPr id="361" name="Oval 36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63" name="Group 362"/>
            <p:cNvGrpSpPr/>
            <p:nvPr/>
          </p:nvGrpSpPr>
          <p:grpSpPr>
            <a:xfrm>
              <a:off x="6255943" y="4686047"/>
              <a:ext cx="195595" cy="430764"/>
              <a:chOff x="6588125" y="1557338"/>
              <a:chExt cx="815975" cy="1797051"/>
            </a:xfrm>
            <a:solidFill>
              <a:schemeClr val="bg1">
                <a:lumMod val="85000"/>
              </a:schemeClr>
            </a:solidFill>
          </p:grpSpPr>
          <p:sp>
            <p:nvSpPr>
              <p:cNvPr id="364" name="Oval 36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66" name="Group 365"/>
            <p:cNvGrpSpPr/>
            <p:nvPr/>
          </p:nvGrpSpPr>
          <p:grpSpPr>
            <a:xfrm>
              <a:off x="6503666" y="4686047"/>
              <a:ext cx="195595" cy="430764"/>
              <a:chOff x="6588125" y="1557338"/>
              <a:chExt cx="815975" cy="1797051"/>
            </a:xfrm>
            <a:solidFill>
              <a:schemeClr val="bg1">
                <a:lumMod val="85000"/>
              </a:schemeClr>
            </a:solidFill>
          </p:grpSpPr>
          <p:sp>
            <p:nvSpPr>
              <p:cNvPr id="367" name="Oval 36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69" name="Group 368"/>
            <p:cNvGrpSpPr/>
            <p:nvPr/>
          </p:nvGrpSpPr>
          <p:grpSpPr>
            <a:xfrm>
              <a:off x="6727202" y="4686047"/>
              <a:ext cx="195595" cy="430764"/>
              <a:chOff x="6588125" y="1557338"/>
              <a:chExt cx="815975" cy="1797051"/>
            </a:xfrm>
            <a:solidFill>
              <a:schemeClr val="bg1">
                <a:lumMod val="85000"/>
              </a:schemeClr>
            </a:solidFill>
          </p:grpSpPr>
          <p:sp>
            <p:nvSpPr>
              <p:cNvPr id="370" name="Oval 36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72" name="Group 371"/>
            <p:cNvGrpSpPr/>
            <p:nvPr/>
          </p:nvGrpSpPr>
          <p:grpSpPr>
            <a:xfrm>
              <a:off x="6967143" y="4686047"/>
              <a:ext cx="195595" cy="430764"/>
              <a:chOff x="6588125" y="1557338"/>
              <a:chExt cx="815975" cy="1797051"/>
            </a:xfrm>
            <a:solidFill>
              <a:schemeClr val="bg1">
                <a:lumMod val="85000"/>
              </a:schemeClr>
            </a:solidFill>
          </p:grpSpPr>
          <p:sp>
            <p:nvSpPr>
              <p:cNvPr id="373" name="Oval 37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75" name="Group 374"/>
            <p:cNvGrpSpPr/>
            <p:nvPr/>
          </p:nvGrpSpPr>
          <p:grpSpPr>
            <a:xfrm>
              <a:off x="7190679" y="4686047"/>
              <a:ext cx="195595" cy="430764"/>
              <a:chOff x="6588125" y="1557338"/>
              <a:chExt cx="815975" cy="1797051"/>
            </a:xfrm>
            <a:solidFill>
              <a:schemeClr val="bg1">
                <a:lumMod val="85000"/>
              </a:schemeClr>
            </a:solidFill>
          </p:grpSpPr>
          <p:sp>
            <p:nvSpPr>
              <p:cNvPr id="376" name="Oval 37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1" name="Group 10"/>
          <p:cNvGrpSpPr/>
          <p:nvPr/>
        </p:nvGrpSpPr>
        <p:grpSpPr>
          <a:xfrm>
            <a:off x="5068601" y="5397247"/>
            <a:ext cx="2317673" cy="938764"/>
            <a:chOff x="5068601" y="5397247"/>
            <a:chExt cx="2317673" cy="938764"/>
          </a:xfrm>
        </p:grpSpPr>
        <p:grpSp>
          <p:nvGrpSpPr>
            <p:cNvPr id="379" name="Group 378"/>
            <p:cNvGrpSpPr/>
            <p:nvPr/>
          </p:nvGrpSpPr>
          <p:grpSpPr>
            <a:xfrm>
              <a:off x="5068601" y="5397247"/>
              <a:ext cx="195595" cy="430764"/>
              <a:chOff x="6588125" y="1557338"/>
              <a:chExt cx="815975" cy="1797051"/>
            </a:xfrm>
            <a:solidFill>
              <a:srgbClr val="297F9D"/>
            </a:solidFill>
          </p:grpSpPr>
          <p:sp>
            <p:nvSpPr>
              <p:cNvPr id="380" name="Oval 37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82" name="Group 381"/>
            <p:cNvGrpSpPr/>
            <p:nvPr/>
          </p:nvGrpSpPr>
          <p:grpSpPr>
            <a:xfrm>
              <a:off x="5305946" y="5397247"/>
              <a:ext cx="195595" cy="430764"/>
              <a:chOff x="6588125" y="1557338"/>
              <a:chExt cx="815975" cy="1797051"/>
            </a:xfrm>
            <a:solidFill>
              <a:srgbClr val="297F9D"/>
            </a:solidFill>
          </p:grpSpPr>
          <p:sp>
            <p:nvSpPr>
              <p:cNvPr id="383" name="Oval 38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85" name="Group 384"/>
            <p:cNvGrpSpPr/>
            <p:nvPr/>
          </p:nvGrpSpPr>
          <p:grpSpPr>
            <a:xfrm>
              <a:off x="5553669" y="5397247"/>
              <a:ext cx="195595" cy="430764"/>
              <a:chOff x="6588125" y="1557338"/>
              <a:chExt cx="815975" cy="1797051"/>
            </a:xfrm>
            <a:solidFill>
              <a:srgbClr val="297F9D"/>
            </a:solidFill>
          </p:grpSpPr>
          <p:sp>
            <p:nvSpPr>
              <p:cNvPr id="386" name="Oval 38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88" name="Group 387"/>
            <p:cNvGrpSpPr/>
            <p:nvPr/>
          </p:nvGrpSpPr>
          <p:grpSpPr>
            <a:xfrm>
              <a:off x="5791201" y="5397247"/>
              <a:ext cx="195595" cy="430764"/>
              <a:chOff x="6588125" y="1557338"/>
              <a:chExt cx="815975" cy="1797051"/>
            </a:xfrm>
            <a:solidFill>
              <a:srgbClr val="297F9D"/>
            </a:solidFill>
          </p:grpSpPr>
          <p:sp>
            <p:nvSpPr>
              <p:cNvPr id="389" name="Oval 38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91" name="Group 390"/>
            <p:cNvGrpSpPr/>
            <p:nvPr/>
          </p:nvGrpSpPr>
          <p:grpSpPr>
            <a:xfrm>
              <a:off x="6032408" y="5397247"/>
              <a:ext cx="195595" cy="430764"/>
              <a:chOff x="6588125" y="1557338"/>
              <a:chExt cx="815975" cy="1797051"/>
            </a:xfrm>
            <a:solidFill>
              <a:srgbClr val="297F9D"/>
            </a:solidFill>
          </p:grpSpPr>
          <p:sp>
            <p:nvSpPr>
              <p:cNvPr id="392" name="Oval 39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94" name="Group 393"/>
            <p:cNvGrpSpPr/>
            <p:nvPr/>
          </p:nvGrpSpPr>
          <p:grpSpPr>
            <a:xfrm>
              <a:off x="6255943" y="5397247"/>
              <a:ext cx="195595" cy="430764"/>
              <a:chOff x="6588125" y="1557338"/>
              <a:chExt cx="815975" cy="1797051"/>
            </a:xfrm>
            <a:solidFill>
              <a:srgbClr val="297F9D"/>
            </a:solidFill>
          </p:grpSpPr>
          <p:sp>
            <p:nvSpPr>
              <p:cNvPr id="395" name="Oval 39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97" name="Group 396"/>
            <p:cNvGrpSpPr/>
            <p:nvPr/>
          </p:nvGrpSpPr>
          <p:grpSpPr>
            <a:xfrm>
              <a:off x="6503666" y="5397247"/>
              <a:ext cx="195595" cy="430764"/>
              <a:chOff x="6588125" y="1557338"/>
              <a:chExt cx="815975" cy="1797051"/>
            </a:xfrm>
            <a:solidFill>
              <a:srgbClr val="297F9D"/>
            </a:solidFill>
          </p:grpSpPr>
          <p:sp>
            <p:nvSpPr>
              <p:cNvPr id="398" name="Oval 39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00" name="Group 399"/>
            <p:cNvGrpSpPr/>
            <p:nvPr/>
          </p:nvGrpSpPr>
          <p:grpSpPr>
            <a:xfrm>
              <a:off x="6727202" y="5397247"/>
              <a:ext cx="195595" cy="430764"/>
              <a:chOff x="6588125" y="1557338"/>
              <a:chExt cx="815975" cy="1797051"/>
            </a:xfrm>
            <a:solidFill>
              <a:srgbClr val="297F9D"/>
            </a:solidFill>
          </p:grpSpPr>
          <p:sp>
            <p:nvSpPr>
              <p:cNvPr id="401" name="Oval 40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03" name="Group 402"/>
            <p:cNvGrpSpPr/>
            <p:nvPr/>
          </p:nvGrpSpPr>
          <p:grpSpPr>
            <a:xfrm>
              <a:off x="6967143" y="5397247"/>
              <a:ext cx="195595" cy="430764"/>
              <a:chOff x="6588125" y="1557338"/>
              <a:chExt cx="815975" cy="1797051"/>
            </a:xfrm>
            <a:solidFill>
              <a:srgbClr val="297F9D"/>
            </a:solidFill>
          </p:grpSpPr>
          <p:sp>
            <p:nvSpPr>
              <p:cNvPr id="404" name="Oval 40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06" name="Group 405"/>
            <p:cNvGrpSpPr/>
            <p:nvPr/>
          </p:nvGrpSpPr>
          <p:grpSpPr>
            <a:xfrm>
              <a:off x="7190679" y="5397247"/>
              <a:ext cx="195595" cy="430764"/>
              <a:chOff x="6588125" y="1557338"/>
              <a:chExt cx="815975" cy="1797051"/>
            </a:xfrm>
            <a:solidFill>
              <a:srgbClr val="297F9D"/>
            </a:solidFill>
          </p:grpSpPr>
          <p:sp>
            <p:nvSpPr>
              <p:cNvPr id="407" name="Oval 40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09" name="Group 408"/>
            <p:cNvGrpSpPr/>
            <p:nvPr/>
          </p:nvGrpSpPr>
          <p:grpSpPr>
            <a:xfrm>
              <a:off x="5068601" y="5905247"/>
              <a:ext cx="195595" cy="430764"/>
              <a:chOff x="6588125" y="1557338"/>
              <a:chExt cx="815975" cy="1797051"/>
            </a:xfrm>
            <a:solidFill>
              <a:srgbClr val="297F9D"/>
            </a:solidFill>
          </p:grpSpPr>
          <p:sp>
            <p:nvSpPr>
              <p:cNvPr id="410" name="Oval 409"/>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12" name="Group 411"/>
            <p:cNvGrpSpPr/>
            <p:nvPr/>
          </p:nvGrpSpPr>
          <p:grpSpPr>
            <a:xfrm>
              <a:off x="5305946" y="5905247"/>
              <a:ext cx="195595" cy="430764"/>
              <a:chOff x="6588125" y="1557338"/>
              <a:chExt cx="815975" cy="1797051"/>
            </a:xfrm>
            <a:solidFill>
              <a:srgbClr val="297F9D"/>
            </a:solidFill>
          </p:grpSpPr>
          <p:sp>
            <p:nvSpPr>
              <p:cNvPr id="413" name="Oval 412"/>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15" name="Group 414"/>
            <p:cNvGrpSpPr/>
            <p:nvPr/>
          </p:nvGrpSpPr>
          <p:grpSpPr>
            <a:xfrm>
              <a:off x="5553669" y="5905247"/>
              <a:ext cx="195595" cy="430764"/>
              <a:chOff x="6588125" y="1557338"/>
              <a:chExt cx="815975" cy="1797051"/>
            </a:xfrm>
            <a:solidFill>
              <a:srgbClr val="297F9D"/>
            </a:solidFill>
          </p:grpSpPr>
          <p:sp>
            <p:nvSpPr>
              <p:cNvPr id="416" name="Oval 41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18" name="Group 417"/>
            <p:cNvGrpSpPr/>
            <p:nvPr/>
          </p:nvGrpSpPr>
          <p:grpSpPr>
            <a:xfrm>
              <a:off x="5791201" y="5905247"/>
              <a:ext cx="195595" cy="430764"/>
              <a:chOff x="6588125" y="1557338"/>
              <a:chExt cx="815975" cy="1797051"/>
            </a:xfrm>
            <a:solidFill>
              <a:srgbClr val="297F9D"/>
            </a:solidFill>
          </p:grpSpPr>
          <p:sp>
            <p:nvSpPr>
              <p:cNvPr id="419" name="Oval 418"/>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21" name="Group 420"/>
            <p:cNvGrpSpPr/>
            <p:nvPr/>
          </p:nvGrpSpPr>
          <p:grpSpPr>
            <a:xfrm>
              <a:off x="6032408" y="5905247"/>
              <a:ext cx="195595" cy="430764"/>
              <a:chOff x="6588125" y="1557338"/>
              <a:chExt cx="815975" cy="1797051"/>
            </a:xfrm>
            <a:solidFill>
              <a:srgbClr val="297F9D"/>
            </a:solidFill>
          </p:grpSpPr>
          <p:sp>
            <p:nvSpPr>
              <p:cNvPr id="422" name="Oval 421"/>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24" name="Group 423"/>
            <p:cNvGrpSpPr/>
            <p:nvPr/>
          </p:nvGrpSpPr>
          <p:grpSpPr>
            <a:xfrm>
              <a:off x="6255943" y="5905247"/>
              <a:ext cx="195595" cy="430764"/>
              <a:chOff x="6588125" y="1557338"/>
              <a:chExt cx="815975" cy="1797051"/>
            </a:xfrm>
            <a:solidFill>
              <a:srgbClr val="297F9D"/>
            </a:solidFill>
          </p:grpSpPr>
          <p:sp>
            <p:nvSpPr>
              <p:cNvPr id="425" name="Oval 424"/>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27" name="Group 426"/>
            <p:cNvGrpSpPr/>
            <p:nvPr/>
          </p:nvGrpSpPr>
          <p:grpSpPr>
            <a:xfrm>
              <a:off x="6503666" y="5905247"/>
              <a:ext cx="195595" cy="430764"/>
              <a:chOff x="6588125" y="1557338"/>
              <a:chExt cx="815975" cy="1797051"/>
            </a:xfrm>
            <a:solidFill>
              <a:srgbClr val="297F9D"/>
            </a:solidFill>
          </p:grpSpPr>
          <p:sp>
            <p:nvSpPr>
              <p:cNvPr id="428" name="Oval 427"/>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30" name="Group 429"/>
            <p:cNvGrpSpPr/>
            <p:nvPr/>
          </p:nvGrpSpPr>
          <p:grpSpPr>
            <a:xfrm>
              <a:off x="6727202" y="5905247"/>
              <a:ext cx="195595" cy="430764"/>
              <a:chOff x="6588125" y="1557338"/>
              <a:chExt cx="815975" cy="1797051"/>
            </a:xfrm>
            <a:solidFill>
              <a:schemeClr val="bg1">
                <a:lumMod val="85000"/>
              </a:schemeClr>
            </a:solidFill>
          </p:grpSpPr>
          <p:sp>
            <p:nvSpPr>
              <p:cNvPr id="431" name="Oval 430"/>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33" name="Group 432"/>
            <p:cNvGrpSpPr/>
            <p:nvPr/>
          </p:nvGrpSpPr>
          <p:grpSpPr>
            <a:xfrm>
              <a:off x="6967143" y="5905247"/>
              <a:ext cx="195595" cy="430764"/>
              <a:chOff x="6588125" y="1557338"/>
              <a:chExt cx="815975" cy="1797051"/>
            </a:xfrm>
            <a:solidFill>
              <a:schemeClr val="bg1">
                <a:lumMod val="85000"/>
              </a:schemeClr>
            </a:solidFill>
          </p:grpSpPr>
          <p:sp>
            <p:nvSpPr>
              <p:cNvPr id="434" name="Oval 433"/>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36" name="Group 435"/>
            <p:cNvGrpSpPr/>
            <p:nvPr/>
          </p:nvGrpSpPr>
          <p:grpSpPr>
            <a:xfrm>
              <a:off x="7190679" y="5905247"/>
              <a:ext cx="195595" cy="430764"/>
              <a:chOff x="6588125" y="1557338"/>
              <a:chExt cx="815975" cy="1797051"/>
            </a:xfrm>
            <a:solidFill>
              <a:schemeClr val="bg1">
                <a:lumMod val="85000"/>
              </a:schemeClr>
            </a:solidFill>
          </p:grpSpPr>
          <p:sp>
            <p:nvSpPr>
              <p:cNvPr id="437" name="Oval 436"/>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cxnSp>
        <p:nvCxnSpPr>
          <p:cNvPr id="443" name="Straight Arrow Connector 442"/>
          <p:cNvCxnSpPr>
            <a:stCxn id="8" idx="6"/>
            <a:endCxn id="10" idx="2"/>
          </p:cNvCxnSpPr>
          <p:nvPr/>
        </p:nvCxnSpPr>
        <p:spPr>
          <a:xfrm flipV="1">
            <a:off x="2537936" y="2209030"/>
            <a:ext cx="1501699" cy="168754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45" name="Straight Arrow Connector 444"/>
          <p:cNvCxnSpPr>
            <a:stCxn id="8" idx="6"/>
            <a:endCxn id="256" idx="2"/>
          </p:cNvCxnSpPr>
          <p:nvPr/>
        </p:nvCxnSpPr>
        <p:spPr>
          <a:xfrm flipV="1">
            <a:off x="2537936" y="3428230"/>
            <a:ext cx="1501699" cy="46834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8433" name="Straight Arrow Connector 18432"/>
          <p:cNvCxnSpPr>
            <a:stCxn id="8" idx="6"/>
            <a:endCxn id="317" idx="2"/>
          </p:cNvCxnSpPr>
          <p:nvPr/>
        </p:nvCxnSpPr>
        <p:spPr>
          <a:xfrm>
            <a:off x="2537936" y="3896579"/>
            <a:ext cx="1501699" cy="750851"/>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8436" name="Straight Arrow Connector 18435"/>
          <p:cNvCxnSpPr>
            <a:stCxn id="8" idx="6"/>
            <a:endCxn id="378" idx="2"/>
          </p:cNvCxnSpPr>
          <p:nvPr/>
        </p:nvCxnSpPr>
        <p:spPr>
          <a:xfrm>
            <a:off x="2537936" y="3896579"/>
            <a:ext cx="1501699" cy="1970051"/>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18437" name="Right Brace 18436"/>
          <p:cNvSpPr/>
          <p:nvPr/>
        </p:nvSpPr>
        <p:spPr>
          <a:xfrm>
            <a:off x="7518400" y="1739647"/>
            <a:ext cx="304800" cy="938764"/>
          </a:xfrm>
          <a:prstGeom prst="rightBrac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4" name="Rectangle 453"/>
          <p:cNvSpPr/>
          <p:nvPr/>
        </p:nvSpPr>
        <p:spPr>
          <a:xfrm>
            <a:off x="8128000" y="1600201"/>
            <a:ext cx="3402432" cy="1179875"/>
          </a:xfrm>
          <a:prstGeom prst="rect">
            <a:avLst/>
          </a:prstGeom>
        </p:spPr>
        <p:txBody>
          <a:bodyPr wrap="square">
            <a:spAutoFit/>
          </a:bodyPr>
          <a:lstStyle/>
          <a:p>
            <a:r>
              <a:rPr lang="en-US" sz="2667">
                <a:solidFill>
                  <a:srgbClr val="C0392B"/>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75%</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Power</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457" name="Right Brace 456"/>
          <p:cNvSpPr/>
          <p:nvPr/>
        </p:nvSpPr>
        <p:spPr>
          <a:xfrm>
            <a:off x="7518400" y="3021058"/>
            <a:ext cx="304800" cy="938764"/>
          </a:xfrm>
          <a:prstGeom prst="rightBrac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8" name="Rectangle 457"/>
          <p:cNvSpPr/>
          <p:nvPr/>
        </p:nvSpPr>
        <p:spPr>
          <a:xfrm>
            <a:off x="8128000" y="2881611"/>
            <a:ext cx="3402432" cy="1179875"/>
          </a:xfrm>
          <a:prstGeom prst="rect">
            <a:avLst/>
          </a:prstGeom>
        </p:spPr>
        <p:txBody>
          <a:bodyPr wrap="square">
            <a:spAutoFit/>
          </a:bodyPr>
          <a:lstStyle/>
          <a:p>
            <a:r>
              <a:rPr lang="en-US" sz="2667">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45%</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Brand</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459" name="Right Brace 458"/>
          <p:cNvSpPr/>
          <p:nvPr/>
        </p:nvSpPr>
        <p:spPr>
          <a:xfrm>
            <a:off x="7518400" y="4217437"/>
            <a:ext cx="304800" cy="938764"/>
          </a:xfrm>
          <a:prstGeom prst="rightBrac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0" name="Rectangle 459"/>
          <p:cNvSpPr/>
          <p:nvPr/>
        </p:nvSpPr>
        <p:spPr>
          <a:xfrm>
            <a:off x="8128000" y="4077990"/>
            <a:ext cx="3402432" cy="1179875"/>
          </a:xfrm>
          <a:prstGeom prst="rect">
            <a:avLst/>
          </a:prstGeom>
        </p:spPr>
        <p:txBody>
          <a:bodyPr wrap="square">
            <a:spAutoFit/>
          </a:bodyPr>
          <a:lstStyle/>
          <a:p>
            <a:r>
              <a:rPr lang="en-US" sz="2667">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30%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Concept</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461" name="Right Brace 460"/>
          <p:cNvSpPr/>
          <p:nvPr/>
        </p:nvSpPr>
        <p:spPr>
          <a:xfrm>
            <a:off x="7518400" y="5498847"/>
            <a:ext cx="304800" cy="938764"/>
          </a:xfrm>
          <a:prstGeom prst="rightBrac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2" name="Rectangle 461"/>
          <p:cNvSpPr/>
          <p:nvPr/>
        </p:nvSpPr>
        <p:spPr>
          <a:xfrm>
            <a:off x="8128000" y="5359401"/>
            <a:ext cx="3402432" cy="1179875"/>
          </a:xfrm>
          <a:prstGeom prst="rect">
            <a:avLst/>
          </a:prstGeom>
        </p:spPr>
        <p:txBody>
          <a:bodyPr wrap="square">
            <a:spAutoFit/>
          </a:bodyPr>
          <a:lstStyle/>
          <a:p>
            <a:r>
              <a:rPr lang="en-US" sz="2667">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85%</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Perform</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18441" name="Group 18440"/>
          <p:cNvGrpSpPr/>
          <p:nvPr/>
        </p:nvGrpSpPr>
        <p:grpSpPr>
          <a:xfrm>
            <a:off x="4039635" y="4178047"/>
            <a:ext cx="938764" cy="938764"/>
            <a:chOff x="3029726" y="3133535"/>
            <a:chExt cx="704073" cy="704073"/>
          </a:xfrm>
        </p:grpSpPr>
        <p:sp>
          <p:nvSpPr>
            <p:cNvPr id="317" name="Oval 316"/>
            <p:cNvSpPr/>
            <p:nvPr/>
          </p:nvSpPr>
          <p:spPr>
            <a:xfrm>
              <a:off x="3029726" y="3133535"/>
              <a:ext cx="704073" cy="704073"/>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6" name="Freeform 465"/>
            <p:cNvSpPr>
              <a:spLocks noEditPoints="1"/>
            </p:cNvSpPr>
            <p:nvPr/>
          </p:nvSpPr>
          <p:spPr bwMode="auto">
            <a:xfrm>
              <a:off x="3234984" y="3275781"/>
              <a:ext cx="277816" cy="372573"/>
            </a:xfrm>
            <a:custGeom>
              <a:avLst/>
              <a:gdLst>
                <a:gd name="T0" fmla="*/ 108 w 108"/>
                <a:gd name="T1" fmla="*/ 145 h 145"/>
                <a:gd name="T2" fmla="*/ 0 w 108"/>
                <a:gd name="T3" fmla="*/ 145 h 145"/>
                <a:gd name="T4" fmla="*/ 0 w 108"/>
                <a:gd name="T5" fmla="*/ 135 h 145"/>
                <a:gd name="T6" fmla="*/ 13 w 108"/>
                <a:gd name="T7" fmla="*/ 124 h 145"/>
                <a:gd name="T8" fmla="*/ 96 w 108"/>
                <a:gd name="T9" fmla="*/ 124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3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9 w 108"/>
                <a:gd name="T35" fmla="*/ 12 h 145"/>
                <a:gd name="T36" fmla="*/ 60 w 108"/>
                <a:gd name="T37" fmla="*/ 12 h 145"/>
                <a:gd name="T38" fmla="*/ 68 w 108"/>
                <a:gd name="T39" fmla="*/ 36 h 145"/>
                <a:gd name="T40" fmla="*/ 41 w 108"/>
                <a:gd name="T41" fmla="*/ 36 h 145"/>
                <a:gd name="T42" fmla="*/ 49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5"/>
                    <a:pt x="0" y="135"/>
                    <a:pt x="0" y="135"/>
                  </a:cubicBezTo>
                  <a:cubicBezTo>
                    <a:pt x="13" y="124"/>
                    <a:pt x="13" y="124"/>
                    <a:pt x="13" y="124"/>
                  </a:cubicBezTo>
                  <a:cubicBezTo>
                    <a:pt x="96" y="124"/>
                    <a:pt x="96" y="124"/>
                    <a:pt x="96" y="124"/>
                  </a:cubicBezTo>
                  <a:cubicBezTo>
                    <a:pt x="108" y="135"/>
                    <a:pt x="108" y="135"/>
                    <a:pt x="108" y="135"/>
                  </a:cubicBezTo>
                  <a:lnTo>
                    <a:pt x="108" y="145"/>
                  </a:lnTo>
                  <a:close/>
                  <a:moveTo>
                    <a:pt x="16" y="116"/>
                  </a:moveTo>
                  <a:cubicBezTo>
                    <a:pt x="24" y="91"/>
                    <a:pt x="24" y="91"/>
                    <a:pt x="24" y="91"/>
                  </a:cubicBezTo>
                  <a:cubicBezTo>
                    <a:pt x="85" y="91"/>
                    <a:pt x="85" y="91"/>
                    <a:pt x="85" y="91"/>
                  </a:cubicBezTo>
                  <a:cubicBezTo>
                    <a:pt x="93" y="116"/>
                    <a:pt x="93" y="116"/>
                    <a:pt x="93"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8440" name="Group 18439"/>
          <p:cNvGrpSpPr/>
          <p:nvPr/>
        </p:nvGrpSpPr>
        <p:grpSpPr>
          <a:xfrm>
            <a:off x="4039635" y="2958847"/>
            <a:ext cx="938764" cy="938764"/>
            <a:chOff x="3029726" y="2219135"/>
            <a:chExt cx="704073" cy="704073"/>
          </a:xfrm>
        </p:grpSpPr>
        <p:sp>
          <p:nvSpPr>
            <p:cNvPr id="256" name="Oval 255"/>
            <p:cNvSpPr/>
            <p:nvPr/>
          </p:nvSpPr>
          <p:spPr>
            <a:xfrm>
              <a:off x="3029726" y="2219135"/>
              <a:ext cx="704073" cy="704073"/>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7" name="Freeform 32"/>
            <p:cNvSpPr/>
            <p:nvPr/>
          </p:nvSpPr>
          <p:spPr bwMode="auto">
            <a:xfrm>
              <a:off x="3212293" y="2418014"/>
              <a:ext cx="373491" cy="329954"/>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8442" name="Group 18441"/>
          <p:cNvGrpSpPr/>
          <p:nvPr/>
        </p:nvGrpSpPr>
        <p:grpSpPr>
          <a:xfrm>
            <a:off x="4039635" y="5397247"/>
            <a:ext cx="938764" cy="938764"/>
            <a:chOff x="3029726" y="4047935"/>
            <a:chExt cx="704073" cy="704073"/>
          </a:xfrm>
        </p:grpSpPr>
        <p:sp>
          <p:nvSpPr>
            <p:cNvPr id="378" name="Oval 377"/>
            <p:cNvSpPr/>
            <p:nvPr/>
          </p:nvSpPr>
          <p:spPr>
            <a:xfrm>
              <a:off x="3029726" y="4047935"/>
              <a:ext cx="704073" cy="704073"/>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68" name="Group 467"/>
            <p:cNvGrpSpPr/>
            <p:nvPr/>
          </p:nvGrpSpPr>
          <p:grpSpPr>
            <a:xfrm>
              <a:off x="3229491" y="4246716"/>
              <a:ext cx="262572" cy="303493"/>
              <a:chOff x="3339600" y="4181341"/>
              <a:chExt cx="244475" cy="282575"/>
            </a:xfrm>
            <a:solidFill>
              <a:schemeClr val="bg1"/>
            </a:solidFill>
          </p:grpSpPr>
          <p:sp>
            <p:nvSpPr>
              <p:cNvPr id="469" name="Rectangle 468"/>
              <p:cNvSpPr>
                <a:spLocks noChangeArrowheads="1"/>
              </p:cNvSpPr>
              <p:nvPr/>
            </p:nvSpPr>
            <p:spPr bwMode="auto">
              <a:xfrm>
                <a:off x="3476125" y="4236903"/>
                <a:ext cx="41275" cy="2270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0" name="Rectangle 469"/>
              <p:cNvSpPr>
                <a:spLocks noChangeArrowheads="1"/>
              </p:cNvSpPr>
              <p:nvPr/>
            </p:nvSpPr>
            <p:spPr bwMode="auto">
              <a:xfrm>
                <a:off x="3409450" y="4282941"/>
                <a:ext cx="41275" cy="180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1" name="Rectangle 470"/>
              <p:cNvSpPr>
                <a:spLocks noChangeArrowheads="1"/>
              </p:cNvSpPr>
              <p:nvPr/>
            </p:nvSpPr>
            <p:spPr bwMode="auto">
              <a:xfrm>
                <a:off x="3339600" y="4317866"/>
                <a:ext cx="42863" cy="146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2" name="Rectangle 471"/>
              <p:cNvSpPr>
                <a:spLocks noChangeArrowheads="1"/>
              </p:cNvSpPr>
              <p:nvPr/>
            </p:nvSpPr>
            <p:spPr bwMode="auto">
              <a:xfrm>
                <a:off x="3542800" y="4181341"/>
                <a:ext cx="41275" cy="282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8439" name="Group 18438"/>
          <p:cNvGrpSpPr/>
          <p:nvPr/>
        </p:nvGrpSpPr>
        <p:grpSpPr>
          <a:xfrm>
            <a:off x="4039635" y="1739647"/>
            <a:ext cx="938764" cy="938764"/>
            <a:chOff x="3029726" y="1304735"/>
            <a:chExt cx="704073" cy="704073"/>
          </a:xfrm>
        </p:grpSpPr>
        <p:sp>
          <p:nvSpPr>
            <p:cNvPr id="10" name="Oval 9"/>
            <p:cNvSpPr/>
            <p:nvPr/>
          </p:nvSpPr>
          <p:spPr>
            <a:xfrm>
              <a:off x="3029726" y="1304735"/>
              <a:ext cx="704073" cy="704073"/>
            </a:xfrm>
            <a:prstGeom prst="ellipse">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73" name="Group 472"/>
            <p:cNvGrpSpPr/>
            <p:nvPr/>
          </p:nvGrpSpPr>
          <p:grpSpPr>
            <a:xfrm>
              <a:off x="3199457" y="1513213"/>
              <a:ext cx="364609" cy="278046"/>
              <a:chOff x="4914900" y="1812925"/>
              <a:chExt cx="441326" cy="336550"/>
            </a:xfrm>
            <a:solidFill>
              <a:schemeClr val="bg1"/>
            </a:solidFill>
          </p:grpSpPr>
          <p:sp>
            <p:nvSpPr>
              <p:cNvPr id="474" name="Freeform 5"/>
              <p:cNvSpPr/>
              <p:nvPr/>
            </p:nvSpPr>
            <p:spPr bwMode="auto">
              <a:xfrm>
                <a:off x="4914900" y="1849438"/>
                <a:ext cx="230188" cy="257175"/>
              </a:xfrm>
              <a:custGeom>
                <a:avLst/>
                <a:gdLst>
                  <a:gd name="T0" fmla="*/ 18 w 145"/>
                  <a:gd name="T1" fmla="*/ 143 h 162"/>
                  <a:gd name="T2" fmla="*/ 18 w 145"/>
                  <a:gd name="T3" fmla="*/ 21 h 162"/>
                  <a:gd name="T4" fmla="*/ 124 w 145"/>
                  <a:gd name="T5" fmla="*/ 21 h 162"/>
                  <a:gd name="T6" fmla="*/ 145 w 145"/>
                  <a:gd name="T7" fmla="*/ 0 h 162"/>
                  <a:gd name="T8" fmla="*/ 0 w 145"/>
                  <a:gd name="T9" fmla="*/ 0 h 162"/>
                  <a:gd name="T10" fmla="*/ 0 w 145"/>
                  <a:gd name="T11" fmla="*/ 162 h 162"/>
                  <a:gd name="T12" fmla="*/ 68 w 145"/>
                  <a:gd name="T13" fmla="*/ 162 h 162"/>
                  <a:gd name="T14" fmla="*/ 77 w 145"/>
                  <a:gd name="T15" fmla="*/ 143 h 162"/>
                  <a:gd name="T16" fmla="*/ 18 w 145"/>
                  <a:gd name="T17" fmla="*/ 14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62">
                    <a:moveTo>
                      <a:pt x="18" y="143"/>
                    </a:moveTo>
                    <a:lnTo>
                      <a:pt x="18" y="21"/>
                    </a:lnTo>
                    <a:lnTo>
                      <a:pt x="124" y="21"/>
                    </a:lnTo>
                    <a:lnTo>
                      <a:pt x="145" y="0"/>
                    </a:lnTo>
                    <a:lnTo>
                      <a:pt x="0" y="0"/>
                    </a:lnTo>
                    <a:lnTo>
                      <a:pt x="0" y="162"/>
                    </a:lnTo>
                    <a:lnTo>
                      <a:pt x="68" y="162"/>
                    </a:lnTo>
                    <a:lnTo>
                      <a:pt x="77" y="143"/>
                    </a:lnTo>
                    <a:lnTo>
                      <a:pt x="18"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5" name="Freeform 6"/>
              <p:cNvSpPr/>
              <p:nvPr/>
            </p:nvSpPr>
            <p:spPr bwMode="auto">
              <a:xfrm>
                <a:off x="5065713" y="1849438"/>
                <a:ext cx="290513" cy="257175"/>
              </a:xfrm>
              <a:custGeom>
                <a:avLst/>
                <a:gdLst>
                  <a:gd name="T0" fmla="*/ 76 w 88"/>
                  <a:gd name="T1" fmla="*/ 18 h 78"/>
                  <a:gd name="T2" fmla="*/ 76 w 88"/>
                  <a:gd name="T3" fmla="*/ 0 h 78"/>
                  <a:gd name="T4" fmla="*/ 40 w 88"/>
                  <a:gd name="T5" fmla="*/ 0 h 78"/>
                  <a:gd name="T6" fmla="*/ 37 w 88"/>
                  <a:gd name="T7" fmla="*/ 10 h 78"/>
                  <a:gd name="T8" fmla="*/ 67 w 88"/>
                  <a:gd name="T9" fmla="*/ 10 h 78"/>
                  <a:gd name="T10" fmla="*/ 67 w 88"/>
                  <a:gd name="T11" fmla="*/ 69 h 78"/>
                  <a:gd name="T12" fmla="*/ 10 w 88"/>
                  <a:gd name="T13" fmla="*/ 69 h 78"/>
                  <a:gd name="T14" fmla="*/ 0 w 88"/>
                  <a:gd name="T15" fmla="*/ 78 h 78"/>
                  <a:gd name="T16" fmla="*/ 76 w 88"/>
                  <a:gd name="T17" fmla="*/ 78 h 78"/>
                  <a:gd name="T18" fmla="*/ 76 w 88"/>
                  <a:gd name="T19" fmla="*/ 60 h 78"/>
                  <a:gd name="T20" fmla="*/ 88 w 88"/>
                  <a:gd name="T21" fmla="*/ 54 h 78"/>
                  <a:gd name="T22" fmla="*/ 88 w 88"/>
                  <a:gd name="T23" fmla="*/ 26 h 78"/>
                  <a:gd name="T24" fmla="*/ 76 w 88"/>
                  <a:gd name="T25" fmla="*/ 1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78">
                    <a:moveTo>
                      <a:pt x="76" y="18"/>
                    </a:moveTo>
                    <a:cubicBezTo>
                      <a:pt x="76" y="0"/>
                      <a:pt x="76" y="0"/>
                      <a:pt x="76" y="0"/>
                    </a:cubicBezTo>
                    <a:cubicBezTo>
                      <a:pt x="40" y="0"/>
                      <a:pt x="40" y="0"/>
                      <a:pt x="40" y="0"/>
                    </a:cubicBezTo>
                    <a:cubicBezTo>
                      <a:pt x="37" y="10"/>
                      <a:pt x="37" y="10"/>
                      <a:pt x="37" y="10"/>
                    </a:cubicBezTo>
                    <a:cubicBezTo>
                      <a:pt x="67" y="10"/>
                      <a:pt x="67" y="10"/>
                      <a:pt x="67" y="10"/>
                    </a:cubicBezTo>
                    <a:cubicBezTo>
                      <a:pt x="67" y="69"/>
                      <a:pt x="67" y="69"/>
                      <a:pt x="67" y="69"/>
                    </a:cubicBezTo>
                    <a:cubicBezTo>
                      <a:pt x="10" y="69"/>
                      <a:pt x="10" y="69"/>
                      <a:pt x="10" y="69"/>
                    </a:cubicBezTo>
                    <a:cubicBezTo>
                      <a:pt x="0" y="78"/>
                      <a:pt x="0" y="78"/>
                      <a:pt x="0" y="78"/>
                    </a:cubicBezTo>
                    <a:cubicBezTo>
                      <a:pt x="76" y="78"/>
                      <a:pt x="76" y="78"/>
                      <a:pt x="76" y="78"/>
                    </a:cubicBezTo>
                    <a:cubicBezTo>
                      <a:pt x="76" y="60"/>
                      <a:pt x="76" y="60"/>
                      <a:pt x="76" y="60"/>
                    </a:cubicBezTo>
                    <a:cubicBezTo>
                      <a:pt x="80" y="60"/>
                      <a:pt x="88" y="61"/>
                      <a:pt x="88" y="54"/>
                    </a:cubicBezTo>
                    <a:cubicBezTo>
                      <a:pt x="88" y="26"/>
                      <a:pt x="88" y="26"/>
                      <a:pt x="88" y="26"/>
                    </a:cubicBezTo>
                    <a:cubicBezTo>
                      <a:pt x="88" y="17"/>
                      <a:pt x="79" y="18"/>
                      <a:pt x="7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6" name="Freeform 7"/>
              <p:cNvSpPr/>
              <p:nvPr/>
            </p:nvSpPr>
            <p:spPr bwMode="auto">
              <a:xfrm>
                <a:off x="4970463" y="1905000"/>
                <a:ext cx="115888" cy="144463"/>
              </a:xfrm>
              <a:custGeom>
                <a:avLst/>
                <a:gdLst>
                  <a:gd name="T0" fmla="*/ 0 w 73"/>
                  <a:gd name="T1" fmla="*/ 0 h 91"/>
                  <a:gd name="T2" fmla="*/ 0 w 73"/>
                  <a:gd name="T3" fmla="*/ 91 h 91"/>
                  <a:gd name="T4" fmla="*/ 0 w 73"/>
                  <a:gd name="T5" fmla="*/ 91 h 91"/>
                  <a:gd name="T6" fmla="*/ 48 w 73"/>
                  <a:gd name="T7" fmla="*/ 91 h 91"/>
                  <a:gd name="T8" fmla="*/ 60 w 73"/>
                  <a:gd name="T9" fmla="*/ 60 h 91"/>
                  <a:gd name="T10" fmla="*/ 19 w 73"/>
                  <a:gd name="T11" fmla="*/ 60 h 91"/>
                  <a:gd name="T12" fmla="*/ 73 w 73"/>
                  <a:gd name="T13" fmla="*/ 0 h 91"/>
                  <a:gd name="T14" fmla="*/ 0 w 73"/>
                  <a:gd name="T15" fmla="*/ 0 h 91"/>
                  <a:gd name="T16" fmla="*/ 0 w 73"/>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91">
                    <a:moveTo>
                      <a:pt x="0" y="0"/>
                    </a:moveTo>
                    <a:lnTo>
                      <a:pt x="0" y="91"/>
                    </a:lnTo>
                    <a:lnTo>
                      <a:pt x="0" y="91"/>
                    </a:lnTo>
                    <a:lnTo>
                      <a:pt x="48" y="91"/>
                    </a:lnTo>
                    <a:lnTo>
                      <a:pt x="60" y="60"/>
                    </a:lnTo>
                    <a:lnTo>
                      <a:pt x="19" y="60"/>
                    </a:lnTo>
                    <a:lnTo>
                      <a:pt x="73"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7" name="Freeform 8"/>
              <p:cNvSpPr/>
              <p:nvPr/>
            </p:nvSpPr>
            <p:spPr bwMode="auto">
              <a:xfrm>
                <a:off x="5126038" y="1905000"/>
                <a:ext cx="138113" cy="144463"/>
              </a:xfrm>
              <a:custGeom>
                <a:avLst/>
                <a:gdLst>
                  <a:gd name="T0" fmla="*/ 66 w 87"/>
                  <a:gd name="T1" fmla="*/ 21 h 91"/>
                  <a:gd name="T2" fmla="*/ 0 w 87"/>
                  <a:gd name="T3" fmla="*/ 91 h 91"/>
                  <a:gd name="T4" fmla="*/ 87 w 87"/>
                  <a:gd name="T5" fmla="*/ 91 h 91"/>
                  <a:gd name="T6" fmla="*/ 87 w 87"/>
                  <a:gd name="T7" fmla="*/ 0 h 91"/>
                  <a:gd name="T8" fmla="*/ 31 w 87"/>
                  <a:gd name="T9" fmla="*/ 0 h 91"/>
                  <a:gd name="T10" fmla="*/ 24 w 87"/>
                  <a:gd name="T11" fmla="*/ 21 h 91"/>
                  <a:gd name="T12" fmla="*/ 66 w 87"/>
                  <a:gd name="T13" fmla="*/ 21 h 91"/>
                </a:gdLst>
                <a:ahLst/>
                <a:cxnLst>
                  <a:cxn ang="0">
                    <a:pos x="T0" y="T1"/>
                  </a:cxn>
                  <a:cxn ang="0">
                    <a:pos x="T2" y="T3"/>
                  </a:cxn>
                  <a:cxn ang="0">
                    <a:pos x="T4" y="T5"/>
                  </a:cxn>
                  <a:cxn ang="0">
                    <a:pos x="T6" y="T7"/>
                  </a:cxn>
                  <a:cxn ang="0">
                    <a:pos x="T8" y="T9"/>
                  </a:cxn>
                  <a:cxn ang="0">
                    <a:pos x="T10" y="T11"/>
                  </a:cxn>
                  <a:cxn ang="0">
                    <a:pos x="T12" y="T13"/>
                  </a:cxn>
                </a:cxnLst>
                <a:rect l="0" t="0" r="r" b="b"/>
                <a:pathLst>
                  <a:path w="87" h="91">
                    <a:moveTo>
                      <a:pt x="66" y="21"/>
                    </a:moveTo>
                    <a:lnTo>
                      <a:pt x="0" y="91"/>
                    </a:lnTo>
                    <a:lnTo>
                      <a:pt x="87" y="91"/>
                    </a:lnTo>
                    <a:lnTo>
                      <a:pt x="87" y="0"/>
                    </a:lnTo>
                    <a:lnTo>
                      <a:pt x="31" y="0"/>
                    </a:lnTo>
                    <a:lnTo>
                      <a:pt x="24" y="21"/>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8" name="Freeform 9"/>
              <p:cNvSpPr/>
              <p:nvPr/>
            </p:nvSpPr>
            <p:spPr bwMode="auto">
              <a:xfrm>
                <a:off x="5019675" y="1812925"/>
                <a:ext cx="180975" cy="336550"/>
              </a:xfrm>
              <a:custGeom>
                <a:avLst/>
                <a:gdLst>
                  <a:gd name="T0" fmla="*/ 79 w 114"/>
                  <a:gd name="T1" fmla="*/ 87 h 212"/>
                  <a:gd name="T2" fmla="*/ 112 w 114"/>
                  <a:gd name="T3" fmla="*/ 0 h 212"/>
                  <a:gd name="T4" fmla="*/ 8 w 114"/>
                  <a:gd name="T5" fmla="*/ 110 h 212"/>
                  <a:gd name="T6" fmla="*/ 44 w 114"/>
                  <a:gd name="T7" fmla="*/ 110 h 212"/>
                  <a:gd name="T8" fmla="*/ 0 w 114"/>
                  <a:gd name="T9" fmla="*/ 212 h 212"/>
                  <a:gd name="T10" fmla="*/ 114 w 114"/>
                  <a:gd name="T11" fmla="*/ 85 h 212"/>
                  <a:gd name="T12" fmla="*/ 79 w 114"/>
                  <a:gd name="T13" fmla="*/ 87 h 212"/>
                </a:gdLst>
                <a:ahLst/>
                <a:cxnLst>
                  <a:cxn ang="0">
                    <a:pos x="T0" y="T1"/>
                  </a:cxn>
                  <a:cxn ang="0">
                    <a:pos x="T2" y="T3"/>
                  </a:cxn>
                  <a:cxn ang="0">
                    <a:pos x="T4" y="T5"/>
                  </a:cxn>
                  <a:cxn ang="0">
                    <a:pos x="T6" y="T7"/>
                  </a:cxn>
                  <a:cxn ang="0">
                    <a:pos x="T8" y="T9"/>
                  </a:cxn>
                  <a:cxn ang="0">
                    <a:pos x="T10" y="T11"/>
                  </a:cxn>
                  <a:cxn ang="0">
                    <a:pos x="T12" y="T13"/>
                  </a:cxn>
                </a:cxnLst>
                <a:rect l="0" t="0" r="r" b="b"/>
                <a:pathLst>
                  <a:path w="114" h="211">
                    <a:moveTo>
                      <a:pt x="79" y="87"/>
                    </a:moveTo>
                    <a:lnTo>
                      <a:pt x="112" y="0"/>
                    </a:lnTo>
                    <a:lnTo>
                      <a:pt x="8" y="110"/>
                    </a:lnTo>
                    <a:lnTo>
                      <a:pt x="44" y="110"/>
                    </a:lnTo>
                    <a:lnTo>
                      <a:pt x="0" y="212"/>
                    </a:lnTo>
                    <a:lnTo>
                      <a:pt x="114" y="85"/>
                    </a:lnTo>
                    <a:lnTo>
                      <a:pt x="79"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8438" name="Group 18437"/>
          <p:cNvGrpSpPr/>
          <p:nvPr/>
        </p:nvGrpSpPr>
        <p:grpSpPr>
          <a:xfrm>
            <a:off x="914400" y="3084811"/>
            <a:ext cx="1623536" cy="1623536"/>
            <a:chOff x="685800" y="2313608"/>
            <a:chExt cx="1217652" cy="1217652"/>
          </a:xfrm>
        </p:grpSpPr>
        <p:sp>
          <p:nvSpPr>
            <p:cNvPr id="8" name="Oval 7"/>
            <p:cNvSpPr/>
            <p:nvPr/>
          </p:nvSpPr>
          <p:spPr>
            <a:xfrm>
              <a:off x="685800" y="2313608"/>
              <a:ext cx="1217652" cy="1217652"/>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63" name="Group 462"/>
            <p:cNvGrpSpPr/>
            <p:nvPr/>
          </p:nvGrpSpPr>
          <p:grpSpPr>
            <a:xfrm>
              <a:off x="1070317" y="2571750"/>
              <a:ext cx="453683" cy="437005"/>
              <a:chOff x="4616450" y="1549401"/>
              <a:chExt cx="215900" cy="207963"/>
            </a:xfrm>
            <a:solidFill>
              <a:schemeClr val="bg1"/>
            </a:solidFill>
          </p:grpSpPr>
          <p:sp>
            <p:nvSpPr>
              <p:cNvPr id="464"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5"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79" name="Rectangle 478"/>
            <p:cNvSpPr/>
            <p:nvPr/>
          </p:nvSpPr>
          <p:spPr>
            <a:xfrm>
              <a:off x="824842" y="3077045"/>
              <a:ext cx="917945" cy="230833"/>
            </a:xfrm>
            <a:prstGeom prst="rect">
              <a:avLst/>
            </a:prstGeom>
          </p:spPr>
          <p:txBody>
            <a:bodyPr wrap="square">
              <a:spAutoFit/>
            </a:bodyPr>
            <a:lstStyle/>
            <a:p>
              <a:pPr algn="ctr"/>
              <a:r>
                <a:rPr lang="en-US" sz="1400" b="1">
                  <a:solidFill>
                    <a:schemeClr val="bg1"/>
                  </a:solidFill>
                  <a:latin typeface="Arial" panose="020B0604020202020204" pitchFamily="34" charset="0"/>
                  <a:ea typeface="微软雅黑" panose="020B0503020204020204" pitchFamily="34" charset="-122"/>
                  <a:cs typeface="Open Sans Extrabold" pitchFamily="34" charset="0"/>
                  <a:sym typeface="Arial" panose="020B0604020202020204" pitchFamily="34" charset="0"/>
                </a:rPr>
                <a:t>System</a:t>
              </a:r>
              <a:endParaRPr lang="en-US" sz="14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439"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299023741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p:cNvSpPr/>
          <p:nvPr/>
        </p:nvSpPr>
        <p:spPr>
          <a:xfrm>
            <a:off x="3229261" y="3647758"/>
            <a:ext cx="2358740" cy="984885"/>
          </a:xfrm>
          <a:prstGeom prst="rect">
            <a:avLst/>
          </a:prstGeom>
          <a:solidFill>
            <a:srgbClr val="F49D15"/>
          </a:solidFill>
        </p:spPr>
        <p:txBody>
          <a:bodyPr wrap="square" lIns="182880" tIns="91440" rIns="182880" bIns="91440">
            <a:spAutoFit/>
          </a:bodyPr>
          <a:lstStyle/>
          <a:p>
            <a:r>
              <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Linked System</a:t>
            </a:r>
            <a:endParaRPr lang="en-US" sz="14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 name="Text Box 7"/>
          <p:cNvSpPr txBox="1">
            <a:spLocks noChangeArrowheads="1"/>
          </p:cNvSpPr>
          <p:nvPr/>
        </p:nvSpPr>
        <p:spPr bwMode="auto">
          <a:xfrm>
            <a:off x="812801" y="495181"/>
            <a:ext cx="3668953"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Project Linked</a:t>
            </a:r>
          </a:p>
        </p:txBody>
      </p:sp>
      <p:sp>
        <p:nvSpPr>
          <p:cNvPr id="35" name="Rectangle 34"/>
          <p:cNvSpPr/>
          <p:nvPr/>
        </p:nvSpPr>
        <p:spPr>
          <a:xfrm>
            <a:off x="7090061" y="3442574"/>
            <a:ext cx="2358740" cy="1395318"/>
          </a:xfrm>
          <a:prstGeom prst="rect">
            <a:avLst/>
          </a:prstGeom>
          <a:solidFill>
            <a:srgbClr val="15A185"/>
          </a:solidFill>
        </p:spPr>
        <p:txBody>
          <a:bodyPr wrap="square" lIns="182880" tIns="91440" rIns="182880" bIns="91440">
            <a:spAutoFit/>
          </a:bodyPr>
          <a:lstStyle/>
          <a:p>
            <a:r>
              <a:rPr lang="en-US" sz="2667">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50%</a:t>
            </a:r>
          </a:p>
          <a:p>
            <a:r>
              <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Empowering</a:t>
            </a:r>
            <a:endParaRPr lang="en-US" sz="14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7" name="Rectangle 36"/>
          <p:cNvSpPr/>
          <p:nvPr/>
        </p:nvSpPr>
        <p:spPr>
          <a:xfrm>
            <a:off x="7090059" y="5081747"/>
            <a:ext cx="2358740" cy="1395318"/>
          </a:xfrm>
          <a:prstGeom prst="rect">
            <a:avLst/>
          </a:prstGeom>
          <a:solidFill>
            <a:srgbClr val="297F9D"/>
          </a:solidFill>
        </p:spPr>
        <p:txBody>
          <a:bodyPr wrap="square" lIns="182880" tIns="91440" rIns="182880" bIns="91440">
            <a:spAutoFit/>
          </a:bodyPr>
          <a:lstStyle/>
          <a:p>
            <a:r>
              <a:rPr lang="en-US" sz="2667">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a:p>
            <a:r>
              <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Endorsement</a:t>
            </a:r>
            <a:endParaRPr lang="en-US" sz="14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8" name="Rectangle 37"/>
          <p:cNvSpPr/>
          <p:nvPr/>
        </p:nvSpPr>
        <p:spPr>
          <a:xfrm>
            <a:off x="7090061" y="1783428"/>
            <a:ext cx="2358740" cy="1395318"/>
          </a:xfrm>
          <a:prstGeom prst="rect">
            <a:avLst/>
          </a:prstGeom>
          <a:solidFill>
            <a:srgbClr val="9BBC57"/>
          </a:solidFill>
        </p:spPr>
        <p:txBody>
          <a:bodyPr wrap="square" lIns="182880" tIns="91440" rIns="182880" bIns="91440">
            <a:spAutoFit/>
          </a:bodyPr>
          <a:lstStyle/>
          <a:p>
            <a:r>
              <a:rPr lang="en-US" sz="2667">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75%</a:t>
            </a:r>
          </a:p>
          <a:p>
            <a:r>
              <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Energy</a:t>
            </a:r>
            <a:endParaRPr lang="en-US" sz="14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39" name="Group 38"/>
          <p:cNvGrpSpPr/>
          <p:nvPr/>
        </p:nvGrpSpPr>
        <p:grpSpPr>
          <a:xfrm>
            <a:off x="711200" y="1695574"/>
            <a:ext cx="2641600" cy="4804580"/>
            <a:chOff x="2777030" y="1276350"/>
            <a:chExt cx="1871170" cy="3403312"/>
          </a:xfrm>
        </p:grpSpPr>
        <p:pic>
          <p:nvPicPr>
            <p:cNvPr id="40" name="Picture 3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777030" y="1276350"/>
              <a:ext cx="1871170" cy="3403312"/>
            </a:xfrm>
            <a:prstGeom prst="rect">
              <a:avLst/>
            </a:prstGeom>
          </p:spPr>
        </p:pic>
        <p:sp>
          <p:nvSpPr>
            <p:cNvPr id="41" name="Rectangle 40"/>
            <p:cNvSpPr/>
            <p:nvPr/>
          </p:nvSpPr>
          <p:spPr>
            <a:xfrm>
              <a:off x="2961703" y="1874759"/>
              <a:ext cx="1501824" cy="2211466"/>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177" name="Group 7176"/>
          <p:cNvGrpSpPr/>
          <p:nvPr/>
        </p:nvGrpSpPr>
        <p:grpSpPr>
          <a:xfrm>
            <a:off x="5588001" y="2481087"/>
            <a:ext cx="1502060" cy="3298319"/>
            <a:chOff x="4191000" y="1860815"/>
            <a:chExt cx="1126545" cy="2473739"/>
          </a:xfrm>
        </p:grpSpPr>
        <p:cxnSp>
          <p:nvCxnSpPr>
            <p:cNvPr id="7168" name="Elbow Connector 7167"/>
            <p:cNvCxnSpPr>
              <a:stCxn id="42" idx="3"/>
              <a:endCxn id="38" idx="1"/>
            </p:cNvCxnSpPr>
            <p:nvPr/>
          </p:nvCxnSpPr>
          <p:spPr>
            <a:xfrm flipV="1">
              <a:off x="4191000" y="1860815"/>
              <a:ext cx="1126545" cy="1244335"/>
            </a:xfrm>
            <a:prstGeom prst="bentConnector3">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171" name="Elbow Connector 7170"/>
            <p:cNvCxnSpPr>
              <a:stCxn id="42" idx="3"/>
              <a:endCxn id="37" idx="1"/>
            </p:cNvCxnSpPr>
            <p:nvPr/>
          </p:nvCxnSpPr>
          <p:spPr>
            <a:xfrm>
              <a:off x="4191000" y="3105150"/>
              <a:ext cx="1126544" cy="1229404"/>
            </a:xfrm>
            <a:prstGeom prst="bentConnector3">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173" name="Straight Connector 7172"/>
            <p:cNvCxnSpPr>
              <a:stCxn id="42" idx="3"/>
              <a:endCxn id="35" idx="1"/>
            </p:cNvCxnSpPr>
            <p:nvPr/>
          </p:nvCxnSpPr>
          <p:spPr>
            <a:xfrm>
              <a:off x="4191000" y="3105150"/>
              <a:ext cx="1126545" cy="2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7174" name="Group 7173"/>
          <p:cNvGrpSpPr/>
          <p:nvPr/>
        </p:nvGrpSpPr>
        <p:grpSpPr>
          <a:xfrm>
            <a:off x="10054491" y="1763458"/>
            <a:ext cx="1106092" cy="1435196"/>
            <a:chOff x="7540868" y="1322593"/>
            <a:chExt cx="829569" cy="1076397"/>
          </a:xfrm>
        </p:grpSpPr>
        <p:sp>
          <p:nvSpPr>
            <p:cNvPr id="30" name="Freeform 76"/>
            <p:cNvSpPr>
              <a:spLocks noEditPoints="1"/>
            </p:cNvSpPr>
            <p:nvPr/>
          </p:nvSpPr>
          <p:spPr bwMode="auto">
            <a:xfrm>
              <a:off x="7540868" y="1322593"/>
              <a:ext cx="829569" cy="1076397"/>
            </a:xfrm>
            <a:custGeom>
              <a:avLst/>
              <a:gdLst>
                <a:gd name="T0" fmla="*/ 580 w 580"/>
                <a:gd name="T1" fmla="*/ 31 h 753"/>
                <a:gd name="T2" fmla="*/ 550 w 580"/>
                <a:gd name="T3" fmla="*/ 0 h 753"/>
                <a:gd name="T4" fmla="*/ 30 w 580"/>
                <a:gd name="T5" fmla="*/ 0 h 753"/>
                <a:gd name="T6" fmla="*/ 0 w 580"/>
                <a:gd name="T7" fmla="*/ 31 h 753"/>
                <a:gd name="T8" fmla="*/ 0 w 580"/>
                <a:gd name="T9" fmla="*/ 723 h 753"/>
                <a:gd name="T10" fmla="*/ 30 w 580"/>
                <a:gd name="T11" fmla="*/ 753 h 753"/>
                <a:gd name="T12" fmla="*/ 550 w 580"/>
                <a:gd name="T13" fmla="*/ 753 h 753"/>
                <a:gd name="T14" fmla="*/ 580 w 580"/>
                <a:gd name="T15" fmla="*/ 723 h 753"/>
                <a:gd name="T16" fmla="*/ 580 w 580"/>
                <a:gd name="T17" fmla="*/ 31 h 753"/>
                <a:gd name="T18" fmla="*/ 520 w 580"/>
                <a:gd name="T19" fmla="*/ 689 h 753"/>
                <a:gd name="T20" fmla="*/ 57 w 580"/>
                <a:gd name="T21" fmla="*/ 689 h 753"/>
                <a:gd name="T22" fmla="*/ 57 w 580"/>
                <a:gd name="T23" fmla="*/ 66 h 753"/>
                <a:gd name="T24" fmla="*/ 520 w 580"/>
                <a:gd name="T25" fmla="*/ 66 h 753"/>
                <a:gd name="T26" fmla="*/ 520 w 580"/>
                <a:gd name="T27" fmla="*/ 68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0" h="753">
                  <a:moveTo>
                    <a:pt x="580" y="31"/>
                  </a:moveTo>
                  <a:cubicBezTo>
                    <a:pt x="580" y="14"/>
                    <a:pt x="566" y="0"/>
                    <a:pt x="550" y="0"/>
                  </a:cubicBezTo>
                  <a:cubicBezTo>
                    <a:pt x="30" y="0"/>
                    <a:pt x="30" y="0"/>
                    <a:pt x="30" y="0"/>
                  </a:cubicBezTo>
                  <a:cubicBezTo>
                    <a:pt x="13" y="0"/>
                    <a:pt x="0" y="14"/>
                    <a:pt x="0" y="31"/>
                  </a:cubicBezTo>
                  <a:cubicBezTo>
                    <a:pt x="0" y="723"/>
                    <a:pt x="0" y="723"/>
                    <a:pt x="0" y="723"/>
                  </a:cubicBezTo>
                  <a:cubicBezTo>
                    <a:pt x="0" y="740"/>
                    <a:pt x="13" y="753"/>
                    <a:pt x="30" y="753"/>
                  </a:cubicBezTo>
                  <a:cubicBezTo>
                    <a:pt x="550" y="753"/>
                    <a:pt x="550" y="753"/>
                    <a:pt x="550" y="753"/>
                  </a:cubicBezTo>
                  <a:cubicBezTo>
                    <a:pt x="566" y="753"/>
                    <a:pt x="580" y="740"/>
                    <a:pt x="580" y="723"/>
                  </a:cubicBezTo>
                  <a:lnTo>
                    <a:pt x="580" y="31"/>
                  </a:lnTo>
                  <a:close/>
                  <a:moveTo>
                    <a:pt x="520" y="689"/>
                  </a:moveTo>
                  <a:cubicBezTo>
                    <a:pt x="57" y="689"/>
                    <a:pt x="57" y="689"/>
                    <a:pt x="57" y="689"/>
                  </a:cubicBezTo>
                  <a:cubicBezTo>
                    <a:pt x="57" y="66"/>
                    <a:pt x="57" y="66"/>
                    <a:pt x="57" y="66"/>
                  </a:cubicBezTo>
                  <a:cubicBezTo>
                    <a:pt x="520" y="66"/>
                    <a:pt x="520" y="66"/>
                    <a:pt x="520" y="66"/>
                  </a:cubicBezTo>
                  <a:lnTo>
                    <a:pt x="520" y="6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Rectangle 68"/>
            <p:cNvSpPr>
              <a:spLocks noChangeArrowheads="1"/>
            </p:cNvSpPr>
            <p:nvPr/>
          </p:nvSpPr>
          <p:spPr bwMode="auto">
            <a:xfrm>
              <a:off x="7596173" y="1400629"/>
              <a:ext cx="718960" cy="917446"/>
            </a:xfrm>
            <a:prstGeom prst="rect">
              <a:avLst/>
            </a:pr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Rectangle 68"/>
            <p:cNvSpPr>
              <a:spLocks noChangeArrowheads="1"/>
            </p:cNvSpPr>
            <p:nvPr/>
          </p:nvSpPr>
          <p:spPr bwMode="auto">
            <a:xfrm>
              <a:off x="7596173" y="1657349"/>
              <a:ext cx="718960" cy="66072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175" name="Group 7174"/>
          <p:cNvGrpSpPr/>
          <p:nvPr/>
        </p:nvGrpSpPr>
        <p:grpSpPr>
          <a:xfrm>
            <a:off x="9652001" y="3639184"/>
            <a:ext cx="1911073" cy="1002032"/>
            <a:chOff x="7239000" y="2729388"/>
            <a:chExt cx="1433305" cy="751524"/>
          </a:xfrm>
        </p:grpSpPr>
        <p:sp>
          <p:nvSpPr>
            <p:cNvPr id="6" name="Freeform 67"/>
            <p:cNvSpPr/>
            <p:nvPr/>
          </p:nvSpPr>
          <p:spPr bwMode="auto">
            <a:xfrm>
              <a:off x="7428305" y="2729388"/>
              <a:ext cx="1057543" cy="711671"/>
            </a:xfrm>
            <a:custGeom>
              <a:avLst/>
              <a:gdLst>
                <a:gd name="T0" fmla="*/ 966 w 966"/>
                <a:gd name="T1" fmla="*/ 621 h 650"/>
                <a:gd name="T2" fmla="*/ 944 w 966"/>
                <a:gd name="T3" fmla="*/ 650 h 650"/>
                <a:gd name="T4" fmla="*/ 23 w 966"/>
                <a:gd name="T5" fmla="*/ 650 h 650"/>
                <a:gd name="T6" fmla="*/ 0 w 966"/>
                <a:gd name="T7" fmla="*/ 621 h 650"/>
                <a:gd name="T8" fmla="*/ 0 w 966"/>
                <a:gd name="T9" fmla="*/ 29 h 650"/>
                <a:gd name="T10" fmla="*/ 23 w 966"/>
                <a:gd name="T11" fmla="*/ 0 h 650"/>
                <a:gd name="T12" fmla="*/ 944 w 966"/>
                <a:gd name="T13" fmla="*/ 0 h 650"/>
                <a:gd name="T14" fmla="*/ 966 w 966"/>
                <a:gd name="T15" fmla="*/ 29 h 650"/>
                <a:gd name="T16" fmla="*/ 966 w 966"/>
                <a:gd name="T17" fmla="*/ 621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5" h="650">
                  <a:moveTo>
                    <a:pt x="966" y="621"/>
                  </a:moveTo>
                  <a:cubicBezTo>
                    <a:pt x="966" y="637"/>
                    <a:pt x="956" y="650"/>
                    <a:pt x="944" y="650"/>
                  </a:cubicBezTo>
                  <a:cubicBezTo>
                    <a:pt x="23" y="650"/>
                    <a:pt x="23" y="650"/>
                    <a:pt x="23" y="650"/>
                  </a:cubicBezTo>
                  <a:cubicBezTo>
                    <a:pt x="10" y="650"/>
                    <a:pt x="0" y="637"/>
                    <a:pt x="0" y="621"/>
                  </a:cubicBezTo>
                  <a:cubicBezTo>
                    <a:pt x="0" y="29"/>
                    <a:pt x="0" y="29"/>
                    <a:pt x="0" y="29"/>
                  </a:cubicBezTo>
                  <a:cubicBezTo>
                    <a:pt x="0" y="13"/>
                    <a:pt x="10" y="0"/>
                    <a:pt x="23" y="0"/>
                  </a:cubicBezTo>
                  <a:cubicBezTo>
                    <a:pt x="944" y="0"/>
                    <a:pt x="944" y="0"/>
                    <a:pt x="944" y="0"/>
                  </a:cubicBezTo>
                  <a:cubicBezTo>
                    <a:pt x="956" y="0"/>
                    <a:pt x="966" y="13"/>
                    <a:pt x="966" y="29"/>
                  </a:cubicBezTo>
                  <a:lnTo>
                    <a:pt x="966" y="6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Rectangle 68"/>
            <p:cNvSpPr>
              <a:spLocks noChangeArrowheads="1"/>
            </p:cNvSpPr>
            <p:nvPr/>
          </p:nvSpPr>
          <p:spPr bwMode="auto">
            <a:xfrm>
              <a:off x="7471005" y="2766395"/>
              <a:ext cx="974989" cy="6034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69"/>
            <p:cNvSpPr/>
            <p:nvPr/>
          </p:nvSpPr>
          <p:spPr bwMode="auto">
            <a:xfrm>
              <a:off x="7239000" y="3446752"/>
              <a:ext cx="1426188" cy="34160"/>
            </a:xfrm>
            <a:custGeom>
              <a:avLst/>
              <a:gdLst>
                <a:gd name="T0" fmla="*/ 8 w 1302"/>
                <a:gd name="T1" fmla="*/ 4 h 32"/>
                <a:gd name="T2" fmla="*/ 57 w 1302"/>
                <a:gd name="T3" fmla="*/ 32 h 32"/>
                <a:gd name="T4" fmla="*/ 1252 w 1302"/>
                <a:gd name="T5" fmla="*/ 32 h 32"/>
                <a:gd name="T6" fmla="*/ 1302 w 1302"/>
                <a:gd name="T7" fmla="*/ 10 h 32"/>
                <a:gd name="T8" fmla="*/ 1302 w 1302"/>
                <a:gd name="T9" fmla="*/ 0 h 32"/>
                <a:gd name="T10" fmla="*/ 8 w 1302"/>
                <a:gd name="T11" fmla="*/ 4 h 32"/>
              </a:gdLst>
              <a:ahLst/>
              <a:cxnLst>
                <a:cxn ang="0">
                  <a:pos x="T0" y="T1"/>
                </a:cxn>
                <a:cxn ang="0">
                  <a:pos x="T2" y="T3"/>
                </a:cxn>
                <a:cxn ang="0">
                  <a:pos x="T4" y="T5"/>
                </a:cxn>
                <a:cxn ang="0">
                  <a:pos x="T6" y="T7"/>
                </a:cxn>
                <a:cxn ang="0">
                  <a:pos x="T8" y="T9"/>
                </a:cxn>
                <a:cxn ang="0">
                  <a:pos x="T10" y="T11"/>
                </a:cxn>
              </a:cxnLst>
              <a:rect l="0" t="0" r="r" b="b"/>
              <a:pathLst>
                <a:path w="1302" h="32">
                  <a:moveTo>
                    <a:pt x="8" y="4"/>
                  </a:moveTo>
                  <a:cubicBezTo>
                    <a:pt x="8" y="4"/>
                    <a:pt x="0" y="19"/>
                    <a:pt x="57" y="32"/>
                  </a:cubicBezTo>
                  <a:cubicBezTo>
                    <a:pt x="1252" y="32"/>
                    <a:pt x="1252" y="32"/>
                    <a:pt x="1252" y="32"/>
                  </a:cubicBezTo>
                  <a:cubicBezTo>
                    <a:pt x="1252" y="32"/>
                    <a:pt x="1292" y="29"/>
                    <a:pt x="1302" y="10"/>
                  </a:cubicBezTo>
                  <a:cubicBezTo>
                    <a:pt x="1302" y="0"/>
                    <a:pt x="1302" y="0"/>
                    <a:pt x="1302" y="0"/>
                  </a:cubicBezTo>
                  <a:lnTo>
                    <a:pt x="8" y="4"/>
                  </a:lnTo>
                  <a:close/>
                </a:path>
              </a:pathLst>
            </a:custGeom>
            <a:solidFill>
              <a:srgbClr val="5F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pic>
          <p:nvPicPr>
            <p:cNvPr id="9" name="Picture 70"/>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7243271" y="3414015"/>
              <a:ext cx="1429034" cy="52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Freeform 71"/>
            <p:cNvSpPr/>
            <p:nvPr/>
          </p:nvSpPr>
          <p:spPr bwMode="auto">
            <a:xfrm>
              <a:off x="8548474" y="3436788"/>
              <a:ext cx="52664" cy="5694"/>
            </a:xfrm>
            <a:custGeom>
              <a:avLst/>
              <a:gdLst>
                <a:gd name="T0" fmla="*/ 48 w 48"/>
                <a:gd name="T1" fmla="*/ 2 h 5"/>
                <a:gd name="T2" fmla="*/ 46 w 48"/>
                <a:gd name="T3" fmla="*/ 5 h 5"/>
                <a:gd name="T4" fmla="*/ 2 w 48"/>
                <a:gd name="T5" fmla="*/ 5 h 5"/>
                <a:gd name="T6" fmla="*/ 0 w 48"/>
                <a:gd name="T7" fmla="*/ 2 h 5"/>
                <a:gd name="T8" fmla="*/ 2 w 48"/>
                <a:gd name="T9" fmla="*/ 0 h 5"/>
                <a:gd name="T10" fmla="*/ 46 w 48"/>
                <a:gd name="T11" fmla="*/ 0 h 5"/>
                <a:gd name="T12" fmla="*/ 48 w 48"/>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8" h="5">
                  <a:moveTo>
                    <a:pt x="48" y="2"/>
                  </a:moveTo>
                  <a:cubicBezTo>
                    <a:pt x="48" y="4"/>
                    <a:pt x="47" y="5"/>
                    <a:pt x="46" y="5"/>
                  </a:cubicBezTo>
                  <a:cubicBezTo>
                    <a:pt x="2" y="5"/>
                    <a:pt x="2" y="5"/>
                    <a:pt x="2" y="5"/>
                  </a:cubicBezTo>
                  <a:cubicBezTo>
                    <a:pt x="1" y="5"/>
                    <a:pt x="0" y="4"/>
                    <a:pt x="0" y="2"/>
                  </a:cubicBezTo>
                  <a:cubicBezTo>
                    <a:pt x="0" y="1"/>
                    <a:pt x="1" y="0"/>
                    <a:pt x="2" y="0"/>
                  </a:cubicBezTo>
                  <a:cubicBezTo>
                    <a:pt x="46" y="0"/>
                    <a:pt x="46" y="0"/>
                    <a:pt x="46" y="0"/>
                  </a:cubicBezTo>
                  <a:cubicBezTo>
                    <a:pt x="47" y="0"/>
                    <a:pt x="48" y="1"/>
                    <a:pt x="48" y="2"/>
                  </a:cubicBezTo>
                  <a:close/>
                </a:path>
              </a:pathLst>
            </a:custGeom>
            <a:solidFill>
              <a:srgbClr val="5F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pic>
          <p:nvPicPr>
            <p:cNvPr id="11" name="Picture 72"/>
            <p:cNvPicPr>
              <a:picLocks noChangeAspect="1" noChangeArrowheads="1"/>
            </p:cNvPicPr>
            <p:nvPr/>
          </p:nvPicPr>
          <p:blipFill>
            <a:blip r:embed="rId6">
              <a:extLst>
                <a:ext uri="{28A0092B-C50C-407E-A947-70E740481C1C}">
                  <a14:useLocalDpi xmlns:a14="http://schemas.microsoft.com/office/drawing/2010/main" val="0"/>
                </a:ext>
              </a:extLst>
            </a:blip>
            <a:stretch>
              <a:fillRect/>
            </a:stretch>
          </p:blipFill>
          <p:spPr bwMode="auto">
            <a:xfrm>
              <a:off x="7851036" y="3415438"/>
              <a:ext cx="210654" cy="29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73"/>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7851036" y="3414015"/>
              <a:ext cx="22773" cy="27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74"/>
            <p:cNvPicPr>
              <a:picLocks noChangeAspect="1" noChangeArrowheads="1"/>
            </p:cNvPicPr>
            <p:nvPr/>
          </p:nvPicPr>
          <p:blipFill>
            <a:blip r:embed="rId8">
              <a:extLst>
                <a:ext uri="{28A0092B-C50C-407E-A947-70E740481C1C}">
                  <a14:useLocalDpi xmlns:a14="http://schemas.microsoft.com/office/drawing/2010/main" val="0"/>
                </a:ext>
              </a:extLst>
            </a:blip>
            <a:stretch>
              <a:fillRect/>
            </a:stretch>
          </p:blipFill>
          <p:spPr bwMode="auto">
            <a:xfrm>
              <a:off x="7866694" y="3415438"/>
              <a:ext cx="193574" cy="29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75"/>
            <p:cNvPicPr>
              <a:picLocks noChangeAspect="1" noChangeArrowheads="1"/>
            </p:cNvPicPr>
            <p:nvPr/>
          </p:nvPicPr>
          <p:blipFill>
            <a:blip r:embed="rId9">
              <a:extLst>
                <a:ext uri="{28A0092B-C50C-407E-A947-70E740481C1C}">
                  <a14:useLocalDpi xmlns:a14="http://schemas.microsoft.com/office/drawing/2010/main" val="0"/>
                </a:ext>
              </a:extLst>
            </a:blip>
            <a:stretch>
              <a:fillRect/>
            </a:stretch>
          </p:blipFill>
          <p:spPr bwMode="auto">
            <a:xfrm>
              <a:off x="8048881" y="3414015"/>
              <a:ext cx="9963" cy="9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Rectangle 68"/>
            <p:cNvSpPr>
              <a:spLocks noChangeArrowheads="1"/>
            </p:cNvSpPr>
            <p:nvPr/>
          </p:nvSpPr>
          <p:spPr bwMode="auto">
            <a:xfrm>
              <a:off x="7471005" y="3085223"/>
              <a:ext cx="974989" cy="284668"/>
            </a:xfrm>
            <a:prstGeom prst="rect">
              <a:avLst/>
            </a:prstGeom>
            <a:solidFill>
              <a:srgbClr val="15A185"/>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176" name="Group 7175"/>
          <p:cNvGrpSpPr/>
          <p:nvPr/>
        </p:nvGrpSpPr>
        <p:grpSpPr>
          <a:xfrm>
            <a:off x="9758013" y="5101969"/>
            <a:ext cx="1699049" cy="1354808"/>
            <a:chOff x="7318509" y="3826477"/>
            <a:chExt cx="1274287" cy="1016106"/>
          </a:xfrm>
        </p:grpSpPr>
        <p:grpSp>
          <p:nvGrpSpPr>
            <p:cNvPr id="16" name="Group 15"/>
            <p:cNvGrpSpPr/>
            <p:nvPr/>
          </p:nvGrpSpPr>
          <p:grpSpPr>
            <a:xfrm>
              <a:off x="7318509" y="3826477"/>
              <a:ext cx="1274287" cy="1016106"/>
              <a:chOff x="4178065" y="1348201"/>
              <a:chExt cx="1582738" cy="1262063"/>
            </a:xfrm>
          </p:grpSpPr>
          <p:pic>
            <p:nvPicPr>
              <p:cNvPr id="18" name="Picture 56"/>
              <p:cNvPicPr>
                <a:picLocks noChangeAspect="1" noChangeArrowheads="1"/>
              </p:cNvPicPr>
              <p:nvPr/>
            </p:nvPicPr>
            <p:blipFill>
              <a:blip r:embed="rId10">
                <a:extLst>
                  <a:ext uri="{28A0092B-C50C-407E-A947-70E740481C1C}">
                    <a14:useLocalDpi xmlns:a14="http://schemas.microsoft.com/office/drawing/2010/main" val="0"/>
                  </a:ext>
                </a:extLst>
              </a:blip>
              <a:stretch>
                <a:fillRect/>
              </a:stretch>
            </p:blipFill>
            <p:spPr bwMode="auto">
              <a:xfrm>
                <a:off x="4713053" y="2421351"/>
                <a:ext cx="461963"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57"/>
              <p:cNvPicPr>
                <a:picLocks noChangeAspect="1" noChangeArrowheads="1"/>
              </p:cNvPicPr>
              <p:nvPr/>
            </p:nvPicPr>
            <p:blipFill>
              <a:blip r:embed="rId11">
                <a:extLst>
                  <a:ext uri="{28A0092B-C50C-407E-A947-70E740481C1C}">
                    <a14:useLocalDpi xmlns:a14="http://schemas.microsoft.com/office/drawing/2010/main" val="0"/>
                  </a:ext>
                </a:extLst>
              </a:blip>
              <a:stretch>
                <a:fillRect/>
              </a:stretch>
            </p:blipFill>
            <p:spPr bwMode="auto">
              <a:xfrm>
                <a:off x="5157553" y="2516601"/>
                <a:ext cx="76200" cy="8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58"/>
              <p:cNvPicPr>
                <a:picLocks noChangeAspect="1" noChangeArrowheads="1"/>
              </p:cNvPicPr>
              <p:nvPr/>
            </p:nvPicPr>
            <p:blipFill>
              <a:blip r:embed="rId12">
                <a:extLst>
                  <a:ext uri="{28A0092B-C50C-407E-A947-70E740481C1C}">
                    <a14:useLocalDpi xmlns:a14="http://schemas.microsoft.com/office/drawing/2010/main" val="0"/>
                  </a:ext>
                </a:extLst>
              </a:blip>
              <a:stretch>
                <a:fillRect/>
              </a:stretch>
            </p:blipFill>
            <p:spPr bwMode="auto">
              <a:xfrm>
                <a:off x="5167078" y="2589626"/>
                <a:ext cx="60325"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59"/>
              <p:cNvPicPr>
                <a:picLocks noChangeAspect="1" noChangeArrowheads="1"/>
              </p:cNvPicPr>
              <p:nvPr/>
            </p:nvPicPr>
            <p:blipFill>
              <a:blip r:embed="rId13">
                <a:extLst>
                  <a:ext uri="{28A0092B-C50C-407E-A947-70E740481C1C}">
                    <a14:useLocalDpi xmlns:a14="http://schemas.microsoft.com/office/drawing/2010/main" val="0"/>
                  </a:ext>
                </a:extLst>
              </a:blip>
              <a:stretch>
                <a:fillRect/>
              </a:stretch>
            </p:blipFill>
            <p:spPr bwMode="auto">
              <a:xfrm>
                <a:off x="5005153" y="2516601"/>
                <a:ext cx="227013" cy="9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60"/>
              <p:cNvPicPr>
                <a:picLocks noChangeAspect="1" noChangeArrowheads="1"/>
              </p:cNvPicPr>
              <p:nvPr/>
            </p:nvPicPr>
            <p:blipFill>
              <a:blip r:embed="rId14" cstate="print">
                <a:extLst>
                  <a:ext uri="{28A0092B-C50C-407E-A947-70E740481C1C}">
                    <a14:useLocalDpi xmlns:a14="http://schemas.microsoft.com/office/drawing/2010/main" val="0"/>
                  </a:ext>
                </a:extLst>
              </a:blip>
              <a:stretch>
                <a:fillRect/>
              </a:stretch>
            </p:blipFill>
            <p:spPr bwMode="auto">
              <a:xfrm>
                <a:off x="4755915" y="2534064"/>
                <a:ext cx="30163" cy="2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61"/>
              <p:cNvPicPr>
                <a:picLocks noChangeAspect="1" noChangeArrowheads="1"/>
              </p:cNvPicPr>
              <p:nvPr/>
            </p:nvPicPr>
            <p:blipFill>
              <a:blip r:embed="rId15">
                <a:extLst>
                  <a:ext uri="{28A0092B-C50C-407E-A947-70E740481C1C}">
                    <a14:useLocalDpi xmlns:a14="http://schemas.microsoft.com/office/drawing/2010/main" val="0"/>
                  </a:ext>
                </a:extLst>
              </a:blip>
              <a:stretch>
                <a:fillRect/>
              </a:stretch>
            </p:blipFill>
            <p:spPr bwMode="auto">
              <a:xfrm>
                <a:off x="4762265" y="2599151"/>
                <a:ext cx="26988"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62"/>
              <p:cNvPicPr>
                <a:picLocks noChangeAspect="1" noChangeArrowheads="1"/>
              </p:cNvPicPr>
              <p:nvPr/>
            </p:nvPicPr>
            <p:blipFill>
              <a:blip r:embed="rId16">
                <a:extLst>
                  <a:ext uri="{28A0092B-C50C-407E-A947-70E740481C1C}">
                    <a14:useLocalDpi xmlns:a14="http://schemas.microsoft.com/office/drawing/2010/main" val="0"/>
                  </a:ext>
                </a:extLst>
              </a:blip>
              <a:stretch>
                <a:fillRect/>
              </a:stretch>
            </p:blipFill>
            <p:spPr bwMode="auto">
              <a:xfrm>
                <a:off x="4713053" y="2516601"/>
                <a:ext cx="242888" cy="9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63"/>
              <p:cNvPicPr>
                <a:picLocks noChangeAspect="1" noChangeArrowheads="1"/>
              </p:cNvPicPr>
              <p:nvPr/>
            </p:nvPicPr>
            <p:blipFill>
              <a:blip r:embed="rId17">
                <a:extLst>
                  <a:ext uri="{28A0092B-C50C-407E-A947-70E740481C1C}">
                    <a14:useLocalDpi xmlns:a14="http://schemas.microsoft.com/office/drawing/2010/main" val="0"/>
                  </a:ext>
                </a:extLst>
              </a:blip>
              <a:stretch>
                <a:fillRect/>
              </a:stretch>
            </p:blipFill>
            <p:spPr bwMode="auto">
              <a:xfrm>
                <a:off x="4779728" y="2600739"/>
                <a:ext cx="395288"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64"/>
              <p:cNvPicPr>
                <a:picLocks noChangeAspect="1" noChangeArrowheads="1"/>
              </p:cNvPicPr>
              <p:nvPr/>
            </p:nvPicPr>
            <p:blipFill>
              <a:blip r:embed="rId18">
                <a:extLst>
                  <a:ext uri="{28A0092B-C50C-407E-A947-70E740481C1C}">
                    <a14:useLocalDpi xmlns:a14="http://schemas.microsoft.com/office/drawing/2010/main" val="0"/>
                  </a:ext>
                </a:extLst>
              </a:blip>
              <a:stretch>
                <a:fillRect/>
              </a:stretch>
            </p:blipFill>
            <p:spPr bwMode="auto">
              <a:xfrm>
                <a:off x="4178065" y="2286414"/>
                <a:ext cx="1582738" cy="146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65"/>
              <p:cNvSpPr>
                <a:spLocks noEditPoints="1"/>
              </p:cNvSpPr>
              <p:nvPr/>
            </p:nvSpPr>
            <p:spPr bwMode="auto">
              <a:xfrm>
                <a:off x="4182828" y="1348201"/>
                <a:ext cx="1577975" cy="942975"/>
              </a:xfrm>
              <a:custGeom>
                <a:avLst/>
                <a:gdLst>
                  <a:gd name="T0" fmla="*/ 1254 w 1292"/>
                  <a:gd name="T1" fmla="*/ 0 h 772"/>
                  <a:gd name="T2" fmla="*/ 658 w 1292"/>
                  <a:gd name="T3" fmla="*/ 0 h 772"/>
                  <a:gd name="T4" fmla="*/ 637 w 1292"/>
                  <a:gd name="T5" fmla="*/ 0 h 772"/>
                  <a:gd name="T6" fmla="*/ 41 w 1292"/>
                  <a:gd name="T7" fmla="*/ 0 h 772"/>
                  <a:gd name="T8" fmla="*/ 0 w 1292"/>
                  <a:gd name="T9" fmla="*/ 36 h 772"/>
                  <a:gd name="T10" fmla="*/ 0 w 1292"/>
                  <a:gd name="T11" fmla="*/ 772 h 772"/>
                  <a:gd name="T12" fmla="*/ 1292 w 1292"/>
                  <a:gd name="T13" fmla="*/ 772 h 772"/>
                  <a:gd name="T14" fmla="*/ 1292 w 1292"/>
                  <a:gd name="T15" fmla="*/ 36 h 772"/>
                  <a:gd name="T16" fmla="*/ 1254 w 1292"/>
                  <a:gd name="T17" fmla="*/ 0 h 772"/>
                  <a:gd name="T18" fmla="*/ 1236 w 1292"/>
                  <a:gd name="T19" fmla="*/ 716 h 772"/>
                  <a:gd name="T20" fmla="*/ 56 w 1292"/>
                  <a:gd name="T21" fmla="*/ 716 h 772"/>
                  <a:gd name="T22" fmla="*/ 56 w 1292"/>
                  <a:gd name="T23" fmla="*/ 48 h 772"/>
                  <a:gd name="T24" fmla="*/ 1236 w 1292"/>
                  <a:gd name="T25" fmla="*/ 48 h 772"/>
                  <a:gd name="T26" fmla="*/ 1236 w 1292"/>
                  <a:gd name="T27" fmla="*/ 716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772">
                    <a:moveTo>
                      <a:pt x="1254" y="0"/>
                    </a:moveTo>
                    <a:cubicBezTo>
                      <a:pt x="658" y="0"/>
                      <a:pt x="658" y="0"/>
                      <a:pt x="658" y="0"/>
                    </a:cubicBezTo>
                    <a:cubicBezTo>
                      <a:pt x="637" y="0"/>
                      <a:pt x="637" y="0"/>
                      <a:pt x="637" y="0"/>
                    </a:cubicBezTo>
                    <a:cubicBezTo>
                      <a:pt x="41" y="0"/>
                      <a:pt x="41" y="0"/>
                      <a:pt x="41" y="0"/>
                    </a:cubicBezTo>
                    <a:cubicBezTo>
                      <a:pt x="20" y="0"/>
                      <a:pt x="0" y="15"/>
                      <a:pt x="0" y="36"/>
                    </a:cubicBezTo>
                    <a:cubicBezTo>
                      <a:pt x="0" y="772"/>
                      <a:pt x="0" y="772"/>
                      <a:pt x="0" y="772"/>
                    </a:cubicBezTo>
                    <a:cubicBezTo>
                      <a:pt x="1292" y="772"/>
                      <a:pt x="1292" y="772"/>
                      <a:pt x="1292" y="772"/>
                    </a:cubicBezTo>
                    <a:cubicBezTo>
                      <a:pt x="1292" y="36"/>
                      <a:pt x="1292" y="36"/>
                      <a:pt x="1292" y="36"/>
                    </a:cubicBezTo>
                    <a:cubicBezTo>
                      <a:pt x="1292" y="15"/>
                      <a:pt x="1275" y="0"/>
                      <a:pt x="1254" y="0"/>
                    </a:cubicBezTo>
                    <a:close/>
                    <a:moveTo>
                      <a:pt x="1236" y="716"/>
                    </a:moveTo>
                    <a:cubicBezTo>
                      <a:pt x="56" y="716"/>
                      <a:pt x="56" y="716"/>
                      <a:pt x="56" y="716"/>
                    </a:cubicBezTo>
                    <a:cubicBezTo>
                      <a:pt x="56" y="48"/>
                      <a:pt x="56" y="48"/>
                      <a:pt x="56" y="48"/>
                    </a:cubicBezTo>
                    <a:cubicBezTo>
                      <a:pt x="1236" y="48"/>
                      <a:pt x="1236" y="48"/>
                      <a:pt x="1236" y="48"/>
                    </a:cubicBezTo>
                    <a:lnTo>
                      <a:pt x="1236" y="71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pic>
            <p:nvPicPr>
              <p:cNvPr id="28" name="Picture 66"/>
              <p:cNvPicPr>
                <a:picLocks noChangeAspect="1" noChangeArrowheads="1"/>
              </p:cNvPicPr>
              <p:nvPr/>
            </p:nvPicPr>
            <p:blipFill>
              <a:blip r:embed="rId19" cstate="print">
                <a:extLst>
                  <a:ext uri="{28A0092B-C50C-407E-A947-70E740481C1C}">
                    <a14:useLocalDpi xmlns:a14="http://schemas.microsoft.com/office/drawing/2010/main" val="0"/>
                  </a:ext>
                </a:extLst>
              </a:blip>
              <a:stretch>
                <a:fillRect/>
              </a:stretch>
            </p:blipFill>
            <p:spPr bwMode="auto">
              <a:xfrm>
                <a:off x="4178065" y="2286414"/>
                <a:ext cx="1582738" cy="146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 name="Rectangle 68"/>
            <p:cNvSpPr>
              <a:spLocks noChangeArrowheads="1"/>
            </p:cNvSpPr>
            <p:nvPr/>
          </p:nvSpPr>
          <p:spPr bwMode="auto">
            <a:xfrm>
              <a:off x="7370302" y="3874168"/>
              <a:ext cx="1169143" cy="666956"/>
            </a:xfrm>
            <a:prstGeom prst="rect">
              <a:avLst/>
            </a:pr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68"/>
            <p:cNvSpPr>
              <a:spLocks noChangeArrowheads="1"/>
            </p:cNvSpPr>
            <p:nvPr/>
          </p:nvSpPr>
          <p:spPr bwMode="auto">
            <a:xfrm>
              <a:off x="7370302" y="4171950"/>
              <a:ext cx="1169143" cy="36917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5"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12166837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558620"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Human Resource</a:t>
            </a:r>
          </a:p>
        </p:txBody>
      </p:sp>
      <p:grpSp>
        <p:nvGrpSpPr>
          <p:cNvPr id="2" name="Group 1"/>
          <p:cNvGrpSpPr/>
          <p:nvPr/>
        </p:nvGrpSpPr>
        <p:grpSpPr>
          <a:xfrm>
            <a:off x="1078797" y="1789389"/>
            <a:ext cx="3391603" cy="3742456"/>
            <a:chOff x="1078797" y="1789389"/>
            <a:chExt cx="3391603" cy="3742456"/>
          </a:xfrm>
        </p:grpSpPr>
        <p:grpSp>
          <p:nvGrpSpPr>
            <p:cNvPr id="12" name="Group 11"/>
            <p:cNvGrpSpPr/>
            <p:nvPr/>
          </p:nvGrpSpPr>
          <p:grpSpPr>
            <a:xfrm>
              <a:off x="2610400" y="1789389"/>
              <a:ext cx="354024" cy="779679"/>
              <a:chOff x="6588125" y="1557338"/>
              <a:chExt cx="815975" cy="1797051"/>
            </a:xfrm>
            <a:solidFill>
              <a:srgbClr val="F49D15"/>
            </a:solidFill>
          </p:grpSpPr>
          <p:sp>
            <p:nvSpPr>
              <p:cNvPr id="7"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4" name="Group 13"/>
            <p:cNvGrpSpPr/>
            <p:nvPr/>
          </p:nvGrpSpPr>
          <p:grpSpPr>
            <a:xfrm>
              <a:off x="2323114" y="2407725"/>
              <a:ext cx="354024" cy="779679"/>
              <a:chOff x="6588125" y="1557338"/>
              <a:chExt cx="815975" cy="1797051"/>
            </a:xfrm>
            <a:solidFill>
              <a:srgbClr val="F49D15"/>
            </a:solidFill>
          </p:grpSpPr>
          <p:sp>
            <p:nvSpPr>
              <p:cNvPr id="15"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7" name="Group 16"/>
            <p:cNvGrpSpPr/>
            <p:nvPr/>
          </p:nvGrpSpPr>
          <p:grpSpPr>
            <a:xfrm>
              <a:off x="2907873" y="2407725"/>
              <a:ext cx="354024" cy="779679"/>
              <a:chOff x="6588125" y="1557338"/>
              <a:chExt cx="815975" cy="1797051"/>
            </a:xfrm>
            <a:solidFill>
              <a:srgbClr val="F49D15"/>
            </a:solidFill>
          </p:grpSpPr>
          <p:sp>
            <p:nvSpPr>
              <p:cNvPr id="18"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 name="Group 19"/>
            <p:cNvGrpSpPr/>
            <p:nvPr/>
          </p:nvGrpSpPr>
          <p:grpSpPr>
            <a:xfrm>
              <a:off x="2612164" y="3023880"/>
              <a:ext cx="354024" cy="779679"/>
              <a:chOff x="6588125" y="1557338"/>
              <a:chExt cx="815975" cy="1797051"/>
            </a:xfrm>
            <a:solidFill>
              <a:srgbClr val="9BBC57"/>
            </a:solidFill>
          </p:grpSpPr>
          <p:sp>
            <p:nvSpPr>
              <p:cNvPr id="21"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3" name="Group 22"/>
            <p:cNvGrpSpPr/>
            <p:nvPr/>
          </p:nvGrpSpPr>
          <p:grpSpPr>
            <a:xfrm>
              <a:off x="2027405" y="3027341"/>
              <a:ext cx="354024" cy="779679"/>
              <a:chOff x="6588125" y="1557338"/>
              <a:chExt cx="815975" cy="1797051"/>
            </a:xfrm>
            <a:solidFill>
              <a:srgbClr val="F49D15"/>
            </a:solidFill>
          </p:grpSpPr>
          <p:sp>
            <p:nvSpPr>
              <p:cNvPr id="24"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6" name="Group 25"/>
            <p:cNvGrpSpPr/>
            <p:nvPr/>
          </p:nvGrpSpPr>
          <p:grpSpPr>
            <a:xfrm>
              <a:off x="3196923" y="3023880"/>
              <a:ext cx="354024" cy="779679"/>
              <a:chOff x="6588125" y="1557338"/>
              <a:chExt cx="815975" cy="1797051"/>
            </a:xfrm>
            <a:solidFill>
              <a:srgbClr val="9BBC57"/>
            </a:solidFill>
          </p:grpSpPr>
          <p:sp>
            <p:nvSpPr>
              <p:cNvPr id="27"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9" name="Group 28"/>
            <p:cNvGrpSpPr/>
            <p:nvPr/>
          </p:nvGrpSpPr>
          <p:grpSpPr>
            <a:xfrm>
              <a:off x="2907873" y="3605176"/>
              <a:ext cx="354024" cy="779679"/>
              <a:chOff x="6588125" y="1557338"/>
              <a:chExt cx="815975" cy="1797051"/>
            </a:xfrm>
            <a:solidFill>
              <a:srgbClr val="9BBC57"/>
            </a:solidFill>
          </p:grpSpPr>
          <p:sp>
            <p:nvSpPr>
              <p:cNvPr id="30"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2" name="Group 31"/>
            <p:cNvGrpSpPr/>
            <p:nvPr/>
          </p:nvGrpSpPr>
          <p:grpSpPr>
            <a:xfrm>
              <a:off x="2323114" y="3608638"/>
              <a:ext cx="354024" cy="779679"/>
              <a:chOff x="6588125" y="1557338"/>
              <a:chExt cx="815975" cy="1797051"/>
            </a:xfrm>
            <a:solidFill>
              <a:srgbClr val="9BBC57"/>
            </a:solidFill>
          </p:grpSpPr>
          <p:sp>
            <p:nvSpPr>
              <p:cNvPr id="33"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5" name="Group 34"/>
            <p:cNvGrpSpPr/>
            <p:nvPr/>
          </p:nvGrpSpPr>
          <p:grpSpPr>
            <a:xfrm>
              <a:off x="3492632" y="3605176"/>
              <a:ext cx="354024" cy="779679"/>
              <a:chOff x="6588125" y="1557338"/>
              <a:chExt cx="815975" cy="1797051"/>
            </a:xfrm>
            <a:solidFill>
              <a:srgbClr val="9BBC57"/>
            </a:solidFill>
          </p:grpSpPr>
          <p:sp>
            <p:nvSpPr>
              <p:cNvPr id="36"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8" name="Group 37"/>
            <p:cNvGrpSpPr/>
            <p:nvPr/>
          </p:nvGrpSpPr>
          <p:grpSpPr>
            <a:xfrm>
              <a:off x="1702540" y="3608638"/>
              <a:ext cx="354024" cy="779679"/>
              <a:chOff x="6588125" y="1557338"/>
              <a:chExt cx="815975" cy="1797051"/>
            </a:xfrm>
            <a:solidFill>
              <a:srgbClr val="9BBC57"/>
            </a:solidFill>
          </p:grpSpPr>
          <p:sp>
            <p:nvSpPr>
              <p:cNvPr id="39"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2" name="Group 41"/>
            <p:cNvGrpSpPr/>
            <p:nvPr/>
          </p:nvGrpSpPr>
          <p:grpSpPr>
            <a:xfrm>
              <a:off x="3219745" y="4180402"/>
              <a:ext cx="354024" cy="779679"/>
              <a:chOff x="6588125" y="1557338"/>
              <a:chExt cx="815975" cy="1797051"/>
            </a:xfrm>
            <a:solidFill>
              <a:srgbClr val="297F9D"/>
            </a:solidFill>
          </p:grpSpPr>
          <p:sp>
            <p:nvSpPr>
              <p:cNvPr id="43"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5" name="Group 44"/>
            <p:cNvGrpSpPr/>
            <p:nvPr/>
          </p:nvGrpSpPr>
          <p:grpSpPr>
            <a:xfrm>
              <a:off x="2634986" y="4183864"/>
              <a:ext cx="354024" cy="779679"/>
              <a:chOff x="6588125" y="1557338"/>
              <a:chExt cx="815975" cy="1797051"/>
            </a:xfrm>
            <a:solidFill>
              <a:srgbClr val="297F9D"/>
            </a:solidFill>
          </p:grpSpPr>
          <p:sp>
            <p:nvSpPr>
              <p:cNvPr id="46"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8" name="Group 47"/>
            <p:cNvGrpSpPr/>
            <p:nvPr/>
          </p:nvGrpSpPr>
          <p:grpSpPr>
            <a:xfrm>
              <a:off x="3804504" y="4180402"/>
              <a:ext cx="354024" cy="779679"/>
              <a:chOff x="6588125" y="1557338"/>
              <a:chExt cx="815975" cy="1797051"/>
            </a:xfrm>
            <a:solidFill>
              <a:srgbClr val="297F9D"/>
            </a:solidFill>
          </p:grpSpPr>
          <p:sp>
            <p:nvSpPr>
              <p:cNvPr id="49"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1" name="Group 50"/>
            <p:cNvGrpSpPr/>
            <p:nvPr/>
          </p:nvGrpSpPr>
          <p:grpSpPr>
            <a:xfrm>
              <a:off x="2014410" y="4183864"/>
              <a:ext cx="354024" cy="779679"/>
              <a:chOff x="6588125" y="1557338"/>
              <a:chExt cx="815975" cy="1797051"/>
            </a:xfrm>
            <a:solidFill>
              <a:srgbClr val="297F9D"/>
            </a:solidFill>
          </p:grpSpPr>
          <p:sp>
            <p:nvSpPr>
              <p:cNvPr id="52"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4" name="Group 53"/>
            <p:cNvGrpSpPr/>
            <p:nvPr/>
          </p:nvGrpSpPr>
          <p:grpSpPr>
            <a:xfrm>
              <a:off x="1390669" y="4183864"/>
              <a:ext cx="354024" cy="779679"/>
              <a:chOff x="6588125" y="1557338"/>
              <a:chExt cx="815975" cy="1797051"/>
            </a:xfrm>
            <a:solidFill>
              <a:srgbClr val="9BBC57"/>
            </a:solidFill>
          </p:grpSpPr>
          <p:sp>
            <p:nvSpPr>
              <p:cNvPr id="55"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7" name="Group 56"/>
            <p:cNvGrpSpPr/>
            <p:nvPr/>
          </p:nvGrpSpPr>
          <p:grpSpPr>
            <a:xfrm>
              <a:off x="3531617" y="4748704"/>
              <a:ext cx="354024" cy="779679"/>
              <a:chOff x="6588125" y="1557338"/>
              <a:chExt cx="815975" cy="1797051"/>
            </a:xfrm>
            <a:solidFill>
              <a:srgbClr val="297F9D"/>
            </a:solidFill>
          </p:grpSpPr>
          <p:sp>
            <p:nvSpPr>
              <p:cNvPr id="58"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0" name="Group 59"/>
            <p:cNvGrpSpPr/>
            <p:nvPr/>
          </p:nvGrpSpPr>
          <p:grpSpPr>
            <a:xfrm>
              <a:off x="2946859" y="4752166"/>
              <a:ext cx="354024" cy="779679"/>
              <a:chOff x="6588125" y="1557338"/>
              <a:chExt cx="815975" cy="1797051"/>
            </a:xfrm>
            <a:solidFill>
              <a:srgbClr val="297F9D"/>
            </a:solidFill>
          </p:grpSpPr>
          <p:sp>
            <p:nvSpPr>
              <p:cNvPr id="61"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3" name="Group 62"/>
            <p:cNvGrpSpPr/>
            <p:nvPr/>
          </p:nvGrpSpPr>
          <p:grpSpPr>
            <a:xfrm>
              <a:off x="4116376" y="4748704"/>
              <a:ext cx="354024" cy="779679"/>
              <a:chOff x="6588125" y="1557338"/>
              <a:chExt cx="815975" cy="1797051"/>
            </a:xfrm>
            <a:solidFill>
              <a:srgbClr val="297F9D"/>
            </a:solidFill>
          </p:grpSpPr>
          <p:sp>
            <p:nvSpPr>
              <p:cNvPr id="64"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6" name="Group 65"/>
            <p:cNvGrpSpPr/>
            <p:nvPr/>
          </p:nvGrpSpPr>
          <p:grpSpPr>
            <a:xfrm>
              <a:off x="2326282" y="4752166"/>
              <a:ext cx="354024" cy="779679"/>
              <a:chOff x="6588125" y="1557338"/>
              <a:chExt cx="815975" cy="1797051"/>
            </a:xfrm>
            <a:solidFill>
              <a:srgbClr val="297F9D"/>
            </a:solidFill>
          </p:grpSpPr>
          <p:sp>
            <p:nvSpPr>
              <p:cNvPr id="67"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9" name="Group 68"/>
            <p:cNvGrpSpPr/>
            <p:nvPr/>
          </p:nvGrpSpPr>
          <p:grpSpPr>
            <a:xfrm>
              <a:off x="1702540" y="4752166"/>
              <a:ext cx="354024" cy="779679"/>
              <a:chOff x="6588125" y="1557338"/>
              <a:chExt cx="815975" cy="1797051"/>
            </a:xfrm>
            <a:solidFill>
              <a:srgbClr val="297F9D"/>
            </a:solidFill>
          </p:grpSpPr>
          <p:sp>
            <p:nvSpPr>
              <p:cNvPr id="70"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2" name="Group 71"/>
            <p:cNvGrpSpPr/>
            <p:nvPr/>
          </p:nvGrpSpPr>
          <p:grpSpPr>
            <a:xfrm>
              <a:off x="1078797" y="4752166"/>
              <a:ext cx="354024" cy="779679"/>
              <a:chOff x="6588125" y="1557338"/>
              <a:chExt cx="815975" cy="1797051"/>
            </a:xfrm>
            <a:solidFill>
              <a:srgbClr val="297F9D"/>
            </a:solidFill>
          </p:grpSpPr>
          <p:sp>
            <p:nvSpPr>
              <p:cNvPr id="73"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76" name="Text Box 7"/>
          <p:cNvSpPr txBox="1">
            <a:spLocks noChangeArrowheads="1"/>
          </p:cNvSpPr>
          <p:nvPr/>
        </p:nvSpPr>
        <p:spPr bwMode="auto">
          <a:xfrm>
            <a:off x="876896" y="5636640"/>
            <a:ext cx="3796705" cy="738857"/>
          </a:xfrm>
          <a:prstGeom prst="rect">
            <a:avLst/>
          </a:prstGeom>
          <a:noFill/>
          <a:ln w="9525">
            <a:noFill/>
            <a:miter lim="800000"/>
          </a:ln>
        </p:spPr>
        <p:txBody>
          <a:bodyPr wrap="square" lIns="60960" tIns="30480" rIns="60960" bIns="30480" anchor="ctr">
            <a:spAutoFit/>
          </a:bodyPr>
          <a:lstStyle/>
          <a:p>
            <a:pPr algn="ctr" defTabSz="1450940"/>
            <a:r>
              <a:rPr lang="en-US" sz="1467" i="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Aliquam euismod commodo nisl, vel luctus lorem.</a:t>
            </a:r>
          </a:p>
        </p:txBody>
      </p:sp>
      <p:sp>
        <p:nvSpPr>
          <p:cNvPr id="78" name="Rectangle 77"/>
          <p:cNvSpPr/>
          <p:nvPr/>
        </p:nvSpPr>
        <p:spPr>
          <a:xfrm>
            <a:off x="8078368" y="2006601"/>
            <a:ext cx="3402432" cy="1179875"/>
          </a:xfrm>
          <a:prstGeom prst="rect">
            <a:avLst/>
          </a:prstGeom>
        </p:spPr>
        <p:txBody>
          <a:bodyPr wrap="square">
            <a:spAutoFit/>
          </a:bodyPr>
          <a:lstStyle/>
          <a:p>
            <a:r>
              <a:rPr lang="en-US" sz="2667">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25%</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Power</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79" name="Rectangle 78"/>
          <p:cNvSpPr/>
          <p:nvPr/>
        </p:nvSpPr>
        <p:spPr>
          <a:xfrm>
            <a:off x="8078368" y="3491211"/>
            <a:ext cx="3402432" cy="1179875"/>
          </a:xfrm>
          <a:prstGeom prst="rect">
            <a:avLst/>
          </a:prstGeom>
        </p:spPr>
        <p:txBody>
          <a:bodyPr wrap="square">
            <a:spAutoFit/>
          </a:bodyPr>
          <a:lstStyle/>
          <a:p>
            <a:r>
              <a:rPr lang="en-US" sz="2667">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35%</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Brand</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80" name="Rectangle 79"/>
          <p:cNvSpPr/>
          <p:nvPr/>
        </p:nvSpPr>
        <p:spPr>
          <a:xfrm>
            <a:off x="8078368" y="4890790"/>
            <a:ext cx="3402432" cy="1179875"/>
          </a:xfrm>
          <a:prstGeom prst="rect">
            <a:avLst/>
          </a:prstGeom>
        </p:spPr>
        <p:txBody>
          <a:bodyPr wrap="square">
            <a:spAutoFit/>
          </a:bodyPr>
          <a:lstStyle/>
          <a:p>
            <a:r>
              <a:rPr lang="en-US" sz="2667">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Concept</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81" name="Group 80"/>
          <p:cNvGrpSpPr/>
          <p:nvPr/>
        </p:nvGrpSpPr>
        <p:grpSpPr>
          <a:xfrm>
            <a:off x="7421959" y="2002949"/>
            <a:ext cx="555253" cy="1222852"/>
            <a:chOff x="6588125" y="1557338"/>
            <a:chExt cx="815975" cy="1797051"/>
          </a:xfrm>
          <a:solidFill>
            <a:srgbClr val="F49D15"/>
          </a:solidFill>
        </p:grpSpPr>
        <p:sp>
          <p:nvSpPr>
            <p:cNvPr id="82"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4" name="Group 83"/>
          <p:cNvGrpSpPr/>
          <p:nvPr/>
        </p:nvGrpSpPr>
        <p:grpSpPr>
          <a:xfrm>
            <a:off x="7421959" y="3403049"/>
            <a:ext cx="555253" cy="1222852"/>
            <a:chOff x="6588125" y="1557338"/>
            <a:chExt cx="815975" cy="1797051"/>
          </a:xfrm>
          <a:solidFill>
            <a:srgbClr val="9BBC57"/>
          </a:solidFill>
        </p:grpSpPr>
        <p:sp>
          <p:nvSpPr>
            <p:cNvPr id="85"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7" name="Group 86"/>
          <p:cNvGrpSpPr/>
          <p:nvPr/>
        </p:nvGrpSpPr>
        <p:grpSpPr>
          <a:xfrm>
            <a:off x="7421959" y="4920419"/>
            <a:ext cx="555253" cy="1222852"/>
            <a:chOff x="6588125" y="1557338"/>
            <a:chExt cx="815975" cy="1797051"/>
          </a:xfrm>
          <a:solidFill>
            <a:srgbClr val="297F9D"/>
          </a:solidFill>
        </p:grpSpPr>
        <p:sp>
          <p:nvSpPr>
            <p:cNvPr id="88" name="Oval 5"/>
            <p:cNvSpPr>
              <a:spLocks noChangeArrowheads="1"/>
            </p:cNvSpPr>
            <p:nvPr/>
          </p:nvSpPr>
          <p:spPr bwMode="auto">
            <a:xfrm>
              <a:off x="6810375" y="1557338"/>
              <a:ext cx="371475" cy="369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7"/>
            <p:cNvSpPr/>
            <p:nvPr/>
          </p:nvSpPr>
          <p:spPr bwMode="auto">
            <a:xfrm>
              <a:off x="6588125" y="1971676"/>
              <a:ext cx="815975" cy="1382713"/>
            </a:xfrm>
            <a:custGeom>
              <a:avLst/>
              <a:gdLst>
                <a:gd name="T0" fmla="*/ 115 w 550"/>
                <a:gd name="T1" fmla="*/ 0 h 932"/>
                <a:gd name="T2" fmla="*/ 58 w 550"/>
                <a:gd name="T3" fmla="*/ 49 h 932"/>
                <a:gd name="T4" fmla="*/ 0 w 550"/>
                <a:gd name="T5" fmla="*/ 353 h 932"/>
                <a:gd name="T6" fmla="*/ 1 w 550"/>
                <a:gd name="T7" fmla="*/ 360 h 932"/>
                <a:gd name="T8" fmla="*/ 0 w 550"/>
                <a:gd name="T9" fmla="*/ 369 h 932"/>
                <a:gd name="T10" fmla="*/ 58 w 550"/>
                <a:gd name="T11" fmla="*/ 427 h 932"/>
                <a:gd name="T12" fmla="*/ 116 w 550"/>
                <a:gd name="T13" fmla="*/ 379 h 932"/>
                <a:gd name="T14" fmla="*/ 152 w 550"/>
                <a:gd name="T15" fmla="*/ 153 h 932"/>
                <a:gd name="T16" fmla="*/ 151 w 550"/>
                <a:gd name="T17" fmla="*/ 874 h 932"/>
                <a:gd name="T18" fmla="*/ 210 w 550"/>
                <a:gd name="T19" fmla="*/ 932 h 932"/>
                <a:gd name="T20" fmla="*/ 268 w 550"/>
                <a:gd name="T21" fmla="*/ 874 h 932"/>
                <a:gd name="T22" fmla="*/ 268 w 550"/>
                <a:gd name="T23" fmla="*/ 517 h 932"/>
                <a:gd name="T24" fmla="*/ 282 w 550"/>
                <a:gd name="T25" fmla="*/ 517 h 932"/>
                <a:gd name="T26" fmla="*/ 282 w 550"/>
                <a:gd name="T27" fmla="*/ 874 h 932"/>
                <a:gd name="T28" fmla="*/ 340 w 550"/>
                <a:gd name="T29" fmla="*/ 932 h 932"/>
                <a:gd name="T30" fmla="*/ 399 w 550"/>
                <a:gd name="T31" fmla="*/ 874 h 932"/>
                <a:gd name="T32" fmla="*/ 398 w 550"/>
                <a:gd name="T33" fmla="*/ 153 h 932"/>
                <a:gd name="T34" fmla="*/ 435 w 550"/>
                <a:gd name="T35" fmla="*/ 379 h 932"/>
                <a:gd name="T36" fmla="*/ 492 w 550"/>
                <a:gd name="T37" fmla="*/ 427 h 932"/>
                <a:gd name="T38" fmla="*/ 550 w 550"/>
                <a:gd name="T39" fmla="*/ 369 h 932"/>
                <a:gd name="T40" fmla="*/ 549 w 550"/>
                <a:gd name="T41" fmla="*/ 360 h 932"/>
                <a:gd name="T42" fmla="*/ 550 w 550"/>
                <a:gd name="T43" fmla="*/ 353 h 932"/>
                <a:gd name="T44" fmla="*/ 493 w 550"/>
                <a:gd name="T45" fmla="*/ 50 h 932"/>
                <a:gd name="T46" fmla="*/ 435 w 550"/>
                <a:gd name="T47" fmla="*/ 0 h 932"/>
                <a:gd name="T48" fmla="*/ 115 w 550"/>
                <a:gd name="T49"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932">
                  <a:moveTo>
                    <a:pt x="115" y="0"/>
                  </a:moveTo>
                  <a:cubicBezTo>
                    <a:pt x="86" y="0"/>
                    <a:pt x="62" y="21"/>
                    <a:pt x="58" y="49"/>
                  </a:cubicBezTo>
                  <a:cubicBezTo>
                    <a:pt x="0" y="353"/>
                    <a:pt x="0" y="353"/>
                    <a:pt x="0" y="353"/>
                  </a:cubicBezTo>
                  <a:cubicBezTo>
                    <a:pt x="0" y="356"/>
                    <a:pt x="0" y="358"/>
                    <a:pt x="1" y="360"/>
                  </a:cubicBezTo>
                  <a:cubicBezTo>
                    <a:pt x="0" y="363"/>
                    <a:pt x="0" y="366"/>
                    <a:pt x="0" y="369"/>
                  </a:cubicBezTo>
                  <a:cubicBezTo>
                    <a:pt x="0" y="401"/>
                    <a:pt x="26" y="427"/>
                    <a:pt x="58" y="427"/>
                  </a:cubicBezTo>
                  <a:cubicBezTo>
                    <a:pt x="87" y="427"/>
                    <a:pt x="111" y="407"/>
                    <a:pt x="116" y="379"/>
                  </a:cubicBezTo>
                  <a:cubicBezTo>
                    <a:pt x="152" y="153"/>
                    <a:pt x="152" y="153"/>
                    <a:pt x="152" y="153"/>
                  </a:cubicBezTo>
                  <a:cubicBezTo>
                    <a:pt x="151" y="874"/>
                    <a:pt x="151" y="874"/>
                    <a:pt x="151" y="874"/>
                  </a:cubicBezTo>
                  <a:cubicBezTo>
                    <a:pt x="151" y="906"/>
                    <a:pt x="178" y="932"/>
                    <a:pt x="210" y="932"/>
                  </a:cubicBezTo>
                  <a:cubicBezTo>
                    <a:pt x="242" y="932"/>
                    <a:pt x="268" y="906"/>
                    <a:pt x="268" y="874"/>
                  </a:cubicBezTo>
                  <a:cubicBezTo>
                    <a:pt x="268" y="517"/>
                    <a:pt x="268" y="517"/>
                    <a:pt x="268" y="517"/>
                  </a:cubicBezTo>
                  <a:cubicBezTo>
                    <a:pt x="282" y="517"/>
                    <a:pt x="282" y="517"/>
                    <a:pt x="282" y="517"/>
                  </a:cubicBezTo>
                  <a:cubicBezTo>
                    <a:pt x="282" y="874"/>
                    <a:pt x="282" y="874"/>
                    <a:pt x="282" y="874"/>
                  </a:cubicBezTo>
                  <a:cubicBezTo>
                    <a:pt x="282" y="906"/>
                    <a:pt x="308" y="932"/>
                    <a:pt x="340" y="932"/>
                  </a:cubicBezTo>
                  <a:cubicBezTo>
                    <a:pt x="373" y="932"/>
                    <a:pt x="399" y="906"/>
                    <a:pt x="399" y="874"/>
                  </a:cubicBezTo>
                  <a:cubicBezTo>
                    <a:pt x="398" y="153"/>
                    <a:pt x="398" y="153"/>
                    <a:pt x="398" y="153"/>
                  </a:cubicBezTo>
                  <a:cubicBezTo>
                    <a:pt x="435" y="379"/>
                    <a:pt x="435" y="379"/>
                    <a:pt x="435" y="379"/>
                  </a:cubicBezTo>
                  <a:cubicBezTo>
                    <a:pt x="440" y="407"/>
                    <a:pt x="464" y="427"/>
                    <a:pt x="492" y="427"/>
                  </a:cubicBezTo>
                  <a:cubicBezTo>
                    <a:pt x="524" y="427"/>
                    <a:pt x="550" y="401"/>
                    <a:pt x="550" y="369"/>
                  </a:cubicBezTo>
                  <a:cubicBezTo>
                    <a:pt x="550" y="366"/>
                    <a:pt x="550" y="363"/>
                    <a:pt x="549" y="360"/>
                  </a:cubicBezTo>
                  <a:cubicBezTo>
                    <a:pt x="550" y="358"/>
                    <a:pt x="550" y="356"/>
                    <a:pt x="550" y="353"/>
                  </a:cubicBezTo>
                  <a:cubicBezTo>
                    <a:pt x="493" y="50"/>
                    <a:pt x="493" y="50"/>
                    <a:pt x="493" y="50"/>
                  </a:cubicBezTo>
                  <a:cubicBezTo>
                    <a:pt x="488" y="21"/>
                    <a:pt x="464" y="0"/>
                    <a:pt x="435" y="0"/>
                  </a:cubicBezTo>
                  <a:lnTo>
                    <a:pt x="1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90"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cxnSp>
        <p:nvCxnSpPr>
          <p:cNvPr id="10" name="Elbow Connector 9"/>
          <p:cNvCxnSpPr/>
          <p:nvPr/>
        </p:nvCxnSpPr>
        <p:spPr>
          <a:xfrm flipV="1">
            <a:off x="4373973" y="2568207"/>
            <a:ext cx="2709999" cy="1235352"/>
          </a:xfrm>
          <a:prstGeom prst="bentConnector3">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 name="Elbow Connector 12"/>
          <p:cNvCxnSpPr/>
          <p:nvPr/>
        </p:nvCxnSpPr>
        <p:spPr>
          <a:xfrm>
            <a:off x="4373973" y="4180402"/>
            <a:ext cx="2741530" cy="1221915"/>
          </a:xfrm>
          <a:prstGeom prst="bentConnector3">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p:nvPr/>
        </p:nvCxnSpPr>
        <p:spPr>
          <a:xfrm>
            <a:off x="4373973" y="4004441"/>
            <a:ext cx="2709999" cy="0"/>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5087565"/>
      </p:ext>
    </p:extLst>
  </p:cSld>
  <p:clrMapOvr>
    <a:masterClrMapping/>
  </p:clrMapOvr>
  <p:transition spd="slow">
    <p:push dir="u"/>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 Box 7"/>
          <p:cNvSpPr txBox="1">
            <a:spLocks noChangeArrowheads="1"/>
          </p:cNvSpPr>
          <p:nvPr/>
        </p:nvSpPr>
        <p:spPr bwMode="auto">
          <a:xfrm>
            <a:off x="812801" y="495181"/>
            <a:ext cx="4071756"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Long Term Way</a:t>
            </a:r>
          </a:p>
        </p:txBody>
      </p:sp>
      <p:grpSp>
        <p:nvGrpSpPr>
          <p:cNvPr id="27" name="Group 26"/>
          <p:cNvGrpSpPr/>
          <p:nvPr/>
        </p:nvGrpSpPr>
        <p:grpSpPr>
          <a:xfrm>
            <a:off x="1016001" y="1905000"/>
            <a:ext cx="2256305" cy="2744635"/>
            <a:chOff x="762000" y="1428750"/>
            <a:chExt cx="1692229" cy="2058476"/>
          </a:xfrm>
        </p:grpSpPr>
        <p:sp>
          <p:nvSpPr>
            <p:cNvPr id="5" name="Freeform 5"/>
            <p:cNvSpPr>
              <a:spLocks noEditPoints="1"/>
            </p:cNvSpPr>
            <p:nvPr/>
          </p:nvSpPr>
          <p:spPr bwMode="auto">
            <a:xfrm>
              <a:off x="779940" y="1428750"/>
              <a:ext cx="1656348" cy="2033908"/>
            </a:xfrm>
            <a:custGeom>
              <a:avLst/>
              <a:gdLst>
                <a:gd name="T0" fmla="*/ 2048 w 2381"/>
                <a:gd name="T1" fmla="*/ 907 h 2923"/>
                <a:gd name="T2" fmla="*/ 2156 w 2381"/>
                <a:gd name="T3" fmla="*/ 845 h 2923"/>
                <a:gd name="T4" fmla="*/ 1887 w 2381"/>
                <a:gd name="T5" fmla="*/ 652 h 2923"/>
                <a:gd name="T6" fmla="*/ 1862 w 2381"/>
                <a:gd name="T7" fmla="*/ 750 h 2923"/>
                <a:gd name="T8" fmla="*/ 1328 w 2381"/>
                <a:gd name="T9" fmla="*/ 550 h 2923"/>
                <a:gd name="T10" fmla="*/ 1328 w 2381"/>
                <a:gd name="T11" fmla="*/ 438 h 2923"/>
                <a:gd name="T12" fmla="*/ 1398 w 2381"/>
                <a:gd name="T13" fmla="*/ 333 h 2923"/>
                <a:gd name="T14" fmla="*/ 1390 w 2381"/>
                <a:gd name="T15" fmla="*/ 292 h 2923"/>
                <a:gd name="T16" fmla="*/ 1505 w 2381"/>
                <a:gd name="T17" fmla="*/ 164 h 2923"/>
                <a:gd name="T18" fmla="*/ 1505 w 2381"/>
                <a:gd name="T19" fmla="*/ 149 h 2923"/>
                <a:gd name="T20" fmla="*/ 1266 w 2381"/>
                <a:gd name="T21" fmla="*/ 0 h 2923"/>
                <a:gd name="T22" fmla="*/ 1133 w 2381"/>
                <a:gd name="T23" fmla="*/ 0 h 2923"/>
                <a:gd name="T24" fmla="*/ 895 w 2381"/>
                <a:gd name="T25" fmla="*/ 149 h 2923"/>
                <a:gd name="T26" fmla="*/ 895 w 2381"/>
                <a:gd name="T27" fmla="*/ 164 h 2923"/>
                <a:gd name="T28" fmla="*/ 994 w 2381"/>
                <a:gd name="T29" fmla="*/ 285 h 2923"/>
                <a:gd name="T30" fmla="*/ 983 w 2381"/>
                <a:gd name="T31" fmla="*/ 333 h 2923"/>
                <a:gd name="T32" fmla="*/ 1054 w 2381"/>
                <a:gd name="T33" fmla="*/ 438 h 2923"/>
                <a:gd name="T34" fmla="*/ 1054 w 2381"/>
                <a:gd name="T35" fmla="*/ 550 h 2923"/>
                <a:gd name="T36" fmla="*/ 0 w 2381"/>
                <a:gd name="T37" fmla="*/ 1733 h 2923"/>
                <a:gd name="T38" fmla="*/ 1191 w 2381"/>
                <a:gd name="T39" fmla="*/ 2923 h 2923"/>
                <a:gd name="T40" fmla="*/ 2381 w 2381"/>
                <a:gd name="T41" fmla="*/ 1733 h 2923"/>
                <a:gd name="T42" fmla="*/ 2048 w 2381"/>
                <a:gd name="T43" fmla="*/ 907 h 2923"/>
                <a:gd name="T44" fmla="*/ 1191 w 2381"/>
                <a:gd name="T45" fmla="*/ 2726 h 2923"/>
                <a:gd name="T46" fmla="*/ 198 w 2381"/>
                <a:gd name="T47" fmla="*/ 1733 h 2923"/>
                <a:gd name="T48" fmla="*/ 1191 w 2381"/>
                <a:gd name="T49" fmla="*/ 740 h 2923"/>
                <a:gd name="T50" fmla="*/ 2184 w 2381"/>
                <a:gd name="T51" fmla="*/ 1733 h 2923"/>
                <a:gd name="T52" fmla="*/ 1191 w 2381"/>
                <a:gd name="T53" fmla="*/ 2726 h 2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81" h="2923">
                  <a:moveTo>
                    <a:pt x="2048" y="907"/>
                  </a:moveTo>
                  <a:cubicBezTo>
                    <a:pt x="2156" y="845"/>
                    <a:pt x="2156" y="845"/>
                    <a:pt x="2156" y="845"/>
                  </a:cubicBezTo>
                  <a:cubicBezTo>
                    <a:pt x="2156" y="766"/>
                    <a:pt x="1955" y="629"/>
                    <a:pt x="1887" y="652"/>
                  </a:cubicBezTo>
                  <a:cubicBezTo>
                    <a:pt x="1862" y="750"/>
                    <a:pt x="1862" y="750"/>
                    <a:pt x="1862" y="750"/>
                  </a:cubicBezTo>
                  <a:cubicBezTo>
                    <a:pt x="1707" y="643"/>
                    <a:pt x="1524" y="573"/>
                    <a:pt x="1328" y="550"/>
                  </a:cubicBezTo>
                  <a:cubicBezTo>
                    <a:pt x="1328" y="438"/>
                    <a:pt x="1328" y="438"/>
                    <a:pt x="1328" y="438"/>
                  </a:cubicBezTo>
                  <a:cubicBezTo>
                    <a:pt x="1369" y="421"/>
                    <a:pt x="1398" y="380"/>
                    <a:pt x="1398" y="333"/>
                  </a:cubicBezTo>
                  <a:cubicBezTo>
                    <a:pt x="1398" y="318"/>
                    <a:pt x="1395" y="304"/>
                    <a:pt x="1390" y="292"/>
                  </a:cubicBezTo>
                  <a:cubicBezTo>
                    <a:pt x="1459" y="265"/>
                    <a:pt x="1505" y="218"/>
                    <a:pt x="1505" y="164"/>
                  </a:cubicBezTo>
                  <a:cubicBezTo>
                    <a:pt x="1505" y="149"/>
                    <a:pt x="1505" y="149"/>
                    <a:pt x="1505" y="149"/>
                  </a:cubicBezTo>
                  <a:cubicBezTo>
                    <a:pt x="1505" y="67"/>
                    <a:pt x="1398" y="0"/>
                    <a:pt x="1266" y="0"/>
                  </a:cubicBezTo>
                  <a:cubicBezTo>
                    <a:pt x="1133" y="0"/>
                    <a:pt x="1133" y="0"/>
                    <a:pt x="1133" y="0"/>
                  </a:cubicBezTo>
                  <a:cubicBezTo>
                    <a:pt x="1002" y="0"/>
                    <a:pt x="895" y="67"/>
                    <a:pt x="895" y="149"/>
                  </a:cubicBezTo>
                  <a:cubicBezTo>
                    <a:pt x="895" y="164"/>
                    <a:pt x="895" y="164"/>
                    <a:pt x="895" y="164"/>
                  </a:cubicBezTo>
                  <a:cubicBezTo>
                    <a:pt x="895" y="214"/>
                    <a:pt x="934" y="258"/>
                    <a:pt x="994" y="285"/>
                  </a:cubicBezTo>
                  <a:cubicBezTo>
                    <a:pt x="987" y="299"/>
                    <a:pt x="983" y="316"/>
                    <a:pt x="983" y="333"/>
                  </a:cubicBezTo>
                  <a:cubicBezTo>
                    <a:pt x="983" y="380"/>
                    <a:pt x="1012" y="421"/>
                    <a:pt x="1054" y="438"/>
                  </a:cubicBezTo>
                  <a:cubicBezTo>
                    <a:pt x="1054" y="550"/>
                    <a:pt x="1054" y="550"/>
                    <a:pt x="1054" y="550"/>
                  </a:cubicBezTo>
                  <a:cubicBezTo>
                    <a:pt x="461" y="618"/>
                    <a:pt x="0" y="1122"/>
                    <a:pt x="0" y="1733"/>
                  </a:cubicBezTo>
                  <a:cubicBezTo>
                    <a:pt x="0" y="2390"/>
                    <a:pt x="533" y="2923"/>
                    <a:pt x="1191" y="2923"/>
                  </a:cubicBezTo>
                  <a:cubicBezTo>
                    <a:pt x="1848" y="2923"/>
                    <a:pt x="2381" y="2390"/>
                    <a:pt x="2381" y="1733"/>
                  </a:cubicBezTo>
                  <a:cubicBezTo>
                    <a:pt x="2381" y="1412"/>
                    <a:pt x="2255" y="1121"/>
                    <a:pt x="2048" y="907"/>
                  </a:cubicBezTo>
                  <a:close/>
                  <a:moveTo>
                    <a:pt x="1191" y="2726"/>
                  </a:moveTo>
                  <a:cubicBezTo>
                    <a:pt x="642" y="2726"/>
                    <a:pt x="198" y="2281"/>
                    <a:pt x="198" y="1733"/>
                  </a:cubicBezTo>
                  <a:cubicBezTo>
                    <a:pt x="198" y="1185"/>
                    <a:pt x="642" y="740"/>
                    <a:pt x="1191" y="740"/>
                  </a:cubicBezTo>
                  <a:cubicBezTo>
                    <a:pt x="1739" y="740"/>
                    <a:pt x="2184" y="1185"/>
                    <a:pt x="2184" y="1733"/>
                  </a:cubicBezTo>
                  <a:cubicBezTo>
                    <a:pt x="2184" y="2281"/>
                    <a:pt x="1739" y="2726"/>
                    <a:pt x="1191" y="272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aphicFrame>
          <p:nvGraphicFramePr>
            <p:cNvPr id="19" name="Chart 18"/>
            <p:cNvGraphicFramePr/>
            <p:nvPr>
              <p:extLst>
                <p:ext uri="{D42A27DB-BD31-4B8C-83A1-F6EECF244321}">
                  <p14:modId xmlns:p14="http://schemas.microsoft.com/office/powerpoint/2010/main" val="2206003874"/>
                </p:ext>
              </p:extLst>
            </p:nvPr>
          </p:nvGraphicFramePr>
          <p:xfrm>
            <a:off x="762000" y="1788665"/>
            <a:ext cx="1692229" cy="1698561"/>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979711" y="1976340"/>
              <a:ext cx="1256807" cy="1274910"/>
              <a:chOff x="6405563" y="1277938"/>
              <a:chExt cx="1543050" cy="1565275"/>
            </a:xfrm>
            <a:solidFill>
              <a:schemeClr val="bg1">
                <a:lumMod val="85000"/>
              </a:schemeClr>
            </a:solidFill>
          </p:grpSpPr>
          <p:sp>
            <p:nvSpPr>
              <p:cNvPr id="6" name="Freeform 6"/>
              <p:cNvSpPr/>
              <p:nvPr/>
            </p:nvSpPr>
            <p:spPr bwMode="auto">
              <a:xfrm>
                <a:off x="7146926" y="1277938"/>
                <a:ext cx="98425" cy="200025"/>
              </a:xfrm>
              <a:custGeom>
                <a:avLst/>
                <a:gdLst>
                  <a:gd name="T0" fmla="*/ 45 w 117"/>
                  <a:gd name="T1" fmla="*/ 0 h 234"/>
                  <a:gd name="T2" fmla="*/ 72 w 117"/>
                  <a:gd name="T3" fmla="*/ 0 h 234"/>
                  <a:gd name="T4" fmla="*/ 117 w 117"/>
                  <a:gd name="T5" fmla="*/ 45 h 234"/>
                  <a:gd name="T6" fmla="*/ 117 w 117"/>
                  <a:gd name="T7" fmla="*/ 189 h 234"/>
                  <a:gd name="T8" fmla="*/ 72 w 117"/>
                  <a:gd name="T9" fmla="*/ 234 h 234"/>
                  <a:gd name="T10" fmla="*/ 45 w 117"/>
                  <a:gd name="T11" fmla="*/ 234 h 234"/>
                  <a:gd name="T12" fmla="*/ 0 w 117"/>
                  <a:gd name="T13" fmla="*/ 189 h 234"/>
                  <a:gd name="T14" fmla="*/ 0 w 117"/>
                  <a:gd name="T15" fmla="*/ 45 h 234"/>
                  <a:gd name="T16" fmla="*/ 45 w 117"/>
                  <a:gd name="T1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4">
                    <a:moveTo>
                      <a:pt x="45" y="0"/>
                    </a:moveTo>
                    <a:cubicBezTo>
                      <a:pt x="72" y="0"/>
                      <a:pt x="72" y="0"/>
                      <a:pt x="72" y="0"/>
                    </a:cubicBezTo>
                    <a:cubicBezTo>
                      <a:pt x="97" y="0"/>
                      <a:pt x="117" y="20"/>
                      <a:pt x="117" y="45"/>
                    </a:cubicBezTo>
                    <a:cubicBezTo>
                      <a:pt x="117" y="189"/>
                      <a:pt x="117" y="189"/>
                      <a:pt x="117" y="189"/>
                    </a:cubicBezTo>
                    <a:cubicBezTo>
                      <a:pt x="117" y="214"/>
                      <a:pt x="97" y="234"/>
                      <a:pt x="72" y="234"/>
                    </a:cubicBezTo>
                    <a:cubicBezTo>
                      <a:pt x="45" y="234"/>
                      <a:pt x="45" y="234"/>
                      <a:pt x="45" y="234"/>
                    </a:cubicBezTo>
                    <a:cubicBezTo>
                      <a:pt x="20" y="234"/>
                      <a:pt x="0" y="214"/>
                      <a:pt x="0" y="189"/>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7"/>
              <p:cNvSpPr/>
              <p:nvPr/>
            </p:nvSpPr>
            <p:spPr bwMode="auto">
              <a:xfrm>
                <a:off x="7146926" y="2644775"/>
                <a:ext cx="98425" cy="198438"/>
              </a:xfrm>
              <a:custGeom>
                <a:avLst/>
                <a:gdLst>
                  <a:gd name="T0" fmla="*/ 45 w 117"/>
                  <a:gd name="T1" fmla="*/ 0 h 233"/>
                  <a:gd name="T2" fmla="*/ 72 w 117"/>
                  <a:gd name="T3" fmla="*/ 0 h 233"/>
                  <a:gd name="T4" fmla="*/ 117 w 117"/>
                  <a:gd name="T5" fmla="*/ 45 h 233"/>
                  <a:gd name="T6" fmla="*/ 117 w 117"/>
                  <a:gd name="T7" fmla="*/ 188 h 233"/>
                  <a:gd name="T8" fmla="*/ 72 w 117"/>
                  <a:gd name="T9" fmla="*/ 233 h 233"/>
                  <a:gd name="T10" fmla="*/ 45 w 117"/>
                  <a:gd name="T11" fmla="*/ 233 h 233"/>
                  <a:gd name="T12" fmla="*/ 0 w 117"/>
                  <a:gd name="T13" fmla="*/ 188 h 233"/>
                  <a:gd name="T14" fmla="*/ 0 w 117"/>
                  <a:gd name="T15" fmla="*/ 45 h 233"/>
                  <a:gd name="T16" fmla="*/ 45 w 117"/>
                  <a:gd name="T1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3">
                    <a:moveTo>
                      <a:pt x="45" y="0"/>
                    </a:moveTo>
                    <a:cubicBezTo>
                      <a:pt x="72" y="0"/>
                      <a:pt x="72" y="0"/>
                      <a:pt x="72" y="0"/>
                    </a:cubicBezTo>
                    <a:cubicBezTo>
                      <a:pt x="97" y="0"/>
                      <a:pt x="117" y="20"/>
                      <a:pt x="117" y="45"/>
                    </a:cubicBezTo>
                    <a:cubicBezTo>
                      <a:pt x="117" y="188"/>
                      <a:pt x="117" y="188"/>
                      <a:pt x="117" y="188"/>
                    </a:cubicBezTo>
                    <a:cubicBezTo>
                      <a:pt x="117" y="213"/>
                      <a:pt x="97" y="233"/>
                      <a:pt x="72" y="233"/>
                    </a:cubicBezTo>
                    <a:cubicBezTo>
                      <a:pt x="45" y="233"/>
                      <a:pt x="45" y="233"/>
                      <a:pt x="45" y="233"/>
                    </a:cubicBezTo>
                    <a:cubicBezTo>
                      <a:pt x="20" y="233"/>
                      <a:pt x="0" y="213"/>
                      <a:pt x="0" y="188"/>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8"/>
              <p:cNvSpPr/>
              <p:nvPr/>
            </p:nvSpPr>
            <p:spPr bwMode="auto">
              <a:xfrm>
                <a:off x="6405563" y="2020888"/>
                <a:ext cx="200025" cy="100013"/>
              </a:xfrm>
              <a:custGeom>
                <a:avLst/>
                <a:gdLst>
                  <a:gd name="T0" fmla="*/ 0 w 234"/>
                  <a:gd name="T1" fmla="*/ 72 h 117"/>
                  <a:gd name="T2" fmla="*/ 0 w 234"/>
                  <a:gd name="T3" fmla="*/ 45 h 117"/>
                  <a:gd name="T4" fmla="*/ 45 w 234"/>
                  <a:gd name="T5" fmla="*/ 0 h 117"/>
                  <a:gd name="T6" fmla="*/ 189 w 234"/>
                  <a:gd name="T7" fmla="*/ 0 h 117"/>
                  <a:gd name="T8" fmla="*/ 234 w 234"/>
                  <a:gd name="T9" fmla="*/ 45 h 117"/>
                  <a:gd name="T10" fmla="*/ 234 w 234"/>
                  <a:gd name="T11" fmla="*/ 72 h 117"/>
                  <a:gd name="T12" fmla="*/ 189 w 234"/>
                  <a:gd name="T13" fmla="*/ 117 h 117"/>
                  <a:gd name="T14" fmla="*/ 45 w 234"/>
                  <a:gd name="T15" fmla="*/ 117 h 117"/>
                  <a:gd name="T16" fmla="*/ 0 w 234"/>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117">
                    <a:moveTo>
                      <a:pt x="0" y="72"/>
                    </a:moveTo>
                    <a:cubicBezTo>
                      <a:pt x="0" y="45"/>
                      <a:pt x="0" y="45"/>
                      <a:pt x="0" y="45"/>
                    </a:cubicBezTo>
                    <a:cubicBezTo>
                      <a:pt x="0" y="21"/>
                      <a:pt x="20" y="0"/>
                      <a:pt x="45" y="0"/>
                    </a:cubicBezTo>
                    <a:cubicBezTo>
                      <a:pt x="189" y="0"/>
                      <a:pt x="189" y="0"/>
                      <a:pt x="189" y="0"/>
                    </a:cubicBezTo>
                    <a:cubicBezTo>
                      <a:pt x="214" y="0"/>
                      <a:pt x="234" y="21"/>
                      <a:pt x="234" y="45"/>
                    </a:cubicBezTo>
                    <a:cubicBezTo>
                      <a:pt x="234" y="72"/>
                      <a:pt x="234" y="72"/>
                      <a:pt x="234" y="72"/>
                    </a:cubicBezTo>
                    <a:cubicBezTo>
                      <a:pt x="234" y="97"/>
                      <a:pt x="214" y="117"/>
                      <a:pt x="189"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9"/>
              <p:cNvSpPr/>
              <p:nvPr/>
            </p:nvSpPr>
            <p:spPr bwMode="auto">
              <a:xfrm>
                <a:off x="7748588" y="2020888"/>
                <a:ext cx="200025" cy="100013"/>
              </a:xfrm>
              <a:custGeom>
                <a:avLst/>
                <a:gdLst>
                  <a:gd name="T0" fmla="*/ 0 w 233"/>
                  <a:gd name="T1" fmla="*/ 72 h 117"/>
                  <a:gd name="T2" fmla="*/ 0 w 233"/>
                  <a:gd name="T3" fmla="*/ 45 h 117"/>
                  <a:gd name="T4" fmla="*/ 45 w 233"/>
                  <a:gd name="T5" fmla="*/ 0 h 117"/>
                  <a:gd name="T6" fmla="*/ 188 w 233"/>
                  <a:gd name="T7" fmla="*/ 0 h 117"/>
                  <a:gd name="T8" fmla="*/ 233 w 233"/>
                  <a:gd name="T9" fmla="*/ 45 h 117"/>
                  <a:gd name="T10" fmla="*/ 233 w 233"/>
                  <a:gd name="T11" fmla="*/ 72 h 117"/>
                  <a:gd name="T12" fmla="*/ 188 w 233"/>
                  <a:gd name="T13" fmla="*/ 117 h 117"/>
                  <a:gd name="T14" fmla="*/ 45 w 233"/>
                  <a:gd name="T15" fmla="*/ 117 h 117"/>
                  <a:gd name="T16" fmla="*/ 0 w 233"/>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117">
                    <a:moveTo>
                      <a:pt x="0" y="72"/>
                    </a:moveTo>
                    <a:cubicBezTo>
                      <a:pt x="0" y="45"/>
                      <a:pt x="0" y="45"/>
                      <a:pt x="0" y="45"/>
                    </a:cubicBezTo>
                    <a:cubicBezTo>
                      <a:pt x="0" y="21"/>
                      <a:pt x="20" y="0"/>
                      <a:pt x="45" y="0"/>
                    </a:cubicBezTo>
                    <a:cubicBezTo>
                      <a:pt x="188" y="0"/>
                      <a:pt x="188" y="0"/>
                      <a:pt x="188" y="0"/>
                    </a:cubicBezTo>
                    <a:cubicBezTo>
                      <a:pt x="213" y="0"/>
                      <a:pt x="233" y="21"/>
                      <a:pt x="233" y="45"/>
                    </a:cubicBezTo>
                    <a:cubicBezTo>
                      <a:pt x="233" y="72"/>
                      <a:pt x="233" y="72"/>
                      <a:pt x="233" y="72"/>
                    </a:cubicBezTo>
                    <a:cubicBezTo>
                      <a:pt x="233" y="97"/>
                      <a:pt x="213" y="117"/>
                      <a:pt x="188"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10"/>
              <p:cNvSpPr/>
              <p:nvPr/>
            </p:nvSpPr>
            <p:spPr bwMode="auto">
              <a:xfrm>
                <a:off x="7508876" y="1423988"/>
                <a:ext cx="60325" cy="85725"/>
              </a:xfrm>
              <a:custGeom>
                <a:avLst/>
                <a:gdLst>
                  <a:gd name="T0" fmla="*/ 58 w 72"/>
                  <a:gd name="T1" fmla="*/ 4 h 100"/>
                  <a:gd name="T2" fmla="*/ 65 w 72"/>
                  <a:gd name="T3" fmla="*/ 8 h 100"/>
                  <a:gd name="T4" fmla="*/ 67 w 72"/>
                  <a:gd name="T5" fmla="*/ 31 h 100"/>
                  <a:gd name="T6" fmla="*/ 35 w 72"/>
                  <a:gd name="T7" fmla="*/ 86 h 100"/>
                  <a:gd name="T8" fmla="*/ 14 w 72"/>
                  <a:gd name="T9" fmla="*/ 96 h 100"/>
                  <a:gd name="T10" fmla="*/ 7 w 72"/>
                  <a:gd name="T11" fmla="*/ 92 h 100"/>
                  <a:gd name="T12" fmla="*/ 6 w 72"/>
                  <a:gd name="T13" fmla="*/ 68 h 100"/>
                  <a:gd name="T14" fmla="*/ 37 w 72"/>
                  <a:gd name="T15" fmla="*/ 14 h 100"/>
                  <a:gd name="T16" fmla="*/ 58 w 72"/>
                  <a:gd name="T17"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4"/>
                    </a:moveTo>
                    <a:cubicBezTo>
                      <a:pt x="65" y="8"/>
                      <a:pt x="65" y="8"/>
                      <a:pt x="65" y="8"/>
                    </a:cubicBezTo>
                    <a:cubicBezTo>
                      <a:pt x="71" y="11"/>
                      <a:pt x="72" y="22"/>
                      <a:pt x="67" y="31"/>
                    </a:cubicBezTo>
                    <a:cubicBezTo>
                      <a:pt x="35" y="86"/>
                      <a:pt x="35" y="86"/>
                      <a:pt x="35" y="86"/>
                    </a:cubicBezTo>
                    <a:cubicBezTo>
                      <a:pt x="30" y="95"/>
                      <a:pt x="20" y="100"/>
                      <a:pt x="14" y="96"/>
                    </a:cubicBezTo>
                    <a:cubicBezTo>
                      <a:pt x="7" y="92"/>
                      <a:pt x="7" y="92"/>
                      <a:pt x="7" y="92"/>
                    </a:cubicBezTo>
                    <a:cubicBezTo>
                      <a:pt x="1" y="88"/>
                      <a:pt x="0" y="78"/>
                      <a:pt x="6" y="68"/>
                    </a:cubicBezTo>
                    <a:cubicBezTo>
                      <a:pt x="37" y="14"/>
                      <a:pt x="37" y="14"/>
                      <a:pt x="37" y="14"/>
                    </a:cubicBezTo>
                    <a:cubicBezTo>
                      <a:pt x="42" y="5"/>
                      <a:pt x="52" y="0"/>
                      <a:pt x="5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11"/>
              <p:cNvSpPr/>
              <p:nvPr/>
            </p:nvSpPr>
            <p:spPr bwMode="auto">
              <a:xfrm>
                <a:off x="7740651" y="1690688"/>
                <a:ext cx="84138" cy="61913"/>
              </a:xfrm>
              <a:custGeom>
                <a:avLst/>
                <a:gdLst>
                  <a:gd name="T0" fmla="*/ 92 w 99"/>
                  <a:gd name="T1" fmla="*/ 7 h 72"/>
                  <a:gd name="T2" fmla="*/ 96 w 99"/>
                  <a:gd name="T3" fmla="*/ 14 h 72"/>
                  <a:gd name="T4" fmla="*/ 85 w 99"/>
                  <a:gd name="T5" fmla="*/ 35 h 72"/>
                  <a:gd name="T6" fmla="*/ 31 w 99"/>
                  <a:gd name="T7" fmla="*/ 66 h 72"/>
                  <a:gd name="T8" fmla="*/ 8 w 99"/>
                  <a:gd name="T9" fmla="*/ 65 h 72"/>
                  <a:gd name="T10" fmla="*/ 4 w 99"/>
                  <a:gd name="T11" fmla="*/ 58 h 72"/>
                  <a:gd name="T12" fmla="*/ 14 w 99"/>
                  <a:gd name="T13" fmla="*/ 37 h 72"/>
                  <a:gd name="T14" fmla="*/ 68 w 99"/>
                  <a:gd name="T15" fmla="*/ 5 h 72"/>
                  <a:gd name="T16" fmla="*/ 92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7"/>
                    </a:moveTo>
                    <a:cubicBezTo>
                      <a:pt x="96" y="14"/>
                      <a:pt x="96" y="14"/>
                      <a:pt x="96" y="14"/>
                    </a:cubicBezTo>
                    <a:cubicBezTo>
                      <a:pt x="99" y="20"/>
                      <a:pt x="95" y="30"/>
                      <a:pt x="85" y="35"/>
                    </a:cubicBezTo>
                    <a:cubicBezTo>
                      <a:pt x="31" y="66"/>
                      <a:pt x="31" y="66"/>
                      <a:pt x="31" y="66"/>
                    </a:cubicBezTo>
                    <a:cubicBezTo>
                      <a:pt x="22" y="72"/>
                      <a:pt x="11" y="71"/>
                      <a:pt x="8" y="65"/>
                    </a:cubicBezTo>
                    <a:cubicBezTo>
                      <a:pt x="4" y="58"/>
                      <a:pt x="4" y="58"/>
                      <a:pt x="4" y="58"/>
                    </a:cubicBezTo>
                    <a:cubicBezTo>
                      <a:pt x="0" y="52"/>
                      <a:pt x="5" y="42"/>
                      <a:pt x="14" y="37"/>
                    </a:cubicBezTo>
                    <a:cubicBezTo>
                      <a:pt x="68" y="5"/>
                      <a:pt x="68" y="5"/>
                      <a:pt x="68" y="5"/>
                    </a:cubicBezTo>
                    <a:cubicBezTo>
                      <a:pt x="78" y="0"/>
                      <a:pt x="88" y="1"/>
                      <a:pt x="9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2"/>
              <p:cNvSpPr/>
              <p:nvPr/>
            </p:nvSpPr>
            <p:spPr bwMode="auto">
              <a:xfrm>
                <a:off x="7508876" y="2613025"/>
                <a:ext cx="60325" cy="84138"/>
              </a:xfrm>
              <a:custGeom>
                <a:avLst/>
                <a:gdLst>
                  <a:gd name="T0" fmla="*/ 58 w 72"/>
                  <a:gd name="T1" fmla="*/ 96 h 100"/>
                  <a:gd name="T2" fmla="*/ 65 w 72"/>
                  <a:gd name="T3" fmla="*/ 92 h 100"/>
                  <a:gd name="T4" fmla="*/ 67 w 72"/>
                  <a:gd name="T5" fmla="*/ 68 h 100"/>
                  <a:gd name="T6" fmla="*/ 35 w 72"/>
                  <a:gd name="T7" fmla="*/ 14 h 100"/>
                  <a:gd name="T8" fmla="*/ 14 w 72"/>
                  <a:gd name="T9" fmla="*/ 4 h 100"/>
                  <a:gd name="T10" fmla="*/ 7 w 72"/>
                  <a:gd name="T11" fmla="*/ 8 h 100"/>
                  <a:gd name="T12" fmla="*/ 6 w 72"/>
                  <a:gd name="T13" fmla="*/ 31 h 100"/>
                  <a:gd name="T14" fmla="*/ 37 w 72"/>
                  <a:gd name="T15" fmla="*/ 86 h 100"/>
                  <a:gd name="T16" fmla="*/ 58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96"/>
                    </a:moveTo>
                    <a:cubicBezTo>
                      <a:pt x="65" y="92"/>
                      <a:pt x="65" y="92"/>
                      <a:pt x="65" y="92"/>
                    </a:cubicBezTo>
                    <a:cubicBezTo>
                      <a:pt x="71" y="88"/>
                      <a:pt x="72" y="78"/>
                      <a:pt x="67" y="68"/>
                    </a:cubicBezTo>
                    <a:cubicBezTo>
                      <a:pt x="35" y="14"/>
                      <a:pt x="35" y="14"/>
                      <a:pt x="35" y="14"/>
                    </a:cubicBezTo>
                    <a:cubicBezTo>
                      <a:pt x="30" y="5"/>
                      <a:pt x="20" y="0"/>
                      <a:pt x="14" y="4"/>
                    </a:cubicBezTo>
                    <a:cubicBezTo>
                      <a:pt x="7" y="8"/>
                      <a:pt x="7" y="8"/>
                      <a:pt x="7" y="8"/>
                    </a:cubicBezTo>
                    <a:cubicBezTo>
                      <a:pt x="1" y="11"/>
                      <a:pt x="0" y="22"/>
                      <a:pt x="6" y="31"/>
                    </a:cubicBezTo>
                    <a:cubicBezTo>
                      <a:pt x="37" y="86"/>
                      <a:pt x="37" y="86"/>
                      <a:pt x="37" y="86"/>
                    </a:cubicBezTo>
                    <a:cubicBezTo>
                      <a:pt x="42" y="95"/>
                      <a:pt x="52" y="100"/>
                      <a:pt x="5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3"/>
              <p:cNvSpPr/>
              <p:nvPr/>
            </p:nvSpPr>
            <p:spPr bwMode="auto">
              <a:xfrm>
                <a:off x="7740651" y="2370138"/>
                <a:ext cx="84138" cy="60325"/>
              </a:xfrm>
              <a:custGeom>
                <a:avLst/>
                <a:gdLst>
                  <a:gd name="T0" fmla="*/ 92 w 99"/>
                  <a:gd name="T1" fmla="*/ 65 h 72"/>
                  <a:gd name="T2" fmla="*/ 96 w 99"/>
                  <a:gd name="T3" fmla="*/ 58 h 72"/>
                  <a:gd name="T4" fmla="*/ 85 w 99"/>
                  <a:gd name="T5" fmla="*/ 37 h 72"/>
                  <a:gd name="T6" fmla="*/ 31 w 99"/>
                  <a:gd name="T7" fmla="*/ 5 h 72"/>
                  <a:gd name="T8" fmla="*/ 8 w 99"/>
                  <a:gd name="T9" fmla="*/ 7 h 72"/>
                  <a:gd name="T10" fmla="*/ 4 w 99"/>
                  <a:gd name="T11" fmla="*/ 14 h 72"/>
                  <a:gd name="T12" fmla="*/ 14 w 99"/>
                  <a:gd name="T13" fmla="*/ 35 h 72"/>
                  <a:gd name="T14" fmla="*/ 68 w 99"/>
                  <a:gd name="T15" fmla="*/ 66 h 72"/>
                  <a:gd name="T16" fmla="*/ 92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65"/>
                    </a:moveTo>
                    <a:cubicBezTo>
                      <a:pt x="96" y="58"/>
                      <a:pt x="96" y="58"/>
                      <a:pt x="96" y="58"/>
                    </a:cubicBezTo>
                    <a:cubicBezTo>
                      <a:pt x="99" y="52"/>
                      <a:pt x="95" y="42"/>
                      <a:pt x="85" y="37"/>
                    </a:cubicBezTo>
                    <a:cubicBezTo>
                      <a:pt x="31" y="5"/>
                      <a:pt x="31" y="5"/>
                      <a:pt x="31" y="5"/>
                    </a:cubicBezTo>
                    <a:cubicBezTo>
                      <a:pt x="22" y="0"/>
                      <a:pt x="11" y="1"/>
                      <a:pt x="8" y="7"/>
                    </a:cubicBezTo>
                    <a:cubicBezTo>
                      <a:pt x="4" y="14"/>
                      <a:pt x="4" y="14"/>
                      <a:pt x="4" y="14"/>
                    </a:cubicBezTo>
                    <a:cubicBezTo>
                      <a:pt x="0" y="20"/>
                      <a:pt x="5" y="30"/>
                      <a:pt x="14" y="35"/>
                    </a:cubicBezTo>
                    <a:cubicBezTo>
                      <a:pt x="68" y="66"/>
                      <a:pt x="68" y="66"/>
                      <a:pt x="68" y="66"/>
                    </a:cubicBezTo>
                    <a:cubicBezTo>
                      <a:pt x="78" y="72"/>
                      <a:pt x="88" y="71"/>
                      <a:pt x="9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4"/>
              <p:cNvSpPr/>
              <p:nvPr/>
            </p:nvSpPr>
            <p:spPr bwMode="auto">
              <a:xfrm>
                <a:off x="6823076" y="2613025"/>
                <a:ext cx="61913" cy="84138"/>
              </a:xfrm>
              <a:custGeom>
                <a:avLst/>
                <a:gdLst>
                  <a:gd name="T0" fmla="*/ 14 w 72"/>
                  <a:gd name="T1" fmla="*/ 96 h 100"/>
                  <a:gd name="T2" fmla="*/ 7 w 72"/>
                  <a:gd name="T3" fmla="*/ 92 h 100"/>
                  <a:gd name="T4" fmla="*/ 6 w 72"/>
                  <a:gd name="T5" fmla="*/ 68 h 100"/>
                  <a:gd name="T6" fmla="*/ 37 w 72"/>
                  <a:gd name="T7" fmla="*/ 14 h 100"/>
                  <a:gd name="T8" fmla="*/ 58 w 72"/>
                  <a:gd name="T9" fmla="*/ 4 h 100"/>
                  <a:gd name="T10" fmla="*/ 65 w 72"/>
                  <a:gd name="T11" fmla="*/ 8 h 100"/>
                  <a:gd name="T12" fmla="*/ 67 w 72"/>
                  <a:gd name="T13" fmla="*/ 31 h 100"/>
                  <a:gd name="T14" fmla="*/ 35 w 72"/>
                  <a:gd name="T15" fmla="*/ 86 h 100"/>
                  <a:gd name="T16" fmla="*/ 14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14" y="96"/>
                    </a:moveTo>
                    <a:cubicBezTo>
                      <a:pt x="7" y="92"/>
                      <a:pt x="7" y="92"/>
                      <a:pt x="7" y="92"/>
                    </a:cubicBezTo>
                    <a:cubicBezTo>
                      <a:pt x="1" y="88"/>
                      <a:pt x="0" y="78"/>
                      <a:pt x="6" y="68"/>
                    </a:cubicBezTo>
                    <a:cubicBezTo>
                      <a:pt x="37" y="14"/>
                      <a:pt x="37" y="14"/>
                      <a:pt x="37" y="14"/>
                    </a:cubicBezTo>
                    <a:cubicBezTo>
                      <a:pt x="43" y="5"/>
                      <a:pt x="52" y="0"/>
                      <a:pt x="58" y="4"/>
                    </a:cubicBezTo>
                    <a:cubicBezTo>
                      <a:pt x="65" y="8"/>
                      <a:pt x="65" y="8"/>
                      <a:pt x="65" y="8"/>
                    </a:cubicBezTo>
                    <a:cubicBezTo>
                      <a:pt x="71" y="11"/>
                      <a:pt x="72" y="22"/>
                      <a:pt x="67" y="31"/>
                    </a:cubicBezTo>
                    <a:cubicBezTo>
                      <a:pt x="35" y="86"/>
                      <a:pt x="35" y="86"/>
                      <a:pt x="35" y="86"/>
                    </a:cubicBezTo>
                    <a:cubicBezTo>
                      <a:pt x="30" y="95"/>
                      <a:pt x="21" y="100"/>
                      <a:pt x="14"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5"/>
              <p:cNvSpPr/>
              <p:nvPr/>
            </p:nvSpPr>
            <p:spPr bwMode="auto">
              <a:xfrm>
                <a:off x="6567488" y="2370138"/>
                <a:ext cx="85725" cy="60325"/>
              </a:xfrm>
              <a:custGeom>
                <a:avLst/>
                <a:gdLst>
                  <a:gd name="T0" fmla="*/ 8 w 99"/>
                  <a:gd name="T1" fmla="*/ 65 h 72"/>
                  <a:gd name="T2" fmla="*/ 4 w 99"/>
                  <a:gd name="T3" fmla="*/ 58 h 72"/>
                  <a:gd name="T4" fmla="*/ 14 w 99"/>
                  <a:gd name="T5" fmla="*/ 37 h 72"/>
                  <a:gd name="T6" fmla="*/ 68 w 99"/>
                  <a:gd name="T7" fmla="*/ 5 h 72"/>
                  <a:gd name="T8" fmla="*/ 92 w 99"/>
                  <a:gd name="T9" fmla="*/ 7 h 72"/>
                  <a:gd name="T10" fmla="*/ 96 w 99"/>
                  <a:gd name="T11" fmla="*/ 14 h 72"/>
                  <a:gd name="T12" fmla="*/ 85 w 99"/>
                  <a:gd name="T13" fmla="*/ 35 h 72"/>
                  <a:gd name="T14" fmla="*/ 31 w 99"/>
                  <a:gd name="T15" fmla="*/ 66 h 72"/>
                  <a:gd name="T16" fmla="*/ 8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65"/>
                    </a:moveTo>
                    <a:cubicBezTo>
                      <a:pt x="4" y="58"/>
                      <a:pt x="4" y="58"/>
                      <a:pt x="4" y="58"/>
                    </a:cubicBezTo>
                    <a:cubicBezTo>
                      <a:pt x="0" y="52"/>
                      <a:pt x="5" y="42"/>
                      <a:pt x="14" y="37"/>
                    </a:cubicBezTo>
                    <a:cubicBezTo>
                      <a:pt x="68" y="5"/>
                      <a:pt x="68" y="5"/>
                      <a:pt x="68" y="5"/>
                    </a:cubicBezTo>
                    <a:cubicBezTo>
                      <a:pt x="78" y="0"/>
                      <a:pt x="88" y="1"/>
                      <a:pt x="92" y="7"/>
                    </a:cubicBezTo>
                    <a:cubicBezTo>
                      <a:pt x="96" y="14"/>
                      <a:pt x="96" y="14"/>
                      <a:pt x="96" y="14"/>
                    </a:cubicBezTo>
                    <a:cubicBezTo>
                      <a:pt x="99" y="20"/>
                      <a:pt x="95" y="30"/>
                      <a:pt x="85" y="35"/>
                    </a:cubicBezTo>
                    <a:cubicBezTo>
                      <a:pt x="31" y="66"/>
                      <a:pt x="31" y="66"/>
                      <a:pt x="31" y="66"/>
                    </a:cubicBezTo>
                    <a:cubicBezTo>
                      <a:pt x="22" y="72"/>
                      <a:pt x="11" y="71"/>
                      <a:pt x="8"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6"/>
              <p:cNvSpPr/>
              <p:nvPr/>
            </p:nvSpPr>
            <p:spPr bwMode="auto">
              <a:xfrm>
                <a:off x="6823076" y="1428750"/>
                <a:ext cx="61913" cy="85725"/>
              </a:xfrm>
              <a:custGeom>
                <a:avLst/>
                <a:gdLst>
                  <a:gd name="T0" fmla="*/ 14 w 72"/>
                  <a:gd name="T1" fmla="*/ 3 h 99"/>
                  <a:gd name="T2" fmla="*/ 7 w 72"/>
                  <a:gd name="T3" fmla="*/ 7 h 99"/>
                  <a:gd name="T4" fmla="*/ 6 w 72"/>
                  <a:gd name="T5" fmla="*/ 31 h 99"/>
                  <a:gd name="T6" fmla="*/ 37 w 72"/>
                  <a:gd name="T7" fmla="*/ 85 h 99"/>
                  <a:gd name="T8" fmla="*/ 58 w 72"/>
                  <a:gd name="T9" fmla="*/ 95 h 99"/>
                  <a:gd name="T10" fmla="*/ 65 w 72"/>
                  <a:gd name="T11" fmla="*/ 91 h 99"/>
                  <a:gd name="T12" fmla="*/ 67 w 72"/>
                  <a:gd name="T13" fmla="*/ 68 h 99"/>
                  <a:gd name="T14" fmla="*/ 35 w 72"/>
                  <a:gd name="T15" fmla="*/ 14 h 99"/>
                  <a:gd name="T16" fmla="*/ 14 w 72"/>
                  <a:gd name="T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9">
                    <a:moveTo>
                      <a:pt x="14" y="3"/>
                    </a:moveTo>
                    <a:cubicBezTo>
                      <a:pt x="7" y="7"/>
                      <a:pt x="7" y="7"/>
                      <a:pt x="7" y="7"/>
                    </a:cubicBezTo>
                    <a:cubicBezTo>
                      <a:pt x="1" y="11"/>
                      <a:pt x="0" y="21"/>
                      <a:pt x="6" y="31"/>
                    </a:cubicBezTo>
                    <a:cubicBezTo>
                      <a:pt x="37" y="85"/>
                      <a:pt x="37" y="85"/>
                      <a:pt x="37" y="85"/>
                    </a:cubicBezTo>
                    <a:cubicBezTo>
                      <a:pt x="43" y="94"/>
                      <a:pt x="52" y="99"/>
                      <a:pt x="58" y="95"/>
                    </a:cubicBezTo>
                    <a:cubicBezTo>
                      <a:pt x="65" y="91"/>
                      <a:pt x="65" y="91"/>
                      <a:pt x="65" y="91"/>
                    </a:cubicBezTo>
                    <a:cubicBezTo>
                      <a:pt x="71" y="88"/>
                      <a:pt x="72" y="77"/>
                      <a:pt x="67" y="68"/>
                    </a:cubicBezTo>
                    <a:cubicBezTo>
                      <a:pt x="35" y="14"/>
                      <a:pt x="35" y="14"/>
                      <a:pt x="35" y="14"/>
                    </a:cubicBezTo>
                    <a:cubicBezTo>
                      <a:pt x="30" y="4"/>
                      <a:pt x="21" y="0"/>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7"/>
              <p:cNvSpPr/>
              <p:nvPr/>
            </p:nvSpPr>
            <p:spPr bwMode="auto">
              <a:xfrm>
                <a:off x="6567488" y="1695450"/>
                <a:ext cx="85725" cy="60325"/>
              </a:xfrm>
              <a:custGeom>
                <a:avLst/>
                <a:gdLst>
                  <a:gd name="T0" fmla="*/ 8 w 99"/>
                  <a:gd name="T1" fmla="*/ 7 h 72"/>
                  <a:gd name="T2" fmla="*/ 4 w 99"/>
                  <a:gd name="T3" fmla="*/ 14 h 72"/>
                  <a:gd name="T4" fmla="*/ 14 w 99"/>
                  <a:gd name="T5" fmla="*/ 36 h 72"/>
                  <a:gd name="T6" fmla="*/ 68 w 99"/>
                  <a:gd name="T7" fmla="*/ 67 h 72"/>
                  <a:gd name="T8" fmla="*/ 92 w 99"/>
                  <a:gd name="T9" fmla="*/ 65 h 72"/>
                  <a:gd name="T10" fmla="*/ 96 w 99"/>
                  <a:gd name="T11" fmla="*/ 58 h 72"/>
                  <a:gd name="T12" fmla="*/ 85 w 99"/>
                  <a:gd name="T13" fmla="*/ 37 h 72"/>
                  <a:gd name="T14" fmla="*/ 31 w 99"/>
                  <a:gd name="T15" fmla="*/ 6 h 72"/>
                  <a:gd name="T16" fmla="*/ 8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7"/>
                    </a:moveTo>
                    <a:cubicBezTo>
                      <a:pt x="4" y="14"/>
                      <a:pt x="4" y="14"/>
                      <a:pt x="4" y="14"/>
                    </a:cubicBezTo>
                    <a:cubicBezTo>
                      <a:pt x="0" y="21"/>
                      <a:pt x="5" y="30"/>
                      <a:pt x="14" y="36"/>
                    </a:cubicBezTo>
                    <a:cubicBezTo>
                      <a:pt x="68" y="67"/>
                      <a:pt x="68" y="67"/>
                      <a:pt x="68" y="67"/>
                    </a:cubicBezTo>
                    <a:cubicBezTo>
                      <a:pt x="78" y="72"/>
                      <a:pt x="88" y="72"/>
                      <a:pt x="92" y="65"/>
                    </a:cubicBezTo>
                    <a:cubicBezTo>
                      <a:pt x="96" y="58"/>
                      <a:pt x="96" y="58"/>
                      <a:pt x="96" y="58"/>
                    </a:cubicBezTo>
                    <a:cubicBezTo>
                      <a:pt x="99" y="52"/>
                      <a:pt x="95" y="43"/>
                      <a:pt x="85" y="37"/>
                    </a:cubicBezTo>
                    <a:cubicBezTo>
                      <a:pt x="31" y="6"/>
                      <a:pt x="31" y="6"/>
                      <a:pt x="31" y="6"/>
                    </a:cubicBezTo>
                    <a:cubicBezTo>
                      <a:pt x="22" y="0"/>
                      <a:pt x="11" y="1"/>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23" name="Rectangle 22"/>
          <p:cNvSpPr/>
          <p:nvPr/>
        </p:nvSpPr>
        <p:spPr>
          <a:xfrm>
            <a:off x="914400" y="4917599"/>
            <a:ext cx="2641600" cy="1559338"/>
          </a:xfrm>
          <a:prstGeom prst="rect">
            <a:avLst/>
          </a:prstGeom>
        </p:spPr>
        <p:txBody>
          <a:bodyPr wrap="square">
            <a:spAutoFit/>
          </a:bodyPr>
          <a:lstStyle/>
          <a:p>
            <a:pPr algn="ctr"/>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Longitudinal</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4" name="Rectangle 23"/>
          <p:cNvSpPr/>
          <p:nvPr/>
        </p:nvSpPr>
        <p:spPr>
          <a:xfrm>
            <a:off x="3454400" y="4917599"/>
            <a:ext cx="2641600" cy="1559338"/>
          </a:xfrm>
          <a:prstGeom prst="rect">
            <a:avLst/>
          </a:prstGeom>
        </p:spPr>
        <p:txBody>
          <a:bodyPr wrap="square">
            <a:spAutoFit/>
          </a:bodyPr>
          <a:lstStyle/>
          <a:p>
            <a:pPr algn="ctr"/>
            <a:r>
              <a:rPr lang="en-US" sz="3733">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55%</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Investment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5" name="Rectangle 24"/>
          <p:cNvSpPr/>
          <p:nvPr/>
        </p:nvSpPr>
        <p:spPr>
          <a:xfrm>
            <a:off x="6197600" y="4917599"/>
            <a:ext cx="2641600" cy="1559338"/>
          </a:xfrm>
          <a:prstGeom prst="rect">
            <a:avLst/>
          </a:prstGeom>
        </p:spPr>
        <p:txBody>
          <a:bodyPr wrap="square">
            <a:spAutoFit/>
          </a:bodyPr>
          <a:lstStyle/>
          <a:p>
            <a:pPr algn="ctr"/>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6" name="Rectangle 25"/>
          <p:cNvSpPr/>
          <p:nvPr/>
        </p:nvSpPr>
        <p:spPr>
          <a:xfrm>
            <a:off x="8737600" y="4917599"/>
            <a:ext cx="2641600" cy="1559338"/>
          </a:xfrm>
          <a:prstGeom prst="rect">
            <a:avLst/>
          </a:prstGeom>
        </p:spPr>
        <p:txBody>
          <a:bodyPr wrap="square">
            <a:spAutoFit/>
          </a:bodyPr>
          <a:lstStyle/>
          <a:p>
            <a:pPr algn="ctr"/>
            <a:r>
              <a:rPr lang="en-US" sz="3733">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80%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Office</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76" name="Group 75"/>
          <p:cNvGrpSpPr/>
          <p:nvPr/>
        </p:nvGrpSpPr>
        <p:grpSpPr>
          <a:xfrm>
            <a:off x="3647048" y="1905000"/>
            <a:ext cx="2256305" cy="2744635"/>
            <a:chOff x="2735285" y="1428750"/>
            <a:chExt cx="1692229" cy="2058476"/>
          </a:xfrm>
        </p:grpSpPr>
        <p:sp>
          <p:nvSpPr>
            <p:cNvPr id="29" name="Freeform 5"/>
            <p:cNvSpPr>
              <a:spLocks noEditPoints="1"/>
            </p:cNvSpPr>
            <p:nvPr/>
          </p:nvSpPr>
          <p:spPr bwMode="auto">
            <a:xfrm>
              <a:off x="2753225" y="1428750"/>
              <a:ext cx="1656348" cy="2033908"/>
            </a:xfrm>
            <a:custGeom>
              <a:avLst/>
              <a:gdLst>
                <a:gd name="T0" fmla="*/ 2048 w 2381"/>
                <a:gd name="T1" fmla="*/ 907 h 2923"/>
                <a:gd name="T2" fmla="*/ 2156 w 2381"/>
                <a:gd name="T3" fmla="*/ 845 h 2923"/>
                <a:gd name="T4" fmla="*/ 1887 w 2381"/>
                <a:gd name="T5" fmla="*/ 652 h 2923"/>
                <a:gd name="T6" fmla="*/ 1862 w 2381"/>
                <a:gd name="T7" fmla="*/ 750 h 2923"/>
                <a:gd name="T8" fmla="*/ 1328 w 2381"/>
                <a:gd name="T9" fmla="*/ 550 h 2923"/>
                <a:gd name="T10" fmla="*/ 1328 w 2381"/>
                <a:gd name="T11" fmla="*/ 438 h 2923"/>
                <a:gd name="T12" fmla="*/ 1398 w 2381"/>
                <a:gd name="T13" fmla="*/ 333 h 2923"/>
                <a:gd name="T14" fmla="*/ 1390 w 2381"/>
                <a:gd name="T15" fmla="*/ 292 h 2923"/>
                <a:gd name="T16" fmla="*/ 1505 w 2381"/>
                <a:gd name="T17" fmla="*/ 164 h 2923"/>
                <a:gd name="T18" fmla="*/ 1505 w 2381"/>
                <a:gd name="T19" fmla="*/ 149 h 2923"/>
                <a:gd name="T20" fmla="*/ 1266 w 2381"/>
                <a:gd name="T21" fmla="*/ 0 h 2923"/>
                <a:gd name="T22" fmla="*/ 1133 w 2381"/>
                <a:gd name="T23" fmla="*/ 0 h 2923"/>
                <a:gd name="T24" fmla="*/ 895 w 2381"/>
                <a:gd name="T25" fmla="*/ 149 h 2923"/>
                <a:gd name="T26" fmla="*/ 895 w 2381"/>
                <a:gd name="T27" fmla="*/ 164 h 2923"/>
                <a:gd name="T28" fmla="*/ 994 w 2381"/>
                <a:gd name="T29" fmla="*/ 285 h 2923"/>
                <a:gd name="T30" fmla="*/ 983 w 2381"/>
                <a:gd name="T31" fmla="*/ 333 h 2923"/>
                <a:gd name="T32" fmla="*/ 1054 w 2381"/>
                <a:gd name="T33" fmla="*/ 438 h 2923"/>
                <a:gd name="T34" fmla="*/ 1054 w 2381"/>
                <a:gd name="T35" fmla="*/ 550 h 2923"/>
                <a:gd name="T36" fmla="*/ 0 w 2381"/>
                <a:gd name="T37" fmla="*/ 1733 h 2923"/>
                <a:gd name="T38" fmla="*/ 1191 w 2381"/>
                <a:gd name="T39" fmla="*/ 2923 h 2923"/>
                <a:gd name="T40" fmla="*/ 2381 w 2381"/>
                <a:gd name="T41" fmla="*/ 1733 h 2923"/>
                <a:gd name="T42" fmla="*/ 2048 w 2381"/>
                <a:gd name="T43" fmla="*/ 907 h 2923"/>
                <a:gd name="T44" fmla="*/ 1191 w 2381"/>
                <a:gd name="T45" fmla="*/ 2726 h 2923"/>
                <a:gd name="T46" fmla="*/ 198 w 2381"/>
                <a:gd name="T47" fmla="*/ 1733 h 2923"/>
                <a:gd name="T48" fmla="*/ 1191 w 2381"/>
                <a:gd name="T49" fmla="*/ 740 h 2923"/>
                <a:gd name="T50" fmla="*/ 2184 w 2381"/>
                <a:gd name="T51" fmla="*/ 1733 h 2923"/>
                <a:gd name="T52" fmla="*/ 1191 w 2381"/>
                <a:gd name="T53" fmla="*/ 2726 h 2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81" h="2923">
                  <a:moveTo>
                    <a:pt x="2048" y="907"/>
                  </a:moveTo>
                  <a:cubicBezTo>
                    <a:pt x="2156" y="845"/>
                    <a:pt x="2156" y="845"/>
                    <a:pt x="2156" y="845"/>
                  </a:cubicBezTo>
                  <a:cubicBezTo>
                    <a:pt x="2156" y="766"/>
                    <a:pt x="1955" y="629"/>
                    <a:pt x="1887" y="652"/>
                  </a:cubicBezTo>
                  <a:cubicBezTo>
                    <a:pt x="1862" y="750"/>
                    <a:pt x="1862" y="750"/>
                    <a:pt x="1862" y="750"/>
                  </a:cubicBezTo>
                  <a:cubicBezTo>
                    <a:pt x="1707" y="643"/>
                    <a:pt x="1524" y="573"/>
                    <a:pt x="1328" y="550"/>
                  </a:cubicBezTo>
                  <a:cubicBezTo>
                    <a:pt x="1328" y="438"/>
                    <a:pt x="1328" y="438"/>
                    <a:pt x="1328" y="438"/>
                  </a:cubicBezTo>
                  <a:cubicBezTo>
                    <a:pt x="1369" y="421"/>
                    <a:pt x="1398" y="380"/>
                    <a:pt x="1398" y="333"/>
                  </a:cubicBezTo>
                  <a:cubicBezTo>
                    <a:pt x="1398" y="318"/>
                    <a:pt x="1395" y="304"/>
                    <a:pt x="1390" y="292"/>
                  </a:cubicBezTo>
                  <a:cubicBezTo>
                    <a:pt x="1459" y="265"/>
                    <a:pt x="1505" y="218"/>
                    <a:pt x="1505" y="164"/>
                  </a:cubicBezTo>
                  <a:cubicBezTo>
                    <a:pt x="1505" y="149"/>
                    <a:pt x="1505" y="149"/>
                    <a:pt x="1505" y="149"/>
                  </a:cubicBezTo>
                  <a:cubicBezTo>
                    <a:pt x="1505" y="67"/>
                    <a:pt x="1398" y="0"/>
                    <a:pt x="1266" y="0"/>
                  </a:cubicBezTo>
                  <a:cubicBezTo>
                    <a:pt x="1133" y="0"/>
                    <a:pt x="1133" y="0"/>
                    <a:pt x="1133" y="0"/>
                  </a:cubicBezTo>
                  <a:cubicBezTo>
                    <a:pt x="1002" y="0"/>
                    <a:pt x="895" y="67"/>
                    <a:pt x="895" y="149"/>
                  </a:cubicBezTo>
                  <a:cubicBezTo>
                    <a:pt x="895" y="164"/>
                    <a:pt x="895" y="164"/>
                    <a:pt x="895" y="164"/>
                  </a:cubicBezTo>
                  <a:cubicBezTo>
                    <a:pt x="895" y="214"/>
                    <a:pt x="934" y="258"/>
                    <a:pt x="994" y="285"/>
                  </a:cubicBezTo>
                  <a:cubicBezTo>
                    <a:pt x="987" y="299"/>
                    <a:pt x="983" y="316"/>
                    <a:pt x="983" y="333"/>
                  </a:cubicBezTo>
                  <a:cubicBezTo>
                    <a:pt x="983" y="380"/>
                    <a:pt x="1012" y="421"/>
                    <a:pt x="1054" y="438"/>
                  </a:cubicBezTo>
                  <a:cubicBezTo>
                    <a:pt x="1054" y="550"/>
                    <a:pt x="1054" y="550"/>
                    <a:pt x="1054" y="550"/>
                  </a:cubicBezTo>
                  <a:cubicBezTo>
                    <a:pt x="461" y="618"/>
                    <a:pt x="0" y="1122"/>
                    <a:pt x="0" y="1733"/>
                  </a:cubicBezTo>
                  <a:cubicBezTo>
                    <a:pt x="0" y="2390"/>
                    <a:pt x="533" y="2923"/>
                    <a:pt x="1191" y="2923"/>
                  </a:cubicBezTo>
                  <a:cubicBezTo>
                    <a:pt x="1848" y="2923"/>
                    <a:pt x="2381" y="2390"/>
                    <a:pt x="2381" y="1733"/>
                  </a:cubicBezTo>
                  <a:cubicBezTo>
                    <a:pt x="2381" y="1412"/>
                    <a:pt x="2255" y="1121"/>
                    <a:pt x="2048" y="907"/>
                  </a:cubicBezTo>
                  <a:close/>
                  <a:moveTo>
                    <a:pt x="1191" y="2726"/>
                  </a:moveTo>
                  <a:cubicBezTo>
                    <a:pt x="642" y="2726"/>
                    <a:pt x="198" y="2281"/>
                    <a:pt x="198" y="1733"/>
                  </a:cubicBezTo>
                  <a:cubicBezTo>
                    <a:pt x="198" y="1185"/>
                    <a:pt x="642" y="740"/>
                    <a:pt x="1191" y="740"/>
                  </a:cubicBezTo>
                  <a:cubicBezTo>
                    <a:pt x="1739" y="740"/>
                    <a:pt x="2184" y="1185"/>
                    <a:pt x="2184" y="1733"/>
                  </a:cubicBezTo>
                  <a:cubicBezTo>
                    <a:pt x="2184" y="2281"/>
                    <a:pt x="1739" y="2726"/>
                    <a:pt x="1191" y="272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aphicFrame>
          <p:nvGraphicFramePr>
            <p:cNvPr id="30" name="Chart 29"/>
            <p:cNvGraphicFramePr/>
            <p:nvPr>
              <p:extLst>
                <p:ext uri="{D42A27DB-BD31-4B8C-83A1-F6EECF244321}">
                  <p14:modId xmlns:p14="http://schemas.microsoft.com/office/powerpoint/2010/main" val="3078402574"/>
                </p:ext>
              </p:extLst>
            </p:nvPr>
          </p:nvGraphicFramePr>
          <p:xfrm>
            <a:off x="2735285" y="1788665"/>
            <a:ext cx="1692229" cy="1698561"/>
          </p:xfrm>
          <a:graphic>
            <a:graphicData uri="http://schemas.openxmlformats.org/drawingml/2006/chart">
              <c:chart xmlns:c="http://schemas.openxmlformats.org/drawingml/2006/chart" xmlns:r="http://schemas.openxmlformats.org/officeDocument/2006/relationships" r:id="rId5"/>
            </a:graphicData>
          </a:graphic>
        </p:graphicFrame>
        <p:grpSp>
          <p:nvGrpSpPr>
            <p:cNvPr id="31" name="Group 30"/>
            <p:cNvGrpSpPr/>
            <p:nvPr/>
          </p:nvGrpSpPr>
          <p:grpSpPr>
            <a:xfrm>
              <a:off x="2952996" y="1976340"/>
              <a:ext cx="1256807" cy="1274910"/>
              <a:chOff x="6405563" y="1277938"/>
              <a:chExt cx="1543050" cy="1565275"/>
            </a:xfrm>
            <a:solidFill>
              <a:schemeClr val="bg1">
                <a:lumMod val="85000"/>
              </a:schemeClr>
            </a:solidFill>
          </p:grpSpPr>
          <p:sp>
            <p:nvSpPr>
              <p:cNvPr id="32" name="Freeform 6"/>
              <p:cNvSpPr/>
              <p:nvPr/>
            </p:nvSpPr>
            <p:spPr bwMode="auto">
              <a:xfrm>
                <a:off x="7146926" y="1277938"/>
                <a:ext cx="98425" cy="200025"/>
              </a:xfrm>
              <a:custGeom>
                <a:avLst/>
                <a:gdLst>
                  <a:gd name="T0" fmla="*/ 45 w 117"/>
                  <a:gd name="T1" fmla="*/ 0 h 234"/>
                  <a:gd name="T2" fmla="*/ 72 w 117"/>
                  <a:gd name="T3" fmla="*/ 0 h 234"/>
                  <a:gd name="T4" fmla="*/ 117 w 117"/>
                  <a:gd name="T5" fmla="*/ 45 h 234"/>
                  <a:gd name="T6" fmla="*/ 117 w 117"/>
                  <a:gd name="T7" fmla="*/ 189 h 234"/>
                  <a:gd name="T8" fmla="*/ 72 w 117"/>
                  <a:gd name="T9" fmla="*/ 234 h 234"/>
                  <a:gd name="T10" fmla="*/ 45 w 117"/>
                  <a:gd name="T11" fmla="*/ 234 h 234"/>
                  <a:gd name="T12" fmla="*/ 0 w 117"/>
                  <a:gd name="T13" fmla="*/ 189 h 234"/>
                  <a:gd name="T14" fmla="*/ 0 w 117"/>
                  <a:gd name="T15" fmla="*/ 45 h 234"/>
                  <a:gd name="T16" fmla="*/ 45 w 117"/>
                  <a:gd name="T1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4">
                    <a:moveTo>
                      <a:pt x="45" y="0"/>
                    </a:moveTo>
                    <a:cubicBezTo>
                      <a:pt x="72" y="0"/>
                      <a:pt x="72" y="0"/>
                      <a:pt x="72" y="0"/>
                    </a:cubicBezTo>
                    <a:cubicBezTo>
                      <a:pt x="97" y="0"/>
                      <a:pt x="117" y="20"/>
                      <a:pt x="117" y="45"/>
                    </a:cubicBezTo>
                    <a:cubicBezTo>
                      <a:pt x="117" y="189"/>
                      <a:pt x="117" y="189"/>
                      <a:pt x="117" y="189"/>
                    </a:cubicBezTo>
                    <a:cubicBezTo>
                      <a:pt x="117" y="214"/>
                      <a:pt x="97" y="234"/>
                      <a:pt x="72" y="234"/>
                    </a:cubicBezTo>
                    <a:cubicBezTo>
                      <a:pt x="45" y="234"/>
                      <a:pt x="45" y="234"/>
                      <a:pt x="45" y="234"/>
                    </a:cubicBezTo>
                    <a:cubicBezTo>
                      <a:pt x="20" y="234"/>
                      <a:pt x="0" y="214"/>
                      <a:pt x="0" y="189"/>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7"/>
              <p:cNvSpPr/>
              <p:nvPr/>
            </p:nvSpPr>
            <p:spPr bwMode="auto">
              <a:xfrm>
                <a:off x="7146926" y="2644775"/>
                <a:ext cx="98425" cy="198438"/>
              </a:xfrm>
              <a:custGeom>
                <a:avLst/>
                <a:gdLst>
                  <a:gd name="T0" fmla="*/ 45 w 117"/>
                  <a:gd name="T1" fmla="*/ 0 h 233"/>
                  <a:gd name="T2" fmla="*/ 72 w 117"/>
                  <a:gd name="T3" fmla="*/ 0 h 233"/>
                  <a:gd name="T4" fmla="*/ 117 w 117"/>
                  <a:gd name="T5" fmla="*/ 45 h 233"/>
                  <a:gd name="T6" fmla="*/ 117 w 117"/>
                  <a:gd name="T7" fmla="*/ 188 h 233"/>
                  <a:gd name="T8" fmla="*/ 72 w 117"/>
                  <a:gd name="T9" fmla="*/ 233 h 233"/>
                  <a:gd name="T10" fmla="*/ 45 w 117"/>
                  <a:gd name="T11" fmla="*/ 233 h 233"/>
                  <a:gd name="T12" fmla="*/ 0 w 117"/>
                  <a:gd name="T13" fmla="*/ 188 h 233"/>
                  <a:gd name="T14" fmla="*/ 0 w 117"/>
                  <a:gd name="T15" fmla="*/ 45 h 233"/>
                  <a:gd name="T16" fmla="*/ 45 w 117"/>
                  <a:gd name="T1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3">
                    <a:moveTo>
                      <a:pt x="45" y="0"/>
                    </a:moveTo>
                    <a:cubicBezTo>
                      <a:pt x="72" y="0"/>
                      <a:pt x="72" y="0"/>
                      <a:pt x="72" y="0"/>
                    </a:cubicBezTo>
                    <a:cubicBezTo>
                      <a:pt x="97" y="0"/>
                      <a:pt x="117" y="20"/>
                      <a:pt x="117" y="45"/>
                    </a:cubicBezTo>
                    <a:cubicBezTo>
                      <a:pt x="117" y="188"/>
                      <a:pt x="117" y="188"/>
                      <a:pt x="117" y="188"/>
                    </a:cubicBezTo>
                    <a:cubicBezTo>
                      <a:pt x="117" y="213"/>
                      <a:pt x="97" y="233"/>
                      <a:pt x="72" y="233"/>
                    </a:cubicBezTo>
                    <a:cubicBezTo>
                      <a:pt x="45" y="233"/>
                      <a:pt x="45" y="233"/>
                      <a:pt x="45" y="233"/>
                    </a:cubicBezTo>
                    <a:cubicBezTo>
                      <a:pt x="20" y="233"/>
                      <a:pt x="0" y="213"/>
                      <a:pt x="0" y="188"/>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8"/>
              <p:cNvSpPr/>
              <p:nvPr/>
            </p:nvSpPr>
            <p:spPr bwMode="auto">
              <a:xfrm>
                <a:off x="6405563" y="2020888"/>
                <a:ext cx="200025" cy="100013"/>
              </a:xfrm>
              <a:custGeom>
                <a:avLst/>
                <a:gdLst>
                  <a:gd name="T0" fmla="*/ 0 w 234"/>
                  <a:gd name="T1" fmla="*/ 72 h 117"/>
                  <a:gd name="T2" fmla="*/ 0 w 234"/>
                  <a:gd name="T3" fmla="*/ 45 h 117"/>
                  <a:gd name="T4" fmla="*/ 45 w 234"/>
                  <a:gd name="T5" fmla="*/ 0 h 117"/>
                  <a:gd name="T6" fmla="*/ 189 w 234"/>
                  <a:gd name="T7" fmla="*/ 0 h 117"/>
                  <a:gd name="T8" fmla="*/ 234 w 234"/>
                  <a:gd name="T9" fmla="*/ 45 h 117"/>
                  <a:gd name="T10" fmla="*/ 234 w 234"/>
                  <a:gd name="T11" fmla="*/ 72 h 117"/>
                  <a:gd name="T12" fmla="*/ 189 w 234"/>
                  <a:gd name="T13" fmla="*/ 117 h 117"/>
                  <a:gd name="T14" fmla="*/ 45 w 234"/>
                  <a:gd name="T15" fmla="*/ 117 h 117"/>
                  <a:gd name="T16" fmla="*/ 0 w 234"/>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117">
                    <a:moveTo>
                      <a:pt x="0" y="72"/>
                    </a:moveTo>
                    <a:cubicBezTo>
                      <a:pt x="0" y="45"/>
                      <a:pt x="0" y="45"/>
                      <a:pt x="0" y="45"/>
                    </a:cubicBezTo>
                    <a:cubicBezTo>
                      <a:pt x="0" y="21"/>
                      <a:pt x="20" y="0"/>
                      <a:pt x="45" y="0"/>
                    </a:cubicBezTo>
                    <a:cubicBezTo>
                      <a:pt x="189" y="0"/>
                      <a:pt x="189" y="0"/>
                      <a:pt x="189" y="0"/>
                    </a:cubicBezTo>
                    <a:cubicBezTo>
                      <a:pt x="214" y="0"/>
                      <a:pt x="234" y="21"/>
                      <a:pt x="234" y="45"/>
                    </a:cubicBezTo>
                    <a:cubicBezTo>
                      <a:pt x="234" y="72"/>
                      <a:pt x="234" y="72"/>
                      <a:pt x="234" y="72"/>
                    </a:cubicBezTo>
                    <a:cubicBezTo>
                      <a:pt x="234" y="97"/>
                      <a:pt x="214" y="117"/>
                      <a:pt x="189"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9"/>
              <p:cNvSpPr/>
              <p:nvPr/>
            </p:nvSpPr>
            <p:spPr bwMode="auto">
              <a:xfrm>
                <a:off x="7748588" y="2020888"/>
                <a:ext cx="200025" cy="100013"/>
              </a:xfrm>
              <a:custGeom>
                <a:avLst/>
                <a:gdLst>
                  <a:gd name="T0" fmla="*/ 0 w 233"/>
                  <a:gd name="T1" fmla="*/ 72 h 117"/>
                  <a:gd name="T2" fmla="*/ 0 w 233"/>
                  <a:gd name="T3" fmla="*/ 45 h 117"/>
                  <a:gd name="T4" fmla="*/ 45 w 233"/>
                  <a:gd name="T5" fmla="*/ 0 h 117"/>
                  <a:gd name="T6" fmla="*/ 188 w 233"/>
                  <a:gd name="T7" fmla="*/ 0 h 117"/>
                  <a:gd name="T8" fmla="*/ 233 w 233"/>
                  <a:gd name="T9" fmla="*/ 45 h 117"/>
                  <a:gd name="T10" fmla="*/ 233 w 233"/>
                  <a:gd name="T11" fmla="*/ 72 h 117"/>
                  <a:gd name="T12" fmla="*/ 188 w 233"/>
                  <a:gd name="T13" fmla="*/ 117 h 117"/>
                  <a:gd name="T14" fmla="*/ 45 w 233"/>
                  <a:gd name="T15" fmla="*/ 117 h 117"/>
                  <a:gd name="T16" fmla="*/ 0 w 233"/>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117">
                    <a:moveTo>
                      <a:pt x="0" y="72"/>
                    </a:moveTo>
                    <a:cubicBezTo>
                      <a:pt x="0" y="45"/>
                      <a:pt x="0" y="45"/>
                      <a:pt x="0" y="45"/>
                    </a:cubicBezTo>
                    <a:cubicBezTo>
                      <a:pt x="0" y="21"/>
                      <a:pt x="20" y="0"/>
                      <a:pt x="45" y="0"/>
                    </a:cubicBezTo>
                    <a:cubicBezTo>
                      <a:pt x="188" y="0"/>
                      <a:pt x="188" y="0"/>
                      <a:pt x="188" y="0"/>
                    </a:cubicBezTo>
                    <a:cubicBezTo>
                      <a:pt x="213" y="0"/>
                      <a:pt x="233" y="21"/>
                      <a:pt x="233" y="45"/>
                    </a:cubicBezTo>
                    <a:cubicBezTo>
                      <a:pt x="233" y="72"/>
                      <a:pt x="233" y="72"/>
                      <a:pt x="233" y="72"/>
                    </a:cubicBezTo>
                    <a:cubicBezTo>
                      <a:pt x="233" y="97"/>
                      <a:pt x="213" y="117"/>
                      <a:pt x="188"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10"/>
              <p:cNvSpPr/>
              <p:nvPr/>
            </p:nvSpPr>
            <p:spPr bwMode="auto">
              <a:xfrm>
                <a:off x="7508876" y="1423988"/>
                <a:ext cx="60325" cy="85725"/>
              </a:xfrm>
              <a:custGeom>
                <a:avLst/>
                <a:gdLst>
                  <a:gd name="T0" fmla="*/ 58 w 72"/>
                  <a:gd name="T1" fmla="*/ 4 h 100"/>
                  <a:gd name="T2" fmla="*/ 65 w 72"/>
                  <a:gd name="T3" fmla="*/ 8 h 100"/>
                  <a:gd name="T4" fmla="*/ 67 w 72"/>
                  <a:gd name="T5" fmla="*/ 31 h 100"/>
                  <a:gd name="T6" fmla="*/ 35 w 72"/>
                  <a:gd name="T7" fmla="*/ 86 h 100"/>
                  <a:gd name="T8" fmla="*/ 14 w 72"/>
                  <a:gd name="T9" fmla="*/ 96 h 100"/>
                  <a:gd name="T10" fmla="*/ 7 w 72"/>
                  <a:gd name="T11" fmla="*/ 92 h 100"/>
                  <a:gd name="T12" fmla="*/ 6 w 72"/>
                  <a:gd name="T13" fmla="*/ 68 h 100"/>
                  <a:gd name="T14" fmla="*/ 37 w 72"/>
                  <a:gd name="T15" fmla="*/ 14 h 100"/>
                  <a:gd name="T16" fmla="*/ 58 w 72"/>
                  <a:gd name="T17"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4"/>
                    </a:moveTo>
                    <a:cubicBezTo>
                      <a:pt x="65" y="8"/>
                      <a:pt x="65" y="8"/>
                      <a:pt x="65" y="8"/>
                    </a:cubicBezTo>
                    <a:cubicBezTo>
                      <a:pt x="71" y="11"/>
                      <a:pt x="72" y="22"/>
                      <a:pt x="67" y="31"/>
                    </a:cubicBezTo>
                    <a:cubicBezTo>
                      <a:pt x="35" y="86"/>
                      <a:pt x="35" y="86"/>
                      <a:pt x="35" y="86"/>
                    </a:cubicBezTo>
                    <a:cubicBezTo>
                      <a:pt x="30" y="95"/>
                      <a:pt x="20" y="100"/>
                      <a:pt x="14" y="96"/>
                    </a:cubicBezTo>
                    <a:cubicBezTo>
                      <a:pt x="7" y="92"/>
                      <a:pt x="7" y="92"/>
                      <a:pt x="7" y="92"/>
                    </a:cubicBezTo>
                    <a:cubicBezTo>
                      <a:pt x="1" y="88"/>
                      <a:pt x="0" y="78"/>
                      <a:pt x="6" y="68"/>
                    </a:cubicBezTo>
                    <a:cubicBezTo>
                      <a:pt x="37" y="14"/>
                      <a:pt x="37" y="14"/>
                      <a:pt x="37" y="14"/>
                    </a:cubicBezTo>
                    <a:cubicBezTo>
                      <a:pt x="42" y="5"/>
                      <a:pt x="52" y="0"/>
                      <a:pt x="5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11"/>
              <p:cNvSpPr/>
              <p:nvPr/>
            </p:nvSpPr>
            <p:spPr bwMode="auto">
              <a:xfrm>
                <a:off x="7740651" y="1690688"/>
                <a:ext cx="84138" cy="61913"/>
              </a:xfrm>
              <a:custGeom>
                <a:avLst/>
                <a:gdLst>
                  <a:gd name="T0" fmla="*/ 92 w 99"/>
                  <a:gd name="T1" fmla="*/ 7 h 72"/>
                  <a:gd name="T2" fmla="*/ 96 w 99"/>
                  <a:gd name="T3" fmla="*/ 14 h 72"/>
                  <a:gd name="T4" fmla="*/ 85 w 99"/>
                  <a:gd name="T5" fmla="*/ 35 h 72"/>
                  <a:gd name="T6" fmla="*/ 31 w 99"/>
                  <a:gd name="T7" fmla="*/ 66 h 72"/>
                  <a:gd name="T8" fmla="*/ 8 w 99"/>
                  <a:gd name="T9" fmla="*/ 65 h 72"/>
                  <a:gd name="T10" fmla="*/ 4 w 99"/>
                  <a:gd name="T11" fmla="*/ 58 h 72"/>
                  <a:gd name="T12" fmla="*/ 14 w 99"/>
                  <a:gd name="T13" fmla="*/ 37 h 72"/>
                  <a:gd name="T14" fmla="*/ 68 w 99"/>
                  <a:gd name="T15" fmla="*/ 5 h 72"/>
                  <a:gd name="T16" fmla="*/ 92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7"/>
                    </a:moveTo>
                    <a:cubicBezTo>
                      <a:pt x="96" y="14"/>
                      <a:pt x="96" y="14"/>
                      <a:pt x="96" y="14"/>
                    </a:cubicBezTo>
                    <a:cubicBezTo>
                      <a:pt x="99" y="20"/>
                      <a:pt x="95" y="30"/>
                      <a:pt x="85" y="35"/>
                    </a:cubicBezTo>
                    <a:cubicBezTo>
                      <a:pt x="31" y="66"/>
                      <a:pt x="31" y="66"/>
                      <a:pt x="31" y="66"/>
                    </a:cubicBezTo>
                    <a:cubicBezTo>
                      <a:pt x="22" y="72"/>
                      <a:pt x="11" y="71"/>
                      <a:pt x="8" y="65"/>
                    </a:cubicBezTo>
                    <a:cubicBezTo>
                      <a:pt x="4" y="58"/>
                      <a:pt x="4" y="58"/>
                      <a:pt x="4" y="58"/>
                    </a:cubicBezTo>
                    <a:cubicBezTo>
                      <a:pt x="0" y="52"/>
                      <a:pt x="5" y="42"/>
                      <a:pt x="14" y="37"/>
                    </a:cubicBezTo>
                    <a:cubicBezTo>
                      <a:pt x="68" y="5"/>
                      <a:pt x="68" y="5"/>
                      <a:pt x="68" y="5"/>
                    </a:cubicBezTo>
                    <a:cubicBezTo>
                      <a:pt x="78" y="0"/>
                      <a:pt x="88" y="1"/>
                      <a:pt x="9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12"/>
              <p:cNvSpPr/>
              <p:nvPr/>
            </p:nvSpPr>
            <p:spPr bwMode="auto">
              <a:xfrm>
                <a:off x="7508876" y="2613025"/>
                <a:ext cx="60325" cy="84138"/>
              </a:xfrm>
              <a:custGeom>
                <a:avLst/>
                <a:gdLst>
                  <a:gd name="T0" fmla="*/ 58 w 72"/>
                  <a:gd name="T1" fmla="*/ 96 h 100"/>
                  <a:gd name="T2" fmla="*/ 65 w 72"/>
                  <a:gd name="T3" fmla="*/ 92 h 100"/>
                  <a:gd name="T4" fmla="*/ 67 w 72"/>
                  <a:gd name="T5" fmla="*/ 68 h 100"/>
                  <a:gd name="T6" fmla="*/ 35 w 72"/>
                  <a:gd name="T7" fmla="*/ 14 h 100"/>
                  <a:gd name="T8" fmla="*/ 14 w 72"/>
                  <a:gd name="T9" fmla="*/ 4 h 100"/>
                  <a:gd name="T10" fmla="*/ 7 w 72"/>
                  <a:gd name="T11" fmla="*/ 8 h 100"/>
                  <a:gd name="T12" fmla="*/ 6 w 72"/>
                  <a:gd name="T13" fmla="*/ 31 h 100"/>
                  <a:gd name="T14" fmla="*/ 37 w 72"/>
                  <a:gd name="T15" fmla="*/ 86 h 100"/>
                  <a:gd name="T16" fmla="*/ 58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96"/>
                    </a:moveTo>
                    <a:cubicBezTo>
                      <a:pt x="65" y="92"/>
                      <a:pt x="65" y="92"/>
                      <a:pt x="65" y="92"/>
                    </a:cubicBezTo>
                    <a:cubicBezTo>
                      <a:pt x="71" y="88"/>
                      <a:pt x="72" y="78"/>
                      <a:pt x="67" y="68"/>
                    </a:cubicBezTo>
                    <a:cubicBezTo>
                      <a:pt x="35" y="14"/>
                      <a:pt x="35" y="14"/>
                      <a:pt x="35" y="14"/>
                    </a:cubicBezTo>
                    <a:cubicBezTo>
                      <a:pt x="30" y="5"/>
                      <a:pt x="20" y="0"/>
                      <a:pt x="14" y="4"/>
                    </a:cubicBezTo>
                    <a:cubicBezTo>
                      <a:pt x="7" y="8"/>
                      <a:pt x="7" y="8"/>
                      <a:pt x="7" y="8"/>
                    </a:cubicBezTo>
                    <a:cubicBezTo>
                      <a:pt x="1" y="11"/>
                      <a:pt x="0" y="22"/>
                      <a:pt x="6" y="31"/>
                    </a:cubicBezTo>
                    <a:cubicBezTo>
                      <a:pt x="37" y="86"/>
                      <a:pt x="37" y="86"/>
                      <a:pt x="37" y="86"/>
                    </a:cubicBezTo>
                    <a:cubicBezTo>
                      <a:pt x="42" y="95"/>
                      <a:pt x="52" y="100"/>
                      <a:pt x="5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13"/>
              <p:cNvSpPr/>
              <p:nvPr/>
            </p:nvSpPr>
            <p:spPr bwMode="auto">
              <a:xfrm>
                <a:off x="7740651" y="2370138"/>
                <a:ext cx="84138" cy="60325"/>
              </a:xfrm>
              <a:custGeom>
                <a:avLst/>
                <a:gdLst>
                  <a:gd name="T0" fmla="*/ 92 w 99"/>
                  <a:gd name="T1" fmla="*/ 65 h 72"/>
                  <a:gd name="T2" fmla="*/ 96 w 99"/>
                  <a:gd name="T3" fmla="*/ 58 h 72"/>
                  <a:gd name="T4" fmla="*/ 85 w 99"/>
                  <a:gd name="T5" fmla="*/ 37 h 72"/>
                  <a:gd name="T6" fmla="*/ 31 w 99"/>
                  <a:gd name="T7" fmla="*/ 5 h 72"/>
                  <a:gd name="T8" fmla="*/ 8 w 99"/>
                  <a:gd name="T9" fmla="*/ 7 h 72"/>
                  <a:gd name="T10" fmla="*/ 4 w 99"/>
                  <a:gd name="T11" fmla="*/ 14 h 72"/>
                  <a:gd name="T12" fmla="*/ 14 w 99"/>
                  <a:gd name="T13" fmla="*/ 35 h 72"/>
                  <a:gd name="T14" fmla="*/ 68 w 99"/>
                  <a:gd name="T15" fmla="*/ 66 h 72"/>
                  <a:gd name="T16" fmla="*/ 92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65"/>
                    </a:moveTo>
                    <a:cubicBezTo>
                      <a:pt x="96" y="58"/>
                      <a:pt x="96" y="58"/>
                      <a:pt x="96" y="58"/>
                    </a:cubicBezTo>
                    <a:cubicBezTo>
                      <a:pt x="99" y="52"/>
                      <a:pt x="95" y="42"/>
                      <a:pt x="85" y="37"/>
                    </a:cubicBezTo>
                    <a:cubicBezTo>
                      <a:pt x="31" y="5"/>
                      <a:pt x="31" y="5"/>
                      <a:pt x="31" y="5"/>
                    </a:cubicBezTo>
                    <a:cubicBezTo>
                      <a:pt x="22" y="0"/>
                      <a:pt x="11" y="1"/>
                      <a:pt x="8" y="7"/>
                    </a:cubicBezTo>
                    <a:cubicBezTo>
                      <a:pt x="4" y="14"/>
                      <a:pt x="4" y="14"/>
                      <a:pt x="4" y="14"/>
                    </a:cubicBezTo>
                    <a:cubicBezTo>
                      <a:pt x="0" y="20"/>
                      <a:pt x="5" y="30"/>
                      <a:pt x="14" y="35"/>
                    </a:cubicBezTo>
                    <a:cubicBezTo>
                      <a:pt x="68" y="66"/>
                      <a:pt x="68" y="66"/>
                      <a:pt x="68" y="66"/>
                    </a:cubicBezTo>
                    <a:cubicBezTo>
                      <a:pt x="78" y="72"/>
                      <a:pt x="88" y="71"/>
                      <a:pt x="9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14"/>
              <p:cNvSpPr/>
              <p:nvPr/>
            </p:nvSpPr>
            <p:spPr bwMode="auto">
              <a:xfrm>
                <a:off x="6823076" y="2613025"/>
                <a:ext cx="61913" cy="84138"/>
              </a:xfrm>
              <a:custGeom>
                <a:avLst/>
                <a:gdLst>
                  <a:gd name="T0" fmla="*/ 14 w 72"/>
                  <a:gd name="T1" fmla="*/ 96 h 100"/>
                  <a:gd name="T2" fmla="*/ 7 w 72"/>
                  <a:gd name="T3" fmla="*/ 92 h 100"/>
                  <a:gd name="T4" fmla="*/ 6 w 72"/>
                  <a:gd name="T5" fmla="*/ 68 h 100"/>
                  <a:gd name="T6" fmla="*/ 37 w 72"/>
                  <a:gd name="T7" fmla="*/ 14 h 100"/>
                  <a:gd name="T8" fmla="*/ 58 w 72"/>
                  <a:gd name="T9" fmla="*/ 4 h 100"/>
                  <a:gd name="T10" fmla="*/ 65 w 72"/>
                  <a:gd name="T11" fmla="*/ 8 h 100"/>
                  <a:gd name="T12" fmla="*/ 67 w 72"/>
                  <a:gd name="T13" fmla="*/ 31 h 100"/>
                  <a:gd name="T14" fmla="*/ 35 w 72"/>
                  <a:gd name="T15" fmla="*/ 86 h 100"/>
                  <a:gd name="T16" fmla="*/ 14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14" y="96"/>
                    </a:moveTo>
                    <a:cubicBezTo>
                      <a:pt x="7" y="92"/>
                      <a:pt x="7" y="92"/>
                      <a:pt x="7" y="92"/>
                    </a:cubicBezTo>
                    <a:cubicBezTo>
                      <a:pt x="1" y="88"/>
                      <a:pt x="0" y="78"/>
                      <a:pt x="6" y="68"/>
                    </a:cubicBezTo>
                    <a:cubicBezTo>
                      <a:pt x="37" y="14"/>
                      <a:pt x="37" y="14"/>
                      <a:pt x="37" y="14"/>
                    </a:cubicBezTo>
                    <a:cubicBezTo>
                      <a:pt x="43" y="5"/>
                      <a:pt x="52" y="0"/>
                      <a:pt x="58" y="4"/>
                    </a:cubicBezTo>
                    <a:cubicBezTo>
                      <a:pt x="65" y="8"/>
                      <a:pt x="65" y="8"/>
                      <a:pt x="65" y="8"/>
                    </a:cubicBezTo>
                    <a:cubicBezTo>
                      <a:pt x="71" y="11"/>
                      <a:pt x="72" y="22"/>
                      <a:pt x="67" y="31"/>
                    </a:cubicBezTo>
                    <a:cubicBezTo>
                      <a:pt x="35" y="86"/>
                      <a:pt x="35" y="86"/>
                      <a:pt x="35" y="86"/>
                    </a:cubicBezTo>
                    <a:cubicBezTo>
                      <a:pt x="30" y="95"/>
                      <a:pt x="21" y="100"/>
                      <a:pt x="14"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15"/>
              <p:cNvSpPr/>
              <p:nvPr/>
            </p:nvSpPr>
            <p:spPr bwMode="auto">
              <a:xfrm>
                <a:off x="6567488" y="2370138"/>
                <a:ext cx="85725" cy="60325"/>
              </a:xfrm>
              <a:custGeom>
                <a:avLst/>
                <a:gdLst>
                  <a:gd name="T0" fmla="*/ 8 w 99"/>
                  <a:gd name="T1" fmla="*/ 65 h 72"/>
                  <a:gd name="T2" fmla="*/ 4 w 99"/>
                  <a:gd name="T3" fmla="*/ 58 h 72"/>
                  <a:gd name="T4" fmla="*/ 14 w 99"/>
                  <a:gd name="T5" fmla="*/ 37 h 72"/>
                  <a:gd name="T6" fmla="*/ 68 w 99"/>
                  <a:gd name="T7" fmla="*/ 5 h 72"/>
                  <a:gd name="T8" fmla="*/ 92 w 99"/>
                  <a:gd name="T9" fmla="*/ 7 h 72"/>
                  <a:gd name="T10" fmla="*/ 96 w 99"/>
                  <a:gd name="T11" fmla="*/ 14 h 72"/>
                  <a:gd name="T12" fmla="*/ 85 w 99"/>
                  <a:gd name="T13" fmla="*/ 35 h 72"/>
                  <a:gd name="T14" fmla="*/ 31 w 99"/>
                  <a:gd name="T15" fmla="*/ 66 h 72"/>
                  <a:gd name="T16" fmla="*/ 8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65"/>
                    </a:moveTo>
                    <a:cubicBezTo>
                      <a:pt x="4" y="58"/>
                      <a:pt x="4" y="58"/>
                      <a:pt x="4" y="58"/>
                    </a:cubicBezTo>
                    <a:cubicBezTo>
                      <a:pt x="0" y="52"/>
                      <a:pt x="5" y="42"/>
                      <a:pt x="14" y="37"/>
                    </a:cubicBezTo>
                    <a:cubicBezTo>
                      <a:pt x="68" y="5"/>
                      <a:pt x="68" y="5"/>
                      <a:pt x="68" y="5"/>
                    </a:cubicBezTo>
                    <a:cubicBezTo>
                      <a:pt x="78" y="0"/>
                      <a:pt x="88" y="1"/>
                      <a:pt x="92" y="7"/>
                    </a:cubicBezTo>
                    <a:cubicBezTo>
                      <a:pt x="96" y="14"/>
                      <a:pt x="96" y="14"/>
                      <a:pt x="96" y="14"/>
                    </a:cubicBezTo>
                    <a:cubicBezTo>
                      <a:pt x="99" y="20"/>
                      <a:pt x="95" y="30"/>
                      <a:pt x="85" y="35"/>
                    </a:cubicBezTo>
                    <a:cubicBezTo>
                      <a:pt x="31" y="66"/>
                      <a:pt x="31" y="66"/>
                      <a:pt x="31" y="66"/>
                    </a:cubicBezTo>
                    <a:cubicBezTo>
                      <a:pt x="22" y="72"/>
                      <a:pt x="11" y="71"/>
                      <a:pt x="8"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16"/>
              <p:cNvSpPr/>
              <p:nvPr/>
            </p:nvSpPr>
            <p:spPr bwMode="auto">
              <a:xfrm>
                <a:off x="6823076" y="1428750"/>
                <a:ext cx="61913" cy="85725"/>
              </a:xfrm>
              <a:custGeom>
                <a:avLst/>
                <a:gdLst>
                  <a:gd name="T0" fmla="*/ 14 w 72"/>
                  <a:gd name="T1" fmla="*/ 3 h 99"/>
                  <a:gd name="T2" fmla="*/ 7 w 72"/>
                  <a:gd name="T3" fmla="*/ 7 h 99"/>
                  <a:gd name="T4" fmla="*/ 6 w 72"/>
                  <a:gd name="T5" fmla="*/ 31 h 99"/>
                  <a:gd name="T6" fmla="*/ 37 w 72"/>
                  <a:gd name="T7" fmla="*/ 85 h 99"/>
                  <a:gd name="T8" fmla="*/ 58 w 72"/>
                  <a:gd name="T9" fmla="*/ 95 h 99"/>
                  <a:gd name="T10" fmla="*/ 65 w 72"/>
                  <a:gd name="T11" fmla="*/ 91 h 99"/>
                  <a:gd name="T12" fmla="*/ 67 w 72"/>
                  <a:gd name="T13" fmla="*/ 68 h 99"/>
                  <a:gd name="T14" fmla="*/ 35 w 72"/>
                  <a:gd name="T15" fmla="*/ 14 h 99"/>
                  <a:gd name="T16" fmla="*/ 14 w 72"/>
                  <a:gd name="T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9">
                    <a:moveTo>
                      <a:pt x="14" y="3"/>
                    </a:moveTo>
                    <a:cubicBezTo>
                      <a:pt x="7" y="7"/>
                      <a:pt x="7" y="7"/>
                      <a:pt x="7" y="7"/>
                    </a:cubicBezTo>
                    <a:cubicBezTo>
                      <a:pt x="1" y="11"/>
                      <a:pt x="0" y="21"/>
                      <a:pt x="6" y="31"/>
                    </a:cubicBezTo>
                    <a:cubicBezTo>
                      <a:pt x="37" y="85"/>
                      <a:pt x="37" y="85"/>
                      <a:pt x="37" y="85"/>
                    </a:cubicBezTo>
                    <a:cubicBezTo>
                      <a:pt x="43" y="94"/>
                      <a:pt x="52" y="99"/>
                      <a:pt x="58" y="95"/>
                    </a:cubicBezTo>
                    <a:cubicBezTo>
                      <a:pt x="65" y="91"/>
                      <a:pt x="65" y="91"/>
                      <a:pt x="65" y="91"/>
                    </a:cubicBezTo>
                    <a:cubicBezTo>
                      <a:pt x="71" y="88"/>
                      <a:pt x="72" y="77"/>
                      <a:pt x="67" y="68"/>
                    </a:cubicBezTo>
                    <a:cubicBezTo>
                      <a:pt x="35" y="14"/>
                      <a:pt x="35" y="14"/>
                      <a:pt x="35" y="14"/>
                    </a:cubicBezTo>
                    <a:cubicBezTo>
                      <a:pt x="30" y="4"/>
                      <a:pt x="21" y="0"/>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17"/>
              <p:cNvSpPr/>
              <p:nvPr/>
            </p:nvSpPr>
            <p:spPr bwMode="auto">
              <a:xfrm>
                <a:off x="6567488" y="1695450"/>
                <a:ext cx="85725" cy="60325"/>
              </a:xfrm>
              <a:custGeom>
                <a:avLst/>
                <a:gdLst>
                  <a:gd name="T0" fmla="*/ 8 w 99"/>
                  <a:gd name="T1" fmla="*/ 7 h 72"/>
                  <a:gd name="T2" fmla="*/ 4 w 99"/>
                  <a:gd name="T3" fmla="*/ 14 h 72"/>
                  <a:gd name="T4" fmla="*/ 14 w 99"/>
                  <a:gd name="T5" fmla="*/ 36 h 72"/>
                  <a:gd name="T6" fmla="*/ 68 w 99"/>
                  <a:gd name="T7" fmla="*/ 67 h 72"/>
                  <a:gd name="T8" fmla="*/ 92 w 99"/>
                  <a:gd name="T9" fmla="*/ 65 h 72"/>
                  <a:gd name="T10" fmla="*/ 96 w 99"/>
                  <a:gd name="T11" fmla="*/ 58 h 72"/>
                  <a:gd name="T12" fmla="*/ 85 w 99"/>
                  <a:gd name="T13" fmla="*/ 37 h 72"/>
                  <a:gd name="T14" fmla="*/ 31 w 99"/>
                  <a:gd name="T15" fmla="*/ 6 h 72"/>
                  <a:gd name="T16" fmla="*/ 8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7"/>
                    </a:moveTo>
                    <a:cubicBezTo>
                      <a:pt x="4" y="14"/>
                      <a:pt x="4" y="14"/>
                      <a:pt x="4" y="14"/>
                    </a:cubicBezTo>
                    <a:cubicBezTo>
                      <a:pt x="0" y="21"/>
                      <a:pt x="5" y="30"/>
                      <a:pt x="14" y="36"/>
                    </a:cubicBezTo>
                    <a:cubicBezTo>
                      <a:pt x="68" y="67"/>
                      <a:pt x="68" y="67"/>
                      <a:pt x="68" y="67"/>
                    </a:cubicBezTo>
                    <a:cubicBezTo>
                      <a:pt x="78" y="72"/>
                      <a:pt x="88" y="72"/>
                      <a:pt x="92" y="65"/>
                    </a:cubicBezTo>
                    <a:cubicBezTo>
                      <a:pt x="96" y="58"/>
                      <a:pt x="96" y="58"/>
                      <a:pt x="96" y="58"/>
                    </a:cubicBezTo>
                    <a:cubicBezTo>
                      <a:pt x="99" y="52"/>
                      <a:pt x="95" y="43"/>
                      <a:pt x="85" y="37"/>
                    </a:cubicBezTo>
                    <a:cubicBezTo>
                      <a:pt x="31" y="6"/>
                      <a:pt x="31" y="6"/>
                      <a:pt x="31" y="6"/>
                    </a:cubicBezTo>
                    <a:cubicBezTo>
                      <a:pt x="22" y="0"/>
                      <a:pt x="11" y="1"/>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77" name="Group 76"/>
          <p:cNvGrpSpPr/>
          <p:nvPr/>
        </p:nvGrpSpPr>
        <p:grpSpPr>
          <a:xfrm>
            <a:off x="6288649" y="1905000"/>
            <a:ext cx="2256305" cy="2744635"/>
            <a:chOff x="4716486" y="1428750"/>
            <a:chExt cx="1692229" cy="2058476"/>
          </a:xfrm>
        </p:grpSpPr>
        <p:sp>
          <p:nvSpPr>
            <p:cNvPr id="45" name="Freeform 5"/>
            <p:cNvSpPr>
              <a:spLocks noEditPoints="1"/>
            </p:cNvSpPr>
            <p:nvPr/>
          </p:nvSpPr>
          <p:spPr bwMode="auto">
            <a:xfrm>
              <a:off x="4734426" y="1428750"/>
              <a:ext cx="1656348" cy="2033908"/>
            </a:xfrm>
            <a:custGeom>
              <a:avLst/>
              <a:gdLst>
                <a:gd name="T0" fmla="*/ 2048 w 2381"/>
                <a:gd name="T1" fmla="*/ 907 h 2923"/>
                <a:gd name="T2" fmla="*/ 2156 w 2381"/>
                <a:gd name="T3" fmla="*/ 845 h 2923"/>
                <a:gd name="T4" fmla="*/ 1887 w 2381"/>
                <a:gd name="T5" fmla="*/ 652 h 2923"/>
                <a:gd name="T6" fmla="*/ 1862 w 2381"/>
                <a:gd name="T7" fmla="*/ 750 h 2923"/>
                <a:gd name="T8" fmla="*/ 1328 w 2381"/>
                <a:gd name="T9" fmla="*/ 550 h 2923"/>
                <a:gd name="T10" fmla="*/ 1328 w 2381"/>
                <a:gd name="T11" fmla="*/ 438 h 2923"/>
                <a:gd name="T12" fmla="*/ 1398 w 2381"/>
                <a:gd name="T13" fmla="*/ 333 h 2923"/>
                <a:gd name="T14" fmla="*/ 1390 w 2381"/>
                <a:gd name="T15" fmla="*/ 292 h 2923"/>
                <a:gd name="T16" fmla="*/ 1505 w 2381"/>
                <a:gd name="T17" fmla="*/ 164 h 2923"/>
                <a:gd name="T18" fmla="*/ 1505 w 2381"/>
                <a:gd name="T19" fmla="*/ 149 h 2923"/>
                <a:gd name="T20" fmla="*/ 1266 w 2381"/>
                <a:gd name="T21" fmla="*/ 0 h 2923"/>
                <a:gd name="T22" fmla="*/ 1133 w 2381"/>
                <a:gd name="T23" fmla="*/ 0 h 2923"/>
                <a:gd name="T24" fmla="*/ 895 w 2381"/>
                <a:gd name="T25" fmla="*/ 149 h 2923"/>
                <a:gd name="T26" fmla="*/ 895 w 2381"/>
                <a:gd name="T27" fmla="*/ 164 h 2923"/>
                <a:gd name="T28" fmla="*/ 994 w 2381"/>
                <a:gd name="T29" fmla="*/ 285 h 2923"/>
                <a:gd name="T30" fmla="*/ 983 w 2381"/>
                <a:gd name="T31" fmla="*/ 333 h 2923"/>
                <a:gd name="T32" fmla="*/ 1054 w 2381"/>
                <a:gd name="T33" fmla="*/ 438 h 2923"/>
                <a:gd name="T34" fmla="*/ 1054 w 2381"/>
                <a:gd name="T35" fmla="*/ 550 h 2923"/>
                <a:gd name="T36" fmla="*/ 0 w 2381"/>
                <a:gd name="T37" fmla="*/ 1733 h 2923"/>
                <a:gd name="T38" fmla="*/ 1191 w 2381"/>
                <a:gd name="T39" fmla="*/ 2923 h 2923"/>
                <a:gd name="T40" fmla="*/ 2381 w 2381"/>
                <a:gd name="T41" fmla="*/ 1733 h 2923"/>
                <a:gd name="T42" fmla="*/ 2048 w 2381"/>
                <a:gd name="T43" fmla="*/ 907 h 2923"/>
                <a:gd name="T44" fmla="*/ 1191 w 2381"/>
                <a:gd name="T45" fmla="*/ 2726 h 2923"/>
                <a:gd name="T46" fmla="*/ 198 w 2381"/>
                <a:gd name="T47" fmla="*/ 1733 h 2923"/>
                <a:gd name="T48" fmla="*/ 1191 w 2381"/>
                <a:gd name="T49" fmla="*/ 740 h 2923"/>
                <a:gd name="T50" fmla="*/ 2184 w 2381"/>
                <a:gd name="T51" fmla="*/ 1733 h 2923"/>
                <a:gd name="T52" fmla="*/ 1191 w 2381"/>
                <a:gd name="T53" fmla="*/ 2726 h 2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81" h="2923">
                  <a:moveTo>
                    <a:pt x="2048" y="907"/>
                  </a:moveTo>
                  <a:cubicBezTo>
                    <a:pt x="2156" y="845"/>
                    <a:pt x="2156" y="845"/>
                    <a:pt x="2156" y="845"/>
                  </a:cubicBezTo>
                  <a:cubicBezTo>
                    <a:pt x="2156" y="766"/>
                    <a:pt x="1955" y="629"/>
                    <a:pt x="1887" y="652"/>
                  </a:cubicBezTo>
                  <a:cubicBezTo>
                    <a:pt x="1862" y="750"/>
                    <a:pt x="1862" y="750"/>
                    <a:pt x="1862" y="750"/>
                  </a:cubicBezTo>
                  <a:cubicBezTo>
                    <a:pt x="1707" y="643"/>
                    <a:pt x="1524" y="573"/>
                    <a:pt x="1328" y="550"/>
                  </a:cubicBezTo>
                  <a:cubicBezTo>
                    <a:pt x="1328" y="438"/>
                    <a:pt x="1328" y="438"/>
                    <a:pt x="1328" y="438"/>
                  </a:cubicBezTo>
                  <a:cubicBezTo>
                    <a:pt x="1369" y="421"/>
                    <a:pt x="1398" y="380"/>
                    <a:pt x="1398" y="333"/>
                  </a:cubicBezTo>
                  <a:cubicBezTo>
                    <a:pt x="1398" y="318"/>
                    <a:pt x="1395" y="304"/>
                    <a:pt x="1390" y="292"/>
                  </a:cubicBezTo>
                  <a:cubicBezTo>
                    <a:pt x="1459" y="265"/>
                    <a:pt x="1505" y="218"/>
                    <a:pt x="1505" y="164"/>
                  </a:cubicBezTo>
                  <a:cubicBezTo>
                    <a:pt x="1505" y="149"/>
                    <a:pt x="1505" y="149"/>
                    <a:pt x="1505" y="149"/>
                  </a:cubicBezTo>
                  <a:cubicBezTo>
                    <a:pt x="1505" y="67"/>
                    <a:pt x="1398" y="0"/>
                    <a:pt x="1266" y="0"/>
                  </a:cubicBezTo>
                  <a:cubicBezTo>
                    <a:pt x="1133" y="0"/>
                    <a:pt x="1133" y="0"/>
                    <a:pt x="1133" y="0"/>
                  </a:cubicBezTo>
                  <a:cubicBezTo>
                    <a:pt x="1002" y="0"/>
                    <a:pt x="895" y="67"/>
                    <a:pt x="895" y="149"/>
                  </a:cubicBezTo>
                  <a:cubicBezTo>
                    <a:pt x="895" y="164"/>
                    <a:pt x="895" y="164"/>
                    <a:pt x="895" y="164"/>
                  </a:cubicBezTo>
                  <a:cubicBezTo>
                    <a:pt x="895" y="214"/>
                    <a:pt x="934" y="258"/>
                    <a:pt x="994" y="285"/>
                  </a:cubicBezTo>
                  <a:cubicBezTo>
                    <a:pt x="987" y="299"/>
                    <a:pt x="983" y="316"/>
                    <a:pt x="983" y="333"/>
                  </a:cubicBezTo>
                  <a:cubicBezTo>
                    <a:pt x="983" y="380"/>
                    <a:pt x="1012" y="421"/>
                    <a:pt x="1054" y="438"/>
                  </a:cubicBezTo>
                  <a:cubicBezTo>
                    <a:pt x="1054" y="550"/>
                    <a:pt x="1054" y="550"/>
                    <a:pt x="1054" y="550"/>
                  </a:cubicBezTo>
                  <a:cubicBezTo>
                    <a:pt x="461" y="618"/>
                    <a:pt x="0" y="1122"/>
                    <a:pt x="0" y="1733"/>
                  </a:cubicBezTo>
                  <a:cubicBezTo>
                    <a:pt x="0" y="2390"/>
                    <a:pt x="533" y="2923"/>
                    <a:pt x="1191" y="2923"/>
                  </a:cubicBezTo>
                  <a:cubicBezTo>
                    <a:pt x="1848" y="2923"/>
                    <a:pt x="2381" y="2390"/>
                    <a:pt x="2381" y="1733"/>
                  </a:cubicBezTo>
                  <a:cubicBezTo>
                    <a:pt x="2381" y="1412"/>
                    <a:pt x="2255" y="1121"/>
                    <a:pt x="2048" y="907"/>
                  </a:cubicBezTo>
                  <a:close/>
                  <a:moveTo>
                    <a:pt x="1191" y="2726"/>
                  </a:moveTo>
                  <a:cubicBezTo>
                    <a:pt x="642" y="2726"/>
                    <a:pt x="198" y="2281"/>
                    <a:pt x="198" y="1733"/>
                  </a:cubicBezTo>
                  <a:cubicBezTo>
                    <a:pt x="198" y="1185"/>
                    <a:pt x="642" y="740"/>
                    <a:pt x="1191" y="740"/>
                  </a:cubicBezTo>
                  <a:cubicBezTo>
                    <a:pt x="1739" y="740"/>
                    <a:pt x="2184" y="1185"/>
                    <a:pt x="2184" y="1733"/>
                  </a:cubicBezTo>
                  <a:cubicBezTo>
                    <a:pt x="2184" y="2281"/>
                    <a:pt x="1739" y="2726"/>
                    <a:pt x="1191" y="272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aphicFrame>
          <p:nvGraphicFramePr>
            <p:cNvPr id="46" name="Chart 45"/>
            <p:cNvGraphicFramePr/>
            <p:nvPr>
              <p:extLst>
                <p:ext uri="{D42A27DB-BD31-4B8C-83A1-F6EECF244321}">
                  <p14:modId xmlns:p14="http://schemas.microsoft.com/office/powerpoint/2010/main" val="4054979076"/>
                </p:ext>
              </p:extLst>
            </p:nvPr>
          </p:nvGraphicFramePr>
          <p:xfrm>
            <a:off x="4716486" y="1788665"/>
            <a:ext cx="1692229" cy="1698561"/>
          </p:xfrm>
          <a:graphic>
            <a:graphicData uri="http://schemas.openxmlformats.org/drawingml/2006/chart">
              <c:chart xmlns:c="http://schemas.openxmlformats.org/drawingml/2006/chart" xmlns:r="http://schemas.openxmlformats.org/officeDocument/2006/relationships" r:id="rId6"/>
            </a:graphicData>
          </a:graphic>
        </p:graphicFrame>
        <p:grpSp>
          <p:nvGrpSpPr>
            <p:cNvPr id="47" name="Group 46"/>
            <p:cNvGrpSpPr/>
            <p:nvPr/>
          </p:nvGrpSpPr>
          <p:grpSpPr>
            <a:xfrm>
              <a:off x="4934197" y="1976340"/>
              <a:ext cx="1256807" cy="1274910"/>
              <a:chOff x="6405563" y="1277938"/>
              <a:chExt cx="1543050" cy="1565275"/>
            </a:xfrm>
            <a:solidFill>
              <a:schemeClr val="bg1">
                <a:lumMod val="85000"/>
              </a:schemeClr>
            </a:solidFill>
          </p:grpSpPr>
          <p:sp>
            <p:nvSpPr>
              <p:cNvPr id="48" name="Freeform 6"/>
              <p:cNvSpPr/>
              <p:nvPr/>
            </p:nvSpPr>
            <p:spPr bwMode="auto">
              <a:xfrm>
                <a:off x="7146926" y="1277938"/>
                <a:ext cx="98425" cy="200025"/>
              </a:xfrm>
              <a:custGeom>
                <a:avLst/>
                <a:gdLst>
                  <a:gd name="T0" fmla="*/ 45 w 117"/>
                  <a:gd name="T1" fmla="*/ 0 h 234"/>
                  <a:gd name="T2" fmla="*/ 72 w 117"/>
                  <a:gd name="T3" fmla="*/ 0 h 234"/>
                  <a:gd name="T4" fmla="*/ 117 w 117"/>
                  <a:gd name="T5" fmla="*/ 45 h 234"/>
                  <a:gd name="T6" fmla="*/ 117 w 117"/>
                  <a:gd name="T7" fmla="*/ 189 h 234"/>
                  <a:gd name="T8" fmla="*/ 72 w 117"/>
                  <a:gd name="T9" fmla="*/ 234 h 234"/>
                  <a:gd name="T10" fmla="*/ 45 w 117"/>
                  <a:gd name="T11" fmla="*/ 234 h 234"/>
                  <a:gd name="T12" fmla="*/ 0 w 117"/>
                  <a:gd name="T13" fmla="*/ 189 h 234"/>
                  <a:gd name="T14" fmla="*/ 0 w 117"/>
                  <a:gd name="T15" fmla="*/ 45 h 234"/>
                  <a:gd name="T16" fmla="*/ 45 w 117"/>
                  <a:gd name="T1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4">
                    <a:moveTo>
                      <a:pt x="45" y="0"/>
                    </a:moveTo>
                    <a:cubicBezTo>
                      <a:pt x="72" y="0"/>
                      <a:pt x="72" y="0"/>
                      <a:pt x="72" y="0"/>
                    </a:cubicBezTo>
                    <a:cubicBezTo>
                      <a:pt x="97" y="0"/>
                      <a:pt x="117" y="20"/>
                      <a:pt x="117" y="45"/>
                    </a:cubicBezTo>
                    <a:cubicBezTo>
                      <a:pt x="117" y="189"/>
                      <a:pt x="117" y="189"/>
                      <a:pt x="117" y="189"/>
                    </a:cubicBezTo>
                    <a:cubicBezTo>
                      <a:pt x="117" y="214"/>
                      <a:pt x="97" y="234"/>
                      <a:pt x="72" y="234"/>
                    </a:cubicBezTo>
                    <a:cubicBezTo>
                      <a:pt x="45" y="234"/>
                      <a:pt x="45" y="234"/>
                      <a:pt x="45" y="234"/>
                    </a:cubicBezTo>
                    <a:cubicBezTo>
                      <a:pt x="20" y="234"/>
                      <a:pt x="0" y="214"/>
                      <a:pt x="0" y="189"/>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7"/>
              <p:cNvSpPr/>
              <p:nvPr/>
            </p:nvSpPr>
            <p:spPr bwMode="auto">
              <a:xfrm>
                <a:off x="7146926" y="2644775"/>
                <a:ext cx="98425" cy="198438"/>
              </a:xfrm>
              <a:custGeom>
                <a:avLst/>
                <a:gdLst>
                  <a:gd name="T0" fmla="*/ 45 w 117"/>
                  <a:gd name="T1" fmla="*/ 0 h 233"/>
                  <a:gd name="T2" fmla="*/ 72 w 117"/>
                  <a:gd name="T3" fmla="*/ 0 h 233"/>
                  <a:gd name="T4" fmla="*/ 117 w 117"/>
                  <a:gd name="T5" fmla="*/ 45 h 233"/>
                  <a:gd name="T6" fmla="*/ 117 w 117"/>
                  <a:gd name="T7" fmla="*/ 188 h 233"/>
                  <a:gd name="T8" fmla="*/ 72 w 117"/>
                  <a:gd name="T9" fmla="*/ 233 h 233"/>
                  <a:gd name="T10" fmla="*/ 45 w 117"/>
                  <a:gd name="T11" fmla="*/ 233 h 233"/>
                  <a:gd name="T12" fmla="*/ 0 w 117"/>
                  <a:gd name="T13" fmla="*/ 188 h 233"/>
                  <a:gd name="T14" fmla="*/ 0 w 117"/>
                  <a:gd name="T15" fmla="*/ 45 h 233"/>
                  <a:gd name="T16" fmla="*/ 45 w 117"/>
                  <a:gd name="T1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3">
                    <a:moveTo>
                      <a:pt x="45" y="0"/>
                    </a:moveTo>
                    <a:cubicBezTo>
                      <a:pt x="72" y="0"/>
                      <a:pt x="72" y="0"/>
                      <a:pt x="72" y="0"/>
                    </a:cubicBezTo>
                    <a:cubicBezTo>
                      <a:pt x="97" y="0"/>
                      <a:pt x="117" y="20"/>
                      <a:pt x="117" y="45"/>
                    </a:cubicBezTo>
                    <a:cubicBezTo>
                      <a:pt x="117" y="188"/>
                      <a:pt x="117" y="188"/>
                      <a:pt x="117" y="188"/>
                    </a:cubicBezTo>
                    <a:cubicBezTo>
                      <a:pt x="117" y="213"/>
                      <a:pt x="97" y="233"/>
                      <a:pt x="72" y="233"/>
                    </a:cubicBezTo>
                    <a:cubicBezTo>
                      <a:pt x="45" y="233"/>
                      <a:pt x="45" y="233"/>
                      <a:pt x="45" y="233"/>
                    </a:cubicBezTo>
                    <a:cubicBezTo>
                      <a:pt x="20" y="233"/>
                      <a:pt x="0" y="213"/>
                      <a:pt x="0" y="188"/>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8"/>
              <p:cNvSpPr/>
              <p:nvPr/>
            </p:nvSpPr>
            <p:spPr bwMode="auto">
              <a:xfrm>
                <a:off x="6405563" y="2020888"/>
                <a:ext cx="200025" cy="100013"/>
              </a:xfrm>
              <a:custGeom>
                <a:avLst/>
                <a:gdLst>
                  <a:gd name="T0" fmla="*/ 0 w 234"/>
                  <a:gd name="T1" fmla="*/ 72 h 117"/>
                  <a:gd name="T2" fmla="*/ 0 w 234"/>
                  <a:gd name="T3" fmla="*/ 45 h 117"/>
                  <a:gd name="T4" fmla="*/ 45 w 234"/>
                  <a:gd name="T5" fmla="*/ 0 h 117"/>
                  <a:gd name="T6" fmla="*/ 189 w 234"/>
                  <a:gd name="T7" fmla="*/ 0 h 117"/>
                  <a:gd name="T8" fmla="*/ 234 w 234"/>
                  <a:gd name="T9" fmla="*/ 45 h 117"/>
                  <a:gd name="T10" fmla="*/ 234 w 234"/>
                  <a:gd name="T11" fmla="*/ 72 h 117"/>
                  <a:gd name="T12" fmla="*/ 189 w 234"/>
                  <a:gd name="T13" fmla="*/ 117 h 117"/>
                  <a:gd name="T14" fmla="*/ 45 w 234"/>
                  <a:gd name="T15" fmla="*/ 117 h 117"/>
                  <a:gd name="T16" fmla="*/ 0 w 234"/>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117">
                    <a:moveTo>
                      <a:pt x="0" y="72"/>
                    </a:moveTo>
                    <a:cubicBezTo>
                      <a:pt x="0" y="45"/>
                      <a:pt x="0" y="45"/>
                      <a:pt x="0" y="45"/>
                    </a:cubicBezTo>
                    <a:cubicBezTo>
                      <a:pt x="0" y="21"/>
                      <a:pt x="20" y="0"/>
                      <a:pt x="45" y="0"/>
                    </a:cubicBezTo>
                    <a:cubicBezTo>
                      <a:pt x="189" y="0"/>
                      <a:pt x="189" y="0"/>
                      <a:pt x="189" y="0"/>
                    </a:cubicBezTo>
                    <a:cubicBezTo>
                      <a:pt x="214" y="0"/>
                      <a:pt x="234" y="21"/>
                      <a:pt x="234" y="45"/>
                    </a:cubicBezTo>
                    <a:cubicBezTo>
                      <a:pt x="234" y="72"/>
                      <a:pt x="234" y="72"/>
                      <a:pt x="234" y="72"/>
                    </a:cubicBezTo>
                    <a:cubicBezTo>
                      <a:pt x="234" y="97"/>
                      <a:pt x="214" y="117"/>
                      <a:pt x="189"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Freeform 9"/>
              <p:cNvSpPr/>
              <p:nvPr/>
            </p:nvSpPr>
            <p:spPr bwMode="auto">
              <a:xfrm>
                <a:off x="7748588" y="2020888"/>
                <a:ext cx="200025" cy="100013"/>
              </a:xfrm>
              <a:custGeom>
                <a:avLst/>
                <a:gdLst>
                  <a:gd name="T0" fmla="*/ 0 w 233"/>
                  <a:gd name="T1" fmla="*/ 72 h 117"/>
                  <a:gd name="T2" fmla="*/ 0 w 233"/>
                  <a:gd name="T3" fmla="*/ 45 h 117"/>
                  <a:gd name="T4" fmla="*/ 45 w 233"/>
                  <a:gd name="T5" fmla="*/ 0 h 117"/>
                  <a:gd name="T6" fmla="*/ 188 w 233"/>
                  <a:gd name="T7" fmla="*/ 0 h 117"/>
                  <a:gd name="T8" fmla="*/ 233 w 233"/>
                  <a:gd name="T9" fmla="*/ 45 h 117"/>
                  <a:gd name="T10" fmla="*/ 233 w 233"/>
                  <a:gd name="T11" fmla="*/ 72 h 117"/>
                  <a:gd name="T12" fmla="*/ 188 w 233"/>
                  <a:gd name="T13" fmla="*/ 117 h 117"/>
                  <a:gd name="T14" fmla="*/ 45 w 233"/>
                  <a:gd name="T15" fmla="*/ 117 h 117"/>
                  <a:gd name="T16" fmla="*/ 0 w 233"/>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117">
                    <a:moveTo>
                      <a:pt x="0" y="72"/>
                    </a:moveTo>
                    <a:cubicBezTo>
                      <a:pt x="0" y="45"/>
                      <a:pt x="0" y="45"/>
                      <a:pt x="0" y="45"/>
                    </a:cubicBezTo>
                    <a:cubicBezTo>
                      <a:pt x="0" y="21"/>
                      <a:pt x="20" y="0"/>
                      <a:pt x="45" y="0"/>
                    </a:cubicBezTo>
                    <a:cubicBezTo>
                      <a:pt x="188" y="0"/>
                      <a:pt x="188" y="0"/>
                      <a:pt x="188" y="0"/>
                    </a:cubicBezTo>
                    <a:cubicBezTo>
                      <a:pt x="213" y="0"/>
                      <a:pt x="233" y="21"/>
                      <a:pt x="233" y="45"/>
                    </a:cubicBezTo>
                    <a:cubicBezTo>
                      <a:pt x="233" y="72"/>
                      <a:pt x="233" y="72"/>
                      <a:pt x="233" y="72"/>
                    </a:cubicBezTo>
                    <a:cubicBezTo>
                      <a:pt x="233" y="97"/>
                      <a:pt x="213" y="117"/>
                      <a:pt x="188"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10"/>
              <p:cNvSpPr/>
              <p:nvPr/>
            </p:nvSpPr>
            <p:spPr bwMode="auto">
              <a:xfrm>
                <a:off x="7508876" y="1423988"/>
                <a:ext cx="60325" cy="85725"/>
              </a:xfrm>
              <a:custGeom>
                <a:avLst/>
                <a:gdLst>
                  <a:gd name="T0" fmla="*/ 58 w 72"/>
                  <a:gd name="T1" fmla="*/ 4 h 100"/>
                  <a:gd name="T2" fmla="*/ 65 w 72"/>
                  <a:gd name="T3" fmla="*/ 8 h 100"/>
                  <a:gd name="T4" fmla="*/ 67 w 72"/>
                  <a:gd name="T5" fmla="*/ 31 h 100"/>
                  <a:gd name="T6" fmla="*/ 35 w 72"/>
                  <a:gd name="T7" fmla="*/ 86 h 100"/>
                  <a:gd name="T8" fmla="*/ 14 w 72"/>
                  <a:gd name="T9" fmla="*/ 96 h 100"/>
                  <a:gd name="T10" fmla="*/ 7 w 72"/>
                  <a:gd name="T11" fmla="*/ 92 h 100"/>
                  <a:gd name="T12" fmla="*/ 6 w 72"/>
                  <a:gd name="T13" fmla="*/ 68 h 100"/>
                  <a:gd name="T14" fmla="*/ 37 w 72"/>
                  <a:gd name="T15" fmla="*/ 14 h 100"/>
                  <a:gd name="T16" fmla="*/ 58 w 72"/>
                  <a:gd name="T17"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4"/>
                    </a:moveTo>
                    <a:cubicBezTo>
                      <a:pt x="65" y="8"/>
                      <a:pt x="65" y="8"/>
                      <a:pt x="65" y="8"/>
                    </a:cubicBezTo>
                    <a:cubicBezTo>
                      <a:pt x="71" y="11"/>
                      <a:pt x="72" y="22"/>
                      <a:pt x="67" y="31"/>
                    </a:cubicBezTo>
                    <a:cubicBezTo>
                      <a:pt x="35" y="86"/>
                      <a:pt x="35" y="86"/>
                      <a:pt x="35" y="86"/>
                    </a:cubicBezTo>
                    <a:cubicBezTo>
                      <a:pt x="30" y="95"/>
                      <a:pt x="20" y="100"/>
                      <a:pt x="14" y="96"/>
                    </a:cubicBezTo>
                    <a:cubicBezTo>
                      <a:pt x="7" y="92"/>
                      <a:pt x="7" y="92"/>
                      <a:pt x="7" y="92"/>
                    </a:cubicBezTo>
                    <a:cubicBezTo>
                      <a:pt x="1" y="88"/>
                      <a:pt x="0" y="78"/>
                      <a:pt x="6" y="68"/>
                    </a:cubicBezTo>
                    <a:cubicBezTo>
                      <a:pt x="37" y="14"/>
                      <a:pt x="37" y="14"/>
                      <a:pt x="37" y="14"/>
                    </a:cubicBezTo>
                    <a:cubicBezTo>
                      <a:pt x="42" y="5"/>
                      <a:pt x="52" y="0"/>
                      <a:pt x="5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11"/>
              <p:cNvSpPr/>
              <p:nvPr/>
            </p:nvSpPr>
            <p:spPr bwMode="auto">
              <a:xfrm>
                <a:off x="7740651" y="1690688"/>
                <a:ext cx="84138" cy="61913"/>
              </a:xfrm>
              <a:custGeom>
                <a:avLst/>
                <a:gdLst>
                  <a:gd name="T0" fmla="*/ 92 w 99"/>
                  <a:gd name="T1" fmla="*/ 7 h 72"/>
                  <a:gd name="T2" fmla="*/ 96 w 99"/>
                  <a:gd name="T3" fmla="*/ 14 h 72"/>
                  <a:gd name="T4" fmla="*/ 85 w 99"/>
                  <a:gd name="T5" fmla="*/ 35 h 72"/>
                  <a:gd name="T6" fmla="*/ 31 w 99"/>
                  <a:gd name="T7" fmla="*/ 66 h 72"/>
                  <a:gd name="T8" fmla="*/ 8 w 99"/>
                  <a:gd name="T9" fmla="*/ 65 h 72"/>
                  <a:gd name="T10" fmla="*/ 4 w 99"/>
                  <a:gd name="T11" fmla="*/ 58 h 72"/>
                  <a:gd name="T12" fmla="*/ 14 w 99"/>
                  <a:gd name="T13" fmla="*/ 37 h 72"/>
                  <a:gd name="T14" fmla="*/ 68 w 99"/>
                  <a:gd name="T15" fmla="*/ 5 h 72"/>
                  <a:gd name="T16" fmla="*/ 92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7"/>
                    </a:moveTo>
                    <a:cubicBezTo>
                      <a:pt x="96" y="14"/>
                      <a:pt x="96" y="14"/>
                      <a:pt x="96" y="14"/>
                    </a:cubicBezTo>
                    <a:cubicBezTo>
                      <a:pt x="99" y="20"/>
                      <a:pt x="95" y="30"/>
                      <a:pt x="85" y="35"/>
                    </a:cubicBezTo>
                    <a:cubicBezTo>
                      <a:pt x="31" y="66"/>
                      <a:pt x="31" y="66"/>
                      <a:pt x="31" y="66"/>
                    </a:cubicBezTo>
                    <a:cubicBezTo>
                      <a:pt x="22" y="72"/>
                      <a:pt x="11" y="71"/>
                      <a:pt x="8" y="65"/>
                    </a:cubicBezTo>
                    <a:cubicBezTo>
                      <a:pt x="4" y="58"/>
                      <a:pt x="4" y="58"/>
                      <a:pt x="4" y="58"/>
                    </a:cubicBezTo>
                    <a:cubicBezTo>
                      <a:pt x="0" y="52"/>
                      <a:pt x="5" y="42"/>
                      <a:pt x="14" y="37"/>
                    </a:cubicBezTo>
                    <a:cubicBezTo>
                      <a:pt x="68" y="5"/>
                      <a:pt x="68" y="5"/>
                      <a:pt x="68" y="5"/>
                    </a:cubicBezTo>
                    <a:cubicBezTo>
                      <a:pt x="78" y="0"/>
                      <a:pt x="88" y="1"/>
                      <a:pt x="9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12"/>
              <p:cNvSpPr/>
              <p:nvPr/>
            </p:nvSpPr>
            <p:spPr bwMode="auto">
              <a:xfrm>
                <a:off x="7508876" y="2613025"/>
                <a:ext cx="60325" cy="84138"/>
              </a:xfrm>
              <a:custGeom>
                <a:avLst/>
                <a:gdLst>
                  <a:gd name="T0" fmla="*/ 58 w 72"/>
                  <a:gd name="T1" fmla="*/ 96 h 100"/>
                  <a:gd name="T2" fmla="*/ 65 w 72"/>
                  <a:gd name="T3" fmla="*/ 92 h 100"/>
                  <a:gd name="T4" fmla="*/ 67 w 72"/>
                  <a:gd name="T5" fmla="*/ 68 h 100"/>
                  <a:gd name="T6" fmla="*/ 35 w 72"/>
                  <a:gd name="T7" fmla="*/ 14 h 100"/>
                  <a:gd name="T8" fmla="*/ 14 w 72"/>
                  <a:gd name="T9" fmla="*/ 4 h 100"/>
                  <a:gd name="T10" fmla="*/ 7 w 72"/>
                  <a:gd name="T11" fmla="*/ 8 h 100"/>
                  <a:gd name="T12" fmla="*/ 6 w 72"/>
                  <a:gd name="T13" fmla="*/ 31 h 100"/>
                  <a:gd name="T14" fmla="*/ 37 w 72"/>
                  <a:gd name="T15" fmla="*/ 86 h 100"/>
                  <a:gd name="T16" fmla="*/ 58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96"/>
                    </a:moveTo>
                    <a:cubicBezTo>
                      <a:pt x="65" y="92"/>
                      <a:pt x="65" y="92"/>
                      <a:pt x="65" y="92"/>
                    </a:cubicBezTo>
                    <a:cubicBezTo>
                      <a:pt x="71" y="88"/>
                      <a:pt x="72" y="78"/>
                      <a:pt x="67" y="68"/>
                    </a:cubicBezTo>
                    <a:cubicBezTo>
                      <a:pt x="35" y="14"/>
                      <a:pt x="35" y="14"/>
                      <a:pt x="35" y="14"/>
                    </a:cubicBezTo>
                    <a:cubicBezTo>
                      <a:pt x="30" y="5"/>
                      <a:pt x="20" y="0"/>
                      <a:pt x="14" y="4"/>
                    </a:cubicBezTo>
                    <a:cubicBezTo>
                      <a:pt x="7" y="8"/>
                      <a:pt x="7" y="8"/>
                      <a:pt x="7" y="8"/>
                    </a:cubicBezTo>
                    <a:cubicBezTo>
                      <a:pt x="1" y="11"/>
                      <a:pt x="0" y="22"/>
                      <a:pt x="6" y="31"/>
                    </a:cubicBezTo>
                    <a:cubicBezTo>
                      <a:pt x="37" y="86"/>
                      <a:pt x="37" y="86"/>
                      <a:pt x="37" y="86"/>
                    </a:cubicBezTo>
                    <a:cubicBezTo>
                      <a:pt x="42" y="95"/>
                      <a:pt x="52" y="100"/>
                      <a:pt x="5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Freeform 13"/>
              <p:cNvSpPr/>
              <p:nvPr/>
            </p:nvSpPr>
            <p:spPr bwMode="auto">
              <a:xfrm>
                <a:off x="7740651" y="2370138"/>
                <a:ext cx="84138" cy="60325"/>
              </a:xfrm>
              <a:custGeom>
                <a:avLst/>
                <a:gdLst>
                  <a:gd name="T0" fmla="*/ 92 w 99"/>
                  <a:gd name="T1" fmla="*/ 65 h 72"/>
                  <a:gd name="T2" fmla="*/ 96 w 99"/>
                  <a:gd name="T3" fmla="*/ 58 h 72"/>
                  <a:gd name="T4" fmla="*/ 85 w 99"/>
                  <a:gd name="T5" fmla="*/ 37 h 72"/>
                  <a:gd name="T6" fmla="*/ 31 w 99"/>
                  <a:gd name="T7" fmla="*/ 5 h 72"/>
                  <a:gd name="T8" fmla="*/ 8 w 99"/>
                  <a:gd name="T9" fmla="*/ 7 h 72"/>
                  <a:gd name="T10" fmla="*/ 4 w 99"/>
                  <a:gd name="T11" fmla="*/ 14 h 72"/>
                  <a:gd name="T12" fmla="*/ 14 w 99"/>
                  <a:gd name="T13" fmla="*/ 35 h 72"/>
                  <a:gd name="T14" fmla="*/ 68 w 99"/>
                  <a:gd name="T15" fmla="*/ 66 h 72"/>
                  <a:gd name="T16" fmla="*/ 92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65"/>
                    </a:moveTo>
                    <a:cubicBezTo>
                      <a:pt x="96" y="58"/>
                      <a:pt x="96" y="58"/>
                      <a:pt x="96" y="58"/>
                    </a:cubicBezTo>
                    <a:cubicBezTo>
                      <a:pt x="99" y="52"/>
                      <a:pt x="95" y="42"/>
                      <a:pt x="85" y="37"/>
                    </a:cubicBezTo>
                    <a:cubicBezTo>
                      <a:pt x="31" y="5"/>
                      <a:pt x="31" y="5"/>
                      <a:pt x="31" y="5"/>
                    </a:cubicBezTo>
                    <a:cubicBezTo>
                      <a:pt x="22" y="0"/>
                      <a:pt x="11" y="1"/>
                      <a:pt x="8" y="7"/>
                    </a:cubicBezTo>
                    <a:cubicBezTo>
                      <a:pt x="4" y="14"/>
                      <a:pt x="4" y="14"/>
                      <a:pt x="4" y="14"/>
                    </a:cubicBezTo>
                    <a:cubicBezTo>
                      <a:pt x="0" y="20"/>
                      <a:pt x="5" y="30"/>
                      <a:pt x="14" y="35"/>
                    </a:cubicBezTo>
                    <a:cubicBezTo>
                      <a:pt x="68" y="66"/>
                      <a:pt x="68" y="66"/>
                      <a:pt x="68" y="66"/>
                    </a:cubicBezTo>
                    <a:cubicBezTo>
                      <a:pt x="78" y="72"/>
                      <a:pt x="88" y="71"/>
                      <a:pt x="9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14"/>
              <p:cNvSpPr/>
              <p:nvPr/>
            </p:nvSpPr>
            <p:spPr bwMode="auto">
              <a:xfrm>
                <a:off x="6823076" y="2613025"/>
                <a:ext cx="61913" cy="84138"/>
              </a:xfrm>
              <a:custGeom>
                <a:avLst/>
                <a:gdLst>
                  <a:gd name="T0" fmla="*/ 14 w 72"/>
                  <a:gd name="T1" fmla="*/ 96 h 100"/>
                  <a:gd name="T2" fmla="*/ 7 w 72"/>
                  <a:gd name="T3" fmla="*/ 92 h 100"/>
                  <a:gd name="T4" fmla="*/ 6 w 72"/>
                  <a:gd name="T5" fmla="*/ 68 h 100"/>
                  <a:gd name="T6" fmla="*/ 37 w 72"/>
                  <a:gd name="T7" fmla="*/ 14 h 100"/>
                  <a:gd name="T8" fmla="*/ 58 w 72"/>
                  <a:gd name="T9" fmla="*/ 4 h 100"/>
                  <a:gd name="T10" fmla="*/ 65 w 72"/>
                  <a:gd name="T11" fmla="*/ 8 h 100"/>
                  <a:gd name="T12" fmla="*/ 67 w 72"/>
                  <a:gd name="T13" fmla="*/ 31 h 100"/>
                  <a:gd name="T14" fmla="*/ 35 w 72"/>
                  <a:gd name="T15" fmla="*/ 86 h 100"/>
                  <a:gd name="T16" fmla="*/ 14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14" y="96"/>
                    </a:moveTo>
                    <a:cubicBezTo>
                      <a:pt x="7" y="92"/>
                      <a:pt x="7" y="92"/>
                      <a:pt x="7" y="92"/>
                    </a:cubicBezTo>
                    <a:cubicBezTo>
                      <a:pt x="1" y="88"/>
                      <a:pt x="0" y="78"/>
                      <a:pt x="6" y="68"/>
                    </a:cubicBezTo>
                    <a:cubicBezTo>
                      <a:pt x="37" y="14"/>
                      <a:pt x="37" y="14"/>
                      <a:pt x="37" y="14"/>
                    </a:cubicBezTo>
                    <a:cubicBezTo>
                      <a:pt x="43" y="5"/>
                      <a:pt x="52" y="0"/>
                      <a:pt x="58" y="4"/>
                    </a:cubicBezTo>
                    <a:cubicBezTo>
                      <a:pt x="65" y="8"/>
                      <a:pt x="65" y="8"/>
                      <a:pt x="65" y="8"/>
                    </a:cubicBezTo>
                    <a:cubicBezTo>
                      <a:pt x="71" y="11"/>
                      <a:pt x="72" y="22"/>
                      <a:pt x="67" y="31"/>
                    </a:cubicBezTo>
                    <a:cubicBezTo>
                      <a:pt x="35" y="86"/>
                      <a:pt x="35" y="86"/>
                      <a:pt x="35" y="86"/>
                    </a:cubicBezTo>
                    <a:cubicBezTo>
                      <a:pt x="30" y="95"/>
                      <a:pt x="21" y="100"/>
                      <a:pt x="14"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15"/>
              <p:cNvSpPr/>
              <p:nvPr/>
            </p:nvSpPr>
            <p:spPr bwMode="auto">
              <a:xfrm>
                <a:off x="6567488" y="2370138"/>
                <a:ext cx="85725" cy="60325"/>
              </a:xfrm>
              <a:custGeom>
                <a:avLst/>
                <a:gdLst>
                  <a:gd name="T0" fmla="*/ 8 w 99"/>
                  <a:gd name="T1" fmla="*/ 65 h 72"/>
                  <a:gd name="T2" fmla="*/ 4 w 99"/>
                  <a:gd name="T3" fmla="*/ 58 h 72"/>
                  <a:gd name="T4" fmla="*/ 14 w 99"/>
                  <a:gd name="T5" fmla="*/ 37 h 72"/>
                  <a:gd name="T6" fmla="*/ 68 w 99"/>
                  <a:gd name="T7" fmla="*/ 5 h 72"/>
                  <a:gd name="T8" fmla="*/ 92 w 99"/>
                  <a:gd name="T9" fmla="*/ 7 h 72"/>
                  <a:gd name="T10" fmla="*/ 96 w 99"/>
                  <a:gd name="T11" fmla="*/ 14 h 72"/>
                  <a:gd name="T12" fmla="*/ 85 w 99"/>
                  <a:gd name="T13" fmla="*/ 35 h 72"/>
                  <a:gd name="T14" fmla="*/ 31 w 99"/>
                  <a:gd name="T15" fmla="*/ 66 h 72"/>
                  <a:gd name="T16" fmla="*/ 8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65"/>
                    </a:moveTo>
                    <a:cubicBezTo>
                      <a:pt x="4" y="58"/>
                      <a:pt x="4" y="58"/>
                      <a:pt x="4" y="58"/>
                    </a:cubicBezTo>
                    <a:cubicBezTo>
                      <a:pt x="0" y="52"/>
                      <a:pt x="5" y="42"/>
                      <a:pt x="14" y="37"/>
                    </a:cubicBezTo>
                    <a:cubicBezTo>
                      <a:pt x="68" y="5"/>
                      <a:pt x="68" y="5"/>
                      <a:pt x="68" y="5"/>
                    </a:cubicBezTo>
                    <a:cubicBezTo>
                      <a:pt x="78" y="0"/>
                      <a:pt x="88" y="1"/>
                      <a:pt x="92" y="7"/>
                    </a:cubicBezTo>
                    <a:cubicBezTo>
                      <a:pt x="96" y="14"/>
                      <a:pt x="96" y="14"/>
                      <a:pt x="96" y="14"/>
                    </a:cubicBezTo>
                    <a:cubicBezTo>
                      <a:pt x="99" y="20"/>
                      <a:pt x="95" y="30"/>
                      <a:pt x="85" y="35"/>
                    </a:cubicBezTo>
                    <a:cubicBezTo>
                      <a:pt x="31" y="66"/>
                      <a:pt x="31" y="66"/>
                      <a:pt x="31" y="66"/>
                    </a:cubicBezTo>
                    <a:cubicBezTo>
                      <a:pt x="22" y="72"/>
                      <a:pt x="11" y="71"/>
                      <a:pt x="8"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16"/>
              <p:cNvSpPr/>
              <p:nvPr/>
            </p:nvSpPr>
            <p:spPr bwMode="auto">
              <a:xfrm>
                <a:off x="6823076" y="1428750"/>
                <a:ext cx="61913" cy="85725"/>
              </a:xfrm>
              <a:custGeom>
                <a:avLst/>
                <a:gdLst>
                  <a:gd name="T0" fmla="*/ 14 w 72"/>
                  <a:gd name="T1" fmla="*/ 3 h 99"/>
                  <a:gd name="T2" fmla="*/ 7 w 72"/>
                  <a:gd name="T3" fmla="*/ 7 h 99"/>
                  <a:gd name="T4" fmla="*/ 6 w 72"/>
                  <a:gd name="T5" fmla="*/ 31 h 99"/>
                  <a:gd name="T6" fmla="*/ 37 w 72"/>
                  <a:gd name="T7" fmla="*/ 85 h 99"/>
                  <a:gd name="T8" fmla="*/ 58 w 72"/>
                  <a:gd name="T9" fmla="*/ 95 h 99"/>
                  <a:gd name="T10" fmla="*/ 65 w 72"/>
                  <a:gd name="T11" fmla="*/ 91 h 99"/>
                  <a:gd name="T12" fmla="*/ 67 w 72"/>
                  <a:gd name="T13" fmla="*/ 68 h 99"/>
                  <a:gd name="T14" fmla="*/ 35 w 72"/>
                  <a:gd name="T15" fmla="*/ 14 h 99"/>
                  <a:gd name="T16" fmla="*/ 14 w 72"/>
                  <a:gd name="T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9">
                    <a:moveTo>
                      <a:pt x="14" y="3"/>
                    </a:moveTo>
                    <a:cubicBezTo>
                      <a:pt x="7" y="7"/>
                      <a:pt x="7" y="7"/>
                      <a:pt x="7" y="7"/>
                    </a:cubicBezTo>
                    <a:cubicBezTo>
                      <a:pt x="1" y="11"/>
                      <a:pt x="0" y="21"/>
                      <a:pt x="6" y="31"/>
                    </a:cubicBezTo>
                    <a:cubicBezTo>
                      <a:pt x="37" y="85"/>
                      <a:pt x="37" y="85"/>
                      <a:pt x="37" y="85"/>
                    </a:cubicBezTo>
                    <a:cubicBezTo>
                      <a:pt x="43" y="94"/>
                      <a:pt x="52" y="99"/>
                      <a:pt x="58" y="95"/>
                    </a:cubicBezTo>
                    <a:cubicBezTo>
                      <a:pt x="65" y="91"/>
                      <a:pt x="65" y="91"/>
                      <a:pt x="65" y="91"/>
                    </a:cubicBezTo>
                    <a:cubicBezTo>
                      <a:pt x="71" y="88"/>
                      <a:pt x="72" y="77"/>
                      <a:pt x="67" y="68"/>
                    </a:cubicBezTo>
                    <a:cubicBezTo>
                      <a:pt x="35" y="14"/>
                      <a:pt x="35" y="14"/>
                      <a:pt x="35" y="14"/>
                    </a:cubicBezTo>
                    <a:cubicBezTo>
                      <a:pt x="30" y="4"/>
                      <a:pt x="21" y="0"/>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17"/>
              <p:cNvSpPr/>
              <p:nvPr/>
            </p:nvSpPr>
            <p:spPr bwMode="auto">
              <a:xfrm>
                <a:off x="6567488" y="1695450"/>
                <a:ext cx="85725" cy="60325"/>
              </a:xfrm>
              <a:custGeom>
                <a:avLst/>
                <a:gdLst>
                  <a:gd name="T0" fmla="*/ 8 w 99"/>
                  <a:gd name="T1" fmla="*/ 7 h 72"/>
                  <a:gd name="T2" fmla="*/ 4 w 99"/>
                  <a:gd name="T3" fmla="*/ 14 h 72"/>
                  <a:gd name="T4" fmla="*/ 14 w 99"/>
                  <a:gd name="T5" fmla="*/ 36 h 72"/>
                  <a:gd name="T6" fmla="*/ 68 w 99"/>
                  <a:gd name="T7" fmla="*/ 67 h 72"/>
                  <a:gd name="T8" fmla="*/ 92 w 99"/>
                  <a:gd name="T9" fmla="*/ 65 h 72"/>
                  <a:gd name="T10" fmla="*/ 96 w 99"/>
                  <a:gd name="T11" fmla="*/ 58 h 72"/>
                  <a:gd name="T12" fmla="*/ 85 w 99"/>
                  <a:gd name="T13" fmla="*/ 37 h 72"/>
                  <a:gd name="T14" fmla="*/ 31 w 99"/>
                  <a:gd name="T15" fmla="*/ 6 h 72"/>
                  <a:gd name="T16" fmla="*/ 8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7"/>
                    </a:moveTo>
                    <a:cubicBezTo>
                      <a:pt x="4" y="14"/>
                      <a:pt x="4" y="14"/>
                      <a:pt x="4" y="14"/>
                    </a:cubicBezTo>
                    <a:cubicBezTo>
                      <a:pt x="0" y="21"/>
                      <a:pt x="5" y="30"/>
                      <a:pt x="14" y="36"/>
                    </a:cubicBezTo>
                    <a:cubicBezTo>
                      <a:pt x="68" y="67"/>
                      <a:pt x="68" y="67"/>
                      <a:pt x="68" y="67"/>
                    </a:cubicBezTo>
                    <a:cubicBezTo>
                      <a:pt x="78" y="72"/>
                      <a:pt x="88" y="72"/>
                      <a:pt x="92" y="65"/>
                    </a:cubicBezTo>
                    <a:cubicBezTo>
                      <a:pt x="96" y="58"/>
                      <a:pt x="96" y="58"/>
                      <a:pt x="96" y="58"/>
                    </a:cubicBezTo>
                    <a:cubicBezTo>
                      <a:pt x="99" y="52"/>
                      <a:pt x="95" y="43"/>
                      <a:pt x="85" y="37"/>
                    </a:cubicBezTo>
                    <a:cubicBezTo>
                      <a:pt x="31" y="6"/>
                      <a:pt x="31" y="6"/>
                      <a:pt x="31" y="6"/>
                    </a:cubicBezTo>
                    <a:cubicBezTo>
                      <a:pt x="22" y="0"/>
                      <a:pt x="11" y="1"/>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78" name="Group 77"/>
          <p:cNvGrpSpPr/>
          <p:nvPr/>
        </p:nvGrpSpPr>
        <p:grpSpPr>
          <a:xfrm>
            <a:off x="8919696" y="1905000"/>
            <a:ext cx="2256305" cy="2744635"/>
            <a:chOff x="6689771" y="1428750"/>
            <a:chExt cx="1692229" cy="2058476"/>
          </a:xfrm>
        </p:grpSpPr>
        <p:sp>
          <p:nvSpPr>
            <p:cNvPr id="61" name="Freeform 5"/>
            <p:cNvSpPr>
              <a:spLocks noEditPoints="1"/>
            </p:cNvSpPr>
            <p:nvPr/>
          </p:nvSpPr>
          <p:spPr bwMode="auto">
            <a:xfrm>
              <a:off x="6707711" y="1428750"/>
              <a:ext cx="1656348" cy="2033908"/>
            </a:xfrm>
            <a:custGeom>
              <a:avLst/>
              <a:gdLst>
                <a:gd name="T0" fmla="*/ 2048 w 2381"/>
                <a:gd name="T1" fmla="*/ 907 h 2923"/>
                <a:gd name="T2" fmla="*/ 2156 w 2381"/>
                <a:gd name="T3" fmla="*/ 845 h 2923"/>
                <a:gd name="T4" fmla="*/ 1887 w 2381"/>
                <a:gd name="T5" fmla="*/ 652 h 2923"/>
                <a:gd name="T6" fmla="*/ 1862 w 2381"/>
                <a:gd name="T7" fmla="*/ 750 h 2923"/>
                <a:gd name="T8" fmla="*/ 1328 w 2381"/>
                <a:gd name="T9" fmla="*/ 550 h 2923"/>
                <a:gd name="T10" fmla="*/ 1328 w 2381"/>
                <a:gd name="T11" fmla="*/ 438 h 2923"/>
                <a:gd name="T12" fmla="*/ 1398 w 2381"/>
                <a:gd name="T13" fmla="*/ 333 h 2923"/>
                <a:gd name="T14" fmla="*/ 1390 w 2381"/>
                <a:gd name="T15" fmla="*/ 292 h 2923"/>
                <a:gd name="T16" fmla="*/ 1505 w 2381"/>
                <a:gd name="T17" fmla="*/ 164 h 2923"/>
                <a:gd name="T18" fmla="*/ 1505 w 2381"/>
                <a:gd name="T19" fmla="*/ 149 h 2923"/>
                <a:gd name="T20" fmla="*/ 1266 w 2381"/>
                <a:gd name="T21" fmla="*/ 0 h 2923"/>
                <a:gd name="T22" fmla="*/ 1133 w 2381"/>
                <a:gd name="T23" fmla="*/ 0 h 2923"/>
                <a:gd name="T24" fmla="*/ 895 w 2381"/>
                <a:gd name="T25" fmla="*/ 149 h 2923"/>
                <a:gd name="T26" fmla="*/ 895 w 2381"/>
                <a:gd name="T27" fmla="*/ 164 h 2923"/>
                <a:gd name="T28" fmla="*/ 994 w 2381"/>
                <a:gd name="T29" fmla="*/ 285 h 2923"/>
                <a:gd name="T30" fmla="*/ 983 w 2381"/>
                <a:gd name="T31" fmla="*/ 333 h 2923"/>
                <a:gd name="T32" fmla="*/ 1054 w 2381"/>
                <a:gd name="T33" fmla="*/ 438 h 2923"/>
                <a:gd name="T34" fmla="*/ 1054 w 2381"/>
                <a:gd name="T35" fmla="*/ 550 h 2923"/>
                <a:gd name="T36" fmla="*/ 0 w 2381"/>
                <a:gd name="T37" fmla="*/ 1733 h 2923"/>
                <a:gd name="T38" fmla="*/ 1191 w 2381"/>
                <a:gd name="T39" fmla="*/ 2923 h 2923"/>
                <a:gd name="T40" fmla="*/ 2381 w 2381"/>
                <a:gd name="T41" fmla="*/ 1733 h 2923"/>
                <a:gd name="T42" fmla="*/ 2048 w 2381"/>
                <a:gd name="T43" fmla="*/ 907 h 2923"/>
                <a:gd name="T44" fmla="*/ 1191 w 2381"/>
                <a:gd name="T45" fmla="*/ 2726 h 2923"/>
                <a:gd name="T46" fmla="*/ 198 w 2381"/>
                <a:gd name="T47" fmla="*/ 1733 h 2923"/>
                <a:gd name="T48" fmla="*/ 1191 w 2381"/>
                <a:gd name="T49" fmla="*/ 740 h 2923"/>
                <a:gd name="T50" fmla="*/ 2184 w 2381"/>
                <a:gd name="T51" fmla="*/ 1733 h 2923"/>
                <a:gd name="T52" fmla="*/ 1191 w 2381"/>
                <a:gd name="T53" fmla="*/ 2726 h 2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81" h="2923">
                  <a:moveTo>
                    <a:pt x="2048" y="907"/>
                  </a:moveTo>
                  <a:cubicBezTo>
                    <a:pt x="2156" y="845"/>
                    <a:pt x="2156" y="845"/>
                    <a:pt x="2156" y="845"/>
                  </a:cubicBezTo>
                  <a:cubicBezTo>
                    <a:pt x="2156" y="766"/>
                    <a:pt x="1955" y="629"/>
                    <a:pt x="1887" y="652"/>
                  </a:cubicBezTo>
                  <a:cubicBezTo>
                    <a:pt x="1862" y="750"/>
                    <a:pt x="1862" y="750"/>
                    <a:pt x="1862" y="750"/>
                  </a:cubicBezTo>
                  <a:cubicBezTo>
                    <a:pt x="1707" y="643"/>
                    <a:pt x="1524" y="573"/>
                    <a:pt x="1328" y="550"/>
                  </a:cubicBezTo>
                  <a:cubicBezTo>
                    <a:pt x="1328" y="438"/>
                    <a:pt x="1328" y="438"/>
                    <a:pt x="1328" y="438"/>
                  </a:cubicBezTo>
                  <a:cubicBezTo>
                    <a:pt x="1369" y="421"/>
                    <a:pt x="1398" y="380"/>
                    <a:pt x="1398" y="333"/>
                  </a:cubicBezTo>
                  <a:cubicBezTo>
                    <a:pt x="1398" y="318"/>
                    <a:pt x="1395" y="304"/>
                    <a:pt x="1390" y="292"/>
                  </a:cubicBezTo>
                  <a:cubicBezTo>
                    <a:pt x="1459" y="265"/>
                    <a:pt x="1505" y="218"/>
                    <a:pt x="1505" y="164"/>
                  </a:cubicBezTo>
                  <a:cubicBezTo>
                    <a:pt x="1505" y="149"/>
                    <a:pt x="1505" y="149"/>
                    <a:pt x="1505" y="149"/>
                  </a:cubicBezTo>
                  <a:cubicBezTo>
                    <a:pt x="1505" y="67"/>
                    <a:pt x="1398" y="0"/>
                    <a:pt x="1266" y="0"/>
                  </a:cubicBezTo>
                  <a:cubicBezTo>
                    <a:pt x="1133" y="0"/>
                    <a:pt x="1133" y="0"/>
                    <a:pt x="1133" y="0"/>
                  </a:cubicBezTo>
                  <a:cubicBezTo>
                    <a:pt x="1002" y="0"/>
                    <a:pt x="895" y="67"/>
                    <a:pt x="895" y="149"/>
                  </a:cubicBezTo>
                  <a:cubicBezTo>
                    <a:pt x="895" y="164"/>
                    <a:pt x="895" y="164"/>
                    <a:pt x="895" y="164"/>
                  </a:cubicBezTo>
                  <a:cubicBezTo>
                    <a:pt x="895" y="214"/>
                    <a:pt x="934" y="258"/>
                    <a:pt x="994" y="285"/>
                  </a:cubicBezTo>
                  <a:cubicBezTo>
                    <a:pt x="987" y="299"/>
                    <a:pt x="983" y="316"/>
                    <a:pt x="983" y="333"/>
                  </a:cubicBezTo>
                  <a:cubicBezTo>
                    <a:pt x="983" y="380"/>
                    <a:pt x="1012" y="421"/>
                    <a:pt x="1054" y="438"/>
                  </a:cubicBezTo>
                  <a:cubicBezTo>
                    <a:pt x="1054" y="550"/>
                    <a:pt x="1054" y="550"/>
                    <a:pt x="1054" y="550"/>
                  </a:cubicBezTo>
                  <a:cubicBezTo>
                    <a:pt x="461" y="618"/>
                    <a:pt x="0" y="1122"/>
                    <a:pt x="0" y="1733"/>
                  </a:cubicBezTo>
                  <a:cubicBezTo>
                    <a:pt x="0" y="2390"/>
                    <a:pt x="533" y="2923"/>
                    <a:pt x="1191" y="2923"/>
                  </a:cubicBezTo>
                  <a:cubicBezTo>
                    <a:pt x="1848" y="2923"/>
                    <a:pt x="2381" y="2390"/>
                    <a:pt x="2381" y="1733"/>
                  </a:cubicBezTo>
                  <a:cubicBezTo>
                    <a:pt x="2381" y="1412"/>
                    <a:pt x="2255" y="1121"/>
                    <a:pt x="2048" y="907"/>
                  </a:cubicBezTo>
                  <a:close/>
                  <a:moveTo>
                    <a:pt x="1191" y="2726"/>
                  </a:moveTo>
                  <a:cubicBezTo>
                    <a:pt x="642" y="2726"/>
                    <a:pt x="198" y="2281"/>
                    <a:pt x="198" y="1733"/>
                  </a:cubicBezTo>
                  <a:cubicBezTo>
                    <a:pt x="198" y="1185"/>
                    <a:pt x="642" y="740"/>
                    <a:pt x="1191" y="740"/>
                  </a:cubicBezTo>
                  <a:cubicBezTo>
                    <a:pt x="1739" y="740"/>
                    <a:pt x="2184" y="1185"/>
                    <a:pt x="2184" y="1733"/>
                  </a:cubicBezTo>
                  <a:cubicBezTo>
                    <a:pt x="2184" y="2281"/>
                    <a:pt x="1739" y="2726"/>
                    <a:pt x="1191" y="2726"/>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aphicFrame>
          <p:nvGraphicFramePr>
            <p:cNvPr id="62" name="Chart 61"/>
            <p:cNvGraphicFramePr/>
            <p:nvPr>
              <p:extLst>
                <p:ext uri="{D42A27DB-BD31-4B8C-83A1-F6EECF244321}">
                  <p14:modId xmlns:p14="http://schemas.microsoft.com/office/powerpoint/2010/main" val="2423717643"/>
                </p:ext>
              </p:extLst>
            </p:nvPr>
          </p:nvGraphicFramePr>
          <p:xfrm>
            <a:off x="6689771" y="1788665"/>
            <a:ext cx="1692229" cy="1698561"/>
          </p:xfrm>
          <a:graphic>
            <a:graphicData uri="http://schemas.openxmlformats.org/drawingml/2006/chart">
              <c:chart xmlns:c="http://schemas.openxmlformats.org/drawingml/2006/chart" xmlns:r="http://schemas.openxmlformats.org/officeDocument/2006/relationships" r:id="rId7"/>
            </a:graphicData>
          </a:graphic>
        </p:graphicFrame>
        <p:grpSp>
          <p:nvGrpSpPr>
            <p:cNvPr id="63" name="Group 62"/>
            <p:cNvGrpSpPr/>
            <p:nvPr/>
          </p:nvGrpSpPr>
          <p:grpSpPr>
            <a:xfrm>
              <a:off x="6907482" y="1976340"/>
              <a:ext cx="1256807" cy="1274910"/>
              <a:chOff x="6405563" y="1277938"/>
              <a:chExt cx="1543050" cy="1565275"/>
            </a:xfrm>
            <a:solidFill>
              <a:schemeClr val="bg1">
                <a:lumMod val="85000"/>
              </a:schemeClr>
            </a:solidFill>
          </p:grpSpPr>
          <p:sp>
            <p:nvSpPr>
              <p:cNvPr id="64" name="Freeform 6"/>
              <p:cNvSpPr/>
              <p:nvPr/>
            </p:nvSpPr>
            <p:spPr bwMode="auto">
              <a:xfrm>
                <a:off x="7146926" y="1277938"/>
                <a:ext cx="98425" cy="200025"/>
              </a:xfrm>
              <a:custGeom>
                <a:avLst/>
                <a:gdLst>
                  <a:gd name="T0" fmla="*/ 45 w 117"/>
                  <a:gd name="T1" fmla="*/ 0 h 234"/>
                  <a:gd name="T2" fmla="*/ 72 w 117"/>
                  <a:gd name="T3" fmla="*/ 0 h 234"/>
                  <a:gd name="T4" fmla="*/ 117 w 117"/>
                  <a:gd name="T5" fmla="*/ 45 h 234"/>
                  <a:gd name="T6" fmla="*/ 117 w 117"/>
                  <a:gd name="T7" fmla="*/ 189 h 234"/>
                  <a:gd name="T8" fmla="*/ 72 w 117"/>
                  <a:gd name="T9" fmla="*/ 234 h 234"/>
                  <a:gd name="T10" fmla="*/ 45 w 117"/>
                  <a:gd name="T11" fmla="*/ 234 h 234"/>
                  <a:gd name="T12" fmla="*/ 0 w 117"/>
                  <a:gd name="T13" fmla="*/ 189 h 234"/>
                  <a:gd name="T14" fmla="*/ 0 w 117"/>
                  <a:gd name="T15" fmla="*/ 45 h 234"/>
                  <a:gd name="T16" fmla="*/ 45 w 117"/>
                  <a:gd name="T1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4">
                    <a:moveTo>
                      <a:pt x="45" y="0"/>
                    </a:moveTo>
                    <a:cubicBezTo>
                      <a:pt x="72" y="0"/>
                      <a:pt x="72" y="0"/>
                      <a:pt x="72" y="0"/>
                    </a:cubicBezTo>
                    <a:cubicBezTo>
                      <a:pt x="97" y="0"/>
                      <a:pt x="117" y="20"/>
                      <a:pt x="117" y="45"/>
                    </a:cubicBezTo>
                    <a:cubicBezTo>
                      <a:pt x="117" y="189"/>
                      <a:pt x="117" y="189"/>
                      <a:pt x="117" y="189"/>
                    </a:cubicBezTo>
                    <a:cubicBezTo>
                      <a:pt x="117" y="214"/>
                      <a:pt x="97" y="234"/>
                      <a:pt x="72" y="234"/>
                    </a:cubicBezTo>
                    <a:cubicBezTo>
                      <a:pt x="45" y="234"/>
                      <a:pt x="45" y="234"/>
                      <a:pt x="45" y="234"/>
                    </a:cubicBezTo>
                    <a:cubicBezTo>
                      <a:pt x="20" y="234"/>
                      <a:pt x="0" y="214"/>
                      <a:pt x="0" y="189"/>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7"/>
              <p:cNvSpPr/>
              <p:nvPr/>
            </p:nvSpPr>
            <p:spPr bwMode="auto">
              <a:xfrm>
                <a:off x="7146926" y="2644775"/>
                <a:ext cx="98425" cy="198438"/>
              </a:xfrm>
              <a:custGeom>
                <a:avLst/>
                <a:gdLst>
                  <a:gd name="T0" fmla="*/ 45 w 117"/>
                  <a:gd name="T1" fmla="*/ 0 h 233"/>
                  <a:gd name="T2" fmla="*/ 72 w 117"/>
                  <a:gd name="T3" fmla="*/ 0 h 233"/>
                  <a:gd name="T4" fmla="*/ 117 w 117"/>
                  <a:gd name="T5" fmla="*/ 45 h 233"/>
                  <a:gd name="T6" fmla="*/ 117 w 117"/>
                  <a:gd name="T7" fmla="*/ 188 h 233"/>
                  <a:gd name="T8" fmla="*/ 72 w 117"/>
                  <a:gd name="T9" fmla="*/ 233 h 233"/>
                  <a:gd name="T10" fmla="*/ 45 w 117"/>
                  <a:gd name="T11" fmla="*/ 233 h 233"/>
                  <a:gd name="T12" fmla="*/ 0 w 117"/>
                  <a:gd name="T13" fmla="*/ 188 h 233"/>
                  <a:gd name="T14" fmla="*/ 0 w 117"/>
                  <a:gd name="T15" fmla="*/ 45 h 233"/>
                  <a:gd name="T16" fmla="*/ 45 w 117"/>
                  <a:gd name="T1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233">
                    <a:moveTo>
                      <a:pt x="45" y="0"/>
                    </a:moveTo>
                    <a:cubicBezTo>
                      <a:pt x="72" y="0"/>
                      <a:pt x="72" y="0"/>
                      <a:pt x="72" y="0"/>
                    </a:cubicBezTo>
                    <a:cubicBezTo>
                      <a:pt x="97" y="0"/>
                      <a:pt x="117" y="20"/>
                      <a:pt x="117" y="45"/>
                    </a:cubicBezTo>
                    <a:cubicBezTo>
                      <a:pt x="117" y="188"/>
                      <a:pt x="117" y="188"/>
                      <a:pt x="117" y="188"/>
                    </a:cubicBezTo>
                    <a:cubicBezTo>
                      <a:pt x="117" y="213"/>
                      <a:pt x="97" y="233"/>
                      <a:pt x="72" y="233"/>
                    </a:cubicBezTo>
                    <a:cubicBezTo>
                      <a:pt x="45" y="233"/>
                      <a:pt x="45" y="233"/>
                      <a:pt x="45" y="233"/>
                    </a:cubicBezTo>
                    <a:cubicBezTo>
                      <a:pt x="20" y="233"/>
                      <a:pt x="0" y="213"/>
                      <a:pt x="0" y="188"/>
                    </a:cubicBezTo>
                    <a:cubicBezTo>
                      <a:pt x="0" y="45"/>
                      <a:pt x="0" y="45"/>
                      <a:pt x="0" y="45"/>
                    </a:cubicBezTo>
                    <a:cubicBezTo>
                      <a:pt x="0" y="20"/>
                      <a:pt x="20"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8"/>
              <p:cNvSpPr/>
              <p:nvPr/>
            </p:nvSpPr>
            <p:spPr bwMode="auto">
              <a:xfrm>
                <a:off x="6405563" y="2020888"/>
                <a:ext cx="200025" cy="100013"/>
              </a:xfrm>
              <a:custGeom>
                <a:avLst/>
                <a:gdLst>
                  <a:gd name="T0" fmla="*/ 0 w 234"/>
                  <a:gd name="T1" fmla="*/ 72 h 117"/>
                  <a:gd name="T2" fmla="*/ 0 w 234"/>
                  <a:gd name="T3" fmla="*/ 45 h 117"/>
                  <a:gd name="T4" fmla="*/ 45 w 234"/>
                  <a:gd name="T5" fmla="*/ 0 h 117"/>
                  <a:gd name="T6" fmla="*/ 189 w 234"/>
                  <a:gd name="T7" fmla="*/ 0 h 117"/>
                  <a:gd name="T8" fmla="*/ 234 w 234"/>
                  <a:gd name="T9" fmla="*/ 45 h 117"/>
                  <a:gd name="T10" fmla="*/ 234 w 234"/>
                  <a:gd name="T11" fmla="*/ 72 h 117"/>
                  <a:gd name="T12" fmla="*/ 189 w 234"/>
                  <a:gd name="T13" fmla="*/ 117 h 117"/>
                  <a:gd name="T14" fmla="*/ 45 w 234"/>
                  <a:gd name="T15" fmla="*/ 117 h 117"/>
                  <a:gd name="T16" fmla="*/ 0 w 234"/>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117">
                    <a:moveTo>
                      <a:pt x="0" y="72"/>
                    </a:moveTo>
                    <a:cubicBezTo>
                      <a:pt x="0" y="45"/>
                      <a:pt x="0" y="45"/>
                      <a:pt x="0" y="45"/>
                    </a:cubicBezTo>
                    <a:cubicBezTo>
                      <a:pt x="0" y="21"/>
                      <a:pt x="20" y="0"/>
                      <a:pt x="45" y="0"/>
                    </a:cubicBezTo>
                    <a:cubicBezTo>
                      <a:pt x="189" y="0"/>
                      <a:pt x="189" y="0"/>
                      <a:pt x="189" y="0"/>
                    </a:cubicBezTo>
                    <a:cubicBezTo>
                      <a:pt x="214" y="0"/>
                      <a:pt x="234" y="21"/>
                      <a:pt x="234" y="45"/>
                    </a:cubicBezTo>
                    <a:cubicBezTo>
                      <a:pt x="234" y="72"/>
                      <a:pt x="234" y="72"/>
                      <a:pt x="234" y="72"/>
                    </a:cubicBezTo>
                    <a:cubicBezTo>
                      <a:pt x="234" y="97"/>
                      <a:pt x="214" y="117"/>
                      <a:pt x="189"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Freeform 9"/>
              <p:cNvSpPr/>
              <p:nvPr/>
            </p:nvSpPr>
            <p:spPr bwMode="auto">
              <a:xfrm>
                <a:off x="7748588" y="2020888"/>
                <a:ext cx="200025" cy="100013"/>
              </a:xfrm>
              <a:custGeom>
                <a:avLst/>
                <a:gdLst>
                  <a:gd name="T0" fmla="*/ 0 w 233"/>
                  <a:gd name="T1" fmla="*/ 72 h 117"/>
                  <a:gd name="T2" fmla="*/ 0 w 233"/>
                  <a:gd name="T3" fmla="*/ 45 h 117"/>
                  <a:gd name="T4" fmla="*/ 45 w 233"/>
                  <a:gd name="T5" fmla="*/ 0 h 117"/>
                  <a:gd name="T6" fmla="*/ 188 w 233"/>
                  <a:gd name="T7" fmla="*/ 0 h 117"/>
                  <a:gd name="T8" fmla="*/ 233 w 233"/>
                  <a:gd name="T9" fmla="*/ 45 h 117"/>
                  <a:gd name="T10" fmla="*/ 233 w 233"/>
                  <a:gd name="T11" fmla="*/ 72 h 117"/>
                  <a:gd name="T12" fmla="*/ 188 w 233"/>
                  <a:gd name="T13" fmla="*/ 117 h 117"/>
                  <a:gd name="T14" fmla="*/ 45 w 233"/>
                  <a:gd name="T15" fmla="*/ 117 h 117"/>
                  <a:gd name="T16" fmla="*/ 0 w 233"/>
                  <a:gd name="T17" fmla="*/ 7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117">
                    <a:moveTo>
                      <a:pt x="0" y="72"/>
                    </a:moveTo>
                    <a:cubicBezTo>
                      <a:pt x="0" y="45"/>
                      <a:pt x="0" y="45"/>
                      <a:pt x="0" y="45"/>
                    </a:cubicBezTo>
                    <a:cubicBezTo>
                      <a:pt x="0" y="21"/>
                      <a:pt x="20" y="0"/>
                      <a:pt x="45" y="0"/>
                    </a:cubicBezTo>
                    <a:cubicBezTo>
                      <a:pt x="188" y="0"/>
                      <a:pt x="188" y="0"/>
                      <a:pt x="188" y="0"/>
                    </a:cubicBezTo>
                    <a:cubicBezTo>
                      <a:pt x="213" y="0"/>
                      <a:pt x="233" y="21"/>
                      <a:pt x="233" y="45"/>
                    </a:cubicBezTo>
                    <a:cubicBezTo>
                      <a:pt x="233" y="72"/>
                      <a:pt x="233" y="72"/>
                      <a:pt x="233" y="72"/>
                    </a:cubicBezTo>
                    <a:cubicBezTo>
                      <a:pt x="233" y="97"/>
                      <a:pt x="213" y="117"/>
                      <a:pt x="188" y="117"/>
                    </a:cubicBezTo>
                    <a:cubicBezTo>
                      <a:pt x="45" y="117"/>
                      <a:pt x="45" y="117"/>
                      <a:pt x="45" y="117"/>
                    </a:cubicBezTo>
                    <a:cubicBezTo>
                      <a:pt x="20" y="117"/>
                      <a:pt x="0" y="97"/>
                      <a:pt x="0"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10"/>
              <p:cNvSpPr/>
              <p:nvPr/>
            </p:nvSpPr>
            <p:spPr bwMode="auto">
              <a:xfrm>
                <a:off x="7508876" y="1423988"/>
                <a:ext cx="60325" cy="85725"/>
              </a:xfrm>
              <a:custGeom>
                <a:avLst/>
                <a:gdLst>
                  <a:gd name="T0" fmla="*/ 58 w 72"/>
                  <a:gd name="T1" fmla="*/ 4 h 100"/>
                  <a:gd name="T2" fmla="*/ 65 w 72"/>
                  <a:gd name="T3" fmla="*/ 8 h 100"/>
                  <a:gd name="T4" fmla="*/ 67 w 72"/>
                  <a:gd name="T5" fmla="*/ 31 h 100"/>
                  <a:gd name="T6" fmla="*/ 35 w 72"/>
                  <a:gd name="T7" fmla="*/ 86 h 100"/>
                  <a:gd name="T8" fmla="*/ 14 w 72"/>
                  <a:gd name="T9" fmla="*/ 96 h 100"/>
                  <a:gd name="T10" fmla="*/ 7 w 72"/>
                  <a:gd name="T11" fmla="*/ 92 h 100"/>
                  <a:gd name="T12" fmla="*/ 6 w 72"/>
                  <a:gd name="T13" fmla="*/ 68 h 100"/>
                  <a:gd name="T14" fmla="*/ 37 w 72"/>
                  <a:gd name="T15" fmla="*/ 14 h 100"/>
                  <a:gd name="T16" fmla="*/ 58 w 72"/>
                  <a:gd name="T17"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4"/>
                    </a:moveTo>
                    <a:cubicBezTo>
                      <a:pt x="65" y="8"/>
                      <a:pt x="65" y="8"/>
                      <a:pt x="65" y="8"/>
                    </a:cubicBezTo>
                    <a:cubicBezTo>
                      <a:pt x="71" y="11"/>
                      <a:pt x="72" y="22"/>
                      <a:pt x="67" y="31"/>
                    </a:cubicBezTo>
                    <a:cubicBezTo>
                      <a:pt x="35" y="86"/>
                      <a:pt x="35" y="86"/>
                      <a:pt x="35" y="86"/>
                    </a:cubicBezTo>
                    <a:cubicBezTo>
                      <a:pt x="30" y="95"/>
                      <a:pt x="20" y="100"/>
                      <a:pt x="14" y="96"/>
                    </a:cubicBezTo>
                    <a:cubicBezTo>
                      <a:pt x="7" y="92"/>
                      <a:pt x="7" y="92"/>
                      <a:pt x="7" y="92"/>
                    </a:cubicBezTo>
                    <a:cubicBezTo>
                      <a:pt x="1" y="88"/>
                      <a:pt x="0" y="78"/>
                      <a:pt x="6" y="68"/>
                    </a:cubicBezTo>
                    <a:cubicBezTo>
                      <a:pt x="37" y="14"/>
                      <a:pt x="37" y="14"/>
                      <a:pt x="37" y="14"/>
                    </a:cubicBezTo>
                    <a:cubicBezTo>
                      <a:pt x="42" y="5"/>
                      <a:pt x="52" y="0"/>
                      <a:pt x="5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11"/>
              <p:cNvSpPr/>
              <p:nvPr/>
            </p:nvSpPr>
            <p:spPr bwMode="auto">
              <a:xfrm>
                <a:off x="7740651" y="1690688"/>
                <a:ext cx="84138" cy="61913"/>
              </a:xfrm>
              <a:custGeom>
                <a:avLst/>
                <a:gdLst>
                  <a:gd name="T0" fmla="*/ 92 w 99"/>
                  <a:gd name="T1" fmla="*/ 7 h 72"/>
                  <a:gd name="T2" fmla="*/ 96 w 99"/>
                  <a:gd name="T3" fmla="*/ 14 h 72"/>
                  <a:gd name="T4" fmla="*/ 85 w 99"/>
                  <a:gd name="T5" fmla="*/ 35 h 72"/>
                  <a:gd name="T6" fmla="*/ 31 w 99"/>
                  <a:gd name="T7" fmla="*/ 66 h 72"/>
                  <a:gd name="T8" fmla="*/ 8 w 99"/>
                  <a:gd name="T9" fmla="*/ 65 h 72"/>
                  <a:gd name="T10" fmla="*/ 4 w 99"/>
                  <a:gd name="T11" fmla="*/ 58 h 72"/>
                  <a:gd name="T12" fmla="*/ 14 w 99"/>
                  <a:gd name="T13" fmla="*/ 37 h 72"/>
                  <a:gd name="T14" fmla="*/ 68 w 99"/>
                  <a:gd name="T15" fmla="*/ 5 h 72"/>
                  <a:gd name="T16" fmla="*/ 92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7"/>
                    </a:moveTo>
                    <a:cubicBezTo>
                      <a:pt x="96" y="14"/>
                      <a:pt x="96" y="14"/>
                      <a:pt x="96" y="14"/>
                    </a:cubicBezTo>
                    <a:cubicBezTo>
                      <a:pt x="99" y="20"/>
                      <a:pt x="95" y="30"/>
                      <a:pt x="85" y="35"/>
                    </a:cubicBezTo>
                    <a:cubicBezTo>
                      <a:pt x="31" y="66"/>
                      <a:pt x="31" y="66"/>
                      <a:pt x="31" y="66"/>
                    </a:cubicBezTo>
                    <a:cubicBezTo>
                      <a:pt x="22" y="72"/>
                      <a:pt x="11" y="71"/>
                      <a:pt x="8" y="65"/>
                    </a:cubicBezTo>
                    <a:cubicBezTo>
                      <a:pt x="4" y="58"/>
                      <a:pt x="4" y="58"/>
                      <a:pt x="4" y="58"/>
                    </a:cubicBezTo>
                    <a:cubicBezTo>
                      <a:pt x="0" y="52"/>
                      <a:pt x="5" y="42"/>
                      <a:pt x="14" y="37"/>
                    </a:cubicBezTo>
                    <a:cubicBezTo>
                      <a:pt x="68" y="5"/>
                      <a:pt x="68" y="5"/>
                      <a:pt x="68" y="5"/>
                    </a:cubicBezTo>
                    <a:cubicBezTo>
                      <a:pt x="78" y="0"/>
                      <a:pt x="88" y="1"/>
                      <a:pt x="9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Freeform 12"/>
              <p:cNvSpPr/>
              <p:nvPr/>
            </p:nvSpPr>
            <p:spPr bwMode="auto">
              <a:xfrm>
                <a:off x="7508876" y="2613025"/>
                <a:ext cx="60325" cy="84138"/>
              </a:xfrm>
              <a:custGeom>
                <a:avLst/>
                <a:gdLst>
                  <a:gd name="T0" fmla="*/ 58 w 72"/>
                  <a:gd name="T1" fmla="*/ 96 h 100"/>
                  <a:gd name="T2" fmla="*/ 65 w 72"/>
                  <a:gd name="T3" fmla="*/ 92 h 100"/>
                  <a:gd name="T4" fmla="*/ 67 w 72"/>
                  <a:gd name="T5" fmla="*/ 68 h 100"/>
                  <a:gd name="T6" fmla="*/ 35 w 72"/>
                  <a:gd name="T7" fmla="*/ 14 h 100"/>
                  <a:gd name="T8" fmla="*/ 14 w 72"/>
                  <a:gd name="T9" fmla="*/ 4 h 100"/>
                  <a:gd name="T10" fmla="*/ 7 w 72"/>
                  <a:gd name="T11" fmla="*/ 8 h 100"/>
                  <a:gd name="T12" fmla="*/ 6 w 72"/>
                  <a:gd name="T13" fmla="*/ 31 h 100"/>
                  <a:gd name="T14" fmla="*/ 37 w 72"/>
                  <a:gd name="T15" fmla="*/ 86 h 100"/>
                  <a:gd name="T16" fmla="*/ 58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58" y="96"/>
                    </a:moveTo>
                    <a:cubicBezTo>
                      <a:pt x="65" y="92"/>
                      <a:pt x="65" y="92"/>
                      <a:pt x="65" y="92"/>
                    </a:cubicBezTo>
                    <a:cubicBezTo>
                      <a:pt x="71" y="88"/>
                      <a:pt x="72" y="78"/>
                      <a:pt x="67" y="68"/>
                    </a:cubicBezTo>
                    <a:cubicBezTo>
                      <a:pt x="35" y="14"/>
                      <a:pt x="35" y="14"/>
                      <a:pt x="35" y="14"/>
                    </a:cubicBezTo>
                    <a:cubicBezTo>
                      <a:pt x="30" y="5"/>
                      <a:pt x="20" y="0"/>
                      <a:pt x="14" y="4"/>
                    </a:cubicBezTo>
                    <a:cubicBezTo>
                      <a:pt x="7" y="8"/>
                      <a:pt x="7" y="8"/>
                      <a:pt x="7" y="8"/>
                    </a:cubicBezTo>
                    <a:cubicBezTo>
                      <a:pt x="1" y="11"/>
                      <a:pt x="0" y="22"/>
                      <a:pt x="6" y="31"/>
                    </a:cubicBezTo>
                    <a:cubicBezTo>
                      <a:pt x="37" y="86"/>
                      <a:pt x="37" y="86"/>
                      <a:pt x="37" y="86"/>
                    </a:cubicBezTo>
                    <a:cubicBezTo>
                      <a:pt x="42" y="95"/>
                      <a:pt x="52" y="100"/>
                      <a:pt x="5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13"/>
              <p:cNvSpPr/>
              <p:nvPr/>
            </p:nvSpPr>
            <p:spPr bwMode="auto">
              <a:xfrm>
                <a:off x="7740651" y="2370138"/>
                <a:ext cx="84138" cy="60325"/>
              </a:xfrm>
              <a:custGeom>
                <a:avLst/>
                <a:gdLst>
                  <a:gd name="T0" fmla="*/ 92 w 99"/>
                  <a:gd name="T1" fmla="*/ 65 h 72"/>
                  <a:gd name="T2" fmla="*/ 96 w 99"/>
                  <a:gd name="T3" fmla="*/ 58 h 72"/>
                  <a:gd name="T4" fmla="*/ 85 w 99"/>
                  <a:gd name="T5" fmla="*/ 37 h 72"/>
                  <a:gd name="T6" fmla="*/ 31 w 99"/>
                  <a:gd name="T7" fmla="*/ 5 h 72"/>
                  <a:gd name="T8" fmla="*/ 8 w 99"/>
                  <a:gd name="T9" fmla="*/ 7 h 72"/>
                  <a:gd name="T10" fmla="*/ 4 w 99"/>
                  <a:gd name="T11" fmla="*/ 14 h 72"/>
                  <a:gd name="T12" fmla="*/ 14 w 99"/>
                  <a:gd name="T13" fmla="*/ 35 h 72"/>
                  <a:gd name="T14" fmla="*/ 68 w 99"/>
                  <a:gd name="T15" fmla="*/ 66 h 72"/>
                  <a:gd name="T16" fmla="*/ 92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92" y="65"/>
                    </a:moveTo>
                    <a:cubicBezTo>
                      <a:pt x="96" y="58"/>
                      <a:pt x="96" y="58"/>
                      <a:pt x="96" y="58"/>
                    </a:cubicBezTo>
                    <a:cubicBezTo>
                      <a:pt x="99" y="52"/>
                      <a:pt x="95" y="42"/>
                      <a:pt x="85" y="37"/>
                    </a:cubicBezTo>
                    <a:cubicBezTo>
                      <a:pt x="31" y="5"/>
                      <a:pt x="31" y="5"/>
                      <a:pt x="31" y="5"/>
                    </a:cubicBezTo>
                    <a:cubicBezTo>
                      <a:pt x="22" y="0"/>
                      <a:pt x="11" y="1"/>
                      <a:pt x="8" y="7"/>
                    </a:cubicBezTo>
                    <a:cubicBezTo>
                      <a:pt x="4" y="14"/>
                      <a:pt x="4" y="14"/>
                      <a:pt x="4" y="14"/>
                    </a:cubicBezTo>
                    <a:cubicBezTo>
                      <a:pt x="0" y="20"/>
                      <a:pt x="5" y="30"/>
                      <a:pt x="14" y="35"/>
                    </a:cubicBezTo>
                    <a:cubicBezTo>
                      <a:pt x="68" y="66"/>
                      <a:pt x="68" y="66"/>
                      <a:pt x="68" y="66"/>
                    </a:cubicBezTo>
                    <a:cubicBezTo>
                      <a:pt x="78" y="72"/>
                      <a:pt x="88" y="71"/>
                      <a:pt x="9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14"/>
              <p:cNvSpPr/>
              <p:nvPr/>
            </p:nvSpPr>
            <p:spPr bwMode="auto">
              <a:xfrm>
                <a:off x="6823076" y="2613025"/>
                <a:ext cx="61913" cy="84138"/>
              </a:xfrm>
              <a:custGeom>
                <a:avLst/>
                <a:gdLst>
                  <a:gd name="T0" fmla="*/ 14 w 72"/>
                  <a:gd name="T1" fmla="*/ 96 h 100"/>
                  <a:gd name="T2" fmla="*/ 7 w 72"/>
                  <a:gd name="T3" fmla="*/ 92 h 100"/>
                  <a:gd name="T4" fmla="*/ 6 w 72"/>
                  <a:gd name="T5" fmla="*/ 68 h 100"/>
                  <a:gd name="T6" fmla="*/ 37 w 72"/>
                  <a:gd name="T7" fmla="*/ 14 h 100"/>
                  <a:gd name="T8" fmla="*/ 58 w 72"/>
                  <a:gd name="T9" fmla="*/ 4 h 100"/>
                  <a:gd name="T10" fmla="*/ 65 w 72"/>
                  <a:gd name="T11" fmla="*/ 8 h 100"/>
                  <a:gd name="T12" fmla="*/ 67 w 72"/>
                  <a:gd name="T13" fmla="*/ 31 h 100"/>
                  <a:gd name="T14" fmla="*/ 35 w 72"/>
                  <a:gd name="T15" fmla="*/ 86 h 100"/>
                  <a:gd name="T16" fmla="*/ 14 w 72"/>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00">
                    <a:moveTo>
                      <a:pt x="14" y="96"/>
                    </a:moveTo>
                    <a:cubicBezTo>
                      <a:pt x="7" y="92"/>
                      <a:pt x="7" y="92"/>
                      <a:pt x="7" y="92"/>
                    </a:cubicBezTo>
                    <a:cubicBezTo>
                      <a:pt x="1" y="88"/>
                      <a:pt x="0" y="78"/>
                      <a:pt x="6" y="68"/>
                    </a:cubicBezTo>
                    <a:cubicBezTo>
                      <a:pt x="37" y="14"/>
                      <a:pt x="37" y="14"/>
                      <a:pt x="37" y="14"/>
                    </a:cubicBezTo>
                    <a:cubicBezTo>
                      <a:pt x="43" y="5"/>
                      <a:pt x="52" y="0"/>
                      <a:pt x="58" y="4"/>
                    </a:cubicBezTo>
                    <a:cubicBezTo>
                      <a:pt x="65" y="8"/>
                      <a:pt x="65" y="8"/>
                      <a:pt x="65" y="8"/>
                    </a:cubicBezTo>
                    <a:cubicBezTo>
                      <a:pt x="71" y="11"/>
                      <a:pt x="72" y="22"/>
                      <a:pt x="67" y="31"/>
                    </a:cubicBezTo>
                    <a:cubicBezTo>
                      <a:pt x="35" y="86"/>
                      <a:pt x="35" y="86"/>
                      <a:pt x="35" y="86"/>
                    </a:cubicBezTo>
                    <a:cubicBezTo>
                      <a:pt x="30" y="95"/>
                      <a:pt x="21" y="100"/>
                      <a:pt x="14"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Freeform 15"/>
              <p:cNvSpPr/>
              <p:nvPr/>
            </p:nvSpPr>
            <p:spPr bwMode="auto">
              <a:xfrm>
                <a:off x="6567488" y="2370138"/>
                <a:ext cx="85725" cy="60325"/>
              </a:xfrm>
              <a:custGeom>
                <a:avLst/>
                <a:gdLst>
                  <a:gd name="T0" fmla="*/ 8 w 99"/>
                  <a:gd name="T1" fmla="*/ 65 h 72"/>
                  <a:gd name="T2" fmla="*/ 4 w 99"/>
                  <a:gd name="T3" fmla="*/ 58 h 72"/>
                  <a:gd name="T4" fmla="*/ 14 w 99"/>
                  <a:gd name="T5" fmla="*/ 37 h 72"/>
                  <a:gd name="T6" fmla="*/ 68 w 99"/>
                  <a:gd name="T7" fmla="*/ 5 h 72"/>
                  <a:gd name="T8" fmla="*/ 92 w 99"/>
                  <a:gd name="T9" fmla="*/ 7 h 72"/>
                  <a:gd name="T10" fmla="*/ 96 w 99"/>
                  <a:gd name="T11" fmla="*/ 14 h 72"/>
                  <a:gd name="T12" fmla="*/ 85 w 99"/>
                  <a:gd name="T13" fmla="*/ 35 h 72"/>
                  <a:gd name="T14" fmla="*/ 31 w 99"/>
                  <a:gd name="T15" fmla="*/ 66 h 72"/>
                  <a:gd name="T16" fmla="*/ 8 w 99"/>
                  <a:gd name="T17"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65"/>
                    </a:moveTo>
                    <a:cubicBezTo>
                      <a:pt x="4" y="58"/>
                      <a:pt x="4" y="58"/>
                      <a:pt x="4" y="58"/>
                    </a:cubicBezTo>
                    <a:cubicBezTo>
                      <a:pt x="0" y="52"/>
                      <a:pt x="5" y="42"/>
                      <a:pt x="14" y="37"/>
                    </a:cubicBezTo>
                    <a:cubicBezTo>
                      <a:pt x="68" y="5"/>
                      <a:pt x="68" y="5"/>
                      <a:pt x="68" y="5"/>
                    </a:cubicBezTo>
                    <a:cubicBezTo>
                      <a:pt x="78" y="0"/>
                      <a:pt x="88" y="1"/>
                      <a:pt x="92" y="7"/>
                    </a:cubicBezTo>
                    <a:cubicBezTo>
                      <a:pt x="96" y="14"/>
                      <a:pt x="96" y="14"/>
                      <a:pt x="96" y="14"/>
                    </a:cubicBezTo>
                    <a:cubicBezTo>
                      <a:pt x="99" y="20"/>
                      <a:pt x="95" y="30"/>
                      <a:pt x="85" y="35"/>
                    </a:cubicBezTo>
                    <a:cubicBezTo>
                      <a:pt x="31" y="66"/>
                      <a:pt x="31" y="66"/>
                      <a:pt x="31" y="66"/>
                    </a:cubicBezTo>
                    <a:cubicBezTo>
                      <a:pt x="22" y="72"/>
                      <a:pt x="11" y="71"/>
                      <a:pt x="8"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16"/>
              <p:cNvSpPr/>
              <p:nvPr/>
            </p:nvSpPr>
            <p:spPr bwMode="auto">
              <a:xfrm>
                <a:off x="6823076" y="1428750"/>
                <a:ext cx="61913" cy="85725"/>
              </a:xfrm>
              <a:custGeom>
                <a:avLst/>
                <a:gdLst>
                  <a:gd name="T0" fmla="*/ 14 w 72"/>
                  <a:gd name="T1" fmla="*/ 3 h 99"/>
                  <a:gd name="T2" fmla="*/ 7 w 72"/>
                  <a:gd name="T3" fmla="*/ 7 h 99"/>
                  <a:gd name="T4" fmla="*/ 6 w 72"/>
                  <a:gd name="T5" fmla="*/ 31 h 99"/>
                  <a:gd name="T6" fmla="*/ 37 w 72"/>
                  <a:gd name="T7" fmla="*/ 85 h 99"/>
                  <a:gd name="T8" fmla="*/ 58 w 72"/>
                  <a:gd name="T9" fmla="*/ 95 h 99"/>
                  <a:gd name="T10" fmla="*/ 65 w 72"/>
                  <a:gd name="T11" fmla="*/ 91 h 99"/>
                  <a:gd name="T12" fmla="*/ 67 w 72"/>
                  <a:gd name="T13" fmla="*/ 68 h 99"/>
                  <a:gd name="T14" fmla="*/ 35 w 72"/>
                  <a:gd name="T15" fmla="*/ 14 h 99"/>
                  <a:gd name="T16" fmla="*/ 14 w 72"/>
                  <a:gd name="T17"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9">
                    <a:moveTo>
                      <a:pt x="14" y="3"/>
                    </a:moveTo>
                    <a:cubicBezTo>
                      <a:pt x="7" y="7"/>
                      <a:pt x="7" y="7"/>
                      <a:pt x="7" y="7"/>
                    </a:cubicBezTo>
                    <a:cubicBezTo>
                      <a:pt x="1" y="11"/>
                      <a:pt x="0" y="21"/>
                      <a:pt x="6" y="31"/>
                    </a:cubicBezTo>
                    <a:cubicBezTo>
                      <a:pt x="37" y="85"/>
                      <a:pt x="37" y="85"/>
                      <a:pt x="37" y="85"/>
                    </a:cubicBezTo>
                    <a:cubicBezTo>
                      <a:pt x="43" y="94"/>
                      <a:pt x="52" y="99"/>
                      <a:pt x="58" y="95"/>
                    </a:cubicBezTo>
                    <a:cubicBezTo>
                      <a:pt x="65" y="91"/>
                      <a:pt x="65" y="91"/>
                      <a:pt x="65" y="91"/>
                    </a:cubicBezTo>
                    <a:cubicBezTo>
                      <a:pt x="71" y="88"/>
                      <a:pt x="72" y="77"/>
                      <a:pt x="67" y="68"/>
                    </a:cubicBezTo>
                    <a:cubicBezTo>
                      <a:pt x="35" y="14"/>
                      <a:pt x="35" y="14"/>
                      <a:pt x="35" y="14"/>
                    </a:cubicBezTo>
                    <a:cubicBezTo>
                      <a:pt x="30" y="4"/>
                      <a:pt x="21" y="0"/>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Freeform 17"/>
              <p:cNvSpPr/>
              <p:nvPr/>
            </p:nvSpPr>
            <p:spPr bwMode="auto">
              <a:xfrm>
                <a:off x="6567488" y="1695450"/>
                <a:ext cx="85725" cy="60325"/>
              </a:xfrm>
              <a:custGeom>
                <a:avLst/>
                <a:gdLst>
                  <a:gd name="T0" fmla="*/ 8 w 99"/>
                  <a:gd name="T1" fmla="*/ 7 h 72"/>
                  <a:gd name="T2" fmla="*/ 4 w 99"/>
                  <a:gd name="T3" fmla="*/ 14 h 72"/>
                  <a:gd name="T4" fmla="*/ 14 w 99"/>
                  <a:gd name="T5" fmla="*/ 36 h 72"/>
                  <a:gd name="T6" fmla="*/ 68 w 99"/>
                  <a:gd name="T7" fmla="*/ 67 h 72"/>
                  <a:gd name="T8" fmla="*/ 92 w 99"/>
                  <a:gd name="T9" fmla="*/ 65 h 72"/>
                  <a:gd name="T10" fmla="*/ 96 w 99"/>
                  <a:gd name="T11" fmla="*/ 58 h 72"/>
                  <a:gd name="T12" fmla="*/ 85 w 99"/>
                  <a:gd name="T13" fmla="*/ 37 h 72"/>
                  <a:gd name="T14" fmla="*/ 31 w 99"/>
                  <a:gd name="T15" fmla="*/ 6 h 72"/>
                  <a:gd name="T16" fmla="*/ 8 w 99"/>
                  <a:gd name="T17"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2">
                    <a:moveTo>
                      <a:pt x="8" y="7"/>
                    </a:moveTo>
                    <a:cubicBezTo>
                      <a:pt x="4" y="14"/>
                      <a:pt x="4" y="14"/>
                      <a:pt x="4" y="14"/>
                    </a:cubicBezTo>
                    <a:cubicBezTo>
                      <a:pt x="0" y="21"/>
                      <a:pt x="5" y="30"/>
                      <a:pt x="14" y="36"/>
                    </a:cubicBezTo>
                    <a:cubicBezTo>
                      <a:pt x="68" y="67"/>
                      <a:pt x="68" y="67"/>
                      <a:pt x="68" y="67"/>
                    </a:cubicBezTo>
                    <a:cubicBezTo>
                      <a:pt x="78" y="72"/>
                      <a:pt x="88" y="72"/>
                      <a:pt x="92" y="65"/>
                    </a:cubicBezTo>
                    <a:cubicBezTo>
                      <a:pt x="96" y="58"/>
                      <a:pt x="96" y="58"/>
                      <a:pt x="96" y="58"/>
                    </a:cubicBezTo>
                    <a:cubicBezTo>
                      <a:pt x="99" y="52"/>
                      <a:pt x="95" y="43"/>
                      <a:pt x="85" y="37"/>
                    </a:cubicBezTo>
                    <a:cubicBezTo>
                      <a:pt x="31" y="6"/>
                      <a:pt x="31" y="6"/>
                      <a:pt x="31" y="6"/>
                    </a:cubicBezTo>
                    <a:cubicBezTo>
                      <a:pt x="22" y="0"/>
                      <a:pt x="11" y="1"/>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79"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12342845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p:cNvGraphicFramePr/>
          <p:nvPr>
            <p:extLst>
              <p:ext uri="{D42A27DB-BD31-4B8C-83A1-F6EECF244321}">
                <p14:modId xmlns:p14="http://schemas.microsoft.com/office/powerpoint/2010/main" val="2051063937"/>
              </p:ext>
            </p:extLst>
          </p:nvPr>
        </p:nvGraphicFramePr>
        <p:xfrm>
          <a:off x="812800" y="1651000"/>
          <a:ext cx="10668000" cy="3962400"/>
        </p:xfrm>
        <a:graphic>
          <a:graphicData uri="http://schemas.openxmlformats.org/drawingml/2006/chart">
            <c:chart xmlns:c="http://schemas.openxmlformats.org/drawingml/2006/chart" xmlns:r="http://schemas.openxmlformats.org/officeDocument/2006/relationships" r:id="rId4"/>
          </a:graphicData>
        </a:graphic>
      </p:graphicFrame>
      <p:sp>
        <p:nvSpPr>
          <p:cNvPr id="4" name="Text Box 7"/>
          <p:cNvSpPr txBox="1">
            <a:spLocks noChangeArrowheads="1"/>
          </p:cNvSpPr>
          <p:nvPr/>
        </p:nvSpPr>
        <p:spPr bwMode="auto">
          <a:xfrm>
            <a:off x="812800" y="495181"/>
            <a:ext cx="373826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Tangible Asset</a:t>
            </a:r>
          </a:p>
        </p:txBody>
      </p:sp>
      <p:sp>
        <p:nvSpPr>
          <p:cNvPr id="18"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19"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20" name="Group 19"/>
          <p:cNvGrpSpPr/>
          <p:nvPr/>
        </p:nvGrpSpPr>
        <p:grpSpPr>
          <a:xfrm>
            <a:off x="745927" y="5735914"/>
            <a:ext cx="10661949" cy="140901"/>
            <a:chOff x="745927" y="5494178"/>
            <a:chExt cx="10661949" cy="140901"/>
          </a:xfrm>
        </p:grpSpPr>
        <p:cxnSp>
          <p:nvCxnSpPr>
            <p:cNvPr id="21" name="Straight Connector 20"/>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22" name="Group 21"/>
            <p:cNvGrpSpPr/>
            <p:nvPr/>
          </p:nvGrpSpPr>
          <p:grpSpPr>
            <a:xfrm>
              <a:off x="4430272" y="5494178"/>
              <a:ext cx="3293258" cy="140901"/>
              <a:chOff x="3978245" y="5494178"/>
              <a:chExt cx="3293258" cy="140901"/>
            </a:xfrm>
          </p:grpSpPr>
          <p:sp>
            <p:nvSpPr>
              <p:cNvPr id="23" name="Rectangle 22"/>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4" name="Rectangle 23"/>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5" name="Rectangle 24"/>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5"/>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3352800" y="2370960"/>
            <a:ext cx="5198565" cy="2633950"/>
            <a:chOff x="3352800" y="2370960"/>
            <a:chExt cx="5198565" cy="2633950"/>
          </a:xfrm>
        </p:grpSpPr>
        <p:sp>
          <p:nvSpPr>
            <p:cNvPr id="9" name="Oval 8"/>
            <p:cNvSpPr/>
            <p:nvPr/>
          </p:nvSpPr>
          <p:spPr>
            <a:xfrm>
              <a:off x="3352800" y="23709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0" name="Oval 9"/>
            <p:cNvSpPr/>
            <p:nvPr/>
          </p:nvSpPr>
          <p:spPr>
            <a:xfrm>
              <a:off x="3352800" y="32853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1" name="Oval 10"/>
            <p:cNvSpPr/>
            <p:nvPr/>
          </p:nvSpPr>
          <p:spPr>
            <a:xfrm>
              <a:off x="3352800" y="37933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2" name="Oval 11"/>
            <p:cNvSpPr/>
            <p:nvPr/>
          </p:nvSpPr>
          <p:spPr>
            <a:xfrm>
              <a:off x="5384800" y="27773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3" name="Oval 12"/>
            <p:cNvSpPr/>
            <p:nvPr/>
          </p:nvSpPr>
          <p:spPr>
            <a:xfrm>
              <a:off x="5384800" y="33869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4" name="Oval 13"/>
            <p:cNvSpPr/>
            <p:nvPr/>
          </p:nvSpPr>
          <p:spPr>
            <a:xfrm>
              <a:off x="5384800" y="38949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5" name="Oval 14"/>
            <p:cNvSpPr/>
            <p:nvPr/>
          </p:nvSpPr>
          <p:spPr>
            <a:xfrm>
              <a:off x="7560440" y="28789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6" name="Oval 15"/>
            <p:cNvSpPr/>
            <p:nvPr/>
          </p:nvSpPr>
          <p:spPr>
            <a:xfrm>
              <a:off x="7560440" y="3691760"/>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17" name="Oval 16"/>
            <p:cNvSpPr/>
            <p:nvPr/>
          </p:nvSpPr>
          <p:spPr>
            <a:xfrm>
              <a:off x="7560440" y="4567621"/>
              <a:ext cx="203200" cy="203200"/>
            </a:xfrm>
            <a:prstGeom prst="ellipse">
              <a:avLst/>
            </a:prstGeom>
            <a:solidFill>
              <a:schemeClr val="bg1"/>
            </a:solidFill>
            <a:ln w="5715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sz="1467">
                <a:latin typeface="Arial" panose="020B0604020202020204" pitchFamily="34" charset="0"/>
                <a:ea typeface="微软雅黑" panose="020B0503020204020204" pitchFamily="34" charset="-122"/>
                <a:sym typeface="Arial" panose="020B0604020202020204" pitchFamily="34" charset="0"/>
              </a:endParaRPr>
            </a:p>
          </p:txBody>
        </p:sp>
        <p:sp>
          <p:nvSpPr>
            <p:cNvPr id="27" name="Rounded Rectangle 26"/>
            <p:cNvSpPr/>
            <p:nvPr/>
          </p:nvSpPr>
          <p:spPr>
            <a:xfrm>
              <a:off x="3633076" y="2531244"/>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250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8" name="Rounded Rectangle 27"/>
            <p:cNvSpPr/>
            <p:nvPr/>
          </p:nvSpPr>
          <p:spPr>
            <a:xfrm>
              <a:off x="3633076" y="3445644"/>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300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9" name="Rounded Rectangle 28"/>
            <p:cNvSpPr/>
            <p:nvPr/>
          </p:nvSpPr>
          <p:spPr>
            <a:xfrm>
              <a:off x="3633076" y="3967016"/>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600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0" name="Rounded Rectangle 29"/>
            <p:cNvSpPr/>
            <p:nvPr/>
          </p:nvSpPr>
          <p:spPr>
            <a:xfrm>
              <a:off x="5712972" y="2949030"/>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300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1" name="Rounded Rectangle 30"/>
            <p:cNvSpPr/>
            <p:nvPr/>
          </p:nvSpPr>
          <p:spPr>
            <a:xfrm>
              <a:off x="5712972" y="3516589"/>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250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2" name="Rounded Rectangle 31"/>
            <p:cNvSpPr/>
            <p:nvPr/>
          </p:nvSpPr>
          <p:spPr>
            <a:xfrm>
              <a:off x="5712972" y="4080005"/>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500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3" name="Rounded Rectangle 32"/>
            <p:cNvSpPr/>
            <p:nvPr/>
          </p:nvSpPr>
          <p:spPr>
            <a:xfrm>
              <a:off x="7869944" y="3049754"/>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350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4" name="Rounded Rectangle 33"/>
            <p:cNvSpPr/>
            <p:nvPr/>
          </p:nvSpPr>
          <p:spPr>
            <a:xfrm>
              <a:off x="7869944" y="3869562"/>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400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35" name="Rounded Rectangle 34"/>
            <p:cNvSpPr/>
            <p:nvPr/>
          </p:nvSpPr>
          <p:spPr>
            <a:xfrm>
              <a:off x="7869944" y="4758794"/>
              <a:ext cx="681421" cy="246116"/>
            </a:xfrm>
            <a:prstGeom prst="roundRect">
              <a:avLst>
                <a:gd name="adj" fmla="val 6927"/>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smtClean="0">
                  <a:latin typeface="Arial" panose="020B0604020202020204" pitchFamily="34" charset="0"/>
                  <a:ea typeface="微软雅黑" panose="020B0503020204020204" pitchFamily="34" charset="-122"/>
                  <a:cs typeface="Open Sans" pitchFamily="34" charset="0"/>
                  <a:sym typeface="Arial" panose="020B0604020202020204" pitchFamily="34" charset="0"/>
                </a:rPr>
                <a:t>200</a:t>
              </a:r>
              <a:endParaRPr lang="en-US" sz="14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Tree>
    <p:extLst>
      <p:ext uri="{BB962C8B-B14F-4D97-AF65-F5344CB8AC3E}">
        <p14:creationId xmlns:p14="http://schemas.microsoft.com/office/powerpoint/2010/main" val="2515525951"/>
      </p:ext>
    </p:extLst>
  </p:cSld>
  <p:clrMapOvr>
    <a:masterClrMapping/>
  </p:clrMapOvr>
  <p:transition spd="slow">
    <p:push dir="u"/>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715715"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Income Statement</a:t>
            </a:r>
          </a:p>
        </p:txBody>
      </p:sp>
      <p:grpSp>
        <p:nvGrpSpPr>
          <p:cNvPr id="8" name="Group 7"/>
          <p:cNvGrpSpPr/>
          <p:nvPr/>
        </p:nvGrpSpPr>
        <p:grpSpPr>
          <a:xfrm>
            <a:off x="916518" y="1801283"/>
            <a:ext cx="4569884" cy="1280584"/>
            <a:chOff x="916518" y="1801283"/>
            <a:chExt cx="4569884" cy="1280584"/>
          </a:xfrm>
        </p:grpSpPr>
        <p:sp>
          <p:nvSpPr>
            <p:cNvPr id="11" name="Freeform 9"/>
            <p:cNvSpPr>
              <a:spLocks noEditPoints="1"/>
            </p:cNvSpPr>
            <p:nvPr/>
          </p:nvSpPr>
          <p:spPr bwMode="auto">
            <a:xfrm>
              <a:off x="916518" y="1801283"/>
              <a:ext cx="4569884" cy="1280584"/>
            </a:xfrm>
            <a:custGeom>
              <a:avLst/>
              <a:gdLst>
                <a:gd name="T0" fmla="*/ 0 w 2525"/>
                <a:gd name="T1" fmla="*/ 572 h 705"/>
                <a:gd name="T2" fmla="*/ 68 w 2525"/>
                <a:gd name="T3" fmla="*/ 705 h 705"/>
                <a:gd name="T4" fmla="*/ 2374 w 2525"/>
                <a:gd name="T5" fmla="*/ 705 h 705"/>
                <a:gd name="T6" fmla="*/ 2525 w 2525"/>
                <a:gd name="T7" fmla="*/ 489 h 705"/>
                <a:gd name="T8" fmla="*/ 2155 w 2525"/>
                <a:gd name="T9" fmla="*/ 568 h 705"/>
                <a:gd name="T10" fmla="*/ 766 w 2525"/>
                <a:gd name="T11" fmla="*/ 571 h 705"/>
                <a:gd name="T12" fmla="*/ 766 w 2525"/>
                <a:gd name="T13" fmla="*/ 475 h 705"/>
                <a:gd name="T14" fmla="*/ 604 w 2525"/>
                <a:gd name="T15" fmla="*/ 475 h 705"/>
                <a:gd name="T16" fmla="*/ 604 w 2525"/>
                <a:gd name="T17" fmla="*/ 571 h 705"/>
                <a:gd name="T18" fmla="*/ 591 w 2525"/>
                <a:gd name="T19" fmla="*/ 571 h 705"/>
                <a:gd name="T20" fmla="*/ 591 w 2525"/>
                <a:gd name="T21" fmla="*/ 537 h 705"/>
                <a:gd name="T22" fmla="*/ 591 w 2525"/>
                <a:gd name="T23" fmla="*/ 400 h 705"/>
                <a:gd name="T24" fmla="*/ 654 w 2525"/>
                <a:gd name="T25" fmla="*/ 400 h 705"/>
                <a:gd name="T26" fmla="*/ 654 w 2525"/>
                <a:gd name="T27" fmla="*/ 337 h 705"/>
                <a:gd name="T28" fmla="*/ 591 w 2525"/>
                <a:gd name="T29" fmla="*/ 337 h 705"/>
                <a:gd name="T30" fmla="*/ 591 w 2525"/>
                <a:gd name="T31" fmla="*/ 248 h 705"/>
                <a:gd name="T32" fmla="*/ 410 w 2525"/>
                <a:gd name="T33" fmla="*/ 248 h 705"/>
                <a:gd name="T34" fmla="*/ 410 w 2525"/>
                <a:gd name="T35" fmla="*/ 131 h 705"/>
                <a:gd name="T36" fmla="*/ 370 w 2525"/>
                <a:gd name="T37" fmla="*/ 131 h 705"/>
                <a:gd name="T38" fmla="*/ 370 w 2525"/>
                <a:gd name="T39" fmla="*/ 248 h 705"/>
                <a:gd name="T40" fmla="*/ 148 w 2525"/>
                <a:gd name="T41" fmla="*/ 248 h 705"/>
                <a:gd name="T42" fmla="*/ 148 w 2525"/>
                <a:gd name="T43" fmla="*/ 299 h 705"/>
                <a:gd name="T44" fmla="*/ 90 w 2525"/>
                <a:gd name="T45" fmla="*/ 299 h 705"/>
                <a:gd name="T46" fmla="*/ 90 w 2525"/>
                <a:gd name="T47" fmla="*/ 341 h 705"/>
                <a:gd name="T48" fmla="*/ 148 w 2525"/>
                <a:gd name="T49" fmla="*/ 341 h 705"/>
                <a:gd name="T50" fmla="*/ 148 w 2525"/>
                <a:gd name="T51" fmla="*/ 381 h 705"/>
                <a:gd name="T52" fmla="*/ 82 w 2525"/>
                <a:gd name="T53" fmla="*/ 381 h 705"/>
                <a:gd name="T54" fmla="*/ 82 w 2525"/>
                <a:gd name="T55" fmla="*/ 508 h 705"/>
                <a:gd name="T56" fmla="*/ 148 w 2525"/>
                <a:gd name="T57" fmla="*/ 508 h 705"/>
                <a:gd name="T58" fmla="*/ 148 w 2525"/>
                <a:gd name="T59" fmla="*/ 537 h 705"/>
                <a:gd name="T60" fmla="*/ 148 w 2525"/>
                <a:gd name="T61" fmla="*/ 544 h 705"/>
                <a:gd name="T62" fmla="*/ 148 w 2525"/>
                <a:gd name="T63" fmla="*/ 571 h 705"/>
                <a:gd name="T64" fmla="*/ 0 w 2525"/>
                <a:gd name="T65" fmla="*/ 572 h 705"/>
                <a:gd name="T66" fmla="*/ 195 w 2525"/>
                <a:gd name="T67" fmla="*/ 241 h 705"/>
                <a:gd name="T68" fmla="*/ 222 w 2525"/>
                <a:gd name="T69" fmla="*/ 241 h 705"/>
                <a:gd name="T70" fmla="*/ 222 w 2525"/>
                <a:gd name="T71" fmla="*/ 145 h 705"/>
                <a:gd name="T72" fmla="*/ 195 w 2525"/>
                <a:gd name="T73" fmla="*/ 145 h 705"/>
                <a:gd name="T74" fmla="*/ 195 w 2525"/>
                <a:gd name="T75" fmla="*/ 241 h 705"/>
                <a:gd name="T76" fmla="*/ 304 w 2525"/>
                <a:gd name="T77" fmla="*/ 241 h 705"/>
                <a:gd name="T78" fmla="*/ 334 w 2525"/>
                <a:gd name="T79" fmla="*/ 241 h 705"/>
                <a:gd name="T80" fmla="*/ 334 w 2525"/>
                <a:gd name="T81" fmla="*/ 0 h 705"/>
                <a:gd name="T82" fmla="*/ 304 w 2525"/>
                <a:gd name="T83" fmla="*/ 0 h 705"/>
                <a:gd name="T84" fmla="*/ 304 w 2525"/>
                <a:gd name="T85" fmla="*/ 24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5" h="705">
                  <a:moveTo>
                    <a:pt x="0" y="572"/>
                  </a:moveTo>
                  <a:cubicBezTo>
                    <a:pt x="68" y="705"/>
                    <a:pt x="68" y="705"/>
                    <a:pt x="68" y="705"/>
                  </a:cubicBezTo>
                  <a:cubicBezTo>
                    <a:pt x="2374" y="705"/>
                    <a:pt x="2374" y="705"/>
                    <a:pt x="2374" y="705"/>
                  </a:cubicBezTo>
                  <a:cubicBezTo>
                    <a:pt x="2525" y="489"/>
                    <a:pt x="2525" y="489"/>
                    <a:pt x="2525" y="489"/>
                  </a:cubicBezTo>
                  <a:cubicBezTo>
                    <a:pt x="2415" y="535"/>
                    <a:pt x="2296" y="570"/>
                    <a:pt x="2155" y="568"/>
                  </a:cubicBezTo>
                  <a:cubicBezTo>
                    <a:pt x="766" y="571"/>
                    <a:pt x="766" y="571"/>
                    <a:pt x="766" y="571"/>
                  </a:cubicBezTo>
                  <a:cubicBezTo>
                    <a:pt x="766" y="475"/>
                    <a:pt x="766" y="475"/>
                    <a:pt x="766" y="475"/>
                  </a:cubicBezTo>
                  <a:cubicBezTo>
                    <a:pt x="604" y="475"/>
                    <a:pt x="604" y="475"/>
                    <a:pt x="604" y="475"/>
                  </a:cubicBezTo>
                  <a:cubicBezTo>
                    <a:pt x="604" y="571"/>
                    <a:pt x="604" y="571"/>
                    <a:pt x="604" y="571"/>
                  </a:cubicBezTo>
                  <a:cubicBezTo>
                    <a:pt x="591" y="571"/>
                    <a:pt x="591" y="571"/>
                    <a:pt x="591" y="571"/>
                  </a:cubicBezTo>
                  <a:cubicBezTo>
                    <a:pt x="591" y="537"/>
                    <a:pt x="591" y="537"/>
                    <a:pt x="591" y="537"/>
                  </a:cubicBezTo>
                  <a:cubicBezTo>
                    <a:pt x="591" y="400"/>
                    <a:pt x="591" y="400"/>
                    <a:pt x="591" y="400"/>
                  </a:cubicBezTo>
                  <a:cubicBezTo>
                    <a:pt x="654" y="400"/>
                    <a:pt x="654" y="400"/>
                    <a:pt x="654" y="400"/>
                  </a:cubicBezTo>
                  <a:cubicBezTo>
                    <a:pt x="654" y="337"/>
                    <a:pt x="654" y="337"/>
                    <a:pt x="654" y="337"/>
                  </a:cubicBezTo>
                  <a:cubicBezTo>
                    <a:pt x="591" y="337"/>
                    <a:pt x="591" y="337"/>
                    <a:pt x="591" y="337"/>
                  </a:cubicBezTo>
                  <a:cubicBezTo>
                    <a:pt x="591" y="248"/>
                    <a:pt x="591" y="248"/>
                    <a:pt x="591" y="248"/>
                  </a:cubicBezTo>
                  <a:cubicBezTo>
                    <a:pt x="410" y="248"/>
                    <a:pt x="410" y="248"/>
                    <a:pt x="410" y="248"/>
                  </a:cubicBezTo>
                  <a:cubicBezTo>
                    <a:pt x="410" y="131"/>
                    <a:pt x="410" y="131"/>
                    <a:pt x="410" y="131"/>
                  </a:cubicBezTo>
                  <a:cubicBezTo>
                    <a:pt x="370" y="131"/>
                    <a:pt x="370" y="131"/>
                    <a:pt x="370" y="131"/>
                  </a:cubicBezTo>
                  <a:cubicBezTo>
                    <a:pt x="370" y="248"/>
                    <a:pt x="370" y="248"/>
                    <a:pt x="370" y="248"/>
                  </a:cubicBezTo>
                  <a:cubicBezTo>
                    <a:pt x="148" y="248"/>
                    <a:pt x="148" y="248"/>
                    <a:pt x="148" y="248"/>
                  </a:cubicBezTo>
                  <a:cubicBezTo>
                    <a:pt x="148" y="299"/>
                    <a:pt x="148" y="299"/>
                    <a:pt x="148" y="299"/>
                  </a:cubicBezTo>
                  <a:cubicBezTo>
                    <a:pt x="90" y="299"/>
                    <a:pt x="90" y="299"/>
                    <a:pt x="90" y="299"/>
                  </a:cubicBezTo>
                  <a:cubicBezTo>
                    <a:pt x="90" y="341"/>
                    <a:pt x="90" y="341"/>
                    <a:pt x="90" y="341"/>
                  </a:cubicBezTo>
                  <a:cubicBezTo>
                    <a:pt x="148" y="341"/>
                    <a:pt x="148" y="341"/>
                    <a:pt x="148" y="341"/>
                  </a:cubicBezTo>
                  <a:cubicBezTo>
                    <a:pt x="148" y="381"/>
                    <a:pt x="148" y="381"/>
                    <a:pt x="148" y="381"/>
                  </a:cubicBezTo>
                  <a:cubicBezTo>
                    <a:pt x="82" y="381"/>
                    <a:pt x="82" y="381"/>
                    <a:pt x="82" y="381"/>
                  </a:cubicBezTo>
                  <a:cubicBezTo>
                    <a:pt x="82" y="508"/>
                    <a:pt x="82" y="508"/>
                    <a:pt x="82" y="508"/>
                  </a:cubicBezTo>
                  <a:cubicBezTo>
                    <a:pt x="148" y="508"/>
                    <a:pt x="148" y="508"/>
                    <a:pt x="148" y="508"/>
                  </a:cubicBezTo>
                  <a:cubicBezTo>
                    <a:pt x="148" y="537"/>
                    <a:pt x="148" y="537"/>
                    <a:pt x="148" y="537"/>
                  </a:cubicBezTo>
                  <a:cubicBezTo>
                    <a:pt x="148" y="544"/>
                    <a:pt x="148" y="544"/>
                    <a:pt x="148" y="544"/>
                  </a:cubicBezTo>
                  <a:cubicBezTo>
                    <a:pt x="148" y="571"/>
                    <a:pt x="148" y="571"/>
                    <a:pt x="148" y="571"/>
                  </a:cubicBezTo>
                  <a:lnTo>
                    <a:pt x="0" y="572"/>
                  </a:lnTo>
                  <a:close/>
                  <a:moveTo>
                    <a:pt x="195" y="241"/>
                  </a:moveTo>
                  <a:cubicBezTo>
                    <a:pt x="222" y="241"/>
                    <a:pt x="222" y="241"/>
                    <a:pt x="222" y="241"/>
                  </a:cubicBezTo>
                  <a:cubicBezTo>
                    <a:pt x="222" y="145"/>
                    <a:pt x="222" y="145"/>
                    <a:pt x="222" y="145"/>
                  </a:cubicBezTo>
                  <a:cubicBezTo>
                    <a:pt x="195" y="145"/>
                    <a:pt x="195" y="145"/>
                    <a:pt x="195" y="145"/>
                  </a:cubicBezTo>
                  <a:lnTo>
                    <a:pt x="195" y="241"/>
                  </a:lnTo>
                  <a:close/>
                  <a:moveTo>
                    <a:pt x="304" y="241"/>
                  </a:moveTo>
                  <a:cubicBezTo>
                    <a:pt x="334" y="241"/>
                    <a:pt x="334" y="241"/>
                    <a:pt x="334" y="241"/>
                  </a:cubicBezTo>
                  <a:cubicBezTo>
                    <a:pt x="334" y="0"/>
                    <a:pt x="334" y="0"/>
                    <a:pt x="334" y="0"/>
                  </a:cubicBezTo>
                  <a:cubicBezTo>
                    <a:pt x="304" y="0"/>
                    <a:pt x="304" y="0"/>
                    <a:pt x="304" y="0"/>
                  </a:cubicBezTo>
                  <a:lnTo>
                    <a:pt x="304" y="241"/>
                  </a:lnTo>
                  <a:close/>
                </a:path>
              </a:pathLst>
            </a:custGeom>
            <a:solidFill>
              <a:srgbClr val="BAB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Rectangle 10"/>
            <p:cNvSpPr>
              <a:spLocks noChangeArrowheads="1"/>
            </p:cNvSpPr>
            <p:nvPr/>
          </p:nvSpPr>
          <p:spPr bwMode="auto">
            <a:xfrm>
              <a:off x="2484967" y="2700867"/>
              <a:ext cx="793751" cy="13758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11"/>
            <p:cNvSpPr>
              <a:spLocks noChangeArrowheads="1"/>
            </p:cNvSpPr>
            <p:nvPr/>
          </p:nvSpPr>
          <p:spPr bwMode="auto">
            <a:xfrm>
              <a:off x="2484967" y="2565400"/>
              <a:ext cx="793751" cy="135467"/>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2"/>
            <p:cNvSpPr>
              <a:spLocks noChangeArrowheads="1"/>
            </p:cNvSpPr>
            <p:nvPr/>
          </p:nvSpPr>
          <p:spPr bwMode="auto">
            <a:xfrm>
              <a:off x="2484967" y="2427818"/>
              <a:ext cx="793751" cy="13758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3"/>
            <p:cNvSpPr>
              <a:spLocks noChangeArrowheads="1"/>
            </p:cNvSpPr>
            <p:nvPr/>
          </p:nvSpPr>
          <p:spPr bwMode="auto">
            <a:xfrm>
              <a:off x="2484967" y="2290234"/>
              <a:ext cx="793751" cy="13758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Rectangle 14"/>
            <p:cNvSpPr>
              <a:spLocks noChangeArrowheads="1"/>
            </p:cNvSpPr>
            <p:nvPr/>
          </p:nvSpPr>
          <p:spPr bwMode="auto">
            <a:xfrm>
              <a:off x="2484967" y="2156884"/>
              <a:ext cx="793751" cy="133351"/>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Rectangle 15"/>
            <p:cNvSpPr>
              <a:spLocks noChangeArrowheads="1"/>
            </p:cNvSpPr>
            <p:nvPr/>
          </p:nvSpPr>
          <p:spPr bwMode="auto">
            <a:xfrm>
              <a:off x="3327401" y="2700867"/>
              <a:ext cx="797984" cy="13758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Rectangle 16"/>
            <p:cNvSpPr>
              <a:spLocks noChangeArrowheads="1"/>
            </p:cNvSpPr>
            <p:nvPr/>
          </p:nvSpPr>
          <p:spPr bwMode="auto">
            <a:xfrm>
              <a:off x="3327401" y="2565400"/>
              <a:ext cx="797984" cy="135467"/>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Rectangle 17"/>
            <p:cNvSpPr>
              <a:spLocks noChangeArrowheads="1"/>
            </p:cNvSpPr>
            <p:nvPr/>
          </p:nvSpPr>
          <p:spPr bwMode="auto">
            <a:xfrm>
              <a:off x="3327401" y="2427818"/>
              <a:ext cx="797984" cy="13758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Rectangle 18"/>
            <p:cNvSpPr>
              <a:spLocks noChangeArrowheads="1"/>
            </p:cNvSpPr>
            <p:nvPr/>
          </p:nvSpPr>
          <p:spPr bwMode="auto">
            <a:xfrm>
              <a:off x="3327401" y="2290234"/>
              <a:ext cx="797984" cy="137584"/>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Rectangle 19"/>
            <p:cNvSpPr>
              <a:spLocks noChangeArrowheads="1"/>
            </p:cNvSpPr>
            <p:nvPr/>
          </p:nvSpPr>
          <p:spPr bwMode="auto">
            <a:xfrm>
              <a:off x="3327401" y="2156884"/>
              <a:ext cx="797984" cy="133351"/>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Rectangle 20"/>
            <p:cNvSpPr>
              <a:spLocks noChangeArrowheads="1"/>
            </p:cNvSpPr>
            <p:nvPr/>
          </p:nvSpPr>
          <p:spPr bwMode="auto">
            <a:xfrm>
              <a:off x="4169834" y="2700867"/>
              <a:ext cx="797984" cy="13758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Rectangle 21"/>
            <p:cNvSpPr>
              <a:spLocks noChangeArrowheads="1"/>
            </p:cNvSpPr>
            <p:nvPr/>
          </p:nvSpPr>
          <p:spPr bwMode="auto">
            <a:xfrm>
              <a:off x="4169834" y="2565400"/>
              <a:ext cx="797984" cy="135467"/>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Rectangle 22"/>
            <p:cNvSpPr>
              <a:spLocks noChangeArrowheads="1"/>
            </p:cNvSpPr>
            <p:nvPr/>
          </p:nvSpPr>
          <p:spPr bwMode="auto">
            <a:xfrm>
              <a:off x="4169834" y="2427818"/>
              <a:ext cx="797984" cy="13758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Rectangle 23"/>
            <p:cNvSpPr>
              <a:spLocks noChangeArrowheads="1"/>
            </p:cNvSpPr>
            <p:nvPr/>
          </p:nvSpPr>
          <p:spPr bwMode="auto">
            <a:xfrm>
              <a:off x="4169834" y="2290234"/>
              <a:ext cx="797984" cy="137584"/>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4"/>
            <p:cNvSpPr>
              <a:spLocks noChangeArrowheads="1"/>
            </p:cNvSpPr>
            <p:nvPr/>
          </p:nvSpPr>
          <p:spPr bwMode="auto">
            <a:xfrm>
              <a:off x="4169834" y="2156884"/>
              <a:ext cx="797984" cy="133351"/>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28" name="Rectangle 27"/>
          <p:cNvSpPr/>
          <p:nvPr/>
        </p:nvSpPr>
        <p:spPr>
          <a:xfrm>
            <a:off x="6278179" y="1803400"/>
            <a:ext cx="3045080" cy="1302985"/>
          </a:xfrm>
          <a:prstGeom prst="rect">
            <a:avLst/>
          </a:prstGeom>
        </p:spPr>
        <p:txBody>
          <a:bodyPr wrap="square">
            <a:spAutoFit/>
          </a:bodyPr>
          <a:lstStyle/>
          <a:p>
            <a:r>
              <a:rPr lang="en-US" sz="2667">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20.500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Revenue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Nullam eu tempor purus. </a:t>
            </a:r>
          </a:p>
        </p:txBody>
      </p:sp>
      <p:cxnSp>
        <p:nvCxnSpPr>
          <p:cNvPr id="29" name="Straight Connector 28"/>
          <p:cNvCxnSpPr/>
          <p:nvPr/>
        </p:nvCxnSpPr>
        <p:spPr>
          <a:xfrm flipH="1">
            <a:off x="6074979" y="1803400"/>
            <a:ext cx="0" cy="1355864"/>
          </a:xfrm>
          <a:prstGeom prst="line">
            <a:avLst/>
          </a:prstGeom>
          <a:ln w="139700" cmpd="dbl">
            <a:solidFill>
              <a:srgbClr val="F49D15"/>
            </a:solidFill>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914401" y="3415490"/>
            <a:ext cx="4569884" cy="1280584"/>
            <a:chOff x="914401" y="3415490"/>
            <a:chExt cx="4569884" cy="1280584"/>
          </a:xfrm>
        </p:grpSpPr>
        <p:sp>
          <p:nvSpPr>
            <p:cNvPr id="32" name="Freeform 9"/>
            <p:cNvSpPr>
              <a:spLocks noEditPoints="1"/>
            </p:cNvSpPr>
            <p:nvPr/>
          </p:nvSpPr>
          <p:spPr bwMode="auto">
            <a:xfrm>
              <a:off x="914401" y="3415490"/>
              <a:ext cx="4569884" cy="1280584"/>
            </a:xfrm>
            <a:custGeom>
              <a:avLst/>
              <a:gdLst>
                <a:gd name="T0" fmla="*/ 0 w 2525"/>
                <a:gd name="T1" fmla="*/ 572 h 705"/>
                <a:gd name="T2" fmla="*/ 68 w 2525"/>
                <a:gd name="T3" fmla="*/ 705 h 705"/>
                <a:gd name="T4" fmla="*/ 2374 w 2525"/>
                <a:gd name="T5" fmla="*/ 705 h 705"/>
                <a:gd name="T6" fmla="*/ 2525 w 2525"/>
                <a:gd name="T7" fmla="*/ 489 h 705"/>
                <a:gd name="T8" fmla="*/ 2155 w 2525"/>
                <a:gd name="T9" fmla="*/ 568 h 705"/>
                <a:gd name="T10" fmla="*/ 766 w 2525"/>
                <a:gd name="T11" fmla="*/ 571 h 705"/>
                <a:gd name="T12" fmla="*/ 766 w 2525"/>
                <a:gd name="T13" fmla="*/ 475 h 705"/>
                <a:gd name="T14" fmla="*/ 604 w 2525"/>
                <a:gd name="T15" fmla="*/ 475 h 705"/>
                <a:gd name="T16" fmla="*/ 604 w 2525"/>
                <a:gd name="T17" fmla="*/ 571 h 705"/>
                <a:gd name="T18" fmla="*/ 591 w 2525"/>
                <a:gd name="T19" fmla="*/ 571 h 705"/>
                <a:gd name="T20" fmla="*/ 591 w 2525"/>
                <a:gd name="T21" fmla="*/ 537 h 705"/>
                <a:gd name="T22" fmla="*/ 591 w 2525"/>
                <a:gd name="T23" fmla="*/ 400 h 705"/>
                <a:gd name="T24" fmla="*/ 654 w 2525"/>
                <a:gd name="T25" fmla="*/ 400 h 705"/>
                <a:gd name="T26" fmla="*/ 654 w 2525"/>
                <a:gd name="T27" fmla="*/ 337 h 705"/>
                <a:gd name="T28" fmla="*/ 591 w 2525"/>
                <a:gd name="T29" fmla="*/ 337 h 705"/>
                <a:gd name="T30" fmla="*/ 591 w 2525"/>
                <a:gd name="T31" fmla="*/ 248 h 705"/>
                <a:gd name="T32" fmla="*/ 410 w 2525"/>
                <a:gd name="T33" fmla="*/ 248 h 705"/>
                <a:gd name="T34" fmla="*/ 410 w 2525"/>
                <a:gd name="T35" fmla="*/ 131 h 705"/>
                <a:gd name="T36" fmla="*/ 370 w 2525"/>
                <a:gd name="T37" fmla="*/ 131 h 705"/>
                <a:gd name="T38" fmla="*/ 370 w 2525"/>
                <a:gd name="T39" fmla="*/ 248 h 705"/>
                <a:gd name="T40" fmla="*/ 148 w 2525"/>
                <a:gd name="T41" fmla="*/ 248 h 705"/>
                <a:gd name="T42" fmla="*/ 148 w 2525"/>
                <a:gd name="T43" fmla="*/ 299 h 705"/>
                <a:gd name="T44" fmla="*/ 90 w 2525"/>
                <a:gd name="T45" fmla="*/ 299 h 705"/>
                <a:gd name="T46" fmla="*/ 90 w 2525"/>
                <a:gd name="T47" fmla="*/ 341 h 705"/>
                <a:gd name="T48" fmla="*/ 148 w 2525"/>
                <a:gd name="T49" fmla="*/ 341 h 705"/>
                <a:gd name="T50" fmla="*/ 148 w 2525"/>
                <a:gd name="T51" fmla="*/ 381 h 705"/>
                <a:gd name="T52" fmla="*/ 82 w 2525"/>
                <a:gd name="T53" fmla="*/ 381 h 705"/>
                <a:gd name="T54" fmla="*/ 82 w 2525"/>
                <a:gd name="T55" fmla="*/ 508 h 705"/>
                <a:gd name="T56" fmla="*/ 148 w 2525"/>
                <a:gd name="T57" fmla="*/ 508 h 705"/>
                <a:gd name="T58" fmla="*/ 148 w 2525"/>
                <a:gd name="T59" fmla="*/ 537 h 705"/>
                <a:gd name="T60" fmla="*/ 148 w 2525"/>
                <a:gd name="T61" fmla="*/ 544 h 705"/>
                <a:gd name="T62" fmla="*/ 148 w 2525"/>
                <a:gd name="T63" fmla="*/ 571 h 705"/>
                <a:gd name="T64" fmla="*/ 0 w 2525"/>
                <a:gd name="T65" fmla="*/ 572 h 705"/>
                <a:gd name="T66" fmla="*/ 195 w 2525"/>
                <a:gd name="T67" fmla="*/ 241 h 705"/>
                <a:gd name="T68" fmla="*/ 222 w 2525"/>
                <a:gd name="T69" fmla="*/ 241 h 705"/>
                <a:gd name="T70" fmla="*/ 222 w 2525"/>
                <a:gd name="T71" fmla="*/ 145 h 705"/>
                <a:gd name="T72" fmla="*/ 195 w 2525"/>
                <a:gd name="T73" fmla="*/ 145 h 705"/>
                <a:gd name="T74" fmla="*/ 195 w 2525"/>
                <a:gd name="T75" fmla="*/ 241 h 705"/>
                <a:gd name="T76" fmla="*/ 304 w 2525"/>
                <a:gd name="T77" fmla="*/ 241 h 705"/>
                <a:gd name="T78" fmla="*/ 334 w 2525"/>
                <a:gd name="T79" fmla="*/ 241 h 705"/>
                <a:gd name="T80" fmla="*/ 334 w 2525"/>
                <a:gd name="T81" fmla="*/ 0 h 705"/>
                <a:gd name="T82" fmla="*/ 304 w 2525"/>
                <a:gd name="T83" fmla="*/ 0 h 705"/>
                <a:gd name="T84" fmla="*/ 304 w 2525"/>
                <a:gd name="T85" fmla="*/ 24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5" h="705">
                  <a:moveTo>
                    <a:pt x="0" y="572"/>
                  </a:moveTo>
                  <a:cubicBezTo>
                    <a:pt x="68" y="705"/>
                    <a:pt x="68" y="705"/>
                    <a:pt x="68" y="705"/>
                  </a:cubicBezTo>
                  <a:cubicBezTo>
                    <a:pt x="2374" y="705"/>
                    <a:pt x="2374" y="705"/>
                    <a:pt x="2374" y="705"/>
                  </a:cubicBezTo>
                  <a:cubicBezTo>
                    <a:pt x="2525" y="489"/>
                    <a:pt x="2525" y="489"/>
                    <a:pt x="2525" y="489"/>
                  </a:cubicBezTo>
                  <a:cubicBezTo>
                    <a:pt x="2415" y="535"/>
                    <a:pt x="2296" y="570"/>
                    <a:pt x="2155" y="568"/>
                  </a:cubicBezTo>
                  <a:cubicBezTo>
                    <a:pt x="766" y="571"/>
                    <a:pt x="766" y="571"/>
                    <a:pt x="766" y="571"/>
                  </a:cubicBezTo>
                  <a:cubicBezTo>
                    <a:pt x="766" y="475"/>
                    <a:pt x="766" y="475"/>
                    <a:pt x="766" y="475"/>
                  </a:cubicBezTo>
                  <a:cubicBezTo>
                    <a:pt x="604" y="475"/>
                    <a:pt x="604" y="475"/>
                    <a:pt x="604" y="475"/>
                  </a:cubicBezTo>
                  <a:cubicBezTo>
                    <a:pt x="604" y="571"/>
                    <a:pt x="604" y="571"/>
                    <a:pt x="604" y="571"/>
                  </a:cubicBezTo>
                  <a:cubicBezTo>
                    <a:pt x="591" y="571"/>
                    <a:pt x="591" y="571"/>
                    <a:pt x="591" y="571"/>
                  </a:cubicBezTo>
                  <a:cubicBezTo>
                    <a:pt x="591" y="537"/>
                    <a:pt x="591" y="537"/>
                    <a:pt x="591" y="537"/>
                  </a:cubicBezTo>
                  <a:cubicBezTo>
                    <a:pt x="591" y="400"/>
                    <a:pt x="591" y="400"/>
                    <a:pt x="591" y="400"/>
                  </a:cubicBezTo>
                  <a:cubicBezTo>
                    <a:pt x="654" y="400"/>
                    <a:pt x="654" y="400"/>
                    <a:pt x="654" y="400"/>
                  </a:cubicBezTo>
                  <a:cubicBezTo>
                    <a:pt x="654" y="337"/>
                    <a:pt x="654" y="337"/>
                    <a:pt x="654" y="337"/>
                  </a:cubicBezTo>
                  <a:cubicBezTo>
                    <a:pt x="591" y="337"/>
                    <a:pt x="591" y="337"/>
                    <a:pt x="591" y="337"/>
                  </a:cubicBezTo>
                  <a:cubicBezTo>
                    <a:pt x="591" y="248"/>
                    <a:pt x="591" y="248"/>
                    <a:pt x="591" y="248"/>
                  </a:cubicBezTo>
                  <a:cubicBezTo>
                    <a:pt x="410" y="248"/>
                    <a:pt x="410" y="248"/>
                    <a:pt x="410" y="248"/>
                  </a:cubicBezTo>
                  <a:cubicBezTo>
                    <a:pt x="410" y="131"/>
                    <a:pt x="410" y="131"/>
                    <a:pt x="410" y="131"/>
                  </a:cubicBezTo>
                  <a:cubicBezTo>
                    <a:pt x="370" y="131"/>
                    <a:pt x="370" y="131"/>
                    <a:pt x="370" y="131"/>
                  </a:cubicBezTo>
                  <a:cubicBezTo>
                    <a:pt x="370" y="248"/>
                    <a:pt x="370" y="248"/>
                    <a:pt x="370" y="248"/>
                  </a:cubicBezTo>
                  <a:cubicBezTo>
                    <a:pt x="148" y="248"/>
                    <a:pt x="148" y="248"/>
                    <a:pt x="148" y="248"/>
                  </a:cubicBezTo>
                  <a:cubicBezTo>
                    <a:pt x="148" y="299"/>
                    <a:pt x="148" y="299"/>
                    <a:pt x="148" y="299"/>
                  </a:cubicBezTo>
                  <a:cubicBezTo>
                    <a:pt x="90" y="299"/>
                    <a:pt x="90" y="299"/>
                    <a:pt x="90" y="299"/>
                  </a:cubicBezTo>
                  <a:cubicBezTo>
                    <a:pt x="90" y="341"/>
                    <a:pt x="90" y="341"/>
                    <a:pt x="90" y="341"/>
                  </a:cubicBezTo>
                  <a:cubicBezTo>
                    <a:pt x="148" y="341"/>
                    <a:pt x="148" y="341"/>
                    <a:pt x="148" y="341"/>
                  </a:cubicBezTo>
                  <a:cubicBezTo>
                    <a:pt x="148" y="381"/>
                    <a:pt x="148" y="381"/>
                    <a:pt x="148" y="381"/>
                  </a:cubicBezTo>
                  <a:cubicBezTo>
                    <a:pt x="82" y="381"/>
                    <a:pt x="82" y="381"/>
                    <a:pt x="82" y="381"/>
                  </a:cubicBezTo>
                  <a:cubicBezTo>
                    <a:pt x="82" y="508"/>
                    <a:pt x="82" y="508"/>
                    <a:pt x="82" y="508"/>
                  </a:cubicBezTo>
                  <a:cubicBezTo>
                    <a:pt x="148" y="508"/>
                    <a:pt x="148" y="508"/>
                    <a:pt x="148" y="508"/>
                  </a:cubicBezTo>
                  <a:cubicBezTo>
                    <a:pt x="148" y="537"/>
                    <a:pt x="148" y="537"/>
                    <a:pt x="148" y="537"/>
                  </a:cubicBezTo>
                  <a:cubicBezTo>
                    <a:pt x="148" y="544"/>
                    <a:pt x="148" y="544"/>
                    <a:pt x="148" y="544"/>
                  </a:cubicBezTo>
                  <a:cubicBezTo>
                    <a:pt x="148" y="571"/>
                    <a:pt x="148" y="571"/>
                    <a:pt x="148" y="571"/>
                  </a:cubicBezTo>
                  <a:lnTo>
                    <a:pt x="0" y="572"/>
                  </a:lnTo>
                  <a:close/>
                  <a:moveTo>
                    <a:pt x="195" y="241"/>
                  </a:moveTo>
                  <a:cubicBezTo>
                    <a:pt x="222" y="241"/>
                    <a:pt x="222" y="241"/>
                    <a:pt x="222" y="241"/>
                  </a:cubicBezTo>
                  <a:cubicBezTo>
                    <a:pt x="222" y="145"/>
                    <a:pt x="222" y="145"/>
                    <a:pt x="222" y="145"/>
                  </a:cubicBezTo>
                  <a:cubicBezTo>
                    <a:pt x="195" y="145"/>
                    <a:pt x="195" y="145"/>
                    <a:pt x="195" y="145"/>
                  </a:cubicBezTo>
                  <a:lnTo>
                    <a:pt x="195" y="241"/>
                  </a:lnTo>
                  <a:close/>
                  <a:moveTo>
                    <a:pt x="304" y="241"/>
                  </a:moveTo>
                  <a:cubicBezTo>
                    <a:pt x="334" y="241"/>
                    <a:pt x="334" y="241"/>
                    <a:pt x="334" y="241"/>
                  </a:cubicBezTo>
                  <a:cubicBezTo>
                    <a:pt x="334" y="0"/>
                    <a:pt x="334" y="0"/>
                    <a:pt x="334" y="0"/>
                  </a:cubicBezTo>
                  <a:cubicBezTo>
                    <a:pt x="304" y="0"/>
                    <a:pt x="304" y="0"/>
                    <a:pt x="304" y="0"/>
                  </a:cubicBezTo>
                  <a:lnTo>
                    <a:pt x="304" y="241"/>
                  </a:lnTo>
                  <a:close/>
                </a:path>
              </a:pathLst>
            </a:custGeom>
            <a:solidFill>
              <a:srgbClr val="BAB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Rectangle 10"/>
            <p:cNvSpPr>
              <a:spLocks noChangeArrowheads="1"/>
            </p:cNvSpPr>
            <p:nvPr/>
          </p:nvSpPr>
          <p:spPr bwMode="auto">
            <a:xfrm>
              <a:off x="2482850" y="4315074"/>
              <a:ext cx="793751"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Rectangle 11"/>
            <p:cNvSpPr>
              <a:spLocks noChangeArrowheads="1"/>
            </p:cNvSpPr>
            <p:nvPr/>
          </p:nvSpPr>
          <p:spPr bwMode="auto">
            <a:xfrm>
              <a:off x="2482850" y="4179607"/>
              <a:ext cx="793751" cy="135467"/>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Rectangle 12"/>
            <p:cNvSpPr>
              <a:spLocks noChangeArrowheads="1"/>
            </p:cNvSpPr>
            <p:nvPr/>
          </p:nvSpPr>
          <p:spPr bwMode="auto">
            <a:xfrm>
              <a:off x="2482850" y="4042025"/>
              <a:ext cx="793751"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Rectangle 13"/>
            <p:cNvSpPr>
              <a:spLocks noChangeArrowheads="1"/>
            </p:cNvSpPr>
            <p:nvPr/>
          </p:nvSpPr>
          <p:spPr bwMode="auto">
            <a:xfrm>
              <a:off x="2482850" y="3904441"/>
              <a:ext cx="793751"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Rectangle 14"/>
            <p:cNvSpPr>
              <a:spLocks noChangeArrowheads="1"/>
            </p:cNvSpPr>
            <p:nvPr/>
          </p:nvSpPr>
          <p:spPr bwMode="auto">
            <a:xfrm>
              <a:off x="2482850" y="3771091"/>
              <a:ext cx="793751" cy="133351"/>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Rectangle 15"/>
            <p:cNvSpPr>
              <a:spLocks noChangeArrowheads="1"/>
            </p:cNvSpPr>
            <p:nvPr/>
          </p:nvSpPr>
          <p:spPr bwMode="auto">
            <a:xfrm>
              <a:off x="3325284" y="4315074"/>
              <a:ext cx="797984"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Rectangle 16"/>
            <p:cNvSpPr>
              <a:spLocks noChangeArrowheads="1"/>
            </p:cNvSpPr>
            <p:nvPr/>
          </p:nvSpPr>
          <p:spPr bwMode="auto">
            <a:xfrm>
              <a:off x="3325284" y="4179607"/>
              <a:ext cx="797984" cy="135467"/>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Rectangle 17"/>
            <p:cNvSpPr>
              <a:spLocks noChangeArrowheads="1"/>
            </p:cNvSpPr>
            <p:nvPr/>
          </p:nvSpPr>
          <p:spPr bwMode="auto">
            <a:xfrm>
              <a:off x="3325284" y="4042025"/>
              <a:ext cx="797984"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Rectangle 18"/>
            <p:cNvSpPr>
              <a:spLocks noChangeArrowheads="1"/>
            </p:cNvSpPr>
            <p:nvPr/>
          </p:nvSpPr>
          <p:spPr bwMode="auto">
            <a:xfrm>
              <a:off x="3325284" y="3904441"/>
              <a:ext cx="797984"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Rectangle 19"/>
            <p:cNvSpPr>
              <a:spLocks noChangeArrowheads="1"/>
            </p:cNvSpPr>
            <p:nvPr/>
          </p:nvSpPr>
          <p:spPr bwMode="auto">
            <a:xfrm>
              <a:off x="3325284" y="3771091"/>
              <a:ext cx="797984" cy="133351"/>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Rectangle 20"/>
            <p:cNvSpPr>
              <a:spLocks noChangeArrowheads="1"/>
            </p:cNvSpPr>
            <p:nvPr/>
          </p:nvSpPr>
          <p:spPr bwMode="auto">
            <a:xfrm>
              <a:off x="4167717" y="4315074"/>
              <a:ext cx="797984"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Rectangle 21"/>
            <p:cNvSpPr>
              <a:spLocks noChangeArrowheads="1"/>
            </p:cNvSpPr>
            <p:nvPr/>
          </p:nvSpPr>
          <p:spPr bwMode="auto">
            <a:xfrm>
              <a:off x="4167717" y="4179607"/>
              <a:ext cx="797984" cy="135467"/>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Rectangle 22"/>
            <p:cNvSpPr>
              <a:spLocks noChangeArrowheads="1"/>
            </p:cNvSpPr>
            <p:nvPr/>
          </p:nvSpPr>
          <p:spPr bwMode="auto">
            <a:xfrm>
              <a:off x="4167717" y="4042025"/>
              <a:ext cx="797984"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Rectangle 23"/>
            <p:cNvSpPr>
              <a:spLocks noChangeArrowheads="1"/>
            </p:cNvSpPr>
            <p:nvPr/>
          </p:nvSpPr>
          <p:spPr bwMode="auto">
            <a:xfrm>
              <a:off x="4167717" y="3904441"/>
              <a:ext cx="797984" cy="13758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Rectangle 24"/>
            <p:cNvSpPr>
              <a:spLocks noChangeArrowheads="1"/>
            </p:cNvSpPr>
            <p:nvPr/>
          </p:nvSpPr>
          <p:spPr bwMode="auto">
            <a:xfrm>
              <a:off x="4167717" y="3771091"/>
              <a:ext cx="797984" cy="133351"/>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8" name="Rectangle 47"/>
          <p:cNvSpPr/>
          <p:nvPr/>
        </p:nvSpPr>
        <p:spPr>
          <a:xfrm>
            <a:off x="6278179" y="3354547"/>
            <a:ext cx="3045080" cy="1302985"/>
          </a:xfrm>
          <a:prstGeom prst="rect">
            <a:avLst/>
          </a:prstGeom>
        </p:spPr>
        <p:txBody>
          <a:bodyPr wrap="square">
            <a:spAutoFit/>
          </a:bodyPr>
          <a:lstStyle/>
          <a:p>
            <a:r>
              <a:rPr lang="en-US" sz="2667">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45.000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Profit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Nullam eu tempor purus. </a:t>
            </a:r>
          </a:p>
        </p:txBody>
      </p:sp>
      <p:cxnSp>
        <p:nvCxnSpPr>
          <p:cNvPr id="49" name="Straight Connector 48"/>
          <p:cNvCxnSpPr/>
          <p:nvPr/>
        </p:nvCxnSpPr>
        <p:spPr>
          <a:xfrm flipH="1">
            <a:off x="6072862" y="3354547"/>
            <a:ext cx="0" cy="1355864"/>
          </a:xfrm>
          <a:prstGeom prst="line">
            <a:avLst/>
          </a:prstGeom>
          <a:ln w="139700" cmpd="dbl">
            <a:solidFill>
              <a:srgbClr val="9BBC57"/>
            </a:solidFill>
          </a:ln>
        </p:spPr>
        <p:style>
          <a:lnRef idx="1">
            <a:schemeClr val="accent1"/>
          </a:lnRef>
          <a:fillRef idx="0">
            <a:schemeClr val="accent1"/>
          </a:fillRef>
          <a:effectRef idx="0">
            <a:schemeClr val="accent1"/>
          </a:effectRef>
          <a:fontRef idx="minor">
            <a:schemeClr val="tx1"/>
          </a:fontRef>
        </p:style>
      </p:cxnSp>
      <p:sp>
        <p:nvSpPr>
          <p:cNvPr id="66" name="Rectangle 65"/>
          <p:cNvSpPr/>
          <p:nvPr/>
        </p:nvSpPr>
        <p:spPr>
          <a:xfrm>
            <a:off x="6278179" y="4980147"/>
            <a:ext cx="3045080" cy="1302985"/>
          </a:xfrm>
          <a:prstGeom prst="rect">
            <a:avLst/>
          </a:prstGeom>
        </p:spPr>
        <p:txBody>
          <a:bodyPr wrap="square">
            <a:spAutoFit/>
          </a:bodyPr>
          <a:lstStyle/>
          <a:p>
            <a:r>
              <a:rPr lang="en-US" sz="2667">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100.900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Nullam eu tempor purus. </a:t>
            </a:r>
            <a:endParaRPr lang="en-US" sz="14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6" name="Group 5"/>
          <p:cNvGrpSpPr/>
          <p:nvPr/>
        </p:nvGrpSpPr>
        <p:grpSpPr>
          <a:xfrm>
            <a:off x="914401" y="4978029"/>
            <a:ext cx="4569884" cy="1280584"/>
            <a:chOff x="914401" y="4978029"/>
            <a:chExt cx="4569884" cy="1280584"/>
          </a:xfrm>
        </p:grpSpPr>
        <p:sp>
          <p:nvSpPr>
            <p:cNvPr id="50" name="Freeform 9"/>
            <p:cNvSpPr>
              <a:spLocks noEditPoints="1"/>
            </p:cNvSpPr>
            <p:nvPr/>
          </p:nvSpPr>
          <p:spPr bwMode="auto">
            <a:xfrm>
              <a:off x="914401" y="4978029"/>
              <a:ext cx="4569884" cy="1280584"/>
            </a:xfrm>
            <a:custGeom>
              <a:avLst/>
              <a:gdLst>
                <a:gd name="T0" fmla="*/ 0 w 2525"/>
                <a:gd name="T1" fmla="*/ 572 h 705"/>
                <a:gd name="T2" fmla="*/ 68 w 2525"/>
                <a:gd name="T3" fmla="*/ 705 h 705"/>
                <a:gd name="T4" fmla="*/ 2374 w 2525"/>
                <a:gd name="T5" fmla="*/ 705 h 705"/>
                <a:gd name="T6" fmla="*/ 2525 w 2525"/>
                <a:gd name="T7" fmla="*/ 489 h 705"/>
                <a:gd name="T8" fmla="*/ 2155 w 2525"/>
                <a:gd name="T9" fmla="*/ 568 h 705"/>
                <a:gd name="T10" fmla="*/ 766 w 2525"/>
                <a:gd name="T11" fmla="*/ 571 h 705"/>
                <a:gd name="T12" fmla="*/ 766 w 2525"/>
                <a:gd name="T13" fmla="*/ 475 h 705"/>
                <a:gd name="T14" fmla="*/ 604 w 2525"/>
                <a:gd name="T15" fmla="*/ 475 h 705"/>
                <a:gd name="T16" fmla="*/ 604 w 2525"/>
                <a:gd name="T17" fmla="*/ 571 h 705"/>
                <a:gd name="T18" fmla="*/ 591 w 2525"/>
                <a:gd name="T19" fmla="*/ 571 h 705"/>
                <a:gd name="T20" fmla="*/ 591 w 2525"/>
                <a:gd name="T21" fmla="*/ 537 h 705"/>
                <a:gd name="T22" fmla="*/ 591 w 2525"/>
                <a:gd name="T23" fmla="*/ 400 h 705"/>
                <a:gd name="T24" fmla="*/ 654 w 2525"/>
                <a:gd name="T25" fmla="*/ 400 h 705"/>
                <a:gd name="T26" fmla="*/ 654 w 2525"/>
                <a:gd name="T27" fmla="*/ 337 h 705"/>
                <a:gd name="T28" fmla="*/ 591 w 2525"/>
                <a:gd name="T29" fmla="*/ 337 h 705"/>
                <a:gd name="T30" fmla="*/ 591 w 2525"/>
                <a:gd name="T31" fmla="*/ 248 h 705"/>
                <a:gd name="T32" fmla="*/ 410 w 2525"/>
                <a:gd name="T33" fmla="*/ 248 h 705"/>
                <a:gd name="T34" fmla="*/ 410 w 2525"/>
                <a:gd name="T35" fmla="*/ 131 h 705"/>
                <a:gd name="T36" fmla="*/ 370 w 2525"/>
                <a:gd name="T37" fmla="*/ 131 h 705"/>
                <a:gd name="T38" fmla="*/ 370 w 2525"/>
                <a:gd name="T39" fmla="*/ 248 h 705"/>
                <a:gd name="T40" fmla="*/ 148 w 2525"/>
                <a:gd name="T41" fmla="*/ 248 h 705"/>
                <a:gd name="T42" fmla="*/ 148 w 2525"/>
                <a:gd name="T43" fmla="*/ 299 h 705"/>
                <a:gd name="T44" fmla="*/ 90 w 2525"/>
                <a:gd name="T45" fmla="*/ 299 h 705"/>
                <a:gd name="T46" fmla="*/ 90 w 2525"/>
                <a:gd name="T47" fmla="*/ 341 h 705"/>
                <a:gd name="T48" fmla="*/ 148 w 2525"/>
                <a:gd name="T49" fmla="*/ 341 h 705"/>
                <a:gd name="T50" fmla="*/ 148 w 2525"/>
                <a:gd name="T51" fmla="*/ 381 h 705"/>
                <a:gd name="T52" fmla="*/ 82 w 2525"/>
                <a:gd name="T53" fmla="*/ 381 h 705"/>
                <a:gd name="T54" fmla="*/ 82 w 2525"/>
                <a:gd name="T55" fmla="*/ 508 h 705"/>
                <a:gd name="T56" fmla="*/ 148 w 2525"/>
                <a:gd name="T57" fmla="*/ 508 h 705"/>
                <a:gd name="T58" fmla="*/ 148 w 2525"/>
                <a:gd name="T59" fmla="*/ 537 h 705"/>
                <a:gd name="T60" fmla="*/ 148 w 2525"/>
                <a:gd name="T61" fmla="*/ 544 h 705"/>
                <a:gd name="T62" fmla="*/ 148 w 2525"/>
                <a:gd name="T63" fmla="*/ 571 h 705"/>
                <a:gd name="T64" fmla="*/ 0 w 2525"/>
                <a:gd name="T65" fmla="*/ 572 h 705"/>
                <a:gd name="T66" fmla="*/ 195 w 2525"/>
                <a:gd name="T67" fmla="*/ 241 h 705"/>
                <a:gd name="T68" fmla="*/ 222 w 2525"/>
                <a:gd name="T69" fmla="*/ 241 h 705"/>
                <a:gd name="T70" fmla="*/ 222 w 2525"/>
                <a:gd name="T71" fmla="*/ 145 h 705"/>
                <a:gd name="T72" fmla="*/ 195 w 2525"/>
                <a:gd name="T73" fmla="*/ 145 h 705"/>
                <a:gd name="T74" fmla="*/ 195 w 2525"/>
                <a:gd name="T75" fmla="*/ 241 h 705"/>
                <a:gd name="T76" fmla="*/ 304 w 2525"/>
                <a:gd name="T77" fmla="*/ 241 h 705"/>
                <a:gd name="T78" fmla="*/ 334 w 2525"/>
                <a:gd name="T79" fmla="*/ 241 h 705"/>
                <a:gd name="T80" fmla="*/ 334 w 2525"/>
                <a:gd name="T81" fmla="*/ 0 h 705"/>
                <a:gd name="T82" fmla="*/ 304 w 2525"/>
                <a:gd name="T83" fmla="*/ 0 h 705"/>
                <a:gd name="T84" fmla="*/ 304 w 2525"/>
                <a:gd name="T85" fmla="*/ 24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5" h="705">
                  <a:moveTo>
                    <a:pt x="0" y="572"/>
                  </a:moveTo>
                  <a:cubicBezTo>
                    <a:pt x="68" y="705"/>
                    <a:pt x="68" y="705"/>
                    <a:pt x="68" y="705"/>
                  </a:cubicBezTo>
                  <a:cubicBezTo>
                    <a:pt x="2374" y="705"/>
                    <a:pt x="2374" y="705"/>
                    <a:pt x="2374" y="705"/>
                  </a:cubicBezTo>
                  <a:cubicBezTo>
                    <a:pt x="2525" y="489"/>
                    <a:pt x="2525" y="489"/>
                    <a:pt x="2525" y="489"/>
                  </a:cubicBezTo>
                  <a:cubicBezTo>
                    <a:pt x="2415" y="535"/>
                    <a:pt x="2296" y="570"/>
                    <a:pt x="2155" y="568"/>
                  </a:cubicBezTo>
                  <a:cubicBezTo>
                    <a:pt x="766" y="571"/>
                    <a:pt x="766" y="571"/>
                    <a:pt x="766" y="571"/>
                  </a:cubicBezTo>
                  <a:cubicBezTo>
                    <a:pt x="766" y="475"/>
                    <a:pt x="766" y="475"/>
                    <a:pt x="766" y="475"/>
                  </a:cubicBezTo>
                  <a:cubicBezTo>
                    <a:pt x="604" y="475"/>
                    <a:pt x="604" y="475"/>
                    <a:pt x="604" y="475"/>
                  </a:cubicBezTo>
                  <a:cubicBezTo>
                    <a:pt x="604" y="571"/>
                    <a:pt x="604" y="571"/>
                    <a:pt x="604" y="571"/>
                  </a:cubicBezTo>
                  <a:cubicBezTo>
                    <a:pt x="591" y="571"/>
                    <a:pt x="591" y="571"/>
                    <a:pt x="591" y="571"/>
                  </a:cubicBezTo>
                  <a:cubicBezTo>
                    <a:pt x="591" y="537"/>
                    <a:pt x="591" y="537"/>
                    <a:pt x="591" y="537"/>
                  </a:cubicBezTo>
                  <a:cubicBezTo>
                    <a:pt x="591" y="400"/>
                    <a:pt x="591" y="400"/>
                    <a:pt x="591" y="400"/>
                  </a:cubicBezTo>
                  <a:cubicBezTo>
                    <a:pt x="654" y="400"/>
                    <a:pt x="654" y="400"/>
                    <a:pt x="654" y="400"/>
                  </a:cubicBezTo>
                  <a:cubicBezTo>
                    <a:pt x="654" y="337"/>
                    <a:pt x="654" y="337"/>
                    <a:pt x="654" y="337"/>
                  </a:cubicBezTo>
                  <a:cubicBezTo>
                    <a:pt x="591" y="337"/>
                    <a:pt x="591" y="337"/>
                    <a:pt x="591" y="337"/>
                  </a:cubicBezTo>
                  <a:cubicBezTo>
                    <a:pt x="591" y="248"/>
                    <a:pt x="591" y="248"/>
                    <a:pt x="591" y="248"/>
                  </a:cubicBezTo>
                  <a:cubicBezTo>
                    <a:pt x="410" y="248"/>
                    <a:pt x="410" y="248"/>
                    <a:pt x="410" y="248"/>
                  </a:cubicBezTo>
                  <a:cubicBezTo>
                    <a:pt x="410" y="131"/>
                    <a:pt x="410" y="131"/>
                    <a:pt x="410" y="131"/>
                  </a:cubicBezTo>
                  <a:cubicBezTo>
                    <a:pt x="370" y="131"/>
                    <a:pt x="370" y="131"/>
                    <a:pt x="370" y="131"/>
                  </a:cubicBezTo>
                  <a:cubicBezTo>
                    <a:pt x="370" y="248"/>
                    <a:pt x="370" y="248"/>
                    <a:pt x="370" y="248"/>
                  </a:cubicBezTo>
                  <a:cubicBezTo>
                    <a:pt x="148" y="248"/>
                    <a:pt x="148" y="248"/>
                    <a:pt x="148" y="248"/>
                  </a:cubicBezTo>
                  <a:cubicBezTo>
                    <a:pt x="148" y="299"/>
                    <a:pt x="148" y="299"/>
                    <a:pt x="148" y="299"/>
                  </a:cubicBezTo>
                  <a:cubicBezTo>
                    <a:pt x="90" y="299"/>
                    <a:pt x="90" y="299"/>
                    <a:pt x="90" y="299"/>
                  </a:cubicBezTo>
                  <a:cubicBezTo>
                    <a:pt x="90" y="341"/>
                    <a:pt x="90" y="341"/>
                    <a:pt x="90" y="341"/>
                  </a:cubicBezTo>
                  <a:cubicBezTo>
                    <a:pt x="148" y="341"/>
                    <a:pt x="148" y="341"/>
                    <a:pt x="148" y="341"/>
                  </a:cubicBezTo>
                  <a:cubicBezTo>
                    <a:pt x="148" y="381"/>
                    <a:pt x="148" y="381"/>
                    <a:pt x="148" y="381"/>
                  </a:cubicBezTo>
                  <a:cubicBezTo>
                    <a:pt x="82" y="381"/>
                    <a:pt x="82" y="381"/>
                    <a:pt x="82" y="381"/>
                  </a:cubicBezTo>
                  <a:cubicBezTo>
                    <a:pt x="82" y="508"/>
                    <a:pt x="82" y="508"/>
                    <a:pt x="82" y="508"/>
                  </a:cubicBezTo>
                  <a:cubicBezTo>
                    <a:pt x="148" y="508"/>
                    <a:pt x="148" y="508"/>
                    <a:pt x="148" y="508"/>
                  </a:cubicBezTo>
                  <a:cubicBezTo>
                    <a:pt x="148" y="537"/>
                    <a:pt x="148" y="537"/>
                    <a:pt x="148" y="537"/>
                  </a:cubicBezTo>
                  <a:cubicBezTo>
                    <a:pt x="148" y="544"/>
                    <a:pt x="148" y="544"/>
                    <a:pt x="148" y="544"/>
                  </a:cubicBezTo>
                  <a:cubicBezTo>
                    <a:pt x="148" y="571"/>
                    <a:pt x="148" y="571"/>
                    <a:pt x="148" y="571"/>
                  </a:cubicBezTo>
                  <a:lnTo>
                    <a:pt x="0" y="572"/>
                  </a:lnTo>
                  <a:close/>
                  <a:moveTo>
                    <a:pt x="195" y="241"/>
                  </a:moveTo>
                  <a:cubicBezTo>
                    <a:pt x="222" y="241"/>
                    <a:pt x="222" y="241"/>
                    <a:pt x="222" y="241"/>
                  </a:cubicBezTo>
                  <a:cubicBezTo>
                    <a:pt x="222" y="145"/>
                    <a:pt x="222" y="145"/>
                    <a:pt x="222" y="145"/>
                  </a:cubicBezTo>
                  <a:cubicBezTo>
                    <a:pt x="195" y="145"/>
                    <a:pt x="195" y="145"/>
                    <a:pt x="195" y="145"/>
                  </a:cubicBezTo>
                  <a:lnTo>
                    <a:pt x="195" y="241"/>
                  </a:lnTo>
                  <a:close/>
                  <a:moveTo>
                    <a:pt x="304" y="241"/>
                  </a:moveTo>
                  <a:cubicBezTo>
                    <a:pt x="334" y="241"/>
                    <a:pt x="334" y="241"/>
                    <a:pt x="334" y="241"/>
                  </a:cubicBezTo>
                  <a:cubicBezTo>
                    <a:pt x="334" y="0"/>
                    <a:pt x="334" y="0"/>
                    <a:pt x="334" y="0"/>
                  </a:cubicBezTo>
                  <a:cubicBezTo>
                    <a:pt x="304" y="0"/>
                    <a:pt x="304" y="0"/>
                    <a:pt x="304" y="0"/>
                  </a:cubicBezTo>
                  <a:lnTo>
                    <a:pt x="304" y="241"/>
                  </a:lnTo>
                  <a:close/>
                </a:path>
              </a:pathLst>
            </a:custGeom>
            <a:solidFill>
              <a:srgbClr val="BAB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10"/>
            <p:cNvSpPr>
              <a:spLocks noChangeArrowheads="1"/>
            </p:cNvSpPr>
            <p:nvPr/>
          </p:nvSpPr>
          <p:spPr bwMode="auto">
            <a:xfrm>
              <a:off x="2482850" y="5877613"/>
              <a:ext cx="793751" cy="13758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Rectangle 11"/>
            <p:cNvSpPr>
              <a:spLocks noChangeArrowheads="1"/>
            </p:cNvSpPr>
            <p:nvPr/>
          </p:nvSpPr>
          <p:spPr bwMode="auto">
            <a:xfrm>
              <a:off x="2482850" y="5742146"/>
              <a:ext cx="793751" cy="135467"/>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Rectangle 12"/>
            <p:cNvSpPr>
              <a:spLocks noChangeArrowheads="1"/>
            </p:cNvSpPr>
            <p:nvPr/>
          </p:nvSpPr>
          <p:spPr bwMode="auto">
            <a:xfrm>
              <a:off x="2482850" y="5604564"/>
              <a:ext cx="793751" cy="13758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Rectangle 13"/>
            <p:cNvSpPr>
              <a:spLocks noChangeArrowheads="1"/>
            </p:cNvSpPr>
            <p:nvPr/>
          </p:nvSpPr>
          <p:spPr bwMode="auto">
            <a:xfrm>
              <a:off x="2482850" y="5466980"/>
              <a:ext cx="793751" cy="13758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Rectangle 14"/>
            <p:cNvSpPr>
              <a:spLocks noChangeArrowheads="1"/>
            </p:cNvSpPr>
            <p:nvPr/>
          </p:nvSpPr>
          <p:spPr bwMode="auto">
            <a:xfrm>
              <a:off x="2482850" y="5333630"/>
              <a:ext cx="793751" cy="133351"/>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Rectangle 15"/>
            <p:cNvSpPr>
              <a:spLocks noChangeArrowheads="1"/>
            </p:cNvSpPr>
            <p:nvPr/>
          </p:nvSpPr>
          <p:spPr bwMode="auto">
            <a:xfrm>
              <a:off x="3325284" y="5877613"/>
              <a:ext cx="797984" cy="13758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Rectangle 16"/>
            <p:cNvSpPr>
              <a:spLocks noChangeArrowheads="1"/>
            </p:cNvSpPr>
            <p:nvPr/>
          </p:nvSpPr>
          <p:spPr bwMode="auto">
            <a:xfrm>
              <a:off x="3325284" y="5742146"/>
              <a:ext cx="797984" cy="135467"/>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Rectangle 17"/>
            <p:cNvSpPr>
              <a:spLocks noChangeArrowheads="1"/>
            </p:cNvSpPr>
            <p:nvPr/>
          </p:nvSpPr>
          <p:spPr bwMode="auto">
            <a:xfrm>
              <a:off x="3325284" y="5604564"/>
              <a:ext cx="797984" cy="13758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Rectangle 18"/>
            <p:cNvSpPr>
              <a:spLocks noChangeArrowheads="1"/>
            </p:cNvSpPr>
            <p:nvPr/>
          </p:nvSpPr>
          <p:spPr bwMode="auto">
            <a:xfrm>
              <a:off x="3325284" y="5466980"/>
              <a:ext cx="797984" cy="13758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Rectangle 19"/>
            <p:cNvSpPr>
              <a:spLocks noChangeArrowheads="1"/>
            </p:cNvSpPr>
            <p:nvPr/>
          </p:nvSpPr>
          <p:spPr bwMode="auto">
            <a:xfrm>
              <a:off x="3325284" y="5333630"/>
              <a:ext cx="797984" cy="133351"/>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Rectangle 20"/>
            <p:cNvSpPr>
              <a:spLocks noChangeArrowheads="1"/>
            </p:cNvSpPr>
            <p:nvPr/>
          </p:nvSpPr>
          <p:spPr bwMode="auto">
            <a:xfrm>
              <a:off x="4167717" y="5877613"/>
              <a:ext cx="797984" cy="13758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Rectangle 21"/>
            <p:cNvSpPr>
              <a:spLocks noChangeArrowheads="1"/>
            </p:cNvSpPr>
            <p:nvPr/>
          </p:nvSpPr>
          <p:spPr bwMode="auto">
            <a:xfrm>
              <a:off x="4167717" y="5742146"/>
              <a:ext cx="797984" cy="135467"/>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Rectangle 22"/>
            <p:cNvSpPr>
              <a:spLocks noChangeArrowheads="1"/>
            </p:cNvSpPr>
            <p:nvPr/>
          </p:nvSpPr>
          <p:spPr bwMode="auto">
            <a:xfrm>
              <a:off x="4167717" y="5604564"/>
              <a:ext cx="797984" cy="137584"/>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Rectangle 23"/>
            <p:cNvSpPr>
              <a:spLocks noChangeArrowheads="1"/>
            </p:cNvSpPr>
            <p:nvPr/>
          </p:nvSpPr>
          <p:spPr bwMode="auto">
            <a:xfrm>
              <a:off x="4167717" y="5466980"/>
              <a:ext cx="797984" cy="137584"/>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Rectangle 24"/>
            <p:cNvSpPr>
              <a:spLocks noChangeArrowheads="1"/>
            </p:cNvSpPr>
            <p:nvPr/>
          </p:nvSpPr>
          <p:spPr bwMode="auto">
            <a:xfrm>
              <a:off x="4167717" y="5333630"/>
              <a:ext cx="797984" cy="133351"/>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cxnSp>
        <p:nvCxnSpPr>
          <p:cNvPr id="67" name="Straight Connector 66"/>
          <p:cNvCxnSpPr/>
          <p:nvPr/>
        </p:nvCxnSpPr>
        <p:spPr>
          <a:xfrm flipH="1">
            <a:off x="6072862" y="4980147"/>
            <a:ext cx="0" cy="1355864"/>
          </a:xfrm>
          <a:prstGeom prst="line">
            <a:avLst/>
          </a:prstGeom>
          <a:ln w="139700" cmpd="dbl">
            <a:solidFill>
              <a:srgbClr val="297F9D"/>
            </a:solidFill>
          </a:ln>
        </p:spPr>
        <p:style>
          <a:lnRef idx="1">
            <a:schemeClr val="accent1"/>
          </a:lnRef>
          <a:fillRef idx="0">
            <a:schemeClr val="accent1"/>
          </a:fillRef>
          <a:effectRef idx="0">
            <a:schemeClr val="accent1"/>
          </a:effectRef>
          <a:fontRef idx="minor">
            <a:schemeClr val="tx1"/>
          </a:fontRef>
        </p:style>
      </p:cxnSp>
      <p:sp>
        <p:nvSpPr>
          <p:cNvPr id="68"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69" name="Rectangle 68"/>
          <p:cNvSpPr/>
          <p:nvPr/>
        </p:nvSpPr>
        <p:spPr>
          <a:xfrm>
            <a:off x="9352165" y="1792155"/>
            <a:ext cx="2167174" cy="2077492"/>
          </a:xfrm>
          <a:prstGeom prst="rect">
            <a:avLst/>
          </a:prstGeom>
          <a:solidFill>
            <a:srgbClr val="15A185"/>
          </a:solidFill>
        </p:spPr>
        <p:txBody>
          <a:bodyPr wrap="square" lIns="182880" tIns="91440" rIns="182880" bIns="91440">
            <a:spAutoFit/>
          </a:bodyPr>
          <a:lstStyle/>
          <a:p>
            <a:pPr>
              <a:lnSpc>
                <a:spcPct val="150000"/>
              </a:lnSpc>
            </a:pPr>
            <a:r>
              <a:rPr lang="en-US" b="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Software</a:t>
            </a:r>
            <a:endPar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a:t>
            </a:r>
            <a:r>
              <a:rPr lang="en-US" sz="1200"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 </a:t>
            </a:r>
            <a:r>
              <a:rPr lang="pt-BR"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Etiam faucibus tortor a ipsum vehicula sed </a:t>
            </a:r>
            <a:r>
              <a:rPr lang="pt-BR" sz="12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hendrerit.</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70" name="Rectangle 69"/>
          <p:cNvSpPr/>
          <p:nvPr/>
        </p:nvSpPr>
        <p:spPr>
          <a:xfrm>
            <a:off x="9352164" y="4205640"/>
            <a:ext cx="2167174" cy="2077492"/>
          </a:xfrm>
          <a:prstGeom prst="rect">
            <a:avLst/>
          </a:prstGeom>
          <a:solidFill>
            <a:srgbClr val="15A185"/>
          </a:solidFill>
        </p:spPr>
        <p:txBody>
          <a:bodyPr wrap="square" lIns="182880" tIns="91440" rIns="182880" bIns="91440">
            <a:spAutoFit/>
          </a:bodyPr>
          <a:lstStyle/>
          <a:p>
            <a:pPr>
              <a:lnSpc>
                <a:spcPct val="150000"/>
              </a:lnSpc>
            </a:pPr>
            <a:r>
              <a:rPr lang="en-US" b="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Hardware</a:t>
            </a:r>
            <a:endPar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a:t>
            </a:r>
            <a:r>
              <a:rPr lang="en-US" sz="1200"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 </a:t>
            </a:r>
            <a:r>
              <a:rPr lang="pt-BR"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Etiam faucibus tortor a ipsum vehicula sed </a:t>
            </a:r>
            <a:r>
              <a:rPr lang="pt-BR" sz="12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hendrerit.</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Tree>
    <p:extLst>
      <p:ext uri="{BB962C8B-B14F-4D97-AF65-F5344CB8AC3E}">
        <p14:creationId xmlns:p14="http://schemas.microsoft.com/office/powerpoint/2010/main" val="32251685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206986"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The Cost Policy</a:t>
            </a:r>
          </a:p>
        </p:txBody>
      </p:sp>
      <p:sp>
        <p:nvSpPr>
          <p:cNvPr id="20" name="Freeform 28"/>
          <p:cNvSpPr>
            <a:spLocks noEditPoints="1"/>
          </p:cNvSpPr>
          <p:nvPr/>
        </p:nvSpPr>
        <p:spPr bwMode="auto">
          <a:xfrm>
            <a:off x="812800" y="1701056"/>
            <a:ext cx="1930400" cy="3812676"/>
          </a:xfrm>
          <a:custGeom>
            <a:avLst/>
            <a:gdLst>
              <a:gd name="T0" fmla="*/ 214 w 214"/>
              <a:gd name="T1" fmla="*/ 30 h 453"/>
              <a:gd name="T2" fmla="*/ 184 w 214"/>
              <a:gd name="T3" fmla="*/ 0 h 453"/>
              <a:gd name="T4" fmla="*/ 31 w 214"/>
              <a:gd name="T5" fmla="*/ 0 h 453"/>
              <a:gd name="T6" fmla="*/ 0 w 214"/>
              <a:gd name="T7" fmla="*/ 30 h 453"/>
              <a:gd name="T8" fmla="*/ 0 w 214"/>
              <a:gd name="T9" fmla="*/ 423 h 453"/>
              <a:gd name="T10" fmla="*/ 31 w 214"/>
              <a:gd name="T11" fmla="*/ 453 h 453"/>
              <a:gd name="T12" fmla="*/ 184 w 214"/>
              <a:gd name="T13" fmla="*/ 453 h 453"/>
              <a:gd name="T14" fmla="*/ 214 w 214"/>
              <a:gd name="T15" fmla="*/ 423 h 453"/>
              <a:gd name="T16" fmla="*/ 214 w 214"/>
              <a:gd name="T17" fmla="*/ 30 h 453"/>
              <a:gd name="T18" fmla="*/ 130 w 214"/>
              <a:gd name="T19" fmla="*/ 40 h 453"/>
              <a:gd name="T20" fmla="*/ 125 w 214"/>
              <a:gd name="T21" fmla="*/ 45 h 453"/>
              <a:gd name="T22" fmla="*/ 92 w 214"/>
              <a:gd name="T23" fmla="*/ 45 h 453"/>
              <a:gd name="T24" fmla="*/ 87 w 214"/>
              <a:gd name="T25" fmla="*/ 40 h 453"/>
              <a:gd name="T26" fmla="*/ 87 w 214"/>
              <a:gd name="T27" fmla="*/ 40 h 453"/>
              <a:gd name="T28" fmla="*/ 92 w 214"/>
              <a:gd name="T29" fmla="*/ 35 h 453"/>
              <a:gd name="T30" fmla="*/ 125 w 214"/>
              <a:gd name="T31" fmla="*/ 35 h 453"/>
              <a:gd name="T32" fmla="*/ 130 w 214"/>
              <a:gd name="T33" fmla="*/ 40 h 453"/>
              <a:gd name="T34" fmla="*/ 200 w 214"/>
              <a:gd name="T35" fmla="*/ 389 h 453"/>
              <a:gd name="T36" fmla="*/ 18 w 214"/>
              <a:gd name="T37" fmla="*/ 389 h 453"/>
              <a:gd name="T38" fmla="*/ 18 w 214"/>
              <a:gd name="T39" fmla="*/ 65 h 453"/>
              <a:gd name="T40" fmla="*/ 200 w 214"/>
              <a:gd name="T41" fmla="*/ 65 h 453"/>
              <a:gd name="T42" fmla="*/ 200 w 214"/>
              <a:gd name="T43" fmla="*/ 38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452">
                <a:moveTo>
                  <a:pt x="214" y="30"/>
                </a:moveTo>
                <a:cubicBezTo>
                  <a:pt x="214" y="14"/>
                  <a:pt x="201" y="0"/>
                  <a:pt x="184" y="0"/>
                </a:cubicBezTo>
                <a:cubicBezTo>
                  <a:pt x="31" y="0"/>
                  <a:pt x="31" y="0"/>
                  <a:pt x="31" y="0"/>
                </a:cubicBezTo>
                <a:cubicBezTo>
                  <a:pt x="14" y="0"/>
                  <a:pt x="0" y="14"/>
                  <a:pt x="0" y="30"/>
                </a:cubicBezTo>
                <a:cubicBezTo>
                  <a:pt x="0" y="423"/>
                  <a:pt x="0" y="423"/>
                  <a:pt x="0" y="423"/>
                </a:cubicBezTo>
                <a:cubicBezTo>
                  <a:pt x="0" y="440"/>
                  <a:pt x="14" y="453"/>
                  <a:pt x="31" y="453"/>
                </a:cubicBezTo>
                <a:cubicBezTo>
                  <a:pt x="184" y="453"/>
                  <a:pt x="184" y="453"/>
                  <a:pt x="184" y="453"/>
                </a:cubicBezTo>
                <a:cubicBezTo>
                  <a:pt x="201" y="453"/>
                  <a:pt x="214" y="440"/>
                  <a:pt x="214" y="423"/>
                </a:cubicBezTo>
                <a:lnTo>
                  <a:pt x="214" y="30"/>
                </a:lnTo>
                <a:close/>
                <a:moveTo>
                  <a:pt x="130" y="40"/>
                </a:moveTo>
                <a:cubicBezTo>
                  <a:pt x="130" y="43"/>
                  <a:pt x="128" y="45"/>
                  <a:pt x="125" y="45"/>
                </a:cubicBezTo>
                <a:cubicBezTo>
                  <a:pt x="92" y="45"/>
                  <a:pt x="92" y="45"/>
                  <a:pt x="92" y="45"/>
                </a:cubicBezTo>
                <a:cubicBezTo>
                  <a:pt x="90" y="45"/>
                  <a:pt x="87" y="43"/>
                  <a:pt x="87" y="40"/>
                </a:cubicBezTo>
                <a:cubicBezTo>
                  <a:pt x="87" y="40"/>
                  <a:pt x="87" y="40"/>
                  <a:pt x="87" y="40"/>
                </a:cubicBezTo>
                <a:cubicBezTo>
                  <a:pt x="87" y="37"/>
                  <a:pt x="90" y="35"/>
                  <a:pt x="92" y="35"/>
                </a:cubicBezTo>
                <a:cubicBezTo>
                  <a:pt x="125" y="35"/>
                  <a:pt x="125" y="35"/>
                  <a:pt x="125" y="35"/>
                </a:cubicBezTo>
                <a:cubicBezTo>
                  <a:pt x="128" y="35"/>
                  <a:pt x="130" y="37"/>
                  <a:pt x="130" y="40"/>
                </a:cubicBezTo>
                <a:close/>
                <a:moveTo>
                  <a:pt x="200" y="389"/>
                </a:moveTo>
                <a:cubicBezTo>
                  <a:pt x="18" y="389"/>
                  <a:pt x="18" y="389"/>
                  <a:pt x="18" y="389"/>
                </a:cubicBezTo>
                <a:cubicBezTo>
                  <a:pt x="18" y="65"/>
                  <a:pt x="18" y="65"/>
                  <a:pt x="18" y="65"/>
                </a:cubicBezTo>
                <a:cubicBezTo>
                  <a:pt x="200" y="65"/>
                  <a:pt x="200" y="65"/>
                  <a:pt x="200" y="65"/>
                </a:cubicBezTo>
                <a:lnTo>
                  <a:pt x="200" y="3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5"/>
          <p:cNvSpPr/>
          <p:nvPr/>
        </p:nvSpPr>
        <p:spPr>
          <a:xfrm>
            <a:off x="2744704" y="2258721"/>
            <a:ext cx="2335297" cy="682807"/>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75%</a:t>
            </a:r>
          </a:p>
        </p:txBody>
      </p:sp>
      <p:sp>
        <p:nvSpPr>
          <p:cNvPr id="27" name="Rectangle 26"/>
          <p:cNvSpPr/>
          <p:nvPr/>
        </p:nvSpPr>
        <p:spPr>
          <a:xfrm>
            <a:off x="2744704" y="2941528"/>
            <a:ext cx="3249697" cy="682807"/>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95%</a:t>
            </a:r>
          </a:p>
        </p:txBody>
      </p:sp>
      <p:sp>
        <p:nvSpPr>
          <p:cNvPr id="28" name="Rectangle 27"/>
          <p:cNvSpPr/>
          <p:nvPr/>
        </p:nvSpPr>
        <p:spPr>
          <a:xfrm>
            <a:off x="2744704" y="3624333"/>
            <a:ext cx="1827297" cy="682807"/>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40%</a:t>
            </a:r>
          </a:p>
        </p:txBody>
      </p:sp>
      <p:sp>
        <p:nvSpPr>
          <p:cNvPr id="29" name="Rectangle 28"/>
          <p:cNvSpPr/>
          <p:nvPr/>
        </p:nvSpPr>
        <p:spPr>
          <a:xfrm>
            <a:off x="2744704" y="4307140"/>
            <a:ext cx="2233697" cy="682807"/>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p:txBody>
      </p:sp>
      <p:sp>
        <p:nvSpPr>
          <p:cNvPr id="33" name="Freeform 28"/>
          <p:cNvSpPr>
            <a:spLocks noEditPoints="1"/>
          </p:cNvSpPr>
          <p:nvPr/>
        </p:nvSpPr>
        <p:spPr bwMode="auto">
          <a:xfrm>
            <a:off x="6604000" y="1685271"/>
            <a:ext cx="1930400" cy="3812676"/>
          </a:xfrm>
          <a:custGeom>
            <a:avLst/>
            <a:gdLst>
              <a:gd name="T0" fmla="*/ 214 w 214"/>
              <a:gd name="T1" fmla="*/ 30 h 453"/>
              <a:gd name="T2" fmla="*/ 184 w 214"/>
              <a:gd name="T3" fmla="*/ 0 h 453"/>
              <a:gd name="T4" fmla="*/ 31 w 214"/>
              <a:gd name="T5" fmla="*/ 0 h 453"/>
              <a:gd name="T6" fmla="*/ 0 w 214"/>
              <a:gd name="T7" fmla="*/ 30 h 453"/>
              <a:gd name="T8" fmla="*/ 0 w 214"/>
              <a:gd name="T9" fmla="*/ 423 h 453"/>
              <a:gd name="T10" fmla="*/ 31 w 214"/>
              <a:gd name="T11" fmla="*/ 453 h 453"/>
              <a:gd name="T12" fmla="*/ 184 w 214"/>
              <a:gd name="T13" fmla="*/ 453 h 453"/>
              <a:gd name="T14" fmla="*/ 214 w 214"/>
              <a:gd name="T15" fmla="*/ 423 h 453"/>
              <a:gd name="T16" fmla="*/ 214 w 214"/>
              <a:gd name="T17" fmla="*/ 30 h 453"/>
              <a:gd name="T18" fmla="*/ 130 w 214"/>
              <a:gd name="T19" fmla="*/ 40 h 453"/>
              <a:gd name="T20" fmla="*/ 125 w 214"/>
              <a:gd name="T21" fmla="*/ 45 h 453"/>
              <a:gd name="T22" fmla="*/ 92 w 214"/>
              <a:gd name="T23" fmla="*/ 45 h 453"/>
              <a:gd name="T24" fmla="*/ 87 w 214"/>
              <a:gd name="T25" fmla="*/ 40 h 453"/>
              <a:gd name="T26" fmla="*/ 87 w 214"/>
              <a:gd name="T27" fmla="*/ 40 h 453"/>
              <a:gd name="T28" fmla="*/ 92 w 214"/>
              <a:gd name="T29" fmla="*/ 35 h 453"/>
              <a:gd name="T30" fmla="*/ 125 w 214"/>
              <a:gd name="T31" fmla="*/ 35 h 453"/>
              <a:gd name="T32" fmla="*/ 130 w 214"/>
              <a:gd name="T33" fmla="*/ 40 h 453"/>
              <a:gd name="T34" fmla="*/ 200 w 214"/>
              <a:gd name="T35" fmla="*/ 389 h 453"/>
              <a:gd name="T36" fmla="*/ 18 w 214"/>
              <a:gd name="T37" fmla="*/ 389 h 453"/>
              <a:gd name="T38" fmla="*/ 18 w 214"/>
              <a:gd name="T39" fmla="*/ 65 h 453"/>
              <a:gd name="T40" fmla="*/ 200 w 214"/>
              <a:gd name="T41" fmla="*/ 65 h 453"/>
              <a:gd name="T42" fmla="*/ 200 w 214"/>
              <a:gd name="T43" fmla="*/ 38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452">
                <a:moveTo>
                  <a:pt x="214" y="30"/>
                </a:moveTo>
                <a:cubicBezTo>
                  <a:pt x="214" y="14"/>
                  <a:pt x="201" y="0"/>
                  <a:pt x="184" y="0"/>
                </a:cubicBezTo>
                <a:cubicBezTo>
                  <a:pt x="31" y="0"/>
                  <a:pt x="31" y="0"/>
                  <a:pt x="31" y="0"/>
                </a:cubicBezTo>
                <a:cubicBezTo>
                  <a:pt x="14" y="0"/>
                  <a:pt x="0" y="14"/>
                  <a:pt x="0" y="30"/>
                </a:cubicBezTo>
                <a:cubicBezTo>
                  <a:pt x="0" y="423"/>
                  <a:pt x="0" y="423"/>
                  <a:pt x="0" y="423"/>
                </a:cubicBezTo>
                <a:cubicBezTo>
                  <a:pt x="0" y="440"/>
                  <a:pt x="14" y="453"/>
                  <a:pt x="31" y="453"/>
                </a:cubicBezTo>
                <a:cubicBezTo>
                  <a:pt x="184" y="453"/>
                  <a:pt x="184" y="453"/>
                  <a:pt x="184" y="453"/>
                </a:cubicBezTo>
                <a:cubicBezTo>
                  <a:pt x="201" y="453"/>
                  <a:pt x="214" y="440"/>
                  <a:pt x="214" y="423"/>
                </a:cubicBezTo>
                <a:lnTo>
                  <a:pt x="214" y="30"/>
                </a:lnTo>
                <a:close/>
                <a:moveTo>
                  <a:pt x="130" y="40"/>
                </a:moveTo>
                <a:cubicBezTo>
                  <a:pt x="130" y="43"/>
                  <a:pt x="128" y="45"/>
                  <a:pt x="125" y="45"/>
                </a:cubicBezTo>
                <a:cubicBezTo>
                  <a:pt x="92" y="45"/>
                  <a:pt x="92" y="45"/>
                  <a:pt x="92" y="45"/>
                </a:cubicBezTo>
                <a:cubicBezTo>
                  <a:pt x="90" y="45"/>
                  <a:pt x="87" y="43"/>
                  <a:pt x="87" y="40"/>
                </a:cubicBezTo>
                <a:cubicBezTo>
                  <a:pt x="87" y="40"/>
                  <a:pt x="87" y="40"/>
                  <a:pt x="87" y="40"/>
                </a:cubicBezTo>
                <a:cubicBezTo>
                  <a:pt x="87" y="37"/>
                  <a:pt x="90" y="35"/>
                  <a:pt x="92" y="35"/>
                </a:cubicBezTo>
                <a:cubicBezTo>
                  <a:pt x="125" y="35"/>
                  <a:pt x="125" y="35"/>
                  <a:pt x="125" y="35"/>
                </a:cubicBezTo>
                <a:cubicBezTo>
                  <a:pt x="128" y="35"/>
                  <a:pt x="130" y="37"/>
                  <a:pt x="130" y="40"/>
                </a:cubicBezTo>
                <a:close/>
                <a:moveTo>
                  <a:pt x="200" y="389"/>
                </a:moveTo>
                <a:cubicBezTo>
                  <a:pt x="18" y="389"/>
                  <a:pt x="18" y="389"/>
                  <a:pt x="18" y="389"/>
                </a:cubicBezTo>
                <a:cubicBezTo>
                  <a:pt x="18" y="65"/>
                  <a:pt x="18" y="65"/>
                  <a:pt x="18" y="65"/>
                </a:cubicBezTo>
                <a:cubicBezTo>
                  <a:pt x="200" y="65"/>
                  <a:pt x="200" y="65"/>
                  <a:pt x="200" y="65"/>
                </a:cubicBezTo>
                <a:lnTo>
                  <a:pt x="200" y="3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Rectangle 37"/>
          <p:cNvSpPr/>
          <p:nvPr/>
        </p:nvSpPr>
        <p:spPr>
          <a:xfrm>
            <a:off x="8535904" y="2242936"/>
            <a:ext cx="2741697" cy="682807"/>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250.000</a:t>
            </a:r>
          </a:p>
        </p:txBody>
      </p:sp>
      <p:sp>
        <p:nvSpPr>
          <p:cNvPr id="39" name="Rectangle 38"/>
          <p:cNvSpPr/>
          <p:nvPr/>
        </p:nvSpPr>
        <p:spPr>
          <a:xfrm>
            <a:off x="8535904" y="2925743"/>
            <a:ext cx="2233697" cy="682807"/>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200.000</a:t>
            </a:r>
          </a:p>
        </p:txBody>
      </p:sp>
      <p:sp>
        <p:nvSpPr>
          <p:cNvPr id="40" name="Rectangle 39"/>
          <p:cNvSpPr/>
          <p:nvPr/>
        </p:nvSpPr>
        <p:spPr>
          <a:xfrm>
            <a:off x="8535904" y="3608548"/>
            <a:ext cx="1522497" cy="682807"/>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145.000</a:t>
            </a:r>
          </a:p>
        </p:txBody>
      </p:sp>
      <p:sp>
        <p:nvSpPr>
          <p:cNvPr id="41" name="Rectangle 40"/>
          <p:cNvSpPr/>
          <p:nvPr/>
        </p:nvSpPr>
        <p:spPr>
          <a:xfrm>
            <a:off x="8535904" y="4291355"/>
            <a:ext cx="1928897" cy="682807"/>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180.000</a:t>
            </a:r>
          </a:p>
        </p:txBody>
      </p:sp>
      <p:grpSp>
        <p:nvGrpSpPr>
          <p:cNvPr id="2" name="Group 1"/>
          <p:cNvGrpSpPr/>
          <p:nvPr/>
        </p:nvGrpSpPr>
        <p:grpSpPr>
          <a:xfrm>
            <a:off x="976449" y="2258723"/>
            <a:ext cx="1635164" cy="682807"/>
            <a:chOff x="732336" y="1818732"/>
            <a:chExt cx="1226373" cy="512105"/>
          </a:xfrm>
        </p:grpSpPr>
        <p:sp>
          <p:nvSpPr>
            <p:cNvPr id="21" name="Rectangle 20"/>
            <p:cNvSpPr/>
            <p:nvPr/>
          </p:nvSpPr>
          <p:spPr>
            <a:xfrm>
              <a:off x="732336" y="1818732"/>
              <a:ext cx="1226373" cy="512105"/>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2" name="Group 41"/>
            <p:cNvGrpSpPr/>
            <p:nvPr/>
          </p:nvGrpSpPr>
          <p:grpSpPr>
            <a:xfrm>
              <a:off x="1237715" y="1893152"/>
              <a:ext cx="215615" cy="281959"/>
              <a:chOff x="812800" y="2401888"/>
              <a:chExt cx="206375" cy="269875"/>
            </a:xfrm>
            <a:solidFill>
              <a:schemeClr val="bg1"/>
            </a:solidFill>
          </p:grpSpPr>
          <p:sp>
            <p:nvSpPr>
              <p:cNvPr id="43"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9" name="Group 8"/>
          <p:cNvGrpSpPr/>
          <p:nvPr/>
        </p:nvGrpSpPr>
        <p:grpSpPr>
          <a:xfrm>
            <a:off x="6767649" y="2925744"/>
            <a:ext cx="1635164" cy="682807"/>
            <a:chOff x="5075736" y="2318998"/>
            <a:chExt cx="1226373" cy="512105"/>
          </a:xfrm>
        </p:grpSpPr>
        <p:sp>
          <p:nvSpPr>
            <p:cNvPr id="35" name="Rectangle 34"/>
            <p:cNvSpPr/>
            <p:nvPr/>
          </p:nvSpPr>
          <p:spPr>
            <a:xfrm>
              <a:off x="5075736" y="2318998"/>
              <a:ext cx="1226373" cy="512105"/>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5" name="Group 44"/>
            <p:cNvGrpSpPr/>
            <p:nvPr/>
          </p:nvGrpSpPr>
          <p:grpSpPr>
            <a:xfrm>
              <a:off x="5571743" y="2466940"/>
              <a:ext cx="234359" cy="232866"/>
              <a:chOff x="744538" y="3198813"/>
              <a:chExt cx="249237" cy="247650"/>
            </a:xfrm>
            <a:solidFill>
              <a:schemeClr val="bg1"/>
            </a:solidFill>
          </p:grpSpPr>
          <p:sp>
            <p:nvSpPr>
              <p:cNvPr id="46" name="Freeform 8"/>
              <p:cNvSpPr/>
              <p:nvPr/>
            </p:nvSpPr>
            <p:spPr bwMode="auto">
              <a:xfrm>
                <a:off x="744538" y="3379788"/>
                <a:ext cx="66675" cy="66675"/>
              </a:xfrm>
              <a:custGeom>
                <a:avLst/>
                <a:gdLst>
                  <a:gd name="T0" fmla="*/ 19 w 42"/>
                  <a:gd name="T1" fmla="*/ 1 h 42"/>
                  <a:gd name="T2" fmla="*/ 0 w 42"/>
                  <a:gd name="T3" fmla="*/ 42 h 42"/>
                  <a:gd name="T4" fmla="*/ 42 w 42"/>
                  <a:gd name="T5" fmla="*/ 24 h 42"/>
                  <a:gd name="T6" fmla="*/ 42 w 42"/>
                  <a:gd name="T7" fmla="*/ 24 h 42"/>
                  <a:gd name="T8" fmla="*/ 19 w 42"/>
                  <a:gd name="T9" fmla="*/ 0 h 42"/>
                  <a:gd name="T10" fmla="*/ 19 w 42"/>
                  <a:gd name="T11" fmla="*/ 1 h 42"/>
                </a:gdLst>
                <a:ahLst/>
                <a:cxnLst>
                  <a:cxn ang="0">
                    <a:pos x="T0" y="T1"/>
                  </a:cxn>
                  <a:cxn ang="0">
                    <a:pos x="T2" y="T3"/>
                  </a:cxn>
                  <a:cxn ang="0">
                    <a:pos x="T4" y="T5"/>
                  </a:cxn>
                  <a:cxn ang="0">
                    <a:pos x="T6" y="T7"/>
                  </a:cxn>
                  <a:cxn ang="0">
                    <a:pos x="T8" y="T9"/>
                  </a:cxn>
                  <a:cxn ang="0">
                    <a:pos x="T10" y="T11"/>
                  </a:cxn>
                </a:cxnLst>
                <a:rect l="0" t="0" r="r" b="b"/>
                <a:pathLst>
                  <a:path w="42" h="42">
                    <a:moveTo>
                      <a:pt x="19" y="1"/>
                    </a:moveTo>
                    <a:lnTo>
                      <a:pt x="0" y="42"/>
                    </a:lnTo>
                    <a:lnTo>
                      <a:pt x="42" y="24"/>
                    </a:lnTo>
                    <a:lnTo>
                      <a:pt x="42" y="24"/>
                    </a:lnTo>
                    <a:lnTo>
                      <a:pt x="19" y="0"/>
                    </a:lnTo>
                    <a:lnTo>
                      <a:pt x="19"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9"/>
              <p:cNvSpPr/>
              <p:nvPr/>
            </p:nvSpPr>
            <p:spPr bwMode="auto">
              <a:xfrm>
                <a:off x="782638" y="3219451"/>
                <a:ext cx="165100" cy="168275"/>
              </a:xfrm>
              <a:custGeom>
                <a:avLst/>
                <a:gdLst>
                  <a:gd name="T0" fmla="*/ 94 w 104"/>
                  <a:gd name="T1" fmla="*/ 0 h 106"/>
                  <a:gd name="T2" fmla="*/ 0 w 104"/>
                  <a:gd name="T3" fmla="*/ 96 h 106"/>
                  <a:gd name="T4" fmla="*/ 9 w 104"/>
                  <a:gd name="T5" fmla="*/ 106 h 106"/>
                  <a:gd name="T6" fmla="*/ 104 w 104"/>
                  <a:gd name="T7" fmla="*/ 10 h 106"/>
                  <a:gd name="T8" fmla="*/ 94 w 104"/>
                  <a:gd name="T9" fmla="*/ 0 h 106"/>
                </a:gdLst>
                <a:ahLst/>
                <a:cxnLst>
                  <a:cxn ang="0">
                    <a:pos x="T0" y="T1"/>
                  </a:cxn>
                  <a:cxn ang="0">
                    <a:pos x="T2" y="T3"/>
                  </a:cxn>
                  <a:cxn ang="0">
                    <a:pos x="T4" y="T5"/>
                  </a:cxn>
                  <a:cxn ang="0">
                    <a:pos x="T6" y="T7"/>
                  </a:cxn>
                  <a:cxn ang="0">
                    <a:pos x="T8" y="T9"/>
                  </a:cxn>
                </a:cxnLst>
                <a:rect l="0" t="0" r="r" b="b"/>
                <a:pathLst>
                  <a:path w="104" h="105">
                    <a:moveTo>
                      <a:pt x="94" y="0"/>
                    </a:moveTo>
                    <a:lnTo>
                      <a:pt x="0" y="96"/>
                    </a:lnTo>
                    <a:lnTo>
                      <a:pt x="9" y="106"/>
                    </a:lnTo>
                    <a:lnTo>
                      <a:pt x="104" y="10"/>
                    </a:lnTo>
                    <a:lnTo>
                      <a:pt x="9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10"/>
              <p:cNvSpPr/>
              <p:nvPr/>
            </p:nvSpPr>
            <p:spPr bwMode="auto">
              <a:xfrm>
                <a:off x="804863" y="3244851"/>
                <a:ext cx="165100" cy="165100"/>
              </a:xfrm>
              <a:custGeom>
                <a:avLst/>
                <a:gdLst>
                  <a:gd name="T0" fmla="*/ 95 w 104"/>
                  <a:gd name="T1" fmla="*/ 0 h 104"/>
                  <a:gd name="T2" fmla="*/ 0 w 104"/>
                  <a:gd name="T3" fmla="*/ 94 h 104"/>
                  <a:gd name="T4" fmla="*/ 10 w 104"/>
                  <a:gd name="T5" fmla="*/ 104 h 104"/>
                  <a:gd name="T6" fmla="*/ 104 w 104"/>
                  <a:gd name="T7" fmla="*/ 9 h 104"/>
                  <a:gd name="T8" fmla="*/ 95 w 104"/>
                  <a:gd name="T9" fmla="*/ 0 h 104"/>
                </a:gdLst>
                <a:ahLst/>
                <a:cxnLst>
                  <a:cxn ang="0">
                    <a:pos x="T0" y="T1"/>
                  </a:cxn>
                  <a:cxn ang="0">
                    <a:pos x="T2" y="T3"/>
                  </a:cxn>
                  <a:cxn ang="0">
                    <a:pos x="T4" y="T5"/>
                  </a:cxn>
                  <a:cxn ang="0">
                    <a:pos x="T6" y="T7"/>
                  </a:cxn>
                  <a:cxn ang="0">
                    <a:pos x="T8" y="T9"/>
                  </a:cxn>
                </a:cxnLst>
                <a:rect l="0" t="0" r="r" b="b"/>
                <a:pathLst>
                  <a:path w="104" h="104">
                    <a:moveTo>
                      <a:pt x="95" y="0"/>
                    </a:moveTo>
                    <a:lnTo>
                      <a:pt x="0" y="94"/>
                    </a:lnTo>
                    <a:lnTo>
                      <a:pt x="10" y="104"/>
                    </a:lnTo>
                    <a:lnTo>
                      <a:pt x="104" y="9"/>
                    </a:lnTo>
                    <a:lnTo>
                      <a:pt x="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11"/>
              <p:cNvSpPr/>
              <p:nvPr/>
            </p:nvSpPr>
            <p:spPr bwMode="auto">
              <a:xfrm>
                <a:off x="942975" y="3198813"/>
                <a:ext cx="50800" cy="4921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0" name="Group 9"/>
          <p:cNvGrpSpPr/>
          <p:nvPr/>
        </p:nvGrpSpPr>
        <p:grpSpPr>
          <a:xfrm>
            <a:off x="6767649" y="3608549"/>
            <a:ext cx="1635164" cy="682807"/>
            <a:chOff x="5075736" y="2831102"/>
            <a:chExt cx="1226373" cy="512105"/>
          </a:xfrm>
        </p:grpSpPr>
        <p:sp>
          <p:nvSpPr>
            <p:cNvPr id="36" name="Rectangle 35"/>
            <p:cNvSpPr/>
            <p:nvPr/>
          </p:nvSpPr>
          <p:spPr>
            <a:xfrm>
              <a:off x="5075736" y="2831102"/>
              <a:ext cx="1226373" cy="512105"/>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54"/>
            <p:cNvSpPr>
              <a:spLocks noEditPoints="1"/>
            </p:cNvSpPr>
            <p:nvPr/>
          </p:nvSpPr>
          <p:spPr bwMode="auto">
            <a:xfrm>
              <a:off x="5541982" y="2947312"/>
              <a:ext cx="293881" cy="303361"/>
            </a:xfrm>
            <a:custGeom>
              <a:avLst/>
              <a:gdLst>
                <a:gd name="T0" fmla="*/ 83 w 130"/>
                <a:gd name="T1" fmla="*/ 92 h 134"/>
                <a:gd name="T2" fmla="*/ 128 w 130"/>
                <a:gd name="T3" fmla="*/ 26 h 134"/>
                <a:gd name="T4" fmla="*/ 128 w 130"/>
                <a:gd name="T5" fmla="*/ 21 h 134"/>
                <a:gd name="T6" fmla="*/ 118 w 130"/>
                <a:gd name="T7" fmla="*/ 10 h 134"/>
                <a:gd name="T8" fmla="*/ 112 w 130"/>
                <a:gd name="T9" fmla="*/ 10 h 134"/>
                <a:gd name="T10" fmla="*/ 107 w 130"/>
                <a:gd name="T11" fmla="*/ 15 h 134"/>
                <a:gd name="T12" fmla="*/ 101 w 130"/>
                <a:gd name="T13" fmla="*/ 16 h 134"/>
                <a:gd name="T14" fmla="*/ 102 w 130"/>
                <a:gd name="T15" fmla="*/ 0 h 134"/>
                <a:gd name="T16" fmla="*/ 28 w 130"/>
                <a:gd name="T17" fmla="*/ 0 h 134"/>
                <a:gd name="T18" fmla="*/ 28 w 130"/>
                <a:gd name="T19" fmla="*/ 16 h 134"/>
                <a:gd name="T20" fmla="*/ 23 w 130"/>
                <a:gd name="T21" fmla="*/ 15 h 134"/>
                <a:gd name="T22" fmla="*/ 18 w 130"/>
                <a:gd name="T23" fmla="*/ 10 h 134"/>
                <a:gd name="T24" fmla="*/ 12 w 130"/>
                <a:gd name="T25" fmla="*/ 10 h 134"/>
                <a:gd name="T26" fmla="*/ 1 w 130"/>
                <a:gd name="T27" fmla="*/ 21 h 134"/>
                <a:gd name="T28" fmla="*/ 1 w 130"/>
                <a:gd name="T29" fmla="*/ 26 h 134"/>
                <a:gd name="T30" fmla="*/ 47 w 130"/>
                <a:gd name="T31" fmla="*/ 92 h 134"/>
                <a:gd name="T32" fmla="*/ 59 w 130"/>
                <a:gd name="T33" fmla="*/ 97 h 134"/>
                <a:gd name="T34" fmla="*/ 59 w 130"/>
                <a:gd name="T35" fmla="*/ 103 h 134"/>
                <a:gd name="T36" fmla="*/ 54 w 130"/>
                <a:gd name="T37" fmla="*/ 105 h 134"/>
                <a:gd name="T38" fmla="*/ 59 w 130"/>
                <a:gd name="T39" fmla="*/ 108 h 134"/>
                <a:gd name="T40" fmla="*/ 59 w 130"/>
                <a:gd name="T41" fmla="*/ 114 h 134"/>
                <a:gd name="T42" fmla="*/ 55 w 130"/>
                <a:gd name="T43" fmla="*/ 119 h 134"/>
                <a:gd name="T44" fmla="*/ 49 w 130"/>
                <a:gd name="T45" fmla="*/ 124 h 134"/>
                <a:gd name="T46" fmla="*/ 44 w 130"/>
                <a:gd name="T47" fmla="*/ 129 h 134"/>
                <a:gd name="T48" fmla="*/ 49 w 130"/>
                <a:gd name="T49" fmla="*/ 134 h 134"/>
                <a:gd name="T50" fmla="*/ 80 w 130"/>
                <a:gd name="T51" fmla="*/ 134 h 134"/>
                <a:gd name="T52" fmla="*/ 86 w 130"/>
                <a:gd name="T53" fmla="*/ 129 h 134"/>
                <a:gd name="T54" fmla="*/ 80 w 130"/>
                <a:gd name="T55" fmla="*/ 124 h 134"/>
                <a:gd name="T56" fmla="*/ 75 w 130"/>
                <a:gd name="T57" fmla="*/ 118 h 134"/>
                <a:gd name="T58" fmla="*/ 70 w 130"/>
                <a:gd name="T59" fmla="*/ 114 h 134"/>
                <a:gd name="T60" fmla="*/ 70 w 130"/>
                <a:gd name="T61" fmla="*/ 108 h 134"/>
                <a:gd name="T62" fmla="*/ 75 w 130"/>
                <a:gd name="T63" fmla="*/ 105 h 134"/>
                <a:gd name="T64" fmla="*/ 70 w 130"/>
                <a:gd name="T65" fmla="*/ 103 h 134"/>
                <a:gd name="T66" fmla="*/ 70 w 130"/>
                <a:gd name="T67" fmla="*/ 97 h 134"/>
                <a:gd name="T68" fmla="*/ 83 w 130"/>
                <a:gd name="T69" fmla="*/ 92 h 134"/>
                <a:gd name="T70" fmla="*/ 102 w 130"/>
                <a:gd name="T71" fmla="*/ 21 h 134"/>
                <a:gd name="T72" fmla="*/ 107 w 130"/>
                <a:gd name="T73" fmla="*/ 21 h 134"/>
                <a:gd name="T74" fmla="*/ 113 w 130"/>
                <a:gd name="T75" fmla="*/ 16 h 134"/>
                <a:gd name="T76" fmla="*/ 118 w 130"/>
                <a:gd name="T77" fmla="*/ 21 h 134"/>
                <a:gd name="T78" fmla="*/ 118 w 130"/>
                <a:gd name="T79" fmla="*/ 26 h 134"/>
                <a:gd name="T80" fmla="*/ 91 w 130"/>
                <a:gd name="T81" fmla="*/ 71 h 134"/>
                <a:gd name="T82" fmla="*/ 102 w 130"/>
                <a:gd name="T83" fmla="*/ 21 h 134"/>
                <a:gd name="T84" fmla="*/ 37 w 130"/>
                <a:gd name="T85" fmla="*/ 72 h 134"/>
                <a:gd name="T86" fmla="*/ 10 w 130"/>
                <a:gd name="T87" fmla="*/ 27 h 134"/>
                <a:gd name="T88" fmla="*/ 10 w 130"/>
                <a:gd name="T89" fmla="*/ 22 h 134"/>
                <a:gd name="T90" fmla="*/ 15 w 130"/>
                <a:gd name="T91" fmla="*/ 16 h 134"/>
                <a:gd name="T92" fmla="*/ 21 w 130"/>
                <a:gd name="T93" fmla="*/ 22 h 134"/>
                <a:gd name="T94" fmla="*/ 26 w 130"/>
                <a:gd name="T95" fmla="*/ 22 h 134"/>
                <a:gd name="T96" fmla="*/ 37 w 130"/>
                <a:gd name="T97" fmla="*/ 7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34">
                  <a:moveTo>
                    <a:pt x="83" y="92"/>
                  </a:moveTo>
                  <a:cubicBezTo>
                    <a:pt x="130" y="63"/>
                    <a:pt x="128" y="26"/>
                    <a:pt x="128" y="26"/>
                  </a:cubicBezTo>
                  <a:cubicBezTo>
                    <a:pt x="128" y="21"/>
                    <a:pt x="128" y="21"/>
                    <a:pt x="128" y="21"/>
                  </a:cubicBezTo>
                  <a:cubicBezTo>
                    <a:pt x="128" y="21"/>
                    <a:pt x="128" y="10"/>
                    <a:pt x="118" y="10"/>
                  </a:cubicBezTo>
                  <a:cubicBezTo>
                    <a:pt x="115" y="10"/>
                    <a:pt x="112" y="10"/>
                    <a:pt x="112" y="10"/>
                  </a:cubicBezTo>
                  <a:cubicBezTo>
                    <a:pt x="107" y="10"/>
                    <a:pt x="107" y="15"/>
                    <a:pt x="107" y="15"/>
                  </a:cubicBezTo>
                  <a:cubicBezTo>
                    <a:pt x="107" y="15"/>
                    <a:pt x="105" y="16"/>
                    <a:pt x="101" y="16"/>
                  </a:cubicBezTo>
                  <a:cubicBezTo>
                    <a:pt x="101" y="12"/>
                    <a:pt x="102" y="0"/>
                    <a:pt x="102" y="0"/>
                  </a:cubicBezTo>
                  <a:cubicBezTo>
                    <a:pt x="56" y="6"/>
                    <a:pt x="28" y="0"/>
                    <a:pt x="28" y="0"/>
                  </a:cubicBezTo>
                  <a:cubicBezTo>
                    <a:pt x="28" y="16"/>
                    <a:pt x="28" y="16"/>
                    <a:pt x="28" y="16"/>
                  </a:cubicBezTo>
                  <a:cubicBezTo>
                    <a:pt x="24" y="16"/>
                    <a:pt x="23" y="15"/>
                    <a:pt x="23" y="15"/>
                  </a:cubicBezTo>
                  <a:cubicBezTo>
                    <a:pt x="23" y="15"/>
                    <a:pt x="22" y="10"/>
                    <a:pt x="18" y="10"/>
                  </a:cubicBezTo>
                  <a:cubicBezTo>
                    <a:pt x="18" y="10"/>
                    <a:pt x="15" y="10"/>
                    <a:pt x="12" y="10"/>
                  </a:cubicBezTo>
                  <a:cubicBezTo>
                    <a:pt x="2" y="10"/>
                    <a:pt x="1" y="21"/>
                    <a:pt x="1" y="21"/>
                  </a:cubicBezTo>
                  <a:cubicBezTo>
                    <a:pt x="1" y="26"/>
                    <a:pt x="1" y="26"/>
                    <a:pt x="1" y="26"/>
                  </a:cubicBezTo>
                  <a:cubicBezTo>
                    <a:pt x="1" y="26"/>
                    <a:pt x="0" y="63"/>
                    <a:pt x="47" y="92"/>
                  </a:cubicBezTo>
                  <a:cubicBezTo>
                    <a:pt x="47" y="92"/>
                    <a:pt x="52" y="97"/>
                    <a:pt x="59" y="97"/>
                  </a:cubicBezTo>
                  <a:cubicBezTo>
                    <a:pt x="59" y="103"/>
                    <a:pt x="59" y="103"/>
                    <a:pt x="59" y="103"/>
                  </a:cubicBezTo>
                  <a:cubicBezTo>
                    <a:pt x="59" y="103"/>
                    <a:pt x="54" y="102"/>
                    <a:pt x="54" y="105"/>
                  </a:cubicBezTo>
                  <a:cubicBezTo>
                    <a:pt x="54" y="109"/>
                    <a:pt x="59" y="108"/>
                    <a:pt x="59" y="108"/>
                  </a:cubicBezTo>
                  <a:cubicBezTo>
                    <a:pt x="59" y="114"/>
                    <a:pt x="59" y="114"/>
                    <a:pt x="59" y="114"/>
                  </a:cubicBezTo>
                  <a:cubicBezTo>
                    <a:pt x="59" y="114"/>
                    <a:pt x="58" y="119"/>
                    <a:pt x="55" y="119"/>
                  </a:cubicBezTo>
                  <a:cubicBezTo>
                    <a:pt x="55" y="124"/>
                    <a:pt x="49" y="124"/>
                    <a:pt x="49" y="124"/>
                  </a:cubicBezTo>
                  <a:cubicBezTo>
                    <a:pt x="49" y="124"/>
                    <a:pt x="44" y="125"/>
                    <a:pt x="44" y="129"/>
                  </a:cubicBezTo>
                  <a:cubicBezTo>
                    <a:pt x="44" y="129"/>
                    <a:pt x="43" y="134"/>
                    <a:pt x="49" y="134"/>
                  </a:cubicBezTo>
                  <a:cubicBezTo>
                    <a:pt x="57" y="134"/>
                    <a:pt x="80" y="134"/>
                    <a:pt x="80" y="134"/>
                  </a:cubicBezTo>
                  <a:cubicBezTo>
                    <a:pt x="85" y="134"/>
                    <a:pt x="86" y="129"/>
                    <a:pt x="86" y="129"/>
                  </a:cubicBezTo>
                  <a:cubicBezTo>
                    <a:pt x="86" y="129"/>
                    <a:pt x="86" y="124"/>
                    <a:pt x="80" y="124"/>
                  </a:cubicBezTo>
                  <a:cubicBezTo>
                    <a:pt x="75" y="124"/>
                    <a:pt x="75" y="118"/>
                    <a:pt x="75" y="118"/>
                  </a:cubicBezTo>
                  <a:cubicBezTo>
                    <a:pt x="75" y="118"/>
                    <a:pt x="70" y="119"/>
                    <a:pt x="70" y="114"/>
                  </a:cubicBezTo>
                  <a:cubicBezTo>
                    <a:pt x="70" y="108"/>
                    <a:pt x="70" y="108"/>
                    <a:pt x="70" y="108"/>
                  </a:cubicBezTo>
                  <a:cubicBezTo>
                    <a:pt x="70" y="108"/>
                    <a:pt x="75" y="109"/>
                    <a:pt x="75" y="105"/>
                  </a:cubicBezTo>
                  <a:cubicBezTo>
                    <a:pt x="75" y="102"/>
                    <a:pt x="70" y="103"/>
                    <a:pt x="70" y="103"/>
                  </a:cubicBezTo>
                  <a:cubicBezTo>
                    <a:pt x="70" y="97"/>
                    <a:pt x="70" y="97"/>
                    <a:pt x="70" y="97"/>
                  </a:cubicBezTo>
                  <a:cubicBezTo>
                    <a:pt x="75" y="97"/>
                    <a:pt x="79" y="95"/>
                    <a:pt x="83" y="92"/>
                  </a:cubicBezTo>
                  <a:close/>
                  <a:moveTo>
                    <a:pt x="102" y="21"/>
                  </a:moveTo>
                  <a:cubicBezTo>
                    <a:pt x="103" y="21"/>
                    <a:pt x="107" y="21"/>
                    <a:pt x="107" y="21"/>
                  </a:cubicBezTo>
                  <a:cubicBezTo>
                    <a:pt x="112" y="21"/>
                    <a:pt x="113" y="16"/>
                    <a:pt x="113" y="16"/>
                  </a:cubicBezTo>
                  <a:cubicBezTo>
                    <a:pt x="118" y="16"/>
                    <a:pt x="118" y="21"/>
                    <a:pt x="118" y="21"/>
                  </a:cubicBezTo>
                  <a:cubicBezTo>
                    <a:pt x="118" y="26"/>
                    <a:pt x="118" y="26"/>
                    <a:pt x="118" y="26"/>
                  </a:cubicBezTo>
                  <a:cubicBezTo>
                    <a:pt x="118" y="26"/>
                    <a:pt x="116" y="47"/>
                    <a:pt x="91" y="71"/>
                  </a:cubicBezTo>
                  <a:cubicBezTo>
                    <a:pt x="97" y="61"/>
                    <a:pt x="102" y="38"/>
                    <a:pt x="102" y="21"/>
                  </a:cubicBezTo>
                  <a:close/>
                  <a:moveTo>
                    <a:pt x="37" y="72"/>
                  </a:moveTo>
                  <a:cubicBezTo>
                    <a:pt x="11" y="48"/>
                    <a:pt x="10" y="27"/>
                    <a:pt x="10" y="27"/>
                  </a:cubicBezTo>
                  <a:cubicBezTo>
                    <a:pt x="10" y="22"/>
                    <a:pt x="10" y="22"/>
                    <a:pt x="10" y="22"/>
                  </a:cubicBezTo>
                  <a:cubicBezTo>
                    <a:pt x="10" y="22"/>
                    <a:pt x="10" y="16"/>
                    <a:pt x="15" y="16"/>
                  </a:cubicBezTo>
                  <a:cubicBezTo>
                    <a:pt x="15" y="16"/>
                    <a:pt x="15" y="22"/>
                    <a:pt x="21" y="22"/>
                  </a:cubicBezTo>
                  <a:cubicBezTo>
                    <a:pt x="21" y="22"/>
                    <a:pt x="25" y="22"/>
                    <a:pt x="26" y="22"/>
                  </a:cubicBezTo>
                  <a:cubicBezTo>
                    <a:pt x="26" y="39"/>
                    <a:pt x="31" y="62"/>
                    <a:pt x="37" y="72"/>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1" name="Group 10"/>
          <p:cNvGrpSpPr/>
          <p:nvPr/>
        </p:nvGrpSpPr>
        <p:grpSpPr>
          <a:xfrm>
            <a:off x="6767649" y="4291356"/>
            <a:ext cx="1635164" cy="682807"/>
            <a:chOff x="5075736" y="3343207"/>
            <a:chExt cx="1226373" cy="512105"/>
          </a:xfrm>
        </p:grpSpPr>
        <p:sp>
          <p:nvSpPr>
            <p:cNvPr id="37" name="Rectangle 36"/>
            <p:cNvSpPr/>
            <p:nvPr/>
          </p:nvSpPr>
          <p:spPr>
            <a:xfrm>
              <a:off x="5075736" y="3343207"/>
              <a:ext cx="1226373" cy="512105"/>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Freeform 50"/>
            <p:cNvSpPr>
              <a:spLocks noEditPoints="1"/>
            </p:cNvSpPr>
            <p:nvPr/>
          </p:nvSpPr>
          <p:spPr bwMode="auto">
            <a:xfrm>
              <a:off x="5513296" y="3431775"/>
              <a:ext cx="351252" cy="345035"/>
            </a:xfrm>
            <a:custGeom>
              <a:avLst/>
              <a:gdLst>
                <a:gd name="T0" fmla="*/ 82 w 95"/>
                <a:gd name="T1" fmla="*/ 57 h 93"/>
                <a:gd name="T2" fmla="*/ 95 w 95"/>
                <a:gd name="T3" fmla="*/ 51 h 93"/>
                <a:gd name="T4" fmla="*/ 95 w 95"/>
                <a:gd name="T5" fmla="*/ 41 h 93"/>
                <a:gd name="T6" fmla="*/ 82 w 95"/>
                <a:gd name="T7" fmla="*/ 35 h 93"/>
                <a:gd name="T8" fmla="*/ 80 w 95"/>
                <a:gd name="T9" fmla="*/ 30 h 93"/>
                <a:gd name="T10" fmla="*/ 85 w 95"/>
                <a:gd name="T11" fmla="*/ 17 h 93"/>
                <a:gd name="T12" fmla="*/ 77 w 95"/>
                <a:gd name="T13" fmla="*/ 9 h 93"/>
                <a:gd name="T14" fmla="*/ 64 w 95"/>
                <a:gd name="T15" fmla="*/ 15 h 93"/>
                <a:gd name="T16" fmla="*/ 58 w 95"/>
                <a:gd name="T17" fmla="*/ 12 h 93"/>
                <a:gd name="T18" fmla="*/ 53 w 95"/>
                <a:gd name="T19" fmla="*/ 0 h 93"/>
                <a:gd name="T20" fmla="*/ 42 w 95"/>
                <a:gd name="T21" fmla="*/ 0 h 93"/>
                <a:gd name="T22" fmla="*/ 37 w 95"/>
                <a:gd name="T23" fmla="*/ 12 h 93"/>
                <a:gd name="T24" fmla="*/ 31 w 95"/>
                <a:gd name="T25" fmla="*/ 15 h 93"/>
                <a:gd name="T26" fmla="*/ 18 w 95"/>
                <a:gd name="T27" fmla="*/ 10 h 93"/>
                <a:gd name="T28" fmla="*/ 10 w 95"/>
                <a:gd name="T29" fmla="*/ 17 h 93"/>
                <a:gd name="T30" fmla="*/ 15 w 95"/>
                <a:gd name="T31" fmla="*/ 30 h 93"/>
                <a:gd name="T32" fmla="*/ 13 w 95"/>
                <a:gd name="T33" fmla="*/ 36 h 93"/>
                <a:gd name="T34" fmla="*/ 0 w 95"/>
                <a:gd name="T35" fmla="*/ 41 h 93"/>
                <a:gd name="T36" fmla="*/ 0 w 95"/>
                <a:gd name="T37" fmla="*/ 51 h 93"/>
                <a:gd name="T38" fmla="*/ 13 w 95"/>
                <a:gd name="T39" fmla="*/ 57 h 93"/>
                <a:gd name="T40" fmla="*/ 16 w 95"/>
                <a:gd name="T41" fmla="*/ 62 h 93"/>
                <a:gd name="T42" fmla="*/ 10 w 95"/>
                <a:gd name="T43" fmla="*/ 76 h 93"/>
                <a:gd name="T44" fmla="*/ 18 w 95"/>
                <a:gd name="T45" fmla="*/ 83 h 93"/>
                <a:gd name="T46" fmla="*/ 31 w 95"/>
                <a:gd name="T47" fmla="*/ 77 h 93"/>
                <a:gd name="T48" fmla="*/ 37 w 95"/>
                <a:gd name="T49" fmla="*/ 80 h 93"/>
                <a:gd name="T50" fmla="*/ 43 w 95"/>
                <a:gd name="T51" fmla="*/ 93 h 93"/>
                <a:gd name="T52" fmla="*/ 53 w 95"/>
                <a:gd name="T53" fmla="*/ 93 h 93"/>
                <a:gd name="T54" fmla="*/ 58 w 95"/>
                <a:gd name="T55" fmla="*/ 80 h 93"/>
                <a:gd name="T56" fmla="*/ 64 w 95"/>
                <a:gd name="T57" fmla="*/ 77 h 93"/>
                <a:gd name="T58" fmla="*/ 78 w 95"/>
                <a:gd name="T59" fmla="*/ 82 h 93"/>
                <a:gd name="T60" fmla="*/ 85 w 95"/>
                <a:gd name="T61" fmla="*/ 75 h 93"/>
                <a:gd name="T62" fmla="*/ 80 w 95"/>
                <a:gd name="T63" fmla="*/ 62 h 93"/>
                <a:gd name="T64" fmla="*/ 82 w 95"/>
                <a:gd name="T65" fmla="*/ 57 h 93"/>
                <a:gd name="T66" fmla="*/ 48 w 95"/>
                <a:gd name="T67" fmla="*/ 61 h 93"/>
                <a:gd name="T68" fmla="*/ 32 w 95"/>
                <a:gd name="T69" fmla="*/ 46 h 93"/>
                <a:gd name="T70" fmla="*/ 48 w 95"/>
                <a:gd name="T71" fmla="*/ 31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5"/>
                    <a:pt x="82" y="35"/>
                  </a:cubicBezTo>
                  <a:cubicBezTo>
                    <a:pt x="80" y="30"/>
                    <a:pt x="80" y="30"/>
                    <a:pt x="80" y="30"/>
                  </a:cubicBezTo>
                  <a:cubicBezTo>
                    <a:pt x="80" y="30"/>
                    <a:pt x="85" y="17"/>
                    <a:pt x="85" y="17"/>
                  </a:cubicBezTo>
                  <a:cubicBezTo>
                    <a:pt x="77" y="9"/>
                    <a:pt x="77" y="9"/>
                    <a:pt x="77" y="9"/>
                  </a:cubicBezTo>
                  <a:cubicBezTo>
                    <a:pt x="77" y="9"/>
                    <a:pt x="64" y="15"/>
                    <a:pt x="64" y="15"/>
                  </a:cubicBezTo>
                  <a:cubicBezTo>
                    <a:pt x="58" y="12"/>
                    <a:pt x="58" y="12"/>
                    <a:pt x="58" y="12"/>
                  </a:cubicBezTo>
                  <a:cubicBezTo>
                    <a:pt x="58" y="12"/>
                    <a:pt x="53" y="0"/>
                    <a:pt x="53" y="0"/>
                  </a:cubicBezTo>
                  <a:cubicBezTo>
                    <a:pt x="42" y="0"/>
                    <a:pt x="42" y="0"/>
                    <a:pt x="42" y="0"/>
                  </a:cubicBezTo>
                  <a:cubicBezTo>
                    <a:pt x="41" y="0"/>
                    <a:pt x="37" y="12"/>
                    <a:pt x="37" y="12"/>
                  </a:cubicBezTo>
                  <a:cubicBezTo>
                    <a:pt x="31" y="15"/>
                    <a:pt x="31" y="15"/>
                    <a:pt x="31" y="15"/>
                  </a:cubicBezTo>
                  <a:cubicBezTo>
                    <a:pt x="31" y="15"/>
                    <a:pt x="18" y="9"/>
                    <a:pt x="18" y="10"/>
                  </a:cubicBezTo>
                  <a:cubicBezTo>
                    <a:pt x="10" y="17"/>
                    <a:pt x="10" y="17"/>
                    <a:pt x="10" y="17"/>
                  </a:cubicBezTo>
                  <a:cubicBezTo>
                    <a:pt x="10" y="18"/>
                    <a:pt x="15" y="30"/>
                    <a:pt x="15" y="30"/>
                  </a:cubicBezTo>
                  <a:cubicBezTo>
                    <a:pt x="13" y="36"/>
                    <a:pt x="13" y="36"/>
                    <a:pt x="13" y="36"/>
                  </a:cubicBezTo>
                  <a:cubicBezTo>
                    <a:pt x="13" y="36"/>
                    <a:pt x="0" y="41"/>
                    <a:pt x="0" y="41"/>
                  </a:cubicBezTo>
                  <a:cubicBezTo>
                    <a:pt x="0" y="51"/>
                    <a:pt x="0" y="51"/>
                    <a:pt x="0" y="51"/>
                  </a:cubicBezTo>
                  <a:cubicBezTo>
                    <a:pt x="0" y="52"/>
                    <a:pt x="13" y="57"/>
                    <a:pt x="13" y="57"/>
                  </a:cubicBezTo>
                  <a:cubicBezTo>
                    <a:pt x="16" y="62"/>
                    <a:pt x="16" y="62"/>
                    <a:pt x="16" y="62"/>
                  </a:cubicBezTo>
                  <a:cubicBezTo>
                    <a:pt x="16" y="62"/>
                    <a:pt x="10" y="75"/>
                    <a:pt x="10" y="76"/>
                  </a:cubicBezTo>
                  <a:cubicBezTo>
                    <a:pt x="18" y="83"/>
                    <a:pt x="18" y="83"/>
                    <a:pt x="18" y="83"/>
                  </a:cubicBezTo>
                  <a:cubicBezTo>
                    <a:pt x="18" y="83"/>
                    <a:pt x="31" y="77"/>
                    <a:pt x="31" y="77"/>
                  </a:cubicBezTo>
                  <a:cubicBezTo>
                    <a:pt x="37" y="80"/>
                    <a:pt x="37" y="80"/>
                    <a:pt x="37" y="80"/>
                  </a:cubicBezTo>
                  <a:cubicBezTo>
                    <a:pt x="37" y="80"/>
                    <a:pt x="42" y="93"/>
                    <a:pt x="43" y="93"/>
                  </a:cubicBezTo>
                  <a:cubicBezTo>
                    <a:pt x="53" y="93"/>
                    <a:pt x="53" y="93"/>
                    <a:pt x="53" y="93"/>
                  </a:cubicBezTo>
                  <a:cubicBezTo>
                    <a:pt x="54" y="93"/>
                    <a:pt x="58" y="80"/>
                    <a:pt x="58" y="80"/>
                  </a:cubicBezTo>
                  <a:cubicBezTo>
                    <a:pt x="64" y="77"/>
                    <a:pt x="64" y="77"/>
                    <a:pt x="64" y="77"/>
                  </a:cubicBezTo>
                  <a:cubicBezTo>
                    <a:pt x="64" y="77"/>
                    <a:pt x="77" y="83"/>
                    <a:pt x="78" y="82"/>
                  </a:cubicBezTo>
                  <a:cubicBezTo>
                    <a:pt x="85" y="75"/>
                    <a:pt x="85" y="75"/>
                    <a:pt x="85" y="75"/>
                  </a:cubicBezTo>
                  <a:cubicBezTo>
                    <a:pt x="85" y="75"/>
                    <a:pt x="80" y="62"/>
                    <a:pt x="80" y="62"/>
                  </a:cubicBezTo>
                  <a:lnTo>
                    <a:pt x="82" y="57"/>
                  </a:lnTo>
                  <a:close/>
                  <a:moveTo>
                    <a:pt x="48" y="61"/>
                  </a:moveTo>
                  <a:cubicBezTo>
                    <a:pt x="39" y="61"/>
                    <a:pt x="32" y="54"/>
                    <a:pt x="32" y="46"/>
                  </a:cubicBezTo>
                  <a:cubicBezTo>
                    <a:pt x="32" y="38"/>
                    <a:pt x="39" y="31"/>
                    <a:pt x="48" y="31"/>
                  </a:cubicBezTo>
                  <a:cubicBezTo>
                    <a:pt x="56" y="31"/>
                    <a:pt x="63" y="38"/>
                    <a:pt x="63" y="46"/>
                  </a:cubicBezTo>
                  <a:cubicBezTo>
                    <a:pt x="63" y="54"/>
                    <a:pt x="56" y="61"/>
                    <a:pt x="48" y="6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 name="Group 7"/>
          <p:cNvGrpSpPr/>
          <p:nvPr/>
        </p:nvGrpSpPr>
        <p:grpSpPr>
          <a:xfrm>
            <a:off x="6767649" y="2242937"/>
            <a:ext cx="1635164" cy="682807"/>
            <a:chOff x="5075736" y="1806893"/>
            <a:chExt cx="1226373" cy="512105"/>
          </a:xfrm>
        </p:grpSpPr>
        <p:sp>
          <p:nvSpPr>
            <p:cNvPr id="34" name="Rectangle 33"/>
            <p:cNvSpPr/>
            <p:nvPr/>
          </p:nvSpPr>
          <p:spPr>
            <a:xfrm>
              <a:off x="5075736" y="1806893"/>
              <a:ext cx="1226373" cy="512105"/>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2" name="Group 51"/>
            <p:cNvGrpSpPr/>
            <p:nvPr/>
          </p:nvGrpSpPr>
          <p:grpSpPr>
            <a:xfrm>
              <a:off x="5535415" y="1926815"/>
              <a:ext cx="307015" cy="248296"/>
              <a:chOff x="312738" y="3205163"/>
              <a:chExt cx="290513" cy="234950"/>
            </a:xfrm>
            <a:solidFill>
              <a:schemeClr val="bg1"/>
            </a:solidFill>
          </p:grpSpPr>
          <p:sp>
            <p:nvSpPr>
              <p:cNvPr id="53"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6"/>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976449" y="2941529"/>
            <a:ext cx="1635164" cy="682807"/>
            <a:chOff x="732336" y="2330837"/>
            <a:chExt cx="1226373" cy="512105"/>
          </a:xfrm>
        </p:grpSpPr>
        <p:sp>
          <p:nvSpPr>
            <p:cNvPr id="22" name="Rectangle 21"/>
            <p:cNvSpPr/>
            <p:nvPr/>
          </p:nvSpPr>
          <p:spPr>
            <a:xfrm>
              <a:off x="732336" y="2330837"/>
              <a:ext cx="1226373" cy="512105"/>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11"/>
            <p:cNvSpPr>
              <a:spLocks noEditPoints="1"/>
            </p:cNvSpPr>
            <p:nvPr/>
          </p:nvSpPr>
          <p:spPr bwMode="auto">
            <a:xfrm>
              <a:off x="1206445" y="2463320"/>
              <a:ext cx="278154" cy="247138"/>
            </a:xfrm>
            <a:custGeom>
              <a:avLst/>
              <a:gdLst>
                <a:gd name="T0" fmla="*/ 133 w 134"/>
                <a:gd name="T1" fmla="*/ 16 h 119"/>
                <a:gd name="T2" fmla="*/ 121 w 134"/>
                <a:gd name="T3" fmla="*/ 5 h 119"/>
                <a:gd name="T4" fmla="*/ 115 w 134"/>
                <a:gd name="T5" fmla="*/ 5 h 119"/>
                <a:gd name="T6" fmla="*/ 114 w 134"/>
                <a:gd name="T7" fmla="*/ 8 h 119"/>
                <a:gd name="T8" fmla="*/ 111 w 134"/>
                <a:gd name="T9" fmla="*/ 9 h 119"/>
                <a:gd name="T10" fmla="*/ 111 w 134"/>
                <a:gd name="T11" fmla="*/ 9 h 119"/>
                <a:gd name="T12" fmla="*/ 81 w 134"/>
                <a:gd name="T13" fmla="*/ 39 h 119"/>
                <a:gd name="T14" fmla="*/ 79 w 134"/>
                <a:gd name="T15" fmla="*/ 47 h 119"/>
                <a:gd name="T16" fmla="*/ 82 w 134"/>
                <a:gd name="T17" fmla="*/ 50 h 119"/>
                <a:gd name="T18" fmla="*/ 82 w 134"/>
                <a:gd name="T19" fmla="*/ 50 h 119"/>
                <a:gd name="T20" fmla="*/ 83 w 134"/>
                <a:gd name="T21" fmla="*/ 51 h 119"/>
                <a:gd name="T22" fmla="*/ 76 w 134"/>
                <a:gd name="T23" fmla="*/ 57 h 119"/>
                <a:gd name="T24" fmla="*/ 54 w 134"/>
                <a:gd name="T25" fmla="*/ 35 h 119"/>
                <a:gd name="T26" fmla="*/ 47 w 134"/>
                <a:gd name="T27" fmla="*/ 10 h 119"/>
                <a:gd name="T28" fmla="*/ 21 w 134"/>
                <a:gd name="T29" fmla="*/ 3 h 119"/>
                <a:gd name="T30" fmla="*/ 36 w 134"/>
                <a:gd name="T31" fmla="*/ 18 h 119"/>
                <a:gd name="T32" fmla="*/ 32 w 134"/>
                <a:gd name="T33" fmla="*/ 32 h 119"/>
                <a:gd name="T34" fmla="*/ 18 w 134"/>
                <a:gd name="T35" fmla="*/ 36 h 119"/>
                <a:gd name="T36" fmla="*/ 3 w 134"/>
                <a:gd name="T37" fmla="*/ 21 h 119"/>
                <a:gd name="T38" fmla="*/ 10 w 134"/>
                <a:gd name="T39" fmla="*/ 47 h 119"/>
                <a:gd name="T40" fmla="*/ 36 w 134"/>
                <a:gd name="T41" fmla="*/ 53 h 119"/>
                <a:gd name="T42" fmla="*/ 37 w 134"/>
                <a:gd name="T43" fmla="*/ 53 h 119"/>
                <a:gd name="T44" fmla="*/ 58 w 134"/>
                <a:gd name="T45" fmla="*/ 75 h 119"/>
                <a:gd name="T46" fmla="*/ 38 w 134"/>
                <a:gd name="T47" fmla="*/ 96 h 119"/>
                <a:gd name="T48" fmla="*/ 36 w 134"/>
                <a:gd name="T49" fmla="*/ 95 h 119"/>
                <a:gd name="T50" fmla="*/ 31 w 134"/>
                <a:gd name="T51" fmla="*/ 99 h 119"/>
                <a:gd name="T52" fmla="*/ 21 w 134"/>
                <a:gd name="T53" fmla="*/ 115 h 119"/>
                <a:gd name="T54" fmla="*/ 23 w 134"/>
                <a:gd name="T55" fmla="*/ 117 h 119"/>
                <a:gd name="T56" fmla="*/ 39 w 134"/>
                <a:gd name="T57" fmla="*/ 107 h 119"/>
                <a:gd name="T58" fmla="*/ 43 w 134"/>
                <a:gd name="T59" fmla="*/ 101 h 119"/>
                <a:gd name="T60" fmla="*/ 42 w 134"/>
                <a:gd name="T61" fmla="*/ 100 h 119"/>
                <a:gd name="T62" fmla="*/ 63 w 134"/>
                <a:gd name="T63" fmla="*/ 80 h 119"/>
                <a:gd name="T64" fmla="*/ 98 w 134"/>
                <a:gd name="T65" fmla="*/ 115 h 119"/>
                <a:gd name="T66" fmla="*/ 107 w 134"/>
                <a:gd name="T67" fmla="*/ 119 h 119"/>
                <a:gd name="T68" fmla="*/ 116 w 134"/>
                <a:gd name="T69" fmla="*/ 115 h 119"/>
                <a:gd name="T70" fmla="*/ 116 w 134"/>
                <a:gd name="T71" fmla="*/ 97 h 119"/>
                <a:gd name="T72" fmla="*/ 81 w 134"/>
                <a:gd name="T73" fmla="*/ 62 h 119"/>
                <a:gd name="T74" fmla="*/ 87 w 134"/>
                <a:gd name="T75" fmla="*/ 56 h 119"/>
                <a:gd name="T76" fmla="*/ 90 w 134"/>
                <a:gd name="T77" fmla="*/ 59 h 119"/>
                <a:gd name="T78" fmla="*/ 98 w 134"/>
                <a:gd name="T79" fmla="*/ 57 h 119"/>
                <a:gd name="T80" fmla="*/ 128 w 134"/>
                <a:gd name="T81" fmla="*/ 26 h 119"/>
                <a:gd name="T82" fmla="*/ 128 w 134"/>
                <a:gd name="T83" fmla="*/ 26 h 119"/>
                <a:gd name="T84" fmla="*/ 128 w 134"/>
                <a:gd name="T85" fmla="*/ 26 h 119"/>
                <a:gd name="T86" fmla="*/ 129 w 134"/>
                <a:gd name="T87" fmla="*/ 23 h 119"/>
                <a:gd name="T88" fmla="*/ 133 w 134"/>
                <a:gd name="T89" fmla="*/ 22 h 119"/>
                <a:gd name="T90" fmla="*/ 133 w 134"/>
                <a:gd name="T91" fmla="*/ 16 h 119"/>
                <a:gd name="T92" fmla="*/ 108 w 134"/>
                <a:gd name="T93" fmla="*/ 103 h 119"/>
                <a:gd name="T94" fmla="*/ 113 w 134"/>
                <a:gd name="T95" fmla="*/ 108 h 119"/>
                <a:gd name="T96" fmla="*/ 108 w 134"/>
                <a:gd name="T97" fmla="*/ 113 h 119"/>
                <a:gd name="T98" fmla="*/ 103 w 134"/>
                <a:gd name="T99" fmla="*/ 108 h 119"/>
                <a:gd name="T100" fmla="*/ 108 w 134"/>
                <a:gd name="T101" fmla="*/ 103 h 119"/>
                <a:gd name="T102" fmla="*/ 91 w 134"/>
                <a:gd name="T103" fmla="*/ 41 h 119"/>
                <a:gd name="T104" fmla="*/ 89 w 134"/>
                <a:gd name="T105" fmla="*/ 39 h 119"/>
                <a:gd name="T106" fmla="*/ 112 w 134"/>
                <a:gd name="T107" fmla="*/ 17 h 119"/>
                <a:gd name="T108" fmla="*/ 114 w 134"/>
                <a:gd name="T109" fmla="*/ 19 h 119"/>
                <a:gd name="T110" fmla="*/ 91 w 134"/>
                <a:gd name="T111" fmla="*/ 41 h 119"/>
                <a:gd name="T112" fmla="*/ 98 w 134"/>
                <a:gd name="T113" fmla="*/ 48 h 119"/>
                <a:gd name="T114" fmla="*/ 96 w 134"/>
                <a:gd name="T115" fmla="*/ 47 h 119"/>
                <a:gd name="T116" fmla="*/ 119 w 134"/>
                <a:gd name="T117" fmla="*/ 24 h 119"/>
                <a:gd name="T118" fmla="*/ 121 w 134"/>
                <a:gd name="T119" fmla="*/ 26 h 119"/>
                <a:gd name="T120" fmla="*/ 98 w 134"/>
                <a:gd name="T121" fmla="*/ 4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9">
                  <a:moveTo>
                    <a:pt x="133" y="16"/>
                  </a:moveTo>
                  <a:cubicBezTo>
                    <a:pt x="121" y="5"/>
                    <a:pt x="121" y="5"/>
                    <a:pt x="121" y="5"/>
                  </a:cubicBezTo>
                  <a:cubicBezTo>
                    <a:pt x="119" y="3"/>
                    <a:pt x="117" y="3"/>
                    <a:pt x="115" y="5"/>
                  </a:cubicBezTo>
                  <a:cubicBezTo>
                    <a:pt x="114" y="6"/>
                    <a:pt x="114" y="7"/>
                    <a:pt x="114" y="8"/>
                  </a:cubicBezTo>
                  <a:cubicBezTo>
                    <a:pt x="113" y="8"/>
                    <a:pt x="112" y="8"/>
                    <a:pt x="111" y="9"/>
                  </a:cubicBezTo>
                  <a:cubicBezTo>
                    <a:pt x="111" y="9"/>
                    <a:pt x="111" y="9"/>
                    <a:pt x="111" y="9"/>
                  </a:cubicBezTo>
                  <a:cubicBezTo>
                    <a:pt x="81" y="39"/>
                    <a:pt x="81" y="39"/>
                    <a:pt x="81" y="39"/>
                  </a:cubicBezTo>
                  <a:cubicBezTo>
                    <a:pt x="81" y="42"/>
                    <a:pt x="80" y="45"/>
                    <a:pt x="79" y="47"/>
                  </a:cubicBezTo>
                  <a:cubicBezTo>
                    <a:pt x="82" y="50"/>
                    <a:pt x="82" y="50"/>
                    <a:pt x="82" y="50"/>
                  </a:cubicBezTo>
                  <a:cubicBezTo>
                    <a:pt x="82" y="50"/>
                    <a:pt x="82" y="50"/>
                    <a:pt x="82" y="50"/>
                  </a:cubicBezTo>
                  <a:cubicBezTo>
                    <a:pt x="83" y="51"/>
                    <a:pt x="83" y="51"/>
                    <a:pt x="83" y="51"/>
                  </a:cubicBezTo>
                  <a:cubicBezTo>
                    <a:pt x="76" y="57"/>
                    <a:pt x="76" y="57"/>
                    <a:pt x="76" y="57"/>
                  </a:cubicBezTo>
                  <a:cubicBezTo>
                    <a:pt x="54" y="35"/>
                    <a:pt x="54" y="35"/>
                    <a:pt x="54" y="35"/>
                  </a:cubicBezTo>
                  <a:cubicBezTo>
                    <a:pt x="56" y="26"/>
                    <a:pt x="54" y="17"/>
                    <a:pt x="47" y="10"/>
                  </a:cubicBezTo>
                  <a:cubicBezTo>
                    <a:pt x="40" y="3"/>
                    <a:pt x="30" y="0"/>
                    <a:pt x="21" y="3"/>
                  </a:cubicBezTo>
                  <a:cubicBezTo>
                    <a:pt x="36" y="18"/>
                    <a:pt x="36" y="18"/>
                    <a:pt x="36" y="18"/>
                  </a:cubicBezTo>
                  <a:cubicBezTo>
                    <a:pt x="32" y="32"/>
                    <a:pt x="32" y="32"/>
                    <a:pt x="32" y="32"/>
                  </a:cubicBezTo>
                  <a:cubicBezTo>
                    <a:pt x="18" y="36"/>
                    <a:pt x="18" y="36"/>
                    <a:pt x="18" y="36"/>
                  </a:cubicBezTo>
                  <a:cubicBezTo>
                    <a:pt x="3" y="21"/>
                    <a:pt x="3" y="21"/>
                    <a:pt x="3" y="21"/>
                  </a:cubicBezTo>
                  <a:cubicBezTo>
                    <a:pt x="0" y="30"/>
                    <a:pt x="3" y="40"/>
                    <a:pt x="10" y="47"/>
                  </a:cubicBezTo>
                  <a:cubicBezTo>
                    <a:pt x="17" y="54"/>
                    <a:pt x="27" y="56"/>
                    <a:pt x="36" y="53"/>
                  </a:cubicBezTo>
                  <a:cubicBezTo>
                    <a:pt x="37" y="53"/>
                    <a:pt x="37" y="53"/>
                    <a:pt x="37" y="53"/>
                  </a:cubicBezTo>
                  <a:cubicBezTo>
                    <a:pt x="58" y="75"/>
                    <a:pt x="58" y="75"/>
                    <a:pt x="58" y="75"/>
                  </a:cubicBezTo>
                  <a:cubicBezTo>
                    <a:pt x="38" y="96"/>
                    <a:pt x="38" y="96"/>
                    <a:pt x="38" y="96"/>
                  </a:cubicBezTo>
                  <a:cubicBezTo>
                    <a:pt x="36" y="95"/>
                    <a:pt x="36" y="95"/>
                    <a:pt x="36" y="95"/>
                  </a:cubicBezTo>
                  <a:cubicBezTo>
                    <a:pt x="31" y="99"/>
                    <a:pt x="31" y="99"/>
                    <a:pt x="31" y="99"/>
                  </a:cubicBezTo>
                  <a:cubicBezTo>
                    <a:pt x="21" y="115"/>
                    <a:pt x="21" y="115"/>
                    <a:pt x="21" y="115"/>
                  </a:cubicBezTo>
                  <a:cubicBezTo>
                    <a:pt x="23" y="117"/>
                    <a:pt x="23" y="117"/>
                    <a:pt x="23" y="117"/>
                  </a:cubicBezTo>
                  <a:cubicBezTo>
                    <a:pt x="39" y="107"/>
                    <a:pt x="39" y="107"/>
                    <a:pt x="39" y="107"/>
                  </a:cubicBezTo>
                  <a:cubicBezTo>
                    <a:pt x="43" y="101"/>
                    <a:pt x="43" y="101"/>
                    <a:pt x="43" y="101"/>
                  </a:cubicBezTo>
                  <a:cubicBezTo>
                    <a:pt x="42" y="100"/>
                    <a:pt x="42" y="100"/>
                    <a:pt x="42" y="100"/>
                  </a:cubicBezTo>
                  <a:cubicBezTo>
                    <a:pt x="63" y="80"/>
                    <a:pt x="63" y="80"/>
                    <a:pt x="63" y="80"/>
                  </a:cubicBezTo>
                  <a:cubicBezTo>
                    <a:pt x="98" y="115"/>
                    <a:pt x="98" y="115"/>
                    <a:pt x="98" y="115"/>
                  </a:cubicBezTo>
                  <a:cubicBezTo>
                    <a:pt x="101" y="117"/>
                    <a:pt x="104" y="119"/>
                    <a:pt x="107" y="119"/>
                  </a:cubicBezTo>
                  <a:cubicBezTo>
                    <a:pt x="110" y="119"/>
                    <a:pt x="113" y="117"/>
                    <a:pt x="116" y="115"/>
                  </a:cubicBezTo>
                  <a:cubicBezTo>
                    <a:pt x="121" y="110"/>
                    <a:pt x="121" y="102"/>
                    <a:pt x="116" y="97"/>
                  </a:cubicBezTo>
                  <a:cubicBezTo>
                    <a:pt x="81" y="62"/>
                    <a:pt x="81" y="62"/>
                    <a:pt x="81" y="62"/>
                  </a:cubicBezTo>
                  <a:cubicBezTo>
                    <a:pt x="87" y="56"/>
                    <a:pt x="87" y="56"/>
                    <a:pt x="87" y="56"/>
                  </a:cubicBezTo>
                  <a:cubicBezTo>
                    <a:pt x="90" y="59"/>
                    <a:pt x="90" y="59"/>
                    <a:pt x="90" y="59"/>
                  </a:cubicBezTo>
                  <a:cubicBezTo>
                    <a:pt x="92" y="57"/>
                    <a:pt x="95" y="56"/>
                    <a:pt x="98" y="57"/>
                  </a:cubicBezTo>
                  <a:cubicBezTo>
                    <a:pt x="128" y="26"/>
                    <a:pt x="128" y="26"/>
                    <a:pt x="128" y="26"/>
                  </a:cubicBezTo>
                  <a:cubicBezTo>
                    <a:pt x="128" y="26"/>
                    <a:pt x="128" y="26"/>
                    <a:pt x="128" y="26"/>
                  </a:cubicBezTo>
                  <a:cubicBezTo>
                    <a:pt x="128" y="26"/>
                    <a:pt x="128" y="26"/>
                    <a:pt x="128" y="26"/>
                  </a:cubicBezTo>
                  <a:cubicBezTo>
                    <a:pt x="129" y="25"/>
                    <a:pt x="129" y="24"/>
                    <a:pt x="129" y="23"/>
                  </a:cubicBezTo>
                  <a:cubicBezTo>
                    <a:pt x="130" y="24"/>
                    <a:pt x="132" y="23"/>
                    <a:pt x="133" y="22"/>
                  </a:cubicBezTo>
                  <a:cubicBezTo>
                    <a:pt x="134" y="21"/>
                    <a:pt x="134" y="18"/>
                    <a:pt x="133" y="16"/>
                  </a:cubicBezTo>
                  <a:close/>
                  <a:moveTo>
                    <a:pt x="108" y="103"/>
                  </a:moveTo>
                  <a:cubicBezTo>
                    <a:pt x="111" y="103"/>
                    <a:pt x="113" y="106"/>
                    <a:pt x="113" y="108"/>
                  </a:cubicBezTo>
                  <a:cubicBezTo>
                    <a:pt x="113" y="111"/>
                    <a:pt x="111" y="113"/>
                    <a:pt x="108" y="113"/>
                  </a:cubicBezTo>
                  <a:cubicBezTo>
                    <a:pt x="105" y="113"/>
                    <a:pt x="103" y="111"/>
                    <a:pt x="103" y="108"/>
                  </a:cubicBezTo>
                  <a:cubicBezTo>
                    <a:pt x="103" y="106"/>
                    <a:pt x="105" y="103"/>
                    <a:pt x="108" y="103"/>
                  </a:cubicBezTo>
                  <a:close/>
                  <a:moveTo>
                    <a:pt x="91" y="41"/>
                  </a:moveTo>
                  <a:cubicBezTo>
                    <a:pt x="89" y="39"/>
                    <a:pt x="89" y="39"/>
                    <a:pt x="89" y="39"/>
                  </a:cubicBezTo>
                  <a:cubicBezTo>
                    <a:pt x="112" y="17"/>
                    <a:pt x="112" y="17"/>
                    <a:pt x="112" y="17"/>
                  </a:cubicBezTo>
                  <a:cubicBezTo>
                    <a:pt x="114" y="19"/>
                    <a:pt x="114" y="19"/>
                    <a:pt x="114" y="19"/>
                  </a:cubicBezTo>
                  <a:lnTo>
                    <a:pt x="91" y="41"/>
                  </a:lnTo>
                  <a:close/>
                  <a:moveTo>
                    <a:pt x="98" y="48"/>
                  </a:moveTo>
                  <a:cubicBezTo>
                    <a:pt x="96" y="47"/>
                    <a:pt x="96" y="47"/>
                    <a:pt x="96" y="47"/>
                  </a:cubicBezTo>
                  <a:cubicBezTo>
                    <a:pt x="119" y="24"/>
                    <a:pt x="119" y="24"/>
                    <a:pt x="119" y="24"/>
                  </a:cubicBezTo>
                  <a:cubicBezTo>
                    <a:pt x="121" y="26"/>
                    <a:pt x="121" y="26"/>
                    <a:pt x="121" y="26"/>
                  </a:cubicBezTo>
                  <a:lnTo>
                    <a:pt x="98" y="48"/>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Group 5"/>
          <p:cNvGrpSpPr/>
          <p:nvPr/>
        </p:nvGrpSpPr>
        <p:grpSpPr>
          <a:xfrm>
            <a:off x="976449" y="3624335"/>
            <a:ext cx="1635164" cy="682807"/>
            <a:chOff x="732336" y="2842941"/>
            <a:chExt cx="1226373" cy="512105"/>
          </a:xfrm>
        </p:grpSpPr>
        <p:sp>
          <p:nvSpPr>
            <p:cNvPr id="23" name="Rectangle 22"/>
            <p:cNvSpPr/>
            <p:nvPr/>
          </p:nvSpPr>
          <p:spPr>
            <a:xfrm>
              <a:off x="732336" y="2842941"/>
              <a:ext cx="1226373" cy="512105"/>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37"/>
            <p:cNvSpPr>
              <a:spLocks noEditPoints="1"/>
            </p:cNvSpPr>
            <p:nvPr/>
          </p:nvSpPr>
          <p:spPr bwMode="auto">
            <a:xfrm>
              <a:off x="1206875" y="2961307"/>
              <a:ext cx="277294" cy="275371"/>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 name="Group 6"/>
          <p:cNvGrpSpPr/>
          <p:nvPr/>
        </p:nvGrpSpPr>
        <p:grpSpPr>
          <a:xfrm>
            <a:off x="976449" y="4307141"/>
            <a:ext cx="1635164" cy="682807"/>
            <a:chOff x="732336" y="3355046"/>
            <a:chExt cx="1226373" cy="512105"/>
          </a:xfrm>
        </p:grpSpPr>
        <p:sp>
          <p:nvSpPr>
            <p:cNvPr id="24" name="Rectangle 23"/>
            <p:cNvSpPr/>
            <p:nvPr/>
          </p:nvSpPr>
          <p:spPr>
            <a:xfrm>
              <a:off x="732336" y="3355046"/>
              <a:ext cx="1226373" cy="512105"/>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8" name="Group 57"/>
            <p:cNvGrpSpPr/>
            <p:nvPr/>
          </p:nvGrpSpPr>
          <p:grpSpPr>
            <a:xfrm>
              <a:off x="1221721" y="3459435"/>
              <a:ext cx="247602" cy="279645"/>
              <a:chOff x="7201988" y="3093903"/>
              <a:chExt cx="269875" cy="304801"/>
            </a:xfrm>
            <a:solidFill>
              <a:schemeClr val="bg1"/>
            </a:solidFill>
          </p:grpSpPr>
          <p:sp>
            <p:nvSpPr>
              <p:cNvPr id="59" name="Freeform 12"/>
              <p:cNvSpPr>
                <a:spLocks noEditPoints="1"/>
              </p:cNvSpPr>
              <p:nvPr/>
            </p:nvSpPr>
            <p:spPr bwMode="auto">
              <a:xfrm>
                <a:off x="7201988" y="3093903"/>
                <a:ext cx="123825" cy="220663"/>
              </a:xfrm>
              <a:custGeom>
                <a:avLst/>
                <a:gdLst>
                  <a:gd name="T0" fmla="*/ 50 w 50"/>
                  <a:gd name="T1" fmla="*/ 83 h 89"/>
                  <a:gd name="T2" fmla="*/ 50 w 50"/>
                  <a:gd name="T3" fmla="*/ 6 h 89"/>
                  <a:gd name="T4" fmla="*/ 44 w 50"/>
                  <a:gd name="T5" fmla="*/ 0 h 89"/>
                  <a:gd name="T6" fmla="*/ 6 w 50"/>
                  <a:gd name="T7" fmla="*/ 0 h 89"/>
                  <a:gd name="T8" fmla="*/ 0 w 50"/>
                  <a:gd name="T9" fmla="*/ 6 h 89"/>
                  <a:gd name="T10" fmla="*/ 0 w 50"/>
                  <a:gd name="T11" fmla="*/ 83 h 89"/>
                  <a:gd name="T12" fmla="*/ 6 w 50"/>
                  <a:gd name="T13" fmla="*/ 89 h 89"/>
                  <a:gd name="T14" fmla="*/ 44 w 50"/>
                  <a:gd name="T15" fmla="*/ 89 h 89"/>
                  <a:gd name="T16" fmla="*/ 50 w 50"/>
                  <a:gd name="T17" fmla="*/ 83 h 89"/>
                  <a:gd name="T18" fmla="*/ 39 w 50"/>
                  <a:gd name="T19" fmla="*/ 4 h 89"/>
                  <a:gd name="T20" fmla="*/ 41 w 50"/>
                  <a:gd name="T21" fmla="*/ 6 h 89"/>
                  <a:gd name="T22" fmla="*/ 39 w 50"/>
                  <a:gd name="T23" fmla="*/ 7 h 89"/>
                  <a:gd name="T24" fmla="*/ 38 w 50"/>
                  <a:gd name="T25" fmla="*/ 6 h 89"/>
                  <a:gd name="T26" fmla="*/ 39 w 50"/>
                  <a:gd name="T27" fmla="*/ 4 h 89"/>
                  <a:gd name="T28" fmla="*/ 16 w 50"/>
                  <a:gd name="T29" fmla="*/ 5 h 89"/>
                  <a:gd name="T30" fmla="*/ 34 w 50"/>
                  <a:gd name="T31" fmla="*/ 5 h 89"/>
                  <a:gd name="T32" fmla="*/ 34 w 50"/>
                  <a:gd name="T33" fmla="*/ 6 h 89"/>
                  <a:gd name="T34" fmla="*/ 16 w 50"/>
                  <a:gd name="T35" fmla="*/ 6 h 89"/>
                  <a:gd name="T36" fmla="*/ 16 w 50"/>
                  <a:gd name="T37" fmla="*/ 5 h 89"/>
                  <a:gd name="T38" fmla="*/ 4 w 50"/>
                  <a:gd name="T39" fmla="*/ 68 h 89"/>
                  <a:gd name="T40" fmla="*/ 4 w 50"/>
                  <a:gd name="T41" fmla="*/ 11 h 89"/>
                  <a:gd name="T42" fmla="*/ 45 w 50"/>
                  <a:gd name="T43" fmla="*/ 11 h 89"/>
                  <a:gd name="T44" fmla="*/ 45 w 50"/>
                  <a:gd name="T45" fmla="*/ 68 h 89"/>
                  <a:gd name="T46" fmla="*/ 4 w 50"/>
                  <a:gd name="T47" fmla="*/ 68 h 89"/>
                  <a:gd name="T48" fmla="*/ 25 w 50"/>
                  <a:gd name="T49" fmla="*/ 83 h 89"/>
                  <a:gd name="T50" fmla="*/ 21 w 50"/>
                  <a:gd name="T51" fmla="*/ 78 h 89"/>
                  <a:gd name="T52" fmla="*/ 25 w 50"/>
                  <a:gd name="T53" fmla="*/ 74 h 89"/>
                  <a:gd name="T54" fmla="*/ 29 w 50"/>
                  <a:gd name="T55" fmla="*/ 78 h 89"/>
                  <a:gd name="T56" fmla="*/ 25 w 50"/>
                  <a:gd name="T57"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89">
                    <a:moveTo>
                      <a:pt x="50" y="83"/>
                    </a:moveTo>
                    <a:cubicBezTo>
                      <a:pt x="50" y="6"/>
                      <a:pt x="50" y="6"/>
                      <a:pt x="50" y="6"/>
                    </a:cubicBezTo>
                    <a:cubicBezTo>
                      <a:pt x="50" y="3"/>
                      <a:pt x="47" y="0"/>
                      <a:pt x="44" y="0"/>
                    </a:cubicBezTo>
                    <a:cubicBezTo>
                      <a:pt x="6" y="0"/>
                      <a:pt x="6" y="0"/>
                      <a:pt x="6" y="0"/>
                    </a:cubicBezTo>
                    <a:cubicBezTo>
                      <a:pt x="3" y="0"/>
                      <a:pt x="0" y="3"/>
                      <a:pt x="0" y="6"/>
                    </a:cubicBezTo>
                    <a:cubicBezTo>
                      <a:pt x="0" y="83"/>
                      <a:pt x="0" y="83"/>
                      <a:pt x="0" y="83"/>
                    </a:cubicBezTo>
                    <a:cubicBezTo>
                      <a:pt x="0" y="86"/>
                      <a:pt x="3" y="89"/>
                      <a:pt x="6" y="89"/>
                    </a:cubicBezTo>
                    <a:cubicBezTo>
                      <a:pt x="44" y="89"/>
                      <a:pt x="44" y="89"/>
                      <a:pt x="44" y="89"/>
                    </a:cubicBezTo>
                    <a:cubicBezTo>
                      <a:pt x="47" y="89"/>
                      <a:pt x="50" y="86"/>
                      <a:pt x="50" y="83"/>
                    </a:cubicBezTo>
                    <a:close/>
                    <a:moveTo>
                      <a:pt x="39" y="4"/>
                    </a:moveTo>
                    <a:cubicBezTo>
                      <a:pt x="40" y="4"/>
                      <a:pt x="41" y="5"/>
                      <a:pt x="41" y="6"/>
                    </a:cubicBezTo>
                    <a:cubicBezTo>
                      <a:pt x="41" y="7"/>
                      <a:pt x="40" y="7"/>
                      <a:pt x="39" y="7"/>
                    </a:cubicBezTo>
                    <a:cubicBezTo>
                      <a:pt x="38" y="7"/>
                      <a:pt x="38" y="7"/>
                      <a:pt x="38" y="6"/>
                    </a:cubicBezTo>
                    <a:cubicBezTo>
                      <a:pt x="38" y="5"/>
                      <a:pt x="38" y="4"/>
                      <a:pt x="39" y="4"/>
                    </a:cubicBezTo>
                    <a:close/>
                    <a:moveTo>
                      <a:pt x="16" y="5"/>
                    </a:moveTo>
                    <a:cubicBezTo>
                      <a:pt x="34" y="5"/>
                      <a:pt x="34" y="5"/>
                      <a:pt x="34" y="5"/>
                    </a:cubicBezTo>
                    <a:cubicBezTo>
                      <a:pt x="34" y="6"/>
                      <a:pt x="34" y="6"/>
                      <a:pt x="34" y="6"/>
                    </a:cubicBezTo>
                    <a:cubicBezTo>
                      <a:pt x="16" y="6"/>
                      <a:pt x="16" y="6"/>
                      <a:pt x="16" y="6"/>
                    </a:cubicBezTo>
                    <a:lnTo>
                      <a:pt x="16" y="5"/>
                    </a:lnTo>
                    <a:close/>
                    <a:moveTo>
                      <a:pt x="4" y="68"/>
                    </a:moveTo>
                    <a:cubicBezTo>
                      <a:pt x="4" y="11"/>
                      <a:pt x="4" y="11"/>
                      <a:pt x="4" y="11"/>
                    </a:cubicBezTo>
                    <a:cubicBezTo>
                      <a:pt x="45" y="11"/>
                      <a:pt x="45" y="11"/>
                      <a:pt x="45" y="11"/>
                    </a:cubicBezTo>
                    <a:cubicBezTo>
                      <a:pt x="45" y="68"/>
                      <a:pt x="45" y="68"/>
                      <a:pt x="45" y="68"/>
                    </a:cubicBezTo>
                    <a:lnTo>
                      <a:pt x="4" y="68"/>
                    </a:lnTo>
                    <a:close/>
                    <a:moveTo>
                      <a:pt x="25" y="83"/>
                    </a:moveTo>
                    <a:cubicBezTo>
                      <a:pt x="23" y="83"/>
                      <a:pt x="21" y="81"/>
                      <a:pt x="21" y="78"/>
                    </a:cubicBezTo>
                    <a:cubicBezTo>
                      <a:pt x="21" y="76"/>
                      <a:pt x="23" y="74"/>
                      <a:pt x="25" y="74"/>
                    </a:cubicBezTo>
                    <a:cubicBezTo>
                      <a:pt x="27" y="74"/>
                      <a:pt x="29" y="76"/>
                      <a:pt x="29" y="78"/>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13"/>
              <p:cNvSpPr>
                <a:spLocks noEditPoints="1"/>
              </p:cNvSpPr>
              <p:nvPr/>
            </p:nvSpPr>
            <p:spPr bwMode="auto">
              <a:xfrm>
                <a:off x="7344863" y="3178041"/>
                <a:ext cx="127000" cy="220663"/>
              </a:xfrm>
              <a:custGeom>
                <a:avLst/>
                <a:gdLst>
                  <a:gd name="T0" fmla="*/ 44 w 51"/>
                  <a:gd name="T1" fmla="*/ 0 h 89"/>
                  <a:gd name="T2" fmla="*/ 7 w 51"/>
                  <a:gd name="T3" fmla="*/ 0 h 89"/>
                  <a:gd name="T4" fmla="*/ 0 w 51"/>
                  <a:gd name="T5" fmla="*/ 6 h 89"/>
                  <a:gd name="T6" fmla="*/ 0 w 51"/>
                  <a:gd name="T7" fmla="*/ 83 h 89"/>
                  <a:gd name="T8" fmla="*/ 7 w 51"/>
                  <a:gd name="T9" fmla="*/ 89 h 89"/>
                  <a:gd name="T10" fmla="*/ 44 w 51"/>
                  <a:gd name="T11" fmla="*/ 89 h 89"/>
                  <a:gd name="T12" fmla="*/ 51 w 51"/>
                  <a:gd name="T13" fmla="*/ 83 h 89"/>
                  <a:gd name="T14" fmla="*/ 51 w 51"/>
                  <a:gd name="T15" fmla="*/ 6 h 89"/>
                  <a:gd name="T16" fmla="*/ 44 w 51"/>
                  <a:gd name="T17" fmla="*/ 0 h 89"/>
                  <a:gd name="T18" fmla="*/ 40 w 51"/>
                  <a:gd name="T19" fmla="*/ 4 h 89"/>
                  <a:gd name="T20" fmla="*/ 42 w 51"/>
                  <a:gd name="T21" fmla="*/ 6 h 89"/>
                  <a:gd name="T22" fmla="*/ 40 w 51"/>
                  <a:gd name="T23" fmla="*/ 7 h 89"/>
                  <a:gd name="T24" fmla="*/ 38 w 51"/>
                  <a:gd name="T25" fmla="*/ 6 h 89"/>
                  <a:gd name="T26" fmla="*/ 40 w 51"/>
                  <a:gd name="T27" fmla="*/ 4 h 89"/>
                  <a:gd name="T28" fmla="*/ 17 w 51"/>
                  <a:gd name="T29" fmla="*/ 5 h 89"/>
                  <a:gd name="T30" fmla="*/ 34 w 51"/>
                  <a:gd name="T31" fmla="*/ 5 h 89"/>
                  <a:gd name="T32" fmla="*/ 34 w 51"/>
                  <a:gd name="T33" fmla="*/ 6 h 89"/>
                  <a:gd name="T34" fmla="*/ 17 w 51"/>
                  <a:gd name="T35" fmla="*/ 6 h 89"/>
                  <a:gd name="T36" fmla="*/ 17 w 51"/>
                  <a:gd name="T37" fmla="*/ 5 h 89"/>
                  <a:gd name="T38" fmla="*/ 26 w 51"/>
                  <a:gd name="T39" fmla="*/ 83 h 89"/>
                  <a:gd name="T40" fmla="*/ 21 w 51"/>
                  <a:gd name="T41" fmla="*/ 78 h 89"/>
                  <a:gd name="T42" fmla="*/ 26 w 51"/>
                  <a:gd name="T43" fmla="*/ 74 h 89"/>
                  <a:gd name="T44" fmla="*/ 30 w 51"/>
                  <a:gd name="T45" fmla="*/ 78 h 89"/>
                  <a:gd name="T46" fmla="*/ 26 w 51"/>
                  <a:gd name="T47" fmla="*/ 83 h 89"/>
                  <a:gd name="T48" fmla="*/ 46 w 51"/>
                  <a:gd name="T49" fmla="*/ 68 h 89"/>
                  <a:gd name="T50" fmla="*/ 5 w 51"/>
                  <a:gd name="T51" fmla="*/ 68 h 89"/>
                  <a:gd name="T52" fmla="*/ 5 w 51"/>
                  <a:gd name="T53" fmla="*/ 11 h 89"/>
                  <a:gd name="T54" fmla="*/ 46 w 51"/>
                  <a:gd name="T55" fmla="*/ 11 h 89"/>
                  <a:gd name="T56" fmla="*/ 46 w 51"/>
                  <a:gd name="T57" fmla="*/ 6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89">
                    <a:moveTo>
                      <a:pt x="44" y="0"/>
                    </a:moveTo>
                    <a:cubicBezTo>
                      <a:pt x="7" y="0"/>
                      <a:pt x="7" y="0"/>
                      <a:pt x="7" y="0"/>
                    </a:cubicBezTo>
                    <a:cubicBezTo>
                      <a:pt x="3" y="0"/>
                      <a:pt x="0" y="3"/>
                      <a:pt x="0" y="6"/>
                    </a:cubicBezTo>
                    <a:cubicBezTo>
                      <a:pt x="0" y="83"/>
                      <a:pt x="0" y="83"/>
                      <a:pt x="0" y="83"/>
                    </a:cubicBezTo>
                    <a:cubicBezTo>
                      <a:pt x="0" y="86"/>
                      <a:pt x="3" y="89"/>
                      <a:pt x="7" y="89"/>
                    </a:cubicBezTo>
                    <a:cubicBezTo>
                      <a:pt x="44" y="89"/>
                      <a:pt x="44" y="89"/>
                      <a:pt x="44" y="89"/>
                    </a:cubicBezTo>
                    <a:cubicBezTo>
                      <a:pt x="48" y="89"/>
                      <a:pt x="51" y="86"/>
                      <a:pt x="51" y="83"/>
                    </a:cubicBezTo>
                    <a:cubicBezTo>
                      <a:pt x="51" y="6"/>
                      <a:pt x="51" y="6"/>
                      <a:pt x="51" y="6"/>
                    </a:cubicBezTo>
                    <a:cubicBezTo>
                      <a:pt x="51" y="3"/>
                      <a:pt x="48" y="0"/>
                      <a:pt x="44" y="0"/>
                    </a:cubicBezTo>
                    <a:close/>
                    <a:moveTo>
                      <a:pt x="40" y="4"/>
                    </a:moveTo>
                    <a:cubicBezTo>
                      <a:pt x="41" y="4"/>
                      <a:pt x="42" y="5"/>
                      <a:pt x="42" y="6"/>
                    </a:cubicBezTo>
                    <a:cubicBezTo>
                      <a:pt x="42" y="7"/>
                      <a:pt x="41" y="7"/>
                      <a:pt x="40" y="7"/>
                    </a:cubicBezTo>
                    <a:cubicBezTo>
                      <a:pt x="39" y="7"/>
                      <a:pt x="38" y="7"/>
                      <a:pt x="38" y="6"/>
                    </a:cubicBezTo>
                    <a:cubicBezTo>
                      <a:pt x="38" y="5"/>
                      <a:pt x="39" y="4"/>
                      <a:pt x="40" y="4"/>
                    </a:cubicBezTo>
                    <a:close/>
                    <a:moveTo>
                      <a:pt x="17" y="5"/>
                    </a:moveTo>
                    <a:cubicBezTo>
                      <a:pt x="34" y="5"/>
                      <a:pt x="34" y="5"/>
                      <a:pt x="34" y="5"/>
                    </a:cubicBezTo>
                    <a:cubicBezTo>
                      <a:pt x="34" y="6"/>
                      <a:pt x="34" y="6"/>
                      <a:pt x="34" y="6"/>
                    </a:cubicBezTo>
                    <a:cubicBezTo>
                      <a:pt x="17" y="6"/>
                      <a:pt x="17" y="6"/>
                      <a:pt x="17" y="6"/>
                    </a:cubicBezTo>
                    <a:lnTo>
                      <a:pt x="17" y="5"/>
                    </a:lnTo>
                    <a:close/>
                    <a:moveTo>
                      <a:pt x="26" y="83"/>
                    </a:moveTo>
                    <a:cubicBezTo>
                      <a:pt x="23" y="83"/>
                      <a:pt x="21" y="81"/>
                      <a:pt x="21" y="78"/>
                    </a:cubicBezTo>
                    <a:cubicBezTo>
                      <a:pt x="21" y="76"/>
                      <a:pt x="23" y="74"/>
                      <a:pt x="26" y="74"/>
                    </a:cubicBezTo>
                    <a:cubicBezTo>
                      <a:pt x="28" y="74"/>
                      <a:pt x="30" y="76"/>
                      <a:pt x="30" y="78"/>
                    </a:cubicBezTo>
                    <a:cubicBezTo>
                      <a:pt x="30" y="81"/>
                      <a:pt x="28" y="83"/>
                      <a:pt x="26" y="83"/>
                    </a:cubicBezTo>
                    <a:close/>
                    <a:moveTo>
                      <a:pt x="46" y="68"/>
                    </a:moveTo>
                    <a:cubicBezTo>
                      <a:pt x="5" y="68"/>
                      <a:pt x="5" y="68"/>
                      <a:pt x="5" y="68"/>
                    </a:cubicBezTo>
                    <a:cubicBezTo>
                      <a:pt x="5" y="11"/>
                      <a:pt x="5" y="11"/>
                      <a:pt x="5" y="11"/>
                    </a:cubicBezTo>
                    <a:cubicBezTo>
                      <a:pt x="46" y="11"/>
                      <a:pt x="46" y="11"/>
                      <a:pt x="46" y="11"/>
                    </a:cubicBezTo>
                    <a:lnTo>
                      <a:pt x="4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14"/>
              <p:cNvSpPr/>
              <p:nvPr/>
            </p:nvSpPr>
            <p:spPr bwMode="auto">
              <a:xfrm>
                <a:off x="7335338" y="3105016"/>
                <a:ext cx="74613" cy="63500"/>
              </a:xfrm>
              <a:custGeom>
                <a:avLst/>
                <a:gdLst>
                  <a:gd name="T0" fmla="*/ 38 w 47"/>
                  <a:gd name="T1" fmla="*/ 40 h 40"/>
                  <a:gd name="T2" fmla="*/ 47 w 47"/>
                  <a:gd name="T3" fmla="*/ 40 h 40"/>
                  <a:gd name="T4" fmla="*/ 47 w 47"/>
                  <a:gd name="T5" fmla="*/ 11 h 40"/>
                  <a:gd name="T6" fmla="*/ 47 w 47"/>
                  <a:gd name="T7" fmla="*/ 0 h 40"/>
                  <a:gd name="T8" fmla="*/ 38 w 47"/>
                  <a:gd name="T9" fmla="*/ 0 h 40"/>
                  <a:gd name="T10" fmla="*/ 0 w 47"/>
                  <a:gd name="T11" fmla="*/ 0 h 40"/>
                  <a:gd name="T12" fmla="*/ 0 w 47"/>
                  <a:gd name="T13" fmla="*/ 11 h 40"/>
                  <a:gd name="T14" fmla="*/ 38 w 47"/>
                  <a:gd name="T15" fmla="*/ 11 h 40"/>
                  <a:gd name="T16" fmla="*/ 38 w 47"/>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0">
                    <a:moveTo>
                      <a:pt x="38" y="40"/>
                    </a:moveTo>
                    <a:lnTo>
                      <a:pt x="47" y="40"/>
                    </a:lnTo>
                    <a:lnTo>
                      <a:pt x="47" y="11"/>
                    </a:lnTo>
                    <a:lnTo>
                      <a:pt x="47" y="0"/>
                    </a:lnTo>
                    <a:lnTo>
                      <a:pt x="38" y="0"/>
                    </a:lnTo>
                    <a:lnTo>
                      <a:pt x="0" y="0"/>
                    </a:lnTo>
                    <a:lnTo>
                      <a:pt x="0" y="11"/>
                    </a:lnTo>
                    <a:lnTo>
                      <a:pt x="38" y="11"/>
                    </a:lnTo>
                    <a:lnTo>
                      <a:pt x="38"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15"/>
              <p:cNvSpPr/>
              <p:nvPr/>
            </p:nvSpPr>
            <p:spPr bwMode="auto">
              <a:xfrm>
                <a:off x="7268663" y="3328853"/>
                <a:ext cx="61913" cy="61913"/>
              </a:xfrm>
              <a:custGeom>
                <a:avLst/>
                <a:gdLst>
                  <a:gd name="T0" fmla="*/ 10 w 39"/>
                  <a:gd name="T1" fmla="*/ 0 h 39"/>
                  <a:gd name="T2" fmla="*/ 0 w 39"/>
                  <a:gd name="T3" fmla="*/ 0 h 39"/>
                  <a:gd name="T4" fmla="*/ 0 w 39"/>
                  <a:gd name="T5" fmla="*/ 28 h 39"/>
                  <a:gd name="T6" fmla="*/ 0 w 39"/>
                  <a:gd name="T7" fmla="*/ 39 h 39"/>
                  <a:gd name="T8" fmla="*/ 10 w 39"/>
                  <a:gd name="T9" fmla="*/ 39 h 39"/>
                  <a:gd name="T10" fmla="*/ 39 w 39"/>
                  <a:gd name="T11" fmla="*/ 39 h 39"/>
                  <a:gd name="T12" fmla="*/ 39 w 39"/>
                  <a:gd name="T13" fmla="*/ 28 h 39"/>
                  <a:gd name="T14" fmla="*/ 10 w 39"/>
                  <a:gd name="T15" fmla="*/ 28 h 39"/>
                  <a:gd name="T16" fmla="*/ 10 w 3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10" y="0"/>
                    </a:moveTo>
                    <a:lnTo>
                      <a:pt x="0" y="0"/>
                    </a:lnTo>
                    <a:lnTo>
                      <a:pt x="0" y="28"/>
                    </a:lnTo>
                    <a:lnTo>
                      <a:pt x="0" y="39"/>
                    </a:lnTo>
                    <a:lnTo>
                      <a:pt x="10" y="39"/>
                    </a:lnTo>
                    <a:lnTo>
                      <a:pt x="39" y="39"/>
                    </a:lnTo>
                    <a:lnTo>
                      <a:pt x="39" y="28"/>
                    </a:lnTo>
                    <a:lnTo>
                      <a:pt x="10" y="28"/>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63"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64"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65" name="Group 64"/>
          <p:cNvGrpSpPr/>
          <p:nvPr/>
        </p:nvGrpSpPr>
        <p:grpSpPr>
          <a:xfrm>
            <a:off x="745927" y="5735914"/>
            <a:ext cx="10661949" cy="140901"/>
            <a:chOff x="745927" y="5494178"/>
            <a:chExt cx="10661949" cy="140901"/>
          </a:xfrm>
        </p:grpSpPr>
        <p:cxnSp>
          <p:nvCxnSpPr>
            <p:cNvPr id="66" name="Straight Connector 65"/>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4430272" y="5494178"/>
              <a:ext cx="3293258" cy="140901"/>
              <a:chOff x="3978245" y="5494178"/>
              <a:chExt cx="3293258" cy="140901"/>
            </a:xfrm>
          </p:grpSpPr>
          <p:sp>
            <p:nvSpPr>
              <p:cNvPr id="68" name="Rectangle 67"/>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69" name="Rectangle 68"/>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0" name="Rectangle 69"/>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1" name="Rectangle 70"/>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3456923"/>
      </p:ext>
    </p:extLst>
  </p:cSld>
  <p:clrMapOvr>
    <a:masterClrMapping/>
  </p:clrMapOvr>
  <p:transition spd="slow">
    <p:push dir="u"/>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5562100"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Maintenance System </a:t>
            </a:r>
          </a:p>
        </p:txBody>
      </p:sp>
      <p:grpSp>
        <p:nvGrpSpPr>
          <p:cNvPr id="4" name="Group 3"/>
          <p:cNvGrpSpPr/>
          <p:nvPr/>
        </p:nvGrpSpPr>
        <p:grpSpPr>
          <a:xfrm>
            <a:off x="2893485" y="1696067"/>
            <a:ext cx="6047316" cy="4679333"/>
            <a:chOff x="2893485" y="1696067"/>
            <a:chExt cx="6047316" cy="4679333"/>
          </a:xfrm>
        </p:grpSpPr>
        <p:sp>
          <p:nvSpPr>
            <p:cNvPr id="7" name="Freeform 5"/>
            <p:cNvSpPr/>
            <p:nvPr/>
          </p:nvSpPr>
          <p:spPr bwMode="auto">
            <a:xfrm>
              <a:off x="3750784" y="1908659"/>
              <a:ext cx="3972235" cy="1053717"/>
            </a:xfrm>
            <a:custGeom>
              <a:avLst/>
              <a:gdLst>
                <a:gd name="T0" fmla="*/ 0 w 1719"/>
                <a:gd name="T1" fmla="*/ 456 h 456"/>
                <a:gd name="T2" fmla="*/ 1719 w 1719"/>
                <a:gd name="T3" fmla="*/ 0 h 456"/>
                <a:gd name="T4" fmla="*/ 0 w 1719"/>
                <a:gd name="T5" fmla="*/ 456 h 456"/>
              </a:gdLst>
              <a:ahLst/>
              <a:cxnLst>
                <a:cxn ang="0">
                  <a:pos x="T0" y="T1"/>
                </a:cxn>
                <a:cxn ang="0">
                  <a:pos x="T2" y="T3"/>
                </a:cxn>
                <a:cxn ang="0">
                  <a:pos x="T4" y="T5"/>
                </a:cxn>
              </a:cxnLst>
              <a:rect l="0" t="0" r="r" b="b"/>
              <a:pathLst>
                <a:path w="1719" h="456">
                  <a:moveTo>
                    <a:pt x="0" y="456"/>
                  </a:moveTo>
                  <a:lnTo>
                    <a:pt x="1719" y="0"/>
                  </a:lnTo>
                  <a:lnTo>
                    <a:pt x="0" y="456"/>
                  </a:lnTo>
                  <a:close/>
                </a:path>
              </a:pathLst>
            </a:custGeom>
            <a:solidFill>
              <a:srgbClr val="40A7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Line 6"/>
            <p:cNvSpPr>
              <a:spLocks noChangeShapeType="1"/>
            </p:cNvSpPr>
            <p:nvPr/>
          </p:nvSpPr>
          <p:spPr bwMode="auto">
            <a:xfrm flipV="1">
              <a:off x="3750784" y="1908659"/>
              <a:ext cx="3972235" cy="1053717"/>
            </a:xfrm>
            <a:prstGeom prst="line">
              <a:avLst/>
            </a:prstGeom>
            <a:noFill/>
            <a:ln w="57150" cap="rnd">
              <a:solidFill>
                <a:srgbClr val="F49D15"/>
              </a:solidFill>
              <a:prstDash val="solid"/>
              <a:rou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p:nvPr/>
          </p:nvSpPr>
          <p:spPr bwMode="auto">
            <a:xfrm>
              <a:off x="2909660" y="3017834"/>
              <a:ext cx="1982651" cy="2287674"/>
            </a:xfrm>
            <a:custGeom>
              <a:avLst/>
              <a:gdLst>
                <a:gd name="T0" fmla="*/ 415 w 858"/>
                <a:gd name="T1" fmla="*/ 0 h 990"/>
                <a:gd name="T2" fmla="*/ 0 w 858"/>
                <a:gd name="T3" fmla="*/ 990 h 990"/>
                <a:gd name="T4" fmla="*/ 858 w 858"/>
                <a:gd name="T5" fmla="*/ 990 h 990"/>
                <a:gd name="T6" fmla="*/ 415 w 858"/>
                <a:gd name="T7" fmla="*/ 0 h 990"/>
              </a:gdLst>
              <a:ahLst/>
              <a:cxnLst>
                <a:cxn ang="0">
                  <a:pos x="T0" y="T1"/>
                </a:cxn>
                <a:cxn ang="0">
                  <a:pos x="T2" y="T3"/>
                </a:cxn>
                <a:cxn ang="0">
                  <a:pos x="T4" y="T5"/>
                </a:cxn>
                <a:cxn ang="0">
                  <a:pos x="T6" y="T7"/>
                </a:cxn>
              </a:cxnLst>
              <a:rect l="0" t="0" r="r" b="b"/>
              <a:pathLst>
                <a:path w="858" h="990">
                  <a:moveTo>
                    <a:pt x="415" y="0"/>
                  </a:moveTo>
                  <a:lnTo>
                    <a:pt x="0" y="990"/>
                  </a:lnTo>
                  <a:lnTo>
                    <a:pt x="858" y="990"/>
                  </a:lnTo>
                  <a:lnTo>
                    <a:pt x="415" y="0"/>
                  </a:lnTo>
                  <a:close/>
                </a:path>
              </a:pathLst>
            </a:custGeom>
            <a:noFill/>
            <a:ln w="4" cap="flat">
              <a:solidFill>
                <a:srgbClr val="F49D1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8"/>
            <p:cNvSpPr/>
            <p:nvPr/>
          </p:nvSpPr>
          <p:spPr bwMode="auto">
            <a:xfrm>
              <a:off x="6921177" y="1964118"/>
              <a:ext cx="1982651" cy="2289986"/>
            </a:xfrm>
            <a:custGeom>
              <a:avLst/>
              <a:gdLst>
                <a:gd name="T0" fmla="*/ 413 w 858"/>
                <a:gd name="T1" fmla="*/ 0 h 991"/>
                <a:gd name="T2" fmla="*/ 0 w 858"/>
                <a:gd name="T3" fmla="*/ 991 h 991"/>
                <a:gd name="T4" fmla="*/ 858 w 858"/>
                <a:gd name="T5" fmla="*/ 991 h 991"/>
                <a:gd name="T6" fmla="*/ 413 w 858"/>
                <a:gd name="T7" fmla="*/ 0 h 991"/>
              </a:gdLst>
              <a:ahLst/>
              <a:cxnLst>
                <a:cxn ang="0">
                  <a:pos x="T0" y="T1"/>
                </a:cxn>
                <a:cxn ang="0">
                  <a:pos x="T2" y="T3"/>
                </a:cxn>
                <a:cxn ang="0">
                  <a:pos x="T4" y="T5"/>
                </a:cxn>
                <a:cxn ang="0">
                  <a:pos x="T6" y="T7"/>
                </a:cxn>
              </a:cxnLst>
              <a:rect l="0" t="0" r="r" b="b"/>
              <a:pathLst>
                <a:path w="858" h="991">
                  <a:moveTo>
                    <a:pt x="413" y="0"/>
                  </a:moveTo>
                  <a:lnTo>
                    <a:pt x="0" y="991"/>
                  </a:lnTo>
                  <a:lnTo>
                    <a:pt x="858" y="991"/>
                  </a:lnTo>
                  <a:lnTo>
                    <a:pt x="413" y="0"/>
                  </a:lnTo>
                  <a:close/>
                </a:path>
              </a:pathLst>
            </a:custGeom>
            <a:noFill/>
            <a:ln w="4" cap="flat">
              <a:solidFill>
                <a:srgbClr val="F49D15"/>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Oval 9"/>
            <p:cNvSpPr>
              <a:spLocks noChangeArrowheads="1"/>
            </p:cNvSpPr>
            <p:nvPr/>
          </p:nvSpPr>
          <p:spPr bwMode="auto">
            <a:xfrm>
              <a:off x="7702222" y="1696067"/>
              <a:ext cx="325821" cy="323509"/>
            </a:xfrm>
            <a:prstGeom prst="ellipse">
              <a:avLst/>
            </a:prstGeom>
            <a:solidFill>
              <a:srgbClr val="F49D15"/>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0"/>
            <p:cNvSpPr/>
            <p:nvPr/>
          </p:nvSpPr>
          <p:spPr bwMode="auto">
            <a:xfrm>
              <a:off x="6902691" y="4261035"/>
              <a:ext cx="2038110" cy="332753"/>
            </a:xfrm>
            <a:custGeom>
              <a:avLst/>
              <a:gdLst>
                <a:gd name="T0" fmla="*/ 0 w 972"/>
                <a:gd name="T1" fmla="*/ 4 h 159"/>
                <a:gd name="T2" fmla="*/ 26 w 972"/>
                <a:gd name="T3" fmla="*/ 60 h 159"/>
                <a:gd name="T4" fmla="*/ 150 w 972"/>
                <a:gd name="T5" fmla="*/ 116 h 159"/>
                <a:gd name="T6" fmla="*/ 155 w 972"/>
                <a:gd name="T7" fmla="*/ 159 h 159"/>
                <a:gd name="T8" fmla="*/ 821 w 972"/>
                <a:gd name="T9" fmla="*/ 151 h 159"/>
                <a:gd name="T10" fmla="*/ 821 w 972"/>
                <a:gd name="T11" fmla="*/ 112 h 159"/>
                <a:gd name="T12" fmla="*/ 946 w 972"/>
                <a:gd name="T13" fmla="*/ 69 h 159"/>
                <a:gd name="T14" fmla="*/ 972 w 972"/>
                <a:gd name="T15" fmla="*/ 0 h 159"/>
                <a:gd name="T16" fmla="*/ 0 w 972"/>
                <a:gd name="T17"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159">
                  <a:moveTo>
                    <a:pt x="0" y="4"/>
                  </a:moveTo>
                  <a:cubicBezTo>
                    <a:pt x="0" y="4"/>
                    <a:pt x="3" y="42"/>
                    <a:pt x="26" y="60"/>
                  </a:cubicBezTo>
                  <a:cubicBezTo>
                    <a:pt x="49" y="79"/>
                    <a:pt x="150" y="116"/>
                    <a:pt x="150" y="116"/>
                  </a:cubicBezTo>
                  <a:cubicBezTo>
                    <a:pt x="155" y="159"/>
                    <a:pt x="155" y="159"/>
                    <a:pt x="155" y="159"/>
                  </a:cubicBezTo>
                  <a:cubicBezTo>
                    <a:pt x="821" y="151"/>
                    <a:pt x="821" y="151"/>
                    <a:pt x="821" y="151"/>
                  </a:cubicBezTo>
                  <a:cubicBezTo>
                    <a:pt x="821" y="112"/>
                    <a:pt x="821" y="112"/>
                    <a:pt x="821" y="112"/>
                  </a:cubicBezTo>
                  <a:cubicBezTo>
                    <a:pt x="821" y="112"/>
                    <a:pt x="923" y="88"/>
                    <a:pt x="946" y="69"/>
                  </a:cubicBezTo>
                  <a:cubicBezTo>
                    <a:pt x="969" y="50"/>
                    <a:pt x="972" y="0"/>
                    <a:pt x="972" y="0"/>
                  </a:cubicBezTo>
                  <a:lnTo>
                    <a:pt x="0" y="4"/>
                  </a:lnTo>
                  <a:close/>
                </a:path>
              </a:pathLst>
            </a:custGeom>
            <a:solidFill>
              <a:srgbClr val="F49D15"/>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1"/>
            <p:cNvSpPr/>
            <p:nvPr/>
          </p:nvSpPr>
          <p:spPr bwMode="auto">
            <a:xfrm>
              <a:off x="2893485" y="5314752"/>
              <a:ext cx="2038110" cy="332753"/>
            </a:xfrm>
            <a:custGeom>
              <a:avLst/>
              <a:gdLst>
                <a:gd name="T0" fmla="*/ 0 w 972"/>
                <a:gd name="T1" fmla="*/ 4 h 159"/>
                <a:gd name="T2" fmla="*/ 26 w 972"/>
                <a:gd name="T3" fmla="*/ 60 h 159"/>
                <a:gd name="T4" fmla="*/ 151 w 972"/>
                <a:gd name="T5" fmla="*/ 116 h 159"/>
                <a:gd name="T6" fmla="*/ 155 w 972"/>
                <a:gd name="T7" fmla="*/ 159 h 159"/>
                <a:gd name="T8" fmla="*/ 822 w 972"/>
                <a:gd name="T9" fmla="*/ 150 h 159"/>
                <a:gd name="T10" fmla="*/ 822 w 972"/>
                <a:gd name="T11" fmla="*/ 112 h 159"/>
                <a:gd name="T12" fmla="*/ 947 w 972"/>
                <a:gd name="T13" fmla="*/ 69 h 159"/>
                <a:gd name="T14" fmla="*/ 972 w 972"/>
                <a:gd name="T15" fmla="*/ 0 h 159"/>
                <a:gd name="T16" fmla="*/ 0 w 972"/>
                <a:gd name="T17"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159">
                  <a:moveTo>
                    <a:pt x="0" y="4"/>
                  </a:moveTo>
                  <a:cubicBezTo>
                    <a:pt x="0" y="4"/>
                    <a:pt x="3" y="41"/>
                    <a:pt x="26" y="60"/>
                  </a:cubicBezTo>
                  <a:cubicBezTo>
                    <a:pt x="49" y="79"/>
                    <a:pt x="151" y="116"/>
                    <a:pt x="151" y="116"/>
                  </a:cubicBezTo>
                  <a:cubicBezTo>
                    <a:pt x="155" y="159"/>
                    <a:pt x="155" y="159"/>
                    <a:pt x="155" y="159"/>
                  </a:cubicBezTo>
                  <a:cubicBezTo>
                    <a:pt x="822" y="150"/>
                    <a:pt x="822" y="150"/>
                    <a:pt x="822" y="150"/>
                  </a:cubicBezTo>
                  <a:cubicBezTo>
                    <a:pt x="822" y="112"/>
                    <a:pt x="822" y="112"/>
                    <a:pt x="822" y="112"/>
                  </a:cubicBezTo>
                  <a:cubicBezTo>
                    <a:pt x="822" y="112"/>
                    <a:pt x="924" y="87"/>
                    <a:pt x="947" y="69"/>
                  </a:cubicBezTo>
                  <a:cubicBezTo>
                    <a:pt x="970" y="50"/>
                    <a:pt x="972" y="0"/>
                    <a:pt x="972" y="0"/>
                  </a:cubicBezTo>
                  <a:lnTo>
                    <a:pt x="0" y="4"/>
                  </a:lnTo>
                  <a:close/>
                </a:path>
              </a:pathLst>
            </a:custGeom>
            <a:solidFill>
              <a:srgbClr val="F49D15"/>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Oval 12"/>
            <p:cNvSpPr>
              <a:spLocks noChangeArrowheads="1"/>
            </p:cNvSpPr>
            <p:nvPr/>
          </p:nvSpPr>
          <p:spPr bwMode="auto">
            <a:xfrm>
              <a:off x="3704569" y="2795999"/>
              <a:ext cx="337374" cy="337374"/>
            </a:xfrm>
            <a:prstGeom prst="ellipse">
              <a:avLst/>
            </a:prstGeom>
            <a:solidFill>
              <a:srgbClr val="F49D15"/>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3"/>
            <p:cNvSpPr/>
            <p:nvPr/>
          </p:nvSpPr>
          <p:spPr bwMode="auto">
            <a:xfrm>
              <a:off x="4679719" y="1860132"/>
              <a:ext cx="2410146" cy="4515268"/>
            </a:xfrm>
            <a:custGeom>
              <a:avLst/>
              <a:gdLst>
                <a:gd name="T0" fmla="*/ 1130 w 1150"/>
                <a:gd name="T1" fmla="*/ 1860 h 2153"/>
                <a:gd name="T2" fmla="*/ 1081 w 1150"/>
                <a:gd name="T3" fmla="*/ 1835 h 2153"/>
                <a:gd name="T4" fmla="*/ 737 w 1150"/>
                <a:gd name="T5" fmla="*/ 1763 h 2153"/>
                <a:gd name="T6" fmla="*/ 737 w 1150"/>
                <a:gd name="T7" fmla="*/ 1459 h 2153"/>
                <a:gd name="T8" fmla="*/ 685 w 1150"/>
                <a:gd name="T9" fmla="*/ 1459 h 2153"/>
                <a:gd name="T10" fmla="*/ 685 w 1150"/>
                <a:gd name="T11" fmla="*/ 1433 h 2153"/>
                <a:gd name="T12" fmla="*/ 657 w 1150"/>
                <a:gd name="T13" fmla="*/ 1433 h 2153"/>
                <a:gd name="T14" fmla="*/ 657 w 1150"/>
                <a:gd name="T15" fmla="*/ 1215 h 2153"/>
                <a:gd name="T16" fmla="*/ 634 w 1150"/>
                <a:gd name="T17" fmla="*/ 1215 h 2153"/>
                <a:gd name="T18" fmla="*/ 634 w 1150"/>
                <a:gd name="T19" fmla="*/ 484 h 2153"/>
                <a:gd name="T20" fmla="*/ 672 w 1150"/>
                <a:gd name="T21" fmla="*/ 484 h 2153"/>
                <a:gd name="T22" fmla="*/ 728 w 1150"/>
                <a:gd name="T23" fmla="*/ 441 h 2153"/>
                <a:gd name="T24" fmla="*/ 672 w 1150"/>
                <a:gd name="T25" fmla="*/ 398 h 2153"/>
                <a:gd name="T26" fmla="*/ 634 w 1150"/>
                <a:gd name="T27" fmla="*/ 398 h 2153"/>
                <a:gd name="T28" fmla="*/ 634 w 1150"/>
                <a:gd name="T29" fmla="*/ 125 h 2153"/>
                <a:gd name="T30" fmla="*/ 654 w 1150"/>
                <a:gd name="T31" fmla="*/ 74 h 2153"/>
                <a:gd name="T32" fmla="*/ 579 w 1150"/>
                <a:gd name="T33" fmla="*/ 0 h 2153"/>
                <a:gd name="T34" fmla="*/ 505 w 1150"/>
                <a:gd name="T35" fmla="*/ 74 h 2153"/>
                <a:gd name="T36" fmla="*/ 527 w 1150"/>
                <a:gd name="T37" fmla="*/ 128 h 2153"/>
                <a:gd name="T38" fmla="*/ 525 w 1150"/>
                <a:gd name="T39" fmla="*/ 128 h 2153"/>
                <a:gd name="T40" fmla="*/ 525 w 1150"/>
                <a:gd name="T41" fmla="*/ 398 h 2153"/>
                <a:gd name="T42" fmla="*/ 492 w 1150"/>
                <a:gd name="T43" fmla="*/ 398 h 2153"/>
                <a:gd name="T44" fmla="*/ 436 w 1150"/>
                <a:gd name="T45" fmla="*/ 441 h 2153"/>
                <a:gd name="T46" fmla="*/ 492 w 1150"/>
                <a:gd name="T47" fmla="*/ 484 h 2153"/>
                <a:gd name="T48" fmla="*/ 525 w 1150"/>
                <a:gd name="T49" fmla="*/ 484 h 2153"/>
                <a:gd name="T50" fmla="*/ 525 w 1150"/>
                <a:gd name="T51" fmla="*/ 1218 h 2153"/>
                <a:gd name="T52" fmla="*/ 502 w 1150"/>
                <a:gd name="T53" fmla="*/ 1218 h 2153"/>
                <a:gd name="T54" fmla="*/ 502 w 1150"/>
                <a:gd name="T55" fmla="*/ 1439 h 2153"/>
                <a:gd name="T56" fmla="*/ 470 w 1150"/>
                <a:gd name="T57" fmla="*/ 1439 h 2153"/>
                <a:gd name="T58" fmla="*/ 470 w 1150"/>
                <a:gd name="T59" fmla="*/ 1465 h 2153"/>
                <a:gd name="T60" fmla="*/ 424 w 1150"/>
                <a:gd name="T61" fmla="*/ 1465 h 2153"/>
                <a:gd name="T62" fmla="*/ 424 w 1150"/>
                <a:gd name="T63" fmla="*/ 1749 h 2153"/>
                <a:gd name="T64" fmla="*/ 83 w 1150"/>
                <a:gd name="T65" fmla="*/ 1823 h 2153"/>
                <a:gd name="T66" fmla="*/ 37 w 1150"/>
                <a:gd name="T67" fmla="*/ 1843 h 2153"/>
                <a:gd name="T68" fmla="*/ 0 w 1150"/>
                <a:gd name="T69" fmla="*/ 1886 h 2153"/>
                <a:gd name="T70" fmla="*/ 0 w 1150"/>
                <a:gd name="T71" fmla="*/ 2153 h 2153"/>
                <a:gd name="T72" fmla="*/ 1150 w 1150"/>
                <a:gd name="T73" fmla="*/ 2153 h 2153"/>
                <a:gd name="T74" fmla="*/ 1150 w 1150"/>
                <a:gd name="T75" fmla="*/ 1881 h 2153"/>
                <a:gd name="T76" fmla="*/ 1130 w 1150"/>
                <a:gd name="T77" fmla="*/ 1860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0" h="2153">
                  <a:moveTo>
                    <a:pt x="1130" y="1860"/>
                  </a:moveTo>
                  <a:cubicBezTo>
                    <a:pt x="1112" y="1840"/>
                    <a:pt x="1081" y="1835"/>
                    <a:pt x="1081" y="1835"/>
                  </a:cubicBezTo>
                  <a:cubicBezTo>
                    <a:pt x="737" y="1763"/>
                    <a:pt x="737" y="1763"/>
                    <a:pt x="737" y="1763"/>
                  </a:cubicBezTo>
                  <a:cubicBezTo>
                    <a:pt x="737" y="1459"/>
                    <a:pt x="737" y="1459"/>
                    <a:pt x="737" y="1459"/>
                  </a:cubicBezTo>
                  <a:cubicBezTo>
                    <a:pt x="685" y="1459"/>
                    <a:pt x="685" y="1459"/>
                    <a:pt x="685" y="1459"/>
                  </a:cubicBezTo>
                  <a:cubicBezTo>
                    <a:pt x="685" y="1433"/>
                    <a:pt x="685" y="1433"/>
                    <a:pt x="685" y="1433"/>
                  </a:cubicBezTo>
                  <a:cubicBezTo>
                    <a:pt x="657" y="1433"/>
                    <a:pt x="657" y="1433"/>
                    <a:pt x="657" y="1433"/>
                  </a:cubicBezTo>
                  <a:cubicBezTo>
                    <a:pt x="657" y="1215"/>
                    <a:pt x="657" y="1215"/>
                    <a:pt x="657" y="1215"/>
                  </a:cubicBezTo>
                  <a:cubicBezTo>
                    <a:pt x="634" y="1215"/>
                    <a:pt x="634" y="1215"/>
                    <a:pt x="634" y="1215"/>
                  </a:cubicBezTo>
                  <a:cubicBezTo>
                    <a:pt x="634" y="484"/>
                    <a:pt x="634" y="484"/>
                    <a:pt x="634" y="484"/>
                  </a:cubicBezTo>
                  <a:cubicBezTo>
                    <a:pt x="672" y="484"/>
                    <a:pt x="672" y="484"/>
                    <a:pt x="672" y="484"/>
                  </a:cubicBezTo>
                  <a:cubicBezTo>
                    <a:pt x="703" y="484"/>
                    <a:pt x="728" y="465"/>
                    <a:pt x="728" y="441"/>
                  </a:cubicBezTo>
                  <a:cubicBezTo>
                    <a:pt x="728" y="417"/>
                    <a:pt x="703" y="398"/>
                    <a:pt x="672" y="398"/>
                  </a:cubicBezTo>
                  <a:cubicBezTo>
                    <a:pt x="634" y="398"/>
                    <a:pt x="634" y="398"/>
                    <a:pt x="634" y="398"/>
                  </a:cubicBezTo>
                  <a:cubicBezTo>
                    <a:pt x="634" y="125"/>
                    <a:pt x="634" y="125"/>
                    <a:pt x="634" y="125"/>
                  </a:cubicBezTo>
                  <a:cubicBezTo>
                    <a:pt x="646" y="112"/>
                    <a:pt x="654" y="94"/>
                    <a:pt x="654" y="74"/>
                  </a:cubicBezTo>
                  <a:cubicBezTo>
                    <a:pt x="654" y="33"/>
                    <a:pt x="620" y="0"/>
                    <a:pt x="579" y="0"/>
                  </a:cubicBezTo>
                  <a:cubicBezTo>
                    <a:pt x="538" y="0"/>
                    <a:pt x="505" y="33"/>
                    <a:pt x="505" y="74"/>
                  </a:cubicBezTo>
                  <a:cubicBezTo>
                    <a:pt x="505" y="95"/>
                    <a:pt x="513" y="114"/>
                    <a:pt x="527" y="128"/>
                  </a:cubicBezTo>
                  <a:cubicBezTo>
                    <a:pt x="525" y="128"/>
                    <a:pt x="525" y="128"/>
                    <a:pt x="525" y="128"/>
                  </a:cubicBezTo>
                  <a:cubicBezTo>
                    <a:pt x="525" y="398"/>
                    <a:pt x="525" y="398"/>
                    <a:pt x="525" y="398"/>
                  </a:cubicBezTo>
                  <a:cubicBezTo>
                    <a:pt x="492" y="398"/>
                    <a:pt x="492" y="398"/>
                    <a:pt x="492" y="398"/>
                  </a:cubicBezTo>
                  <a:cubicBezTo>
                    <a:pt x="461" y="398"/>
                    <a:pt x="436" y="417"/>
                    <a:pt x="436" y="441"/>
                  </a:cubicBezTo>
                  <a:cubicBezTo>
                    <a:pt x="436" y="465"/>
                    <a:pt x="461" y="484"/>
                    <a:pt x="492" y="484"/>
                  </a:cubicBezTo>
                  <a:cubicBezTo>
                    <a:pt x="525" y="484"/>
                    <a:pt x="525" y="484"/>
                    <a:pt x="525" y="484"/>
                  </a:cubicBezTo>
                  <a:cubicBezTo>
                    <a:pt x="525" y="1218"/>
                    <a:pt x="525" y="1218"/>
                    <a:pt x="525" y="1218"/>
                  </a:cubicBezTo>
                  <a:cubicBezTo>
                    <a:pt x="502" y="1218"/>
                    <a:pt x="502" y="1218"/>
                    <a:pt x="502" y="1218"/>
                  </a:cubicBezTo>
                  <a:cubicBezTo>
                    <a:pt x="502" y="1439"/>
                    <a:pt x="502" y="1439"/>
                    <a:pt x="502" y="1439"/>
                  </a:cubicBezTo>
                  <a:cubicBezTo>
                    <a:pt x="470" y="1439"/>
                    <a:pt x="470" y="1439"/>
                    <a:pt x="470" y="1439"/>
                  </a:cubicBezTo>
                  <a:cubicBezTo>
                    <a:pt x="470" y="1465"/>
                    <a:pt x="470" y="1465"/>
                    <a:pt x="470" y="1465"/>
                  </a:cubicBezTo>
                  <a:cubicBezTo>
                    <a:pt x="424" y="1465"/>
                    <a:pt x="424" y="1465"/>
                    <a:pt x="424" y="1465"/>
                  </a:cubicBezTo>
                  <a:cubicBezTo>
                    <a:pt x="424" y="1749"/>
                    <a:pt x="424" y="1749"/>
                    <a:pt x="424" y="1749"/>
                  </a:cubicBezTo>
                  <a:cubicBezTo>
                    <a:pt x="83" y="1823"/>
                    <a:pt x="83" y="1823"/>
                    <a:pt x="83" y="1823"/>
                  </a:cubicBezTo>
                  <a:cubicBezTo>
                    <a:pt x="83" y="1823"/>
                    <a:pt x="54" y="1832"/>
                    <a:pt x="37" y="1843"/>
                  </a:cubicBezTo>
                  <a:cubicBezTo>
                    <a:pt x="20" y="1855"/>
                    <a:pt x="0" y="1886"/>
                    <a:pt x="0" y="1886"/>
                  </a:cubicBezTo>
                  <a:cubicBezTo>
                    <a:pt x="0" y="2153"/>
                    <a:pt x="0" y="2153"/>
                    <a:pt x="0" y="2153"/>
                  </a:cubicBezTo>
                  <a:cubicBezTo>
                    <a:pt x="1150" y="2153"/>
                    <a:pt x="1150" y="2153"/>
                    <a:pt x="1150" y="2153"/>
                  </a:cubicBezTo>
                  <a:cubicBezTo>
                    <a:pt x="1150" y="1881"/>
                    <a:pt x="1150" y="1881"/>
                    <a:pt x="1150" y="1881"/>
                  </a:cubicBezTo>
                  <a:cubicBezTo>
                    <a:pt x="1150" y="1881"/>
                    <a:pt x="1147" y="1881"/>
                    <a:pt x="1130" y="1860"/>
                  </a:cubicBezTo>
                  <a:close/>
                </a:path>
              </a:pathLst>
            </a:custGeom>
            <a:solidFill>
              <a:srgbClr val="F49D15"/>
            </a:solidFill>
            <a:ln w="4"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8" name="Rectangle 17"/>
          <p:cNvSpPr/>
          <p:nvPr/>
        </p:nvSpPr>
        <p:spPr>
          <a:xfrm>
            <a:off x="9245600" y="4636463"/>
            <a:ext cx="2438400" cy="1538883"/>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a:t>
            </a:r>
            <a:r>
              <a:rPr lang="en-US" sz="14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vehicula hendrerit </a:t>
            </a: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a:t>
            </a:r>
          </a:p>
        </p:txBody>
      </p:sp>
      <p:sp>
        <p:nvSpPr>
          <p:cNvPr id="19" name="Rectangle 18"/>
          <p:cNvSpPr/>
          <p:nvPr/>
        </p:nvSpPr>
        <p:spPr>
          <a:xfrm>
            <a:off x="508000" y="1993850"/>
            <a:ext cx="2438400" cy="1538883"/>
          </a:xfrm>
          <a:prstGeom prst="rect">
            <a:avLst/>
          </a:prstGeom>
        </p:spPr>
        <p:txBody>
          <a:bodyPr wrap="square">
            <a:spAutoFit/>
          </a:bodyPr>
          <a:lstStyle/>
          <a:p>
            <a:pPr algn="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Revenue</a:t>
            </a:r>
          </a:p>
          <a:p>
            <a:pPr algn="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a:t>
            </a:r>
            <a:r>
              <a:rPr lang="en-US" sz="14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hendrerit </a:t>
            </a: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a:t>
            </a:r>
          </a:p>
        </p:txBody>
      </p:sp>
      <p:grpSp>
        <p:nvGrpSpPr>
          <p:cNvPr id="56" name="Group 55"/>
          <p:cNvGrpSpPr/>
          <p:nvPr/>
        </p:nvGrpSpPr>
        <p:grpSpPr>
          <a:xfrm>
            <a:off x="2946400" y="3612773"/>
            <a:ext cx="933827" cy="933827"/>
            <a:chOff x="2209800" y="2709580"/>
            <a:chExt cx="700370" cy="700370"/>
          </a:xfrm>
        </p:grpSpPr>
        <p:sp>
          <p:nvSpPr>
            <p:cNvPr id="27" name="Oval 26"/>
            <p:cNvSpPr/>
            <p:nvPr/>
          </p:nvSpPr>
          <p:spPr>
            <a:xfrm>
              <a:off x="2209800" y="2709580"/>
              <a:ext cx="700370" cy="700370"/>
            </a:xfrm>
            <a:prstGeom prst="ellipse">
              <a:avLst/>
            </a:prstGeom>
            <a:solidFill>
              <a:srgbClr val="297F9D">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8" name="Group 27"/>
            <p:cNvGrpSpPr/>
            <p:nvPr/>
          </p:nvGrpSpPr>
          <p:grpSpPr>
            <a:xfrm>
              <a:off x="2411593" y="2925809"/>
              <a:ext cx="296784" cy="285874"/>
              <a:chOff x="4616450" y="1549401"/>
              <a:chExt cx="215900" cy="207963"/>
            </a:xfrm>
            <a:solidFill>
              <a:schemeClr val="bg1"/>
            </a:solidFill>
          </p:grpSpPr>
          <p:sp>
            <p:nvSpPr>
              <p:cNvPr id="29"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9" name="Group 58"/>
          <p:cNvGrpSpPr/>
          <p:nvPr/>
        </p:nvGrpSpPr>
        <p:grpSpPr>
          <a:xfrm>
            <a:off x="8413373" y="3327208"/>
            <a:ext cx="933827" cy="933827"/>
            <a:chOff x="6310030" y="2495406"/>
            <a:chExt cx="700370" cy="700370"/>
          </a:xfrm>
        </p:grpSpPr>
        <p:sp>
          <p:nvSpPr>
            <p:cNvPr id="20" name="Oval 19"/>
            <p:cNvSpPr/>
            <p:nvPr/>
          </p:nvSpPr>
          <p:spPr>
            <a:xfrm>
              <a:off x="6310030" y="2495406"/>
              <a:ext cx="700370" cy="700370"/>
            </a:xfrm>
            <a:prstGeom prst="ellipse">
              <a:avLst/>
            </a:prstGeom>
            <a:solidFill>
              <a:srgbClr val="9BBC57">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32"/>
            <p:cNvSpPr/>
            <p:nvPr/>
          </p:nvSpPr>
          <p:spPr bwMode="auto">
            <a:xfrm>
              <a:off x="6497466" y="2715042"/>
              <a:ext cx="325497" cy="287555"/>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7" name="Group 56"/>
          <p:cNvGrpSpPr/>
          <p:nvPr/>
        </p:nvGrpSpPr>
        <p:grpSpPr>
          <a:xfrm>
            <a:off x="6584573" y="3336543"/>
            <a:ext cx="933827" cy="933827"/>
            <a:chOff x="4938430" y="2502407"/>
            <a:chExt cx="700370" cy="700370"/>
          </a:xfrm>
        </p:grpSpPr>
        <p:sp>
          <p:nvSpPr>
            <p:cNvPr id="22" name="Oval 21"/>
            <p:cNvSpPr/>
            <p:nvPr/>
          </p:nvSpPr>
          <p:spPr>
            <a:xfrm>
              <a:off x="4938430" y="2502407"/>
              <a:ext cx="700370" cy="700370"/>
            </a:xfrm>
            <a:prstGeom prst="ellipse">
              <a:avLst/>
            </a:prstGeom>
            <a:solidFill>
              <a:srgbClr val="9BBC57">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2" name="Group 31"/>
            <p:cNvGrpSpPr/>
            <p:nvPr/>
          </p:nvGrpSpPr>
          <p:grpSpPr>
            <a:xfrm>
              <a:off x="5146826" y="2660174"/>
              <a:ext cx="283578" cy="370834"/>
              <a:chOff x="812800" y="2401888"/>
              <a:chExt cx="206375" cy="269875"/>
            </a:xfrm>
            <a:solidFill>
              <a:schemeClr val="bg1"/>
            </a:solidFill>
          </p:grpSpPr>
          <p:sp>
            <p:nvSpPr>
              <p:cNvPr id="33"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6" name="Group 5"/>
          <p:cNvGrpSpPr/>
          <p:nvPr/>
        </p:nvGrpSpPr>
        <p:grpSpPr>
          <a:xfrm>
            <a:off x="4353915" y="4380733"/>
            <a:ext cx="933827" cy="933827"/>
            <a:chOff x="3265436" y="3285550"/>
            <a:chExt cx="700370" cy="700370"/>
          </a:xfrm>
        </p:grpSpPr>
        <p:sp>
          <p:nvSpPr>
            <p:cNvPr id="23" name="Oval 22"/>
            <p:cNvSpPr/>
            <p:nvPr/>
          </p:nvSpPr>
          <p:spPr>
            <a:xfrm>
              <a:off x="3265436" y="3285550"/>
              <a:ext cx="700370" cy="700370"/>
            </a:xfrm>
            <a:prstGeom prst="ellipse">
              <a:avLst/>
            </a:prstGeom>
            <a:solidFill>
              <a:srgbClr val="297F9D">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5" name="Group 34"/>
            <p:cNvGrpSpPr/>
            <p:nvPr/>
          </p:nvGrpSpPr>
          <p:grpSpPr>
            <a:xfrm>
              <a:off x="3428473" y="3477347"/>
              <a:ext cx="343160" cy="333693"/>
              <a:chOff x="390525" y="2455863"/>
              <a:chExt cx="230188" cy="223838"/>
            </a:xfrm>
            <a:solidFill>
              <a:schemeClr val="bg1"/>
            </a:solidFill>
          </p:grpSpPr>
          <p:sp>
            <p:nvSpPr>
              <p:cNvPr id="36" name="Freeform 41"/>
              <p:cNvSpPr>
                <a:spLocks noEditPoints="1"/>
              </p:cNvSpPr>
              <p:nvPr/>
            </p:nvSpPr>
            <p:spPr bwMode="auto">
              <a:xfrm>
                <a:off x="498475" y="2559051"/>
                <a:ext cx="122238" cy="120650"/>
              </a:xfrm>
              <a:custGeom>
                <a:avLst/>
                <a:gdLst>
                  <a:gd name="T0" fmla="*/ 57 w 64"/>
                  <a:gd name="T1" fmla="*/ 34 h 63"/>
                  <a:gd name="T2" fmla="*/ 30 w 64"/>
                  <a:gd name="T3" fmla="*/ 7 h 63"/>
                  <a:gd name="T4" fmla="*/ 14 w 64"/>
                  <a:gd name="T5" fmla="*/ 3 h 63"/>
                  <a:gd name="T6" fmla="*/ 11 w 64"/>
                  <a:gd name="T7" fmla="*/ 0 h 63"/>
                  <a:gd name="T8" fmla="*/ 8 w 64"/>
                  <a:gd name="T9" fmla="*/ 4 h 63"/>
                  <a:gd name="T10" fmla="*/ 3 w 64"/>
                  <a:gd name="T11" fmla="*/ 5 h 63"/>
                  <a:gd name="T12" fmla="*/ 2 w 64"/>
                  <a:gd name="T13" fmla="*/ 9 h 63"/>
                  <a:gd name="T14" fmla="*/ 0 w 64"/>
                  <a:gd name="T15" fmla="*/ 11 h 63"/>
                  <a:gd name="T16" fmla="*/ 3 w 64"/>
                  <a:gd name="T17" fmla="*/ 15 h 63"/>
                  <a:gd name="T18" fmla="*/ 7 w 64"/>
                  <a:gd name="T19" fmla="*/ 30 h 63"/>
                  <a:gd name="T20" fmla="*/ 34 w 64"/>
                  <a:gd name="T21" fmla="*/ 57 h 63"/>
                  <a:gd name="T22" fmla="*/ 57 w 64"/>
                  <a:gd name="T23" fmla="*/ 57 h 63"/>
                  <a:gd name="T24" fmla="*/ 57 w 64"/>
                  <a:gd name="T25" fmla="*/ 34 h 63"/>
                  <a:gd name="T26" fmla="*/ 52 w 64"/>
                  <a:gd name="T27" fmla="*/ 52 h 63"/>
                  <a:gd name="T28" fmla="*/ 37 w 64"/>
                  <a:gd name="T29" fmla="*/ 52 h 63"/>
                  <a:gd name="T30" fmla="*/ 13 w 64"/>
                  <a:gd name="T31" fmla="*/ 28 h 63"/>
                  <a:gd name="T32" fmla="*/ 9 w 64"/>
                  <a:gd name="T33" fmla="*/ 21 h 63"/>
                  <a:gd name="T34" fmla="*/ 14 w 64"/>
                  <a:gd name="T35" fmla="*/ 25 h 63"/>
                  <a:gd name="T36" fmla="*/ 25 w 64"/>
                  <a:gd name="T37" fmla="*/ 25 h 63"/>
                  <a:gd name="T38" fmla="*/ 25 w 64"/>
                  <a:gd name="T39" fmla="*/ 14 h 63"/>
                  <a:gd name="T40" fmla="*/ 20 w 64"/>
                  <a:gd name="T41" fmla="*/ 9 h 63"/>
                  <a:gd name="T42" fmla="*/ 28 w 64"/>
                  <a:gd name="T43" fmla="*/ 12 h 63"/>
                  <a:gd name="T44" fmla="*/ 52 w 64"/>
                  <a:gd name="T45" fmla="*/ 36 h 63"/>
                  <a:gd name="T46" fmla="*/ 52 w 64"/>
                  <a:gd name="T47" fmla="*/ 5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62">
                    <a:moveTo>
                      <a:pt x="57" y="34"/>
                    </a:moveTo>
                    <a:cubicBezTo>
                      <a:pt x="30" y="7"/>
                      <a:pt x="30" y="7"/>
                      <a:pt x="30" y="7"/>
                    </a:cubicBezTo>
                    <a:cubicBezTo>
                      <a:pt x="26" y="3"/>
                      <a:pt x="20" y="1"/>
                      <a:pt x="14" y="3"/>
                    </a:cubicBezTo>
                    <a:cubicBezTo>
                      <a:pt x="11" y="0"/>
                      <a:pt x="11" y="0"/>
                      <a:pt x="11" y="0"/>
                    </a:cubicBezTo>
                    <a:cubicBezTo>
                      <a:pt x="8" y="4"/>
                      <a:pt x="8" y="4"/>
                      <a:pt x="8" y="4"/>
                    </a:cubicBezTo>
                    <a:cubicBezTo>
                      <a:pt x="3" y="5"/>
                      <a:pt x="3" y="5"/>
                      <a:pt x="3" y="5"/>
                    </a:cubicBezTo>
                    <a:cubicBezTo>
                      <a:pt x="2" y="9"/>
                      <a:pt x="2" y="9"/>
                      <a:pt x="2" y="9"/>
                    </a:cubicBezTo>
                    <a:cubicBezTo>
                      <a:pt x="0" y="11"/>
                      <a:pt x="0" y="11"/>
                      <a:pt x="0" y="11"/>
                    </a:cubicBezTo>
                    <a:cubicBezTo>
                      <a:pt x="3" y="15"/>
                      <a:pt x="3" y="15"/>
                      <a:pt x="3" y="15"/>
                    </a:cubicBezTo>
                    <a:cubicBezTo>
                      <a:pt x="2" y="20"/>
                      <a:pt x="3" y="26"/>
                      <a:pt x="7" y="30"/>
                    </a:cubicBezTo>
                    <a:cubicBezTo>
                      <a:pt x="34" y="57"/>
                      <a:pt x="34" y="57"/>
                      <a:pt x="34" y="57"/>
                    </a:cubicBezTo>
                    <a:cubicBezTo>
                      <a:pt x="41" y="63"/>
                      <a:pt x="51" y="63"/>
                      <a:pt x="57" y="57"/>
                    </a:cubicBezTo>
                    <a:cubicBezTo>
                      <a:pt x="64" y="51"/>
                      <a:pt x="64" y="40"/>
                      <a:pt x="57" y="34"/>
                    </a:cubicBezTo>
                    <a:close/>
                    <a:moveTo>
                      <a:pt x="52" y="52"/>
                    </a:moveTo>
                    <a:cubicBezTo>
                      <a:pt x="48" y="56"/>
                      <a:pt x="41" y="56"/>
                      <a:pt x="37" y="52"/>
                    </a:cubicBezTo>
                    <a:cubicBezTo>
                      <a:pt x="13" y="28"/>
                      <a:pt x="13" y="28"/>
                      <a:pt x="13" y="28"/>
                    </a:cubicBezTo>
                    <a:cubicBezTo>
                      <a:pt x="11" y="26"/>
                      <a:pt x="10" y="23"/>
                      <a:pt x="9" y="21"/>
                    </a:cubicBezTo>
                    <a:cubicBezTo>
                      <a:pt x="14" y="25"/>
                      <a:pt x="14" y="25"/>
                      <a:pt x="14" y="25"/>
                    </a:cubicBezTo>
                    <a:cubicBezTo>
                      <a:pt x="17" y="28"/>
                      <a:pt x="22" y="28"/>
                      <a:pt x="25" y="25"/>
                    </a:cubicBezTo>
                    <a:cubicBezTo>
                      <a:pt x="28" y="22"/>
                      <a:pt x="28" y="17"/>
                      <a:pt x="25" y="14"/>
                    </a:cubicBezTo>
                    <a:cubicBezTo>
                      <a:pt x="20" y="9"/>
                      <a:pt x="20" y="9"/>
                      <a:pt x="20" y="9"/>
                    </a:cubicBezTo>
                    <a:cubicBezTo>
                      <a:pt x="23" y="9"/>
                      <a:pt x="26" y="10"/>
                      <a:pt x="28" y="12"/>
                    </a:cubicBezTo>
                    <a:cubicBezTo>
                      <a:pt x="52" y="36"/>
                      <a:pt x="52" y="36"/>
                      <a:pt x="52" y="36"/>
                    </a:cubicBezTo>
                    <a:cubicBezTo>
                      <a:pt x="56" y="41"/>
                      <a:pt x="57" y="48"/>
                      <a:pt x="52"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42"/>
              <p:cNvSpPr>
                <a:spLocks noEditPoints="1"/>
              </p:cNvSpPr>
              <p:nvPr/>
            </p:nvSpPr>
            <p:spPr bwMode="auto">
              <a:xfrm>
                <a:off x="390525" y="2455863"/>
                <a:ext cx="123825" cy="117475"/>
              </a:xfrm>
              <a:custGeom>
                <a:avLst/>
                <a:gdLst>
                  <a:gd name="T0" fmla="*/ 50 w 65"/>
                  <a:gd name="T1" fmla="*/ 60 h 62"/>
                  <a:gd name="T2" fmla="*/ 53 w 65"/>
                  <a:gd name="T3" fmla="*/ 62 h 62"/>
                  <a:gd name="T4" fmla="*/ 58 w 65"/>
                  <a:gd name="T5" fmla="*/ 60 h 62"/>
                  <a:gd name="T6" fmla="*/ 60 w 65"/>
                  <a:gd name="T7" fmla="*/ 57 h 62"/>
                  <a:gd name="T8" fmla="*/ 63 w 65"/>
                  <a:gd name="T9" fmla="*/ 57 h 62"/>
                  <a:gd name="T10" fmla="*/ 65 w 65"/>
                  <a:gd name="T11" fmla="*/ 52 h 62"/>
                  <a:gd name="T12" fmla="*/ 61 w 65"/>
                  <a:gd name="T13" fmla="*/ 48 h 62"/>
                  <a:gd name="T14" fmla="*/ 56 w 65"/>
                  <a:gd name="T15" fmla="*/ 33 h 62"/>
                  <a:gd name="T16" fmla="*/ 29 w 65"/>
                  <a:gd name="T17" fmla="*/ 6 h 62"/>
                  <a:gd name="T18" fmla="*/ 6 w 65"/>
                  <a:gd name="T19" fmla="*/ 6 h 62"/>
                  <a:gd name="T20" fmla="*/ 6 w 65"/>
                  <a:gd name="T21" fmla="*/ 29 h 62"/>
                  <a:gd name="T22" fmla="*/ 33 w 65"/>
                  <a:gd name="T23" fmla="*/ 56 h 62"/>
                  <a:gd name="T24" fmla="*/ 50 w 65"/>
                  <a:gd name="T25" fmla="*/ 60 h 62"/>
                  <a:gd name="T26" fmla="*/ 12 w 65"/>
                  <a:gd name="T27" fmla="*/ 27 h 62"/>
                  <a:gd name="T28" fmla="*/ 11 w 65"/>
                  <a:gd name="T29" fmla="*/ 11 h 62"/>
                  <a:gd name="T30" fmla="*/ 27 w 65"/>
                  <a:gd name="T31" fmla="*/ 12 h 62"/>
                  <a:gd name="T32" fmla="*/ 51 w 65"/>
                  <a:gd name="T33" fmla="*/ 36 h 62"/>
                  <a:gd name="T34" fmla="*/ 54 w 65"/>
                  <a:gd name="T35" fmla="*/ 41 h 62"/>
                  <a:gd name="T36" fmla="*/ 43 w 65"/>
                  <a:gd name="T37" fmla="*/ 42 h 62"/>
                  <a:gd name="T38" fmla="*/ 43 w 65"/>
                  <a:gd name="T39" fmla="*/ 53 h 62"/>
                  <a:gd name="T40" fmla="*/ 45 w 65"/>
                  <a:gd name="T41" fmla="*/ 54 h 62"/>
                  <a:gd name="T42" fmla="*/ 36 w 65"/>
                  <a:gd name="T43" fmla="*/ 51 h 62"/>
                  <a:gd name="T44" fmla="*/ 12 w 65"/>
                  <a:gd name="T45" fmla="*/ 2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62">
                    <a:moveTo>
                      <a:pt x="50" y="60"/>
                    </a:moveTo>
                    <a:cubicBezTo>
                      <a:pt x="53" y="62"/>
                      <a:pt x="53" y="62"/>
                      <a:pt x="53" y="62"/>
                    </a:cubicBezTo>
                    <a:cubicBezTo>
                      <a:pt x="58" y="60"/>
                      <a:pt x="58" y="60"/>
                      <a:pt x="58" y="60"/>
                    </a:cubicBezTo>
                    <a:cubicBezTo>
                      <a:pt x="60" y="57"/>
                      <a:pt x="60" y="57"/>
                      <a:pt x="60" y="57"/>
                    </a:cubicBezTo>
                    <a:cubicBezTo>
                      <a:pt x="63" y="57"/>
                      <a:pt x="63" y="57"/>
                      <a:pt x="63" y="57"/>
                    </a:cubicBezTo>
                    <a:cubicBezTo>
                      <a:pt x="65" y="52"/>
                      <a:pt x="65" y="52"/>
                      <a:pt x="65" y="52"/>
                    </a:cubicBezTo>
                    <a:cubicBezTo>
                      <a:pt x="61" y="48"/>
                      <a:pt x="61" y="48"/>
                      <a:pt x="61" y="48"/>
                    </a:cubicBezTo>
                    <a:cubicBezTo>
                      <a:pt x="62" y="43"/>
                      <a:pt x="60" y="37"/>
                      <a:pt x="56" y="33"/>
                    </a:cubicBezTo>
                    <a:cubicBezTo>
                      <a:pt x="29" y="6"/>
                      <a:pt x="29" y="6"/>
                      <a:pt x="29" y="6"/>
                    </a:cubicBezTo>
                    <a:cubicBezTo>
                      <a:pt x="23" y="0"/>
                      <a:pt x="13" y="0"/>
                      <a:pt x="6" y="6"/>
                    </a:cubicBezTo>
                    <a:cubicBezTo>
                      <a:pt x="0" y="13"/>
                      <a:pt x="0" y="23"/>
                      <a:pt x="6" y="29"/>
                    </a:cubicBezTo>
                    <a:cubicBezTo>
                      <a:pt x="33" y="56"/>
                      <a:pt x="33" y="56"/>
                      <a:pt x="33" y="56"/>
                    </a:cubicBezTo>
                    <a:cubicBezTo>
                      <a:pt x="38" y="61"/>
                      <a:pt x="45" y="62"/>
                      <a:pt x="50" y="60"/>
                    </a:cubicBezTo>
                    <a:close/>
                    <a:moveTo>
                      <a:pt x="12" y="27"/>
                    </a:moveTo>
                    <a:cubicBezTo>
                      <a:pt x="7" y="22"/>
                      <a:pt x="7" y="15"/>
                      <a:pt x="11" y="11"/>
                    </a:cubicBezTo>
                    <a:cubicBezTo>
                      <a:pt x="15" y="7"/>
                      <a:pt x="22" y="7"/>
                      <a:pt x="27" y="12"/>
                    </a:cubicBezTo>
                    <a:cubicBezTo>
                      <a:pt x="51" y="36"/>
                      <a:pt x="51" y="36"/>
                      <a:pt x="51" y="36"/>
                    </a:cubicBezTo>
                    <a:cubicBezTo>
                      <a:pt x="53" y="37"/>
                      <a:pt x="54" y="39"/>
                      <a:pt x="54" y="41"/>
                    </a:cubicBezTo>
                    <a:cubicBezTo>
                      <a:pt x="51" y="39"/>
                      <a:pt x="46" y="39"/>
                      <a:pt x="43" y="42"/>
                    </a:cubicBezTo>
                    <a:cubicBezTo>
                      <a:pt x="40" y="45"/>
                      <a:pt x="40" y="50"/>
                      <a:pt x="43" y="53"/>
                    </a:cubicBezTo>
                    <a:cubicBezTo>
                      <a:pt x="45" y="54"/>
                      <a:pt x="45" y="54"/>
                      <a:pt x="45" y="54"/>
                    </a:cubicBezTo>
                    <a:cubicBezTo>
                      <a:pt x="42" y="54"/>
                      <a:pt x="38" y="53"/>
                      <a:pt x="36" y="51"/>
                    </a:cubicBezTo>
                    <a:lnTo>
                      <a:pt x="12"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Rectangle 43"/>
              <p:cNvSpPr>
                <a:spLocks noChangeArrowheads="1"/>
              </p:cNvSpPr>
              <p:nvPr/>
            </p:nvSpPr>
            <p:spPr bwMode="auto">
              <a:xfrm>
                <a:off x="517525" y="2525713"/>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Rectangle 44"/>
              <p:cNvSpPr>
                <a:spLocks noChangeArrowheads="1"/>
              </p:cNvSpPr>
              <p:nvPr/>
            </p:nvSpPr>
            <p:spPr bwMode="auto">
              <a:xfrm>
                <a:off x="525463" y="2549526"/>
                <a:ext cx="23813" cy="4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Rectangle 45"/>
              <p:cNvSpPr>
                <a:spLocks noChangeArrowheads="1"/>
              </p:cNvSpPr>
              <p:nvPr/>
            </p:nvSpPr>
            <p:spPr bwMode="auto">
              <a:xfrm>
                <a:off x="488950" y="2584451"/>
                <a:ext cx="63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Rectangle 46"/>
              <p:cNvSpPr>
                <a:spLocks noChangeArrowheads="1"/>
              </p:cNvSpPr>
              <p:nvPr/>
            </p:nvSpPr>
            <p:spPr bwMode="auto">
              <a:xfrm>
                <a:off x="465138" y="2578101"/>
                <a:ext cx="222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8" name="Group 57"/>
          <p:cNvGrpSpPr/>
          <p:nvPr/>
        </p:nvGrpSpPr>
        <p:grpSpPr>
          <a:xfrm>
            <a:off x="7493529" y="3327400"/>
            <a:ext cx="933827" cy="933827"/>
            <a:chOff x="5620147" y="2495550"/>
            <a:chExt cx="700370" cy="700370"/>
          </a:xfrm>
        </p:grpSpPr>
        <p:sp>
          <p:nvSpPr>
            <p:cNvPr id="21" name="Oval 20"/>
            <p:cNvSpPr/>
            <p:nvPr/>
          </p:nvSpPr>
          <p:spPr>
            <a:xfrm>
              <a:off x="5620147" y="2495550"/>
              <a:ext cx="700370" cy="700370"/>
            </a:xfrm>
            <a:prstGeom prst="ellipse">
              <a:avLst/>
            </a:prstGeom>
            <a:solidFill>
              <a:srgbClr val="9BBC57">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2" name="Group 41"/>
            <p:cNvGrpSpPr/>
            <p:nvPr/>
          </p:nvGrpSpPr>
          <p:grpSpPr>
            <a:xfrm>
              <a:off x="5793452" y="2671942"/>
              <a:ext cx="363791" cy="361299"/>
              <a:chOff x="1979613" y="3067051"/>
              <a:chExt cx="231775" cy="230188"/>
            </a:xfrm>
            <a:solidFill>
              <a:schemeClr val="bg1"/>
            </a:solidFill>
          </p:grpSpPr>
          <p:sp>
            <p:nvSpPr>
              <p:cNvPr id="43" name="Freeform 38"/>
              <p:cNvSpPr>
                <a:spLocks noEditPoints="1"/>
              </p:cNvSpPr>
              <p:nvPr/>
            </p:nvSpPr>
            <p:spPr bwMode="auto">
              <a:xfrm>
                <a:off x="1979613" y="3067051"/>
                <a:ext cx="231775" cy="230188"/>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4 w 122"/>
                  <a:gd name="T11" fmla="*/ 109 h 122"/>
                  <a:gd name="T12" fmla="*/ 64 w 122"/>
                  <a:gd name="T13" fmla="*/ 102 h 122"/>
                  <a:gd name="T14" fmla="*/ 57 w 122"/>
                  <a:gd name="T15" fmla="*/ 102 h 122"/>
                  <a:gd name="T16" fmla="*/ 57 w 122"/>
                  <a:gd name="T17" fmla="*/ 109 h 122"/>
                  <a:gd name="T18" fmla="*/ 29 w 122"/>
                  <a:gd name="T19" fmla="*/ 97 h 122"/>
                  <a:gd name="T20" fmla="*/ 28 w 122"/>
                  <a:gd name="T21" fmla="*/ 97 h 122"/>
                  <a:gd name="T22" fmla="*/ 27 w 122"/>
                  <a:gd name="T23" fmla="*/ 95 h 122"/>
                  <a:gd name="T24" fmla="*/ 25 w 122"/>
                  <a:gd name="T25" fmla="*/ 93 h 122"/>
                  <a:gd name="T26" fmla="*/ 24 w 122"/>
                  <a:gd name="T27" fmla="*/ 93 h 122"/>
                  <a:gd name="T28" fmla="*/ 13 w 122"/>
                  <a:gd name="T29" fmla="*/ 65 h 122"/>
                  <a:gd name="T30" fmla="*/ 20 w 122"/>
                  <a:gd name="T31" fmla="*/ 65 h 122"/>
                  <a:gd name="T32" fmla="*/ 20 w 122"/>
                  <a:gd name="T33" fmla="*/ 58 h 122"/>
                  <a:gd name="T34" fmla="*/ 13 w 122"/>
                  <a:gd name="T35" fmla="*/ 58 h 122"/>
                  <a:gd name="T36" fmla="*/ 57 w 122"/>
                  <a:gd name="T37" fmla="*/ 13 h 122"/>
                  <a:gd name="T38" fmla="*/ 57 w 122"/>
                  <a:gd name="T39" fmla="*/ 20 h 122"/>
                  <a:gd name="T40" fmla="*/ 64 w 122"/>
                  <a:gd name="T41" fmla="*/ 20 h 122"/>
                  <a:gd name="T42" fmla="*/ 64 w 122"/>
                  <a:gd name="T43" fmla="*/ 13 h 122"/>
                  <a:gd name="T44" fmla="*/ 83 w 122"/>
                  <a:gd name="T45" fmla="*/ 18 h 122"/>
                  <a:gd name="T46" fmla="*/ 83 w 122"/>
                  <a:gd name="T47" fmla="*/ 19 h 122"/>
                  <a:gd name="T48" fmla="*/ 86 w 122"/>
                  <a:gd name="T49" fmla="*/ 21 h 122"/>
                  <a:gd name="T50" fmla="*/ 87 w 122"/>
                  <a:gd name="T51" fmla="*/ 21 h 122"/>
                  <a:gd name="T52" fmla="*/ 90 w 122"/>
                  <a:gd name="T53" fmla="*/ 23 h 122"/>
                  <a:gd name="T54" fmla="*/ 91 w 122"/>
                  <a:gd name="T55" fmla="*/ 24 h 122"/>
                  <a:gd name="T56" fmla="*/ 93 w 122"/>
                  <a:gd name="T57" fmla="*/ 26 h 122"/>
                  <a:gd name="T58" fmla="*/ 94 w 122"/>
                  <a:gd name="T59" fmla="*/ 27 h 122"/>
                  <a:gd name="T60" fmla="*/ 96 w 122"/>
                  <a:gd name="T61" fmla="*/ 29 h 122"/>
                  <a:gd name="T62" fmla="*/ 98 w 122"/>
                  <a:gd name="T63" fmla="*/ 31 h 122"/>
                  <a:gd name="T64" fmla="*/ 99 w 122"/>
                  <a:gd name="T65" fmla="*/ 32 h 122"/>
                  <a:gd name="T66" fmla="*/ 101 w 122"/>
                  <a:gd name="T67" fmla="*/ 35 h 122"/>
                  <a:gd name="T68" fmla="*/ 101 w 122"/>
                  <a:gd name="T69" fmla="*/ 36 h 122"/>
                  <a:gd name="T70" fmla="*/ 103 w 122"/>
                  <a:gd name="T71" fmla="*/ 39 h 122"/>
                  <a:gd name="T72" fmla="*/ 103 w 122"/>
                  <a:gd name="T73" fmla="*/ 39 h 122"/>
                  <a:gd name="T74" fmla="*/ 108 w 122"/>
                  <a:gd name="T75" fmla="*/ 58 h 122"/>
                  <a:gd name="T76" fmla="*/ 102 w 122"/>
                  <a:gd name="T77" fmla="*/ 58 h 122"/>
                  <a:gd name="T78" fmla="*/ 102 w 122"/>
                  <a:gd name="T79" fmla="*/ 65 h 122"/>
                  <a:gd name="T80" fmla="*/ 108 w 122"/>
                  <a:gd name="T81" fmla="*/ 65 h 122"/>
                  <a:gd name="T82" fmla="*/ 64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4" y="122"/>
                      <a:pt x="122" y="95"/>
                      <a:pt x="122" y="61"/>
                    </a:cubicBezTo>
                    <a:cubicBezTo>
                      <a:pt x="122" y="27"/>
                      <a:pt x="94" y="0"/>
                      <a:pt x="61" y="0"/>
                    </a:cubicBezTo>
                    <a:close/>
                    <a:moveTo>
                      <a:pt x="64" y="109"/>
                    </a:moveTo>
                    <a:cubicBezTo>
                      <a:pt x="64" y="102"/>
                      <a:pt x="64" y="102"/>
                      <a:pt x="64" y="102"/>
                    </a:cubicBezTo>
                    <a:cubicBezTo>
                      <a:pt x="57" y="102"/>
                      <a:pt x="57" y="102"/>
                      <a:pt x="57" y="102"/>
                    </a:cubicBezTo>
                    <a:cubicBezTo>
                      <a:pt x="57" y="109"/>
                      <a:pt x="57" y="109"/>
                      <a:pt x="57" y="109"/>
                    </a:cubicBezTo>
                    <a:cubicBezTo>
                      <a:pt x="46" y="108"/>
                      <a:pt x="37" y="104"/>
                      <a:pt x="29" y="97"/>
                    </a:cubicBezTo>
                    <a:cubicBezTo>
                      <a:pt x="29" y="97"/>
                      <a:pt x="29" y="97"/>
                      <a:pt x="28" y="97"/>
                    </a:cubicBezTo>
                    <a:cubicBezTo>
                      <a:pt x="28" y="96"/>
                      <a:pt x="27" y="96"/>
                      <a:pt x="27" y="95"/>
                    </a:cubicBezTo>
                    <a:cubicBezTo>
                      <a:pt x="26" y="95"/>
                      <a:pt x="25" y="94"/>
                      <a:pt x="25" y="93"/>
                    </a:cubicBezTo>
                    <a:cubicBezTo>
                      <a:pt x="25" y="93"/>
                      <a:pt x="25" y="93"/>
                      <a:pt x="24" y="93"/>
                    </a:cubicBezTo>
                    <a:cubicBezTo>
                      <a:pt x="18" y="85"/>
                      <a:pt x="13" y="75"/>
                      <a:pt x="13" y="65"/>
                    </a:cubicBezTo>
                    <a:cubicBezTo>
                      <a:pt x="20" y="65"/>
                      <a:pt x="20" y="65"/>
                      <a:pt x="20" y="65"/>
                    </a:cubicBezTo>
                    <a:cubicBezTo>
                      <a:pt x="20" y="58"/>
                      <a:pt x="20" y="58"/>
                      <a:pt x="20" y="58"/>
                    </a:cubicBezTo>
                    <a:cubicBezTo>
                      <a:pt x="13" y="58"/>
                      <a:pt x="13" y="58"/>
                      <a:pt x="13" y="58"/>
                    </a:cubicBezTo>
                    <a:cubicBezTo>
                      <a:pt x="15" y="34"/>
                      <a:pt x="33" y="15"/>
                      <a:pt x="57" y="13"/>
                    </a:cubicBezTo>
                    <a:cubicBezTo>
                      <a:pt x="57" y="20"/>
                      <a:pt x="57" y="20"/>
                      <a:pt x="57" y="20"/>
                    </a:cubicBezTo>
                    <a:cubicBezTo>
                      <a:pt x="64" y="20"/>
                      <a:pt x="64" y="20"/>
                      <a:pt x="64" y="20"/>
                    </a:cubicBezTo>
                    <a:cubicBezTo>
                      <a:pt x="64" y="13"/>
                      <a:pt x="64" y="13"/>
                      <a:pt x="64" y="13"/>
                    </a:cubicBezTo>
                    <a:cubicBezTo>
                      <a:pt x="71" y="14"/>
                      <a:pt x="77" y="16"/>
                      <a:pt x="83" y="18"/>
                    </a:cubicBezTo>
                    <a:cubicBezTo>
                      <a:pt x="83" y="19"/>
                      <a:pt x="83" y="19"/>
                      <a:pt x="83" y="19"/>
                    </a:cubicBezTo>
                    <a:cubicBezTo>
                      <a:pt x="84" y="19"/>
                      <a:pt x="85" y="20"/>
                      <a:pt x="86" y="21"/>
                    </a:cubicBezTo>
                    <a:cubicBezTo>
                      <a:pt x="87" y="21"/>
                      <a:pt x="87" y="21"/>
                      <a:pt x="87" y="21"/>
                    </a:cubicBezTo>
                    <a:cubicBezTo>
                      <a:pt x="88" y="22"/>
                      <a:pt x="89" y="22"/>
                      <a:pt x="90" y="23"/>
                    </a:cubicBezTo>
                    <a:cubicBezTo>
                      <a:pt x="90" y="23"/>
                      <a:pt x="91" y="24"/>
                      <a:pt x="91" y="24"/>
                    </a:cubicBezTo>
                    <a:cubicBezTo>
                      <a:pt x="92" y="25"/>
                      <a:pt x="92" y="25"/>
                      <a:pt x="93" y="26"/>
                    </a:cubicBezTo>
                    <a:cubicBezTo>
                      <a:pt x="94" y="26"/>
                      <a:pt x="94" y="27"/>
                      <a:pt x="94" y="27"/>
                    </a:cubicBezTo>
                    <a:cubicBezTo>
                      <a:pt x="95" y="28"/>
                      <a:pt x="96" y="28"/>
                      <a:pt x="96" y="29"/>
                    </a:cubicBezTo>
                    <a:cubicBezTo>
                      <a:pt x="97" y="29"/>
                      <a:pt x="97" y="30"/>
                      <a:pt x="98" y="31"/>
                    </a:cubicBezTo>
                    <a:cubicBezTo>
                      <a:pt x="98" y="31"/>
                      <a:pt x="98" y="32"/>
                      <a:pt x="99" y="32"/>
                    </a:cubicBezTo>
                    <a:cubicBezTo>
                      <a:pt x="99" y="33"/>
                      <a:pt x="100" y="34"/>
                      <a:pt x="101" y="35"/>
                    </a:cubicBezTo>
                    <a:cubicBezTo>
                      <a:pt x="101" y="35"/>
                      <a:pt x="101" y="35"/>
                      <a:pt x="101" y="36"/>
                    </a:cubicBezTo>
                    <a:cubicBezTo>
                      <a:pt x="102" y="37"/>
                      <a:pt x="103" y="38"/>
                      <a:pt x="103" y="39"/>
                    </a:cubicBezTo>
                    <a:cubicBezTo>
                      <a:pt x="103" y="39"/>
                      <a:pt x="103" y="39"/>
                      <a:pt x="103" y="39"/>
                    </a:cubicBezTo>
                    <a:cubicBezTo>
                      <a:pt x="106" y="45"/>
                      <a:pt x="108" y="51"/>
                      <a:pt x="108" y="58"/>
                    </a:cubicBezTo>
                    <a:cubicBezTo>
                      <a:pt x="102" y="58"/>
                      <a:pt x="102" y="58"/>
                      <a:pt x="102" y="58"/>
                    </a:cubicBezTo>
                    <a:cubicBezTo>
                      <a:pt x="102" y="65"/>
                      <a:pt x="102" y="65"/>
                      <a:pt x="102" y="65"/>
                    </a:cubicBezTo>
                    <a:cubicBezTo>
                      <a:pt x="108" y="65"/>
                      <a:pt x="108" y="65"/>
                      <a:pt x="108" y="65"/>
                    </a:cubicBezTo>
                    <a:cubicBezTo>
                      <a:pt x="107" y="88"/>
                      <a:pt x="88" y="107"/>
                      <a:pt x="64"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39"/>
              <p:cNvSpPr>
                <a:spLocks noEditPoints="1"/>
              </p:cNvSpPr>
              <p:nvPr/>
            </p:nvSpPr>
            <p:spPr bwMode="auto">
              <a:xfrm>
                <a:off x="2063750" y="3125788"/>
                <a:ext cx="69850" cy="98425"/>
              </a:xfrm>
              <a:custGeom>
                <a:avLst/>
                <a:gdLst>
                  <a:gd name="T0" fmla="*/ 9 w 36"/>
                  <a:gd name="T1" fmla="*/ 29 h 52"/>
                  <a:gd name="T2" fmla="*/ 9 w 36"/>
                  <a:gd name="T3" fmla="*/ 29 h 52"/>
                  <a:gd name="T4" fmla="*/ 0 w 36"/>
                  <a:gd name="T5" fmla="*/ 52 h 52"/>
                  <a:gd name="T6" fmla="*/ 20 w 36"/>
                  <a:gd name="T7" fmla="*/ 36 h 52"/>
                  <a:gd name="T8" fmla="*/ 20 w 36"/>
                  <a:gd name="T9" fmla="*/ 36 h 52"/>
                  <a:gd name="T10" fmla="*/ 22 w 36"/>
                  <a:gd name="T11" fmla="*/ 32 h 52"/>
                  <a:gd name="T12" fmla="*/ 36 w 36"/>
                  <a:gd name="T13" fmla="*/ 0 h 52"/>
                  <a:gd name="T14" fmla="*/ 11 w 36"/>
                  <a:gd name="T15" fmla="*/ 25 h 52"/>
                  <a:gd name="T16" fmla="*/ 9 w 36"/>
                  <a:gd name="T17" fmla="*/ 29 h 52"/>
                  <a:gd name="T18" fmla="*/ 16 w 36"/>
                  <a:gd name="T19" fmla="*/ 27 h 52"/>
                  <a:gd name="T20" fmla="*/ 19 w 36"/>
                  <a:gd name="T21" fmla="*/ 30 h 52"/>
                  <a:gd name="T22" fmla="*/ 16 w 36"/>
                  <a:gd name="T23" fmla="*/ 33 h 52"/>
                  <a:gd name="T24" fmla="*/ 13 w 36"/>
                  <a:gd name="T25" fmla="*/ 30 h 52"/>
                  <a:gd name="T26" fmla="*/ 16 w 36"/>
                  <a:gd name="T27" fmla="*/ 2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2">
                    <a:moveTo>
                      <a:pt x="9" y="29"/>
                    </a:moveTo>
                    <a:cubicBezTo>
                      <a:pt x="9" y="29"/>
                      <a:pt x="9" y="29"/>
                      <a:pt x="9" y="29"/>
                    </a:cubicBezTo>
                    <a:cubicBezTo>
                      <a:pt x="0" y="52"/>
                      <a:pt x="0" y="52"/>
                      <a:pt x="0" y="52"/>
                    </a:cubicBezTo>
                    <a:cubicBezTo>
                      <a:pt x="20" y="36"/>
                      <a:pt x="20" y="36"/>
                      <a:pt x="20" y="36"/>
                    </a:cubicBezTo>
                    <a:cubicBezTo>
                      <a:pt x="20" y="36"/>
                      <a:pt x="20" y="36"/>
                      <a:pt x="20" y="36"/>
                    </a:cubicBezTo>
                    <a:cubicBezTo>
                      <a:pt x="22" y="35"/>
                      <a:pt x="22" y="33"/>
                      <a:pt x="22" y="32"/>
                    </a:cubicBezTo>
                    <a:cubicBezTo>
                      <a:pt x="36" y="0"/>
                      <a:pt x="36" y="0"/>
                      <a:pt x="36" y="0"/>
                    </a:cubicBezTo>
                    <a:cubicBezTo>
                      <a:pt x="11" y="25"/>
                      <a:pt x="11" y="25"/>
                      <a:pt x="11" y="25"/>
                    </a:cubicBezTo>
                    <a:cubicBezTo>
                      <a:pt x="10" y="26"/>
                      <a:pt x="9" y="27"/>
                      <a:pt x="9" y="29"/>
                    </a:cubicBezTo>
                    <a:close/>
                    <a:moveTo>
                      <a:pt x="16" y="27"/>
                    </a:moveTo>
                    <a:cubicBezTo>
                      <a:pt x="17" y="27"/>
                      <a:pt x="19" y="28"/>
                      <a:pt x="19" y="30"/>
                    </a:cubicBezTo>
                    <a:cubicBezTo>
                      <a:pt x="19" y="32"/>
                      <a:pt x="17" y="33"/>
                      <a:pt x="16" y="33"/>
                    </a:cubicBezTo>
                    <a:cubicBezTo>
                      <a:pt x="14" y="33"/>
                      <a:pt x="13" y="32"/>
                      <a:pt x="13" y="30"/>
                    </a:cubicBezTo>
                    <a:cubicBezTo>
                      <a:pt x="13" y="28"/>
                      <a:pt x="14" y="27"/>
                      <a:pt x="1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Oval 40"/>
              <p:cNvSpPr>
                <a:spLocks noChangeArrowheads="1"/>
              </p:cNvSpPr>
              <p:nvPr/>
            </p:nvSpPr>
            <p:spPr bwMode="auto">
              <a:xfrm>
                <a:off x="2090738" y="3179763"/>
                <a:ext cx="6350" cy="6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7" name="Group 16"/>
          <p:cNvGrpSpPr/>
          <p:nvPr/>
        </p:nvGrpSpPr>
        <p:grpSpPr>
          <a:xfrm>
            <a:off x="3866244" y="3612581"/>
            <a:ext cx="933827" cy="933827"/>
            <a:chOff x="2899683" y="2709436"/>
            <a:chExt cx="700370" cy="700370"/>
          </a:xfrm>
        </p:grpSpPr>
        <p:sp>
          <p:nvSpPr>
            <p:cNvPr id="26" name="Oval 25"/>
            <p:cNvSpPr/>
            <p:nvPr/>
          </p:nvSpPr>
          <p:spPr>
            <a:xfrm>
              <a:off x="2899683" y="2709436"/>
              <a:ext cx="700370" cy="700370"/>
            </a:xfrm>
            <a:prstGeom prst="ellipse">
              <a:avLst/>
            </a:prstGeom>
            <a:solidFill>
              <a:srgbClr val="297F9D">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6" name="Group 45"/>
            <p:cNvGrpSpPr/>
            <p:nvPr/>
          </p:nvGrpSpPr>
          <p:grpSpPr>
            <a:xfrm>
              <a:off x="3092774" y="2854190"/>
              <a:ext cx="314188" cy="410862"/>
              <a:chOff x="812800" y="2401888"/>
              <a:chExt cx="206375" cy="269875"/>
            </a:xfrm>
            <a:solidFill>
              <a:schemeClr val="bg1"/>
            </a:solidFill>
          </p:grpSpPr>
          <p:sp>
            <p:nvSpPr>
              <p:cNvPr id="47"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3434071" y="4380925"/>
            <a:ext cx="933827" cy="933827"/>
            <a:chOff x="2575553" y="3285694"/>
            <a:chExt cx="700370" cy="700370"/>
          </a:xfrm>
        </p:grpSpPr>
        <p:sp>
          <p:nvSpPr>
            <p:cNvPr id="24" name="Oval 23"/>
            <p:cNvSpPr/>
            <p:nvPr/>
          </p:nvSpPr>
          <p:spPr>
            <a:xfrm>
              <a:off x="2575553" y="3285694"/>
              <a:ext cx="700370" cy="700370"/>
            </a:xfrm>
            <a:prstGeom prst="ellipse">
              <a:avLst/>
            </a:prstGeom>
            <a:solidFill>
              <a:srgbClr val="297F9D">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49" name="Group 48"/>
            <p:cNvGrpSpPr/>
            <p:nvPr/>
          </p:nvGrpSpPr>
          <p:grpSpPr>
            <a:xfrm>
              <a:off x="2818566" y="3481747"/>
              <a:ext cx="213261" cy="321977"/>
              <a:chOff x="549275" y="4406901"/>
              <a:chExt cx="161926" cy="244475"/>
            </a:xfrm>
            <a:solidFill>
              <a:schemeClr val="bg1"/>
            </a:solidFill>
          </p:grpSpPr>
          <p:sp>
            <p:nvSpPr>
              <p:cNvPr id="50"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 name="Group 1"/>
          <p:cNvGrpSpPr/>
          <p:nvPr/>
        </p:nvGrpSpPr>
        <p:grpSpPr>
          <a:xfrm>
            <a:off x="2520573" y="4390068"/>
            <a:ext cx="933827" cy="933827"/>
            <a:chOff x="1890430" y="3292551"/>
            <a:chExt cx="700370" cy="700370"/>
          </a:xfrm>
        </p:grpSpPr>
        <p:sp>
          <p:nvSpPr>
            <p:cNvPr id="25" name="Oval 24"/>
            <p:cNvSpPr/>
            <p:nvPr/>
          </p:nvSpPr>
          <p:spPr>
            <a:xfrm>
              <a:off x="1890430" y="3292551"/>
              <a:ext cx="700370" cy="700370"/>
            </a:xfrm>
            <a:prstGeom prst="ellipse">
              <a:avLst/>
            </a:prstGeom>
            <a:solidFill>
              <a:srgbClr val="297F9D">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2" name="Group 51"/>
            <p:cNvGrpSpPr/>
            <p:nvPr/>
          </p:nvGrpSpPr>
          <p:grpSpPr>
            <a:xfrm>
              <a:off x="2055708" y="3459973"/>
              <a:ext cx="314619" cy="319210"/>
              <a:chOff x="2360613" y="2686051"/>
              <a:chExt cx="217488" cy="220662"/>
            </a:xfrm>
            <a:solidFill>
              <a:schemeClr val="bg1"/>
            </a:solidFill>
          </p:grpSpPr>
          <p:sp>
            <p:nvSpPr>
              <p:cNvPr id="53"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60"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173529249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97860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Project Recondition</a:t>
            </a:r>
          </a:p>
        </p:txBody>
      </p:sp>
      <p:sp>
        <p:nvSpPr>
          <p:cNvPr id="6" name="Rectangle 5"/>
          <p:cNvSpPr/>
          <p:nvPr/>
        </p:nvSpPr>
        <p:spPr>
          <a:xfrm>
            <a:off x="5643560" y="1666399"/>
            <a:ext cx="2775153" cy="1559338"/>
          </a:xfrm>
          <a:prstGeom prst="rect">
            <a:avLst/>
          </a:prstGeom>
        </p:spPr>
        <p:txBody>
          <a:bodyPr wrap="square">
            <a:spAutoFit/>
          </a:bodyPr>
          <a:lstStyle/>
          <a:p>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80%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Reduction</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7" name="Group 6"/>
          <p:cNvGrpSpPr/>
          <p:nvPr/>
        </p:nvGrpSpPr>
        <p:grpSpPr>
          <a:xfrm>
            <a:off x="914401" y="1844677"/>
            <a:ext cx="3937001" cy="1340907"/>
            <a:chOff x="914401" y="1844677"/>
            <a:chExt cx="3937001" cy="1340907"/>
          </a:xfrm>
        </p:grpSpPr>
        <p:grpSp>
          <p:nvGrpSpPr>
            <p:cNvPr id="53" name="Group 52"/>
            <p:cNvGrpSpPr/>
            <p:nvPr/>
          </p:nvGrpSpPr>
          <p:grpSpPr>
            <a:xfrm>
              <a:off x="914401" y="2126560"/>
              <a:ext cx="3937001" cy="1059024"/>
              <a:chOff x="4191000" y="2657475"/>
              <a:chExt cx="2952751" cy="858837"/>
            </a:xfrm>
          </p:grpSpPr>
          <p:sp>
            <p:nvSpPr>
              <p:cNvPr id="11" name="Rectangle 5"/>
              <p:cNvSpPr>
                <a:spLocks noChangeArrowheads="1"/>
              </p:cNvSpPr>
              <p:nvPr/>
            </p:nvSpPr>
            <p:spPr bwMode="auto">
              <a:xfrm>
                <a:off x="6005513" y="3159125"/>
                <a:ext cx="1138238" cy="207962"/>
              </a:xfrm>
              <a:prstGeom prst="rect">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6"/>
              <p:cNvSpPr/>
              <p:nvPr/>
            </p:nvSpPr>
            <p:spPr bwMode="auto">
              <a:xfrm>
                <a:off x="4191000" y="2657475"/>
                <a:ext cx="1771650" cy="709612"/>
              </a:xfrm>
              <a:custGeom>
                <a:avLst/>
                <a:gdLst>
                  <a:gd name="T0" fmla="*/ 285 w 821"/>
                  <a:gd name="T1" fmla="*/ 232 h 328"/>
                  <a:gd name="T2" fmla="*/ 285 w 821"/>
                  <a:gd name="T3" fmla="*/ 60 h 328"/>
                  <a:gd name="T4" fmla="*/ 285 w 821"/>
                  <a:gd name="T5" fmla="*/ 30 h 328"/>
                  <a:gd name="T6" fmla="*/ 285 w 821"/>
                  <a:gd name="T7" fmla="*/ 23 h 328"/>
                  <a:gd name="T8" fmla="*/ 262 w 821"/>
                  <a:gd name="T9" fmla="*/ 0 h 328"/>
                  <a:gd name="T10" fmla="*/ 261 w 821"/>
                  <a:gd name="T11" fmla="*/ 0 h 328"/>
                  <a:gd name="T12" fmla="*/ 260 w 821"/>
                  <a:gd name="T13" fmla="*/ 0 h 328"/>
                  <a:gd name="T14" fmla="*/ 260 w 821"/>
                  <a:gd name="T15" fmla="*/ 0 h 328"/>
                  <a:gd name="T16" fmla="*/ 85 w 821"/>
                  <a:gd name="T17" fmla="*/ 0 h 328"/>
                  <a:gd name="T18" fmla="*/ 40 w 821"/>
                  <a:gd name="T19" fmla="*/ 32 h 328"/>
                  <a:gd name="T20" fmla="*/ 1 w 821"/>
                  <a:gd name="T21" fmla="*/ 161 h 328"/>
                  <a:gd name="T22" fmla="*/ 1 w 821"/>
                  <a:gd name="T23" fmla="*/ 163 h 328"/>
                  <a:gd name="T24" fmla="*/ 0 w 821"/>
                  <a:gd name="T25" fmla="*/ 328 h 328"/>
                  <a:gd name="T26" fmla="*/ 104 w 821"/>
                  <a:gd name="T27" fmla="*/ 328 h 328"/>
                  <a:gd name="T28" fmla="*/ 122 w 821"/>
                  <a:gd name="T29" fmla="*/ 328 h 328"/>
                  <a:gd name="T30" fmla="*/ 821 w 821"/>
                  <a:gd name="T31" fmla="*/ 328 h 328"/>
                  <a:gd name="T32" fmla="*/ 821 w 821"/>
                  <a:gd name="T33" fmla="*/ 232 h 328"/>
                  <a:gd name="T34" fmla="*/ 285 w 821"/>
                  <a:gd name="T35" fmla="*/ 23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1" h="328">
                    <a:moveTo>
                      <a:pt x="285" y="232"/>
                    </a:moveTo>
                    <a:cubicBezTo>
                      <a:pt x="285" y="60"/>
                      <a:pt x="285" y="60"/>
                      <a:pt x="285" y="60"/>
                    </a:cubicBezTo>
                    <a:cubicBezTo>
                      <a:pt x="285" y="30"/>
                      <a:pt x="285" y="30"/>
                      <a:pt x="285" y="30"/>
                    </a:cubicBezTo>
                    <a:cubicBezTo>
                      <a:pt x="285" y="23"/>
                      <a:pt x="285" y="23"/>
                      <a:pt x="285" y="23"/>
                    </a:cubicBezTo>
                    <a:cubicBezTo>
                      <a:pt x="285" y="12"/>
                      <a:pt x="274" y="0"/>
                      <a:pt x="262" y="0"/>
                    </a:cubicBezTo>
                    <a:cubicBezTo>
                      <a:pt x="261" y="0"/>
                      <a:pt x="261" y="0"/>
                      <a:pt x="261" y="0"/>
                    </a:cubicBezTo>
                    <a:cubicBezTo>
                      <a:pt x="261" y="0"/>
                      <a:pt x="260" y="0"/>
                      <a:pt x="260" y="0"/>
                    </a:cubicBezTo>
                    <a:cubicBezTo>
                      <a:pt x="260" y="0"/>
                      <a:pt x="260" y="0"/>
                      <a:pt x="260" y="0"/>
                    </a:cubicBezTo>
                    <a:cubicBezTo>
                      <a:pt x="85" y="0"/>
                      <a:pt x="85" y="0"/>
                      <a:pt x="85" y="0"/>
                    </a:cubicBezTo>
                    <a:cubicBezTo>
                      <a:pt x="59" y="0"/>
                      <a:pt x="49" y="18"/>
                      <a:pt x="40" y="32"/>
                    </a:cubicBezTo>
                    <a:cubicBezTo>
                      <a:pt x="21" y="60"/>
                      <a:pt x="1" y="110"/>
                      <a:pt x="1" y="161"/>
                    </a:cubicBezTo>
                    <a:cubicBezTo>
                      <a:pt x="1" y="163"/>
                      <a:pt x="1" y="163"/>
                      <a:pt x="1" y="163"/>
                    </a:cubicBezTo>
                    <a:cubicBezTo>
                      <a:pt x="0" y="328"/>
                      <a:pt x="0" y="328"/>
                      <a:pt x="0" y="328"/>
                    </a:cubicBezTo>
                    <a:cubicBezTo>
                      <a:pt x="104" y="328"/>
                      <a:pt x="104" y="328"/>
                      <a:pt x="104" y="328"/>
                    </a:cubicBezTo>
                    <a:cubicBezTo>
                      <a:pt x="122" y="328"/>
                      <a:pt x="122" y="328"/>
                      <a:pt x="122" y="328"/>
                    </a:cubicBezTo>
                    <a:cubicBezTo>
                      <a:pt x="821" y="328"/>
                      <a:pt x="821" y="328"/>
                      <a:pt x="821" y="328"/>
                    </a:cubicBezTo>
                    <a:cubicBezTo>
                      <a:pt x="821" y="232"/>
                      <a:pt x="821" y="232"/>
                      <a:pt x="821" y="232"/>
                    </a:cubicBezTo>
                    <a:lnTo>
                      <a:pt x="285" y="232"/>
                    </a:lnTo>
                    <a:close/>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7"/>
              <p:cNvSpPr/>
              <p:nvPr/>
            </p:nvSpPr>
            <p:spPr bwMode="auto">
              <a:xfrm>
                <a:off x="4229100" y="2700338"/>
                <a:ext cx="533400" cy="339725"/>
              </a:xfrm>
              <a:custGeom>
                <a:avLst/>
                <a:gdLst>
                  <a:gd name="T0" fmla="*/ 247 w 247"/>
                  <a:gd name="T1" fmla="*/ 0 h 157"/>
                  <a:gd name="T2" fmla="*/ 247 w 247"/>
                  <a:gd name="T3" fmla="*/ 100 h 157"/>
                  <a:gd name="T4" fmla="*/ 0 w 247"/>
                  <a:gd name="T5" fmla="*/ 157 h 157"/>
                  <a:gd name="T6" fmla="*/ 60 w 247"/>
                  <a:gd name="T7" fmla="*/ 0 h 157"/>
                  <a:gd name="T8" fmla="*/ 247 w 247"/>
                  <a:gd name="T9" fmla="*/ 0 h 157"/>
                </a:gdLst>
                <a:ahLst/>
                <a:cxnLst>
                  <a:cxn ang="0">
                    <a:pos x="T0" y="T1"/>
                  </a:cxn>
                  <a:cxn ang="0">
                    <a:pos x="T2" y="T3"/>
                  </a:cxn>
                  <a:cxn ang="0">
                    <a:pos x="T4" y="T5"/>
                  </a:cxn>
                  <a:cxn ang="0">
                    <a:pos x="T6" y="T7"/>
                  </a:cxn>
                  <a:cxn ang="0">
                    <a:pos x="T8" y="T9"/>
                  </a:cxn>
                </a:cxnLst>
                <a:rect l="0" t="0" r="r" b="b"/>
                <a:pathLst>
                  <a:path w="246" h="157">
                    <a:moveTo>
                      <a:pt x="247" y="0"/>
                    </a:moveTo>
                    <a:cubicBezTo>
                      <a:pt x="247" y="100"/>
                      <a:pt x="247" y="100"/>
                      <a:pt x="247" y="100"/>
                    </a:cubicBezTo>
                    <a:cubicBezTo>
                      <a:pt x="247" y="100"/>
                      <a:pt x="178" y="134"/>
                      <a:pt x="0" y="157"/>
                    </a:cubicBezTo>
                    <a:cubicBezTo>
                      <a:pt x="0" y="157"/>
                      <a:pt x="2" y="44"/>
                      <a:pt x="60" y="0"/>
                    </a:cubicBezTo>
                    <a:lnTo>
                      <a:pt x="24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Oval 8"/>
              <p:cNvSpPr>
                <a:spLocks noChangeArrowheads="1"/>
              </p:cNvSpPr>
              <p:nvPr/>
            </p:nvSpPr>
            <p:spPr bwMode="auto">
              <a:xfrm>
                <a:off x="4486275" y="3222625"/>
                <a:ext cx="293688"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Oval 9"/>
              <p:cNvSpPr>
                <a:spLocks noChangeArrowheads="1"/>
              </p:cNvSpPr>
              <p:nvPr/>
            </p:nvSpPr>
            <p:spPr bwMode="auto">
              <a:xfrm>
                <a:off x="4486275" y="3222625"/>
                <a:ext cx="293688"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Oval 10"/>
              <p:cNvSpPr>
                <a:spLocks noChangeArrowheads="1"/>
              </p:cNvSpPr>
              <p:nvPr/>
            </p:nvSpPr>
            <p:spPr bwMode="auto">
              <a:xfrm>
                <a:off x="4538663" y="3275013"/>
                <a:ext cx="188913"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Oval 11"/>
              <p:cNvSpPr>
                <a:spLocks noChangeArrowheads="1"/>
              </p:cNvSpPr>
              <p:nvPr/>
            </p:nvSpPr>
            <p:spPr bwMode="auto">
              <a:xfrm>
                <a:off x="4605338"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Oval 12"/>
              <p:cNvSpPr>
                <a:spLocks noChangeArrowheads="1"/>
              </p:cNvSpPr>
              <p:nvPr/>
            </p:nvSpPr>
            <p:spPr bwMode="auto">
              <a:xfrm>
                <a:off x="4605338"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Oval 13"/>
              <p:cNvSpPr>
                <a:spLocks noChangeArrowheads="1"/>
              </p:cNvSpPr>
              <p:nvPr/>
            </p:nvSpPr>
            <p:spPr bwMode="auto">
              <a:xfrm>
                <a:off x="5583238" y="3222625"/>
                <a:ext cx="292100"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Oval 14"/>
              <p:cNvSpPr>
                <a:spLocks noChangeArrowheads="1"/>
              </p:cNvSpPr>
              <p:nvPr/>
            </p:nvSpPr>
            <p:spPr bwMode="auto">
              <a:xfrm>
                <a:off x="5583238" y="3222625"/>
                <a:ext cx="292100"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Oval 15"/>
              <p:cNvSpPr>
                <a:spLocks noChangeArrowheads="1"/>
              </p:cNvSpPr>
              <p:nvPr/>
            </p:nvSpPr>
            <p:spPr bwMode="auto">
              <a:xfrm>
                <a:off x="5634038"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Oval 16"/>
              <p:cNvSpPr>
                <a:spLocks noChangeArrowheads="1"/>
              </p:cNvSpPr>
              <p:nvPr/>
            </p:nvSpPr>
            <p:spPr bwMode="auto">
              <a:xfrm>
                <a:off x="5700713" y="3341688"/>
                <a:ext cx="57150"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Oval 17"/>
              <p:cNvSpPr>
                <a:spLocks noChangeArrowheads="1"/>
              </p:cNvSpPr>
              <p:nvPr/>
            </p:nvSpPr>
            <p:spPr bwMode="auto">
              <a:xfrm>
                <a:off x="5238750" y="3222625"/>
                <a:ext cx="292100"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Oval 18"/>
              <p:cNvSpPr>
                <a:spLocks noChangeArrowheads="1"/>
              </p:cNvSpPr>
              <p:nvPr/>
            </p:nvSpPr>
            <p:spPr bwMode="auto">
              <a:xfrm>
                <a:off x="5238750" y="3222625"/>
                <a:ext cx="292100"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Oval 19"/>
              <p:cNvSpPr>
                <a:spLocks noChangeArrowheads="1"/>
              </p:cNvSpPr>
              <p:nvPr/>
            </p:nvSpPr>
            <p:spPr bwMode="auto">
              <a:xfrm>
                <a:off x="5289550" y="3275013"/>
                <a:ext cx="192088"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Oval 20"/>
              <p:cNvSpPr>
                <a:spLocks noChangeArrowheads="1"/>
              </p:cNvSpPr>
              <p:nvPr/>
            </p:nvSpPr>
            <p:spPr bwMode="auto">
              <a:xfrm>
                <a:off x="5357813" y="3341688"/>
                <a:ext cx="53975"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Oval 21"/>
              <p:cNvSpPr>
                <a:spLocks noChangeArrowheads="1"/>
              </p:cNvSpPr>
              <p:nvPr/>
            </p:nvSpPr>
            <p:spPr bwMode="auto">
              <a:xfrm>
                <a:off x="5357813" y="3341688"/>
                <a:ext cx="53975"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Oval 22"/>
              <p:cNvSpPr>
                <a:spLocks noChangeArrowheads="1"/>
              </p:cNvSpPr>
              <p:nvPr/>
            </p:nvSpPr>
            <p:spPr bwMode="auto">
              <a:xfrm>
                <a:off x="6780213" y="3222625"/>
                <a:ext cx="293688" cy="293687"/>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Oval 23"/>
              <p:cNvSpPr>
                <a:spLocks noChangeArrowheads="1"/>
              </p:cNvSpPr>
              <p:nvPr/>
            </p:nvSpPr>
            <p:spPr bwMode="auto">
              <a:xfrm>
                <a:off x="6780213" y="3222625"/>
                <a:ext cx="293688" cy="293687"/>
              </a:xfrm>
              <a:prstGeom prst="ellipse">
                <a:avLst/>
              </a:prstGeom>
              <a:solidFill>
                <a:schemeClr val="bg1">
                  <a:lumMod val="65000"/>
                </a:schemeClr>
              </a:solidFill>
              <a:ln w="11" cap="flat">
                <a:solidFill>
                  <a:srgbClr val="FFFFFF"/>
                </a:solid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Oval 24"/>
              <p:cNvSpPr>
                <a:spLocks noChangeArrowheads="1"/>
              </p:cNvSpPr>
              <p:nvPr/>
            </p:nvSpPr>
            <p:spPr bwMode="auto">
              <a:xfrm>
                <a:off x="6831013"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Oval 25"/>
              <p:cNvSpPr>
                <a:spLocks noChangeArrowheads="1"/>
              </p:cNvSpPr>
              <p:nvPr/>
            </p:nvSpPr>
            <p:spPr bwMode="auto">
              <a:xfrm>
                <a:off x="6897688" y="3341688"/>
                <a:ext cx="57150"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Oval 26"/>
              <p:cNvSpPr>
                <a:spLocks noChangeArrowheads="1"/>
              </p:cNvSpPr>
              <p:nvPr/>
            </p:nvSpPr>
            <p:spPr bwMode="auto">
              <a:xfrm>
                <a:off x="6434138" y="3222625"/>
                <a:ext cx="293688"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Oval 27"/>
              <p:cNvSpPr>
                <a:spLocks noChangeArrowheads="1"/>
              </p:cNvSpPr>
              <p:nvPr/>
            </p:nvSpPr>
            <p:spPr bwMode="auto">
              <a:xfrm>
                <a:off x="6434138" y="3222625"/>
                <a:ext cx="293688"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Oval 28"/>
              <p:cNvSpPr>
                <a:spLocks noChangeArrowheads="1"/>
              </p:cNvSpPr>
              <p:nvPr/>
            </p:nvSpPr>
            <p:spPr bwMode="auto">
              <a:xfrm>
                <a:off x="6486525"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Oval 29"/>
              <p:cNvSpPr>
                <a:spLocks noChangeArrowheads="1"/>
              </p:cNvSpPr>
              <p:nvPr/>
            </p:nvSpPr>
            <p:spPr bwMode="auto">
              <a:xfrm>
                <a:off x="6553200"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30"/>
              <p:cNvSpPr/>
              <p:nvPr/>
            </p:nvSpPr>
            <p:spPr bwMode="auto">
              <a:xfrm>
                <a:off x="4222750" y="3289300"/>
                <a:ext cx="76200" cy="34925"/>
              </a:xfrm>
              <a:custGeom>
                <a:avLst/>
                <a:gdLst>
                  <a:gd name="T0" fmla="*/ 35 w 35"/>
                  <a:gd name="T1" fmla="*/ 8 h 16"/>
                  <a:gd name="T2" fmla="*/ 26 w 35"/>
                  <a:gd name="T3" fmla="*/ 16 h 16"/>
                  <a:gd name="T4" fmla="*/ 9 w 35"/>
                  <a:gd name="T5" fmla="*/ 16 h 16"/>
                  <a:gd name="T6" fmla="*/ 0 w 35"/>
                  <a:gd name="T7" fmla="*/ 8 h 16"/>
                  <a:gd name="T8" fmla="*/ 9 w 35"/>
                  <a:gd name="T9" fmla="*/ 0 h 16"/>
                  <a:gd name="T10" fmla="*/ 26 w 35"/>
                  <a:gd name="T11" fmla="*/ 0 h 16"/>
                  <a:gd name="T12" fmla="*/ 35 w 3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35" h="16">
                    <a:moveTo>
                      <a:pt x="35" y="8"/>
                    </a:moveTo>
                    <a:cubicBezTo>
                      <a:pt x="35" y="12"/>
                      <a:pt x="31" y="16"/>
                      <a:pt x="26" y="16"/>
                    </a:cubicBezTo>
                    <a:cubicBezTo>
                      <a:pt x="9" y="16"/>
                      <a:pt x="9" y="16"/>
                      <a:pt x="9" y="16"/>
                    </a:cubicBezTo>
                    <a:cubicBezTo>
                      <a:pt x="4" y="16"/>
                      <a:pt x="0" y="12"/>
                      <a:pt x="0" y="8"/>
                    </a:cubicBezTo>
                    <a:cubicBezTo>
                      <a:pt x="0" y="4"/>
                      <a:pt x="4" y="0"/>
                      <a:pt x="9" y="0"/>
                    </a:cubicBezTo>
                    <a:cubicBezTo>
                      <a:pt x="26" y="0"/>
                      <a:pt x="26" y="0"/>
                      <a:pt x="26" y="0"/>
                    </a:cubicBezTo>
                    <a:cubicBezTo>
                      <a:pt x="31" y="0"/>
                      <a:pt x="35" y="4"/>
                      <a:pt x="35"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31"/>
              <p:cNvSpPr/>
              <p:nvPr/>
            </p:nvSpPr>
            <p:spPr bwMode="auto">
              <a:xfrm>
                <a:off x="6035675" y="3289300"/>
                <a:ext cx="74613" cy="34925"/>
              </a:xfrm>
              <a:custGeom>
                <a:avLst/>
                <a:gdLst>
                  <a:gd name="T0" fmla="*/ 35 w 35"/>
                  <a:gd name="T1" fmla="*/ 8 h 16"/>
                  <a:gd name="T2" fmla="*/ 26 w 35"/>
                  <a:gd name="T3" fmla="*/ 16 h 16"/>
                  <a:gd name="T4" fmla="*/ 9 w 35"/>
                  <a:gd name="T5" fmla="*/ 16 h 16"/>
                  <a:gd name="T6" fmla="*/ 0 w 35"/>
                  <a:gd name="T7" fmla="*/ 8 h 16"/>
                  <a:gd name="T8" fmla="*/ 9 w 35"/>
                  <a:gd name="T9" fmla="*/ 0 h 16"/>
                  <a:gd name="T10" fmla="*/ 26 w 35"/>
                  <a:gd name="T11" fmla="*/ 0 h 16"/>
                  <a:gd name="T12" fmla="*/ 35 w 3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35" h="16">
                    <a:moveTo>
                      <a:pt x="35" y="8"/>
                    </a:moveTo>
                    <a:cubicBezTo>
                      <a:pt x="35" y="12"/>
                      <a:pt x="31" y="16"/>
                      <a:pt x="26" y="16"/>
                    </a:cubicBezTo>
                    <a:cubicBezTo>
                      <a:pt x="9" y="16"/>
                      <a:pt x="9" y="16"/>
                      <a:pt x="9" y="16"/>
                    </a:cubicBezTo>
                    <a:cubicBezTo>
                      <a:pt x="4" y="16"/>
                      <a:pt x="0" y="12"/>
                      <a:pt x="0" y="8"/>
                    </a:cubicBezTo>
                    <a:cubicBezTo>
                      <a:pt x="0" y="4"/>
                      <a:pt x="4" y="0"/>
                      <a:pt x="9" y="0"/>
                    </a:cubicBezTo>
                    <a:cubicBezTo>
                      <a:pt x="26" y="0"/>
                      <a:pt x="26" y="0"/>
                      <a:pt x="26" y="0"/>
                    </a:cubicBezTo>
                    <a:cubicBezTo>
                      <a:pt x="31" y="0"/>
                      <a:pt x="35" y="4"/>
                      <a:pt x="35"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Rectangle 32"/>
              <p:cNvSpPr>
                <a:spLocks noChangeArrowheads="1"/>
              </p:cNvSpPr>
              <p:nvPr/>
            </p:nvSpPr>
            <p:spPr bwMode="auto">
              <a:xfrm>
                <a:off x="4573588" y="2692400"/>
                <a:ext cx="25400" cy="293687"/>
              </a:xfrm>
              <a:prstGeom prst="rect">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33"/>
              <p:cNvSpPr/>
              <p:nvPr/>
            </p:nvSpPr>
            <p:spPr bwMode="auto">
              <a:xfrm>
                <a:off x="4849813" y="3101975"/>
                <a:ext cx="2286000" cy="39687"/>
              </a:xfrm>
              <a:custGeom>
                <a:avLst/>
                <a:gdLst>
                  <a:gd name="T0" fmla="*/ 1044 w 1060"/>
                  <a:gd name="T1" fmla="*/ 0 h 19"/>
                  <a:gd name="T2" fmla="*/ 19 w 1060"/>
                  <a:gd name="T3" fmla="*/ 0 h 19"/>
                  <a:gd name="T4" fmla="*/ 0 w 1060"/>
                  <a:gd name="T5" fmla="*/ 8 h 19"/>
                  <a:gd name="T6" fmla="*/ 0 w 1060"/>
                  <a:gd name="T7" fmla="*/ 19 h 19"/>
                  <a:gd name="T8" fmla="*/ 1060 w 1060"/>
                  <a:gd name="T9" fmla="*/ 19 h 19"/>
                  <a:gd name="T10" fmla="*/ 1060 w 1060"/>
                  <a:gd name="T11" fmla="*/ 8 h 19"/>
                  <a:gd name="T12" fmla="*/ 1044 w 106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060" h="19">
                    <a:moveTo>
                      <a:pt x="1044" y="0"/>
                    </a:moveTo>
                    <a:cubicBezTo>
                      <a:pt x="19" y="0"/>
                      <a:pt x="19" y="0"/>
                      <a:pt x="19" y="0"/>
                    </a:cubicBezTo>
                    <a:cubicBezTo>
                      <a:pt x="9" y="0"/>
                      <a:pt x="0" y="4"/>
                      <a:pt x="0" y="8"/>
                    </a:cubicBezTo>
                    <a:cubicBezTo>
                      <a:pt x="0" y="19"/>
                      <a:pt x="0" y="19"/>
                      <a:pt x="0" y="19"/>
                    </a:cubicBezTo>
                    <a:cubicBezTo>
                      <a:pt x="1060" y="19"/>
                      <a:pt x="1060" y="19"/>
                      <a:pt x="1060" y="19"/>
                    </a:cubicBezTo>
                    <a:cubicBezTo>
                      <a:pt x="1060" y="8"/>
                      <a:pt x="1060" y="8"/>
                      <a:pt x="1060" y="8"/>
                    </a:cubicBezTo>
                    <a:cubicBezTo>
                      <a:pt x="1060" y="4"/>
                      <a:pt x="1055" y="0"/>
                      <a:pt x="1044" y="0"/>
                    </a:cubicBezTo>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0" name="Rectangle 34"/>
            <p:cNvSpPr>
              <a:spLocks noChangeArrowheads="1"/>
            </p:cNvSpPr>
            <p:nvPr/>
          </p:nvSpPr>
          <p:spPr bwMode="auto">
            <a:xfrm>
              <a:off x="1797052" y="2451510"/>
              <a:ext cx="1003300" cy="203583"/>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Rectangle 35"/>
            <p:cNvSpPr>
              <a:spLocks noChangeArrowheads="1"/>
            </p:cNvSpPr>
            <p:nvPr/>
          </p:nvSpPr>
          <p:spPr bwMode="auto">
            <a:xfrm>
              <a:off x="1797052" y="2249885"/>
              <a:ext cx="1003300" cy="20162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Rectangle 36"/>
            <p:cNvSpPr>
              <a:spLocks noChangeArrowheads="1"/>
            </p:cNvSpPr>
            <p:nvPr/>
          </p:nvSpPr>
          <p:spPr bwMode="auto">
            <a:xfrm>
              <a:off x="1797052" y="2046302"/>
              <a:ext cx="1003300" cy="203583"/>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Rectangle 37"/>
            <p:cNvSpPr>
              <a:spLocks noChangeArrowheads="1"/>
            </p:cNvSpPr>
            <p:nvPr/>
          </p:nvSpPr>
          <p:spPr bwMode="auto">
            <a:xfrm>
              <a:off x="2823634" y="2451510"/>
              <a:ext cx="1001184" cy="203583"/>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Rectangle 38"/>
            <p:cNvSpPr>
              <a:spLocks noChangeArrowheads="1"/>
            </p:cNvSpPr>
            <p:nvPr/>
          </p:nvSpPr>
          <p:spPr bwMode="auto">
            <a:xfrm>
              <a:off x="2823634" y="2249885"/>
              <a:ext cx="1001184" cy="20162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Rectangle 39"/>
            <p:cNvSpPr>
              <a:spLocks noChangeArrowheads="1"/>
            </p:cNvSpPr>
            <p:nvPr/>
          </p:nvSpPr>
          <p:spPr bwMode="auto">
            <a:xfrm>
              <a:off x="2823634" y="2046302"/>
              <a:ext cx="1001184" cy="203583"/>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Rectangle 40"/>
            <p:cNvSpPr>
              <a:spLocks noChangeArrowheads="1"/>
            </p:cNvSpPr>
            <p:nvPr/>
          </p:nvSpPr>
          <p:spPr bwMode="auto">
            <a:xfrm>
              <a:off x="3837518" y="2451510"/>
              <a:ext cx="1003300" cy="203583"/>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Rectangle 41"/>
            <p:cNvSpPr>
              <a:spLocks noChangeArrowheads="1"/>
            </p:cNvSpPr>
            <p:nvPr/>
          </p:nvSpPr>
          <p:spPr bwMode="auto">
            <a:xfrm>
              <a:off x="3837518" y="2249885"/>
              <a:ext cx="1003300" cy="20162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Rectangle 42"/>
            <p:cNvSpPr>
              <a:spLocks noChangeArrowheads="1"/>
            </p:cNvSpPr>
            <p:nvPr/>
          </p:nvSpPr>
          <p:spPr bwMode="auto">
            <a:xfrm>
              <a:off x="3837518" y="2046302"/>
              <a:ext cx="1003300" cy="203583"/>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Rectangle 43"/>
            <p:cNvSpPr>
              <a:spLocks noChangeArrowheads="1"/>
            </p:cNvSpPr>
            <p:nvPr/>
          </p:nvSpPr>
          <p:spPr bwMode="auto">
            <a:xfrm>
              <a:off x="1797052" y="1844677"/>
              <a:ext cx="1003300" cy="20162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Rectangle 44"/>
            <p:cNvSpPr>
              <a:spLocks noChangeArrowheads="1"/>
            </p:cNvSpPr>
            <p:nvPr/>
          </p:nvSpPr>
          <p:spPr bwMode="auto">
            <a:xfrm>
              <a:off x="2823634" y="1844677"/>
              <a:ext cx="1001184"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45"/>
            <p:cNvSpPr>
              <a:spLocks noChangeArrowheads="1"/>
            </p:cNvSpPr>
            <p:nvPr/>
          </p:nvSpPr>
          <p:spPr bwMode="auto">
            <a:xfrm>
              <a:off x="3837518" y="1844677"/>
              <a:ext cx="1003300"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55" name="Rectangle 54"/>
          <p:cNvSpPr/>
          <p:nvPr/>
        </p:nvSpPr>
        <p:spPr>
          <a:xfrm>
            <a:off x="5643560" y="3291999"/>
            <a:ext cx="2775153" cy="1559338"/>
          </a:xfrm>
          <a:prstGeom prst="rect">
            <a:avLst/>
          </a:prstGeom>
        </p:spPr>
        <p:txBody>
          <a:bodyPr wrap="square">
            <a:spAutoFit/>
          </a:bodyPr>
          <a:lstStyle/>
          <a:p>
            <a:r>
              <a:rPr lang="en-US" sz="3733">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65%</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Investment</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9" name="Group 8"/>
          <p:cNvGrpSpPr/>
          <p:nvPr/>
        </p:nvGrpSpPr>
        <p:grpSpPr>
          <a:xfrm>
            <a:off x="914401" y="3436408"/>
            <a:ext cx="3937001" cy="1340907"/>
            <a:chOff x="914401" y="3436408"/>
            <a:chExt cx="3937001" cy="1340907"/>
          </a:xfrm>
        </p:grpSpPr>
        <p:grpSp>
          <p:nvGrpSpPr>
            <p:cNvPr id="57" name="Group 56"/>
            <p:cNvGrpSpPr/>
            <p:nvPr/>
          </p:nvGrpSpPr>
          <p:grpSpPr>
            <a:xfrm>
              <a:off x="914401" y="3718291"/>
              <a:ext cx="3937001" cy="1059024"/>
              <a:chOff x="4191000" y="2657475"/>
              <a:chExt cx="2952751" cy="858837"/>
            </a:xfrm>
          </p:grpSpPr>
          <p:sp>
            <p:nvSpPr>
              <p:cNvPr id="70" name="Rectangle 5"/>
              <p:cNvSpPr>
                <a:spLocks noChangeArrowheads="1"/>
              </p:cNvSpPr>
              <p:nvPr/>
            </p:nvSpPr>
            <p:spPr bwMode="auto">
              <a:xfrm>
                <a:off x="6005513" y="3159125"/>
                <a:ext cx="1138238" cy="207962"/>
              </a:xfrm>
              <a:prstGeom prst="rect">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6"/>
              <p:cNvSpPr/>
              <p:nvPr/>
            </p:nvSpPr>
            <p:spPr bwMode="auto">
              <a:xfrm>
                <a:off x="4191000" y="2657475"/>
                <a:ext cx="1771650" cy="709612"/>
              </a:xfrm>
              <a:custGeom>
                <a:avLst/>
                <a:gdLst>
                  <a:gd name="T0" fmla="*/ 285 w 821"/>
                  <a:gd name="T1" fmla="*/ 232 h 328"/>
                  <a:gd name="T2" fmla="*/ 285 w 821"/>
                  <a:gd name="T3" fmla="*/ 60 h 328"/>
                  <a:gd name="T4" fmla="*/ 285 w 821"/>
                  <a:gd name="T5" fmla="*/ 30 h 328"/>
                  <a:gd name="T6" fmla="*/ 285 w 821"/>
                  <a:gd name="T7" fmla="*/ 23 h 328"/>
                  <a:gd name="T8" fmla="*/ 262 w 821"/>
                  <a:gd name="T9" fmla="*/ 0 h 328"/>
                  <a:gd name="T10" fmla="*/ 261 w 821"/>
                  <a:gd name="T11" fmla="*/ 0 h 328"/>
                  <a:gd name="T12" fmla="*/ 260 w 821"/>
                  <a:gd name="T13" fmla="*/ 0 h 328"/>
                  <a:gd name="T14" fmla="*/ 260 w 821"/>
                  <a:gd name="T15" fmla="*/ 0 h 328"/>
                  <a:gd name="T16" fmla="*/ 85 w 821"/>
                  <a:gd name="T17" fmla="*/ 0 h 328"/>
                  <a:gd name="T18" fmla="*/ 40 w 821"/>
                  <a:gd name="T19" fmla="*/ 32 h 328"/>
                  <a:gd name="T20" fmla="*/ 1 w 821"/>
                  <a:gd name="T21" fmla="*/ 161 h 328"/>
                  <a:gd name="T22" fmla="*/ 1 w 821"/>
                  <a:gd name="T23" fmla="*/ 163 h 328"/>
                  <a:gd name="T24" fmla="*/ 0 w 821"/>
                  <a:gd name="T25" fmla="*/ 328 h 328"/>
                  <a:gd name="T26" fmla="*/ 104 w 821"/>
                  <a:gd name="T27" fmla="*/ 328 h 328"/>
                  <a:gd name="T28" fmla="*/ 122 w 821"/>
                  <a:gd name="T29" fmla="*/ 328 h 328"/>
                  <a:gd name="T30" fmla="*/ 821 w 821"/>
                  <a:gd name="T31" fmla="*/ 328 h 328"/>
                  <a:gd name="T32" fmla="*/ 821 w 821"/>
                  <a:gd name="T33" fmla="*/ 232 h 328"/>
                  <a:gd name="T34" fmla="*/ 285 w 821"/>
                  <a:gd name="T35" fmla="*/ 23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1" h="328">
                    <a:moveTo>
                      <a:pt x="285" y="232"/>
                    </a:moveTo>
                    <a:cubicBezTo>
                      <a:pt x="285" y="60"/>
                      <a:pt x="285" y="60"/>
                      <a:pt x="285" y="60"/>
                    </a:cubicBezTo>
                    <a:cubicBezTo>
                      <a:pt x="285" y="30"/>
                      <a:pt x="285" y="30"/>
                      <a:pt x="285" y="30"/>
                    </a:cubicBezTo>
                    <a:cubicBezTo>
                      <a:pt x="285" y="23"/>
                      <a:pt x="285" y="23"/>
                      <a:pt x="285" y="23"/>
                    </a:cubicBezTo>
                    <a:cubicBezTo>
                      <a:pt x="285" y="12"/>
                      <a:pt x="274" y="0"/>
                      <a:pt x="262" y="0"/>
                    </a:cubicBezTo>
                    <a:cubicBezTo>
                      <a:pt x="261" y="0"/>
                      <a:pt x="261" y="0"/>
                      <a:pt x="261" y="0"/>
                    </a:cubicBezTo>
                    <a:cubicBezTo>
                      <a:pt x="261" y="0"/>
                      <a:pt x="260" y="0"/>
                      <a:pt x="260" y="0"/>
                    </a:cubicBezTo>
                    <a:cubicBezTo>
                      <a:pt x="260" y="0"/>
                      <a:pt x="260" y="0"/>
                      <a:pt x="260" y="0"/>
                    </a:cubicBezTo>
                    <a:cubicBezTo>
                      <a:pt x="85" y="0"/>
                      <a:pt x="85" y="0"/>
                      <a:pt x="85" y="0"/>
                    </a:cubicBezTo>
                    <a:cubicBezTo>
                      <a:pt x="59" y="0"/>
                      <a:pt x="49" y="18"/>
                      <a:pt x="40" y="32"/>
                    </a:cubicBezTo>
                    <a:cubicBezTo>
                      <a:pt x="21" y="60"/>
                      <a:pt x="1" y="110"/>
                      <a:pt x="1" y="161"/>
                    </a:cubicBezTo>
                    <a:cubicBezTo>
                      <a:pt x="1" y="163"/>
                      <a:pt x="1" y="163"/>
                      <a:pt x="1" y="163"/>
                    </a:cubicBezTo>
                    <a:cubicBezTo>
                      <a:pt x="0" y="328"/>
                      <a:pt x="0" y="328"/>
                      <a:pt x="0" y="328"/>
                    </a:cubicBezTo>
                    <a:cubicBezTo>
                      <a:pt x="104" y="328"/>
                      <a:pt x="104" y="328"/>
                      <a:pt x="104" y="328"/>
                    </a:cubicBezTo>
                    <a:cubicBezTo>
                      <a:pt x="122" y="328"/>
                      <a:pt x="122" y="328"/>
                      <a:pt x="122" y="328"/>
                    </a:cubicBezTo>
                    <a:cubicBezTo>
                      <a:pt x="821" y="328"/>
                      <a:pt x="821" y="328"/>
                      <a:pt x="821" y="328"/>
                    </a:cubicBezTo>
                    <a:cubicBezTo>
                      <a:pt x="821" y="232"/>
                      <a:pt x="821" y="232"/>
                      <a:pt x="821" y="232"/>
                    </a:cubicBezTo>
                    <a:lnTo>
                      <a:pt x="285" y="232"/>
                    </a:lnTo>
                    <a:close/>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7"/>
              <p:cNvSpPr/>
              <p:nvPr/>
            </p:nvSpPr>
            <p:spPr bwMode="auto">
              <a:xfrm>
                <a:off x="4229100" y="2700338"/>
                <a:ext cx="533400" cy="339725"/>
              </a:xfrm>
              <a:custGeom>
                <a:avLst/>
                <a:gdLst>
                  <a:gd name="T0" fmla="*/ 247 w 247"/>
                  <a:gd name="T1" fmla="*/ 0 h 157"/>
                  <a:gd name="T2" fmla="*/ 247 w 247"/>
                  <a:gd name="T3" fmla="*/ 100 h 157"/>
                  <a:gd name="T4" fmla="*/ 0 w 247"/>
                  <a:gd name="T5" fmla="*/ 157 h 157"/>
                  <a:gd name="T6" fmla="*/ 60 w 247"/>
                  <a:gd name="T7" fmla="*/ 0 h 157"/>
                  <a:gd name="T8" fmla="*/ 247 w 247"/>
                  <a:gd name="T9" fmla="*/ 0 h 157"/>
                </a:gdLst>
                <a:ahLst/>
                <a:cxnLst>
                  <a:cxn ang="0">
                    <a:pos x="T0" y="T1"/>
                  </a:cxn>
                  <a:cxn ang="0">
                    <a:pos x="T2" y="T3"/>
                  </a:cxn>
                  <a:cxn ang="0">
                    <a:pos x="T4" y="T5"/>
                  </a:cxn>
                  <a:cxn ang="0">
                    <a:pos x="T6" y="T7"/>
                  </a:cxn>
                  <a:cxn ang="0">
                    <a:pos x="T8" y="T9"/>
                  </a:cxn>
                </a:cxnLst>
                <a:rect l="0" t="0" r="r" b="b"/>
                <a:pathLst>
                  <a:path w="246" h="157">
                    <a:moveTo>
                      <a:pt x="247" y="0"/>
                    </a:moveTo>
                    <a:cubicBezTo>
                      <a:pt x="247" y="100"/>
                      <a:pt x="247" y="100"/>
                      <a:pt x="247" y="100"/>
                    </a:cubicBezTo>
                    <a:cubicBezTo>
                      <a:pt x="247" y="100"/>
                      <a:pt x="178" y="134"/>
                      <a:pt x="0" y="157"/>
                    </a:cubicBezTo>
                    <a:cubicBezTo>
                      <a:pt x="0" y="157"/>
                      <a:pt x="2" y="44"/>
                      <a:pt x="60" y="0"/>
                    </a:cubicBezTo>
                    <a:lnTo>
                      <a:pt x="24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Oval 8"/>
              <p:cNvSpPr>
                <a:spLocks noChangeArrowheads="1"/>
              </p:cNvSpPr>
              <p:nvPr/>
            </p:nvSpPr>
            <p:spPr bwMode="auto">
              <a:xfrm>
                <a:off x="4486275" y="3222625"/>
                <a:ext cx="293688"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Oval 9"/>
              <p:cNvSpPr>
                <a:spLocks noChangeArrowheads="1"/>
              </p:cNvSpPr>
              <p:nvPr/>
            </p:nvSpPr>
            <p:spPr bwMode="auto">
              <a:xfrm>
                <a:off x="4486275" y="3222625"/>
                <a:ext cx="293688"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Oval 10"/>
              <p:cNvSpPr>
                <a:spLocks noChangeArrowheads="1"/>
              </p:cNvSpPr>
              <p:nvPr/>
            </p:nvSpPr>
            <p:spPr bwMode="auto">
              <a:xfrm>
                <a:off x="4538663" y="3275013"/>
                <a:ext cx="188913"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Oval 11"/>
              <p:cNvSpPr>
                <a:spLocks noChangeArrowheads="1"/>
              </p:cNvSpPr>
              <p:nvPr/>
            </p:nvSpPr>
            <p:spPr bwMode="auto">
              <a:xfrm>
                <a:off x="4605338"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Oval 12"/>
              <p:cNvSpPr>
                <a:spLocks noChangeArrowheads="1"/>
              </p:cNvSpPr>
              <p:nvPr/>
            </p:nvSpPr>
            <p:spPr bwMode="auto">
              <a:xfrm>
                <a:off x="4605338"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Oval 13"/>
              <p:cNvSpPr>
                <a:spLocks noChangeArrowheads="1"/>
              </p:cNvSpPr>
              <p:nvPr/>
            </p:nvSpPr>
            <p:spPr bwMode="auto">
              <a:xfrm>
                <a:off x="5583238" y="3222625"/>
                <a:ext cx="292100"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Oval 14"/>
              <p:cNvSpPr>
                <a:spLocks noChangeArrowheads="1"/>
              </p:cNvSpPr>
              <p:nvPr/>
            </p:nvSpPr>
            <p:spPr bwMode="auto">
              <a:xfrm>
                <a:off x="5583238" y="3222625"/>
                <a:ext cx="292100"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Oval 15"/>
              <p:cNvSpPr>
                <a:spLocks noChangeArrowheads="1"/>
              </p:cNvSpPr>
              <p:nvPr/>
            </p:nvSpPr>
            <p:spPr bwMode="auto">
              <a:xfrm>
                <a:off x="5634038"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Oval 16"/>
              <p:cNvSpPr>
                <a:spLocks noChangeArrowheads="1"/>
              </p:cNvSpPr>
              <p:nvPr/>
            </p:nvSpPr>
            <p:spPr bwMode="auto">
              <a:xfrm>
                <a:off x="5700713" y="3341688"/>
                <a:ext cx="57150"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Oval 17"/>
              <p:cNvSpPr>
                <a:spLocks noChangeArrowheads="1"/>
              </p:cNvSpPr>
              <p:nvPr/>
            </p:nvSpPr>
            <p:spPr bwMode="auto">
              <a:xfrm>
                <a:off x="5238750" y="3222625"/>
                <a:ext cx="292100"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Oval 18"/>
              <p:cNvSpPr>
                <a:spLocks noChangeArrowheads="1"/>
              </p:cNvSpPr>
              <p:nvPr/>
            </p:nvSpPr>
            <p:spPr bwMode="auto">
              <a:xfrm>
                <a:off x="5238750" y="3222625"/>
                <a:ext cx="292100"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Oval 19"/>
              <p:cNvSpPr>
                <a:spLocks noChangeArrowheads="1"/>
              </p:cNvSpPr>
              <p:nvPr/>
            </p:nvSpPr>
            <p:spPr bwMode="auto">
              <a:xfrm>
                <a:off x="5289550" y="3275013"/>
                <a:ext cx="192088"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Oval 20"/>
              <p:cNvSpPr>
                <a:spLocks noChangeArrowheads="1"/>
              </p:cNvSpPr>
              <p:nvPr/>
            </p:nvSpPr>
            <p:spPr bwMode="auto">
              <a:xfrm>
                <a:off x="5357813" y="3341688"/>
                <a:ext cx="53975"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Oval 21"/>
              <p:cNvSpPr>
                <a:spLocks noChangeArrowheads="1"/>
              </p:cNvSpPr>
              <p:nvPr/>
            </p:nvSpPr>
            <p:spPr bwMode="auto">
              <a:xfrm>
                <a:off x="5357813" y="3341688"/>
                <a:ext cx="53975"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Oval 22"/>
              <p:cNvSpPr>
                <a:spLocks noChangeArrowheads="1"/>
              </p:cNvSpPr>
              <p:nvPr/>
            </p:nvSpPr>
            <p:spPr bwMode="auto">
              <a:xfrm>
                <a:off x="6780213" y="3222625"/>
                <a:ext cx="293688" cy="293687"/>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Oval 23"/>
              <p:cNvSpPr>
                <a:spLocks noChangeArrowheads="1"/>
              </p:cNvSpPr>
              <p:nvPr/>
            </p:nvSpPr>
            <p:spPr bwMode="auto">
              <a:xfrm>
                <a:off x="6780213" y="3222625"/>
                <a:ext cx="293688" cy="293687"/>
              </a:xfrm>
              <a:prstGeom prst="ellipse">
                <a:avLst/>
              </a:prstGeom>
              <a:solidFill>
                <a:schemeClr val="bg1">
                  <a:lumMod val="65000"/>
                </a:schemeClr>
              </a:solidFill>
              <a:ln w="11" cap="flat">
                <a:solidFill>
                  <a:srgbClr val="FFFFFF"/>
                </a:solid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Oval 24"/>
              <p:cNvSpPr>
                <a:spLocks noChangeArrowheads="1"/>
              </p:cNvSpPr>
              <p:nvPr/>
            </p:nvSpPr>
            <p:spPr bwMode="auto">
              <a:xfrm>
                <a:off x="6831013"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Oval 25"/>
              <p:cNvSpPr>
                <a:spLocks noChangeArrowheads="1"/>
              </p:cNvSpPr>
              <p:nvPr/>
            </p:nvSpPr>
            <p:spPr bwMode="auto">
              <a:xfrm>
                <a:off x="6897688" y="3341688"/>
                <a:ext cx="57150"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Oval 26"/>
              <p:cNvSpPr>
                <a:spLocks noChangeArrowheads="1"/>
              </p:cNvSpPr>
              <p:nvPr/>
            </p:nvSpPr>
            <p:spPr bwMode="auto">
              <a:xfrm>
                <a:off x="6434138" y="3222625"/>
                <a:ext cx="293688"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Oval 27"/>
              <p:cNvSpPr>
                <a:spLocks noChangeArrowheads="1"/>
              </p:cNvSpPr>
              <p:nvPr/>
            </p:nvSpPr>
            <p:spPr bwMode="auto">
              <a:xfrm>
                <a:off x="6434138" y="3222625"/>
                <a:ext cx="293688"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Oval 28"/>
              <p:cNvSpPr>
                <a:spLocks noChangeArrowheads="1"/>
              </p:cNvSpPr>
              <p:nvPr/>
            </p:nvSpPr>
            <p:spPr bwMode="auto">
              <a:xfrm>
                <a:off x="6486525"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Oval 29"/>
              <p:cNvSpPr>
                <a:spLocks noChangeArrowheads="1"/>
              </p:cNvSpPr>
              <p:nvPr/>
            </p:nvSpPr>
            <p:spPr bwMode="auto">
              <a:xfrm>
                <a:off x="6553200"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Freeform 30"/>
              <p:cNvSpPr/>
              <p:nvPr/>
            </p:nvSpPr>
            <p:spPr bwMode="auto">
              <a:xfrm>
                <a:off x="4222750" y="3289300"/>
                <a:ext cx="76200" cy="34925"/>
              </a:xfrm>
              <a:custGeom>
                <a:avLst/>
                <a:gdLst>
                  <a:gd name="T0" fmla="*/ 35 w 35"/>
                  <a:gd name="T1" fmla="*/ 8 h 16"/>
                  <a:gd name="T2" fmla="*/ 26 w 35"/>
                  <a:gd name="T3" fmla="*/ 16 h 16"/>
                  <a:gd name="T4" fmla="*/ 9 w 35"/>
                  <a:gd name="T5" fmla="*/ 16 h 16"/>
                  <a:gd name="T6" fmla="*/ 0 w 35"/>
                  <a:gd name="T7" fmla="*/ 8 h 16"/>
                  <a:gd name="T8" fmla="*/ 9 w 35"/>
                  <a:gd name="T9" fmla="*/ 0 h 16"/>
                  <a:gd name="T10" fmla="*/ 26 w 35"/>
                  <a:gd name="T11" fmla="*/ 0 h 16"/>
                  <a:gd name="T12" fmla="*/ 35 w 3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35" h="16">
                    <a:moveTo>
                      <a:pt x="35" y="8"/>
                    </a:moveTo>
                    <a:cubicBezTo>
                      <a:pt x="35" y="12"/>
                      <a:pt x="31" y="16"/>
                      <a:pt x="26" y="16"/>
                    </a:cubicBezTo>
                    <a:cubicBezTo>
                      <a:pt x="9" y="16"/>
                      <a:pt x="9" y="16"/>
                      <a:pt x="9" y="16"/>
                    </a:cubicBezTo>
                    <a:cubicBezTo>
                      <a:pt x="4" y="16"/>
                      <a:pt x="0" y="12"/>
                      <a:pt x="0" y="8"/>
                    </a:cubicBezTo>
                    <a:cubicBezTo>
                      <a:pt x="0" y="4"/>
                      <a:pt x="4" y="0"/>
                      <a:pt x="9" y="0"/>
                    </a:cubicBezTo>
                    <a:cubicBezTo>
                      <a:pt x="26" y="0"/>
                      <a:pt x="26" y="0"/>
                      <a:pt x="26" y="0"/>
                    </a:cubicBezTo>
                    <a:cubicBezTo>
                      <a:pt x="31" y="0"/>
                      <a:pt x="35" y="4"/>
                      <a:pt x="35"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Freeform 31"/>
              <p:cNvSpPr/>
              <p:nvPr/>
            </p:nvSpPr>
            <p:spPr bwMode="auto">
              <a:xfrm>
                <a:off x="6035675" y="3289300"/>
                <a:ext cx="74613" cy="34925"/>
              </a:xfrm>
              <a:custGeom>
                <a:avLst/>
                <a:gdLst>
                  <a:gd name="T0" fmla="*/ 35 w 35"/>
                  <a:gd name="T1" fmla="*/ 8 h 16"/>
                  <a:gd name="T2" fmla="*/ 26 w 35"/>
                  <a:gd name="T3" fmla="*/ 16 h 16"/>
                  <a:gd name="T4" fmla="*/ 9 w 35"/>
                  <a:gd name="T5" fmla="*/ 16 h 16"/>
                  <a:gd name="T6" fmla="*/ 0 w 35"/>
                  <a:gd name="T7" fmla="*/ 8 h 16"/>
                  <a:gd name="T8" fmla="*/ 9 w 35"/>
                  <a:gd name="T9" fmla="*/ 0 h 16"/>
                  <a:gd name="T10" fmla="*/ 26 w 35"/>
                  <a:gd name="T11" fmla="*/ 0 h 16"/>
                  <a:gd name="T12" fmla="*/ 35 w 3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35" h="16">
                    <a:moveTo>
                      <a:pt x="35" y="8"/>
                    </a:moveTo>
                    <a:cubicBezTo>
                      <a:pt x="35" y="12"/>
                      <a:pt x="31" y="16"/>
                      <a:pt x="26" y="16"/>
                    </a:cubicBezTo>
                    <a:cubicBezTo>
                      <a:pt x="9" y="16"/>
                      <a:pt x="9" y="16"/>
                      <a:pt x="9" y="16"/>
                    </a:cubicBezTo>
                    <a:cubicBezTo>
                      <a:pt x="4" y="16"/>
                      <a:pt x="0" y="12"/>
                      <a:pt x="0" y="8"/>
                    </a:cubicBezTo>
                    <a:cubicBezTo>
                      <a:pt x="0" y="4"/>
                      <a:pt x="4" y="0"/>
                      <a:pt x="9" y="0"/>
                    </a:cubicBezTo>
                    <a:cubicBezTo>
                      <a:pt x="26" y="0"/>
                      <a:pt x="26" y="0"/>
                      <a:pt x="26" y="0"/>
                    </a:cubicBezTo>
                    <a:cubicBezTo>
                      <a:pt x="31" y="0"/>
                      <a:pt x="35" y="4"/>
                      <a:pt x="35"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Rectangle 32"/>
              <p:cNvSpPr>
                <a:spLocks noChangeArrowheads="1"/>
              </p:cNvSpPr>
              <p:nvPr/>
            </p:nvSpPr>
            <p:spPr bwMode="auto">
              <a:xfrm>
                <a:off x="4573588" y="2692400"/>
                <a:ext cx="25400" cy="293687"/>
              </a:xfrm>
              <a:prstGeom prst="rect">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Freeform 33"/>
              <p:cNvSpPr/>
              <p:nvPr/>
            </p:nvSpPr>
            <p:spPr bwMode="auto">
              <a:xfrm>
                <a:off x="4849813" y="3101975"/>
                <a:ext cx="2286000" cy="39687"/>
              </a:xfrm>
              <a:custGeom>
                <a:avLst/>
                <a:gdLst>
                  <a:gd name="T0" fmla="*/ 1044 w 1060"/>
                  <a:gd name="T1" fmla="*/ 0 h 19"/>
                  <a:gd name="T2" fmla="*/ 19 w 1060"/>
                  <a:gd name="T3" fmla="*/ 0 h 19"/>
                  <a:gd name="T4" fmla="*/ 0 w 1060"/>
                  <a:gd name="T5" fmla="*/ 8 h 19"/>
                  <a:gd name="T6" fmla="*/ 0 w 1060"/>
                  <a:gd name="T7" fmla="*/ 19 h 19"/>
                  <a:gd name="T8" fmla="*/ 1060 w 1060"/>
                  <a:gd name="T9" fmla="*/ 19 h 19"/>
                  <a:gd name="T10" fmla="*/ 1060 w 1060"/>
                  <a:gd name="T11" fmla="*/ 8 h 19"/>
                  <a:gd name="T12" fmla="*/ 1044 w 106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060" h="19">
                    <a:moveTo>
                      <a:pt x="1044" y="0"/>
                    </a:moveTo>
                    <a:cubicBezTo>
                      <a:pt x="19" y="0"/>
                      <a:pt x="19" y="0"/>
                      <a:pt x="19" y="0"/>
                    </a:cubicBezTo>
                    <a:cubicBezTo>
                      <a:pt x="9" y="0"/>
                      <a:pt x="0" y="4"/>
                      <a:pt x="0" y="8"/>
                    </a:cubicBezTo>
                    <a:cubicBezTo>
                      <a:pt x="0" y="19"/>
                      <a:pt x="0" y="19"/>
                      <a:pt x="0" y="19"/>
                    </a:cubicBezTo>
                    <a:cubicBezTo>
                      <a:pt x="1060" y="19"/>
                      <a:pt x="1060" y="19"/>
                      <a:pt x="1060" y="19"/>
                    </a:cubicBezTo>
                    <a:cubicBezTo>
                      <a:pt x="1060" y="8"/>
                      <a:pt x="1060" y="8"/>
                      <a:pt x="1060" y="8"/>
                    </a:cubicBezTo>
                    <a:cubicBezTo>
                      <a:pt x="1060" y="4"/>
                      <a:pt x="1055" y="0"/>
                      <a:pt x="1044" y="0"/>
                    </a:cubicBezTo>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58" name="Rectangle 34"/>
            <p:cNvSpPr>
              <a:spLocks noChangeArrowheads="1"/>
            </p:cNvSpPr>
            <p:nvPr/>
          </p:nvSpPr>
          <p:spPr bwMode="auto">
            <a:xfrm>
              <a:off x="1797052" y="4043241"/>
              <a:ext cx="1003300" cy="203583"/>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Rectangle 35"/>
            <p:cNvSpPr>
              <a:spLocks noChangeArrowheads="1"/>
            </p:cNvSpPr>
            <p:nvPr/>
          </p:nvSpPr>
          <p:spPr bwMode="auto">
            <a:xfrm>
              <a:off x="1797052" y="3841616"/>
              <a:ext cx="1003300" cy="20162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Rectangle 36"/>
            <p:cNvSpPr>
              <a:spLocks noChangeArrowheads="1"/>
            </p:cNvSpPr>
            <p:nvPr/>
          </p:nvSpPr>
          <p:spPr bwMode="auto">
            <a:xfrm>
              <a:off x="1797052" y="3638033"/>
              <a:ext cx="1003300" cy="203583"/>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Rectangle 37"/>
            <p:cNvSpPr>
              <a:spLocks noChangeArrowheads="1"/>
            </p:cNvSpPr>
            <p:nvPr/>
          </p:nvSpPr>
          <p:spPr bwMode="auto">
            <a:xfrm>
              <a:off x="2823634" y="4043241"/>
              <a:ext cx="1001184" cy="203583"/>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Rectangle 38"/>
            <p:cNvSpPr>
              <a:spLocks noChangeArrowheads="1"/>
            </p:cNvSpPr>
            <p:nvPr/>
          </p:nvSpPr>
          <p:spPr bwMode="auto">
            <a:xfrm>
              <a:off x="2823634" y="3841616"/>
              <a:ext cx="1001184" cy="20162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Rectangle 39"/>
            <p:cNvSpPr>
              <a:spLocks noChangeArrowheads="1"/>
            </p:cNvSpPr>
            <p:nvPr/>
          </p:nvSpPr>
          <p:spPr bwMode="auto">
            <a:xfrm>
              <a:off x="2823634" y="3638033"/>
              <a:ext cx="1001184" cy="203583"/>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Rectangle 40"/>
            <p:cNvSpPr>
              <a:spLocks noChangeArrowheads="1"/>
            </p:cNvSpPr>
            <p:nvPr/>
          </p:nvSpPr>
          <p:spPr bwMode="auto">
            <a:xfrm>
              <a:off x="3837518" y="4043241"/>
              <a:ext cx="1003300" cy="203583"/>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Rectangle 41"/>
            <p:cNvSpPr>
              <a:spLocks noChangeArrowheads="1"/>
            </p:cNvSpPr>
            <p:nvPr/>
          </p:nvSpPr>
          <p:spPr bwMode="auto">
            <a:xfrm>
              <a:off x="3837518" y="3841616"/>
              <a:ext cx="1003300" cy="20162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Rectangle 42"/>
            <p:cNvSpPr>
              <a:spLocks noChangeArrowheads="1"/>
            </p:cNvSpPr>
            <p:nvPr/>
          </p:nvSpPr>
          <p:spPr bwMode="auto">
            <a:xfrm>
              <a:off x="3837518" y="3638033"/>
              <a:ext cx="1003300" cy="203583"/>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Rectangle 43"/>
            <p:cNvSpPr>
              <a:spLocks noChangeArrowheads="1"/>
            </p:cNvSpPr>
            <p:nvPr/>
          </p:nvSpPr>
          <p:spPr bwMode="auto">
            <a:xfrm>
              <a:off x="1797052" y="3436408"/>
              <a:ext cx="1003300"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Rectangle 44"/>
            <p:cNvSpPr>
              <a:spLocks noChangeArrowheads="1"/>
            </p:cNvSpPr>
            <p:nvPr/>
          </p:nvSpPr>
          <p:spPr bwMode="auto">
            <a:xfrm>
              <a:off x="2823634" y="3436408"/>
              <a:ext cx="1001184"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Rectangle 45"/>
            <p:cNvSpPr>
              <a:spLocks noChangeArrowheads="1"/>
            </p:cNvSpPr>
            <p:nvPr/>
          </p:nvSpPr>
          <p:spPr bwMode="auto">
            <a:xfrm>
              <a:off x="3837518" y="3436408"/>
              <a:ext cx="1003300"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99" name="Rectangle 98"/>
          <p:cNvSpPr/>
          <p:nvPr/>
        </p:nvSpPr>
        <p:spPr>
          <a:xfrm>
            <a:off x="5643560" y="4917599"/>
            <a:ext cx="2775153" cy="1559338"/>
          </a:xfrm>
          <a:prstGeom prst="rect">
            <a:avLst/>
          </a:prstGeom>
        </p:spPr>
        <p:txBody>
          <a:bodyPr wrap="square">
            <a:spAutoFit/>
          </a:bodyPr>
          <a:lstStyle/>
          <a:p>
            <a:r>
              <a:rPr lang="en-US" sz="3733">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20%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Efficiency</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10" name="Group 9"/>
          <p:cNvGrpSpPr/>
          <p:nvPr/>
        </p:nvGrpSpPr>
        <p:grpSpPr>
          <a:xfrm>
            <a:off x="914401" y="5062008"/>
            <a:ext cx="3937001" cy="1340907"/>
            <a:chOff x="914401" y="5062008"/>
            <a:chExt cx="3937001" cy="1340907"/>
          </a:xfrm>
        </p:grpSpPr>
        <p:grpSp>
          <p:nvGrpSpPr>
            <p:cNvPr id="101" name="Group 100"/>
            <p:cNvGrpSpPr/>
            <p:nvPr/>
          </p:nvGrpSpPr>
          <p:grpSpPr>
            <a:xfrm>
              <a:off x="914401" y="5343891"/>
              <a:ext cx="3937001" cy="1059024"/>
              <a:chOff x="4191000" y="2657475"/>
              <a:chExt cx="2952751" cy="858837"/>
            </a:xfrm>
          </p:grpSpPr>
          <p:sp>
            <p:nvSpPr>
              <p:cNvPr id="114" name="Rectangle 5"/>
              <p:cNvSpPr>
                <a:spLocks noChangeArrowheads="1"/>
              </p:cNvSpPr>
              <p:nvPr/>
            </p:nvSpPr>
            <p:spPr bwMode="auto">
              <a:xfrm>
                <a:off x="6005513" y="3159125"/>
                <a:ext cx="1138238" cy="207962"/>
              </a:xfrm>
              <a:prstGeom prst="rect">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Freeform 6"/>
              <p:cNvSpPr/>
              <p:nvPr/>
            </p:nvSpPr>
            <p:spPr bwMode="auto">
              <a:xfrm>
                <a:off x="4191000" y="2657475"/>
                <a:ext cx="1771650" cy="709612"/>
              </a:xfrm>
              <a:custGeom>
                <a:avLst/>
                <a:gdLst>
                  <a:gd name="T0" fmla="*/ 285 w 821"/>
                  <a:gd name="T1" fmla="*/ 232 h 328"/>
                  <a:gd name="T2" fmla="*/ 285 w 821"/>
                  <a:gd name="T3" fmla="*/ 60 h 328"/>
                  <a:gd name="T4" fmla="*/ 285 w 821"/>
                  <a:gd name="T5" fmla="*/ 30 h 328"/>
                  <a:gd name="T6" fmla="*/ 285 w 821"/>
                  <a:gd name="T7" fmla="*/ 23 h 328"/>
                  <a:gd name="T8" fmla="*/ 262 w 821"/>
                  <a:gd name="T9" fmla="*/ 0 h 328"/>
                  <a:gd name="T10" fmla="*/ 261 w 821"/>
                  <a:gd name="T11" fmla="*/ 0 h 328"/>
                  <a:gd name="T12" fmla="*/ 260 w 821"/>
                  <a:gd name="T13" fmla="*/ 0 h 328"/>
                  <a:gd name="T14" fmla="*/ 260 w 821"/>
                  <a:gd name="T15" fmla="*/ 0 h 328"/>
                  <a:gd name="T16" fmla="*/ 85 w 821"/>
                  <a:gd name="T17" fmla="*/ 0 h 328"/>
                  <a:gd name="T18" fmla="*/ 40 w 821"/>
                  <a:gd name="T19" fmla="*/ 32 h 328"/>
                  <a:gd name="T20" fmla="*/ 1 w 821"/>
                  <a:gd name="T21" fmla="*/ 161 h 328"/>
                  <a:gd name="T22" fmla="*/ 1 w 821"/>
                  <a:gd name="T23" fmla="*/ 163 h 328"/>
                  <a:gd name="T24" fmla="*/ 0 w 821"/>
                  <a:gd name="T25" fmla="*/ 328 h 328"/>
                  <a:gd name="T26" fmla="*/ 104 w 821"/>
                  <a:gd name="T27" fmla="*/ 328 h 328"/>
                  <a:gd name="T28" fmla="*/ 122 w 821"/>
                  <a:gd name="T29" fmla="*/ 328 h 328"/>
                  <a:gd name="T30" fmla="*/ 821 w 821"/>
                  <a:gd name="T31" fmla="*/ 328 h 328"/>
                  <a:gd name="T32" fmla="*/ 821 w 821"/>
                  <a:gd name="T33" fmla="*/ 232 h 328"/>
                  <a:gd name="T34" fmla="*/ 285 w 821"/>
                  <a:gd name="T35" fmla="*/ 23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1" h="328">
                    <a:moveTo>
                      <a:pt x="285" y="232"/>
                    </a:moveTo>
                    <a:cubicBezTo>
                      <a:pt x="285" y="60"/>
                      <a:pt x="285" y="60"/>
                      <a:pt x="285" y="60"/>
                    </a:cubicBezTo>
                    <a:cubicBezTo>
                      <a:pt x="285" y="30"/>
                      <a:pt x="285" y="30"/>
                      <a:pt x="285" y="30"/>
                    </a:cubicBezTo>
                    <a:cubicBezTo>
                      <a:pt x="285" y="23"/>
                      <a:pt x="285" y="23"/>
                      <a:pt x="285" y="23"/>
                    </a:cubicBezTo>
                    <a:cubicBezTo>
                      <a:pt x="285" y="12"/>
                      <a:pt x="274" y="0"/>
                      <a:pt x="262" y="0"/>
                    </a:cubicBezTo>
                    <a:cubicBezTo>
                      <a:pt x="261" y="0"/>
                      <a:pt x="261" y="0"/>
                      <a:pt x="261" y="0"/>
                    </a:cubicBezTo>
                    <a:cubicBezTo>
                      <a:pt x="261" y="0"/>
                      <a:pt x="260" y="0"/>
                      <a:pt x="260" y="0"/>
                    </a:cubicBezTo>
                    <a:cubicBezTo>
                      <a:pt x="260" y="0"/>
                      <a:pt x="260" y="0"/>
                      <a:pt x="260" y="0"/>
                    </a:cubicBezTo>
                    <a:cubicBezTo>
                      <a:pt x="85" y="0"/>
                      <a:pt x="85" y="0"/>
                      <a:pt x="85" y="0"/>
                    </a:cubicBezTo>
                    <a:cubicBezTo>
                      <a:pt x="59" y="0"/>
                      <a:pt x="49" y="18"/>
                      <a:pt x="40" y="32"/>
                    </a:cubicBezTo>
                    <a:cubicBezTo>
                      <a:pt x="21" y="60"/>
                      <a:pt x="1" y="110"/>
                      <a:pt x="1" y="161"/>
                    </a:cubicBezTo>
                    <a:cubicBezTo>
                      <a:pt x="1" y="163"/>
                      <a:pt x="1" y="163"/>
                      <a:pt x="1" y="163"/>
                    </a:cubicBezTo>
                    <a:cubicBezTo>
                      <a:pt x="0" y="328"/>
                      <a:pt x="0" y="328"/>
                      <a:pt x="0" y="328"/>
                    </a:cubicBezTo>
                    <a:cubicBezTo>
                      <a:pt x="104" y="328"/>
                      <a:pt x="104" y="328"/>
                      <a:pt x="104" y="328"/>
                    </a:cubicBezTo>
                    <a:cubicBezTo>
                      <a:pt x="122" y="328"/>
                      <a:pt x="122" y="328"/>
                      <a:pt x="122" y="328"/>
                    </a:cubicBezTo>
                    <a:cubicBezTo>
                      <a:pt x="821" y="328"/>
                      <a:pt x="821" y="328"/>
                      <a:pt x="821" y="328"/>
                    </a:cubicBezTo>
                    <a:cubicBezTo>
                      <a:pt x="821" y="232"/>
                      <a:pt x="821" y="232"/>
                      <a:pt x="821" y="232"/>
                    </a:cubicBezTo>
                    <a:lnTo>
                      <a:pt x="285" y="232"/>
                    </a:lnTo>
                    <a:close/>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6" name="Freeform 7"/>
              <p:cNvSpPr/>
              <p:nvPr/>
            </p:nvSpPr>
            <p:spPr bwMode="auto">
              <a:xfrm>
                <a:off x="4229100" y="2700338"/>
                <a:ext cx="533400" cy="339725"/>
              </a:xfrm>
              <a:custGeom>
                <a:avLst/>
                <a:gdLst>
                  <a:gd name="T0" fmla="*/ 247 w 247"/>
                  <a:gd name="T1" fmla="*/ 0 h 157"/>
                  <a:gd name="T2" fmla="*/ 247 w 247"/>
                  <a:gd name="T3" fmla="*/ 100 h 157"/>
                  <a:gd name="T4" fmla="*/ 0 w 247"/>
                  <a:gd name="T5" fmla="*/ 157 h 157"/>
                  <a:gd name="T6" fmla="*/ 60 w 247"/>
                  <a:gd name="T7" fmla="*/ 0 h 157"/>
                  <a:gd name="T8" fmla="*/ 247 w 247"/>
                  <a:gd name="T9" fmla="*/ 0 h 157"/>
                </a:gdLst>
                <a:ahLst/>
                <a:cxnLst>
                  <a:cxn ang="0">
                    <a:pos x="T0" y="T1"/>
                  </a:cxn>
                  <a:cxn ang="0">
                    <a:pos x="T2" y="T3"/>
                  </a:cxn>
                  <a:cxn ang="0">
                    <a:pos x="T4" y="T5"/>
                  </a:cxn>
                  <a:cxn ang="0">
                    <a:pos x="T6" y="T7"/>
                  </a:cxn>
                  <a:cxn ang="0">
                    <a:pos x="T8" y="T9"/>
                  </a:cxn>
                </a:cxnLst>
                <a:rect l="0" t="0" r="r" b="b"/>
                <a:pathLst>
                  <a:path w="246" h="157">
                    <a:moveTo>
                      <a:pt x="247" y="0"/>
                    </a:moveTo>
                    <a:cubicBezTo>
                      <a:pt x="247" y="100"/>
                      <a:pt x="247" y="100"/>
                      <a:pt x="247" y="100"/>
                    </a:cubicBezTo>
                    <a:cubicBezTo>
                      <a:pt x="247" y="100"/>
                      <a:pt x="178" y="134"/>
                      <a:pt x="0" y="157"/>
                    </a:cubicBezTo>
                    <a:cubicBezTo>
                      <a:pt x="0" y="157"/>
                      <a:pt x="2" y="44"/>
                      <a:pt x="60" y="0"/>
                    </a:cubicBezTo>
                    <a:lnTo>
                      <a:pt x="24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7" name="Oval 8"/>
              <p:cNvSpPr>
                <a:spLocks noChangeArrowheads="1"/>
              </p:cNvSpPr>
              <p:nvPr/>
            </p:nvSpPr>
            <p:spPr bwMode="auto">
              <a:xfrm>
                <a:off x="4486275" y="3222625"/>
                <a:ext cx="293688"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8" name="Oval 9"/>
              <p:cNvSpPr>
                <a:spLocks noChangeArrowheads="1"/>
              </p:cNvSpPr>
              <p:nvPr/>
            </p:nvSpPr>
            <p:spPr bwMode="auto">
              <a:xfrm>
                <a:off x="4486275" y="3222625"/>
                <a:ext cx="293688"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9" name="Oval 10"/>
              <p:cNvSpPr>
                <a:spLocks noChangeArrowheads="1"/>
              </p:cNvSpPr>
              <p:nvPr/>
            </p:nvSpPr>
            <p:spPr bwMode="auto">
              <a:xfrm>
                <a:off x="4538663" y="3275013"/>
                <a:ext cx="188913"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0" name="Oval 11"/>
              <p:cNvSpPr>
                <a:spLocks noChangeArrowheads="1"/>
              </p:cNvSpPr>
              <p:nvPr/>
            </p:nvSpPr>
            <p:spPr bwMode="auto">
              <a:xfrm>
                <a:off x="4605338"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1" name="Oval 12"/>
              <p:cNvSpPr>
                <a:spLocks noChangeArrowheads="1"/>
              </p:cNvSpPr>
              <p:nvPr/>
            </p:nvSpPr>
            <p:spPr bwMode="auto">
              <a:xfrm>
                <a:off x="4605338"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2" name="Oval 13"/>
              <p:cNvSpPr>
                <a:spLocks noChangeArrowheads="1"/>
              </p:cNvSpPr>
              <p:nvPr/>
            </p:nvSpPr>
            <p:spPr bwMode="auto">
              <a:xfrm>
                <a:off x="5583238" y="3222625"/>
                <a:ext cx="292100"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3" name="Oval 14"/>
              <p:cNvSpPr>
                <a:spLocks noChangeArrowheads="1"/>
              </p:cNvSpPr>
              <p:nvPr/>
            </p:nvSpPr>
            <p:spPr bwMode="auto">
              <a:xfrm>
                <a:off x="5583238" y="3222625"/>
                <a:ext cx="292100"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4" name="Oval 15"/>
              <p:cNvSpPr>
                <a:spLocks noChangeArrowheads="1"/>
              </p:cNvSpPr>
              <p:nvPr/>
            </p:nvSpPr>
            <p:spPr bwMode="auto">
              <a:xfrm>
                <a:off x="5634038"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5" name="Oval 16"/>
              <p:cNvSpPr>
                <a:spLocks noChangeArrowheads="1"/>
              </p:cNvSpPr>
              <p:nvPr/>
            </p:nvSpPr>
            <p:spPr bwMode="auto">
              <a:xfrm>
                <a:off x="5700713" y="3341688"/>
                <a:ext cx="57150"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6" name="Oval 17"/>
              <p:cNvSpPr>
                <a:spLocks noChangeArrowheads="1"/>
              </p:cNvSpPr>
              <p:nvPr/>
            </p:nvSpPr>
            <p:spPr bwMode="auto">
              <a:xfrm>
                <a:off x="5238750" y="3222625"/>
                <a:ext cx="292100"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7" name="Oval 18"/>
              <p:cNvSpPr>
                <a:spLocks noChangeArrowheads="1"/>
              </p:cNvSpPr>
              <p:nvPr/>
            </p:nvSpPr>
            <p:spPr bwMode="auto">
              <a:xfrm>
                <a:off x="5238750" y="3222625"/>
                <a:ext cx="292100"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8" name="Oval 19"/>
              <p:cNvSpPr>
                <a:spLocks noChangeArrowheads="1"/>
              </p:cNvSpPr>
              <p:nvPr/>
            </p:nvSpPr>
            <p:spPr bwMode="auto">
              <a:xfrm>
                <a:off x="5289550" y="3275013"/>
                <a:ext cx="192088"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9" name="Oval 20"/>
              <p:cNvSpPr>
                <a:spLocks noChangeArrowheads="1"/>
              </p:cNvSpPr>
              <p:nvPr/>
            </p:nvSpPr>
            <p:spPr bwMode="auto">
              <a:xfrm>
                <a:off x="5357813" y="3341688"/>
                <a:ext cx="53975"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0" name="Oval 21"/>
              <p:cNvSpPr>
                <a:spLocks noChangeArrowheads="1"/>
              </p:cNvSpPr>
              <p:nvPr/>
            </p:nvSpPr>
            <p:spPr bwMode="auto">
              <a:xfrm>
                <a:off x="5357813" y="3341688"/>
                <a:ext cx="53975"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1" name="Oval 22"/>
              <p:cNvSpPr>
                <a:spLocks noChangeArrowheads="1"/>
              </p:cNvSpPr>
              <p:nvPr/>
            </p:nvSpPr>
            <p:spPr bwMode="auto">
              <a:xfrm>
                <a:off x="6780213" y="3222625"/>
                <a:ext cx="293688" cy="293687"/>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2" name="Oval 23"/>
              <p:cNvSpPr>
                <a:spLocks noChangeArrowheads="1"/>
              </p:cNvSpPr>
              <p:nvPr/>
            </p:nvSpPr>
            <p:spPr bwMode="auto">
              <a:xfrm>
                <a:off x="6780213" y="3222625"/>
                <a:ext cx="293688" cy="293687"/>
              </a:xfrm>
              <a:prstGeom prst="ellipse">
                <a:avLst/>
              </a:prstGeom>
              <a:solidFill>
                <a:schemeClr val="bg1">
                  <a:lumMod val="65000"/>
                </a:schemeClr>
              </a:solidFill>
              <a:ln w="11" cap="flat">
                <a:solidFill>
                  <a:srgbClr val="FFFFFF"/>
                </a:solid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3" name="Oval 24"/>
              <p:cNvSpPr>
                <a:spLocks noChangeArrowheads="1"/>
              </p:cNvSpPr>
              <p:nvPr/>
            </p:nvSpPr>
            <p:spPr bwMode="auto">
              <a:xfrm>
                <a:off x="6831013"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4" name="Oval 25"/>
              <p:cNvSpPr>
                <a:spLocks noChangeArrowheads="1"/>
              </p:cNvSpPr>
              <p:nvPr/>
            </p:nvSpPr>
            <p:spPr bwMode="auto">
              <a:xfrm>
                <a:off x="6897688" y="3341688"/>
                <a:ext cx="57150"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5" name="Oval 26"/>
              <p:cNvSpPr>
                <a:spLocks noChangeArrowheads="1"/>
              </p:cNvSpPr>
              <p:nvPr/>
            </p:nvSpPr>
            <p:spPr bwMode="auto">
              <a:xfrm>
                <a:off x="6434138" y="3222625"/>
                <a:ext cx="293688" cy="293687"/>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6" name="Oval 27"/>
              <p:cNvSpPr>
                <a:spLocks noChangeArrowheads="1"/>
              </p:cNvSpPr>
              <p:nvPr/>
            </p:nvSpPr>
            <p:spPr bwMode="auto">
              <a:xfrm>
                <a:off x="6434138" y="3222625"/>
                <a:ext cx="293688" cy="293687"/>
              </a:xfrm>
              <a:prstGeom prst="ellipse">
                <a:avLst/>
              </a:prstGeom>
              <a:noFill/>
              <a:ln w="11"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7" name="Oval 28"/>
              <p:cNvSpPr>
                <a:spLocks noChangeArrowheads="1"/>
              </p:cNvSpPr>
              <p:nvPr/>
            </p:nvSpPr>
            <p:spPr bwMode="auto">
              <a:xfrm>
                <a:off x="6486525" y="3275013"/>
                <a:ext cx="190500" cy="1889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8" name="Oval 29"/>
              <p:cNvSpPr>
                <a:spLocks noChangeArrowheads="1"/>
              </p:cNvSpPr>
              <p:nvPr/>
            </p:nvSpPr>
            <p:spPr bwMode="auto">
              <a:xfrm>
                <a:off x="6553200" y="3341688"/>
                <a:ext cx="55563" cy="55562"/>
              </a:xfrm>
              <a:prstGeom prst="ellipse">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9" name="Freeform 30"/>
              <p:cNvSpPr/>
              <p:nvPr/>
            </p:nvSpPr>
            <p:spPr bwMode="auto">
              <a:xfrm>
                <a:off x="4222750" y="3289300"/>
                <a:ext cx="76200" cy="34925"/>
              </a:xfrm>
              <a:custGeom>
                <a:avLst/>
                <a:gdLst>
                  <a:gd name="T0" fmla="*/ 35 w 35"/>
                  <a:gd name="T1" fmla="*/ 8 h 16"/>
                  <a:gd name="T2" fmla="*/ 26 w 35"/>
                  <a:gd name="T3" fmla="*/ 16 h 16"/>
                  <a:gd name="T4" fmla="*/ 9 w 35"/>
                  <a:gd name="T5" fmla="*/ 16 h 16"/>
                  <a:gd name="T6" fmla="*/ 0 w 35"/>
                  <a:gd name="T7" fmla="*/ 8 h 16"/>
                  <a:gd name="T8" fmla="*/ 9 w 35"/>
                  <a:gd name="T9" fmla="*/ 0 h 16"/>
                  <a:gd name="T10" fmla="*/ 26 w 35"/>
                  <a:gd name="T11" fmla="*/ 0 h 16"/>
                  <a:gd name="T12" fmla="*/ 35 w 3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35" h="16">
                    <a:moveTo>
                      <a:pt x="35" y="8"/>
                    </a:moveTo>
                    <a:cubicBezTo>
                      <a:pt x="35" y="12"/>
                      <a:pt x="31" y="16"/>
                      <a:pt x="26" y="16"/>
                    </a:cubicBezTo>
                    <a:cubicBezTo>
                      <a:pt x="9" y="16"/>
                      <a:pt x="9" y="16"/>
                      <a:pt x="9" y="16"/>
                    </a:cubicBezTo>
                    <a:cubicBezTo>
                      <a:pt x="4" y="16"/>
                      <a:pt x="0" y="12"/>
                      <a:pt x="0" y="8"/>
                    </a:cubicBezTo>
                    <a:cubicBezTo>
                      <a:pt x="0" y="4"/>
                      <a:pt x="4" y="0"/>
                      <a:pt x="9" y="0"/>
                    </a:cubicBezTo>
                    <a:cubicBezTo>
                      <a:pt x="26" y="0"/>
                      <a:pt x="26" y="0"/>
                      <a:pt x="26" y="0"/>
                    </a:cubicBezTo>
                    <a:cubicBezTo>
                      <a:pt x="31" y="0"/>
                      <a:pt x="35" y="4"/>
                      <a:pt x="35"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0" name="Freeform 31"/>
              <p:cNvSpPr/>
              <p:nvPr/>
            </p:nvSpPr>
            <p:spPr bwMode="auto">
              <a:xfrm>
                <a:off x="6035675" y="3289300"/>
                <a:ext cx="74613" cy="34925"/>
              </a:xfrm>
              <a:custGeom>
                <a:avLst/>
                <a:gdLst>
                  <a:gd name="T0" fmla="*/ 35 w 35"/>
                  <a:gd name="T1" fmla="*/ 8 h 16"/>
                  <a:gd name="T2" fmla="*/ 26 w 35"/>
                  <a:gd name="T3" fmla="*/ 16 h 16"/>
                  <a:gd name="T4" fmla="*/ 9 w 35"/>
                  <a:gd name="T5" fmla="*/ 16 h 16"/>
                  <a:gd name="T6" fmla="*/ 0 w 35"/>
                  <a:gd name="T7" fmla="*/ 8 h 16"/>
                  <a:gd name="T8" fmla="*/ 9 w 35"/>
                  <a:gd name="T9" fmla="*/ 0 h 16"/>
                  <a:gd name="T10" fmla="*/ 26 w 35"/>
                  <a:gd name="T11" fmla="*/ 0 h 16"/>
                  <a:gd name="T12" fmla="*/ 35 w 3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35" h="16">
                    <a:moveTo>
                      <a:pt x="35" y="8"/>
                    </a:moveTo>
                    <a:cubicBezTo>
                      <a:pt x="35" y="12"/>
                      <a:pt x="31" y="16"/>
                      <a:pt x="26" y="16"/>
                    </a:cubicBezTo>
                    <a:cubicBezTo>
                      <a:pt x="9" y="16"/>
                      <a:pt x="9" y="16"/>
                      <a:pt x="9" y="16"/>
                    </a:cubicBezTo>
                    <a:cubicBezTo>
                      <a:pt x="4" y="16"/>
                      <a:pt x="0" y="12"/>
                      <a:pt x="0" y="8"/>
                    </a:cubicBezTo>
                    <a:cubicBezTo>
                      <a:pt x="0" y="4"/>
                      <a:pt x="4" y="0"/>
                      <a:pt x="9" y="0"/>
                    </a:cubicBezTo>
                    <a:cubicBezTo>
                      <a:pt x="26" y="0"/>
                      <a:pt x="26" y="0"/>
                      <a:pt x="26" y="0"/>
                    </a:cubicBezTo>
                    <a:cubicBezTo>
                      <a:pt x="31" y="0"/>
                      <a:pt x="35" y="4"/>
                      <a:pt x="35"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1" name="Rectangle 32"/>
              <p:cNvSpPr>
                <a:spLocks noChangeArrowheads="1"/>
              </p:cNvSpPr>
              <p:nvPr/>
            </p:nvSpPr>
            <p:spPr bwMode="auto">
              <a:xfrm>
                <a:off x="4573588" y="2692400"/>
                <a:ext cx="25400" cy="293687"/>
              </a:xfrm>
              <a:prstGeom prst="rect">
                <a:avLst/>
              </a:pr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2" name="Freeform 33"/>
              <p:cNvSpPr/>
              <p:nvPr/>
            </p:nvSpPr>
            <p:spPr bwMode="auto">
              <a:xfrm>
                <a:off x="4849813" y="3101975"/>
                <a:ext cx="2286000" cy="39687"/>
              </a:xfrm>
              <a:custGeom>
                <a:avLst/>
                <a:gdLst>
                  <a:gd name="T0" fmla="*/ 1044 w 1060"/>
                  <a:gd name="T1" fmla="*/ 0 h 19"/>
                  <a:gd name="T2" fmla="*/ 19 w 1060"/>
                  <a:gd name="T3" fmla="*/ 0 h 19"/>
                  <a:gd name="T4" fmla="*/ 0 w 1060"/>
                  <a:gd name="T5" fmla="*/ 8 h 19"/>
                  <a:gd name="T6" fmla="*/ 0 w 1060"/>
                  <a:gd name="T7" fmla="*/ 19 h 19"/>
                  <a:gd name="T8" fmla="*/ 1060 w 1060"/>
                  <a:gd name="T9" fmla="*/ 19 h 19"/>
                  <a:gd name="T10" fmla="*/ 1060 w 1060"/>
                  <a:gd name="T11" fmla="*/ 8 h 19"/>
                  <a:gd name="T12" fmla="*/ 1044 w 106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060" h="19">
                    <a:moveTo>
                      <a:pt x="1044" y="0"/>
                    </a:moveTo>
                    <a:cubicBezTo>
                      <a:pt x="19" y="0"/>
                      <a:pt x="19" y="0"/>
                      <a:pt x="19" y="0"/>
                    </a:cubicBezTo>
                    <a:cubicBezTo>
                      <a:pt x="9" y="0"/>
                      <a:pt x="0" y="4"/>
                      <a:pt x="0" y="8"/>
                    </a:cubicBezTo>
                    <a:cubicBezTo>
                      <a:pt x="0" y="19"/>
                      <a:pt x="0" y="19"/>
                      <a:pt x="0" y="19"/>
                    </a:cubicBezTo>
                    <a:cubicBezTo>
                      <a:pt x="1060" y="19"/>
                      <a:pt x="1060" y="19"/>
                      <a:pt x="1060" y="19"/>
                    </a:cubicBezTo>
                    <a:cubicBezTo>
                      <a:pt x="1060" y="8"/>
                      <a:pt x="1060" y="8"/>
                      <a:pt x="1060" y="8"/>
                    </a:cubicBezTo>
                    <a:cubicBezTo>
                      <a:pt x="1060" y="4"/>
                      <a:pt x="1055" y="0"/>
                      <a:pt x="1044" y="0"/>
                    </a:cubicBezTo>
                  </a:path>
                </a:pathLst>
              </a:custGeom>
              <a:solidFill>
                <a:schemeClr val="bg1">
                  <a:lumMod val="6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02" name="Rectangle 34"/>
            <p:cNvSpPr>
              <a:spLocks noChangeArrowheads="1"/>
            </p:cNvSpPr>
            <p:nvPr/>
          </p:nvSpPr>
          <p:spPr bwMode="auto">
            <a:xfrm>
              <a:off x="1797052" y="5668841"/>
              <a:ext cx="1003300" cy="203583"/>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Rectangle 35"/>
            <p:cNvSpPr>
              <a:spLocks noChangeArrowheads="1"/>
            </p:cNvSpPr>
            <p:nvPr/>
          </p:nvSpPr>
          <p:spPr bwMode="auto">
            <a:xfrm>
              <a:off x="1797052" y="5467216"/>
              <a:ext cx="1003300"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4" name="Rectangle 36"/>
            <p:cNvSpPr>
              <a:spLocks noChangeArrowheads="1"/>
            </p:cNvSpPr>
            <p:nvPr/>
          </p:nvSpPr>
          <p:spPr bwMode="auto">
            <a:xfrm>
              <a:off x="1797052" y="5263633"/>
              <a:ext cx="1003300" cy="203583"/>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5" name="Rectangle 37"/>
            <p:cNvSpPr>
              <a:spLocks noChangeArrowheads="1"/>
            </p:cNvSpPr>
            <p:nvPr/>
          </p:nvSpPr>
          <p:spPr bwMode="auto">
            <a:xfrm>
              <a:off x="2823634" y="5668841"/>
              <a:ext cx="1001184" cy="203583"/>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Rectangle 38"/>
            <p:cNvSpPr>
              <a:spLocks noChangeArrowheads="1"/>
            </p:cNvSpPr>
            <p:nvPr/>
          </p:nvSpPr>
          <p:spPr bwMode="auto">
            <a:xfrm>
              <a:off x="2823634" y="5467216"/>
              <a:ext cx="1001184"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Rectangle 39"/>
            <p:cNvSpPr>
              <a:spLocks noChangeArrowheads="1"/>
            </p:cNvSpPr>
            <p:nvPr/>
          </p:nvSpPr>
          <p:spPr bwMode="auto">
            <a:xfrm>
              <a:off x="2823634" y="5263633"/>
              <a:ext cx="1001184" cy="203583"/>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Rectangle 40"/>
            <p:cNvSpPr>
              <a:spLocks noChangeArrowheads="1"/>
            </p:cNvSpPr>
            <p:nvPr/>
          </p:nvSpPr>
          <p:spPr bwMode="auto">
            <a:xfrm>
              <a:off x="3837518" y="5668841"/>
              <a:ext cx="1003300" cy="203583"/>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Rectangle 41"/>
            <p:cNvSpPr>
              <a:spLocks noChangeArrowheads="1"/>
            </p:cNvSpPr>
            <p:nvPr/>
          </p:nvSpPr>
          <p:spPr bwMode="auto">
            <a:xfrm>
              <a:off x="3837518" y="5467216"/>
              <a:ext cx="1003300"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0" name="Rectangle 42"/>
            <p:cNvSpPr>
              <a:spLocks noChangeArrowheads="1"/>
            </p:cNvSpPr>
            <p:nvPr/>
          </p:nvSpPr>
          <p:spPr bwMode="auto">
            <a:xfrm>
              <a:off x="3837518" y="5263633"/>
              <a:ext cx="1003300" cy="203583"/>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Rectangle 43"/>
            <p:cNvSpPr>
              <a:spLocks noChangeArrowheads="1"/>
            </p:cNvSpPr>
            <p:nvPr/>
          </p:nvSpPr>
          <p:spPr bwMode="auto">
            <a:xfrm>
              <a:off x="1797052" y="5062008"/>
              <a:ext cx="1003300"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Rectangle 44"/>
            <p:cNvSpPr>
              <a:spLocks noChangeArrowheads="1"/>
            </p:cNvSpPr>
            <p:nvPr/>
          </p:nvSpPr>
          <p:spPr bwMode="auto">
            <a:xfrm>
              <a:off x="2823634" y="5062008"/>
              <a:ext cx="1001184"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Rectangle 45"/>
            <p:cNvSpPr>
              <a:spLocks noChangeArrowheads="1"/>
            </p:cNvSpPr>
            <p:nvPr/>
          </p:nvSpPr>
          <p:spPr bwMode="auto">
            <a:xfrm>
              <a:off x="3837518" y="5062008"/>
              <a:ext cx="1003300" cy="201625"/>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50"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151" name="Rectangle 150"/>
          <p:cNvSpPr/>
          <p:nvPr/>
        </p:nvSpPr>
        <p:spPr>
          <a:xfrm>
            <a:off x="9352165" y="1792155"/>
            <a:ext cx="2167174" cy="2077492"/>
          </a:xfrm>
          <a:prstGeom prst="rect">
            <a:avLst/>
          </a:prstGeom>
          <a:solidFill>
            <a:srgbClr val="15A185"/>
          </a:solidFill>
        </p:spPr>
        <p:txBody>
          <a:bodyPr wrap="square" lIns="182880" tIns="91440" rIns="182880" bIns="91440">
            <a:spAutoFit/>
          </a:bodyPr>
          <a:lstStyle/>
          <a:p>
            <a:pPr>
              <a:lnSpc>
                <a:spcPct val="150000"/>
              </a:lnSpc>
            </a:pPr>
            <a:r>
              <a:rPr lang="en-US" b="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Software</a:t>
            </a:r>
            <a:endPar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a:t>
            </a:r>
            <a:r>
              <a:rPr lang="en-US" sz="1200"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 </a:t>
            </a:r>
            <a:r>
              <a:rPr lang="pt-BR"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Etiam faucibus tortor a ipsum vehicula sed </a:t>
            </a:r>
            <a:r>
              <a:rPr lang="pt-BR" sz="12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hendrerit.</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52" name="Rectangle 151"/>
          <p:cNvSpPr/>
          <p:nvPr/>
        </p:nvSpPr>
        <p:spPr>
          <a:xfrm>
            <a:off x="9352164" y="4205640"/>
            <a:ext cx="2167174" cy="2077492"/>
          </a:xfrm>
          <a:prstGeom prst="rect">
            <a:avLst/>
          </a:prstGeom>
          <a:solidFill>
            <a:srgbClr val="15A185"/>
          </a:solidFill>
        </p:spPr>
        <p:txBody>
          <a:bodyPr wrap="square" lIns="182880" tIns="91440" rIns="182880" bIns="91440">
            <a:spAutoFit/>
          </a:bodyPr>
          <a:lstStyle/>
          <a:p>
            <a:pPr>
              <a:lnSpc>
                <a:spcPct val="150000"/>
              </a:lnSpc>
            </a:pPr>
            <a:r>
              <a:rPr lang="en-US" b="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Hardware</a:t>
            </a:r>
            <a:endParaRPr lang="en-US" sz="1600" b="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a:t>
            </a:r>
            <a:r>
              <a:rPr lang="en-US" sz="1200" err="1"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eros. </a:t>
            </a:r>
            <a:r>
              <a:rPr lang="pt-BR"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Etiam faucibus tortor a ipsum vehicula sed </a:t>
            </a:r>
            <a:r>
              <a:rPr lang="pt-BR" sz="12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hendrerit.</a:t>
            </a:r>
            <a:endParaRPr lang="en-US" sz="12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cxnSp>
        <p:nvCxnSpPr>
          <p:cNvPr id="5" name="Straight Connector 4"/>
          <p:cNvCxnSpPr/>
          <p:nvPr/>
        </p:nvCxnSpPr>
        <p:spPr>
          <a:xfrm flipH="1">
            <a:off x="8872151" y="1792155"/>
            <a:ext cx="0" cy="4490977"/>
          </a:xfrm>
          <a:prstGeom prst="line">
            <a:avLst/>
          </a:prstGeom>
          <a:ln w="76200" cmpd="dbl">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0426525"/>
      </p:ext>
    </p:extLst>
  </p:cSld>
  <p:clrMapOvr>
    <a:masterClrMapping/>
  </p:clrMapOvr>
  <p:transition spd="slow">
    <p:push dir="u"/>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438401" y="2553481"/>
            <a:ext cx="3401415" cy="3073948"/>
            <a:chOff x="1828800" y="2086561"/>
            <a:chExt cx="2551061" cy="2305461"/>
          </a:xfrm>
        </p:grpSpPr>
        <p:graphicFrame>
          <p:nvGraphicFramePr>
            <p:cNvPr id="12" name="Chart 11"/>
            <p:cNvGraphicFramePr/>
            <p:nvPr>
              <p:extLst>
                <p:ext uri="{D42A27DB-BD31-4B8C-83A1-F6EECF244321}">
                  <p14:modId xmlns:p14="http://schemas.microsoft.com/office/powerpoint/2010/main" val="3554442601"/>
                </p:ext>
              </p:extLst>
            </p:nvPr>
          </p:nvGraphicFramePr>
          <p:xfrm>
            <a:off x="1828800" y="2086561"/>
            <a:ext cx="2551061" cy="2305461"/>
          </p:xfrm>
          <a:graphic>
            <a:graphicData uri="http://schemas.openxmlformats.org/drawingml/2006/chart">
              <c:chart xmlns:c="http://schemas.openxmlformats.org/drawingml/2006/chart" xmlns:r="http://schemas.openxmlformats.org/officeDocument/2006/relationships" r:id="rId4"/>
            </a:graphicData>
          </a:graphic>
        </p:graphicFrame>
        <p:grpSp>
          <p:nvGrpSpPr>
            <p:cNvPr id="16" name="Group 15"/>
            <p:cNvGrpSpPr/>
            <p:nvPr/>
          </p:nvGrpSpPr>
          <p:grpSpPr>
            <a:xfrm>
              <a:off x="3085743" y="3523924"/>
              <a:ext cx="383974" cy="502121"/>
              <a:chOff x="700174" y="2548026"/>
              <a:chExt cx="206375" cy="269875"/>
            </a:xfrm>
            <a:solidFill>
              <a:schemeClr val="bg1"/>
            </a:solidFill>
          </p:grpSpPr>
          <p:sp>
            <p:nvSpPr>
              <p:cNvPr id="17" name="Freeform 47"/>
              <p:cNvSpPr>
                <a:spLocks noEditPoints="1"/>
              </p:cNvSpPr>
              <p:nvPr/>
            </p:nvSpPr>
            <p:spPr bwMode="auto">
              <a:xfrm>
                <a:off x="700174" y="2548026"/>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48"/>
              <p:cNvSpPr/>
              <p:nvPr/>
            </p:nvSpPr>
            <p:spPr bwMode="auto">
              <a:xfrm>
                <a:off x="790661" y="2732176"/>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2" name="Group 21"/>
          <p:cNvGrpSpPr/>
          <p:nvPr/>
        </p:nvGrpSpPr>
        <p:grpSpPr>
          <a:xfrm>
            <a:off x="5865215" y="2553481"/>
            <a:ext cx="3401415" cy="3073948"/>
            <a:chOff x="4398911" y="2086561"/>
            <a:chExt cx="2551061" cy="2305461"/>
          </a:xfrm>
        </p:grpSpPr>
        <p:graphicFrame>
          <p:nvGraphicFramePr>
            <p:cNvPr id="10" name="Chart 9"/>
            <p:cNvGraphicFramePr/>
            <p:nvPr>
              <p:extLst>
                <p:ext uri="{D42A27DB-BD31-4B8C-83A1-F6EECF244321}">
                  <p14:modId xmlns:p14="http://schemas.microsoft.com/office/powerpoint/2010/main" val="1391895697"/>
                </p:ext>
              </p:extLst>
            </p:nvPr>
          </p:nvGraphicFramePr>
          <p:xfrm>
            <a:off x="4398911" y="2086561"/>
            <a:ext cx="2551061" cy="2305461"/>
          </p:xfrm>
          <a:graphic>
            <a:graphicData uri="http://schemas.openxmlformats.org/drawingml/2006/chart">
              <c:chart xmlns:c="http://schemas.openxmlformats.org/drawingml/2006/chart" xmlns:r="http://schemas.openxmlformats.org/officeDocument/2006/relationships" r:id="rId5"/>
            </a:graphicData>
          </a:graphic>
        </p:graphicFrame>
        <p:grpSp>
          <p:nvGrpSpPr>
            <p:cNvPr id="19" name="Group 18"/>
            <p:cNvGrpSpPr/>
            <p:nvPr/>
          </p:nvGrpSpPr>
          <p:grpSpPr>
            <a:xfrm>
              <a:off x="5951938" y="3293949"/>
              <a:ext cx="277040" cy="418270"/>
              <a:chOff x="549275" y="4406901"/>
              <a:chExt cx="161926" cy="244475"/>
            </a:xfrm>
            <a:solidFill>
              <a:schemeClr val="bg1"/>
            </a:solidFill>
          </p:grpSpPr>
          <p:sp>
            <p:nvSpPr>
              <p:cNvPr id="20"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3" name="Text Box 7"/>
          <p:cNvSpPr txBox="1">
            <a:spLocks noChangeArrowheads="1"/>
          </p:cNvSpPr>
          <p:nvPr/>
        </p:nvSpPr>
        <p:spPr bwMode="auto">
          <a:xfrm>
            <a:off x="812800" y="495181"/>
            <a:ext cx="5031506"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Deep Market Share</a:t>
            </a:r>
          </a:p>
        </p:txBody>
      </p:sp>
      <p:sp>
        <p:nvSpPr>
          <p:cNvPr id="7" name="Freeform 5"/>
          <p:cNvSpPr>
            <a:spLocks noEditPoints="1"/>
          </p:cNvSpPr>
          <p:nvPr/>
        </p:nvSpPr>
        <p:spPr bwMode="auto">
          <a:xfrm>
            <a:off x="3952866" y="1676399"/>
            <a:ext cx="3768735" cy="2935029"/>
          </a:xfrm>
          <a:custGeom>
            <a:avLst/>
            <a:gdLst>
              <a:gd name="T0" fmla="*/ 198 w 545"/>
              <a:gd name="T1" fmla="*/ 410 h 417"/>
              <a:gd name="T2" fmla="*/ 45 w 545"/>
              <a:gd name="T3" fmla="*/ 341 h 417"/>
              <a:gd name="T4" fmla="*/ 207 w 545"/>
              <a:gd name="T5" fmla="*/ 323 h 417"/>
              <a:gd name="T6" fmla="*/ 326 w 545"/>
              <a:gd name="T7" fmla="*/ 238 h 417"/>
              <a:gd name="T8" fmla="*/ 229 w 545"/>
              <a:gd name="T9" fmla="*/ 320 h 417"/>
              <a:gd name="T10" fmla="*/ 165 w 545"/>
              <a:gd name="T11" fmla="*/ 129 h 417"/>
              <a:gd name="T12" fmla="*/ 228 w 545"/>
              <a:gd name="T13" fmla="*/ 118 h 417"/>
              <a:gd name="T14" fmla="*/ 261 w 545"/>
              <a:gd name="T15" fmla="*/ 118 h 417"/>
              <a:gd name="T16" fmla="*/ 383 w 545"/>
              <a:gd name="T17" fmla="*/ 111 h 417"/>
              <a:gd name="T18" fmla="*/ 238 w 545"/>
              <a:gd name="T19" fmla="*/ 342 h 417"/>
              <a:gd name="T20" fmla="*/ 238 w 545"/>
              <a:gd name="T21" fmla="*/ 342 h 417"/>
              <a:gd name="T22" fmla="*/ 237 w 545"/>
              <a:gd name="T23" fmla="*/ 330 h 417"/>
              <a:gd name="T24" fmla="*/ 224 w 545"/>
              <a:gd name="T25" fmla="*/ 335 h 417"/>
              <a:gd name="T26" fmla="*/ 161 w 545"/>
              <a:gd name="T27" fmla="*/ 164 h 417"/>
              <a:gd name="T28" fmla="*/ 197 w 545"/>
              <a:gd name="T29" fmla="*/ 356 h 417"/>
              <a:gd name="T30" fmla="*/ 186 w 545"/>
              <a:gd name="T31" fmla="*/ 354 h 417"/>
              <a:gd name="T32" fmla="*/ 151 w 545"/>
              <a:gd name="T33" fmla="*/ 27 h 417"/>
              <a:gd name="T34" fmla="*/ 133 w 545"/>
              <a:gd name="T35" fmla="*/ 30 h 417"/>
              <a:gd name="T36" fmla="*/ 116 w 545"/>
              <a:gd name="T37" fmla="*/ 33 h 417"/>
              <a:gd name="T38" fmla="*/ 525 w 545"/>
              <a:gd name="T39" fmla="*/ 321 h 417"/>
              <a:gd name="T40" fmla="*/ 460 w 545"/>
              <a:gd name="T41" fmla="*/ 151 h 417"/>
              <a:gd name="T42" fmla="*/ 431 w 545"/>
              <a:gd name="T43" fmla="*/ 64 h 417"/>
              <a:gd name="T44" fmla="*/ 468 w 545"/>
              <a:gd name="T45" fmla="*/ 50 h 417"/>
              <a:gd name="T46" fmla="*/ 455 w 545"/>
              <a:gd name="T47" fmla="*/ 20 h 417"/>
              <a:gd name="T48" fmla="*/ 437 w 545"/>
              <a:gd name="T49" fmla="*/ 3 h 417"/>
              <a:gd name="T50" fmla="*/ 436 w 545"/>
              <a:gd name="T51" fmla="*/ 30 h 417"/>
              <a:gd name="T52" fmla="*/ 418 w 545"/>
              <a:gd name="T53" fmla="*/ 43 h 417"/>
              <a:gd name="T54" fmla="*/ 413 w 545"/>
              <a:gd name="T55" fmla="*/ 62 h 417"/>
              <a:gd name="T56" fmla="*/ 418 w 545"/>
              <a:gd name="T57" fmla="*/ 87 h 417"/>
              <a:gd name="T58" fmla="*/ 347 w 545"/>
              <a:gd name="T59" fmla="*/ 95 h 417"/>
              <a:gd name="T60" fmla="*/ 234 w 545"/>
              <a:gd name="T61" fmla="*/ 99 h 417"/>
              <a:gd name="T62" fmla="*/ 190 w 545"/>
              <a:gd name="T63" fmla="*/ 103 h 417"/>
              <a:gd name="T64" fmla="*/ 158 w 545"/>
              <a:gd name="T65" fmla="*/ 96 h 417"/>
              <a:gd name="T66" fmla="*/ 159 w 545"/>
              <a:gd name="T67" fmla="*/ 35 h 417"/>
              <a:gd name="T68" fmla="*/ 128 w 545"/>
              <a:gd name="T69" fmla="*/ 9 h 417"/>
              <a:gd name="T70" fmla="*/ 104 w 545"/>
              <a:gd name="T71" fmla="*/ 38 h 417"/>
              <a:gd name="T72" fmla="*/ 128 w 545"/>
              <a:gd name="T73" fmla="*/ 42 h 417"/>
              <a:gd name="T74" fmla="*/ 141 w 545"/>
              <a:gd name="T75" fmla="*/ 108 h 417"/>
              <a:gd name="T76" fmla="*/ 23 w 545"/>
              <a:gd name="T77" fmla="*/ 320 h 417"/>
              <a:gd name="T78" fmla="*/ 209 w 545"/>
              <a:gd name="T79" fmla="*/ 415 h 417"/>
              <a:gd name="T80" fmla="*/ 273 w 545"/>
              <a:gd name="T81" fmla="*/ 368 h 417"/>
              <a:gd name="T82" fmla="*/ 371 w 545"/>
              <a:gd name="T83" fmla="*/ 223 h 417"/>
              <a:gd name="T84" fmla="*/ 447 w 545"/>
              <a:gd name="T85" fmla="*/ 156 h 417"/>
              <a:gd name="T86" fmla="*/ 469 w 545"/>
              <a:gd name="T87" fmla="*/ 217 h 417"/>
              <a:gd name="T88" fmla="*/ 484 w 545"/>
              <a:gd name="T89" fmla="*/ 261 h 417"/>
              <a:gd name="T90" fmla="*/ 487 w 545"/>
              <a:gd name="T91" fmla="*/ 269 h 417"/>
              <a:gd name="T92" fmla="*/ 515 w 545"/>
              <a:gd name="T93" fmla="*/ 327 h 417"/>
              <a:gd name="T94" fmla="*/ 531 w 545"/>
              <a:gd name="T95" fmla="*/ 327 h 417"/>
              <a:gd name="T96" fmla="*/ 184 w 545"/>
              <a:gd name="T97" fmla="*/ 368 h 417"/>
              <a:gd name="T98" fmla="*/ 256 w 545"/>
              <a:gd name="T99" fmla="*/ 344 h 417"/>
              <a:gd name="T100" fmla="*/ 251 w 545"/>
              <a:gd name="T101" fmla="*/ 349 h 417"/>
              <a:gd name="T102" fmla="*/ 201 w 545"/>
              <a:gd name="T103" fmla="*/ 401 h 417"/>
              <a:gd name="T104" fmla="*/ 198 w 545"/>
              <a:gd name="T105" fmla="*/ 348 h 417"/>
              <a:gd name="T106" fmla="*/ 207 w 545"/>
              <a:gd name="T107" fmla="*/ 335 h 417"/>
              <a:gd name="T108" fmla="*/ 260 w 545"/>
              <a:gd name="T109" fmla="*/ 364 h 417"/>
              <a:gd name="T110" fmla="*/ 257 w 545"/>
              <a:gd name="T111" fmla="*/ 384 h 417"/>
              <a:gd name="T112" fmla="*/ 255 w 545"/>
              <a:gd name="T113" fmla="*/ 393 h 417"/>
              <a:gd name="T114" fmla="*/ 227 w 545"/>
              <a:gd name="T115" fmla="*/ 398 h 417"/>
              <a:gd name="T116" fmla="*/ 250 w 545"/>
              <a:gd name="T117" fmla="*/ 354 h 417"/>
              <a:gd name="T118" fmla="*/ 239 w 545"/>
              <a:gd name="T119" fmla="*/ 363 h 417"/>
              <a:gd name="T120" fmla="*/ 211 w 545"/>
              <a:gd name="T121" fmla="*/ 395 h 417"/>
              <a:gd name="T122" fmla="*/ 224 w 545"/>
              <a:gd name="T123" fmla="*/ 401 h 417"/>
              <a:gd name="T124" fmla="*/ 208 w 545"/>
              <a:gd name="T125" fmla="*/ 40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5" h="417">
                <a:moveTo>
                  <a:pt x="26" y="363"/>
                </a:moveTo>
                <a:cubicBezTo>
                  <a:pt x="35" y="362"/>
                  <a:pt x="42" y="355"/>
                  <a:pt x="44" y="347"/>
                </a:cubicBezTo>
                <a:cubicBezTo>
                  <a:pt x="175" y="365"/>
                  <a:pt x="175" y="365"/>
                  <a:pt x="175" y="365"/>
                </a:cubicBezTo>
                <a:cubicBezTo>
                  <a:pt x="175" y="366"/>
                  <a:pt x="175" y="367"/>
                  <a:pt x="175" y="368"/>
                </a:cubicBezTo>
                <a:cubicBezTo>
                  <a:pt x="175" y="386"/>
                  <a:pt x="184" y="401"/>
                  <a:pt x="198" y="410"/>
                </a:cubicBezTo>
                <a:lnTo>
                  <a:pt x="26" y="363"/>
                </a:lnTo>
                <a:close/>
                <a:moveTo>
                  <a:pt x="45" y="341"/>
                </a:moveTo>
                <a:cubicBezTo>
                  <a:pt x="45" y="339"/>
                  <a:pt x="44" y="338"/>
                  <a:pt x="44" y="336"/>
                </a:cubicBezTo>
                <a:cubicBezTo>
                  <a:pt x="165" y="357"/>
                  <a:pt x="165" y="357"/>
                  <a:pt x="165" y="357"/>
                </a:cubicBezTo>
                <a:lnTo>
                  <a:pt x="45" y="341"/>
                </a:lnTo>
                <a:close/>
                <a:moveTo>
                  <a:pt x="42" y="330"/>
                </a:moveTo>
                <a:cubicBezTo>
                  <a:pt x="41" y="329"/>
                  <a:pt x="40" y="329"/>
                  <a:pt x="40" y="328"/>
                </a:cubicBezTo>
                <a:cubicBezTo>
                  <a:pt x="43" y="322"/>
                  <a:pt x="43" y="322"/>
                  <a:pt x="43" y="322"/>
                </a:cubicBezTo>
                <a:cubicBezTo>
                  <a:pt x="207" y="322"/>
                  <a:pt x="207" y="322"/>
                  <a:pt x="207" y="322"/>
                </a:cubicBezTo>
                <a:cubicBezTo>
                  <a:pt x="207" y="323"/>
                  <a:pt x="207" y="323"/>
                  <a:pt x="207" y="323"/>
                </a:cubicBezTo>
                <a:cubicBezTo>
                  <a:pt x="193" y="328"/>
                  <a:pt x="182" y="339"/>
                  <a:pt x="178" y="353"/>
                </a:cubicBezTo>
                <a:lnTo>
                  <a:pt x="42" y="330"/>
                </a:lnTo>
                <a:close/>
                <a:moveTo>
                  <a:pt x="380" y="177"/>
                </a:moveTo>
                <a:cubicBezTo>
                  <a:pt x="353" y="207"/>
                  <a:pt x="353" y="207"/>
                  <a:pt x="353" y="207"/>
                </a:cubicBezTo>
                <a:cubicBezTo>
                  <a:pt x="326" y="238"/>
                  <a:pt x="326" y="238"/>
                  <a:pt x="326" y="238"/>
                </a:cubicBezTo>
                <a:cubicBezTo>
                  <a:pt x="309" y="258"/>
                  <a:pt x="291" y="278"/>
                  <a:pt x="273" y="299"/>
                </a:cubicBezTo>
                <a:cubicBezTo>
                  <a:pt x="269" y="304"/>
                  <a:pt x="264" y="309"/>
                  <a:pt x="260" y="314"/>
                </a:cubicBezTo>
                <a:cubicBezTo>
                  <a:pt x="257" y="319"/>
                  <a:pt x="253" y="323"/>
                  <a:pt x="250" y="327"/>
                </a:cubicBezTo>
                <a:cubicBezTo>
                  <a:pt x="244" y="323"/>
                  <a:pt x="236" y="321"/>
                  <a:pt x="229" y="320"/>
                </a:cubicBezTo>
                <a:cubicBezTo>
                  <a:pt x="229" y="320"/>
                  <a:pt x="229" y="320"/>
                  <a:pt x="229" y="320"/>
                </a:cubicBezTo>
                <a:cubicBezTo>
                  <a:pt x="228" y="320"/>
                  <a:pt x="228" y="320"/>
                  <a:pt x="228" y="320"/>
                </a:cubicBezTo>
                <a:cubicBezTo>
                  <a:pt x="227" y="320"/>
                  <a:pt x="225" y="320"/>
                  <a:pt x="224" y="320"/>
                </a:cubicBezTo>
                <a:cubicBezTo>
                  <a:pt x="222" y="320"/>
                  <a:pt x="221" y="320"/>
                  <a:pt x="219" y="320"/>
                </a:cubicBezTo>
                <a:cubicBezTo>
                  <a:pt x="219" y="320"/>
                  <a:pt x="219" y="320"/>
                  <a:pt x="219" y="320"/>
                </a:cubicBezTo>
                <a:cubicBezTo>
                  <a:pt x="165" y="129"/>
                  <a:pt x="165" y="129"/>
                  <a:pt x="165" y="129"/>
                </a:cubicBezTo>
                <a:cubicBezTo>
                  <a:pt x="164" y="126"/>
                  <a:pt x="164" y="122"/>
                  <a:pt x="169" y="121"/>
                </a:cubicBezTo>
                <a:cubicBezTo>
                  <a:pt x="169" y="121"/>
                  <a:pt x="169" y="121"/>
                  <a:pt x="168" y="121"/>
                </a:cubicBezTo>
                <a:cubicBezTo>
                  <a:pt x="176" y="121"/>
                  <a:pt x="184" y="120"/>
                  <a:pt x="191" y="120"/>
                </a:cubicBezTo>
                <a:cubicBezTo>
                  <a:pt x="203" y="119"/>
                  <a:pt x="215" y="118"/>
                  <a:pt x="226" y="118"/>
                </a:cubicBezTo>
                <a:cubicBezTo>
                  <a:pt x="227" y="118"/>
                  <a:pt x="228" y="118"/>
                  <a:pt x="228" y="118"/>
                </a:cubicBezTo>
                <a:cubicBezTo>
                  <a:pt x="229" y="118"/>
                  <a:pt x="230" y="119"/>
                  <a:pt x="231" y="119"/>
                </a:cubicBezTo>
                <a:cubicBezTo>
                  <a:pt x="231" y="119"/>
                  <a:pt x="232" y="119"/>
                  <a:pt x="233" y="119"/>
                </a:cubicBezTo>
                <a:cubicBezTo>
                  <a:pt x="235" y="119"/>
                  <a:pt x="235" y="119"/>
                  <a:pt x="235" y="119"/>
                </a:cubicBezTo>
                <a:cubicBezTo>
                  <a:pt x="244" y="119"/>
                  <a:pt x="244" y="119"/>
                  <a:pt x="244" y="119"/>
                </a:cubicBezTo>
                <a:cubicBezTo>
                  <a:pt x="261" y="118"/>
                  <a:pt x="261" y="118"/>
                  <a:pt x="261" y="118"/>
                </a:cubicBezTo>
                <a:cubicBezTo>
                  <a:pt x="273" y="117"/>
                  <a:pt x="284" y="117"/>
                  <a:pt x="296" y="116"/>
                </a:cubicBezTo>
                <a:cubicBezTo>
                  <a:pt x="331" y="114"/>
                  <a:pt x="331" y="114"/>
                  <a:pt x="331" y="114"/>
                </a:cubicBezTo>
                <a:cubicBezTo>
                  <a:pt x="337" y="114"/>
                  <a:pt x="342" y="114"/>
                  <a:pt x="348" y="113"/>
                </a:cubicBezTo>
                <a:cubicBezTo>
                  <a:pt x="366" y="112"/>
                  <a:pt x="366" y="112"/>
                  <a:pt x="366" y="112"/>
                </a:cubicBezTo>
                <a:cubicBezTo>
                  <a:pt x="383" y="111"/>
                  <a:pt x="383" y="111"/>
                  <a:pt x="383" y="111"/>
                </a:cubicBezTo>
                <a:cubicBezTo>
                  <a:pt x="389" y="110"/>
                  <a:pt x="389" y="110"/>
                  <a:pt x="389" y="110"/>
                </a:cubicBezTo>
                <a:cubicBezTo>
                  <a:pt x="430" y="123"/>
                  <a:pt x="430" y="123"/>
                  <a:pt x="430" y="123"/>
                </a:cubicBezTo>
                <a:cubicBezTo>
                  <a:pt x="430" y="124"/>
                  <a:pt x="430" y="124"/>
                  <a:pt x="430" y="124"/>
                </a:cubicBezTo>
                <a:cubicBezTo>
                  <a:pt x="413" y="141"/>
                  <a:pt x="397" y="159"/>
                  <a:pt x="380" y="177"/>
                </a:cubicBezTo>
                <a:close/>
                <a:moveTo>
                  <a:pt x="238" y="342"/>
                </a:moveTo>
                <a:cubicBezTo>
                  <a:pt x="235" y="346"/>
                  <a:pt x="235" y="346"/>
                  <a:pt x="235" y="346"/>
                </a:cubicBezTo>
                <a:cubicBezTo>
                  <a:pt x="233" y="348"/>
                  <a:pt x="231" y="351"/>
                  <a:pt x="229" y="353"/>
                </a:cubicBezTo>
                <a:cubicBezTo>
                  <a:pt x="229" y="353"/>
                  <a:pt x="228" y="353"/>
                  <a:pt x="228" y="353"/>
                </a:cubicBezTo>
                <a:cubicBezTo>
                  <a:pt x="224" y="339"/>
                  <a:pt x="224" y="339"/>
                  <a:pt x="224" y="339"/>
                </a:cubicBezTo>
                <a:cubicBezTo>
                  <a:pt x="229" y="339"/>
                  <a:pt x="234" y="340"/>
                  <a:pt x="238" y="342"/>
                </a:cubicBezTo>
                <a:close/>
                <a:moveTo>
                  <a:pt x="223" y="335"/>
                </a:moveTo>
                <a:cubicBezTo>
                  <a:pt x="221" y="329"/>
                  <a:pt x="221" y="329"/>
                  <a:pt x="221" y="329"/>
                </a:cubicBezTo>
                <a:cubicBezTo>
                  <a:pt x="222" y="328"/>
                  <a:pt x="223" y="328"/>
                  <a:pt x="224" y="328"/>
                </a:cubicBezTo>
                <a:cubicBezTo>
                  <a:pt x="224" y="328"/>
                  <a:pt x="224" y="328"/>
                  <a:pt x="224" y="328"/>
                </a:cubicBezTo>
                <a:cubicBezTo>
                  <a:pt x="228" y="328"/>
                  <a:pt x="233" y="329"/>
                  <a:pt x="237" y="330"/>
                </a:cubicBezTo>
                <a:cubicBezTo>
                  <a:pt x="239" y="331"/>
                  <a:pt x="240" y="333"/>
                  <a:pt x="239" y="335"/>
                </a:cubicBezTo>
                <a:cubicBezTo>
                  <a:pt x="239" y="336"/>
                  <a:pt x="237" y="337"/>
                  <a:pt x="236" y="337"/>
                </a:cubicBezTo>
                <a:cubicBezTo>
                  <a:pt x="235" y="337"/>
                  <a:pt x="235" y="337"/>
                  <a:pt x="235" y="337"/>
                </a:cubicBezTo>
                <a:cubicBezTo>
                  <a:pt x="231" y="336"/>
                  <a:pt x="228" y="335"/>
                  <a:pt x="224" y="335"/>
                </a:cubicBezTo>
                <a:cubicBezTo>
                  <a:pt x="224" y="335"/>
                  <a:pt x="224" y="335"/>
                  <a:pt x="224" y="335"/>
                </a:cubicBezTo>
                <a:cubicBezTo>
                  <a:pt x="223" y="335"/>
                  <a:pt x="223" y="335"/>
                  <a:pt x="223" y="335"/>
                </a:cubicBezTo>
                <a:close/>
                <a:moveTo>
                  <a:pt x="44" y="320"/>
                </a:moveTo>
                <a:cubicBezTo>
                  <a:pt x="147" y="138"/>
                  <a:pt x="147" y="138"/>
                  <a:pt x="147" y="138"/>
                </a:cubicBezTo>
                <a:cubicBezTo>
                  <a:pt x="149" y="135"/>
                  <a:pt x="152" y="135"/>
                  <a:pt x="153" y="138"/>
                </a:cubicBezTo>
                <a:cubicBezTo>
                  <a:pt x="154" y="141"/>
                  <a:pt x="160" y="163"/>
                  <a:pt x="161" y="164"/>
                </a:cubicBezTo>
                <a:cubicBezTo>
                  <a:pt x="161" y="165"/>
                  <a:pt x="162" y="165"/>
                  <a:pt x="162" y="165"/>
                </a:cubicBezTo>
                <a:cubicBezTo>
                  <a:pt x="206" y="320"/>
                  <a:pt x="206" y="320"/>
                  <a:pt x="206" y="320"/>
                </a:cubicBezTo>
                <a:lnTo>
                  <a:pt x="44" y="320"/>
                </a:lnTo>
                <a:close/>
                <a:moveTo>
                  <a:pt x="211" y="359"/>
                </a:moveTo>
                <a:cubicBezTo>
                  <a:pt x="197" y="356"/>
                  <a:pt x="197" y="356"/>
                  <a:pt x="197" y="356"/>
                </a:cubicBezTo>
                <a:cubicBezTo>
                  <a:pt x="198" y="353"/>
                  <a:pt x="201" y="349"/>
                  <a:pt x="204" y="347"/>
                </a:cubicBezTo>
                <a:cubicBezTo>
                  <a:pt x="212" y="358"/>
                  <a:pt x="212" y="358"/>
                  <a:pt x="212" y="358"/>
                </a:cubicBezTo>
                <a:lnTo>
                  <a:pt x="211" y="359"/>
                </a:lnTo>
                <a:close/>
                <a:moveTo>
                  <a:pt x="193" y="356"/>
                </a:moveTo>
                <a:cubicBezTo>
                  <a:pt x="186" y="354"/>
                  <a:pt x="186" y="354"/>
                  <a:pt x="186" y="354"/>
                </a:cubicBezTo>
                <a:cubicBezTo>
                  <a:pt x="187" y="353"/>
                  <a:pt x="189" y="352"/>
                  <a:pt x="190" y="353"/>
                </a:cubicBezTo>
                <a:cubicBezTo>
                  <a:pt x="192" y="353"/>
                  <a:pt x="193" y="354"/>
                  <a:pt x="193" y="356"/>
                </a:cubicBezTo>
                <a:close/>
                <a:moveTo>
                  <a:pt x="133" y="30"/>
                </a:moveTo>
                <a:cubicBezTo>
                  <a:pt x="134" y="30"/>
                  <a:pt x="135" y="30"/>
                  <a:pt x="137" y="30"/>
                </a:cubicBezTo>
                <a:cubicBezTo>
                  <a:pt x="141" y="29"/>
                  <a:pt x="151" y="27"/>
                  <a:pt x="151" y="27"/>
                </a:cubicBezTo>
                <a:cubicBezTo>
                  <a:pt x="156" y="25"/>
                  <a:pt x="162" y="24"/>
                  <a:pt x="168" y="23"/>
                </a:cubicBezTo>
                <a:cubicBezTo>
                  <a:pt x="157" y="33"/>
                  <a:pt x="157" y="33"/>
                  <a:pt x="157" y="33"/>
                </a:cubicBezTo>
                <a:cubicBezTo>
                  <a:pt x="155" y="34"/>
                  <a:pt x="152" y="36"/>
                  <a:pt x="150" y="36"/>
                </a:cubicBezTo>
                <a:cubicBezTo>
                  <a:pt x="138" y="36"/>
                  <a:pt x="138" y="36"/>
                  <a:pt x="138" y="36"/>
                </a:cubicBezTo>
                <a:cubicBezTo>
                  <a:pt x="137" y="34"/>
                  <a:pt x="135" y="32"/>
                  <a:pt x="133" y="30"/>
                </a:cubicBezTo>
                <a:close/>
                <a:moveTo>
                  <a:pt x="112" y="38"/>
                </a:moveTo>
                <a:cubicBezTo>
                  <a:pt x="110" y="38"/>
                  <a:pt x="108" y="37"/>
                  <a:pt x="106" y="35"/>
                </a:cubicBezTo>
                <a:cubicBezTo>
                  <a:pt x="100" y="28"/>
                  <a:pt x="100" y="28"/>
                  <a:pt x="100" y="28"/>
                </a:cubicBezTo>
                <a:cubicBezTo>
                  <a:pt x="103" y="29"/>
                  <a:pt x="109" y="30"/>
                  <a:pt x="117" y="30"/>
                </a:cubicBezTo>
                <a:cubicBezTo>
                  <a:pt x="116" y="31"/>
                  <a:pt x="116" y="32"/>
                  <a:pt x="116" y="33"/>
                </a:cubicBezTo>
                <a:cubicBezTo>
                  <a:pt x="116" y="35"/>
                  <a:pt x="116" y="36"/>
                  <a:pt x="117" y="38"/>
                </a:cubicBezTo>
                <a:lnTo>
                  <a:pt x="112" y="38"/>
                </a:lnTo>
                <a:close/>
                <a:moveTo>
                  <a:pt x="531" y="327"/>
                </a:moveTo>
                <a:cubicBezTo>
                  <a:pt x="531" y="327"/>
                  <a:pt x="530" y="327"/>
                  <a:pt x="529" y="327"/>
                </a:cubicBezTo>
                <a:cubicBezTo>
                  <a:pt x="528" y="325"/>
                  <a:pt x="526" y="323"/>
                  <a:pt x="525" y="321"/>
                </a:cubicBezTo>
                <a:cubicBezTo>
                  <a:pt x="521" y="316"/>
                  <a:pt x="518" y="310"/>
                  <a:pt x="515" y="305"/>
                </a:cubicBezTo>
                <a:cubicBezTo>
                  <a:pt x="509" y="293"/>
                  <a:pt x="503" y="282"/>
                  <a:pt x="499" y="269"/>
                </a:cubicBezTo>
                <a:cubicBezTo>
                  <a:pt x="498" y="269"/>
                  <a:pt x="498" y="268"/>
                  <a:pt x="498" y="267"/>
                </a:cubicBezTo>
                <a:cubicBezTo>
                  <a:pt x="474" y="194"/>
                  <a:pt x="474" y="194"/>
                  <a:pt x="474" y="194"/>
                </a:cubicBezTo>
                <a:cubicBezTo>
                  <a:pt x="460" y="151"/>
                  <a:pt x="460" y="151"/>
                  <a:pt x="460" y="151"/>
                </a:cubicBezTo>
                <a:cubicBezTo>
                  <a:pt x="460" y="151"/>
                  <a:pt x="460" y="151"/>
                  <a:pt x="460" y="151"/>
                </a:cubicBezTo>
                <a:cubicBezTo>
                  <a:pt x="463" y="150"/>
                  <a:pt x="464" y="147"/>
                  <a:pt x="463" y="144"/>
                </a:cubicBezTo>
                <a:cubicBezTo>
                  <a:pt x="441" y="79"/>
                  <a:pt x="441" y="79"/>
                  <a:pt x="441" y="79"/>
                </a:cubicBezTo>
                <a:cubicBezTo>
                  <a:pt x="440" y="76"/>
                  <a:pt x="437" y="75"/>
                  <a:pt x="435" y="75"/>
                </a:cubicBezTo>
                <a:cubicBezTo>
                  <a:pt x="431" y="64"/>
                  <a:pt x="431" y="64"/>
                  <a:pt x="431" y="64"/>
                </a:cubicBezTo>
                <a:cubicBezTo>
                  <a:pt x="433" y="63"/>
                  <a:pt x="436" y="62"/>
                  <a:pt x="437" y="61"/>
                </a:cubicBezTo>
                <a:cubicBezTo>
                  <a:pt x="440" y="60"/>
                  <a:pt x="451" y="58"/>
                  <a:pt x="451" y="58"/>
                </a:cubicBezTo>
                <a:cubicBezTo>
                  <a:pt x="451" y="58"/>
                  <a:pt x="452" y="58"/>
                  <a:pt x="452" y="58"/>
                </a:cubicBezTo>
                <a:cubicBezTo>
                  <a:pt x="454" y="59"/>
                  <a:pt x="455" y="60"/>
                  <a:pt x="457" y="60"/>
                </a:cubicBezTo>
                <a:cubicBezTo>
                  <a:pt x="463" y="60"/>
                  <a:pt x="468" y="55"/>
                  <a:pt x="468" y="50"/>
                </a:cubicBezTo>
                <a:cubicBezTo>
                  <a:pt x="468" y="47"/>
                  <a:pt x="467" y="44"/>
                  <a:pt x="465" y="42"/>
                </a:cubicBezTo>
                <a:cubicBezTo>
                  <a:pt x="465" y="42"/>
                  <a:pt x="465" y="42"/>
                  <a:pt x="465" y="42"/>
                </a:cubicBezTo>
                <a:cubicBezTo>
                  <a:pt x="463" y="39"/>
                  <a:pt x="459" y="34"/>
                  <a:pt x="459" y="32"/>
                </a:cubicBezTo>
                <a:cubicBezTo>
                  <a:pt x="458" y="30"/>
                  <a:pt x="455" y="22"/>
                  <a:pt x="455" y="21"/>
                </a:cubicBezTo>
                <a:cubicBezTo>
                  <a:pt x="455" y="21"/>
                  <a:pt x="455" y="21"/>
                  <a:pt x="455" y="20"/>
                </a:cubicBezTo>
                <a:cubicBezTo>
                  <a:pt x="456" y="20"/>
                  <a:pt x="456" y="19"/>
                  <a:pt x="456" y="17"/>
                </a:cubicBezTo>
                <a:cubicBezTo>
                  <a:pt x="456" y="15"/>
                  <a:pt x="455" y="13"/>
                  <a:pt x="452" y="12"/>
                </a:cubicBezTo>
                <a:cubicBezTo>
                  <a:pt x="449" y="9"/>
                  <a:pt x="444" y="4"/>
                  <a:pt x="438" y="3"/>
                </a:cubicBezTo>
                <a:cubicBezTo>
                  <a:pt x="438" y="3"/>
                  <a:pt x="438" y="3"/>
                  <a:pt x="438" y="3"/>
                </a:cubicBezTo>
                <a:cubicBezTo>
                  <a:pt x="438" y="3"/>
                  <a:pt x="438" y="3"/>
                  <a:pt x="437" y="3"/>
                </a:cubicBezTo>
                <a:cubicBezTo>
                  <a:pt x="437" y="3"/>
                  <a:pt x="436" y="3"/>
                  <a:pt x="436" y="3"/>
                </a:cubicBezTo>
                <a:cubicBezTo>
                  <a:pt x="431" y="3"/>
                  <a:pt x="426" y="7"/>
                  <a:pt x="426" y="13"/>
                </a:cubicBezTo>
                <a:cubicBezTo>
                  <a:pt x="426" y="14"/>
                  <a:pt x="426" y="15"/>
                  <a:pt x="427" y="16"/>
                </a:cubicBezTo>
                <a:cubicBezTo>
                  <a:pt x="426" y="17"/>
                  <a:pt x="426" y="19"/>
                  <a:pt x="426" y="20"/>
                </a:cubicBezTo>
                <a:cubicBezTo>
                  <a:pt x="426" y="25"/>
                  <a:pt x="431" y="30"/>
                  <a:pt x="436" y="30"/>
                </a:cubicBezTo>
                <a:cubicBezTo>
                  <a:pt x="439" y="30"/>
                  <a:pt x="442" y="29"/>
                  <a:pt x="444" y="26"/>
                </a:cubicBezTo>
                <a:cubicBezTo>
                  <a:pt x="444" y="26"/>
                  <a:pt x="445" y="27"/>
                  <a:pt x="446" y="28"/>
                </a:cubicBezTo>
                <a:cubicBezTo>
                  <a:pt x="447" y="30"/>
                  <a:pt x="448" y="33"/>
                  <a:pt x="449" y="35"/>
                </a:cubicBezTo>
                <a:cubicBezTo>
                  <a:pt x="446" y="36"/>
                  <a:pt x="444" y="38"/>
                  <a:pt x="443" y="40"/>
                </a:cubicBezTo>
                <a:cubicBezTo>
                  <a:pt x="437" y="41"/>
                  <a:pt x="420" y="42"/>
                  <a:pt x="418" y="43"/>
                </a:cubicBezTo>
                <a:cubicBezTo>
                  <a:pt x="415" y="45"/>
                  <a:pt x="408" y="49"/>
                  <a:pt x="407" y="50"/>
                </a:cubicBezTo>
                <a:cubicBezTo>
                  <a:pt x="406" y="51"/>
                  <a:pt x="403" y="55"/>
                  <a:pt x="407" y="56"/>
                </a:cubicBezTo>
                <a:cubicBezTo>
                  <a:pt x="409" y="57"/>
                  <a:pt x="410" y="57"/>
                  <a:pt x="412" y="57"/>
                </a:cubicBezTo>
                <a:cubicBezTo>
                  <a:pt x="413" y="61"/>
                  <a:pt x="413" y="61"/>
                  <a:pt x="413" y="61"/>
                </a:cubicBezTo>
                <a:cubicBezTo>
                  <a:pt x="413" y="61"/>
                  <a:pt x="413" y="61"/>
                  <a:pt x="413" y="62"/>
                </a:cubicBezTo>
                <a:cubicBezTo>
                  <a:pt x="411" y="62"/>
                  <a:pt x="409" y="65"/>
                  <a:pt x="409" y="66"/>
                </a:cubicBezTo>
                <a:cubicBezTo>
                  <a:pt x="409" y="67"/>
                  <a:pt x="410" y="69"/>
                  <a:pt x="413" y="69"/>
                </a:cubicBezTo>
                <a:cubicBezTo>
                  <a:pt x="414" y="70"/>
                  <a:pt x="415" y="69"/>
                  <a:pt x="416" y="69"/>
                </a:cubicBezTo>
                <a:cubicBezTo>
                  <a:pt x="420" y="80"/>
                  <a:pt x="420" y="80"/>
                  <a:pt x="420" y="80"/>
                </a:cubicBezTo>
                <a:cubicBezTo>
                  <a:pt x="418" y="82"/>
                  <a:pt x="417" y="84"/>
                  <a:pt x="418" y="87"/>
                </a:cubicBezTo>
                <a:cubicBezTo>
                  <a:pt x="419" y="91"/>
                  <a:pt x="419" y="91"/>
                  <a:pt x="419" y="91"/>
                </a:cubicBezTo>
                <a:cubicBezTo>
                  <a:pt x="412" y="92"/>
                  <a:pt x="406" y="92"/>
                  <a:pt x="399" y="92"/>
                </a:cubicBezTo>
                <a:cubicBezTo>
                  <a:pt x="382" y="93"/>
                  <a:pt x="382" y="93"/>
                  <a:pt x="382" y="93"/>
                </a:cubicBezTo>
                <a:cubicBezTo>
                  <a:pt x="365" y="94"/>
                  <a:pt x="365" y="94"/>
                  <a:pt x="365" y="94"/>
                </a:cubicBezTo>
                <a:cubicBezTo>
                  <a:pt x="347" y="95"/>
                  <a:pt x="347" y="95"/>
                  <a:pt x="347" y="95"/>
                </a:cubicBezTo>
                <a:cubicBezTo>
                  <a:pt x="341" y="94"/>
                  <a:pt x="336" y="94"/>
                  <a:pt x="330" y="95"/>
                </a:cubicBezTo>
                <a:cubicBezTo>
                  <a:pt x="295" y="96"/>
                  <a:pt x="295" y="96"/>
                  <a:pt x="295" y="96"/>
                </a:cubicBezTo>
                <a:cubicBezTo>
                  <a:pt x="283" y="97"/>
                  <a:pt x="272" y="97"/>
                  <a:pt x="260" y="98"/>
                </a:cubicBezTo>
                <a:cubicBezTo>
                  <a:pt x="243" y="99"/>
                  <a:pt x="243" y="99"/>
                  <a:pt x="243" y="99"/>
                </a:cubicBezTo>
                <a:cubicBezTo>
                  <a:pt x="234" y="99"/>
                  <a:pt x="234" y="99"/>
                  <a:pt x="234" y="99"/>
                </a:cubicBezTo>
                <a:cubicBezTo>
                  <a:pt x="232" y="99"/>
                  <a:pt x="232" y="99"/>
                  <a:pt x="232" y="99"/>
                </a:cubicBezTo>
                <a:cubicBezTo>
                  <a:pt x="231" y="99"/>
                  <a:pt x="230" y="99"/>
                  <a:pt x="230" y="100"/>
                </a:cubicBezTo>
                <a:cubicBezTo>
                  <a:pt x="229" y="100"/>
                  <a:pt x="228" y="100"/>
                  <a:pt x="228" y="101"/>
                </a:cubicBezTo>
                <a:cubicBezTo>
                  <a:pt x="227" y="101"/>
                  <a:pt x="226" y="101"/>
                  <a:pt x="225" y="101"/>
                </a:cubicBezTo>
                <a:cubicBezTo>
                  <a:pt x="214" y="102"/>
                  <a:pt x="202" y="102"/>
                  <a:pt x="190" y="103"/>
                </a:cubicBezTo>
                <a:cubicBezTo>
                  <a:pt x="180" y="103"/>
                  <a:pt x="169" y="104"/>
                  <a:pt x="158" y="104"/>
                </a:cubicBezTo>
                <a:cubicBezTo>
                  <a:pt x="157" y="103"/>
                  <a:pt x="157" y="103"/>
                  <a:pt x="157" y="103"/>
                </a:cubicBezTo>
                <a:cubicBezTo>
                  <a:pt x="158" y="103"/>
                  <a:pt x="158" y="103"/>
                  <a:pt x="158" y="103"/>
                </a:cubicBezTo>
                <a:cubicBezTo>
                  <a:pt x="159" y="102"/>
                  <a:pt x="160" y="101"/>
                  <a:pt x="159" y="100"/>
                </a:cubicBezTo>
                <a:cubicBezTo>
                  <a:pt x="158" y="96"/>
                  <a:pt x="158" y="96"/>
                  <a:pt x="158" y="96"/>
                </a:cubicBezTo>
                <a:cubicBezTo>
                  <a:pt x="158" y="95"/>
                  <a:pt x="156" y="94"/>
                  <a:pt x="155" y="95"/>
                </a:cubicBezTo>
                <a:cubicBezTo>
                  <a:pt x="155" y="95"/>
                  <a:pt x="155" y="95"/>
                  <a:pt x="155" y="95"/>
                </a:cubicBezTo>
                <a:cubicBezTo>
                  <a:pt x="139" y="40"/>
                  <a:pt x="139" y="40"/>
                  <a:pt x="139" y="40"/>
                </a:cubicBezTo>
                <a:cubicBezTo>
                  <a:pt x="150" y="39"/>
                  <a:pt x="150" y="39"/>
                  <a:pt x="150" y="39"/>
                </a:cubicBezTo>
                <a:cubicBezTo>
                  <a:pt x="153" y="39"/>
                  <a:pt x="157" y="37"/>
                  <a:pt x="159" y="35"/>
                </a:cubicBezTo>
                <a:cubicBezTo>
                  <a:pt x="173" y="22"/>
                  <a:pt x="173" y="22"/>
                  <a:pt x="173" y="22"/>
                </a:cubicBezTo>
                <a:cubicBezTo>
                  <a:pt x="178" y="22"/>
                  <a:pt x="182" y="22"/>
                  <a:pt x="185" y="22"/>
                </a:cubicBezTo>
                <a:cubicBezTo>
                  <a:pt x="189" y="23"/>
                  <a:pt x="201" y="23"/>
                  <a:pt x="202" y="23"/>
                </a:cubicBezTo>
                <a:cubicBezTo>
                  <a:pt x="204" y="22"/>
                  <a:pt x="204" y="9"/>
                  <a:pt x="182" y="9"/>
                </a:cubicBezTo>
                <a:cubicBezTo>
                  <a:pt x="160" y="9"/>
                  <a:pt x="131" y="9"/>
                  <a:pt x="128" y="9"/>
                </a:cubicBezTo>
                <a:cubicBezTo>
                  <a:pt x="124" y="9"/>
                  <a:pt x="101" y="6"/>
                  <a:pt x="98" y="5"/>
                </a:cubicBezTo>
                <a:cubicBezTo>
                  <a:pt x="93" y="3"/>
                  <a:pt x="76" y="0"/>
                  <a:pt x="74" y="1"/>
                </a:cubicBezTo>
                <a:cubicBezTo>
                  <a:pt x="71" y="2"/>
                  <a:pt x="72" y="11"/>
                  <a:pt x="76" y="15"/>
                </a:cubicBezTo>
                <a:cubicBezTo>
                  <a:pt x="79" y="19"/>
                  <a:pt x="88" y="23"/>
                  <a:pt x="93" y="25"/>
                </a:cubicBezTo>
                <a:cubicBezTo>
                  <a:pt x="104" y="38"/>
                  <a:pt x="104" y="38"/>
                  <a:pt x="104" y="38"/>
                </a:cubicBezTo>
                <a:cubicBezTo>
                  <a:pt x="106" y="39"/>
                  <a:pt x="109" y="41"/>
                  <a:pt x="112" y="41"/>
                </a:cubicBezTo>
                <a:cubicBezTo>
                  <a:pt x="112" y="41"/>
                  <a:pt x="112" y="41"/>
                  <a:pt x="112" y="41"/>
                </a:cubicBezTo>
                <a:cubicBezTo>
                  <a:pt x="127" y="40"/>
                  <a:pt x="127" y="40"/>
                  <a:pt x="127" y="40"/>
                </a:cubicBezTo>
                <a:cubicBezTo>
                  <a:pt x="127" y="41"/>
                  <a:pt x="128" y="41"/>
                  <a:pt x="128" y="41"/>
                </a:cubicBezTo>
                <a:cubicBezTo>
                  <a:pt x="128" y="42"/>
                  <a:pt x="128" y="42"/>
                  <a:pt x="128" y="42"/>
                </a:cubicBezTo>
                <a:cubicBezTo>
                  <a:pt x="144" y="98"/>
                  <a:pt x="144" y="98"/>
                  <a:pt x="144" y="98"/>
                </a:cubicBezTo>
                <a:cubicBezTo>
                  <a:pt x="138" y="100"/>
                  <a:pt x="138" y="100"/>
                  <a:pt x="138" y="100"/>
                </a:cubicBezTo>
                <a:cubicBezTo>
                  <a:pt x="137" y="100"/>
                  <a:pt x="137" y="101"/>
                  <a:pt x="137" y="102"/>
                </a:cubicBezTo>
                <a:cubicBezTo>
                  <a:pt x="138" y="106"/>
                  <a:pt x="138" y="106"/>
                  <a:pt x="138" y="106"/>
                </a:cubicBezTo>
                <a:cubicBezTo>
                  <a:pt x="138" y="107"/>
                  <a:pt x="140" y="108"/>
                  <a:pt x="141" y="108"/>
                </a:cubicBezTo>
                <a:cubicBezTo>
                  <a:pt x="146" y="106"/>
                  <a:pt x="146" y="106"/>
                  <a:pt x="146" y="106"/>
                </a:cubicBezTo>
                <a:cubicBezTo>
                  <a:pt x="148" y="114"/>
                  <a:pt x="148" y="114"/>
                  <a:pt x="148" y="114"/>
                </a:cubicBezTo>
                <a:cubicBezTo>
                  <a:pt x="28" y="320"/>
                  <a:pt x="28" y="320"/>
                  <a:pt x="28" y="320"/>
                </a:cubicBezTo>
                <a:cubicBezTo>
                  <a:pt x="23" y="320"/>
                  <a:pt x="23" y="320"/>
                  <a:pt x="23" y="320"/>
                </a:cubicBezTo>
                <a:cubicBezTo>
                  <a:pt x="23" y="320"/>
                  <a:pt x="23" y="320"/>
                  <a:pt x="23" y="320"/>
                </a:cubicBezTo>
                <a:cubicBezTo>
                  <a:pt x="23" y="320"/>
                  <a:pt x="23" y="320"/>
                  <a:pt x="23" y="320"/>
                </a:cubicBezTo>
                <a:cubicBezTo>
                  <a:pt x="10" y="320"/>
                  <a:pt x="0" y="329"/>
                  <a:pt x="0" y="342"/>
                </a:cubicBezTo>
                <a:cubicBezTo>
                  <a:pt x="0" y="352"/>
                  <a:pt x="8" y="361"/>
                  <a:pt x="18" y="363"/>
                </a:cubicBezTo>
                <a:cubicBezTo>
                  <a:pt x="18" y="363"/>
                  <a:pt x="18" y="363"/>
                  <a:pt x="18" y="363"/>
                </a:cubicBezTo>
                <a:cubicBezTo>
                  <a:pt x="209" y="415"/>
                  <a:pt x="209" y="415"/>
                  <a:pt x="209" y="415"/>
                </a:cubicBezTo>
                <a:cubicBezTo>
                  <a:pt x="210" y="415"/>
                  <a:pt x="212" y="415"/>
                  <a:pt x="213" y="416"/>
                </a:cubicBezTo>
                <a:cubicBezTo>
                  <a:pt x="213" y="416"/>
                  <a:pt x="213" y="416"/>
                  <a:pt x="213" y="416"/>
                </a:cubicBezTo>
                <a:cubicBezTo>
                  <a:pt x="214" y="416"/>
                  <a:pt x="214" y="416"/>
                  <a:pt x="214" y="416"/>
                </a:cubicBezTo>
                <a:cubicBezTo>
                  <a:pt x="217" y="417"/>
                  <a:pt x="220" y="417"/>
                  <a:pt x="224" y="417"/>
                </a:cubicBezTo>
                <a:cubicBezTo>
                  <a:pt x="251" y="417"/>
                  <a:pt x="273" y="395"/>
                  <a:pt x="273" y="368"/>
                </a:cubicBezTo>
                <a:cubicBezTo>
                  <a:pt x="273" y="357"/>
                  <a:pt x="269" y="346"/>
                  <a:pt x="262" y="338"/>
                </a:cubicBezTo>
                <a:cubicBezTo>
                  <a:pt x="266" y="334"/>
                  <a:pt x="270" y="330"/>
                  <a:pt x="274" y="327"/>
                </a:cubicBezTo>
                <a:cubicBezTo>
                  <a:pt x="279" y="322"/>
                  <a:pt x="283" y="317"/>
                  <a:pt x="288" y="312"/>
                </a:cubicBezTo>
                <a:cubicBezTo>
                  <a:pt x="307" y="293"/>
                  <a:pt x="325" y="273"/>
                  <a:pt x="343" y="253"/>
                </a:cubicBezTo>
                <a:cubicBezTo>
                  <a:pt x="371" y="223"/>
                  <a:pt x="371" y="223"/>
                  <a:pt x="371" y="223"/>
                </a:cubicBezTo>
                <a:cubicBezTo>
                  <a:pt x="398" y="193"/>
                  <a:pt x="398" y="193"/>
                  <a:pt x="398" y="193"/>
                </a:cubicBezTo>
                <a:cubicBezTo>
                  <a:pt x="411" y="178"/>
                  <a:pt x="425" y="163"/>
                  <a:pt x="438" y="148"/>
                </a:cubicBezTo>
                <a:cubicBezTo>
                  <a:pt x="440" y="152"/>
                  <a:pt x="440" y="152"/>
                  <a:pt x="440" y="152"/>
                </a:cubicBezTo>
                <a:cubicBezTo>
                  <a:pt x="441" y="155"/>
                  <a:pt x="444" y="157"/>
                  <a:pt x="447" y="156"/>
                </a:cubicBezTo>
                <a:cubicBezTo>
                  <a:pt x="447" y="156"/>
                  <a:pt x="447" y="156"/>
                  <a:pt x="447" y="156"/>
                </a:cubicBezTo>
                <a:cubicBezTo>
                  <a:pt x="456" y="181"/>
                  <a:pt x="456" y="181"/>
                  <a:pt x="456" y="181"/>
                </a:cubicBezTo>
                <a:cubicBezTo>
                  <a:pt x="462" y="198"/>
                  <a:pt x="462" y="198"/>
                  <a:pt x="462" y="198"/>
                </a:cubicBezTo>
                <a:cubicBezTo>
                  <a:pt x="462" y="199"/>
                  <a:pt x="462" y="199"/>
                  <a:pt x="462" y="199"/>
                </a:cubicBezTo>
                <a:cubicBezTo>
                  <a:pt x="462" y="199"/>
                  <a:pt x="462" y="199"/>
                  <a:pt x="462" y="199"/>
                </a:cubicBezTo>
                <a:cubicBezTo>
                  <a:pt x="469" y="217"/>
                  <a:pt x="469" y="217"/>
                  <a:pt x="469" y="217"/>
                </a:cubicBezTo>
                <a:cubicBezTo>
                  <a:pt x="475" y="236"/>
                  <a:pt x="475" y="236"/>
                  <a:pt x="475" y="236"/>
                </a:cubicBezTo>
                <a:cubicBezTo>
                  <a:pt x="482" y="254"/>
                  <a:pt x="482" y="254"/>
                  <a:pt x="482" y="254"/>
                </a:cubicBezTo>
                <a:cubicBezTo>
                  <a:pt x="482" y="254"/>
                  <a:pt x="482" y="254"/>
                  <a:pt x="482" y="254"/>
                </a:cubicBezTo>
                <a:cubicBezTo>
                  <a:pt x="482" y="255"/>
                  <a:pt x="482" y="255"/>
                  <a:pt x="482" y="255"/>
                </a:cubicBezTo>
                <a:cubicBezTo>
                  <a:pt x="484" y="261"/>
                  <a:pt x="484" y="261"/>
                  <a:pt x="484" y="261"/>
                </a:cubicBezTo>
                <a:cubicBezTo>
                  <a:pt x="485" y="262"/>
                  <a:pt x="485" y="263"/>
                  <a:pt x="486" y="265"/>
                </a:cubicBezTo>
                <a:cubicBezTo>
                  <a:pt x="486" y="266"/>
                  <a:pt x="486" y="266"/>
                  <a:pt x="486" y="266"/>
                </a:cubicBezTo>
                <a:cubicBezTo>
                  <a:pt x="487" y="268"/>
                  <a:pt x="487" y="268"/>
                  <a:pt x="487" y="268"/>
                </a:cubicBezTo>
                <a:cubicBezTo>
                  <a:pt x="487" y="268"/>
                  <a:pt x="487" y="268"/>
                  <a:pt x="487" y="268"/>
                </a:cubicBezTo>
                <a:cubicBezTo>
                  <a:pt x="487" y="269"/>
                  <a:pt x="487" y="269"/>
                  <a:pt x="487" y="269"/>
                </a:cubicBezTo>
                <a:cubicBezTo>
                  <a:pt x="487" y="269"/>
                  <a:pt x="487" y="269"/>
                  <a:pt x="487" y="269"/>
                </a:cubicBezTo>
                <a:cubicBezTo>
                  <a:pt x="488" y="270"/>
                  <a:pt x="488" y="272"/>
                  <a:pt x="489" y="273"/>
                </a:cubicBezTo>
                <a:cubicBezTo>
                  <a:pt x="491" y="279"/>
                  <a:pt x="494" y="285"/>
                  <a:pt x="496" y="291"/>
                </a:cubicBezTo>
                <a:cubicBezTo>
                  <a:pt x="499" y="297"/>
                  <a:pt x="502" y="303"/>
                  <a:pt x="505" y="309"/>
                </a:cubicBezTo>
                <a:cubicBezTo>
                  <a:pt x="508" y="315"/>
                  <a:pt x="511" y="321"/>
                  <a:pt x="515" y="327"/>
                </a:cubicBezTo>
                <a:cubicBezTo>
                  <a:pt x="516" y="329"/>
                  <a:pt x="518" y="331"/>
                  <a:pt x="520" y="333"/>
                </a:cubicBezTo>
                <a:cubicBezTo>
                  <a:pt x="518" y="336"/>
                  <a:pt x="518" y="338"/>
                  <a:pt x="518" y="340"/>
                </a:cubicBezTo>
                <a:cubicBezTo>
                  <a:pt x="518" y="348"/>
                  <a:pt x="524" y="354"/>
                  <a:pt x="531" y="354"/>
                </a:cubicBezTo>
                <a:cubicBezTo>
                  <a:pt x="539" y="354"/>
                  <a:pt x="545" y="348"/>
                  <a:pt x="545" y="340"/>
                </a:cubicBezTo>
                <a:cubicBezTo>
                  <a:pt x="545" y="333"/>
                  <a:pt x="539" y="327"/>
                  <a:pt x="531" y="327"/>
                </a:cubicBezTo>
                <a:close/>
                <a:moveTo>
                  <a:pt x="184" y="366"/>
                </a:moveTo>
                <a:cubicBezTo>
                  <a:pt x="191" y="367"/>
                  <a:pt x="191" y="367"/>
                  <a:pt x="191" y="367"/>
                </a:cubicBezTo>
                <a:cubicBezTo>
                  <a:pt x="191" y="367"/>
                  <a:pt x="191" y="368"/>
                  <a:pt x="191" y="368"/>
                </a:cubicBezTo>
                <a:cubicBezTo>
                  <a:pt x="191" y="370"/>
                  <a:pt x="189" y="372"/>
                  <a:pt x="187" y="372"/>
                </a:cubicBezTo>
                <a:cubicBezTo>
                  <a:pt x="185" y="372"/>
                  <a:pt x="184" y="370"/>
                  <a:pt x="184" y="368"/>
                </a:cubicBezTo>
                <a:cubicBezTo>
                  <a:pt x="184" y="368"/>
                  <a:pt x="184" y="368"/>
                  <a:pt x="184" y="368"/>
                </a:cubicBezTo>
                <a:cubicBezTo>
                  <a:pt x="184" y="367"/>
                  <a:pt x="184" y="367"/>
                  <a:pt x="184" y="366"/>
                </a:cubicBezTo>
                <a:close/>
                <a:moveTo>
                  <a:pt x="251" y="349"/>
                </a:moveTo>
                <a:cubicBezTo>
                  <a:pt x="252" y="348"/>
                  <a:pt x="252" y="348"/>
                  <a:pt x="252" y="348"/>
                </a:cubicBezTo>
                <a:cubicBezTo>
                  <a:pt x="256" y="344"/>
                  <a:pt x="256" y="344"/>
                  <a:pt x="256" y="344"/>
                </a:cubicBezTo>
                <a:cubicBezTo>
                  <a:pt x="257" y="345"/>
                  <a:pt x="257" y="346"/>
                  <a:pt x="258" y="347"/>
                </a:cubicBezTo>
                <a:cubicBezTo>
                  <a:pt x="259" y="348"/>
                  <a:pt x="259" y="351"/>
                  <a:pt x="257" y="352"/>
                </a:cubicBezTo>
                <a:cubicBezTo>
                  <a:pt x="256" y="352"/>
                  <a:pt x="255" y="352"/>
                  <a:pt x="255" y="352"/>
                </a:cubicBezTo>
                <a:cubicBezTo>
                  <a:pt x="254" y="352"/>
                  <a:pt x="252" y="352"/>
                  <a:pt x="252" y="351"/>
                </a:cubicBezTo>
                <a:cubicBezTo>
                  <a:pt x="251" y="350"/>
                  <a:pt x="251" y="350"/>
                  <a:pt x="251" y="349"/>
                </a:cubicBezTo>
                <a:close/>
                <a:moveTo>
                  <a:pt x="191" y="385"/>
                </a:moveTo>
                <a:cubicBezTo>
                  <a:pt x="193" y="384"/>
                  <a:pt x="195" y="384"/>
                  <a:pt x="196" y="386"/>
                </a:cubicBezTo>
                <a:cubicBezTo>
                  <a:pt x="198" y="389"/>
                  <a:pt x="200" y="392"/>
                  <a:pt x="203" y="394"/>
                </a:cubicBezTo>
                <a:cubicBezTo>
                  <a:pt x="205" y="395"/>
                  <a:pt x="205" y="398"/>
                  <a:pt x="204" y="399"/>
                </a:cubicBezTo>
                <a:cubicBezTo>
                  <a:pt x="203" y="400"/>
                  <a:pt x="202" y="401"/>
                  <a:pt x="201" y="401"/>
                </a:cubicBezTo>
                <a:cubicBezTo>
                  <a:pt x="200" y="401"/>
                  <a:pt x="199" y="400"/>
                  <a:pt x="199" y="400"/>
                </a:cubicBezTo>
                <a:cubicBezTo>
                  <a:pt x="195" y="397"/>
                  <a:pt x="192" y="394"/>
                  <a:pt x="190" y="390"/>
                </a:cubicBezTo>
                <a:cubicBezTo>
                  <a:pt x="189" y="388"/>
                  <a:pt x="189" y="386"/>
                  <a:pt x="191" y="385"/>
                </a:cubicBezTo>
                <a:close/>
                <a:moveTo>
                  <a:pt x="206" y="340"/>
                </a:moveTo>
                <a:cubicBezTo>
                  <a:pt x="203" y="342"/>
                  <a:pt x="200" y="345"/>
                  <a:pt x="198" y="348"/>
                </a:cubicBezTo>
                <a:cubicBezTo>
                  <a:pt x="197" y="349"/>
                  <a:pt x="196" y="349"/>
                  <a:pt x="195" y="349"/>
                </a:cubicBezTo>
                <a:cubicBezTo>
                  <a:pt x="194" y="349"/>
                  <a:pt x="194" y="349"/>
                  <a:pt x="193" y="348"/>
                </a:cubicBezTo>
                <a:cubicBezTo>
                  <a:pt x="191" y="347"/>
                  <a:pt x="191" y="345"/>
                  <a:pt x="192" y="343"/>
                </a:cubicBezTo>
                <a:cubicBezTo>
                  <a:pt x="195" y="340"/>
                  <a:pt x="198" y="337"/>
                  <a:pt x="202" y="334"/>
                </a:cubicBezTo>
                <a:cubicBezTo>
                  <a:pt x="204" y="333"/>
                  <a:pt x="206" y="334"/>
                  <a:pt x="207" y="335"/>
                </a:cubicBezTo>
                <a:cubicBezTo>
                  <a:pt x="208" y="337"/>
                  <a:pt x="208" y="339"/>
                  <a:pt x="206" y="340"/>
                </a:cubicBezTo>
                <a:close/>
                <a:moveTo>
                  <a:pt x="255" y="379"/>
                </a:moveTo>
                <a:cubicBezTo>
                  <a:pt x="256" y="376"/>
                  <a:pt x="257" y="372"/>
                  <a:pt x="257" y="368"/>
                </a:cubicBezTo>
                <a:cubicBezTo>
                  <a:pt x="257" y="368"/>
                  <a:pt x="257" y="368"/>
                  <a:pt x="257" y="368"/>
                </a:cubicBezTo>
                <a:cubicBezTo>
                  <a:pt x="257" y="366"/>
                  <a:pt x="258" y="364"/>
                  <a:pt x="260" y="364"/>
                </a:cubicBezTo>
                <a:cubicBezTo>
                  <a:pt x="263" y="364"/>
                  <a:pt x="264" y="366"/>
                  <a:pt x="264" y="368"/>
                </a:cubicBezTo>
                <a:cubicBezTo>
                  <a:pt x="264" y="368"/>
                  <a:pt x="264" y="368"/>
                  <a:pt x="264" y="368"/>
                </a:cubicBezTo>
                <a:cubicBezTo>
                  <a:pt x="264" y="373"/>
                  <a:pt x="263" y="377"/>
                  <a:pt x="262" y="382"/>
                </a:cubicBezTo>
                <a:cubicBezTo>
                  <a:pt x="261" y="383"/>
                  <a:pt x="260" y="384"/>
                  <a:pt x="258" y="384"/>
                </a:cubicBezTo>
                <a:cubicBezTo>
                  <a:pt x="258" y="384"/>
                  <a:pt x="258" y="384"/>
                  <a:pt x="257" y="384"/>
                </a:cubicBezTo>
                <a:cubicBezTo>
                  <a:pt x="255" y="383"/>
                  <a:pt x="254" y="381"/>
                  <a:pt x="255" y="379"/>
                </a:cubicBezTo>
                <a:close/>
                <a:moveTo>
                  <a:pt x="241" y="396"/>
                </a:moveTo>
                <a:cubicBezTo>
                  <a:pt x="245" y="394"/>
                  <a:pt x="247" y="392"/>
                  <a:pt x="250" y="389"/>
                </a:cubicBezTo>
                <a:cubicBezTo>
                  <a:pt x="251" y="387"/>
                  <a:pt x="253" y="387"/>
                  <a:pt x="255" y="388"/>
                </a:cubicBezTo>
                <a:cubicBezTo>
                  <a:pt x="256" y="390"/>
                  <a:pt x="257" y="392"/>
                  <a:pt x="255" y="393"/>
                </a:cubicBezTo>
                <a:cubicBezTo>
                  <a:pt x="253" y="397"/>
                  <a:pt x="249" y="400"/>
                  <a:pt x="245" y="402"/>
                </a:cubicBezTo>
                <a:cubicBezTo>
                  <a:pt x="245" y="403"/>
                  <a:pt x="244" y="403"/>
                  <a:pt x="243" y="403"/>
                </a:cubicBezTo>
                <a:cubicBezTo>
                  <a:pt x="242" y="403"/>
                  <a:pt x="241" y="402"/>
                  <a:pt x="240" y="401"/>
                </a:cubicBezTo>
                <a:cubicBezTo>
                  <a:pt x="239" y="399"/>
                  <a:pt x="240" y="397"/>
                  <a:pt x="241" y="396"/>
                </a:cubicBezTo>
                <a:close/>
                <a:moveTo>
                  <a:pt x="227" y="398"/>
                </a:moveTo>
                <a:cubicBezTo>
                  <a:pt x="228" y="383"/>
                  <a:pt x="228" y="383"/>
                  <a:pt x="228" y="383"/>
                </a:cubicBezTo>
                <a:cubicBezTo>
                  <a:pt x="230" y="383"/>
                  <a:pt x="232" y="382"/>
                  <a:pt x="233" y="381"/>
                </a:cubicBezTo>
                <a:cubicBezTo>
                  <a:pt x="245" y="389"/>
                  <a:pt x="245" y="389"/>
                  <a:pt x="245" y="389"/>
                </a:cubicBezTo>
                <a:cubicBezTo>
                  <a:pt x="240" y="394"/>
                  <a:pt x="234" y="397"/>
                  <a:pt x="227" y="398"/>
                </a:cubicBezTo>
                <a:close/>
                <a:moveTo>
                  <a:pt x="250" y="354"/>
                </a:moveTo>
                <a:cubicBezTo>
                  <a:pt x="252" y="359"/>
                  <a:pt x="253" y="363"/>
                  <a:pt x="253" y="368"/>
                </a:cubicBezTo>
                <a:cubicBezTo>
                  <a:pt x="253" y="370"/>
                  <a:pt x="253" y="372"/>
                  <a:pt x="253" y="374"/>
                </a:cubicBezTo>
                <a:cubicBezTo>
                  <a:pt x="239" y="369"/>
                  <a:pt x="239" y="369"/>
                  <a:pt x="239" y="369"/>
                </a:cubicBezTo>
                <a:cubicBezTo>
                  <a:pt x="239" y="369"/>
                  <a:pt x="240" y="369"/>
                  <a:pt x="240" y="368"/>
                </a:cubicBezTo>
                <a:cubicBezTo>
                  <a:pt x="240" y="366"/>
                  <a:pt x="239" y="365"/>
                  <a:pt x="239" y="363"/>
                </a:cubicBezTo>
                <a:lnTo>
                  <a:pt x="250" y="354"/>
                </a:lnTo>
                <a:close/>
                <a:moveTo>
                  <a:pt x="197" y="380"/>
                </a:moveTo>
                <a:cubicBezTo>
                  <a:pt x="211" y="377"/>
                  <a:pt x="211" y="377"/>
                  <a:pt x="211" y="377"/>
                </a:cubicBezTo>
                <a:cubicBezTo>
                  <a:pt x="212" y="379"/>
                  <a:pt x="213" y="380"/>
                  <a:pt x="215" y="381"/>
                </a:cubicBezTo>
                <a:cubicBezTo>
                  <a:pt x="211" y="395"/>
                  <a:pt x="211" y="395"/>
                  <a:pt x="211" y="395"/>
                </a:cubicBezTo>
                <a:cubicBezTo>
                  <a:pt x="205" y="392"/>
                  <a:pt x="200" y="387"/>
                  <a:pt x="197" y="380"/>
                </a:cubicBezTo>
                <a:close/>
                <a:moveTo>
                  <a:pt x="208" y="402"/>
                </a:moveTo>
                <a:cubicBezTo>
                  <a:pt x="209" y="400"/>
                  <a:pt x="211" y="399"/>
                  <a:pt x="213" y="399"/>
                </a:cubicBezTo>
                <a:cubicBezTo>
                  <a:pt x="216" y="401"/>
                  <a:pt x="220" y="401"/>
                  <a:pt x="224" y="401"/>
                </a:cubicBezTo>
                <a:cubicBezTo>
                  <a:pt x="224" y="401"/>
                  <a:pt x="224" y="401"/>
                  <a:pt x="224" y="401"/>
                </a:cubicBezTo>
                <a:cubicBezTo>
                  <a:pt x="226" y="401"/>
                  <a:pt x="228" y="403"/>
                  <a:pt x="228" y="405"/>
                </a:cubicBezTo>
                <a:cubicBezTo>
                  <a:pt x="228" y="407"/>
                  <a:pt x="226" y="409"/>
                  <a:pt x="224" y="409"/>
                </a:cubicBezTo>
                <a:cubicBezTo>
                  <a:pt x="224" y="409"/>
                  <a:pt x="224" y="408"/>
                  <a:pt x="224" y="408"/>
                </a:cubicBezTo>
                <a:cubicBezTo>
                  <a:pt x="219" y="408"/>
                  <a:pt x="215" y="408"/>
                  <a:pt x="211" y="406"/>
                </a:cubicBezTo>
                <a:cubicBezTo>
                  <a:pt x="209" y="406"/>
                  <a:pt x="208" y="404"/>
                  <a:pt x="208" y="402"/>
                </a:cubicBezTo>
                <a:close/>
              </a:path>
            </a:pathLst>
          </a:custGeom>
          <a:solidFill>
            <a:srgbClr val="1517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12"/>
          <p:cNvSpPr/>
          <p:nvPr/>
        </p:nvSpPr>
        <p:spPr>
          <a:xfrm>
            <a:off x="9017000" y="1857355"/>
            <a:ext cx="2463800" cy="1651671"/>
          </a:xfrm>
          <a:prstGeom prst="rect">
            <a:avLst/>
          </a:prstGeom>
        </p:spPr>
        <p:txBody>
          <a:bodyPr wrap="square">
            <a:spAutoFit/>
          </a:bodyPr>
          <a:lstStyle/>
          <a:p>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80%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Sales</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Nunc a leo magna, sit amet consequat.</a:t>
            </a:r>
          </a:p>
        </p:txBody>
      </p:sp>
      <p:sp>
        <p:nvSpPr>
          <p:cNvPr id="14" name="Rectangle 13"/>
          <p:cNvSpPr/>
          <p:nvPr/>
        </p:nvSpPr>
        <p:spPr>
          <a:xfrm>
            <a:off x="414867" y="1857355"/>
            <a:ext cx="2133600" cy="1651671"/>
          </a:xfrm>
          <a:prstGeom prst="rect">
            <a:avLst/>
          </a:prstGeom>
        </p:spPr>
        <p:txBody>
          <a:bodyPr wrap="square">
            <a:spAutoFit/>
          </a:bodyPr>
          <a:lstStyle/>
          <a:p>
            <a:pPr algn="r"/>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a:p>
            <a:pPr algn="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Income</a:t>
            </a: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Nunc a leo magna.</a:t>
            </a:r>
          </a:p>
        </p:txBody>
      </p:sp>
      <p:sp>
        <p:nvSpPr>
          <p:cNvPr id="32"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33"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34" name="Group 33"/>
          <p:cNvGrpSpPr/>
          <p:nvPr/>
        </p:nvGrpSpPr>
        <p:grpSpPr>
          <a:xfrm>
            <a:off x="745927" y="5735914"/>
            <a:ext cx="10661949" cy="140901"/>
            <a:chOff x="745927" y="5494178"/>
            <a:chExt cx="10661949" cy="140901"/>
          </a:xfrm>
        </p:grpSpPr>
        <p:cxnSp>
          <p:nvCxnSpPr>
            <p:cNvPr id="35" name="Straight Connector 34"/>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4430272" y="5494178"/>
              <a:ext cx="3293258" cy="140901"/>
              <a:chOff x="3978245" y="5494178"/>
              <a:chExt cx="3293258" cy="140901"/>
            </a:xfrm>
          </p:grpSpPr>
          <p:sp>
            <p:nvSpPr>
              <p:cNvPr id="37" name="Rectangle 36"/>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38" name="Rectangle 37"/>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39" name="Rectangle 38"/>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40" name="Rectangle 39"/>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1808045898"/>
      </p:ext>
    </p:extLst>
  </p:cSld>
  <p:clrMapOvr>
    <a:masterClrMapping/>
  </p:clrMapOvr>
  <p:transition spd="slow">
    <p:push dir="u"/>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371068"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Progresif Income</a:t>
            </a:r>
          </a:p>
        </p:txBody>
      </p:sp>
      <p:grpSp>
        <p:nvGrpSpPr>
          <p:cNvPr id="13375" name="Group 13374"/>
          <p:cNvGrpSpPr/>
          <p:nvPr/>
        </p:nvGrpSpPr>
        <p:grpSpPr>
          <a:xfrm>
            <a:off x="609600" y="2032232"/>
            <a:ext cx="3266725" cy="2952227"/>
            <a:chOff x="457200" y="1682926"/>
            <a:chExt cx="2450044" cy="2214170"/>
          </a:xfrm>
        </p:grpSpPr>
        <p:graphicFrame>
          <p:nvGraphicFramePr>
            <p:cNvPr id="94" name="Chart 93"/>
            <p:cNvGraphicFramePr/>
            <p:nvPr>
              <p:extLst>
                <p:ext uri="{D42A27DB-BD31-4B8C-83A1-F6EECF244321}">
                  <p14:modId xmlns:p14="http://schemas.microsoft.com/office/powerpoint/2010/main" val="734284261"/>
                </p:ext>
              </p:extLst>
            </p:nvPr>
          </p:nvGraphicFramePr>
          <p:xfrm>
            <a:off x="457200" y="1682926"/>
            <a:ext cx="2450044" cy="2214170"/>
          </p:xfrm>
          <a:graphic>
            <a:graphicData uri="http://schemas.openxmlformats.org/drawingml/2006/chart">
              <c:chart xmlns:c="http://schemas.openxmlformats.org/drawingml/2006/chart" xmlns:r="http://schemas.openxmlformats.org/officeDocument/2006/relationships" r:id="rId4"/>
            </a:graphicData>
          </a:graphic>
        </p:graphicFrame>
        <p:sp>
          <p:nvSpPr>
            <p:cNvPr id="8" name="Oval 5"/>
            <p:cNvSpPr>
              <a:spLocks noChangeArrowheads="1"/>
            </p:cNvSpPr>
            <p:nvPr/>
          </p:nvSpPr>
          <p:spPr bwMode="auto">
            <a:xfrm>
              <a:off x="659552" y="1766025"/>
              <a:ext cx="2045340" cy="2047973"/>
            </a:xfrm>
            <a:prstGeom prst="ellipse">
              <a:avLst/>
            </a:prstGeom>
            <a:noFill/>
            <a:ln w="76200" cap="flat">
              <a:solidFill>
                <a:schemeClr val="tx1">
                  <a:lumMod val="65000"/>
                  <a:lumOff val="35000"/>
                </a:schemeClr>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6"/>
            <p:cNvSpPr>
              <a:spLocks noEditPoints="1"/>
            </p:cNvSpPr>
            <p:nvPr/>
          </p:nvSpPr>
          <p:spPr bwMode="auto">
            <a:xfrm>
              <a:off x="837236" y="1962136"/>
              <a:ext cx="1689972" cy="1693922"/>
            </a:xfrm>
            <a:custGeom>
              <a:avLst/>
              <a:gdLst>
                <a:gd name="T0" fmla="*/ 0 w 824"/>
                <a:gd name="T1" fmla="*/ 406 h 825"/>
                <a:gd name="T2" fmla="*/ 204 w 824"/>
                <a:gd name="T3" fmla="*/ 769 h 825"/>
                <a:gd name="T4" fmla="*/ 589 w 824"/>
                <a:gd name="T5" fmla="*/ 93 h 825"/>
                <a:gd name="T6" fmla="*/ 600 w 824"/>
                <a:gd name="T7" fmla="*/ 99 h 825"/>
                <a:gd name="T8" fmla="*/ 410 w 824"/>
                <a:gd name="T9" fmla="*/ 0 h 825"/>
                <a:gd name="T10" fmla="*/ 410 w 824"/>
                <a:gd name="T11" fmla="*/ 0 h 825"/>
                <a:gd name="T12" fmla="*/ 370 w 824"/>
                <a:gd name="T13" fmla="*/ 29 h 825"/>
                <a:gd name="T14" fmla="*/ 491 w 824"/>
                <a:gd name="T15" fmla="*/ 791 h 825"/>
                <a:gd name="T16" fmla="*/ 328 w 824"/>
                <a:gd name="T17" fmla="*/ 9 h 825"/>
                <a:gd name="T18" fmla="*/ 541 w 824"/>
                <a:gd name="T19" fmla="*/ 804 h 825"/>
                <a:gd name="T20" fmla="*/ 291 w 824"/>
                <a:gd name="T21" fmla="*/ 46 h 825"/>
                <a:gd name="T22" fmla="*/ 253 w 824"/>
                <a:gd name="T23" fmla="*/ 60 h 825"/>
                <a:gd name="T24" fmla="*/ 638 w 824"/>
                <a:gd name="T25" fmla="*/ 726 h 825"/>
                <a:gd name="T26" fmla="*/ 171 w 824"/>
                <a:gd name="T27" fmla="*/ 78 h 825"/>
                <a:gd name="T28" fmla="*/ 689 w 824"/>
                <a:gd name="T29" fmla="*/ 718 h 825"/>
                <a:gd name="T30" fmla="*/ 152 w 824"/>
                <a:gd name="T31" fmla="*/ 127 h 825"/>
                <a:gd name="T32" fmla="*/ 124 w 824"/>
                <a:gd name="T33" fmla="*/ 155 h 825"/>
                <a:gd name="T34" fmla="*/ 723 w 824"/>
                <a:gd name="T35" fmla="*/ 641 h 825"/>
                <a:gd name="T36" fmla="*/ 79 w 824"/>
                <a:gd name="T37" fmla="*/ 169 h 825"/>
                <a:gd name="T38" fmla="*/ 789 w 824"/>
                <a:gd name="T39" fmla="*/ 579 h 825"/>
                <a:gd name="T40" fmla="*/ 59 w 824"/>
                <a:gd name="T41" fmla="*/ 257 h 825"/>
                <a:gd name="T42" fmla="*/ 44 w 824"/>
                <a:gd name="T43" fmla="*/ 295 h 825"/>
                <a:gd name="T44" fmla="*/ 789 w 824"/>
                <a:gd name="T45" fmla="*/ 494 h 825"/>
                <a:gd name="T46" fmla="*/ 9 w 824"/>
                <a:gd name="T47" fmla="*/ 325 h 825"/>
                <a:gd name="T48" fmla="*/ 822 w 824"/>
                <a:gd name="T49" fmla="*/ 454 h 825"/>
                <a:gd name="T50" fmla="*/ 28 w 824"/>
                <a:gd name="T51" fmla="*/ 374 h 825"/>
                <a:gd name="T52" fmla="*/ 778 w 824"/>
                <a:gd name="T53" fmla="*/ 406 h 825"/>
                <a:gd name="T54" fmla="*/ 822 w 824"/>
                <a:gd name="T55" fmla="*/ 368 h 825"/>
                <a:gd name="T56" fmla="*/ 28 w 824"/>
                <a:gd name="T57" fmla="*/ 454 h 825"/>
                <a:gd name="T58" fmla="*/ 35 w 824"/>
                <a:gd name="T59" fmla="*/ 494 h 825"/>
                <a:gd name="T60" fmla="*/ 780 w 824"/>
                <a:gd name="T61" fmla="*/ 295 h 825"/>
                <a:gd name="T62" fmla="*/ 19 w 824"/>
                <a:gd name="T63" fmla="*/ 538 h 825"/>
                <a:gd name="T64" fmla="*/ 788 w 824"/>
                <a:gd name="T65" fmla="*/ 244 h 825"/>
                <a:gd name="T66" fmla="*/ 60 w 824"/>
                <a:gd name="T67" fmla="*/ 571 h 825"/>
                <a:gd name="T68" fmla="*/ 726 w 824"/>
                <a:gd name="T69" fmla="*/ 224 h 825"/>
                <a:gd name="T70" fmla="*/ 744 w 824"/>
                <a:gd name="T71" fmla="*/ 169 h 825"/>
                <a:gd name="T72" fmla="*/ 100 w 824"/>
                <a:gd name="T73" fmla="*/ 641 h 825"/>
                <a:gd name="T74" fmla="*/ 126 w 824"/>
                <a:gd name="T75" fmla="*/ 672 h 825"/>
                <a:gd name="T76" fmla="*/ 671 w 824"/>
                <a:gd name="T77" fmla="*/ 126 h 825"/>
                <a:gd name="T78" fmla="*/ 135 w 824"/>
                <a:gd name="T79" fmla="*/ 718 h 825"/>
                <a:gd name="T80" fmla="*/ 653 w 824"/>
                <a:gd name="T81" fmla="*/ 78 h 825"/>
                <a:gd name="T82" fmla="*/ 186 w 824"/>
                <a:gd name="T83" fmla="*/ 726 h 825"/>
                <a:gd name="T84" fmla="*/ 256 w 824"/>
                <a:gd name="T85" fmla="*/ 766 h 825"/>
                <a:gd name="T86" fmla="*/ 533 w 824"/>
                <a:gd name="T87" fmla="*/ 46 h 825"/>
                <a:gd name="T88" fmla="*/ 283 w 824"/>
                <a:gd name="T89" fmla="*/ 804 h 825"/>
                <a:gd name="T90" fmla="*/ 496 w 824"/>
                <a:gd name="T91" fmla="*/ 9 h 825"/>
                <a:gd name="T92" fmla="*/ 333 w 824"/>
                <a:gd name="T93" fmla="*/ 790 h 825"/>
                <a:gd name="T94" fmla="*/ 373 w 824"/>
                <a:gd name="T95" fmla="*/ 797 h 825"/>
                <a:gd name="T96" fmla="*/ 589 w 824"/>
                <a:gd name="T97" fmla="*/ 732 h 825"/>
                <a:gd name="T98" fmla="*/ 211 w 824"/>
                <a:gd name="T99" fmla="*/ 52 h 825"/>
                <a:gd name="T100" fmla="*/ 418 w 824"/>
                <a:gd name="T101" fmla="*/ 825 h 825"/>
                <a:gd name="T102" fmla="*/ 732 w 824"/>
                <a:gd name="T103" fmla="*/ 590 h 825"/>
                <a:gd name="T104" fmla="*/ 52 w 824"/>
                <a:gd name="T105" fmla="*/ 212 h 825"/>
                <a:gd name="T106" fmla="*/ 92 w 824"/>
                <a:gd name="T107" fmla="*/ 59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4" h="825">
                  <a:moveTo>
                    <a:pt x="0" y="419"/>
                  </a:moveTo>
                  <a:cubicBezTo>
                    <a:pt x="0" y="414"/>
                    <a:pt x="0" y="414"/>
                    <a:pt x="0" y="414"/>
                  </a:cubicBezTo>
                  <a:cubicBezTo>
                    <a:pt x="0" y="414"/>
                    <a:pt x="0" y="414"/>
                    <a:pt x="0" y="414"/>
                  </a:cubicBezTo>
                  <a:cubicBezTo>
                    <a:pt x="0" y="411"/>
                    <a:pt x="0" y="411"/>
                    <a:pt x="0" y="411"/>
                  </a:cubicBezTo>
                  <a:cubicBezTo>
                    <a:pt x="0" y="411"/>
                    <a:pt x="0" y="411"/>
                    <a:pt x="0" y="411"/>
                  </a:cubicBezTo>
                  <a:cubicBezTo>
                    <a:pt x="0" y="406"/>
                    <a:pt x="0" y="406"/>
                    <a:pt x="0" y="406"/>
                  </a:cubicBezTo>
                  <a:cubicBezTo>
                    <a:pt x="46" y="406"/>
                    <a:pt x="46" y="406"/>
                    <a:pt x="46" y="406"/>
                  </a:cubicBezTo>
                  <a:cubicBezTo>
                    <a:pt x="46" y="419"/>
                    <a:pt x="46" y="419"/>
                    <a:pt x="46" y="419"/>
                  </a:cubicBezTo>
                  <a:lnTo>
                    <a:pt x="0" y="419"/>
                  </a:lnTo>
                  <a:close/>
                  <a:moveTo>
                    <a:pt x="211" y="772"/>
                  </a:moveTo>
                  <a:cubicBezTo>
                    <a:pt x="207" y="770"/>
                    <a:pt x="207" y="770"/>
                    <a:pt x="207" y="770"/>
                  </a:cubicBezTo>
                  <a:cubicBezTo>
                    <a:pt x="204" y="769"/>
                    <a:pt x="204" y="769"/>
                    <a:pt x="204" y="769"/>
                  </a:cubicBezTo>
                  <a:cubicBezTo>
                    <a:pt x="200" y="766"/>
                    <a:pt x="200" y="766"/>
                    <a:pt x="200" y="766"/>
                  </a:cubicBezTo>
                  <a:cubicBezTo>
                    <a:pt x="224" y="726"/>
                    <a:pt x="224" y="726"/>
                    <a:pt x="224" y="726"/>
                  </a:cubicBezTo>
                  <a:cubicBezTo>
                    <a:pt x="234" y="732"/>
                    <a:pt x="234" y="732"/>
                    <a:pt x="234" y="732"/>
                  </a:cubicBezTo>
                  <a:lnTo>
                    <a:pt x="211" y="772"/>
                  </a:lnTo>
                  <a:close/>
                  <a:moveTo>
                    <a:pt x="600" y="99"/>
                  </a:moveTo>
                  <a:cubicBezTo>
                    <a:pt x="589" y="93"/>
                    <a:pt x="589" y="93"/>
                    <a:pt x="589" y="93"/>
                  </a:cubicBezTo>
                  <a:cubicBezTo>
                    <a:pt x="613" y="52"/>
                    <a:pt x="613" y="52"/>
                    <a:pt x="613" y="52"/>
                  </a:cubicBezTo>
                  <a:cubicBezTo>
                    <a:pt x="617" y="55"/>
                    <a:pt x="617" y="55"/>
                    <a:pt x="617" y="55"/>
                  </a:cubicBezTo>
                  <a:cubicBezTo>
                    <a:pt x="617" y="55"/>
                    <a:pt x="617" y="55"/>
                    <a:pt x="617" y="55"/>
                  </a:cubicBezTo>
                  <a:cubicBezTo>
                    <a:pt x="618" y="56"/>
                    <a:pt x="618" y="56"/>
                    <a:pt x="618" y="56"/>
                  </a:cubicBezTo>
                  <a:cubicBezTo>
                    <a:pt x="623" y="59"/>
                    <a:pt x="623" y="59"/>
                    <a:pt x="623" y="59"/>
                  </a:cubicBezTo>
                  <a:lnTo>
                    <a:pt x="600" y="99"/>
                  </a:lnTo>
                  <a:close/>
                  <a:moveTo>
                    <a:pt x="412" y="417"/>
                  </a:moveTo>
                  <a:cubicBezTo>
                    <a:pt x="408" y="417"/>
                    <a:pt x="405" y="414"/>
                    <a:pt x="405" y="411"/>
                  </a:cubicBezTo>
                  <a:cubicBezTo>
                    <a:pt x="405" y="408"/>
                    <a:pt x="408" y="405"/>
                    <a:pt x="412" y="405"/>
                  </a:cubicBezTo>
                  <a:cubicBezTo>
                    <a:pt x="415" y="405"/>
                    <a:pt x="418" y="408"/>
                    <a:pt x="418" y="411"/>
                  </a:cubicBezTo>
                  <a:cubicBezTo>
                    <a:pt x="418" y="414"/>
                    <a:pt x="415" y="417"/>
                    <a:pt x="412" y="417"/>
                  </a:cubicBezTo>
                  <a:close/>
                  <a:moveTo>
                    <a:pt x="410" y="0"/>
                  </a:moveTo>
                  <a:cubicBezTo>
                    <a:pt x="413" y="0"/>
                    <a:pt x="413" y="0"/>
                    <a:pt x="413" y="0"/>
                  </a:cubicBezTo>
                  <a:cubicBezTo>
                    <a:pt x="418" y="0"/>
                    <a:pt x="418" y="0"/>
                    <a:pt x="418" y="0"/>
                  </a:cubicBezTo>
                  <a:cubicBezTo>
                    <a:pt x="418" y="47"/>
                    <a:pt x="418" y="47"/>
                    <a:pt x="418" y="47"/>
                  </a:cubicBezTo>
                  <a:cubicBezTo>
                    <a:pt x="406" y="47"/>
                    <a:pt x="406" y="47"/>
                    <a:pt x="406" y="47"/>
                  </a:cubicBezTo>
                  <a:cubicBezTo>
                    <a:pt x="406" y="0"/>
                    <a:pt x="406" y="0"/>
                    <a:pt x="406" y="0"/>
                  </a:cubicBezTo>
                  <a:lnTo>
                    <a:pt x="410" y="0"/>
                  </a:lnTo>
                  <a:close/>
                  <a:moveTo>
                    <a:pt x="453" y="823"/>
                  </a:moveTo>
                  <a:cubicBezTo>
                    <a:pt x="451" y="797"/>
                    <a:pt x="451" y="797"/>
                    <a:pt x="451" y="797"/>
                  </a:cubicBezTo>
                  <a:cubicBezTo>
                    <a:pt x="454" y="796"/>
                    <a:pt x="454" y="796"/>
                    <a:pt x="454" y="796"/>
                  </a:cubicBezTo>
                  <a:cubicBezTo>
                    <a:pt x="456" y="822"/>
                    <a:pt x="456" y="822"/>
                    <a:pt x="456" y="822"/>
                  </a:cubicBezTo>
                  <a:lnTo>
                    <a:pt x="453" y="823"/>
                  </a:lnTo>
                  <a:close/>
                  <a:moveTo>
                    <a:pt x="370" y="29"/>
                  </a:moveTo>
                  <a:cubicBezTo>
                    <a:pt x="367" y="3"/>
                    <a:pt x="367" y="3"/>
                    <a:pt x="367" y="3"/>
                  </a:cubicBezTo>
                  <a:cubicBezTo>
                    <a:pt x="370" y="2"/>
                    <a:pt x="370" y="2"/>
                    <a:pt x="370" y="2"/>
                  </a:cubicBezTo>
                  <a:cubicBezTo>
                    <a:pt x="373" y="28"/>
                    <a:pt x="373" y="28"/>
                    <a:pt x="373" y="28"/>
                  </a:cubicBezTo>
                  <a:lnTo>
                    <a:pt x="370" y="29"/>
                  </a:lnTo>
                  <a:close/>
                  <a:moveTo>
                    <a:pt x="496" y="816"/>
                  </a:moveTo>
                  <a:cubicBezTo>
                    <a:pt x="491" y="791"/>
                    <a:pt x="491" y="791"/>
                    <a:pt x="491" y="791"/>
                  </a:cubicBezTo>
                  <a:cubicBezTo>
                    <a:pt x="494" y="790"/>
                    <a:pt x="494" y="790"/>
                    <a:pt x="494" y="790"/>
                  </a:cubicBezTo>
                  <a:cubicBezTo>
                    <a:pt x="499" y="815"/>
                    <a:pt x="499" y="815"/>
                    <a:pt x="499" y="815"/>
                  </a:cubicBezTo>
                  <a:lnTo>
                    <a:pt x="496" y="816"/>
                  </a:lnTo>
                  <a:close/>
                  <a:moveTo>
                    <a:pt x="330" y="35"/>
                  </a:moveTo>
                  <a:cubicBezTo>
                    <a:pt x="325" y="10"/>
                    <a:pt x="325" y="10"/>
                    <a:pt x="325" y="10"/>
                  </a:cubicBezTo>
                  <a:cubicBezTo>
                    <a:pt x="328" y="9"/>
                    <a:pt x="328" y="9"/>
                    <a:pt x="328" y="9"/>
                  </a:cubicBezTo>
                  <a:cubicBezTo>
                    <a:pt x="333" y="35"/>
                    <a:pt x="333" y="35"/>
                    <a:pt x="333" y="35"/>
                  </a:cubicBezTo>
                  <a:lnTo>
                    <a:pt x="330" y="35"/>
                  </a:lnTo>
                  <a:close/>
                  <a:moveTo>
                    <a:pt x="538" y="805"/>
                  </a:moveTo>
                  <a:cubicBezTo>
                    <a:pt x="530" y="780"/>
                    <a:pt x="530" y="780"/>
                    <a:pt x="530" y="780"/>
                  </a:cubicBezTo>
                  <a:cubicBezTo>
                    <a:pt x="533" y="779"/>
                    <a:pt x="533" y="779"/>
                    <a:pt x="533" y="779"/>
                  </a:cubicBezTo>
                  <a:cubicBezTo>
                    <a:pt x="541" y="804"/>
                    <a:pt x="541" y="804"/>
                    <a:pt x="541" y="804"/>
                  </a:cubicBezTo>
                  <a:lnTo>
                    <a:pt x="538" y="805"/>
                  </a:lnTo>
                  <a:close/>
                  <a:moveTo>
                    <a:pt x="291" y="46"/>
                  </a:moveTo>
                  <a:cubicBezTo>
                    <a:pt x="283" y="21"/>
                    <a:pt x="283" y="21"/>
                    <a:pt x="283" y="21"/>
                  </a:cubicBezTo>
                  <a:cubicBezTo>
                    <a:pt x="286" y="20"/>
                    <a:pt x="286" y="20"/>
                    <a:pt x="286" y="20"/>
                  </a:cubicBezTo>
                  <a:cubicBezTo>
                    <a:pt x="294" y="45"/>
                    <a:pt x="294" y="45"/>
                    <a:pt x="294" y="45"/>
                  </a:cubicBezTo>
                  <a:lnTo>
                    <a:pt x="291" y="46"/>
                  </a:lnTo>
                  <a:close/>
                  <a:moveTo>
                    <a:pt x="578" y="790"/>
                  </a:moveTo>
                  <a:cubicBezTo>
                    <a:pt x="568" y="766"/>
                    <a:pt x="568" y="766"/>
                    <a:pt x="568" y="766"/>
                  </a:cubicBezTo>
                  <a:cubicBezTo>
                    <a:pt x="570" y="765"/>
                    <a:pt x="570" y="765"/>
                    <a:pt x="570" y="765"/>
                  </a:cubicBezTo>
                  <a:cubicBezTo>
                    <a:pt x="581" y="788"/>
                    <a:pt x="581" y="788"/>
                    <a:pt x="581" y="788"/>
                  </a:cubicBezTo>
                  <a:lnTo>
                    <a:pt x="578" y="790"/>
                  </a:lnTo>
                  <a:close/>
                  <a:moveTo>
                    <a:pt x="253" y="60"/>
                  </a:moveTo>
                  <a:cubicBezTo>
                    <a:pt x="243" y="37"/>
                    <a:pt x="243" y="37"/>
                    <a:pt x="243" y="37"/>
                  </a:cubicBezTo>
                  <a:cubicBezTo>
                    <a:pt x="245" y="35"/>
                    <a:pt x="245" y="35"/>
                    <a:pt x="245" y="35"/>
                  </a:cubicBezTo>
                  <a:cubicBezTo>
                    <a:pt x="256" y="59"/>
                    <a:pt x="256" y="59"/>
                    <a:pt x="256" y="59"/>
                  </a:cubicBezTo>
                  <a:lnTo>
                    <a:pt x="253" y="60"/>
                  </a:lnTo>
                  <a:close/>
                  <a:moveTo>
                    <a:pt x="653" y="747"/>
                  </a:moveTo>
                  <a:cubicBezTo>
                    <a:pt x="638" y="726"/>
                    <a:pt x="638" y="726"/>
                    <a:pt x="638" y="726"/>
                  </a:cubicBezTo>
                  <a:cubicBezTo>
                    <a:pt x="640" y="724"/>
                    <a:pt x="640" y="724"/>
                    <a:pt x="640" y="724"/>
                  </a:cubicBezTo>
                  <a:cubicBezTo>
                    <a:pt x="655" y="745"/>
                    <a:pt x="655" y="745"/>
                    <a:pt x="655" y="745"/>
                  </a:cubicBezTo>
                  <a:lnTo>
                    <a:pt x="653" y="747"/>
                  </a:lnTo>
                  <a:close/>
                  <a:moveTo>
                    <a:pt x="184" y="101"/>
                  </a:moveTo>
                  <a:cubicBezTo>
                    <a:pt x="168" y="80"/>
                    <a:pt x="168" y="80"/>
                    <a:pt x="168" y="80"/>
                  </a:cubicBezTo>
                  <a:cubicBezTo>
                    <a:pt x="171" y="78"/>
                    <a:pt x="171" y="78"/>
                    <a:pt x="171" y="78"/>
                  </a:cubicBezTo>
                  <a:cubicBezTo>
                    <a:pt x="186" y="99"/>
                    <a:pt x="186" y="99"/>
                    <a:pt x="186" y="99"/>
                  </a:cubicBezTo>
                  <a:lnTo>
                    <a:pt x="184" y="101"/>
                  </a:lnTo>
                  <a:close/>
                  <a:moveTo>
                    <a:pt x="687" y="720"/>
                  </a:moveTo>
                  <a:cubicBezTo>
                    <a:pt x="669" y="700"/>
                    <a:pt x="669" y="700"/>
                    <a:pt x="669" y="700"/>
                  </a:cubicBezTo>
                  <a:cubicBezTo>
                    <a:pt x="671" y="699"/>
                    <a:pt x="671" y="699"/>
                    <a:pt x="671" y="699"/>
                  </a:cubicBezTo>
                  <a:cubicBezTo>
                    <a:pt x="689" y="718"/>
                    <a:pt x="689" y="718"/>
                    <a:pt x="689" y="718"/>
                  </a:cubicBezTo>
                  <a:lnTo>
                    <a:pt x="687" y="720"/>
                  </a:lnTo>
                  <a:close/>
                  <a:moveTo>
                    <a:pt x="152" y="127"/>
                  </a:moveTo>
                  <a:cubicBezTo>
                    <a:pt x="135" y="107"/>
                    <a:pt x="135" y="107"/>
                    <a:pt x="135" y="107"/>
                  </a:cubicBezTo>
                  <a:cubicBezTo>
                    <a:pt x="137" y="105"/>
                    <a:pt x="137" y="105"/>
                    <a:pt x="137" y="105"/>
                  </a:cubicBezTo>
                  <a:cubicBezTo>
                    <a:pt x="155" y="125"/>
                    <a:pt x="155" y="125"/>
                    <a:pt x="155" y="125"/>
                  </a:cubicBezTo>
                  <a:lnTo>
                    <a:pt x="152" y="127"/>
                  </a:lnTo>
                  <a:close/>
                  <a:moveTo>
                    <a:pt x="717" y="689"/>
                  </a:moveTo>
                  <a:cubicBezTo>
                    <a:pt x="698" y="672"/>
                    <a:pt x="698" y="672"/>
                    <a:pt x="698" y="672"/>
                  </a:cubicBezTo>
                  <a:cubicBezTo>
                    <a:pt x="700" y="670"/>
                    <a:pt x="700" y="670"/>
                    <a:pt x="700" y="670"/>
                  </a:cubicBezTo>
                  <a:cubicBezTo>
                    <a:pt x="719" y="687"/>
                    <a:pt x="719" y="687"/>
                    <a:pt x="719" y="687"/>
                  </a:cubicBezTo>
                  <a:lnTo>
                    <a:pt x="717" y="689"/>
                  </a:lnTo>
                  <a:close/>
                  <a:moveTo>
                    <a:pt x="124" y="155"/>
                  </a:moveTo>
                  <a:cubicBezTo>
                    <a:pt x="105" y="138"/>
                    <a:pt x="105" y="138"/>
                    <a:pt x="105" y="138"/>
                  </a:cubicBezTo>
                  <a:cubicBezTo>
                    <a:pt x="106" y="136"/>
                    <a:pt x="106" y="136"/>
                    <a:pt x="106" y="136"/>
                  </a:cubicBezTo>
                  <a:cubicBezTo>
                    <a:pt x="126" y="153"/>
                    <a:pt x="126" y="153"/>
                    <a:pt x="126" y="153"/>
                  </a:cubicBezTo>
                  <a:lnTo>
                    <a:pt x="124" y="155"/>
                  </a:lnTo>
                  <a:close/>
                  <a:moveTo>
                    <a:pt x="744" y="656"/>
                  </a:moveTo>
                  <a:cubicBezTo>
                    <a:pt x="723" y="641"/>
                    <a:pt x="723" y="641"/>
                    <a:pt x="723" y="641"/>
                  </a:cubicBezTo>
                  <a:cubicBezTo>
                    <a:pt x="725" y="638"/>
                    <a:pt x="725" y="638"/>
                    <a:pt x="725" y="638"/>
                  </a:cubicBezTo>
                  <a:cubicBezTo>
                    <a:pt x="746" y="654"/>
                    <a:pt x="746" y="654"/>
                    <a:pt x="746" y="654"/>
                  </a:cubicBezTo>
                  <a:lnTo>
                    <a:pt x="744" y="656"/>
                  </a:lnTo>
                  <a:close/>
                  <a:moveTo>
                    <a:pt x="99" y="187"/>
                  </a:moveTo>
                  <a:cubicBezTo>
                    <a:pt x="78" y="171"/>
                    <a:pt x="78" y="171"/>
                    <a:pt x="78" y="171"/>
                  </a:cubicBezTo>
                  <a:cubicBezTo>
                    <a:pt x="79" y="169"/>
                    <a:pt x="79" y="169"/>
                    <a:pt x="79" y="169"/>
                  </a:cubicBezTo>
                  <a:cubicBezTo>
                    <a:pt x="100" y="184"/>
                    <a:pt x="100" y="184"/>
                    <a:pt x="100" y="184"/>
                  </a:cubicBezTo>
                  <a:lnTo>
                    <a:pt x="99" y="187"/>
                  </a:lnTo>
                  <a:close/>
                  <a:moveTo>
                    <a:pt x="788" y="581"/>
                  </a:moveTo>
                  <a:cubicBezTo>
                    <a:pt x="764" y="571"/>
                    <a:pt x="764" y="571"/>
                    <a:pt x="764" y="571"/>
                  </a:cubicBezTo>
                  <a:cubicBezTo>
                    <a:pt x="765" y="568"/>
                    <a:pt x="765" y="568"/>
                    <a:pt x="765" y="568"/>
                  </a:cubicBezTo>
                  <a:cubicBezTo>
                    <a:pt x="789" y="579"/>
                    <a:pt x="789" y="579"/>
                    <a:pt x="789" y="579"/>
                  </a:cubicBezTo>
                  <a:lnTo>
                    <a:pt x="788" y="581"/>
                  </a:lnTo>
                  <a:close/>
                  <a:moveTo>
                    <a:pt x="59" y="257"/>
                  </a:moveTo>
                  <a:cubicBezTo>
                    <a:pt x="35" y="246"/>
                    <a:pt x="35" y="246"/>
                    <a:pt x="35" y="246"/>
                  </a:cubicBezTo>
                  <a:cubicBezTo>
                    <a:pt x="36" y="244"/>
                    <a:pt x="36" y="244"/>
                    <a:pt x="36" y="244"/>
                  </a:cubicBezTo>
                  <a:cubicBezTo>
                    <a:pt x="60" y="254"/>
                    <a:pt x="60" y="254"/>
                    <a:pt x="60" y="254"/>
                  </a:cubicBezTo>
                  <a:lnTo>
                    <a:pt x="59" y="257"/>
                  </a:lnTo>
                  <a:close/>
                  <a:moveTo>
                    <a:pt x="803" y="541"/>
                  </a:moveTo>
                  <a:cubicBezTo>
                    <a:pt x="779" y="533"/>
                    <a:pt x="779" y="533"/>
                    <a:pt x="779" y="533"/>
                  </a:cubicBezTo>
                  <a:cubicBezTo>
                    <a:pt x="780" y="530"/>
                    <a:pt x="780" y="530"/>
                    <a:pt x="780" y="530"/>
                  </a:cubicBezTo>
                  <a:cubicBezTo>
                    <a:pt x="804" y="538"/>
                    <a:pt x="804" y="538"/>
                    <a:pt x="804" y="538"/>
                  </a:cubicBezTo>
                  <a:lnTo>
                    <a:pt x="803" y="541"/>
                  </a:lnTo>
                  <a:close/>
                  <a:moveTo>
                    <a:pt x="44" y="295"/>
                  </a:moveTo>
                  <a:cubicBezTo>
                    <a:pt x="19" y="287"/>
                    <a:pt x="19" y="287"/>
                    <a:pt x="19" y="287"/>
                  </a:cubicBezTo>
                  <a:cubicBezTo>
                    <a:pt x="20" y="284"/>
                    <a:pt x="20" y="284"/>
                    <a:pt x="20" y="284"/>
                  </a:cubicBezTo>
                  <a:cubicBezTo>
                    <a:pt x="45" y="292"/>
                    <a:pt x="45" y="292"/>
                    <a:pt x="45" y="292"/>
                  </a:cubicBezTo>
                  <a:lnTo>
                    <a:pt x="44" y="295"/>
                  </a:lnTo>
                  <a:close/>
                  <a:moveTo>
                    <a:pt x="815" y="500"/>
                  </a:moveTo>
                  <a:cubicBezTo>
                    <a:pt x="789" y="494"/>
                    <a:pt x="789" y="494"/>
                    <a:pt x="789" y="494"/>
                  </a:cubicBezTo>
                  <a:cubicBezTo>
                    <a:pt x="790" y="491"/>
                    <a:pt x="790" y="491"/>
                    <a:pt x="790" y="491"/>
                  </a:cubicBezTo>
                  <a:cubicBezTo>
                    <a:pt x="815" y="497"/>
                    <a:pt x="815" y="497"/>
                    <a:pt x="815" y="497"/>
                  </a:cubicBezTo>
                  <a:lnTo>
                    <a:pt x="815" y="500"/>
                  </a:lnTo>
                  <a:close/>
                  <a:moveTo>
                    <a:pt x="34" y="334"/>
                  </a:moveTo>
                  <a:cubicBezTo>
                    <a:pt x="8" y="328"/>
                    <a:pt x="8" y="328"/>
                    <a:pt x="8" y="328"/>
                  </a:cubicBezTo>
                  <a:cubicBezTo>
                    <a:pt x="9" y="325"/>
                    <a:pt x="9" y="325"/>
                    <a:pt x="9" y="325"/>
                  </a:cubicBezTo>
                  <a:cubicBezTo>
                    <a:pt x="35" y="331"/>
                    <a:pt x="35" y="331"/>
                    <a:pt x="35" y="331"/>
                  </a:cubicBezTo>
                  <a:lnTo>
                    <a:pt x="34" y="334"/>
                  </a:lnTo>
                  <a:close/>
                  <a:moveTo>
                    <a:pt x="822" y="457"/>
                  </a:moveTo>
                  <a:cubicBezTo>
                    <a:pt x="796" y="454"/>
                    <a:pt x="796" y="454"/>
                    <a:pt x="796" y="454"/>
                  </a:cubicBezTo>
                  <a:cubicBezTo>
                    <a:pt x="796" y="451"/>
                    <a:pt x="796" y="451"/>
                    <a:pt x="796" y="451"/>
                  </a:cubicBezTo>
                  <a:cubicBezTo>
                    <a:pt x="822" y="454"/>
                    <a:pt x="822" y="454"/>
                    <a:pt x="822" y="454"/>
                  </a:cubicBezTo>
                  <a:lnTo>
                    <a:pt x="822" y="457"/>
                  </a:lnTo>
                  <a:close/>
                  <a:moveTo>
                    <a:pt x="28" y="374"/>
                  </a:moveTo>
                  <a:cubicBezTo>
                    <a:pt x="2" y="371"/>
                    <a:pt x="2" y="371"/>
                    <a:pt x="2" y="371"/>
                  </a:cubicBezTo>
                  <a:cubicBezTo>
                    <a:pt x="2" y="368"/>
                    <a:pt x="2" y="368"/>
                    <a:pt x="2" y="368"/>
                  </a:cubicBezTo>
                  <a:cubicBezTo>
                    <a:pt x="28" y="371"/>
                    <a:pt x="28" y="371"/>
                    <a:pt x="28" y="371"/>
                  </a:cubicBezTo>
                  <a:lnTo>
                    <a:pt x="28" y="374"/>
                  </a:lnTo>
                  <a:close/>
                  <a:moveTo>
                    <a:pt x="824" y="411"/>
                  </a:moveTo>
                  <a:cubicBezTo>
                    <a:pt x="824" y="411"/>
                    <a:pt x="824" y="411"/>
                    <a:pt x="824" y="411"/>
                  </a:cubicBezTo>
                  <a:cubicBezTo>
                    <a:pt x="824" y="414"/>
                    <a:pt x="824" y="414"/>
                    <a:pt x="824" y="414"/>
                  </a:cubicBezTo>
                  <a:cubicBezTo>
                    <a:pt x="824" y="419"/>
                    <a:pt x="824" y="419"/>
                    <a:pt x="824" y="419"/>
                  </a:cubicBezTo>
                  <a:cubicBezTo>
                    <a:pt x="778" y="419"/>
                    <a:pt x="778" y="419"/>
                    <a:pt x="778" y="419"/>
                  </a:cubicBezTo>
                  <a:cubicBezTo>
                    <a:pt x="778" y="406"/>
                    <a:pt x="778" y="406"/>
                    <a:pt x="778" y="406"/>
                  </a:cubicBezTo>
                  <a:cubicBezTo>
                    <a:pt x="824" y="406"/>
                    <a:pt x="824" y="406"/>
                    <a:pt x="824" y="406"/>
                  </a:cubicBezTo>
                  <a:lnTo>
                    <a:pt x="824" y="411"/>
                  </a:lnTo>
                  <a:close/>
                  <a:moveTo>
                    <a:pt x="822" y="371"/>
                  </a:moveTo>
                  <a:cubicBezTo>
                    <a:pt x="796" y="374"/>
                    <a:pt x="796" y="374"/>
                    <a:pt x="796" y="374"/>
                  </a:cubicBezTo>
                  <a:cubicBezTo>
                    <a:pt x="796" y="371"/>
                    <a:pt x="796" y="371"/>
                    <a:pt x="796" y="371"/>
                  </a:cubicBezTo>
                  <a:cubicBezTo>
                    <a:pt x="822" y="368"/>
                    <a:pt x="822" y="368"/>
                    <a:pt x="822" y="368"/>
                  </a:cubicBezTo>
                  <a:lnTo>
                    <a:pt x="822" y="371"/>
                  </a:lnTo>
                  <a:close/>
                  <a:moveTo>
                    <a:pt x="28" y="454"/>
                  </a:moveTo>
                  <a:cubicBezTo>
                    <a:pt x="2" y="457"/>
                    <a:pt x="2" y="457"/>
                    <a:pt x="2" y="457"/>
                  </a:cubicBezTo>
                  <a:cubicBezTo>
                    <a:pt x="2" y="454"/>
                    <a:pt x="2" y="454"/>
                    <a:pt x="2" y="454"/>
                  </a:cubicBezTo>
                  <a:cubicBezTo>
                    <a:pt x="28" y="451"/>
                    <a:pt x="28" y="451"/>
                    <a:pt x="28" y="451"/>
                  </a:cubicBezTo>
                  <a:lnTo>
                    <a:pt x="28" y="454"/>
                  </a:lnTo>
                  <a:close/>
                  <a:moveTo>
                    <a:pt x="815" y="328"/>
                  </a:moveTo>
                  <a:cubicBezTo>
                    <a:pt x="790" y="334"/>
                    <a:pt x="790" y="334"/>
                    <a:pt x="790" y="334"/>
                  </a:cubicBezTo>
                  <a:cubicBezTo>
                    <a:pt x="789" y="331"/>
                    <a:pt x="789" y="331"/>
                    <a:pt x="789" y="331"/>
                  </a:cubicBezTo>
                  <a:cubicBezTo>
                    <a:pt x="815" y="325"/>
                    <a:pt x="815" y="325"/>
                    <a:pt x="815" y="325"/>
                  </a:cubicBezTo>
                  <a:lnTo>
                    <a:pt x="815" y="328"/>
                  </a:lnTo>
                  <a:close/>
                  <a:moveTo>
                    <a:pt x="35" y="494"/>
                  </a:moveTo>
                  <a:cubicBezTo>
                    <a:pt x="9" y="500"/>
                    <a:pt x="9" y="500"/>
                    <a:pt x="9" y="500"/>
                  </a:cubicBezTo>
                  <a:cubicBezTo>
                    <a:pt x="8" y="497"/>
                    <a:pt x="8" y="497"/>
                    <a:pt x="8" y="497"/>
                  </a:cubicBezTo>
                  <a:cubicBezTo>
                    <a:pt x="34" y="491"/>
                    <a:pt x="34" y="491"/>
                    <a:pt x="34" y="491"/>
                  </a:cubicBezTo>
                  <a:lnTo>
                    <a:pt x="35" y="494"/>
                  </a:lnTo>
                  <a:close/>
                  <a:moveTo>
                    <a:pt x="804" y="287"/>
                  </a:moveTo>
                  <a:cubicBezTo>
                    <a:pt x="780" y="295"/>
                    <a:pt x="780" y="295"/>
                    <a:pt x="780" y="295"/>
                  </a:cubicBezTo>
                  <a:cubicBezTo>
                    <a:pt x="779" y="292"/>
                    <a:pt x="779" y="292"/>
                    <a:pt x="779" y="292"/>
                  </a:cubicBezTo>
                  <a:cubicBezTo>
                    <a:pt x="803" y="284"/>
                    <a:pt x="803" y="284"/>
                    <a:pt x="803" y="284"/>
                  </a:cubicBezTo>
                  <a:lnTo>
                    <a:pt x="804" y="287"/>
                  </a:lnTo>
                  <a:close/>
                  <a:moveTo>
                    <a:pt x="45" y="533"/>
                  </a:moveTo>
                  <a:cubicBezTo>
                    <a:pt x="20" y="541"/>
                    <a:pt x="20" y="541"/>
                    <a:pt x="20" y="541"/>
                  </a:cubicBezTo>
                  <a:cubicBezTo>
                    <a:pt x="19" y="538"/>
                    <a:pt x="19" y="538"/>
                    <a:pt x="19" y="538"/>
                  </a:cubicBezTo>
                  <a:cubicBezTo>
                    <a:pt x="44" y="530"/>
                    <a:pt x="44" y="530"/>
                    <a:pt x="44" y="530"/>
                  </a:cubicBezTo>
                  <a:lnTo>
                    <a:pt x="45" y="533"/>
                  </a:lnTo>
                  <a:close/>
                  <a:moveTo>
                    <a:pt x="789" y="246"/>
                  </a:moveTo>
                  <a:cubicBezTo>
                    <a:pt x="765" y="257"/>
                    <a:pt x="765" y="257"/>
                    <a:pt x="765" y="257"/>
                  </a:cubicBezTo>
                  <a:cubicBezTo>
                    <a:pt x="764" y="254"/>
                    <a:pt x="764" y="254"/>
                    <a:pt x="764" y="254"/>
                  </a:cubicBezTo>
                  <a:cubicBezTo>
                    <a:pt x="788" y="244"/>
                    <a:pt x="788" y="244"/>
                    <a:pt x="788" y="244"/>
                  </a:cubicBezTo>
                  <a:lnTo>
                    <a:pt x="789" y="246"/>
                  </a:lnTo>
                  <a:close/>
                  <a:moveTo>
                    <a:pt x="60" y="571"/>
                  </a:moveTo>
                  <a:cubicBezTo>
                    <a:pt x="36" y="581"/>
                    <a:pt x="36" y="581"/>
                    <a:pt x="36" y="581"/>
                  </a:cubicBezTo>
                  <a:cubicBezTo>
                    <a:pt x="35" y="579"/>
                    <a:pt x="35" y="579"/>
                    <a:pt x="35" y="579"/>
                  </a:cubicBezTo>
                  <a:cubicBezTo>
                    <a:pt x="59" y="568"/>
                    <a:pt x="59" y="568"/>
                    <a:pt x="59" y="568"/>
                  </a:cubicBezTo>
                  <a:lnTo>
                    <a:pt x="60" y="571"/>
                  </a:lnTo>
                  <a:close/>
                  <a:moveTo>
                    <a:pt x="768" y="205"/>
                  </a:moveTo>
                  <a:cubicBezTo>
                    <a:pt x="768" y="205"/>
                    <a:pt x="768" y="205"/>
                    <a:pt x="768" y="205"/>
                  </a:cubicBezTo>
                  <a:cubicBezTo>
                    <a:pt x="769" y="207"/>
                    <a:pt x="769" y="207"/>
                    <a:pt x="769" y="207"/>
                  </a:cubicBezTo>
                  <a:cubicBezTo>
                    <a:pt x="772" y="212"/>
                    <a:pt x="772" y="212"/>
                    <a:pt x="772" y="212"/>
                  </a:cubicBezTo>
                  <a:cubicBezTo>
                    <a:pt x="732" y="235"/>
                    <a:pt x="732" y="235"/>
                    <a:pt x="732" y="235"/>
                  </a:cubicBezTo>
                  <a:cubicBezTo>
                    <a:pt x="726" y="224"/>
                    <a:pt x="726" y="224"/>
                    <a:pt x="726" y="224"/>
                  </a:cubicBezTo>
                  <a:cubicBezTo>
                    <a:pt x="766" y="201"/>
                    <a:pt x="766" y="201"/>
                    <a:pt x="766" y="201"/>
                  </a:cubicBezTo>
                  <a:lnTo>
                    <a:pt x="768" y="205"/>
                  </a:lnTo>
                  <a:close/>
                  <a:moveTo>
                    <a:pt x="746" y="171"/>
                  </a:moveTo>
                  <a:cubicBezTo>
                    <a:pt x="725" y="187"/>
                    <a:pt x="725" y="187"/>
                    <a:pt x="725" y="187"/>
                  </a:cubicBezTo>
                  <a:cubicBezTo>
                    <a:pt x="723" y="184"/>
                    <a:pt x="723" y="184"/>
                    <a:pt x="723" y="184"/>
                  </a:cubicBezTo>
                  <a:cubicBezTo>
                    <a:pt x="744" y="169"/>
                    <a:pt x="744" y="169"/>
                    <a:pt x="744" y="169"/>
                  </a:cubicBezTo>
                  <a:lnTo>
                    <a:pt x="746" y="171"/>
                  </a:lnTo>
                  <a:close/>
                  <a:moveTo>
                    <a:pt x="100" y="641"/>
                  </a:moveTo>
                  <a:cubicBezTo>
                    <a:pt x="79" y="656"/>
                    <a:pt x="79" y="656"/>
                    <a:pt x="79" y="656"/>
                  </a:cubicBezTo>
                  <a:cubicBezTo>
                    <a:pt x="78" y="654"/>
                    <a:pt x="78" y="654"/>
                    <a:pt x="78" y="654"/>
                  </a:cubicBezTo>
                  <a:cubicBezTo>
                    <a:pt x="99" y="638"/>
                    <a:pt x="99" y="638"/>
                    <a:pt x="99" y="638"/>
                  </a:cubicBezTo>
                  <a:lnTo>
                    <a:pt x="100" y="641"/>
                  </a:lnTo>
                  <a:close/>
                  <a:moveTo>
                    <a:pt x="719" y="138"/>
                  </a:moveTo>
                  <a:cubicBezTo>
                    <a:pt x="700" y="155"/>
                    <a:pt x="700" y="155"/>
                    <a:pt x="700" y="155"/>
                  </a:cubicBezTo>
                  <a:cubicBezTo>
                    <a:pt x="698" y="153"/>
                    <a:pt x="698" y="153"/>
                    <a:pt x="698" y="153"/>
                  </a:cubicBezTo>
                  <a:cubicBezTo>
                    <a:pt x="717" y="136"/>
                    <a:pt x="717" y="136"/>
                    <a:pt x="717" y="136"/>
                  </a:cubicBezTo>
                  <a:lnTo>
                    <a:pt x="719" y="138"/>
                  </a:lnTo>
                  <a:close/>
                  <a:moveTo>
                    <a:pt x="126" y="672"/>
                  </a:moveTo>
                  <a:cubicBezTo>
                    <a:pt x="106" y="689"/>
                    <a:pt x="106" y="689"/>
                    <a:pt x="106" y="689"/>
                  </a:cubicBezTo>
                  <a:cubicBezTo>
                    <a:pt x="105" y="687"/>
                    <a:pt x="105" y="687"/>
                    <a:pt x="105" y="687"/>
                  </a:cubicBezTo>
                  <a:cubicBezTo>
                    <a:pt x="124" y="670"/>
                    <a:pt x="124" y="670"/>
                    <a:pt x="124" y="670"/>
                  </a:cubicBezTo>
                  <a:lnTo>
                    <a:pt x="126" y="672"/>
                  </a:lnTo>
                  <a:close/>
                  <a:moveTo>
                    <a:pt x="689" y="107"/>
                  </a:moveTo>
                  <a:cubicBezTo>
                    <a:pt x="671" y="126"/>
                    <a:pt x="671" y="126"/>
                    <a:pt x="671" y="126"/>
                  </a:cubicBezTo>
                  <a:cubicBezTo>
                    <a:pt x="669" y="124"/>
                    <a:pt x="669" y="124"/>
                    <a:pt x="669" y="124"/>
                  </a:cubicBezTo>
                  <a:cubicBezTo>
                    <a:pt x="687" y="105"/>
                    <a:pt x="687" y="105"/>
                    <a:pt x="687" y="105"/>
                  </a:cubicBezTo>
                  <a:lnTo>
                    <a:pt x="689" y="107"/>
                  </a:lnTo>
                  <a:close/>
                  <a:moveTo>
                    <a:pt x="155" y="700"/>
                  </a:moveTo>
                  <a:cubicBezTo>
                    <a:pt x="137" y="720"/>
                    <a:pt x="137" y="720"/>
                    <a:pt x="137" y="720"/>
                  </a:cubicBezTo>
                  <a:cubicBezTo>
                    <a:pt x="135" y="718"/>
                    <a:pt x="135" y="718"/>
                    <a:pt x="135" y="718"/>
                  </a:cubicBezTo>
                  <a:cubicBezTo>
                    <a:pt x="152" y="698"/>
                    <a:pt x="152" y="698"/>
                    <a:pt x="152" y="698"/>
                  </a:cubicBezTo>
                  <a:lnTo>
                    <a:pt x="155" y="700"/>
                  </a:lnTo>
                  <a:close/>
                  <a:moveTo>
                    <a:pt x="655" y="80"/>
                  </a:moveTo>
                  <a:cubicBezTo>
                    <a:pt x="640" y="101"/>
                    <a:pt x="640" y="101"/>
                    <a:pt x="640" y="101"/>
                  </a:cubicBezTo>
                  <a:cubicBezTo>
                    <a:pt x="638" y="99"/>
                    <a:pt x="638" y="99"/>
                    <a:pt x="638" y="99"/>
                  </a:cubicBezTo>
                  <a:cubicBezTo>
                    <a:pt x="653" y="78"/>
                    <a:pt x="653" y="78"/>
                    <a:pt x="653" y="78"/>
                  </a:cubicBezTo>
                  <a:lnTo>
                    <a:pt x="655" y="80"/>
                  </a:lnTo>
                  <a:close/>
                  <a:moveTo>
                    <a:pt x="186" y="726"/>
                  </a:moveTo>
                  <a:cubicBezTo>
                    <a:pt x="171" y="747"/>
                    <a:pt x="171" y="747"/>
                    <a:pt x="171" y="747"/>
                  </a:cubicBezTo>
                  <a:cubicBezTo>
                    <a:pt x="168" y="745"/>
                    <a:pt x="168" y="745"/>
                    <a:pt x="168" y="745"/>
                  </a:cubicBezTo>
                  <a:cubicBezTo>
                    <a:pt x="184" y="724"/>
                    <a:pt x="184" y="724"/>
                    <a:pt x="184" y="724"/>
                  </a:cubicBezTo>
                  <a:lnTo>
                    <a:pt x="186" y="726"/>
                  </a:lnTo>
                  <a:close/>
                  <a:moveTo>
                    <a:pt x="581" y="37"/>
                  </a:moveTo>
                  <a:cubicBezTo>
                    <a:pt x="570" y="60"/>
                    <a:pt x="570" y="60"/>
                    <a:pt x="570" y="60"/>
                  </a:cubicBezTo>
                  <a:cubicBezTo>
                    <a:pt x="568" y="59"/>
                    <a:pt x="568" y="59"/>
                    <a:pt x="568" y="59"/>
                  </a:cubicBezTo>
                  <a:cubicBezTo>
                    <a:pt x="578" y="35"/>
                    <a:pt x="578" y="35"/>
                    <a:pt x="578" y="35"/>
                  </a:cubicBezTo>
                  <a:lnTo>
                    <a:pt x="581" y="37"/>
                  </a:lnTo>
                  <a:close/>
                  <a:moveTo>
                    <a:pt x="256" y="766"/>
                  </a:moveTo>
                  <a:cubicBezTo>
                    <a:pt x="245" y="790"/>
                    <a:pt x="245" y="790"/>
                    <a:pt x="245" y="790"/>
                  </a:cubicBezTo>
                  <a:cubicBezTo>
                    <a:pt x="243" y="788"/>
                    <a:pt x="243" y="788"/>
                    <a:pt x="243" y="788"/>
                  </a:cubicBezTo>
                  <a:cubicBezTo>
                    <a:pt x="253" y="764"/>
                    <a:pt x="253" y="764"/>
                    <a:pt x="253" y="764"/>
                  </a:cubicBezTo>
                  <a:lnTo>
                    <a:pt x="256" y="766"/>
                  </a:lnTo>
                  <a:close/>
                  <a:moveTo>
                    <a:pt x="541" y="21"/>
                  </a:moveTo>
                  <a:cubicBezTo>
                    <a:pt x="533" y="46"/>
                    <a:pt x="533" y="46"/>
                    <a:pt x="533" y="46"/>
                  </a:cubicBezTo>
                  <a:cubicBezTo>
                    <a:pt x="530" y="45"/>
                    <a:pt x="530" y="45"/>
                    <a:pt x="530" y="45"/>
                  </a:cubicBezTo>
                  <a:cubicBezTo>
                    <a:pt x="538" y="20"/>
                    <a:pt x="538" y="20"/>
                    <a:pt x="538" y="20"/>
                  </a:cubicBezTo>
                  <a:lnTo>
                    <a:pt x="541" y="21"/>
                  </a:lnTo>
                  <a:close/>
                  <a:moveTo>
                    <a:pt x="294" y="780"/>
                  </a:moveTo>
                  <a:cubicBezTo>
                    <a:pt x="286" y="805"/>
                    <a:pt x="286" y="805"/>
                    <a:pt x="286" y="805"/>
                  </a:cubicBezTo>
                  <a:cubicBezTo>
                    <a:pt x="283" y="804"/>
                    <a:pt x="283" y="804"/>
                    <a:pt x="283" y="804"/>
                  </a:cubicBezTo>
                  <a:cubicBezTo>
                    <a:pt x="291" y="779"/>
                    <a:pt x="291" y="779"/>
                    <a:pt x="291" y="779"/>
                  </a:cubicBezTo>
                  <a:lnTo>
                    <a:pt x="294" y="780"/>
                  </a:lnTo>
                  <a:close/>
                  <a:moveTo>
                    <a:pt x="499" y="10"/>
                  </a:moveTo>
                  <a:cubicBezTo>
                    <a:pt x="494" y="35"/>
                    <a:pt x="494" y="35"/>
                    <a:pt x="494" y="35"/>
                  </a:cubicBezTo>
                  <a:cubicBezTo>
                    <a:pt x="491" y="34"/>
                    <a:pt x="491" y="34"/>
                    <a:pt x="491" y="34"/>
                  </a:cubicBezTo>
                  <a:cubicBezTo>
                    <a:pt x="496" y="9"/>
                    <a:pt x="496" y="9"/>
                    <a:pt x="496" y="9"/>
                  </a:cubicBezTo>
                  <a:lnTo>
                    <a:pt x="499" y="10"/>
                  </a:lnTo>
                  <a:close/>
                  <a:moveTo>
                    <a:pt x="333" y="790"/>
                  </a:moveTo>
                  <a:cubicBezTo>
                    <a:pt x="328" y="816"/>
                    <a:pt x="328" y="816"/>
                    <a:pt x="328" y="816"/>
                  </a:cubicBezTo>
                  <a:cubicBezTo>
                    <a:pt x="325" y="815"/>
                    <a:pt x="325" y="815"/>
                    <a:pt x="325" y="815"/>
                  </a:cubicBezTo>
                  <a:cubicBezTo>
                    <a:pt x="330" y="790"/>
                    <a:pt x="330" y="790"/>
                    <a:pt x="330" y="790"/>
                  </a:cubicBezTo>
                  <a:lnTo>
                    <a:pt x="333" y="790"/>
                  </a:lnTo>
                  <a:close/>
                  <a:moveTo>
                    <a:pt x="456" y="3"/>
                  </a:moveTo>
                  <a:cubicBezTo>
                    <a:pt x="454" y="29"/>
                    <a:pt x="454" y="29"/>
                    <a:pt x="454" y="29"/>
                  </a:cubicBezTo>
                  <a:cubicBezTo>
                    <a:pt x="451" y="28"/>
                    <a:pt x="451" y="28"/>
                    <a:pt x="451" y="28"/>
                  </a:cubicBezTo>
                  <a:cubicBezTo>
                    <a:pt x="453" y="2"/>
                    <a:pt x="453" y="2"/>
                    <a:pt x="453" y="2"/>
                  </a:cubicBezTo>
                  <a:lnTo>
                    <a:pt x="456" y="3"/>
                  </a:lnTo>
                  <a:close/>
                  <a:moveTo>
                    <a:pt x="373" y="797"/>
                  </a:moveTo>
                  <a:cubicBezTo>
                    <a:pt x="370" y="823"/>
                    <a:pt x="370" y="823"/>
                    <a:pt x="370" y="823"/>
                  </a:cubicBezTo>
                  <a:cubicBezTo>
                    <a:pt x="367" y="822"/>
                    <a:pt x="367" y="822"/>
                    <a:pt x="367" y="822"/>
                  </a:cubicBezTo>
                  <a:cubicBezTo>
                    <a:pt x="370" y="796"/>
                    <a:pt x="370" y="796"/>
                    <a:pt x="370" y="796"/>
                  </a:cubicBezTo>
                  <a:lnTo>
                    <a:pt x="373" y="797"/>
                  </a:lnTo>
                  <a:close/>
                  <a:moveTo>
                    <a:pt x="613" y="772"/>
                  </a:moveTo>
                  <a:cubicBezTo>
                    <a:pt x="589" y="732"/>
                    <a:pt x="589" y="732"/>
                    <a:pt x="589" y="732"/>
                  </a:cubicBezTo>
                  <a:cubicBezTo>
                    <a:pt x="600" y="726"/>
                    <a:pt x="600" y="726"/>
                    <a:pt x="600" y="726"/>
                  </a:cubicBezTo>
                  <a:cubicBezTo>
                    <a:pt x="623" y="766"/>
                    <a:pt x="623" y="766"/>
                    <a:pt x="623" y="766"/>
                  </a:cubicBezTo>
                  <a:lnTo>
                    <a:pt x="613" y="772"/>
                  </a:lnTo>
                  <a:close/>
                  <a:moveTo>
                    <a:pt x="224" y="99"/>
                  </a:moveTo>
                  <a:cubicBezTo>
                    <a:pt x="200" y="59"/>
                    <a:pt x="200" y="59"/>
                    <a:pt x="200" y="59"/>
                  </a:cubicBezTo>
                  <a:cubicBezTo>
                    <a:pt x="211" y="52"/>
                    <a:pt x="211" y="52"/>
                    <a:pt x="211" y="52"/>
                  </a:cubicBezTo>
                  <a:cubicBezTo>
                    <a:pt x="234" y="93"/>
                    <a:pt x="234" y="93"/>
                    <a:pt x="234" y="93"/>
                  </a:cubicBezTo>
                  <a:lnTo>
                    <a:pt x="224" y="99"/>
                  </a:lnTo>
                  <a:close/>
                  <a:moveTo>
                    <a:pt x="406" y="825"/>
                  </a:moveTo>
                  <a:cubicBezTo>
                    <a:pt x="406" y="778"/>
                    <a:pt x="406" y="778"/>
                    <a:pt x="406" y="778"/>
                  </a:cubicBezTo>
                  <a:cubicBezTo>
                    <a:pt x="418" y="778"/>
                    <a:pt x="418" y="778"/>
                    <a:pt x="418" y="778"/>
                  </a:cubicBezTo>
                  <a:cubicBezTo>
                    <a:pt x="418" y="825"/>
                    <a:pt x="418" y="825"/>
                    <a:pt x="418" y="825"/>
                  </a:cubicBezTo>
                  <a:cubicBezTo>
                    <a:pt x="413" y="825"/>
                    <a:pt x="413" y="825"/>
                    <a:pt x="413" y="825"/>
                  </a:cubicBezTo>
                  <a:cubicBezTo>
                    <a:pt x="410" y="825"/>
                    <a:pt x="410" y="825"/>
                    <a:pt x="410" y="825"/>
                  </a:cubicBezTo>
                  <a:lnTo>
                    <a:pt x="406" y="825"/>
                  </a:lnTo>
                  <a:close/>
                  <a:moveTo>
                    <a:pt x="766" y="624"/>
                  </a:moveTo>
                  <a:cubicBezTo>
                    <a:pt x="726" y="601"/>
                    <a:pt x="726" y="601"/>
                    <a:pt x="726" y="601"/>
                  </a:cubicBezTo>
                  <a:cubicBezTo>
                    <a:pt x="732" y="590"/>
                    <a:pt x="732" y="590"/>
                    <a:pt x="732" y="590"/>
                  </a:cubicBezTo>
                  <a:cubicBezTo>
                    <a:pt x="772" y="613"/>
                    <a:pt x="772" y="613"/>
                    <a:pt x="772" y="613"/>
                  </a:cubicBezTo>
                  <a:cubicBezTo>
                    <a:pt x="769" y="617"/>
                    <a:pt x="769" y="617"/>
                    <a:pt x="769" y="617"/>
                  </a:cubicBezTo>
                  <a:cubicBezTo>
                    <a:pt x="769" y="617"/>
                    <a:pt x="769" y="617"/>
                    <a:pt x="769" y="617"/>
                  </a:cubicBezTo>
                  <a:lnTo>
                    <a:pt x="766" y="624"/>
                  </a:lnTo>
                  <a:close/>
                  <a:moveTo>
                    <a:pt x="92" y="235"/>
                  </a:moveTo>
                  <a:cubicBezTo>
                    <a:pt x="52" y="212"/>
                    <a:pt x="52" y="212"/>
                    <a:pt x="52" y="212"/>
                  </a:cubicBezTo>
                  <a:cubicBezTo>
                    <a:pt x="58" y="201"/>
                    <a:pt x="58" y="201"/>
                    <a:pt x="58" y="201"/>
                  </a:cubicBezTo>
                  <a:cubicBezTo>
                    <a:pt x="98" y="224"/>
                    <a:pt x="98" y="224"/>
                    <a:pt x="98" y="224"/>
                  </a:cubicBezTo>
                  <a:lnTo>
                    <a:pt x="92" y="235"/>
                  </a:lnTo>
                  <a:close/>
                  <a:moveTo>
                    <a:pt x="58" y="624"/>
                  </a:moveTo>
                  <a:cubicBezTo>
                    <a:pt x="52" y="613"/>
                    <a:pt x="52" y="613"/>
                    <a:pt x="52" y="613"/>
                  </a:cubicBezTo>
                  <a:cubicBezTo>
                    <a:pt x="92" y="590"/>
                    <a:pt x="92" y="590"/>
                    <a:pt x="92" y="590"/>
                  </a:cubicBezTo>
                  <a:cubicBezTo>
                    <a:pt x="98" y="601"/>
                    <a:pt x="98" y="601"/>
                    <a:pt x="98" y="601"/>
                  </a:cubicBezTo>
                  <a:lnTo>
                    <a:pt x="58" y="624"/>
                  </a:lnTo>
                  <a:close/>
                </a:path>
              </a:pathLst>
            </a:custGeom>
            <a:solidFill>
              <a:srgbClr val="353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371" name="Freeform 87"/>
            <p:cNvSpPr/>
            <p:nvPr/>
          </p:nvSpPr>
          <p:spPr bwMode="auto">
            <a:xfrm rot="17222488">
              <a:off x="1253806" y="2273128"/>
              <a:ext cx="856832" cy="279030"/>
            </a:xfrm>
            <a:custGeom>
              <a:avLst/>
              <a:gdLst>
                <a:gd name="T0" fmla="*/ 651 w 651"/>
                <a:gd name="T1" fmla="*/ 0 h 212"/>
                <a:gd name="T2" fmla="*/ 0 w 651"/>
                <a:gd name="T3" fmla="*/ 209 h 212"/>
                <a:gd name="T4" fmla="*/ 86 w 651"/>
                <a:gd name="T5" fmla="*/ 212 h 212"/>
                <a:gd name="T6" fmla="*/ 651 w 651"/>
                <a:gd name="T7" fmla="*/ 0 h 212"/>
              </a:gdLst>
              <a:ahLst/>
              <a:cxnLst>
                <a:cxn ang="0">
                  <a:pos x="T0" y="T1"/>
                </a:cxn>
                <a:cxn ang="0">
                  <a:pos x="T2" y="T3"/>
                </a:cxn>
                <a:cxn ang="0">
                  <a:pos x="T4" y="T5"/>
                </a:cxn>
                <a:cxn ang="0">
                  <a:pos x="T6" y="T7"/>
                </a:cxn>
              </a:cxnLst>
              <a:rect l="0" t="0" r="r" b="b"/>
              <a:pathLst>
                <a:path w="651" h="211">
                  <a:moveTo>
                    <a:pt x="651" y="0"/>
                  </a:moveTo>
                  <a:lnTo>
                    <a:pt x="0" y="209"/>
                  </a:lnTo>
                  <a:lnTo>
                    <a:pt x="86" y="212"/>
                  </a:lnTo>
                  <a:lnTo>
                    <a:pt x="651" y="0"/>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372" name="Freeform 88"/>
            <p:cNvSpPr/>
            <p:nvPr/>
          </p:nvSpPr>
          <p:spPr bwMode="auto">
            <a:xfrm rot="20377492">
              <a:off x="1212761" y="2508537"/>
              <a:ext cx="525155" cy="392221"/>
            </a:xfrm>
            <a:custGeom>
              <a:avLst/>
              <a:gdLst>
                <a:gd name="T0" fmla="*/ 0 w 399"/>
                <a:gd name="T1" fmla="*/ 0 h 298"/>
                <a:gd name="T2" fmla="*/ 399 w 399"/>
                <a:gd name="T3" fmla="*/ 298 h 298"/>
                <a:gd name="T4" fmla="*/ 334 w 399"/>
                <a:gd name="T5" fmla="*/ 289 h 298"/>
                <a:gd name="T6" fmla="*/ 0 w 399"/>
                <a:gd name="T7" fmla="*/ 0 h 298"/>
              </a:gdLst>
              <a:ahLst/>
              <a:cxnLst>
                <a:cxn ang="0">
                  <a:pos x="T0" y="T1"/>
                </a:cxn>
                <a:cxn ang="0">
                  <a:pos x="T2" y="T3"/>
                </a:cxn>
                <a:cxn ang="0">
                  <a:pos x="T4" y="T5"/>
                </a:cxn>
                <a:cxn ang="0">
                  <a:pos x="T6" y="T7"/>
                </a:cxn>
              </a:cxnLst>
              <a:rect l="0" t="0" r="r" b="b"/>
              <a:pathLst>
                <a:path w="399" h="298">
                  <a:moveTo>
                    <a:pt x="0" y="0"/>
                  </a:moveTo>
                  <a:lnTo>
                    <a:pt x="399" y="298"/>
                  </a:lnTo>
                  <a:lnTo>
                    <a:pt x="334" y="289"/>
                  </a:lnTo>
                  <a:lnTo>
                    <a:pt x="0" y="0"/>
                  </a:lnTo>
                  <a:close/>
                </a:path>
              </a:pathLst>
            </a:custGeom>
            <a:solidFill>
              <a:srgbClr val="1111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96" name="Rectangle 95"/>
          <p:cNvSpPr/>
          <p:nvPr/>
        </p:nvSpPr>
        <p:spPr>
          <a:xfrm>
            <a:off x="3769239" y="2500305"/>
            <a:ext cx="2352179" cy="1774781"/>
          </a:xfrm>
          <a:prstGeom prst="rect">
            <a:avLst/>
          </a:prstGeom>
        </p:spPr>
        <p:txBody>
          <a:bodyPr wrap="square">
            <a:spAutoFit/>
          </a:bodyPr>
          <a:lstStyle/>
          <a:p>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80%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Income</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Nunc a leo magna.</a:t>
            </a:r>
          </a:p>
        </p:txBody>
      </p:sp>
      <p:grpSp>
        <p:nvGrpSpPr>
          <p:cNvPr id="64" name="Group 63"/>
          <p:cNvGrpSpPr/>
          <p:nvPr/>
        </p:nvGrpSpPr>
        <p:grpSpPr>
          <a:xfrm>
            <a:off x="6038304" y="2093904"/>
            <a:ext cx="3266725" cy="2952227"/>
            <a:chOff x="4528728" y="1729180"/>
            <a:chExt cx="2450044" cy="2214170"/>
          </a:xfrm>
        </p:grpSpPr>
        <p:graphicFrame>
          <p:nvGraphicFramePr>
            <p:cNvPr id="98" name="Chart 97"/>
            <p:cNvGraphicFramePr/>
            <p:nvPr>
              <p:extLst>
                <p:ext uri="{D42A27DB-BD31-4B8C-83A1-F6EECF244321}">
                  <p14:modId xmlns:p14="http://schemas.microsoft.com/office/powerpoint/2010/main" val="657800945"/>
                </p:ext>
              </p:extLst>
            </p:nvPr>
          </p:nvGraphicFramePr>
          <p:xfrm>
            <a:off x="4528728" y="1729180"/>
            <a:ext cx="2450044" cy="2214170"/>
          </p:xfrm>
          <a:graphic>
            <a:graphicData uri="http://schemas.openxmlformats.org/drawingml/2006/chart">
              <c:chart xmlns:c="http://schemas.openxmlformats.org/drawingml/2006/chart" xmlns:r="http://schemas.openxmlformats.org/officeDocument/2006/relationships" r:id="rId5"/>
            </a:graphicData>
          </a:graphic>
        </p:graphicFrame>
        <p:sp>
          <p:nvSpPr>
            <p:cNvPr id="99" name="Oval 5"/>
            <p:cNvSpPr>
              <a:spLocks noChangeArrowheads="1"/>
            </p:cNvSpPr>
            <p:nvPr/>
          </p:nvSpPr>
          <p:spPr bwMode="auto">
            <a:xfrm>
              <a:off x="4731080" y="1812279"/>
              <a:ext cx="2045340" cy="2047973"/>
            </a:xfrm>
            <a:prstGeom prst="ellipse">
              <a:avLst/>
            </a:prstGeom>
            <a:noFill/>
            <a:ln w="76200" cap="flat">
              <a:solidFill>
                <a:schemeClr val="tx1">
                  <a:lumMod val="65000"/>
                  <a:lumOff val="35000"/>
                </a:schemeClr>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0" name="Freeform 6"/>
            <p:cNvSpPr>
              <a:spLocks noEditPoints="1"/>
            </p:cNvSpPr>
            <p:nvPr/>
          </p:nvSpPr>
          <p:spPr bwMode="auto">
            <a:xfrm>
              <a:off x="4908764" y="2008390"/>
              <a:ext cx="1689972" cy="1693922"/>
            </a:xfrm>
            <a:custGeom>
              <a:avLst/>
              <a:gdLst>
                <a:gd name="T0" fmla="*/ 0 w 824"/>
                <a:gd name="T1" fmla="*/ 406 h 825"/>
                <a:gd name="T2" fmla="*/ 204 w 824"/>
                <a:gd name="T3" fmla="*/ 769 h 825"/>
                <a:gd name="T4" fmla="*/ 589 w 824"/>
                <a:gd name="T5" fmla="*/ 93 h 825"/>
                <a:gd name="T6" fmla="*/ 600 w 824"/>
                <a:gd name="T7" fmla="*/ 99 h 825"/>
                <a:gd name="T8" fmla="*/ 410 w 824"/>
                <a:gd name="T9" fmla="*/ 0 h 825"/>
                <a:gd name="T10" fmla="*/ 410 w 824"/>
                <a:gd name="T11" fmla="*/ 0 h 825"/>
                <a:gd name="T12" fmla="*/ 370 w 824"/>
                <a:gd name="T13" fmla="*/ 29 h 825"/>
                <a:gd name="T14" fmla="*/ 491 w 824"/>
                <a:gd name="T15" fmla="*/ 791 h 825"/>
                <a:gd name="T16" fmla="*/ 328 w 824"/>
                <a:gd name="T17" fmla="*/ 9 h 825"/>
                <a:gd name="T18" fmla="*/ 541 w 824"/>
                <a:gd name="T19" fmla="*/ 804 h 825"/>
                <a:gd name="T20" fmla="*/ 291 w 824"/>
                <a:gd name="T21" fmla="*/ 46 h 825"/>
                <a:gd name="T22" fmla="*/ 253 w 824"/>
                <a:gd name="T23" fmla="*/ 60 h 825"/>
                <a:gd name="T24" fmla="*/ 638 w 824"/>
                <a:gd name="T25" fmla="*/ 726 h 825"/>
                <a:gd name="T26" fmla="*/ 171 w 824"/>
                <a:gd name="T27" fmla="*/ 78 h 825"/>
                <a:gd name="T28" fmla="*/ 689 w 824"/>
                <a:gd name="T29" fmla="*/ 718 h 825"/>
                <a:gd name="T30" fmla="*/ 152 w 824"/>
                <a:gd name="T31" fmla="*/ 127 h 825"/>
                <a:gd name="T32" fmla="*/ 124 w 824"/>
                <a:gd name="T33" fmla="*/ 155 h 825"/>
                <a:gd name="T34" fmla="*/ 723 w 824"/>
                <a:gd name="T35" fmla="*/ 641 h 825"/>
                <a:gd name="T36" fmla="*/ 79 w 824"/>
                <a:gd name="T37" fmla="*/ 169 h 825"/>
                <a:gd name="T38" fmla="*/ 789 w 824"/>
                <a:gd name="T39" fmla="*/ 579 h 825"/>
                <a:gd name="T40" fmla="*/ 59 w 824"/>
                <a:gd name="T41" fmla="*/ 257 h 825"/>
                <a:gd name="T42" fmla="*/ 44 w 824"/>
                <a:gd name="T43" fmla="*/ 295 h 825"/>
                <a:gd name="T44" fmla="*/ 789 w 824"/>
                <a:gd name="T45" fmla="*/ 494 h 825"/>
                <a:gd name="T46" fmla="*/ 9 w 824"/>
                <a:gd name="T47" fmla="*/ 325 h 825"/>
                <a:gd name="T48" fmla="*/ 822 w 824"/>
                <a:gd name="T49" fmla="*/ 454 h 825"/>
                <a:gd name="T50" fmla="*/ 28 w 824"/>
                <a:gd name="T51" fmla="*/ 374 h 825"/>
                <a:gd name="T52" fmla="*/ 778 w 824"/>
                <a:gd name="T53" fmla="*/ 406 h 825"/>
                <a:gd name="T54" fmla="*/ 822 w 824"/>
                <a:gd name="T55" fmla="*/ 368 h 825"/>
                <a:gd name="T56" fmla="*/ 28 w 824"/>
                <a:gd name="T57" fmla="*/ 454 h 825"/>
                <a:gd name="T58" fmla="*/ 35 w 824"/>
                <a:gd name="T59" fmla="*/ 494 h 825"/>
                <a:gd name="T60" fmla="*/ 780 w 824"/>
                <a:gd name="T61" fmla="*/ 295 h 825"/>
                <a:gd name="T62" fmla="*/ 19 w 824"/>
                <a:gd name="T63" fmla="*/ 538 h 825"/>
                <a:gd name="T64" fmla="*/ 788 w 824"/>
                <a:gd name="T65" fmla="*/ 244 h 825"/>
                <a:gd name="T66" fmla="*/ 60 w 824"/>
                <a:gd name="T67" fmla="*/ 571 h 825"/>
                <a:gd name="T68" fmla="*/ 726 w 824"/>
                <a:gd name="T69" fmla="*/ 224 h 825"/>
                <a:gd name="T70" fmla="*/ 744 w 824"/>
                <a:gd name="T71" fmla="*/ 169 h 825"/>
                <a:gd name="T72" fmla="*/ 100 w 824"/>
                <a:gd name="T73" fmla="*/ 641 h 825"/>
                <a:gd name="T74" fmla="*/ 126 w 824"/>
                <a:gd name="T75" fmla="*/ 672 h 825"/>
                <a:gd name="T76" fmla="*/ 671 w 824"/>
                <a:gd name="T77" fmla="*/ 126 h 825"/>
                <a:gd name="T78" fmla="*/ 135 w 824"/>
                <a:gd name="T79" fmla="*/ 718 h 825"/>
                <a:gd name="T80" fmla="*/ 653 w 824"/>
                <a:gd name="T81" fmla="*/ 78 h 825"/>
                <a:gd name="T82" fmla="*/ 186 w 824"/>
                <a:gd name="T83" fmla="*/ 726 h 825"/>
                <a:gd name="T84" fmla="*/ 256 w 824"/>
                <a:gd name="T85" fmla="*/ 766 h 825"/>
                <a:gd name="T86" fmla="*/ 533 w 824"/>
                <a:gd name="T87" fmla="*/ 46 h 825"/>
                <a:gd name="T88" fmla="*/ 283 w 824"/>
                <a:gd name="T89" fmla="*/ 804 h 825"/>
                <a:gd name="T90" fmla="*/ 496 w 824"/>
                <a:gd name="T91" fmla="*/ 9 h 825"/>
                <a:gd name="T92" fmla="*/ 333 w 824"/>
                <a:gd name="T93" fmla="*/ 790 h 825"/>
                <a:gd name="T94" fmla="*/ 373 w 824"/>
                <a:gd name="T95" fmla="*/ 797 h 825"/>
                <a:gd name="T96" fmla="*/ 589 w 824"/>
                <a:gd name="T97" fmla="*/ 732 h 825"/>
                <a:gd name="T98" fmla="*/ 211 w 824"/>
                <a:gd name="T99" fmla="*/ 52 h 825"/>
                <a:gd name="T100" fmla="*/ 418 w 824"/>
                <a:gd name="T101" fmla="*/ 825 h 825"/>
                <a:gd name="T102" fmla="*/ 732 w 824"/>
                <a:gd name="T103" fmla="*/ 590 h 825"/>
                <a:gd name="T104" fmla="*/ 52 w 824"/>
                <a:gd name="T105" fmla="*/ 212 h 825"/>
                <a:gd name="T106" fmla="*/ 92 w 824"/>
                <a:gd name="T107" fmla="*/ 59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4" h="825">
                  <a:moveTo>
                    <a:pt x="0" y="419"/>
                  </a:moveTo>
                  <a:cubicBezTo>
                    <a:pt x="0" y="414"/>
                    <a:pt x="0" y="414"/>
                    <a:pt x="0" y="414"/>
                  </a:cubicBezTo>
                  <a:cubicBezTo>
                    <a:pt x="0" y="414"/>
                    <a:pt x="0" y="414"/>
                    <a:pt x="0" y="414"/>
                  </a:cubicBezTo>
                  <a:cubicBezTo>
                    <a:pt x="0" y="411"/>
                    <a:pt x="0" y="411"/>
                    <a:pt x="0" y="411"/>
                  </a:cubicBezTo>
                  <a:cubicBezTo>
                    <a:pt x="0" y="411"/>
                    <a:pt x="0" y="411"/>
                    <a:pt x="0" y="411"/>
                  </a:cubicBezTo>
                  <a:cubicBezTo>
                    <a:pt x="0" y="406"/>
                    <a:pt x="0" y="406"/>
                    <a:pt x="0" y="406"/>
                  </a:cubicBezTo>
                  <a:cubicBezTo>
                    <a:pt x="46" y="406"/>
                    <a:pt x="46" y="406"/>
                    <a:pt x="46" y="406"/>
                  </a:cubicBezTo>
                  <a:cubicBezTo>
                    <a:pt x="46" y="419"/>
                    <a:pt x="46" y="419"/>
                    <a:pt x="46" y="419"/>
                  </a:cubicBezTo>
                  <a:lnTo>
                    <a:pt x="0" y="419"/>
                  </a:lnTo>
                  <a:close/>
                  <a:moveTo>
                    <a:pt x="211" y="772"/>
                  </a:moveTo>
                  <a:cubicBezTo>
                    <a:pt x="207" y="770"/>
                    <a:pt x="207" y="770"/>
                    <a:pt x="207" y="770"/>
                  </a:cubicBezTo>
                  <a:cubicBezTo>
                    <a:pt x="204" y="769"/>
                    <a:pt x="204" y="769"/>
                    <a:pt x="204" y="769"/>
                  </a:cubicBezTo>
                  <a:cubicBezTo>
                    <a:pt x="200" y="766"/>
                    <a:pt x="200" y="766"/>
                    <a:pt x="200" y="766"/>
                  </a:cubicBezTo>
                  <a:cubicBezTo>
                    <a:pt x="224" y="726"/>
                    <a:pt x="224" y="726"/>
                    <a:pt x="224" y="726"/>
                  </a:cubicBezTo>
                  <a:cubicBezTo>
                    <a:pt x="234" y="732"/>
                    <a:pt x="234" y="732"/>
                    <a:pt x="234" y="732"/>
                  </a:cubicBezTo>
                  <a:lnTo>
                    <a:pt x="211" y="772"/>
                  </a:lnTo>
                  <a:close/>
                  <a:moveTo>
                    <a:pt x="600" y="99"/>
                  </a:moveTo>
                  <a:cubicBezTo>
                    <a:pt x="589" y="93"/>
                    <a:pt x="589" y="93"/>
                    <a:pt x="589" y="93"/>
                  </a:cubicBezTo>
                  <a:cubicBezTo>
                    <a:pt x="613" y="52"/>
                    <a:pt x="613" y="52"/>
                    <a:pt x="613" y="52"/>
                  </a:cubicBezTo>
                  <a:cubicBezTo>
                    <a:pt x="617" y="55"/>
                    <a:pt x="617" y="55"/>
                    <a:pt x="617" y="55"/>
                  </a:cubicBezTo>
                  <a:cubicBezTo>
                    <a:pt x="617" y="55"/>
                    <a:pt x="617" y="55"/>
                    <a:pt x="617" y="55"/>
                  </a:cubicBezTo>
                  <a:cubicBezTo>
                    <a:pt x="618" y="56"/>
                    <a:pt x="618" y="56"/>
                    <a:pt x="618" y="56"/>
                  </a:cubicBezTo>
                  <a:cubicBezTo>
                    <a:pt x="623" y="59"/>
                    <a:pt x="623" y="59"/>
                    <a:pt x="623" y="59"/>
                  </a:cubicBezTo>
                  <a:lnTo>
                    <a:pt x="600" y="99"/>
                  </a:lnTo>
                  <a:close/>
                  <a:moveTo>
                    <a:pt x="412" y="417"/>
                  </a:moveTo>
                  <a:cubicBezTo>
                    <a:pt x="408" y="417"/>
                    <a:pt x="405" y="414"/>
                    <a:pt x="405" y="411"/>
                  </a:cubicBezTo>
                  <a:cubicBezTo>
                    <a:pt x="405" y="408"/>
                    <a:pt x="408" y="405"/>
                    <a:pt x="412" y="405"/>
                  </a:cubicBezTo>
                  <a:cubicBezTo>
                    <a:pt x="415" y="405"/>
                    <a:pt x="418" y="408"/>
                    <a:pt x="418" y="411"/>
                  </a:cubicBezTo>
                  <a:cubicBezTo>
                    <a:pt x="418" y="414"/>
                    <a:pt x="415" y="417"/>
                    <a:pt x="412" y="417"/>
                  </a:cubicBezTo>
                  <a:close/>
                  <a:moveTo>
                    <a:pt x="410" y="0"/>
                  </a:moveTo>
                  <a:cubicBezTo>
                    <a:pt x="413" y="0"/>
                    <a:pt x="413" y="0"/>
                    <a:pt x="413" y="0"/>
                  </a:cubicBezTo>
                  <a:cubicBezTo>
                    <a:pt x="418" y="0"/>
                    <a:pt x="418" y="0"/>
                    <a:pt x="418" y="0"/>
                  </a:cubicBezTo>
                  <a:cubicBezTo>
                    <a:pt x="418" y="47"/>
                    <a:pt x="418" y="47"/>
                    <a:pt x="418" y="47"/>
                  </a:cubicBezTo>
                  <a:cubicBezTo>
                    <a:pt x="406" y="47"/>
                    <a:pt x="406" y="47"/>
                    <a:pt x="406" y="47"/>
                  </a:cubicBezTo>
                  <a:cubicBezTo>
                    <a:pt x="406" y="0"/>
                    <a:pt x="406" y="0"/>
                    <a:pt x="406" y="0"/>
                  </a:cubicBezTo>
                  <a:lnTo>
                    <a:pt x="410" y="0"/>
                  </a:lnTo>
                  <a:close/>
                  <a:moveTo>
                    <a:pt x="453" y="823"/>
                  </a:moveTo>
                  <a:cubicBezTo>
                    <a:pt x="451" y="797"/>
                    <a:pt x="451" y="797"/>
                    <a:pt x="451" y="797"/>
                  </a:cubicBezTo>
                  <a:cubicBezTo>
                    <a:pt x="454" y="796"/>
                    <a:pt x="454" y="796"/>
                    <a:pt x="454" y="796"/>
                  </a:cubicBezTo>
                  <a:cubicBezTo>
                    <a:pt x="456" y="822"/>
                    <a:pt x="456" y="822"/>
                    <a:pt x="456" y="822"/>
                  </a:cubicBezTo>
                  <a:lnTo>
                    <a:pt x="453" y="823"/>
                  </a:lnTo>
                  <a:close/>
                  <a:moveTo>
                    <a:pt x="370" y="29"/>
                  </a:moveTo>
                  <a:cubicBezTo>
                    <a:pt x="367" y="3"/>
                    <a:pt x="367" y="3"/>
                    <a:pt x="367" y="3"/>
                  </a:cubicBezTo>
                  <a:cubicBezTo>
                    <a:pt x="370" y="2"/>
                    <a:pt x="370" y="2"/>
                    <a:pt x="370" y="2"/>
                  </a:cubicBezTo>
                  <a:cubicBezTo>
                    <a:pt x="373" y="28"/>
                    <a:pt x="373" y="28"/>
                    <a:pt x="373" y="28"/>
                  </a:cubicBezTo>
                  <a:lnTo>
                    <a:pt x="370" y="29"/>
                  </a:lnTo>
                  <a:close/>
                  <a:moveTo>
                    <a:pt x="496" y="816"/>
                  </a:moveTo>
                  <a:cubicBezTo>
                    <a:pt x="491" y="791"/>
                    <a:pt x="491" y="791"/>
                    <a:pt x="491" y="791"/>
                  </a:cubicBezTo>
                  <a:cubicBezTo>
                    <a:pt x="494" y="790"/>
                    <a:pt x="494" y="790"/>
                    <a:pt x="494" y="790"/>
                  </a:cubicBezTo>
                  <a:cubicBezTo>
                    <a:pt x="499" y="815"/>
                    <a:pt x="499" y="815"/>
                    <a:pt x="499" y="815"/>
                  </a:cubicBezTo>
                  <a:lnTo>
                    <a:pt x="496" y="816"/>
                  </a:lnTo>
                  <a:close/>
                  <a:moveTo>
                    <a:pt x="330" y="35"/>
                  </a:moveTo>
                  <a:cubicBezTo>
                    <a:pt x="325" y="10"/>
                    <a:pt x="325" y="10"/>
                    <a:pt x="325" y="10"/>
                  </a:cubicBezTo>
                  <a:cubicBezTo>
                    <a:pt x="328" y="9"/>
                    <a:pt x="328" y="9"/>
                    <a:pt x="328" y="9"/>
                  </a:cubicBezTo>
                  <a:cubicBezTo>
                    <a:pt x="333" y="35"/>
                    <a:pt x="333" y="35"/>
                    <a:pt x="333" y="35"/>
                  </a:cubicBezTo>
                  <a:lnTo>
                    <a:pt x="330" y="35"/>
                  </a:lnTo>
                  <a:close/>
                  <a:moveTo>
                    <a:pt x="538" y="805"/>
                  </a:moveTo>
                  <a:cubicBezTo>
                    <a:pt x="530" y="780"/>
                    <a:pt x="530" y="780"/>
                    <a:pt x="530" y="780"/>
                  </a:cubicBezTo>
                  <a:cubicBezTo>
                    <a:pt x="533" y="779"/>
                    <a:pt x="533" y="779"/>
                    <a:pt x="533" y="779"/>
                  </a:cubicBezTo>
                  <a:cubicBezTo>
                    <a:pt x="541" y="804"/>
                    <a:pt x="541" y="804"/>
                    <a:pt x="541" y="804"/>
                  </a:cubicBezTo>
                  <a:lnTo>
                    <a:pt x="538" y="805"/>
                  </a:lnTo>
                  <a:close/>
                  <a:moveTo>
                    <a:pt x="291" y="46"/>
                  </a:moveTo>
                  <a:cubicBezTo>
                    <a:pt x="283" y="21"/>
                    <a:pt x="283" y="21"/>
                    <a:pt x="283" y="21"/>
                  </a:cubicBezTo>
                  <a:cubicBezTo>
                    <a:pt x="286" y="20"/>
                    <a:pt x="286" y="20"/>
                    <a:pt x="286" y="20"/>
                  </a:cubicBezTo>
                  <a:cubicBezTo>
                    <a:pt x="294" y="45"/>
                    <a:pt x="294" y="45"/>
                    <a:pt x="294" y="45"/>
                  </a:cubicBezTo>
                  <a:lnTo>
                    <a:pt x="291" y="46"/>
                  </a:lnTo>
                  <a:close/>
                  <a:moveTo>
                    <a:pt x="578" y="790"/>
                  </a:moveTo>
                  <a:cubicBezTo>
                    <a:pt x="568" y="766"/>
                    <a:pt x="568" y="766"/>
                    <a:pt x="568" y="766"/>
                  </a:cubicBezTo>
                  <a:cubicBezTo>
                    <a:pt x="570" y="765"/>
                    <a:pt x="570" y="765"/>
                    <a:pt x="570" y="765"/>
                  </a:cubicBezTo>
                  <a:cubicBezTo>
                    <a:pt x="581" y="788"/>
                    <a:pt x="581" y="788"/>
                    <a:pt x="581" y="788"/>
                  </a:cubicBezTo>
                  <a:lnTo>
                    <a:pt x="578" y="790"/>
                  </a:lnTo>
                  <a:close/>
                  <a:moveTo>
                    <a:pt x="253" y="60"/>
                  </a:moveTo>
                  <a:cubicBezTo>
                    <a:pt x="243" y="37"/>
                    <a:pt x="243" y="37"/>
                    <a:pt x="243" y="37"/>
                  </a:cubicBezTo>
                  <a:cubicBezTo>
                    <a:pt x="245" y="35"/>
                    <a:pt x="245" y="35"/>
                    <a:pt x="245" y="35"/>
                  </a:cubicBezTo>
                  <a:cubicBezTo>
                    <a:pt x="256" y="59"/>
                    <a:pt x="256" y="59"/>
                    <a:pt x="256" y="59"/>
                  </a:cubicBezTo>
                  <a:lnTo>
                    <a:pt x="253" y="60"/>
                  </a:lnTo>
                  <a:close/>
                  <a:moveTo>
                    <a:pt x="653" y="747"/>
                  </a:moveTo>
                  <a:cubicBezTo>
                    <a:pt x="638" y="726"/>
                    <a:pt x="638" y="726"/>
                    <a:pt x="638" y="726"/>
                  </a:cubicBezTo>
                  <a:cubicBezTo>
                    <a:pt x="640" y="724"/>
                    <a:pt x="640" y="724"/>
                    <a:pt x="640" y="724"/>
                  </a:cubicBezTo>
                  <a:cubicBezTo>
                    <a:pt x="655" y="745"/>
                    <a:pt x="655" y="745"/>
                    <a:pt x="655" y="745"/>
                  </a:cubicBezTo>
                  <a:lnTo>
                    <a:pt x="653" y="747"/>
                  </a:lnTo>
                  <a:close/>
                  <a:moveTo>
                    <a:pt x="184" y="101"/>
                  </a:moveTo>
                  <a:cubicBezTo>
                    <a:pt x="168" y="80"/>
                    <a:pt x="168" y="80"/>
                    <a:pt x="168" y="80"/>
                  </a:cubicBezTo>
                  <a:cubicBezTo>
                    <a:pt x="171" y="78"/>
                    <a:pt x="171" y="78"/>
                    <a:pt x="171" y="78"/>
                  </a:cubicBezTo>
                  <a:cubicBezTo>
                    <a:pt x="186" y="99"/>
                    <a:pt x="186" y="99"/>
                    <a:pt x="186" y="99"/>
                  </a:cubicBezTo>
                  <a:lnTo>
                    <a:pt x="184" y="101"/>
                  </a:lnTo>
                  <a:close/>
                  <a:moveTo>
                    <a:pt x="687" y="720"/>
                  </a:moveTo>
                  <a:cubicBezTo>
                    <a:pt x="669" y="700"/>
                    <a:pt x="669" y="700"/>
                    <a:pt x="669" y="700"/>
                  </a:cubicBezTo>
                  <a:cubicBezTo>
                    <a:pt x="671" y="699"/>
                    <a:pt x="671" y="699"/>
                    <a:pt x="671" y="699"/>
                  </a:cubicBezTo>
                  <a:cubicBezTo>
                    <a:pt x="689" y="718"/>
                    <a:pt x="689" y="718"/>
                    <a:pt x="689" y="718"/>
                  </a:cubicBezTo>
                  <a:lnTo>
                    <a:pt x="687" y="720"/>
                  </a:lnTo>
                  <a:close/>
                  <a:moveTo>
                    <a:pt x="152" y="127"/>
                  </a:moveTo>
                  <a:cubicBezTo>
                    <a:pt x="135" y="107"/>
                    <a:pt x="135" y="107"/>
                    <a:pt x="135" y="107"/>
                  </a:cubicBezTo>
                  <a:cubicBezTo>
                    <a:pt x="137" y="105"/>
                    <a:pt x="137" y="105"/>
                    <a:pt x="137" y="105"/>
                  </a:cubicBezTo>
                  <a:cubicBezTo>
                    <a:pt x="155" y="125"/>
                    <a:pt x="155" y="125"/>
                    <a:pt x="155" y="125"/>
                  </a:cubicBezTo>
                  <a:lnTo>
                    <a:pt x="152" y="127"/>
                  </a:lnTo>
                  <a:close/>
                  <a:moveTo>
                    <a:pt x="717" y="689"/>
                  </a:moveTo>
                  <a:cubicBezTo>
                    <a:pt x="698" y="672"/>
                    <a:pt x="698" y="672"/>
                    <a:pt x="698" y="672"/>
                  </a:cubicBezTo>
                  <a:cubicBezTo>
                    <a:pt x="700" y="670"/>
                    <a:pt x="700" y="670"/>
                    <a:pt x="700" y="670"/>
                  </a:cubicBezTo>
                  <a:cubicBezTo>
                    <a:pt x="719" y="687"/>
                    <a:pt x="719" y="687"/>
                    <a:pt x="719" y="687"/>
                  </a:cubicBezTo>
                  <a:lnTo>
                    <a:pt x="717" y="689"/>
                  </a:lnTo>
                  <a:close/>
                  <a:moveTo>
                    <a:pt x="124" y="155"/>
                  </a:moveTo>
                  <a:cubicBezTo>
                    <a:pt x="105" y="138"/>
                    <a:pt x="105" y="138"/>
                    <a:pt x="105" y="138"/>
                  </a:cubicBezTo>
                  <a:cubicBezTo>
                    <a:pt x="106" y="136"/>
                    <a:pt x="106" y="136"/>
                    <a:pt x="106" y="136"/>
                  </a:cubicBezTo>
                  <a:cubicBezTo>
                    <a:pt x="126" y="153"/>
                    <a:pt x="126" y="153"/>
                    <a:pt x="126" y="153"/>
                  </a:cubicBezTo>
                  <a:lnTo>
                    <a:pt x="124" y="155"/>
                  </a:lnTo>
                  <a:close/>
                  <a:moveTo>
                    <a:pt x="744" y="656"/>
                  </a:moveTo>
                  <a:cubicBezTo>
                    <a:pt x="723" y="641"/>
                    <a:pt x="723" y="641"/>
                    <a:pt x="723" y="641"/>
                  </a:cubicBezTo>
                  <a:cubicBezTo>
                    <a:pt x="725" y="638"/>
                    <a:pt x="725" y="638"/>
                    <a:pt x="725" y="638"/>
                  </a:cubicBezTo>
                  <a:cubicBezTo>
                    <a:pt x="746" y="654"/>
                    <a:pt x="746" y="654"/>
                    <a:pt x="746" y="654"/>
                  </a:cubicBezTo>
                  <a:lnTo>
                    <a:pt x="744" y="656"/>
                  </a:lnTo>
                  <a:close/>
                  <a:moveTo>
                    <a:pt x="99" y="187"/>
                  </a:moveTo>
                  <a:cubicBezTo>
                    <a:pt x="78" y="171"/>
                    <a:pt x="78" y="171"/>
                    <a:pt x="78" y="171"/>
                  </a:cubicBezTo>
                  <a:cubicBezTo>
                    <a:pt x="79" y="169"/>
                    <a:pt x="79" y="169"/>
                    <a:pt x="79" y="169"/>
                  </a:cubicBezTo>
                  <a:cubicBezTo>
                    <a:pt x="100" y="184"/>
                    <a:pt x="100" y="184"/>
                    <a:pt x="100" y="184"/>
                  </a:cubicBezTo>
                  <a:lnTo>
                    <a:pt x="99" y="187"/>
                  </a:lnTo>
                  <a:close/>
                  <a:moveTo>
                    <a:pt x="788" y="581"/>
                  </a:moveTo>
                  <a:cubicBezTo>
                    <a:pt x="764" y="571"/>
                    <a:pt x="764" y="571"/>
                    <a:pt x="764" y="571"/>
                  </a:cubicBezTo>
                  <a:cubicBezTo>
                    <a:pt x="765" y="568"/>
                    <a:pt x="765" y="568"/>
                    <a:pt x="765" y="568"/>
                  </a:cubicBezTo>
                  <a:cubicBezTo>
                    <a:pt x="789" y="579"/>
                    <a:pt x="789" y="579"/>
                    <a:pt x="789" y="579"/>
                  </a:cubicBezTo>
                  <a:lnTo>
                    <a:pt x="788" y="581"/>
                  </a:lnTo>
                  <a:close/>
                  <a:moveTo>
                    <a:pt x="59" y="257"/>
                  </a:moveTo>
                  <a:cubicBezTo>
                    <a:pt x="35" y="246"/>
                    <a:pt x="35" y="246"/>
                    <a:pt x="35" y="246"/>
                  </a:cubicBezTo>
                  <a:cubicBezTo>
                    <a:pt x="36" y="244"/>
                    <a:pt x="36" y="244"/>
                    <a:pt x="36" y="244"/>
                  </a:cubicBezTo>
                  <a:cubicBezTo>
                    <a:pt x="60" y="254"/>
                    <a:pt x="60" y="254"/>
                    <a:pt x="60" y="254"/>
                  </a:cubicBezTo>
                  <a:lnTo>
                    <a:pt x="59" y="257"/>
                  </a:lnTo>
                  <a:close/>
                  <a:moveTo>
                    <a:pt x="803" y="541"/>
                  </a:moveTo>
                  <a:cubicBezTo>
                    <a:pt x="779" y="533"/>
                    <a:pt x="779" y="533"/>
                    <a:pt x="779" y="533"/>
                  </a:cubicBezTo>
                  <a:cubicBezTo>
                    <a:pt x="780" y="530"/>
                    <a:pt x="780" y="530"/>
                    <a:pt x="780" y="530"/>
                  </a:cubicBezTo>
                  <a:cubicBezTo>
                    <a:pt x="804" y="538"/>
                    <a:pt x="804" y="538"/>
                    <a:pt x="804" y="538"/>
                  </a:cubicBezTo>
                  <a:lnTo>
                    <a:pt x="803" y="541"/>
                  </a:lnTo>
                  <a:close/>
                  <a:moveTo>
                    <a:pt x="44" y="295"/>
                  </a:moveTo>
                  <a:cubicBezTo>
                    <a:pt x="19" y="287"/>
                    <a:pt x="19" y="287"/>
                    <a:pt x="19" y="287"/>
                  </a:cubicBezTo>
                  <a:cubicBezTo>
                    <a:pt x="20" y="284"/>
                    <a:pt x="20" y="284"/>
                    <a:pt x="20" y="284"/>
                  </a:cubicBezTo>
                  <a:cubicBezTo>
                    <a:pt x="45" y="292"/>
                    <a:pt x="45" y="292"/>
                    <a:pt x="45" y="292"/>
                  </a:cubicBezTo>
                  <a:lnTo>
                    <a:pt x="44" y="295"/>
                  </a:lnTo>
                  <a:close/>
                  <a:moveTo>
                    <a:pt x="815" y="500"/>
                  </a:moveTo>
                  <a:cubicBezTo>
                    <a:pt x="789" y="494"/>
                    <a:pt x="789" y="494"/>
                    <a:pt x="789" y="494"/>
                  </a:cubicBezTo>
                  <a:cubicBezTo>
                    <a:pt x="790" y="491"/>
                    <a:pt x="790" y="491"/>
                    <a:pt x="790" y="491"/>
                  </a:cubicBezTo>
                  <a:cubicBezTo>
                    <a:pt x="815" y="497"/>
                    <a:pt x="815" y="497"/>
                    <a:pt x="815" y="497"/>
                  </a:cubicBezTo>
                  <a:lnTo>
                    <a:pt x="815" y="500"/>
                  </a:lnTo>
                  <a:close/>
                  <a:moveTo>
                    <a:pt x="34" y="334"/>
                  </a:moveTo>
                  <a:cubicBezTo>
                    <a:pt x="8" y="328"/>
                    <a:pt x="8" y="328"/>
                    <a:pt x="8" y="328"/>
                  </a:cubicBezTo>
                  <a:cubicBezTo>
                    <a:pt x="9" y="325"/>
                    <a:pt x="9" y="325"/>
                    <a:pt x="9" y="325"/>
                  </a:cubicBezTo>
                  <a:cubicBezTo>
                    <a:pt x="35" y="331"/>
                    <a:pt x="35" y="331"/>
                    <a:pt x="35" y="331"/>
                  </a:cubicBezTo>
                  <a:lnTo>
                    <a:pt x="34" y="334"/>
                  </a:lnTo>
                  <a:close/>
                  <a:moveTo>
                    <a:pt x="822" y="457"/>
                  </a:moveTo>
                  <a:cubicBezTo>
                    <a:pt x="796" y="454"/>
                    <a:pt x="796" y="454"/>
                    <a:pt x="796" y="454"/>
                  </a:cubicBezTo>
                  <a:cubicBezTo>
                    <a:pt x="796" y="451"/>
                    <a:pt x="796" y="451"/>
                    <a:pt x="796" y="451"/>
                  </a:cubicBezTo>
                  <a:cubicBezTo>
                    <a:pt x="822" y="454"/>
                    <a:pt x="822" y="454"/>
                    <a:pt x="822" y="454"/>
                  </a:cubicBezTo>
                  <a:lnTo>
                    <a:pt x="822" y="457"/>
                  </a:lnTo>
                  <a:close/>
                  <a:moveTo>
                    <a:pt x="28" y="374"/>
                  </a:moveTo>
                  <a:cubicBezTo>
                    <a:pt x="2" y="371"/>
                    <a:pt x="2" y="371"/>
                    <a:pt x="2" y="371"/>
                  </a:cubicBezTo>
                  <a:cubicBezTo>
                    <a:pt x="2" y="368"/>
                    <a:pt x="2" y="368"/>
                    <a:pt x="2" y="368"/>
                  </a:cubicBezTo>
                  <a:cubicBezTo>
                    <a:pt x="28" y="371"/>
                    <a:pt x="28" y="371"/>
                    <a:pt x="28" y="371"/>
                  </a:cubicBezTo>
                  <a:lnTo>
                    <a:pt x="28" y="374"/>
                  </a:lnTo>
                  <a:close/>
                  <a:moveTo>
                    <a:pt x="824" y="411"/>
                  </a:moveTo>
                  <a:cubicBezTo>
                    <a:pt x="824" y="411"/>
                    <a:pt x="824" y="411"/>
                    <a:pt x="824" y="411"/>
                  </a:cubicBezTo>
                  <a:cubicBezTo>
                    <a:pt x="824" y="414"/>
                    <a:pt x="824" y="414"/>
                    <a:pt x="824" y="414"/>
                  </a:cubicBezTo>
                  <a:cubicBezTo>
                    <a:pt x="824" y="419"/>
                    <a:pt x="824" y="419"/>
                    <a:pt x="824" y="419"/>
                  </a:cubicBezTo>
                  <a:cubicBezTo>
                    <a:pt x="778" y="419"/>
                    <a:pt x="778" y="419"/>
                    <a:pt x="778" y="419"/>
                  </a:cubicBezTo>
                  <a:cubicBezTo>
                    <a:pt x="778" y="406"/>
                    <a:pt x="778" y="406"/>
                    <a:pt x="778" y="406"/>
                  </a:cubicBezTo>
                  <a:cubicBezTo>
                    <a:pt x="824" y="406"/>
                    <a:pt x="824" y="406"/>
                    <a:pt x="824" y="406"/>
                  </a:cubicBezTo>
                  <a:lnTo>
                    <a:pt x="824" y="411"/>
                  </a:lnTo>
                  <a:close/>
                  <a:moveTo>
                    <a:pt x="822" y="371"/>
                  </a:moveTo>
                  <a:cubicBezTo>
                    <a:pt x="796" y="374"/>
                    <a:pt x="796" y="374"/>
                    <a:pt x="796" y="374"/>
                  </a:cubicBezTo>
                  <a:cubicBezTo>
                    <a:pt x="796" y="371"/>
                    <a:pt x="796" y="371"/>
                    <a:pt x="796" y="371"/>
                  </a:cubicBezTo>
                  <a:cubicBezTo>
                    <a:pt x="822" y="368"/>
                    <a:pt x="822" y="368"/>
                    <a:pt x="822" y="368"/>
                  </a:cubicBezTo>
                  <a:lnTo>
                    <a:pt x="822" y="371"/>
                  </a:lnTo>
                  <a:close/>
                  <a:moveTo>
                    <a:pt x="28" y="454"/>
                  </a:moveTo>
                  <a:cubicBezTo>
                    <a:pt x="2" y="457"/>
                    <a:pt x="2" y="457"/>
                    <a:pt x="2" y="457"/>
                  </a:cubicBezTo>
                  <a:cubicBezTo>
                    <a:pt x="2" y="454"/>
                    <a:pt x="2" y="454"/>
                    <a:pt x="2" y="454"/>
                  </a:cubicBezTo>
                  <a:cubicBezTo>
                    <a:pt x="28" y="451"/>
                    <a:pt x="28" y="451"/>
                    <a:pt x="28" y="451"/>
                  </a:cubicBezTo>
                  <a:lnTo>
                    <a:pt x="28" y="454"/>
                  </a:lnTo>
                  <a:close/>
                  <a:moveTo>
                    <a:pt x="815" y="328"/>
                  </a:moveTo>
                  <a:cubicBezTo>
                    <a:pt x="790" y="334"/>
                    <a:pt x="790" y="334"/>
                    <a:pt x="790" y="334"/>
                  </a:cubicBezTo>
                  <a:cubicBezTo>
                    <a:pt x="789" y="331"/>
                    <a:pt x="789" y="331"/>
                    <a:pt x="789" y="331"/>
                  </a:cubicBezTo>
                  <a:cubicBezTo>
                    <a:pt x="815" y="325"/>
                    <a:pt x="815" y="325"/>
                    <a:pt x="815" y="325"/>
                  </a:cubicBezTo>
                  <a:lnTo>
                    <a:pt x="815" y="328"/>
                  </a:lnTo>
                  <a:close/>
                  <a:moveTo>
                    <a:pt x="35" y="494"/>
                  </a:moveTo>
                  <a:cubicBezTo>
                    <a:pt x="9" y="500"/>
                    <a:pt x="9" y="500"/>
                    <a:pt x="9" y="500"/>
                  </a:cubicBezTo>
                  <a:cubicBezTo>
                    <a:pt x="8" y="497"/>
                    <a:pt x="8" y="497"/>
                    <a:pt x="8" y="497"/>
                  </a:cubicBezTo>
                  <a:cubicBezTo>
                    <a:pt x="34" y="491"/>
                    <a:pt x="34" y="491"/>
                    <a:pt x="34" y="491"/>
                  </a:cubicBezTo>
                  <a:lnTo>
                    <a:pt x="35" y="494"/>
                  </a:lnTo>
                  <a:close/>
                  <a:moveTo>
                    <a:pt x="804" y="287"/>
                  </a:moveTo>
                  <a:cubicBezTo>
                    <a:pt x="780" y="295"/>
                    <a:pt x="780" y="295"/>
                    <a:pt x="780" y="295"/>
                  </a:cubicBezTo>
                  <a:cubicBezTo>
                    <a:pt x="779" y="292"/>
                    <a:pt x="779" y="292"/>
                    <a:pt x="779" y="292"/>
                  </a:cubicBezTo>
                  <a:cubicBezTo>
                    <a:pt x="803" y="284"/>
                    <a:pt x="803" y="284"/>
                    <a:pt x="803" y="284"/>
                  </a:cubicBezTo>
                  <a:lnTo>
                    <a:pt x="804" y="287"/>
                  </a:lnTo>
                  <a:close/>
                  <a:moveTo>
                    <a:pt x="45" y="533"/>
                  </a:moveTo>
                  <a:cubicBezTo>
                    <a:pt x="20" y="541"/>
                    <a:pt x="20" y="541"/>
                    <a:pt x="20" y="541"/>
                  </a:cubicBezTo>
                  <a:cubicBezTo>
                    <a:pt x="19" y="538"/>
                    <a:pt x="19" y="538"/>
                    <a:pt x="19" y="538"/>
                  </a:cubicBezTo>
                  <a:cubicBezTo>
                    <a:pt x="44" y="530"/>
                    <a:pt x="44" y="530"/>
                    <a:pt x="44" y="530"/>
                  </a:cubicBezTo>
                  <a:lnTo>
                    <a:pt x="45" y="533"/>
                  </a:lnTo>
                  <a:close/>
                  <a:moveTo>
                    <a:pt x="789" y="246"/>
                  </a:moveTo>
                  <a:cubicBezTo>
                    <a:pt x="765" y="257"/>
                    <a:pt x="765" y="257"/>
                    <a:pt x="765" y="257"/>
                  </a:cubicBezTo>
                  <a:cubicBezTo>
                    <a:pt x="764" y="254"/>
                    <a:pt x="764" y="254"/>
                    <a:pt x="764" y="254"/>
                  </a:cubicBezTo>
                  <a:cubicBezTo>
                    <a:pt x="788" y="244"/>
                    <a:pt x="788" y="244"/>
                    <a:pt x="788" y="244"/>
                  </a:cubicBezTo>
                  <a:lnTo>
                    <a:pt x="789" y="246"/>
                  </a:lnTo>
                  <a:close/>
                  <a:moveTo>
                    <a:pt x="60" y="571"/>
                  </a:moveTo>
                  <a:cubicBezTo>
                    <a:pt x="36" y="581"/>
                    <a:pt x="36" y="581"/>
                    <a:pt x="36" y="581"/>
                  </a:cubicBezTo>
                  <a:cubicBezTo>
                    <a:pt x="35" y="579"/>
                    <a:pt x="35" y="579"/>
                    <a:pt x="35" y="579"/>
                  </a:cubicBezTo>
                  <a:cubicBezTo>
                    <a:pt x="59" y="568"/>
                    <a:pt x="59" y="568"/>
                    <a:pt x="59" y="568"/>
                  </a:cubicBezTo>
                  <a:lnTo>
                    <a:pt x="60" y="571"/>
                  </a:lnTo>
                  <a:close/>
                  <a:moveTo>
                    <a:pt x="768" y="205"/>
                  </a:moveTo>
                  <a:cubicBezTo>
                    <a:pt x="768" y="205"/>
                    <a:pt x="768" y="205"/>
                    <a:pt x="768" y="205"/>
                  </a:cubicBezTo>
                  <a:cubicBezTo>
                    <a:pt x="769" y="207"/>
                    <a:pt x="769" y="207"/>
                    <a:pt x="769" y="207"/>
                  </a:cubicBezTo>
                  <a:cubicBezTo>
                    <a:pt x="772" y="212"/>
                    <a:pt x="772" y="212"/>
                    <a:pt x="772" y="212"/>
                  </a:cubicBezTo>
                  <a:cubicBezTo>
                    <a:pt x="732" y="235"/>
                    <a:pt x="732" y="235"/>
                    <a:pt x="732" y="235"/>
                  </a:cubicBezTo>
                  <a:cubicBezTo>
                    <a:pt x="726" y="224"/>
                    <a:pt x="726" y="224"/>
                    <a:pt x="726" y="224"/>
                  </a:cubicBezTo>
                  <a:cubicBezTo>
                    <a:pt x="766" y="201"/>
                    <a:pt x="766" y="201"/>
                    <a:pt x="766" y="201"/>
                  </a:cubicBezTo>
                  <a:lnTo>
                    <a:pt x="768" y="205"/>
                  </a:lnTo>
                  <a:close/>
                  <a:moveTo>
                    <a:pt x="746" y="171"/>
                  </a:moveTo>
                  <a:cubicBezTo>
                    <a:pt x="725" y="187"/>
                    <a:pt x="725" y="187"/>
                    <a:pt x="725" y="187"/>
                  </a:cubicBezTo>
                  <a:cubicBezTo>
                    <a:pt x="723" y="184"/>
                    <a:pt x="723" y="184"/>
                    <a:pt x="723" y="184"/>
                  </a:cubicBezTo>
                  <a:cubicBezTo>
                    <a:pt x="744" y="169"/>
                    <a:pt x="744" y="169"/>
                    <a:pt x="744" y="169"/>
                  </a:cubicBezTo>
                  <a:lnTo>
                    <a:pt x="746" y="171"/>
                  </a:lnTo>
                  <a:close/>
                  <a:moveTo>
                    <a:pt x="100" y="641"/>
                  </a:moveTo>
                  <a:cubicBezTo>
                    <a:pt x="79" y="656"/>
                    <a:pt x="79" y="656"/>
                    <a:pt x="79" y="656"/>
                  </a:cubicBezTo>
                  <a:cubicBezTo>
                    <a:pt x="78" y="654"/>
                    <a:pt x="78" y="654"/>
                    <a:pt x="78" y="654"/>
                  </a:cubicBezTo>
                  <a:cubicBezTo>
                    <a:pt x="99" y="638"/>
                    <a:pt x="99" y="638"/>
                    <a:pt x="99" y="638"/>
                  </a:cubicBezTo>
                  <a:lnTo>
                    <a:pt x="100" y="641"/>
                  </a:lnTo>
                  <a:close/>
                  <a:moveTo>
                    <a:pt x="719" y="138"/>
                  </a:moveTo>
                  <a:cubicBezTo>
                    <a:pt x="700" y="155"/>
                    <a:pt x="700" y="155"/>
                    <a:pt x="700" y="155"/>
                  </a:cubicBezTo>
                  <a:cubicBezTo>
                    <a:pt x="698" y="153"/>
                    <a:pt x="698" y="153"/>
                    <a:pt x="698" y="153"/>
                  </a:cubicBezTo>
                  <a:cubicBezTo>
                    <a:pt x="717" y="136"/>
                    <a:pt x="717" y="136"/>
                    <a:pt x="717" y="136"/>
                  </a:cubicBezTo>
                  <a:lnTo>
                    <a:pt x="719" y="138"/>
                  </a:lnTo>
                  <a:close/>
                  <a:moveTo>
                    <a:pt x="126" y="672"/>
                  </a:moveTo>
                  <a:cubicBezTo>
                    <a:pt x="106" y="689"/>
                    <a:pt x="106" y="689"/>
                    <a:pt x="106" y="689"/>
                  </a:cubicBezTo>
                  <a:cubicBezTo>
                    <a:pt x="105" y="687"/>
                    <a:pt x="105" y="687"/>
                    <a:pt x="105" y="687"/>
                  </a:cubicBezTo>
                  <a:cubicBezTo>
                    <a:pt x="124" y="670"/>
                    <a:pt x="124" y="670"/>
                    <a:pt x="124" y="670"/>
                  </a:cubicBezTo>
                  <a:lnTo>
                    <a:pt x="126" y="672"/>
                  </a:lnTo>
                  <a:close/>
                  <a:moveTo>
                    <a:pt x="689" y="107"/>
                  </a:moveTo>
                  <a:cubicBezTo>
                    <a:pt x="671" y="126"/>
                    <a:pt x="671" y="126"/>
                    <a:pt x="671" y="126"/>
                  </a:cubicBezTo>
                  <a:cubicBezTo>
                    <a:pt x="669" y="124"/>
                    <a:pt x="669" y="124"/>
                    <a:pt x="669" y="124"/>
                  </a:cubicBezTo>
                  <a:cubicBezTo>
                    <a:pt x="687" y="105"/>
                    <a:pt x="687" y="105"/>
                    <a:pt x="687" y="105"/>
                  </a:cubicBezTo>
                  <a:lnTo>
                    <a:pt x="689" y="107"/>
                  </a:lnTo>
                  <a:close/>
                  <a:moveTo>
                    <a:pt x="155" y="700"/>
                  </a:moveTo>
                  <a:cubicBezTo>
                    <a:pt x="137" y="720"/>
                    <a:pt x="137" y="720"/>
                    <a:pt x="137" y="720"/>
                  </a:cubicBezTo>
                  <a:cubicBezTo>
                    <a:pt x="135" y="718"/>
                    <a:pt x="135" y="718"/>
                    <a:pt x="135" y="718"/>
                  </a:cubicBezTo>
                  <a:cubicBezTo>
                    <a:pt x="152" y="698"/>
                    <a:pt x="152" y="698"/>
                    <a:pt x="152" y="698"/>
                  </a:cubicBezTo>
                  <a:lnTo>
                    <a:pt x="155" y="700"/>
                  </a:lnTo>
                  <a:close/>
                  <a:moveTo>
                    <a:pt x="655" y="80"/>
                  </a:moveTo>
                  <a:cubicBezTo>
                    <a:pt x="640" y="101"/>
                    <a:pt x="640" y="101"/>
                    <a:pt x="640" y="101"/>
                  </a:cubicBezTo>
                  <a:cubicBezTo>
                    <a:pt x="638" y="99"/>
                    <a:pt x="638" y="99"/>
                    <a:pt x="638" y="99"/>
                  </a:cubicBezTo>
                  <a:cubicBezTo>
                    <a:pt x="653" y="78"/>
                    <a:pt x="653" y="78"/>
                    <a:pt x="653" y="78"/>
                  </a:cubicBezTo>
                  <a:lnTo>
                    <a:pt x="655" y="80"/>
                  </a:lnTo>
                  <a:close/>
                  <a:moveTo>
                    <a:pt x="186" y="726"/>
                  </a:moveTo>
                  <a:cubicBezTo>
                    <a:pt x="171" y="747"/>
                    <a:pt x="171" y="747"/>
                    <a:pt x="171" y="747"/>
                  </a:cubicBezTo>
                  <a:cubicBezTo>
                    <a:pt x="168" y="745"/>
                    <a:pt x="168" y="745"/>
                    <a:pt x="168" y="745"/>
                  </a:cubicBezTo>
                  <a:cubicBezTo>
                    <a:pt x="184" y="724"/>
                    <a:pt x="184" y="724"/>
                    <a:pt x="184" y="724"/>
                  </a:cubicBezTo>
                  <a:lnTo>
                    <a:pt x="186" y="726"/>
                  </a:lnTo>
                  <a:close/>
                  <a:moveTo>
                    <a:pt x="581" y="37"/>
                  </a:moveTo>
                  <a:cubicBezTo>
                    <a:pt x="570" y="60"/>
                    <a:pt x="570" y="60"/>
                    <a:pt x="570" y="60"/>
                  </a:cubicBezTo>
                  <a:cubicBezTo>
                    <a:pt x="568" y="59"/>
                    <a:pt x="568" y="59"/>
                    <a:pt x="568" y="59"/>
                  </a:cubicBezTo>
                  <a:cubicBezTo>
                    <a:pt x="578" y="35"/>
                    <a:pt x="578" y="35"/>
                    <a:pt x="578" y="35"/>
                  </a:cubicBezTo>
                  <a:lnTo>
                    <a:pt x="581" y="37"/>
                  </a:lnTo>
                  <a:close/>
                  <a:moveTo>
                    <a:pt x="256" y="766"/>
                  </a:moveTo>
                  <a:cubicBezTo>
                    <a:pt x="245" y="790"/>
                    <a:pt x="245" y="790"/>
                    <a:pt x="245" y="790"/>
                  </a:cubicBezTo>
                  <a:cubicBezTo>
                    <a:pt x="243" y="788"/>
                    <a:pt x="243" y="788"/>
                    <a:pt x="243" y="788"/>
                  </a:cubicBezTo>
                  <a:cubicBezTo>
                    <a:pt x="253" y="764"/>
                    <a:pt x="253" y="764"/>
                    <a:pt x="253" y="764"/>
                  </a:cubicBezTo>
                  <a:lnTo>
                    <a:pt x="256" y="766"/>
                  </a:lnTo>
                  <a:close/>
                  <a:moveTo>
                    <a:pt x="541" y="21"/>
                  </a:moveTo>
                  <a:cubicBezTo>
                    <a:pt x="533" y="46"/>
                    <a:pt x="533" y="46"/>
                    <a:pt x="533" y="46"/>
                  </a:cubicBezTo>
                  <a:cubicBezTo>
                    <a:pt x="530" y="45"/>
                    <a:pt x="530" y="45"/>
                    <a:pt x="530" y="45"/>
                  </a:cubicBezTo>
                  <a:cubicBezTo>
                    <a:pt x="538" y="20"/>
                    <a:pt x="538" y="20"/>
                    <a:pt x="538" y="20"/>
                  </a:cubicBezTo>
                  <a:lnTo>
                    <a:pt x="541" y="21"/>
                  </a:lnTo>
                  <a:close/>
                  <a:moveTo>
                    <a:pt x="294" y="780"/>
                  </a:moveTo>
                  <a:cubicBezTo>
                    <a:pt x="286" y="805"/>
                    <a:pt x="286" y="805"/>
                    <a:pt x="286" y="805"/>
                  </a:cubicBezTo>
                  <a:cubicBezTo>
                    <a:pt x="283" y="804"/>
                    <a:pt x="283" y="804"/>
                    <a:pt x="283" y="804"/>
                  </a:cubicBezTo>
                  <a:cubicBezTo>
                    <a:pt x="291" y="779"/>
                    <a:pt x="291" y="779"/>
                    <a:pt x="291" y="779"/>
                  </a:cubicBezTo>
                  <a:lnTo>
                    <a:pt x="294" y="780"/>
                  </a:lnTo>
                  <a:close/>
                  <a:moveTo>
                    <a:pt x="499" y="10"/>
                  </a:moveTo>
                  <a:cubicBezTo>
                    <a:pt x="494" y="35"/>
                    <a:pt x="494" y="35"/>
                    <a:pt x="494" y="35"/>
                  </a:cubicBezTo>
                  <a:cubicBezTo>
                    <a:pt x="491" y="34"/>
                    <a:pt x="491" y="34"/>
                    <a:pt x="491" y="34"/>
                  </a:cubicBezTo>
                  <a:cubicBezTo>
                    <a:pt x="496" y="9"/>
                    <a:pt x="496" y="9"/>
                    <a:pt x="496" y="9"/>
                  </a:cubicBezTo>
                  <a:lnTo>
                    <a:pt x="499" y="10"/>
                  </a:lnTo>
                  <a:close/>
                  <a:moveTo>
                    <a:pt x="333" y="790"/>
                  </a:moveTo>
                  <a:cubicBezTo>
                    <a:pt x="328" y="816"/>
                    <a:pt x="328" y="816"/>
                    <a:pt x="328" y="816"/>
                  </a:cubicBezTo>
                  <a:cubicBezTo>
                    <a:pt x="325" y="815"/>
                    <a:pt x="325" y="815"/>
                    <a:pt x="325" y="815"/>
                  </a:cubicBezTo>
                  <a:cubicBezTo>
                    <a:pt x="330" y="790"/>
                    <a:pt x="330" y="790"/>
                    <a:pt x="330" y="790"/>
                  </a:cubicBezTo>
                  <a:lnTo>
                    <a:pt x="333" y="790"/>
                  </a:lnTo>
                  <a:close/>
                  <a:moveTo>
                    <a:pt x="456" y="3"/>
                  </a:moveTo>
                  <a:cubicBezTo>
                    <a:pt x="454" y="29"/>
                    <a:pt x="454" y="29"/>
                    <a:pt x="454" y="29"/>
                  </a:cubicBezTo>
                  <a:cubicBezTo>
                    <a:pt x="451" y="28"/>
                    <a:pt x="451" y="28"/>
                    <a:pt x="451" y="28"/>
                  </a:cubicBezTo>
                  <a:cubicBezTo>
                    <a:pt x="453" y="2"/>
                    <a:pt x="453" y="2"/>
                    <a:pt x="453" y="2"/>
                  </a:cubicBezTo>
                  <a:lnTo>
                    <a:pt x="456" y="3"/>
                  </a:lnTo>
                  <a:close/>
                  <a:moveTo>
                    <a:pt x="373" y="797"/>
                  </a:moveTo>
                  <a:cubicBezTo>
                    <a:pt x="370" y="823"/>
                    <a:pt x="370" y="823"/>
                    <a:pt x="370" y="823"/>
                  </a:cubicBezTo>
                  <a:cubicBezTo>
                    <a:pt x="367" y="822"/>
                    <a:pt x="367" y="822"/>
                    <a:pt x="367" y="822"/>
                  </a:cubicBezTo>
                  <a:cubicBezTo>
                    <a:pt x="370" y="796"/>
                    <a:pt x="370" y="796"/>
                    <a:pt x="370" y="796"/>
                  </a:cubicBezTo>
                  <a:lnTo>
                    <a:pt x="373" y="797"/>
                  </a:lnTo>
                  <a:close/>
                  <a:moveTo>
                    <a:pt x="613" y="772"/>
                  </a:moveTo>
                  <a:cubicBezTo>
                    <a:pt x="589" y="732"/>
                    <a:pt x="589" y="732"/>
                    <a:pt x="589" y="732"/>
                  </a:cubicBezTo>
                  <a:cubicBezTo>
                    <a:pt x="600" y="726"/>
                    <a:pt x="600" y="726"/>
                    <a:pt x="600" y="726"/>
                  </a:cubicBezTo>
                  <a:cubicBezTo>
                    <a:pt x="623" y="766"/>
                    <a:pt x="623" y="766"/>
                    <a:pt x="623" y="766"/>
                  </a:cubicBezTo>
                  <a:lnTo>
                    <a:pt x="613" y="772"/>
                  </a:lnTo>
                  <a:close/>
                  <a:moveTo>
                    <a:pt x="224" y="99"/>
                  </a:moveTo>
                  <a:cubicBezTo>
                    <a:pt x="200" y="59"/>
                    <a:pt x="200" y="59"/>
                    <a:pt x="200" y="59"/>
                  </a:cubicBezTo>
                  <a:cubicBezTo>
                    <a:pt x="211" y="52"/>
                    <a:pt x="211" y="52"/>
                    <a:pt x="211" y="52"/>
                  </a:cubicBezTo>
                  <a:cubicBezTo>
                    <a:pt x="234" y="93"/>
                    <a:pt x="234" y="93"/>
                    <a:pt x="234" y="93"/>
                  </a:cubicBezTo>
                  <a:lnTo>
                    <a:pt x="224" y="99"/>
                  </a:lnTo>
                  <a:close/>
                  <a:moveTo>
                    <a:pt x="406" y="825"/>
                  </a:moveTo>
                  <a:cubicBezTo>
                    <a:pt x="406" y="778"/>
                    <a:pt x="406" y="778"/>
                    <a:pt x="406" y="778"/>
                  </a:cubicBezTo>
                  <a:cubicBezTo>
                    <a:pt x="418" y="778"/>
                    <a:pt x="418" y="778"/>
                    <a:pt x="418" y="778"/>
                  </a:cubicBezTo>
                  <a:cubicBezTo>
                    <a:pt x="418" y="825"/>
                    <a:pt x="418" y="825"/>
                    <a:pt x="418" y="825"/>
                  </a:cubicBezTo>
                  <a:cubicBezTo>
                    <a:pt x="413" y="825"/>
                    <a:pt x="413" y="825"/>
                    <a:pt x="413" y="825"/>
                  </a:cubicBezTo>
                  <a:cubicBezTo>
                    <a:pt x="410" y="825"/>
                    <a:pt x="410" y="825"/>
                    <a:pt x="410" y="825"/>
                  </a:cubicBezTo>
                  <a:lnTo>
                    <a:pt x="406" y="825"/>
                  </a:lnTo>
                  <a:close/>
                  <a:moveTo>
                    <a:pt x="766" y="624"/>
                  </a:moveTo>
                  <a:cubicBezTo>
                    <a:pt x="726" y="601"/>
                    <a:pt x="726" y="601"/>
                    <a:pt x="726" y="601"/>
                  </a:cubicBezTo>
                  <a:cubicBezTo>
                    <a:pt x="732" y="590"/>
                    <a:pt x="732" y="590"/>
                    <a:pt x="732" y="590"/>
                  </a:cubicBezTo>
                  <a:cubicBezTo>
                    <a:pt x="772" y="613"/>
                    <a:pt x="772" y="613"/>
                    <a:pt x="772" y="613"/>
                  </a:cubicBezTo>
                  <a:cubicBezTo>
                    <a:pt x="769" y="617"/>
                    <a:pt x="769" y="617"/>
                    <a:pt x="769" y="617"/>
                  </a:cubicBezTo>
                  <a:cubicBezTo>
                    <a:pt x="769" y="617"/>
                    <a:pt x="769" y="617"/>
                    <a:pt x="769" y="617"/>
                  </a:cubicBezTo>
                  <a:lnTo>
                    <a:pt x="766" y="624"/>
                  </a:lnTo>
                  <a:close/>
                  <a:moveTo>
                    <a:pt x="92" y="235"/>
                  </a:moveTo>
                  <a:cubicBezTo>
                    <a:pt x="52" y="212"/>
                    <a:pt x="52" y="212"/>
                    <a:pt x="52" y="212"/>
                  </a:cubicBezTo>
                  <a:cubicBezTo>
                    <a:pt x="58" y="201"/>
                    <a:pt x="58" y="201"/>
                    <a:pt x="58" y="201"/>
                  </a:cubicBezTo>
                  <a:cubicBezTo>
                    <a:pt x="98" y="224"/>
                    <a:pt x="98" y="224"/>
                    <a:pt x="98" y="224"/>
                  </a:cubicBezTo>
                  <a:lnTo>
                    <a:pt x="92" y="235"/>
                  </a:lnTo>
                  <a:close/>
                  <a:moveTo>
                    <a:pt x="58" y="624"/>
                  </a:moveTo>
                  <a:cubicBezTo>
                    <a:pt x="52" y="613"/>
                    <a:pt x="52" y="613"/>
                    <a:pt x="52" y="613"/>
                  </a:cubicBezTo>
                  <a:cubicBezTo>
                    <a:pt x="92" y="590"/>
                    <a:pt x="92" y="590"/>
                    <a:pt x="92" y="590"/>
                  </a:cubicBezTo>
                  <a:cubicBezTo>
                    <a:pt x="98" y="601"/>
                    <a:pt x="98" y="601"/>
                    <a:pt x="98" y="601"/>
                  </a:cubicBezTo>
                  <a:lnTo>
                    <a:pt x="58" y="624"/>
                  </a:lnTo>
                  <a:close/>
                </a:path>
              </a:pathLst>
            </a:custGeom>
            <a:solidFill>
              <a:srgbClr val="353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Freeform 87"/>
            <p:cNvSpPr/>
            <p:nvPr/>
          </p:nvSpPr>
          <p:spPr bwMode="auto">
            <a:xfrm rot="17355324">
              <a:off x="5325333" y="2391177"/>
              <a:ext cx="856832" cy="279030"/>
            </a:xfrm>
            <a:custGeom>
              <a:avLst/>
              <a:gdLst>
                <a:gd name="T0" fmla="*/ 651 w 651"/>
                <a:gd name="T1" fmla="*/ 0 h 212"/>
                <a:gd name="T2" fmla="*/ 0 w 651"/>
                <a:gd name="T3" fmla="*/ 209 h 212"/>
                <a:gd name="T4" fmla="*/ 86 w 651"/>
                <a:gd name="T5" fmla="*/ 212 h 212"/>
                <a:gd name="T6" fmla="*/ 651 w 651"/>
                <a:gd name="T7" fmla="*/ 0 h 212"/>
              </a:gdLst>
              <a:ahLst/>
              <a:cxnLst>
                <a:cxn ang="0">
                  <a:pos x="T0" y="T1"/>
                </a:cxn>
                <a:cxn ang="0">
                  <a:pos x="T2" y="T3"/>
                </a:cxn>
                <a:cxn ang="0">
                  <a:pos x="T4" y="T5"/>
                </a:cxn>
                <a:cxn ang="0">
                  <a:pos x="T6" y="T7"/>
                </a:cxn>
              </a:cxnLst>
              <a:rect l="0" t="0" r="r" b="b"/>
              <a:pathLst>
                <a:path w="651" h="211">
                  <a:moveTo>
                    <a:pt x="651" y="0"/>
                  </a:moveTo>
                  <a:lnTo>
                    <a:pt x="0" y="209"/>
                  </a:lnTo>
                  <a:lnTo>
                    <a:pt x="86" y="212"/>
                  </a:lnTo>
                  <a:lnTo>
                    <a:pt x="651" y="0"/>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Freeform 88"/>
            <p:cNvSpPr/>
            <p:nvPr/>
          </p:nvSpPr>
          <p:spPr bwMode="auto">
            <a:xfrm rot="16742269">
              <a:off x="5295720" y="2807832"/>
              <a:ext cx="525155" cy="392221"/>
            </a:xfrm>
            <a:custGeom>
              <a:avLst/>
              <a:gdLst>
                <a:gd name="T0" fmla="*/ 0 w 399"/>
                <a:gd name="T1" fmla="*/ 0 h 298"/>
                <a:gd name="T2" fmla="*/ 399 w 399"/>
                <a:gd name="T3" fmla="*/ 298 h 298"/>
                <a:gd name="T4" fmla="*/ 334 w 399"/>
                <a:gd name="T5" fmla="*/ 289 h 298"/>
                <a:gd name="T6" fmla="*/ 0 w 399"/>
                <a:gd name="T7" fmla="*/ 0 h 298"/>
              </a:gdLst>
              <a:ahLst/>
              <a:cxnLst>
                <a:cxn ang="0">
                  <a:pos x="T0" y="T1"/>
                </a:cxn>
                <a:cxn ang="0">
                  <a:pos x="T2" y="T3"/>
                </a:cxn>
                <a:cxn ang="0">
                  <a:pos x="T4" y="T5"/>
                </a:cxn>
                <a:cxn ang="0">
                  <a:pos x="T6" y="T7"/>
                </a:cxn>
              </a:cxnLst>
              <a:rect l="0" t="0" r="r" b="b"/>
              <a:pathLst>
                <a:path w="399" h="298">
                  <a:moveTo>
                    <a:pt x="0" y="0"/>
                  </a:moveTo>
                  <a:lnTo>
                    <a:pt x="399" y="298"/>
                  </a:lnTo>
                  <a:lnTo>
                    <a:pt x="334" y="289"/>
                  </a:lnTo>
                  <a:lnTo>
                    <a:pt x="0" y="0"/>
                  </a:lnTo>
                  <a:close/>
                </a:path>
              </a:pathLst>
            </a:custGeom>
            <a:solidFill>
              <a:srgbClr val="1111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03" name="Rectangle 102"/>
          <p:cNvSpPr/>
          <p:nvPr/>
        </p:nvSpPr>
        <p:spPr>
          <a:xfrm>
            <a:off x="9255639" y="2561977"/>
            <a:ext cx="2394496" cy="1774781"/>
          </a:xfrm>
          <a:prstGeom prst="rect">
            <a:avLst/>
          </a:prstGeom>
        </p:spPr>
        <p:txBody>
          <a:bodyPr wrap="square">
            <a:spAutoFit/>
          </a:bodyPr>
          <a:lstStyle/>
          <a:p>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a:p>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Profit</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Nunc a leo magna.</a:t>
            </a:r>
          </a:p>
        </p:txBody>
      </p:sp>
      <p:sp>
        <p:nvSpPr>
          <p:cNvPr id="19"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0"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21" name="Group 20"/>
          <p:cNvGrpSpPr/>
          <p:nvPr/>
        </p:nvGrpSpPr>
        <p:grpSpPr>
          <a:xfrm>
            <a:off x="745927" y="5735914"/>
            <a:ext cx="10661949" cy="140901"/>
            <a:chOff x="745927" y="5494178"/>
            <a:chExt cx="10661949" cy="140901"/>
          </a:xfrm>
        </p:grpSpPr>
        <p:cxnSp>
          <p:nvCxnSpPr>
            <p:cNvPr id="22" name="Straight Connector 21"/>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23" name="Group 22"/>
            <p:cNvGrpSpPr/>
            <p:nvPr/>
          </p:nvGrpSpPr>
          <p:grpSpPr>
            <a:xfrm>
              <a:off x="4430272" y="5494178"/>
              <a:ext cx="3293258" cy="140901"/>
              <a:chOff x="3978245" y="5494178"/>
              <a:chExt cx="3293258" cy="140901"/>
            </a:xfrm>
          </p:grpSpPr>
          <p:sp>
            <p:nvSpPr>
              <p:cNvPr id="24" name="Rectangle 23"/>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5" name="Rectangle 24"/>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5"/>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7" name="Rectangle 26"/>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2440642833"/>
      </p:ext>
    </p:extLst>
  </p:cSld>
  <p:clrMapOvr>
    <a:masterClrMapping/>
  </p:clrMapOvr>
  <p:transition spd="slow">
    <p:push dir="u"/>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2963632"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City Project</a:t>
            </a:r>
          </a:p>
        </p:txBody>
      </p:sp>
      <p:sp>
        <p:nvSpPr>
          <p:cNvPr id="7" name="Freeform 5"/>
          <p:cNvSpPr/>
          <p:nvPr/>
        </p:nvSpPr>
        <p:spPr bwMode="auto">
          <a:xfrm>
            <a:off x="9634013" y="2154767"/>
            <a:ext cx="1713548" cy="1308100"/>
          </a:xfrm>
          <a:custGeom>
            <a:avLst/>
            <a:gdLst>
              <a:gd name="T0" fmla="*/ 0 w 818"/>
              <a:gd name="T1" fmla="*/ 488 h 618"/>
              <a:gd name="T2" fmla="*/ 18 w 818"/>
              <a:gd name="T3" fmla="*/ 488 h 618"/>
              <a:gd name="T4" fmla="*/ 18 w 818"/>
              <a:gd name="T5" fmla="*/ 433 h 618"/>
              <a:gd name="T6" fmla="*/ 67 w 818"/>
              <a:gd name="T7" fmla="*/ 433 h 618"/>
              <a:gd name="T8" fmla="*/ 67 w 818"/>
              <a:gd name="T9" fmla="*/ 397 h 618"/>
              <a:gd name="T10" fmla="*/ 133 w 818"/>
              <a:gd name="T11" fmla="*/ 397 h 618"/>
              <a:gd name="T12" fmla="*/ 133 w 818"/>
              <a:gd name="T13" fmla="*/ 194 h 618"/>
              <a:gd name="T14" fmla="*/ 160 w 818"/>
              <a:gd name="T15" fmla="*/ 176 h 618"/>
              <a:gd name="T16" fmla="*/ 160 w 818"/>
              <a:gd name="T17" fmla="*/ 118 h 618"/>
              <a:gd name="T18" fmla="*/ 200 w 818"/>
              <a:gd name="T19" fmla="*/ 95 h 618"/>
              <a:gd name="T20" fmla="*/ 200 w 818"/>
              <a:gd name="T21" fmla="*/ 0 h 618"/>
              <a:gd name="T22" fmla="*/ 205 w 818"/>
              <a:gd name="T23" fmla="*/ 95 h 618"/>
              <a:gd name="T24" fmla="*/ 245 w 818"/>
              <a:gd name="T25" fmla="*/ 118 h 618"/>
              <a:gd name="T26" fmla="*/ 245 w 818"/>
              <a:gd name="T27" fmla="*/ 176 h 618"/>
              <a:gd name="T28" fmla="*/ 271 w 818"/>
              <a:gd name="T29" fmla="*/ 190 h 618"/>
              <a:gd name="T30" fmla="*/ 271 w 818"/>
              <a:gd name="T31" fmla="*/ 451 h 618"/>
              <a:gd name="T32" fmla="*/ 329 w 818"/>
              <a:gd name="T33" fmla="*/ 451 h 618"/>
              <a:gd name="T34" fmla="*/ 329 w 818"/>
              <a:gd name="T35" fmla="*/ 321 h 618"/>
              <a:gd name="T36" fmla="*/ 374 w 818"/>
              <a:gd name="T37" fmla="*/ 321 h 618"/>
              <a:gd name="T38" fmla="*/ 374 w 818"/>
              <a:gd name="T39" fmla="*/ 267 h 618"/>
              <a:gd name="T40" fmla="*/ 409 w 818"/>
              <a:gd name="T41" fmla="*/ 267 h 618"/>
              <a:gd name="T42" fmla="*/ 409 w 818"/>
              <a:gd name="T43" fmla="*/ 149 h 618"/>
              <a:gd name="T44" fmla="*/ 503 w 818"/>
              <a:gd name="T45" fmla="*/ 149 h 618"/>
              <a:gd name="T46" fmla="*/ 503 w 818"/>
              <a:gd name="T47" fmla="*/ 334 h 618"/>
              <a:gd name="T48" fmla="*/ 551 w 818"/>
              <a:gd name="T49" fmla="*/ 334 h 618"/>
              <a:gd name="T50" fmla="*/ 551 w 818"/>
              <a:gd name="T51" fmla="*/ 226 h 618"/>
              <a:gd name="T52" fmla="*/ 658 w 818"/>
              <a:gd name="T53" fmla="*/ 226 h 618"/>
              <a:gd name="T54" fmla="*/ 761 w 818"/>
              <a:gd name="T55" fmla="*/ 190 h 618"/>
              <a:gd name="T56" fmla="*/ 761 w 818"/>
              <a:gd name="T57" fmla="*/ 366 h 618"/>
              <a:gd name="T58" fmla="*/ 818 w 818"/>
              <a:gd name="T59" fmla="*/ 415 h 618"/>
              <a:gd name="T60" fmla="*/ 818 w 818"/>
              <a:gd name="T61" fmla="*/ 618 h 618"/>
              <a:gd name="T62" fmla="*/ 0 w 818"/>
              <a:gd name="T63" fmla="*/ 618 h 618"/>
              <a:gd name="T64" fmla="*/ 0 w 818"/>
              <a:gd name="T65" fmla="*/ 488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8" h="618">
                <a:moveTo>
                  <a:pt x="0" y="488"/>
                </a:moveTo>
                <a:lnTo>
                  <a:pt x="18" y="488"/>
                </a:lnTo>
                <a:lnTo>
                  <a:pt x="18" y="433"/>
                </a:lnTo>
                <a:lnTo>
                  <a:pt x="67" y="433"/>
                </a:lnTo>
                <a:lnTo>
                  <a:pt x="67" y="397"/>
                </a:lnTo>
                <a:lnTo>
                  <a:pt x="133" y="397"/>
                </a:lnTo>
                <a:lnTo>
                  <a:pt x="133" y="194"/>
                </a:lnTo>
                <a:lnTo>
                  <a:pt x="160" y="176"/>
                </a:lnTo>
                <a:lnTo>
                  <a:pt x="160" y="118"/>
                </a:lnTo>
                <a:lnTo>
                  <a:pt x="200" y="95"/>
                </a:lnTo>
                <a:lnTo>
                  <a:pt x="200" y="0"/>
                </a:lnTo>
                <a:lnTo>
                  <a:pt x="205" y="95"/>
                </a:lnTo>
                <a:lnTo>
                  <a:pt x="245" y="118"/>
                </a:lnTo>
                <a:lnTo>
                  <a:pt x="245" y="176"/>
                </a:lnTo>
                <a:lnTo>
                  <a:pt x="271" y="190"/>
                </a:lnTo>
                <a:lnTo>
                  <a:pt x="271" y="451"/>
                </a:lnTo>
                <a:lnTo>
                  <a:pt x="329" y="451"/>
                </a:lnTo>
                <a:lnTo>
                  <a:pt x="329" y="321"/>
                </a:lnTo>
                <a:lnTo>
                  <a:pt x="374" y="321"/>
                </a:lnTo>
                <a:lnTo>
                  <a:pt x="374" y="267"/>
                </a:lnTo>
                <a:lnTo>
                  <a:pt x="409" y="267"/>
                </a:lnTo>
                <a:lnTo>
                  <a:pt x="409" y="149"/>
                </a:lnTo>
                <a:lnTo>
                  <a:pt x="503" y="149"/>
                </a:lnTo>
                <a:lnTo>
                  <a:pt x="503" y="334"/>
                </a:lnTo>
                <a:lnTo>
                  <a:pt x="551" y="334"/>
                </a:lnTo>
                <a:lnTo>
                  <a:pt x="551" y="226"/>
                </a:lnTo>
                <a:lnTo>
                  <a:pt x="658" y="226"/>
                </a:lnTo>
                <a:lnTo>
                  <a:pt x="761" y="190"/>
                </a:lnTo>
                <a:lnTo>
                  <a:pt x="761" y="366"/>
                </a:lnTo>
                <a:lnTo>
                  <a:pt x="818" y="415"/>
                </a:lnTo>
                <a:lnTo>
                  <a:pt x="818" y="618"/>
                </a:lnTo>
                <a:lnTo>
                  <a:pt x="0" y="618"/>
                </a:lnTo>
                <a:lnTo>
                  <a:pt x="0" y="488"/>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6"/>
          <p:cNvSpPr/>
          <p:nvPr/>
        </p:nvSpPr>
        <p:spPr bwMode="auto">
          <a:xfrm>
            <a:off x="812800" y="1811867"/>
            <a:ext cx="2616408" cy="1651000"/>
          </a:xfrm>
          <a:custGeom>
            <a:avLst/>
            <a:gdLst>
              <a:gd name="T0" fmla="*/ 22 w 1249"/>
              <a:gd name="T1" fmla="*/ 456 h 780"/>
              <a:gd name="T2" fmla="*/ 40 w 1249"/>
              <a:gd name="T3" fmla="*/ 465 h 780"/>
              <a:gd name="T4" fmla="*/ 49 w 1249"/>
              <a:gd name="T5" fmla="*/ 478 h 780"/>
              <a:gd name="T6" fmla="*/ 57 w 1249"/>
              <a:gd name="T7" fmla="*/ 487 h 780"/>
              <a:gd name="T8" fmla="*/ 66 w 1249"/>
              <a:gd name="T9" fmla="*/ 537 h 780"/>
              <a:gd name="T10" fmla="*/ 75 w 1249"/>
              <a:gd name="T11" fmla="*/ 559 h 780"/>
              <a:gd name="T12" fmla="*/ 102 w 1249"/>
              <a:gd name="T13" fmla="*/ 388 h 780"/>
              <a:gd name="T14" fmla="*/ 120 w 1249"/>
              <a:gd name="T15" fmla="*/ 329 h 780"/>
              <a:gd name="T16" fmla="*/ 209 w 1249"/>
              <a:gd name="T17" fmla="*/ 275 h 780"/>
              <a:gd name="T18" fmla="*/ 302 w 1249"/>
              <a:gd name="T19" fmla="*/ 329 h 780"/>
              <a:gd name="T20" fmla="*/ 315 w 1249"/>
              <a:gd name="T21" fmla="*/ 388 h 780"/>
              <a:gd name="T22" fmla="*/ 329 w 1249"/>
              <a:gd name="T23" fmla="*/ 510 h 780"/>
              <a:gd name="T24" fmla="*/ 360 w 1249"/>
              <a:gd name="T25" fmla="*/ 550 h 780"/>
              <a:gd name="T26" fmla="*/ 382 w 1249"/>
              <a:gd name="T27" fmla="*/ 447 h 780"/>
              <a:gd name="T28" fmla="*/ 391 w 1249"/>
              <a:gd name="T29" fmla="*/ 411 h 780"/>
              <a:gd name="T30" fmla="*/ 582 w 1249"/>
              <a:gd name="T31" fmla="*/ 383 h 780"/>
              <a:gd name="T32" fmla="*/ 600 w 1249"/>
              <a:gd name="T33" fmla="*/ 406 h 780"/>
              <a:gd name="T34" fmla="*/ 613 w 1249"/>
              <a:gd name="T35" fmla="*/ 447 h 780"/>
              <a:gd name="T36" fmla="*/ 627 w 1249"/>
              <a:gd name="T37" fmla="*/ 541 h 780"/>
              <a:gd name="T38" fmla="*/ 769 w 1249"/>
              <a:gd name="T39" fmla="*/ 0 h 780"/>
              <a:gd name="T40" fmla="*/ 880 w 1249"/>
              <a:gd name="T41" fmla="*/ 429 h 780"/>
              <a:gd name="T42" fmla="*/ 902 w 1249"/>
              <a:gd name="T43" fmla="*/ 379 h 780"/>
              <a:gd name="T44" fmla="*/ 929 w 1249"/>
              <a:gd name="T45" fmla="*/ 424 h 780"/>
              <a:gd name="T46" fmla="*/ 934 w 1249"/>
              <a:gd name="T47" fmla="*/ 523 h 780"/>
              <a:gd name="T48" fmla="*/ 938 w 1249"/>
              <a:gd name="T49" fmla="*/ 627 h 780"/>
              <a:gd name="T50" fmla="*/ 947 w 1249"/>
              <a:gd name="T51" fmla="*/ 505 h 780"/>
              <a:gd name="T52" fmla="*/ 956 w 1249"/>
              <a:gd name="T53" fmla="*/ 217 h 780"/>
              <a:gd name="T54" fmla="*/ 1214 w 1249"/>
              <a:gd name="T55" fmla="*/ 212 h 780"/>
              <a:gd name="T56" fmla="*/ 1236 w 1249"/>
              <a:gd name="T57" fmla="*/ 429 h 780"/>
              <a:gd name="T58" fmla="*/ 1245 w 1249"/>
              <a:gd name="T59" fmla="*/ 460 h 780"/>
              <a:gd name="T60" fmla="*/ 1249 w 1249"/>
              <a:gd name="T61" fmla="*/ 483 h 780"/>
              <a:gd name="T62" fmla="*/ 1249 w 1249"/>
              <a:gd name="T63" fmla="*/ 780 h 780"/>
              <a:gd name="T64" fmla="*/ 0 w 1249"/>
              <a:gd name="T65" fmla="*/ 469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9" h="780">
                <a:moveTo>
                  <a:pt x="0" y="469"/>
                </a:moveTo>
                <a:lnTo>
                  <a:pt x="22" y="456"/>
                </a:lnTo>
                <a:lnTo>
                  <a:pt x="22" y="465"/>
                </a:lnTo>
                <a:lnTo>
                  <a:pt x="40" y="465"/>
                </a:lnTo>
                <a:lnTo>
                  <a:pt x="40" y="478"/>
                </a:lnTo>
                <a:lnTo>
                  <a:pt x="49" y="478"/>
                </a:lnTo>
                <a:lnTo>
                  <a:pt x="49" y="487"/>
                </a:lnTo>
                <a:lnTo>
                  <a:pt x="57" y="487"/>
                </a:lnTo>
                <a:lnTo>
                  <a:pt x="57" y="537"/>
                </a:lnTo>
                <a:lnTo>
                  <a:pt x="66" y="537"/>
                </a:lnTo>
                <a:lnTo>
                  <a:pt x="66" y="559"/>
                </a:lnTo>
                <a:lnTo>
                  <a:pt x="75" y="559"/>
                </a:lnTo>
                <a:lnTo>
                  <a:pt x="75" y="388"/>
                </a:lnTo>
                <a:lnTo>
                  <a:pt x="102" y="388"/>
                </a:lnTo>
                <a:lnTo>
                  <a:pt x="102" y="329"/>
                </a:lnTo>
                <a:lnTo>
                  <a:pt x="120" y="329"/>
                </a:lnTo>
                <a:lnTo>
                  <a:pt x="120" y="316"/>
                </a:lnTo>
                <a:lnTo>
                  <a:pt x="209" y="275"/>
                </a:lnTo>
                <a:lnTo>
                  <a:pt x="302" y="316"/>
                </a:lnTo>
                <a:lnTo>
                  <a:pt x="302" y="329"/>
                </a:lnTo>
                <a:lnTo>
                  <a:pt x="315" y="329"/>
                </a:lnTo>
                <a:lnTo>
                  <a:pt x="315" y="388"/>
                </a:lnTo>
                <a:lnTo>
                  <a:pt x="329" y="392"/>
                </a:lnTo>
                <a:lnTo>
                  <a:pt x="329" y="510"/>
                </a:lnTo>
                <a:lnTo>
                  <a:pt x="347" y="510"/>
                </a:lnTo>
                <a:lnTo>
                  <a:pt x="360" y="550"/>
                </a:lnTo>
                <a:lnTo>
                  <a:pt x="360" y="447"/>
                </a:lnTo>
                <a:lnTo>
                  <a:pt x="382" y="447"/>
                </a:lnTo>
                <a:lnTo>
                  <a:pt x="382" y="411"/>
                </a:lnTo>
                <a:lnTo>
                  <a:pt x="391" y="411"/>
                </a:lnTo>
                <a:lnTo>
                  <a:pt x="391" y="388"/>
                </a:lnTo>
                <a:lnTo>
                  <a:pt x="582" y="383"/>
                </a:lnTo>
                <a:lnTo>
                  <a:pt x="582" y="406"/>
                </a:lnTo>
                <a:lnTo>
                  <a:pt x="600" y="406"/>
                </a:lnTo>
                <a:lnTo>
                  <a:pt x="600" y="447"/>
                </a:lnTo>
                <a:lnTo>
                  <a:pt x="613" y="447"/>
                </a:lnTo>
                <a:lnTo>
                  <a:pt x="613" y="541"/>
                </a:lnTo>
                <a:lnTo>
                  <a:pt x="627" y="541"/>
                </a:lnTo>
                <a:lnTo>
                  <a:pt x="627" y="41"/>
                </a:lnTo>
                <a:lnTo>
                  <a:pt x="769" y="0"/>
                </a:lnTo>
                <a:lnTo>
                  <a:pt x="880" y="32"/>
                </a:lnTo>
                <a:lnTo>
                  <a:pt x="880" y="429"/>
                </a:lnTo>
                <a:lnTo>
                  <a:pt x="885" y="438"/>
                </a:lnTo>
                <a:lnTo>
                  <a:pt x="902" y="379"/>
                </a:lnTo>
                <a:lnTo>
                  <a:pt x="925" y="438"/>
                </a:lnTo>
                <a:lnTo>
                  <a:pt x="929" y="424"/>
                </a:lnTo>
                <a:lnTo>
                  <a:pt x="934" y="451"/>
                </a:lnTo>
                <a:lnTo>
                  <a:pt x="934" y="523"/>
                </a:lnTo>
                <a:lnTo>
                  <a:pt x="938" y="528"/>
                </a:lnTo>
                <a:lnTo>
                  <a:pt x="938" y="627"/>
                </a:lnTo>
                <a:lnTo>
                  <a:pt x="947" y="627"/>
                </a:lnTo>
                <a:lnTo>
                  <a:pt x="947" y="505"/>
                </a:lnTo>
                <a:lnTo>
                  <a:pt x="956" y="505"/>
                </a:lnTo>
                <a:lnTo>
                  <a:pt x="956" y="217"/>
                </a:lnTo>
                <a:lnTo>
                  <a:pt x="1111" y="185"/>
                </a:lnTo>
                <a:lnTo>
                  <a:pt x="1214" y="212"/>
                </a:lnTo>
                <a:lnTo>
                  <a:pt x="1214" y="406"/>
                </a:lnTo>
                <a:lnTo>
                  <a:pt x="1236" y="429"/>
                </a:lnTo>
                <a:lnTo>
                  <a:pt x="1236" y="460"/>
                </a:lnTo>
                <a:lnTo>
                  <a:pt x="1245" y="460"/>
                </a:lnTo>
                <a:lnTo>
                  <a:pt x="1245" y="483"/>
                </a:lnTo>
                <a:lnTo>
                  <a:pt x="1249" y="483"/>
                </a:lnTo>
                <a:lnTo>
                  <a:pt x="1249" y="604"/>
                </a:lnTo>
                <a:lnTo>
                  <a:pt x="1249" y="780"/>
                </a:lnTo>
                <a:lnTo>
                  <a:pt x="0" y="780"/>
                </a:lnTo>
                <a:lnTo>
                  <a:pt x="0" y="469"/>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p:nvPr/>
        </p:nvSpPr>
        <p:spPr bwMode="auto">
          <a:xfrm>
            <a:off x="3410356" y="2317750"/>
            <a:ext cx="3383105" cy="1145116"/>
          </a:xfrm>
          <a:custGeom>
            <a:avLst/>
            <a:gdLst>
              <a:gd name="T0" fmla="*/ 5 w 1615"/>
              <a:gd name="T1" fmla="*/ 365 h 541"/>
              <a:gd name="T2" fmla="*/ 76 w 1615"/>
              <a:gd name="T3" fmla="*/ 325 h 541"/>
              <a:gd name="T4" fmla="*/ 107 w 1615"/>
              <a:gd name="T5" fmla="*/ 217 h 541"/>
              <a:gd name="T6" fmla="*/ 116 w 1615"/>
              <a:gd name="T7" fmla="*/ 162 h 541"/>
              <a:gd name="T8" fmla="*/ 120 w 1615"/>
              <a:gd name="T9" fmla="*/ 144 h 541"/>
              <a:gd name="T10" fmla="*/ 267 w 1615"/>
              <a:gd name="T11" fmla="*/ 126 h 541"/>
              <a:gd name="T12" fmla="*/ 334 w 1615"/>
              <a:gd name="T13" fmla="*/ 289 h 541"/>
              <a:gd name="T14" fmla="*/ 387 w 1615"/>
              <a:gd name="T15" fmla="*/ 284 h 541"/>
              <a:gd name="T16" fmla="*/ 401 w 1615"/>
              <a:gd name="T17" fmla="*/ 203 h 541"/>
              <a:gd name="T18" fmla="*/ 556 w 1615"/>
              <a:gd name="T19" fmla="*/ 248 h 541"/>
              <a:gd name="T20" fmla="*/ 561 w 1615"/>
              <a:gd name="T21" fmla="*/ 275 h 541"/>
              <a:gd name="T22" fmla="*/ 574 w 1615"/>
              <a:gd name="T23" fmla="*/ 289 h 541"/>
              <a:gd name="T24" fmla="*/ 583 w 1615"/>
              <a:gd name="T25" fmla="*/ 153 h 541"/>
              <a:gd name="T26" fmla="*/ 770 w 1615"/>
              <a:gd name="T27" fmla="*/ 329 h 541"/>
              <a:gd name="T28" fmla="*/ 796 w 1615"/>
              <a:gd name="T29" fmla="*/ 190 h 541"/>
              <a:gd name="T30" fmla="*/ 859 w 1615"/>
              <a:gd name="T31" fmla="*/ 239 h 541"/>
              <a:gd name="T32" fmla="*/ 872 w 1615"/>
              <a:gd name="T33" fmla="*/ 217 h 541"/>
              <a:gd name="T34" fmla="*/ 876 w 1615"/>
              <a:gd name="T35" fmla="*/ 172 h 541"/>
              <a:gd name="T36" fmla="*/ 903 w 1615"/>
              <a:gd name="T37" fmla="*/ 108 h 541"/>
              <a:gd name="T38" fmla="*/ 925 w 1615"/>
              <a:gd name="T39" fmla="*/ 108 h 541"/>
              <a:gd name="T40" fmla="*/ 957 w 1615"/>
              <a:gd name="T41" fmla="*/ 172 h 541"/>
              <a:gd name="T42" fmla="*/ 961 w 1615"/>
              <a:gd name="T43" fmla="*/ 199 h 541"/>
              <a:gd name="T44" fmla="*/ 965 w 1615"/>
              <a:gd name="T45" fmla="*/ 235 h 541"/>
              <a:gd name="T46" fmla="*/ 983 w 1615"/>
              <a:gd name="T47" fmla="*/ 230 h 541"/>
              <a:gd name="T48" fmla="*/ 992 w 1615"/>
              <a:gd name="T49" fmla="*/ 221 h 541"/>
              <a:gd name="T50" fmla="*/ 997 w 1615"/>
              <a:gd name="T51" fmla="*/ 185 h 541"/>
              <a:gd name="T52" fmla="*/ 1028 w 1615"/>
              <a:gd name="T53" fmla="*/ 181 h 541"/>
              <a:gd name="T54" fmla="*/ 1037 w 1615"/>
              <a:gd name="T55" fmla="*/ 199 h 541"/>
              <a:gd name="T56" fmla="*/ 1063 w 1615"/>
              <a:gd name="T57" fmla="*/ 217 h 541"/>
              <a:gd name="T58" fmla="*/ 1121 w 1615"/>
              <a:gd name="T59" fmla="*/ 230 h 541"/>
              <a:gd name="T60" fmla="*/ 1201 w 1615"/>
              <a:gd name="T61" fmla="*/ 316 h 541"/>
              <a:gd name="T62" fmla="*/ 1223 w 1615"/>
              <a:gd name="T63" fmla="*/ 334 h 541"/>
              <a:gd name="T64" fmla="*/ 1250 w 1615"/>
              <a:gd name="T65" fmla="*/ 316 h 541"/>
              <a:gd name="T66" fmla="*/ 1303 w 1615"/>
              <a:gd name="T67" fmla="*/ 203 h 541"/>
              <a:gd name="T68" fmla="*/ 1428 w 1615"/>
              <a:gd name="T69" fmla="*/ 266 h 541"/>
              <a:gd name="T70" fmla="*/ 1432 w 1615"/>
              <a:gd name="T71" fmla="*/ 248 h 541"/>
              <a:gd name="T72" fmla="*/ 1446 w 1615"/>
              <a:gd name="T73" fmla="*/ 144 h 541"/>
              <a:gd name="T74" fmla="*/ 1552 w 1615"/>
              <a:gd name="T75" fmla="*/ 149 h 541"/>
              <a:gd name="T76" fmla="*/ 1615 w 1615"/>
              <a:gd name="T77" fmla="*/ 352 h 541"/>
              <a:gd name="T78" fmla="*/ 0 w 1615"/>
              <a:gd name="T79" fmla="*/ 54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5" h="541">
                <a:moveTo>
                  <a:pt x="0" y="365"/>
                </a:moveTo>
                <a:lnTo>
                  <a:pt x="5" y="365"/>
                </a:lnTo>
                <a:lnTo>
                  <a:pt x="5" y="325"/>
                </a:lnTo>
                <a:lnTo>
                  <a:pt x="76" y="325"/>
                </a:lnTo>
                <a:lnTo>
                  <a:pt x="76" y="217"/>
                </a:lnTo>
                <a:lnTo>
                  <a:pt x="107" y="217"/>
                </a:lnTo>
                <a:lnTo>
                  <a:pt x="107" y="162"/>
                </a:lnTo>
                <a:lnTo>
                  <a:pt x="116" y="162"/>
                </a:lnTo>
                <a:lnTo>
                  <a:pt x="116" y="144"/>
                </a:lnTo>
                <a:lnTo>
                  <a:pt x="120" y="144"/>
                </a:lnTo>
                <a:lnTo>
                  <a:pt x="120" y="131"/>
                </a:lnTo>
                <a:lnTo>
                  <a:pt x="267" y="126"/>
                </a:lnTo>
                <a:lnTo>
                  <a:pt x="267" y="289"/>
                </a:lnTo>
                <a:lnTo>
                  <a:pt x="334" y="289"/>
                </a:lnTo>
                <a:lnTo>
                  <a:pt x="334" y="311"/>
                </a:lnTo>
                <a:lnTo>
                  <a:pt x="387" y="284"/>
                </a:lnTo>
                <a:lnTo>
                  <a:pt x="401" y="284"/>
                </a:lnTo>
                <a:lnTo>
                  <a:pt x="401" y="203"/>
                </a:lnTo>
                <a:lnTo>
                  <a:pt x="556" y="203"/>
                </a:lnTo>
                <a:lnTo>
                  <a:pt x="556" y="248"/>
                </a:lnTo>
                <a:lnTo>
                  <a:pt x="561" y="248"/>
                </a:lnTo>
                <a:lnTo>
                  <a:pt x="561" y="275"/>
                </a:lnTo>
                <a:lnTo>
                  <a:pt x="574" y="275"/>
                </a:lnTo>
                <a:lnTo>
                  <a:pt x="574" y="289"/>
                </a:lnTo>
                <a:lnTo>
                  <a:pt x="583" y="289"/>
                </a:lnTo>
                <a:lnTo>
                  <a:pt x="583" y="153"/>
                </a:lnTo>
                <a:lnTo>
                  <a:pt x="770" y="153"/>
                </a:lnTo>
                <a:lnTo>
                  <a:pt x="770" y="329"/>
                </a:lnTo>
                <a:lnTo>
                  <a:pt x="796" y="329"/>
                </a:lnTo>
                <a:lnTo>
                  <a:pt x="796" y="190"/>
                </a:lnTo>
                <a:lnTo>
                  <a:pt x="859" y="190"/>
                </a:lnTo>
                <a:lnTo>
                  <a:pt x="859" y="239"/>
                </a:lnTo>
                <a:lnTo>
                  <a:pt x="872" y="239"/>
                </a:lnTo>
                <a:lnTo>
                  <a:pt x="872" y="217"/>
                </a:lnTo>
                <a:lnTo>
                  <a:pt x="876" y="217"/>
                </a:lnTo>
                <a:lnTo>
                  <a:pt x="876" y="172"/>
                </a:lnTo>
                <a:lnTo>
                  <a:pt x="881" y="172"/>
                </a:lnTo>
                <a:lnTo>
                  <a:pt x="903" y="108"/>
                </a:lnTo>
                <a:lnTo>
                  <a:pt x="912" y="41"/>
                </a:lnTo>
                <a:lnTo>
                  <a:pt x="925" y="108"/>
                </a:lnTo>
                <a:lnTo>
                  <a:pt x="948" y="172"/>
                </a:lnTo>
                <a:lnTo>
                  <a:pt x="957" y="172"/>
                </a:lnTo>
                <a:lnTo>
                  <a:pt x="957" y="199"/>
                </a:lnTo>
                <a:lnTo>
                  <a:pt x="961" y="199"/>
                </a:lnTo>
                <a:lnTo>
                  <a:pt x="961" y="235"/>
                </a:lnTo>
                <a:lnTo>
                  <a:pt x="965" y="235"/>
                </a:lnTo>
                <a:lnTo>
                  <a:pt x="970" y="230"/>
                </a:lnTo>
                <a:lnTo>
                  <a:pt x="983" y="230"/>
                </a:lnTo>
                <a:lnTo>
                  <a:pt x="983" y="221"/>
                </a:lnTo>
                <a:lnTo>
                  <a:pt x="992" y="221"/>
                </a:lnTo>
                <a:lnTo>
                  <a:pt x="992" y="185"/>
                </a:lnTo>
                <a:lnTo>
                  <a:pt x="997" y="185"/>
                </a:lnTo>
                <a:lnTo>
                  <a:pt x="1010" y="0"/>
                </a:lnTo>
                <a:lnTo>
                  <a:pt x="1028" y="181"/>
                </a:lnTo>
                <a:lnTo>
                  <a:pt x="1037" y="185"/>
                </a:lnTo>
                <a:lnTo>
                  <a:pt x="1037" y="199"/>
                </a:lnTo>
                <a:lnTo>
                  <a:pt x="1063" y="199"/>
                </a:lnTo>
                <a:lnTo>
                  <a:pt x="1063" y="217"/>
                </a:lnTo>
                <a:lnTo>
                  <a:pt x="1121" y="217"/>
                </a:lnTo>
                <a:lnTo>
                  <a:pt x="1121" y="230"/>
                </a:lnTo>
                <a:lnTo>
                  <a:pt x="1201" y="253"/>
                </a:lnTo>
                <a:lnTo>
                  <a:pt x="1201" y="316"/>
                </a:lnTo>
                <a:lnTo>
                  <a:pt x="1223" y="316"/>
                </a:lnTo>
                <a:lnTo>
                  <a:pt x="1223" y="334"/>
                </a:lnTo>
                <a:lnTo>
                  <a:pt x="1250" y="334"/>
                </a:lnTo>
                <a:lnTo>
                  <a:pt x="1250" y="316"/>
                </a:lnTo>
                <a:lnTo>
                  <a:pt x="1303" y="316"/>
                </a:lnTo>
                <a:lnTo>
                  <a:pt x="1303" y="203"/>
                </a:lnTo>
                <a:lnTo>
                  <a:pt x="1428" y="203"/>
                </a:lnTo>
                <a:lnTo>
                  <a:pt x="1428" y="266"/>
                </a:lnTo>
                <a:lnTo>
                  <a:pt x="1432" y="266"/>
                </a:lnTo>
                <a:lnTo>
                  <a:pt x="1432" y="248"/>
                </a:lnTo>
                <a:lnTo>
                  <a:pt x="1441" y="248"/>
                </a:lnTo>
                <a:lnTo>
                  <a:pt x="1446" y="144"/>
                </a:lnTo>
                <a:lnTo>
                  <a:pt x="1499" y="99"/>
                </a:lnTo>
                <a:lnTo>
                  <a:pt x="1552" y="149"/>
                </a:lnTo>
                <a:lnTo>
                  <a:pt x="1552" y="316"/>
                </a:lnTo>
                <a:lnTo>
                  <a:pt x="1615" y="352"/>
                </a:lnTo>
                <a:lnTo>
                  <a:pt x="1615" y="541"/>
                </a:lnTo>
                <a:lnTo>
                  <a:pt x="0" y="541"/>
                </a:lnTo>
                <a:lnTo>
                  <a:pt x="0" y="365"/>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8"/>
          <p:cNvSpPr/>
          <p:nvPr/>
        </p:nvSpPr>
        <p:spPr bwMode="auto">
          <a:xfrm>
            <a:off x="6793460" y="1803400"/>
            <a:ext cx="2848931" cy="1659467"/>
          </a:xfrm>
          <a:custGeom>
            <a:avLst/>
            <a:gdLst>
              <a:gd name="T0" fmla="*/ 0 w 1360"/>
              <a:gd name="T1" fmla="*/ 595 h 784"/>
              <a:gd name="T2" fmla="*/ 0 w 1360"/>
              <a:gd name="T3" fmla="*/ 405 h 784"/>
              <a:gd name="T4" fmla="*/ 35 w 1360"/>
              <a:gd name="T5" fmla="*/ 405 h 784"/>
              <a:gd name="T6" fmla="*/ 35 w 1360"/>
              <a:gd name="T7" fmla="*/ 40 h 784"/>
              <a:gd name="T8" fmla="*/ 204 w 1360"/>
              <a:gd name="T9" fmla="*/ 40 h 784"/>
              <a:gd name="T10" fmla="*/ 204 w 1360"/>
              <a:gd name="T11" fmla="*/ 649 h 784"/>
              <a:gd name="T12" fmla="*/ 262 w 1360"/>
              <a:gd name="T13" fmla="*/ 649 h 784"/>
              <a:gd name="T14" fmla="*/ 262 w 1360"/>
              <a:gd name="T15" fmla="*/ 40 h 784"/>
              <a:gd name="T16" fmla="*/ 418 w 1360"/>
              <a:gd name="T17" fmla="*/ 40 h 784"/>
              <a:gd name="T18" fmla="*/ 418 w 1360"/>
              <a:gd name="T19" fmla="*/ 604 h 784"/>
              <a:gd name="T20" fmla="*/ 440 w 1360"/>
              <a:gd name="T21" fmla="*/ 604 h 784"/>
              <a:gd name="T22" fmla="*/ 440 w 1360"/>
              <a:gd name="T23" fmla="*/ 505 h 784"/>
              <a:gd name="T24" fmla="*/ 533 w 1360"/>
              <a:gd name="T25" fmla="*/ 505 h 784"/>
              <a:gd name="T26" fmla="*/ 533 w 1360"/>
              <a:gd name="T27" fmla="*/ 505 h 784"/>
              <a:gd name="T28" fmla="*/ 547 w 1360"/>
              <a:gd name="T29" fmla="*/ 505 h 784"/>
              <a:gd name="T30" fmla="*/ 547 w 1360"/>
              <a:gd name="T31" fmla="*/ 595 h 784"/>
              <a:gd name="T32" fmla="*/ 587 w 1360"/>
              <a:gd name="T33" fmla="*/ 595 h 784"/>
              <a:gd name="T34" fmla="*/ 587 w 1360"/>
              <a:gd name="T35" fmla="*/ 626 h 784"/>
              <a:gd name="T36" fmla="*/ 631 w 1360"/>
              <a:gd name="T37" fmla="*/ 626 h 784"/>
              <a:gd name="T38" fmla="*/ 631 w 1360"/>
              <a:gd name="T39" fmla="*/ 640 h 784"/>
              <a:gd name="T40" fmla="*/ 711 w 1360"/>
              <a:gd name="T41" fmla="*/ 640 h 784"/>
              <a:gd name="T42" fmla="*/ 711 w 1360"/>
              <a:gd name="T43" fmla="*/ 617 h 784"/>
              <a:gd name="T44" fmla="*/ 711 w 1360"/>
              <a:gd name="T45" fmla="*/ 617 h 784"/>
              <a:gd name="T46" fmla="*/ 711 w 1360"/>
              <a:gd name="T47" fmla="*/ 392 h 784"/>
              <a:gd name="T48" fmla="*/ 805 w 1360"/>
              <a:gd name="T49" fmla="*/ 392 h 784"/>
              <a:gd name="T50" fmla="*/ 805 w 1360"/>
              <a:gd name="T51" fmla="*/ 626 h 784"/>
              <a:gd name="T52" fmla="*/ 867 w 1360"/>
              <a:gd name="T53" fmla="*/ 626 h 784"/>
              <a:gd name="T54" fmla="*/ 867 w 1360"/>
              <a:gd name="T55" fmla="*/ 496 h 784"/>
              <a:gd name="T56" fmla="*/ 965 w 1360"/>
              <a:gd name="T57" fmla="*/ 496 h 784"/>
              <a:gd name="T58" fmla="*/ 965 w 1360"/>
              <a:gd name="T59" fmla="*/ 599 h 784"/>
              <a:gd name="T60" fmla="*/ 996 w 1360"/>
              <a:gd name="T61" fmla="*/ 599 h 784"/>
              <a:gd name="T62" fmla="*/ 996 w 1360"/>
              <a:gd name="T63" fmla="*/ 581 h 784"/>
              <a:gd name="T64" fmla="*/ 1005 w 1360"/>
              <a:gd name="T65" fmla="*/ 581 h 784"/>
              <a:gd name="T66" fmla="*/ 1005 w 1360"/>
              <a:gd name="T67" fmla="*/ 378 h 784"/>
              <a:gd name="T68" fmla="*/ 1049 w 1360"/>
              <a:gd name="T69" fmla="*/ 396 h 784"/>
              <a:gd name="T70" fmla="*/ 1049 w 1360"/>
              <a:gd name="T71" fmla="*/ 387 h 784"/>
              <a:gd name="T72" fmla="*/ 1071 w 1360"/>
              <a:gd name="T73" fmla="*/ 387 h 784"/>
              <a:gd name="T74" fmla="*/ 1071 w 1360"/>
              <a:gd name="T75" fmla="*/ 293 h 784"/>
              <a:gd name="T76" fmla="*/ 1076 w 1360"/>
              <a:gd name="T77" fmla="*/ 284 h 784"/>
              <a:gd name="T78" fmla="*/ 1076 w 1360"/>
              <a:gd name="T79" fmla="*/ 257 h 784"/>
              <a:gd name="T80" fmla="*/ 1098 w 1360"/>
              <a:gd name="T81" fmla="*/ 257 h 784"/>
              <a:gd name="T82" fmla="*/ 1143 w 1360"/>
              <a:gd name="T83" fmla="*/ 166 h 784"/>
              <a:gd name="T84" fmla="*/ 1147 w 1360"/>
              <a:gd name="T85" fmla="*/ 0 h 784"/>
              <a:gd name="T86" fmla="*/ 1151 w 1360"/>
              <a:gd name="T87" fmla="*/ 166 h 784"/>
              <a:gd name="T88" fmla="*/ 1196 w 1360"/>
              <a:gd name="T89" fmla="*/ 261 h 784"/>
              <a:gd name="T90" fmla="*/ 1214 w 1360"/>
              <a:gd name="T91" fmla="*/ 261 h 784"/>
              <a:gd name="T92" fmla="*/ 1214 w 1360"/>
              <a:gd name="T93" fmla="*/ 288 h 784"/>
              <a:gd name="T94" fmla="*/ 1218 w 1360"/>
              <a:gd name="T95" fmla="*/ 293 h 784"/>
              <a:gd name="T96" fmla="*/ 1218 w 1360"/>
              <a:gd name="T97" fmla="*/ 387 h 784"/>
              <a:gd name="T98" fmla="*/ 1236 w 1360"/>
              <a:gd name="T99" fmla="*/ 387 h 784"/>
              <a:gd name="T100" fmla="*/ 1236 w 1360"/>
              <a:gd name="T101" fmla="*/ 527 h 784"/>
              <a:gd name="T102" fmla="*/ 1263 w 1360"/>
              <a:gd name="T103" fmla="*/ 527 h 784"/>
              <a:gd name="T104" fmla="*/ 1263 w 1360"/>
              <a:gd name="T105" fmla="*/ 473 h 784"/>
              <a:gd name="T106" fmla="*/ 1356 w 1360"/>
              <a:gd name="T107" fmla="*/ 473 h 784"/>
              <a:gd name="T108" fmla="*/ 1356 w 1360"/>
              <a:gd name="T109" fmla="*/ 654 h 784"/>
              <a:gd name="T110" fmla="*/ 1360 w 1360"/>
              <a:gd name="T111" fmla="*/ 654 h 784"/>
              <a:gd name="T112" fmla="*/ 1360 w 1360"/>
              <a:gd name="T113" fmla="*/ 784 h 784"/>
              <a:gd name="T114" fmla="*/ 0 w 1360"/>
              <a:gd name="T115" fmla="*/ 784 h 784"/>
              <a:gd name="T116" fmla="*/ 0 w 1360"/>
              <a:gd name="T117" fmla="*/ 595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60" h="784">
                <a:moveTo>
                  <a:pt x="0" y="595"/>
                </a:moveTo>
                <a:lnTo>
                  <a:pt x="0" y="405"/>
                </a:lnTo>
                <a:lnTo>
                  <a:pt x="35" y="405"/>
                </a:lnTo>
                <a:lnTo>
                  <a:pt x="35" y="40"/>
                </a:lnTo>
                <a:lnTo>
                  <a:pt x="204" y="40"/>
                </a:lnTo>
                <a:lnTo>
                  <a:pt x="204" y="649"/>
                </a:lnTo>
                <a:lnTo>
                  <a:pt x="262" y="649"/>
                </a:lnTo>
                <a:lnTo>
                  <a:pt x="262" y="40"/>
                </a:lnTo>
                <a:lnTo>
                  <a:pt x="418" y="40"/>
                </a:lnTo>
                <a:lnTo>
                  <a:pt x="418" y="604"/>
                </a:lnTo>
                <a:lnTo>
                  <a:pt x="440" y="604"/>
                </a:lnTo>
                <a:lnTo>
                  <a:pt x="440" y="505"/>
                </a:lnTo>
                <a:lnTo>
                  <a:pt x="533" y="505"/>
                </a:lnTo>
                <a:lnTo>
                  <a:pt x="533" y="505"/>
                </a:lnTo>
                <a:lnTo>
                  <a:pt x="547" y="505"/>
                </a:lnTo>
                <a:lnTo>
                  <a:pt x="547" y="595"/>
                </a:lnTo>
                <a:lnTo>
                  <a:pt x="587" y="595"/>
                </a:lnTo>
                <a:lnTo>
                  <a:pt x="587" y="626"/>
                </a:lnTo>
                <a:lnTo>
                  <a:pt x="631" y="626"/>
                </a:lnTo>
                <a:lnTo>
                  <a:pt x="631" y="640"/>
                </a:lnTo>
                <a:lnTo>
                  <a:pt x="711" y="640"/>
                </a:lnTo>
                <a:lnTo>
                  <a:pt x="711" y="617"/>
                </a:lnTo>
                <a:lnTo>
                  <a:pt x="711" y="617"/>
                </a:lnTo>
                <a:lnTo>
                  <a:pt x="711" y="392"/>
                </a:lnTo>
                <a:lnTo>
                  <a:pt x="805" y="392"/>
                </a:lnTo>
                <a:lnTo>
                  <a:pt x="805" y="626"/>
                </a:lnTo>
                <a:lnTo>
                  <a:pt x="867" y="626"/>
                </a:lnTo>
                <a:lnTo>
                  <a:pt x="867" y="496"/>
                </a:lnTo>
                <a:lnTo>
                  <a:pt x="965" y="496"/>
                </a:lnTo>
                <a:lnTo>
                  <a:pt x="965" y="599"/>
                </a:lnTo>
                <a:lnTo>
                  <a:pt x="996" y="599"/>
                </a:lnTo>
                <a:lnTo>
                  <a:pt x="996" y="581"/>
                </a:lnTo>
                <a:lnTo>
                  <a:pt x="1005" y="581"/>
                </a:lnTo>
                <a:lnTo>
                  <a:pt x="1005" y="378"/>
                </a:lnTo>
                <a:lnTo>
                  <a:pt x="1049" y="396"/>
                </a:lnTo>
                <a:lnTo>
                  <a:pt x="1049" y="387"/>
                </a:lnTo>
                <a:lnTo>
                  <a:pt x="1071" y="387"/>
                </a:lnTo>
                <a:lnTo>
                  <a:pt x="1071" y="293"/>
                </a:lnTo>
                <a:lnTo>
                  <a:pt x="1076" y="284"/>
                </a:lnTo>
                <a:lnTo>
                  <a:pt x="1076" y="257"/>
                </a:lnTo>
                <a:lnTo>
                  <a:pt x="1098" y="257"/>
                </a:lnTo>
                <a:lnTo>
                  <a:pt x="1143" y="166"/>
                </a:lnTo>
                <a:lnTo>
                  <a:pt x="1147" y="0"/>
                </a:lnTo>
                <a:lnTo>
                  <a:pt x="1151" y="166"/>
                </a:lnTo>
                <a:lnTo>
                  <a:pt x="1196" y="261"/>
                </a:lnTo>
                <a:lnTo>
                  <a:pt x="1214" y="261"/>
                </a:lnTo>
                <a:lnTo>
                  <a:pt x="1214" y="288"/>
                </a:lnTo>
                <a:lnTo>
                  <a:pt x="1218" y="293"/>
                </a:lnTo>
                <a:lnTo>
                  <a:pt x="1218" y="387"/>
                </a:lnTo>
                <a:lnTo>
                  <a:pt x="1236" y="387"/>
                </a:lnTo>
                <a:lnTo>
                  <a:pt x="1236" y="527"/>
                </a:lnTo>
                <a:lnTo>
                  <a:pt x="1263" y="527"/>
                </a:lnTo>
                <a:lnTo>
                  <a:pt x="1263" y="473"/>
                </a:lnTo>
                <a:lnTo>
                  <a:pt x="1356" y="473"/>
                </a:lnTo>
                <a:lnTo>
                  <a:pt x="1356" y="654"/>
                </a:lnTo>
                <a:lnTo>
                  <a:pt x="1360" y="654"/>
                </a:lnTo>
                <a:lnTo>
                  <a:pt x="1360" y="784"/>
                </a:lnTo>
                <a:lnTo>
                  <a:pt x="0" y="784"/>
                </a:lnTo>
                <a:lnTo>
                  <a:pt x="0" y="595"/>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12"/>
          <p:cNvSpPr/>
          <p:nvPr/>
        </p:nvSpPr>
        <p:spPr>
          <a:xfrm>
            <a:off x="948268" y="4349421"/>
            <a:ext cx="2353733"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Security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15" name="Rectangle 14"/>
          <p:cNvSpPr/>
          <p:nvPr/>
        </p:nvSpPr>
        <p:spPr>
          <a:xfrm>
            <a:off x="3691468" y="4349421"/>
            <a:ext cx="2353733"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Services </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17" name="Rectangle 16"/>
          <p:cNvSpPr/>
          <p:nvPr/>
        </p:nvSpPr>
        <p:spPr>
          <a:xfrm>
            <a:off x="6434668" y="4349421"/>
            <a:ext cx="2353733"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Homemade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sp>
        <p:nvSpPr>
          <p:cNvPr id="19" name="Rectangle 18"/>
          <p:cNvSpPr/>
          <p:nvPr/>
        </p:nvSpPr>
        <p:spPr>
          <a:xfrm>
            <a:off x="9177868" y="4349421"/>
            <a:ext cx="2353733" cy="1200329"/>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Document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ct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a:t>
            </a:r>
          </a:p>
        </p:txBody>
      </p:sp>
      <p:grpSp>
        <p:nvGrpSpPr>
          <p:cNvPr id="34" name="Group 33"/>
          <p:cNvGrpSpPr/>
          <p:nvPr/>
        </p:nvGrpSpPr>
        <p:grpSpPr>
          <a:xfrm>
            <a:off x="1759115" y="3600450"/>
            <a:ext cx="748971" cy="748971"/>
            <a:chOff x="1319336" y="2757487"/>
            <a:chExt cx="561728" cy="561728"/>
          </a:xfrm>
        </p:grpSpPr>
        <p:sp>
          <p:nvSpPr>
            <p:cNvPr id="12" name="Oval 11"/>
            <p:cNvSpPr/>
            <p:nvPr/>
          </p:nvSpPr>
          <p:spPr>
            <a:xfrm>
              <a:off x="1319336" y="2757487"/>
              <a:ext cx="561728" cy="561728"/>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1" name="Group 20"/>
            <p:cNvGrpSpPr/>
            <p:nvPr/>
          </p:nvGrpSpPr>
          <p:grpSpPr>
            <a:xfrm>
              <a:off x="1494933" y="2897467"/>
              <a:ext cx="210534" cy="275314"/>
              <a:chOff x="812800" y="2401888"/>
              <a:chExt cx="206375" cy="269875"/>
            </a:xfrm>
            <a:solidFill>
              <a:schemeClr val="bg1"/>
            </a:solidFill>
          </p:grpSpPr>
          <p:sp>
            <p:nvSpPr>
              <p:cNvPr id="22"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Freeform 48"/>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7" name="Group 36"/>
          <p:cNvGrpSpPr/>
          <p:nvPr/>
        </p:nvGrpSpPr>
        <p:grpSpPr>
          <a:xfrm>
            <a:off x="9988715" y="3600450"/>
            <a:ext cx="748971" cy="748971"/>
            <a:chOff x="7491536" y="2757487"/>
            <a:chExt cx="561728" cy="561728"/>
          </a:xfrm>
        </p:grpSpPr>
        <p:sp>
          <p:nvSpPr>
            <p:cNvPr id="18" name="Oval 17"/>
            <p:cNvSpPr/>
            <p:nvPr/>
          </p:nvSpPr>
          <p:spPr>
            <a:xfrm>
              <a:off x="7491536" y="2757487"/>
              <a:ext cx="561728" cy="561728"/>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4" name="Group 23"/>
            <p:cNvGrpSpPr/>
            <p:nvPr/>
          </p:nvGrpSpPr>
          <p:grpSpPr>
            <a:xfrm>
              <a:off x="7631849" y="2892971"/>
              <a:ext cx="281101" cy="279310"/>
              <a:chOff x="744538" y="3198813"/>
              <a:chExt cx="249237" cy="247650"/>
            </a:xfrm>
            <a:solidFill>
              <a:schemeClr val="bg1"/>
            </a:solidFill>
          </p:grpSpPr>
          <p:sp>
            <p:nvSpPr>
              <p:cNvPr id="25" name="Freeform 8"/>
              <p:cNvSpPr/>
              <p:nvPr/>
            </p:nvSpPr>
            <p:spPr bwMode="auto">
              <a:xfrm>
                <a:off x="744538" y="3379788"/>
                <a:ext cx="66675" cy="66675"/>
              </a:xfrm>
              <a:custGeom>
                <a:avLst/>
                <a:gdLst>
                  <a:gd name="T0" fmla="*/ 19 w 42"/>
                  <a:gd name="T1" fmla="*/ 1 h 42"/>
                  <a:gd name="T2" fmla="*/ 0 w 42"/>
                  <a:gd name="T3" fmla="*/ 42 h 42"/>
                  <a:gd name="T4" fmla="*/ 42 w 42"/>
                  <a:gd name="T5" fmla="*/ 24 h 42"/>
                  <a:gd name="T6" fmla="*/ 42 w 42"/>
                  <a:gd name="T7" fmla="*/ 24 h 42"/>
                  <a:gd name="T8" fmla="*/ 19 w 42"/>
                  <a:gd name="T9" fmla="*/ 0 h 42"/>
                  <a:gd name="T10" fmla="*/ 19 w 42"/>
                  <a:gd name="T11" fmla="*/ 1 h 42"/>
                </a:gdLst>
                <a:ahLst/>
                <a:cxnLst>
                  <a:cxn ang="0">
                    <a:pos x="T0" y="T1"/>
                  </a:cxn>
                  <a:cxn ang="0">
                    <a:pos x="T2" y="T3"/>
                  </a:cxn>
                  <a:cxn ang="0">
                    <a:pos x="T4" y="T5"/>
                  </a:cxn>
                  <a:cxn ang="0">
                    <a:pos x="T6" y="T7"/>
                  </a:cxn>
                  <a:cxn ang="0">
                    <a:pos x="T8" y="T9"/>
                  </a:cxn>
                  <a:cxn ang="0">
                    <a:pos x="T10" y="T11"/>
                  </a:cxn>
                </a:cxnLst>
                <a:rect l="0" t="0" r="r" b="b"/>
                <a:pathLst>
                  <a:path w="42" h="42">
                    <a:moveTo>
                      <a:pt x="19" y="1"/>
                    </a:moveTo>
                    <a:lnTo>
                      <a:pt x="0" y="42"/>
                    </a:lnTo>
                    <a:lnTo>
                      <a:pt x="42" y="24"/>
                    </a:lnTo>
                    <a:lnTo>
                      <a:pt x="42" y="24"/>
                    </a:lnTo>
                    <a:lnTo>
                      <a:pt x="19" y="0"/>
                    </a:lnTo>
                    <a:lnTo>
                      <a:pt x="19"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Freeform 9"/>
              <p:cNvSpPr/>
              <p:nvPr/>
            </p:nvSpPr>
            <p:spPr bwMode="auto">
              <a:xfrm>
                <a:off x="782638" y="3219451"/>
                <a:ext cx="165100" cy="168275"/>
              </a:xfrm>
              <a:custGeom>
                <a:avLst/>
                <a:gdLst>
                  <a:gd name="T0" fmla="*/ 94 w 104"/>
                  <a:gd name="T1" fmla="*/ 0 h 106"/>
                  <a:gd name="T2" fmla="*/ 0 w 104"/>
                  <a:gd name="T3" fmla="*/ 96 h 106"/>
                  <a:gd name="T4" fmla="*/ 9 w 104"/>
                  <a:gd name="T5" fmla="*/ 106 h 106"/>
                  <a:gd name="T6" fmla="*/ 104 w 104"/>
                  <a:gd name="T7" fmla="*/ 10 h 106"/>
                  <a:gd name="T8" fmla="*/ 94 w 104"/>
                  <a:gd name="T9" fmla="*/ 0 h 106"/>
                </a:gdLst>
                <a:ahLst/>
                <a:cxnLst>
                  <a:cxn ang="0">
                    <a:pos x="T0" y="T1"/>
                  </a:cxn>
                  <a:cxn ang="0">
                    <a:pos x="T2" y="T3"/>
                  </a:cxn>
                  <a:cxn ang="0">
                    <a:pos x="T4" y="T5"/>
                  </a:cxn>
                  <a:cxn ang="0">
                    <a:pos x="T6" y="T7"/>
                  </a:cxn>
                  <a:cxn ang="0">
                    <a:pos x="T8" y="T9"/>
                  </a:cxn>
                </a:cxnLst>
                <a:rect l="0" t="0" r="r" b="b"/>
                <a:pathLst>
                  <a:path w="104" h="105">
                    <a:moveTo>
                      <a:pt x="94" y="0"/>
                    </a:moveTo>
                    <a:lnTo>
                      <a:pt x="0" y="96"/>
                    </a:lnTo>
                    <a:lnTo>
                      <a:pt x="9" y="106"/>
                    </a:lnTo>
                    <a:lnTo>
                      <a:pt x="104" y="10"/>
                    </a:lnTo>
                    <a:lnTo>
                      <a:pt x="9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Freeform 10"/>
              <p:cNvSpPr/>
              <p:nvPr/>
            </p:nvSpPr>
            <p:spPr bwMode="auto">
              <a:xfrm>
                <a:off x="804863" y="3244851"/>
                <a:ext cx="165100" cy="165100"/>
              </a:xfrm>
              <a:custGeom>
                <a:avLst/>
                <a:gdLst>
                  <a:gd name="T0" fmla="*/ 95 w 104"/>
                  <a:gd name="T1" fmla="*/ 0 h 104"/>
                  <a:gd name="T2" fmla="*/ 0 w 104"/>
                  <a:gd name="T3" fmla="*/ 94 h 104"/>
                  <a:gd name="T4" fmla="*/ 10 w 104"/>
                  <a:gd name="T5" fmla="*/ 104 h 104"/>
                  <a:gd name="T6" fmla="*/ 104 w 104"/>
                  <a:gd name="T7" fmla="*/ 9 h 104"/>
                  <a:gd name="T8" fmla="*/ 95 w 104"/>
                  <a:gd name="T9" fmla="*/ 0 h 104"/>
                </a:gdLst>
                <a:ahLst/>
                <a:cxnLst>
                  <a:cxn ang="0">
                    <a:pos x="T0" y="T1"/>
                  </a:cxn>
                  <a:cxn ang="0">
                    <a:pos x="T2" y="T3"/>
                  </a:cxn>
                  <a:cxn ang="0">
                    <a:pos x="T4" y="T5"/>
                  </a:cxn>
                  <a:cxn ang="0">
                    <a:pos x="T6" y="T7"/>
                  </a:cxn>
                  <a:cxn ang="0">
                    <a:pos x="T8" y="T9"/>
                  </a:cxn>
                </a:cxnLst>
                <a:rect l="0" t="0" r="r" b="b"/>
                <a:pathLst>
                  <a:path w="104" h="104">
                    <a:moveTo>
                      <a:pt x="95" y="0"/>
                    </a:moveTo>
                    <a:lnTo>
                      <a:pt x="0" y="94"/>
                    </a:lnTo>
                    <a:lnTo>
                      <a:pt x="10" y="104"/>
                    </a:lnTo>
                    <a:lnTo>
                      <a:pt x="104" y="9"/>
                    </a:lnTo>
                    <a:lnTo>
                      <a:pt x="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Freeform 11"/>
              <p:cNvSpPr/>
              <p:nvPr/>
            </p:nvSpPr>
            <p:spPr bwMode="auto">
              <a:xfrm>
                <a:off x="942975" y="3198813"/>
                <a:ext cx="50800" cy="4921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6" name="Group 35"/>
          <p:cNvGrpSpPr/>
          <p:nvPr/>
        </p:nvGrpSpPr>
        <p:grpSpPr>
          <a:xfrm>
            <a:off x="7245515" y="3600450"/>
            <a:ext cx="748971" cy="748971"/>
            <a:chOff x="5434136" y="2757487"/>
            <a:chExt cx="561728" cy="561728"/>
          </a:xfrm>
        </p:grpSpPr>
        <p:sp>
          <p:nvSpPr>
            <p:cNvPr id="16" name="Oval 15"/>
            <p:cNvSpPr/>
            <p:nvPr/>
          </p:nvSpPr>
          <p:spPr>
            <a:xfrm>
              <a:off x="5434136" y="2757487"/>
              <a:ext cx="561728" cy="561728"/>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9" name="Group 28"/>
            <p:cNvGrpSpPr/>
            <p:nvPr/>
          </p:nvGrpSpPr>
          <p:grpSpPr>
            <a:xfrm>
              <a:off x="5553503" y="2902017"/>
              <a:ext cx="322994" cy="261219"/>
              <a:chOff x="312738" y="3205163"/>
              <a:chExt cx="290513" cy="234950"/>
            </a:xfrm>
            <a:solidFill>
              <a:schemeClr val="bg1"/>
            </a:solidFill>
          </p:grpSpPr>
          <p:sp>
            <p:nvSpPr>
              <p:cNvPr id="30"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6"/>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5" name="Group 34"/>
          <p:cNvGrpSpPr/>
          <p:nvPr/>
        </p:nvGrpSpPr>
        <p:grpSpPr>
          <a:xfrm>
            <a:off x="4502315" y="3600450"/>
            <a:ext cx="748971" cy="748971"/>
            <a:chOff x="3376736" y="2757487"/>
            <a:chExt cx="561728" cy="561728"/>
          </a:xfrm>
        </p:grpSpPr>
        <p:sp>
          <p:nvSpPr>
            <p:cNvPr id="14" name="Oval 13"/>
            <p:cNvSpPr/>
            <p:nvPr/>
          </p:nvSpPr>
          <p:spPr>
            <a:xfrm>
              <a:off x="3376736" y="2757487"/>
              <a:ext cx="561728" cy="561728"/>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11"/>
            <p:cNvSpPr>
              <a:spLocks noEditPoints="1"/>
            </p:cNvSpPr>
            <p:nvPr/>
          </p:nvSpPr>
          <p:spPr bwMode="auto">
            <a:xfrm>
              <a:off x="3483182" y="2880155"/>
              <a:ext cx="348835" cy="309938"/>
            </a:xfrm>
            <a:custGeom>
              <a:avLst/>
              <a:gdLst>
                <a:gd name="T0" fmla="*/ 133 w 134"/>
                <a:gd name="T1" fmla="*/ 16 h 119"/>
                <a:gd name="T2" fmla="*/ 121 w 134"/>
                <a:gd name="T3" fmla="*/ 5 h 119"/>
                <a:gd name="T4" fmla="*/ 115 w 134"/>
                <a:gd name="T5" fmla="*/ 5 h 119"/>
                <a:gd name="T6" fmla="*/ 114 w 134"/>
                <a:gd name="T7" fmla="*/ 8 h 119"/>
                <a:gd name="T8" fmla="*/ 111 w 134"/>
                <a:gd name="T9" fmla="*/ 9 h 119"/>
                <a:gd name="T10" fmla="*/ 111 w 134"/>
                <a:gd name="T11" fmla="*/ 9 h 119"/>
                <a:gd name="T12" fmla="*/ 81 w 134"/>
                <a:gd name="T13" fmla="*/ 39 h 119"/>
                <a:gd name="T14" fmla="*/ 79 w 134"/>
                <a:gd name="T15" fmla="*/ 47 h 119"/>
                <a:gd name="T16" fmla="*/ 82 w 134"/>
                <a:gd name="T17" fmla="*/ 50 h 119"/>
                <a:gd name="T18" fmla="*/ 82 w 134"/>
                <a:gd name="T19" fmla="*/ 50 h 119"/>
                <a:gd name="T20" fmla="*/ 83 w 134"/>
                <a:gd name="T21" fmla="*/ 51 h 119"/>
                <a:gd name="T22" fmla="*/ 76 w 134"/>
                <a:gd name="T23" fmla="*/ 57 h 119"/>
                <a:gd name="T24" fmla="*/ 54 w 134"/>
                <a:gd name="T25" fmla="*/ 35 h 119"/>
                <a:gd name="T26" fmla="*/ 47 w 134"/>
                <a:gd name="T27" fmla="*/ 10 h 119"/>
                <a:gd name="T28" fmla="*/ 21 w 134"/>
                <a:gd name="T29" fmla="*/ 3 h 119"/>
                <a:gd name="T30" fmla="*/ 36 w 134"/>
                <a:gd name="T31" fmla="*/ 18 h 119"/>
                <a:gd name="T32" fmla="*/ 32 w 134"/>
                <a:gd name="T33" fmla="*/ 32 h 119"/>
                <a:gd name="T34" fmla="*/ 18 w 134"/>
                <a:gd name="T35" fmla="*/ 36 h 119"/>
                <a:gd name="T36" fmla="*/ 3 w 134"/>
                <a:gd name="T37" fmla="*/ 21 h 119"/>
                <a:gd name="T38" fmla="*/ 10 w 134"/>
                <a:gd name="T39" fmla="*/ 47 h 119"/>
                <a:gd name="T40" fmla="*/ 36 w 134"/>
                <a:gd name="T41" fmla="*/ 53 h 119"/>
                <a:gd name="T42" fmla="*/ 37 w 134"/>
                <a:gd name="T43" fmla="*/ 53 h 119"/>
                <a:gd name="T44" fmla="*/ 58 w 134"/>
                <a:gd name="T45" fmla="*/ 75 h 119"/>
                <a:gd name="T46" fmla="*/ 38 w 134"/>
                <a:gd name="T47" fmla="*/ 96 h 119"/>
                <a:gd name="T48" fmla="*/ 36 w 134"/>
                <a:gd name="T49" fmla="*/ 95 h 119"/>
                <a:gd name="T50" fmla="*/ 31 w 134"/>
                <a:gd name="T51" fmla="*/ 99 h 119"/>
                <a:gd name="T52" fmla="*/ 21 w 134"/>
                <a:gd name="T53" fmla="*/ 115 h 119"/>
                <a:gd name="T54" fmla="*/ 23 w 134"/>
                <a:gd name="T55" fmla="*/ 117 h 119"/>
                <a:gd name="T56" fmla="*/ 39 w 134"/>
                <a:gd name="T57" fmla="*/ 107 h 119"/>
                <a:gd name="T58" fmla="*/ 43 w 134"/>
                <a:gd name="T59" fmla="*/ 101 h 119"/>
                <a:gd name="T60" fmla="*/ 42 w 134"/>
                <a:gd name="T61" fmla="*/ 100 h 119"/>
                <a:gd name="T62" fmla="*/ 63 w 134"/>
                <a:gd name="T63" fmla="*/ 80 h 119"/>
                <a:gd name="T64" fmla="*/ 98 w 134"/>
                <a:gd name="T65" fmla="*/ 115 h 119"/>
                <a:gd name="T66" fmla="*/ 107 w 134"/>
                <a:gd name="T67" fmla="*/ 119 h 119"/>
                <a:gd name="T68" fmla="*/ 116 w 134"/>
                <a:gd name="T69" fmla="*/ 115 h 119"/>
                <a:gd name="T70" fmla="*/ 116 w 134"/>
                <a:gd name="T71" fmla="*/ 97 h 119"/>
                <a:gd name="T72" fmla="*/ 81 w 134"/>
                <a:gd name="T73" fmla="*/ 62 h 119"/>
                <a:gd name="T74" fmla="*/ 87 w 134"/>
                <a:gd name="T75" fmla="*/ 56 h 119"/>
                <a:gd name="T76" fmla="*/ 90 w 134"/>
                <a:gd name="T77" fmla="*/ 59 h 119"/>
                <a:gd name="T78" fmla="*/ 98 w 134"/>
                <a:gd name="T79" fmla="*/ 57 h 119"/>
                <a:gd name="T80" fmla="*/ 128 w 134"/>
                <a:gd name="T81" fmla="*/ 26 h 119"/>
                <a:gd name="T82" fmla="*/ 128 w 134"/>
                <a:gd name="T83" fmla="*/ 26 h 119"/>
                <a:gd name="T84" fmla="*/ 128 w 134"/>
                <a:gd name="T85" fmla="*/ 26 h 119"/>
                <a:gd name="T86" fmla="*/ 129 w 134"/>
                <a:gd name="T87" fmla="*/ 23 h 119"/>
                <a:gd name="T88" fmla="*/ 133 w 134"/>
                <a:gd name="T89" fmla="*/ 22 h 119"/>
                <a:gd name="T90" fmla="*/ 133 w 134"/>
                <a:gd name="T91" fmla="*/ 16 h 119"/>
                <a:gd name="T92" fmla="*/ 108 w 134"/>
                <a:gd name="T93" fmla="*/ 103 h 119"/>
                <a:gd name="T94" fmla="*/ 113 w 134"/>
                <a:gd name="T95" fmla="*/ 108 h 119"/>
                <a:gd name="T96" fmla="*/ 108 w 134"/>
                <a:gd name="T97" fmla="*/ 113 h 119"/>
                <a:gd name="T98" fmla="*/ 103 w 134"/>
                <a:gd name="T99" fmla="*/ 108 h 119"/>
                <a:gd name="T100" fmla="*/ 108 w 134"/>
                <a:gd name="T101" fmla="*/ 103 h 119"/>
                <a:gd name="T102" fmla="*/ 91 w 134"/>
                <a:gd name="T103" fmla="*/ 41 h 119"/>
                <a:gd name="T104" fmla="*/ 89 w 134"/>
                <a:gd name="T105" fmla="*/ 39 h 119"/>
                <a:gd name="T106" fmla="*/ 112 w 134"/>
                <a:gd name="T107" fmla="*/ 17 h 119"/>
                <a:gd name="T108" fmla="*/ 114 w 134"/>
                <a:gd name="T109" fmla="*/ 19 h 119"/>
                <a:gd name="T110" fmla="*/ 91 w 134"/>
                <a:gd name="T111" fmla="*/ 41 h 119"/>
                <a:gd name="T112" fmla="*/ 98 w 134"/>
                <a:gd name="T113" fmla="*/ 48 h 119"/>
                <a:gd name="T114" fmla="*/ 96 w 134"/>
                <a:gd name="T115" fmla="*/ 47 h 119"/>
                <a:gd name="T116" fmla="*/ 119 w 134"/>
                <a:gd name="T117" fmla="*/ 24 h 119"/>
                <a:gd name="T118" fmla="*/ 121 w 134"/>
                <a:gd name="T119" fmla="*/ 26 h 119"/>
                <a:gd name="T120" fmla="*/ 98 w 134"/>
                <a:gd name="T121" fmla="*/ 4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9">
                  <a:moveTo>
                    <a:pt x="133" y="16"/>
                  </a:moveTo>
                  <a:cubicBezTo>
                    <a:pt x="121" y="5"/>
                    <a:pt x="121" y="5"/>
                    <a:pt x="121" y="5"/>
                  </a:cubicBezTo>
                  <a:cubicBezTo>
                    <a:pt x="119" y="3"/>
                    <a:pt x="117" y="3"/>
                    <a:pt x="115" y="5"/>
                  </a:cubicBezTo>
                  <a:cubicBezTo>
                    <a:pt x="114" y="6"/>
                    <a:pt x="114" y="7"/>
                    <a:pt x="114" y="8"/>
                  </a:cubicBezTo>
                  <a:cubicBezTo>
                    <a:pt x="113" y="8"/>
                    <a:pt x="112" y="8"/>
                    <a:pt x="111" y="9"/>
                  </a:cubicBezTo>
                  <a:cubicBezTo>
                    <a:pt x="111" y="9"/>
                    <a:pt x="111" y="9"/>
                    <a:pt x="111" y="9"/>
                  </a:cubicBezTo>
                  <a:cubicBezTo>
                    <a:pt x="81" y="39"/>
                    <a:pt x="81" y="39"/>
                    <a:pt x="81" y="39"/>
                  </a:cubicBezTo>
                  <a:cubicBezTo>
                    <a:pt x="81" y="42"/>
                    <a:pt x="80" y="45"/>
                    <a:pt x="79" y="47"/>
                  </a:cubicBezTo>
                  <a:cubicBezTo>
                    <a:pt x="82" y="50"/>
                    <a:pt x="82" y="50"/>
                    <a:pt x="82" y="50"/>
                  </a:cubicBezTo>
                  <a:cubicBezTo>
                    <a:pt x="82" y="50"/>
                    <a:pt x="82" y="50"/>
                    <a:pt x="82" y="50"/>
                  </a:cubicBezTo>
                  <a:cubicBezTo>
                    <a:pt x="83" y="51"/>
                    <a:pt x="83" y="51"/>
                    <a:pt x="83" y="51"/>
                  </a:cubicBezTo>
                  <a:cubicBezTo>
                    <a:pt x="76" y="57"/>
                    <a:pt x="76" y="57"/>
                    <a:pt x="76" y="57"/>
                  </a:cubicBezTo>
                  <a:cubicBezTo>
                    <a:pt x="54" y="35"/>
                    <a:pt x="54" y="35"/>
                    <a:pt x="54" y="35"/>
                  </a:cubicBezTo>
                  <a:cubicBezTo>
                    <a:pt x="56" y="26"/>
                    <a:pt x="54" y="17"/>
                    <a:pt x="47" y="10"/>
                  </a:cubicBezTo>
                  <a:cubicBezTo>
                    <a:pt x="40" y="3"/>
                    <a:pt x="30" y="0"/>
                    <a:pt x="21" y="3"/>
                  </a:cubicBezTo>
                  <a:cubicBezTo>
                    <a:pt x="36" y="18"/>
                    <a:pt x="36" y="18"/>
                    <a:pt x="36" y="18"/>
                  </a:cubicBezTo>
                  <a:cubicBezTo>
                    <a:pt x="32" y="32"/>
                    <a:pt x="32" y="32"/>
                    <a:pt x="32" y="32"/>
                  </a:cubicBezTo>
                  <a:cubicBezTo>
                    <a:pt x="18" y="36"/>
                    <a:pt x="18" y="36"/>
                    <a:pt x="18" y="36"/>
                  </a:cubicBezTo>
                  <a:cubicBezTo>
                    <a:pt x="3" y="21"/>
                    <a:pt x="3" y="21"/>
                    <a:pt x="3" y="21"/>
                  </a:cubicBezTo>
                  <a:cubicBezTo>
                    <a:pt x="0" y="30"/>
                    <a:pt x="3" y="40"/>
                    <a:pt x="10" y="47"/>
                  </a:cubicBezTo>
                  <a:cubicBezTo>
                    <a:pt x="17" y="54"/>
                    <a:pt x="27" y="56"/>
                    <a:pt x="36" y="53"/>
                  </a:cubicBezTo>
                  <a:cubicBezTo>
                    <a:pt x="37" y="53"/>
                    <a:pt x="37" y="53"/>
                    <a:pt x="37" y="53"/>
                  </a:cubicBezTo>
                  <a:cubicBezTo>
                    <a:pt x="58" y="75"/>
                    <a:pt x="58" y="75"/>
                    <a:pt x="58" y="75"/>
                  </a:cubicBezTo>
                  <a:cubicBezTo>
                    <a:pt x="38" y="96"/>
                    <a:pt x="38" y="96"/>
                    <a:pt x="38" y="96"/>
                  </a:cubicBezTo>
                  <a:cubicBezTo>
                    <a:pt x="36" y="95"/>
                    <a:pt x="36" y="95"/>
                    <a:pt x="36" y="95"/>
                  </a:cubicBezTo>
                  <a:cubicBezTo>
                    <a:pt x="31" y="99"/>
                    <a:pt x="31" y="99"/>
                    <a:pt x="31" y="99"/>
                  </a:cubicBezTo>
                  <a:cubicBezTo>
                    <a:pt x="21" y="115"/>
                    <a:pt x="21" y="115"/>
                    <a:pt x="21" y="115"/>
                  </a:cubicBezTo>
                  <a:cubicBezTo>
                    <a:pt x="23" y="117"/>
                    <a:pt x="23" y="117"/>
                    <a:pt x="23" y="117"/>
                  </a:cubicBezTo>
                  <a:cubicBezTo>
                    <a:pt x="39" y="107"/>
                    <a:pt x="39" y="107"/>
                    <a:pt x="39" y="107"/>
                  </a:cubicBezTo>
                  <a:cubicBezTo>
                    <a:pt x="43" y="101"/>
                    <a:pt x="43" y="101"/>
                    <a:pt x="43" y="101"/>
                  </a:cubicBezTo>
                  <a:cubicBezTo>
                    <a:pt x="42" y="100"/>
                    <a:pt x="42" y="100"/>
                    <a:pt x="42" y="100"/>
                  </a:cubicBezTo>
                  <a:cubicBezTo>
                    <a:pt x="63" y="80"/>
                    <a:pt x="63" y="80"/>
                    <a:pt x="63" y="80"/>
                  </a:cubicBezTo>
                  <a:cubicBezTo>
                    <a:pt x="98" y="115"/>
                    <a:pt x="98" y="115"/>
                    <a:pt x="98" y="115"/>
                  </a:cubicBezTo>
                  <a:cubicBezTo>
                    <a:pt x="101" y="117"/>
                    <a:pt x="104" y="119"/>
                    <a:pt x="107" y="119"/>
                  </a:cubicBezTo>
                  <a:cubicBezTo>
                    <a:pt x="110" y="119"/>
                    <a:pt x="113" y="117"/>
                    <a:pt x="116" y="115"/>
                  </a:cubicBezTo>
                  <a:cubicBezTo>
                    <a:pt x="121" y="110"/>
                    <a:pt x="121" y="102"/>
                    <a:pt x="116" y="97"/>
                  </a:cubicBezTo>
                  <a:cubicBezTo>
                    <a:pt x="81" y="62"/>
                    <a:pt x="81" y="62"/>
                    <a:pt x="81" y="62"/>
                  </a:cubicBezTo>
                  <a:cubicBezTo>
                    <a:pt x="87" y="56"/>
                    <a:pt x="87" y="56"/>
                    <a:pt x="87" y="56"/>
                  </a:cubicBezTo>
                  <a:cubicBezTo>
                    <a:pt x="90" y="59"/>
                    <a:pt x="90" y="59"/>
                    <a:pt x="90" y="59"/>
                  </a:cubicBezTo>
                  <a:cubicBezTo>
                    <a:pt x="92" y="57"/>
                    <a:pt x="95" y="56"/>
                    <a:pt x="98" y="57"/>
                  </a:cubicBezTo>
                  <a:cubicBezTo>
                    <a:pt x="128" y="26"/>
                    <a:pt x="128" y="26"/>
                    <a:pt x="128" y="26"/>
                  </a:cubicBezTo>
                  <a:cubicBezTo>
                    <a:pt x="128" y="26"/>
                    <a:pt x="128" y="26"/>
                    <a:pt x="128" y="26"/>
                  </a:cubicBezTo>
                  <a:cubicBezTo>
                    <a:pt x="128" y="26"/>
                    <a:pt x="128" y="26"/>
                    <a:pt x="128" y="26"/>
                  </a:cubicBezTo>
                  <a:cubicBezTo>
                    <a:pt x="129" y="25"/>
                    <a:pt x="129" y="24"/>
                    <a:pt x="129" y="23"/>
                  </a:cubicBezTo>
                  <a:cubicBezTo>
                    <a:pt x="130" y="24"/>
                    <a:pt x="132" y="23"/>
                    <a:pt x="133" y="22"/>
                  </a:cubicBezTo>
                  <a:cubicBezTo>
                    <a:pt x="134" y="21"/>
                    <a:pt x="134" y="18"/>
                    <a:pt x="133" y="16"/>
                  </a:cubicBezTo>
                  <a:close/>
                  <a:moveTo>
                    <a:pt x="108" y="103"/>
                  </a:moveTo>
                  <a:cubicBezTo>
                    <a:pt x="111" y="103"/>
                    <a:pt x="113" y="106"/>
                    <a:pt x="113" y="108"/>
                  </a:cubicBezTo>
                  <a:cubicBezTo>
                    <a:pt x="113" y="111"/>
                    <a:pt x="111" y="113"/>
                    <a:pt x="108" y="113"/>
                  </a:cubicBezTo>
                  <a:cubicBezTo>
                    <a:pt x="105" y="113"/>
                    <a:pt x="103" y="111"/>
                    <a:pt x="103" y="108"/>
                  </a:cubicBezTo>
                  <a:cubicBezTo>
                    <a:pt x="103" y="106"/>
                    <a:pt x="105" y="103"/>
                    <a:pt x="108" y="103"/>
                  </a:cubicBezTo>
                  <a:close/>
                  <a:moveTo>
                    <a:pt x="91" y="41"/>
                  </a:moveTo>
                  <a:cubicBezTo>
                    <a:pt x="89" y="39"/>
                    <a:pt x="89" y="39"/>
                    <a:pt x="89" y="39"/>
                  </a:cubicBezTo>
                  <a:cubicBezTo>
                    <a:pt x="112" y="17"/>
                    <a:pt x="112" y="17"/>
                    <a:pt x="112" y="17"/>
                  </a:cubicBezTo>
                  <a:cubicBezTo>
                    <a:pt x="114" y="19"/>
                    <a:pt x="114" y="19"/>
                    <a:pt x="114" y="19"/>
                  </a:cubicBezTo>
                  <a:lnTo>
                    <a:pt x="91" y="41"/>
                  </a:lnTo>
                  <a:close/>
                  <a:moveTo>
                    <a:pt x="98" y="48"/>
                  </a:moveTo>
                  <a:cubicBezTo>
                    <a:pt x="96" y="47"/>
                    <a:pt x="96" y="47"/>
                    <a:pt x="96" y="47"/>
                  </a:cubicBezTo>
                  <a:cubicBezTo>
                    <a:pt x="119" y="24"/>
                    <a:pt x="119" y="24"/>
                    <a:pt x="119" y="24"/>
                  </a:cubicBezTo>
                  <a:cubicBezTo>
                    <a:pt x="121" y="26"/>
                    <a:pt x="121" y="26"/>
                    <a:pt x="121" y="26"/>
                  </a:cubicBezTo>
                  <a:lnTo>
                    <a:pt x="98" y="48"/>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8"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39"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40" name="Group 39"/>
          <p:cNvGrpSpPr/>
          <p:nvPr/>
        </p:nvGrpSpPr>
        <p:grpSpPr>
          <a:xfrm>
            <a:off x="745927" y="5735914"/>
            <a:ext cx="10661949" cy="140901"/>
            <a:chOff x="745927" y="5494178"/>
            <a:chExt cx="10661949" cy="140901"/>
          </a:xfrm>
        </p:grpSpPr>
        <p:cxnSp>
          <p:nvCxnSpPr>
            <p:cNvPr id="41" name="Straight Connector 40"/>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4430272" y="5494178"/>
              <a:ext cx="3293258" cy="140901"/>
              <a:chOff x="3978245" y="5494178"/>
              <a:chExt cx="3293258" cy="140901"/>
            </a:xfrm>
          </p:grpSpPr>
          <p:sp>
            <p:nvSpPr>
              <p:cNvPr id="43" name="Rectangle 42"/>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44" name="Rectangle 43"/>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45" name="Rectangle 44"/>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46" name="Rectangle 45"/>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240302590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661341"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The Differentiation</a:t>
            </a:r>
          </a:p>
        </p:txBody>
      </p:sp>
      <p:grpSp>
        <p:nvGrpSpPr>
          <p:cNvPr id="37" name="Group 36"/>
          <p:cNvGrpSpPr/>
          <p:nvPr/>
        </p:nvGrpSpPr>
        <p:grpSpPr>
          <a:xfrm>
            <a:off x="4368800" y="2573867"/>
            <a:ext cx="3302549" cy="2895601"/>
            <a:chOff x="2587625" y="1349375"/>
            <a:chExt cx="3349625" cy="2936876"/>
          </a:xfrm>
        </p:grpSpPr>
        <p:sp>
          <p:nvSpPr>
            <p:cNvPr id="31" name="Rectangle 5"/>
            <p:cNvSpPr>
              <a:spLocks noChangeArrowheads="1"/>
            </p:cNvSpPr>
            <p:nvPr/>
          </p:nvSpPr>
          <p:spPr bwMode="auto">
            <a:xfrm>
              <a:off x="3625850" y="1349375"/>
              <a:ext cx="1373188" cy="201613"/>
            </a:xfrm>
            <a:prstGeom prst="rect">
              <a:avLst/>
            </a:prstGeom>
            <a:solidFill>
              <a:srgbClr val="4241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6"/>
            <p:cNvSpPr/>
            <p:nvPr/>
          </p:nvSpPr>
          <p:spPr bwMode="auto">
            <a:xfrm>
              <a:off x="2587625" y="3900488"/>
              <a:ext cx="3349625" cy="385763"/>
            </a:xfrm>
            <a:custGeom>
              <a:avLst/>
              <a:gdLst>
                <a:gd name="T0" fmla="*/ 1962 w 2110"/>
                <a:gd name="T1" fmla="*/ 95 h 243"/>
                <a:gd name="T2" fmla="*/ 1962 w 2110"/>
                <a:gd name="T3" fmla="*/ 0 h 243"/>
                <a:gd name="T4" fmla="*/ 150 w 2110"/>
                <a:gd name="T5" fmla="*/ 0 h 243"/>
                <a:gd name="T6" fmla="*/ 150 w 2110"/>
                <a:gd name="T7" fmla="*/ 95 h 243"/>
                <a:gd name="T8" fmla="*/ 0 w 2110"/>
                <a:gd name="T9" fmla="*/ 95 h 243"/>
                <a:gd name="T10" fmla="*/ 0 w 2110"/>
                <a:gd name="T11" fmla="*/ 243 h 243"/>
                <a:gd name="T12" fmla="*/ 2110 w 2110"/>
                <a:gd name="T13" fmla="*/ 243 h 243"/>
                <a:gd name="T14" fmla="*/ 2110 w 2110"/>
                <a:gd name="T15" fmla="*/ 95 h 243"/>
                <a:gd name="T16" fmla="*/ 1962 w 2110"/>
                <a:gd name="T17" fmla="*/ 9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0" h="243">
                  <a:moveTo>
                    <a:pt x="1962" y="95"/>
                  </a:moveTo>
                  <a:lnTo>
                    <a:pt x="1962" y="0"/>
                  </a:lnTo>
                  <a:lnTo>
                    <a:pt x="150" y="0"/>
                  </a:lnTo>
                  <a:lnTo>
                    <a:pt x="150" y="95"/>
                  </a:lnTo>
                  <a:lnTo>
                    <a:pt x="0" y="95"/>
                  </a:lnTo>
                  <a:lnTo>
                    <a:pt x="0" y="243"/>
                  </a:lnTo>
                  <a:lnTo>
                    <a:pt x="2110" y="243"/>
                  </a:lnTo>
                  <a:lnTo>
                    <a:pt x="2110" y="95"/>
                  </a:lnTo>
                  <a:lnTo>
                    <a:pt x="1962" y="95"/>
                  </a:lnTo>
                  <a:close/>
                </a:path>
              </a:pathLst>
            </a:custGeom>
            <a:solidFill>
              <a:srgbClr val="424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Rectangle 7"/>
            <p:cNvSpPr>
              <a:spLocks noChangeArrowheads="1"/>
            </p:cNvSpPr>
            <p:nvPr/>
          </p:nvSpPr>
          <p:spPr bwMode="auto">
            <a:xfrm>
              <a:off x="4205288" y="1468438"/>
              <a:ext cx="203200" cy="2433638"/>
            </a:xfrm>
            <a:prstGeom prst="rect">
              <a:avLst/>
            </a:prstGeom>
            <a:solidFill>
              <a:srgbClr val="4241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6" name="Rectangle 8"/>
            <p:cNvSpPr>
              <a:spLocks noChangeArrowheads="1"/>
            </p:cNvSpPr>
            <p:nvPr/>
          </p:nvSpPr>
          <p:spPr bwMode="auto">
            <a:xfrm>
              <a:off x="4117975" y="1547813"/>
              <a:ext cx="377825" cy="279400"/>
            </a:xfrm>
            <a:prstGeom prst="rect">
              <a:avLst/>
            </a:prstGeom>
            <a:solidFill>
              <a:srgbClr val="595A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 name="Group 4"/>
          <p:cNvGrpSpPr/>
          <p:nvPr/>
        </p:nvGrpSpPr>
        <p:grpSpPr>
          <a:xfrm>
            <a:off x="6641704" y="1694920"/>
            <a:ext cx="775097" cy="2941529"/>
            <a:chOff x="6641704" y="1694920"/>
            <a:chExt cx="775097" cy="2941529"/>
          </a:xfrm>
        </p:grpSpPr>
        <p:sp>
          <p:nvSpPr>
            <p:cNvPr id="39" name="Freeform 6"/>
            <p:cNvSpPr>
              <a:spLocks noEditPoints="1"/>
            </p:cNvSpPr>
            <p:nvPr/>
          </p:nvSpPr>
          <p:spPr bwMode="auto">
            <a:xfrm>
              <a:off x="6641704" y="1694920"/>
              <a:ext cx="775097" cy="2941529"/>
            </a:xfrm>
            <a:custGeom>
              <a:avLst/>
              <a:gdLst>
                <a:gd name="T0" fmla="*/ 120 w 243"/>
                <a:gd name="T1" fmla="*/ 923 h 923"/>
                <a:gd name="T2" fmla="*/ 21 w 243"/>
                <a:gd name="T3" fmla="*/ 823 h 923"/>
                <a:gd name="T4" fmla="*/ 21 w 243"/>
                <a:gd name="T5" fmla="*/ 151 h 923"/>
                <a:gd name="T6" fmla="*/ 22 w 243"/>
                <a:gd name="T7" fmla="*/ 138 h 923"/>
                <a:gd name="T8" fmla="*/ 22 w 243"/>
                <a:gd name="T9" fmla="*/ 71 h 923"/>
                <a:gd name="T10" fmla="*/ 1 w 243"/>
                <a:gd name="T11" fmla="*/ 17 h 923"/>
                <a:gd name="T12" fmla="*/ 10 w 243"/>
                <a:gd name="T13" fmla="*/ 0 h 923"/>
                <a:gd name="T14" fmla="*/ 12 w 243"/>
                <a:gd name="T15" fmla="*/ 0 h 923"/>
                <a:gd name="T16" fmla="*/ 232 w 243"/>
                <a:gd name="T17" fmla="*/ 0 h 923"/>
                <a:gd name="T18" fmla="*/ 233 w 243"/>
                <a:gd name="T19" fmla="*/ 0 h 923"/>
                <a:gd name="T20" fmla="*/ 243 w 243"/>
                <a:gd name="T21" fmla="*/ 17 h 923"/>
                <a:gd name="T22" fmla="*/ 221 w 243"/>
                <a:gd name="T23" fmla="*/ 71 h 923"/>
                <a:gd name="T24" fmla="*/ 221 w 243"/>
                <a:gd name="T25" fmla="*/ 551 h 923"/>
                <a:gd name="T26" fmla="*/ 222 w 243"/>
                <a:gd name="T27" fmla="*/ 824 h 923"/>
                <a:gd name="T28" fmla="*/ 120 w 243"/>
                <a:gd name="T29" fmla="*/ 923 h 923"/>
                <a:gd name="T30" fmla="*/ 16 w 243"/>
                <a:gd name="T31" fmla="*/ 16 h 923"/>
                <a:gd name="T32" fmla="*/ 16 w 243"/>
                <a:gd name="T33" fmla="*/ 17 h 923"/>
                <a:gd name="T34" fmla="*/ 37 w 243"/>
                <a:gd name="T35" fmla="*/ 65 h 923"/>
                <a:gd name="T36" fmla="*/ 38 w 243"/>
                <a:gd name="T37" fmla="*/ 67 h 923"/>
                <a:gd name="T38" fmla="*/ 38 w 243"/>
                <a:gd name="T39" fmla="*/ 139 h 923"/>
                <a:gd name="T40" fmla="*/ 37 w 243"/>
                <a:gd name="T41" fmla="*/ 151 h 923"/>
                <a:gd name="T42" fmla="*/ 37 w 243"/>
                <a:gd name="T43" fmla="*/ 823 h 923"/>
                <a:gd name="T44" fmla="*/ 120 w 243"/>
                <a:gd name="T45" fmla="*/ 907 h 923"/>
                <a:gd name="T46" fmla="*/ 181 w 243"/>
                <a:gd name="T47" fmla="*/ 884 h 923"/>
                <a:gd name="T48" fmla="*/ 206 w 243"/>
                <a:gd name="T49" fmla="*/ 824 h 923"/>
                <a:gd name="T50" fmla="*/ 206 w 243"/>
                <a:gd name="T51" fmla="*/ 551 h 923"/>
                <a:gd name="T52" fmla="*/ 206 w 243"/>
                <a:gd name="T53" fmla="*/ 67 h 923"/>
                <a:gd name="T54" fmla="*/ 207 w 243"/>
                <a:gd name="T55" fmla="*/ 65 h 923"/>
                <a:gd name="T56" fmla="*/ 226 w 243"/>
                <a:gd name="T57" fmla="*/ 17 h 923"/>
                <a:gd name="T58" fmla="*/ 226 w 243"/>
                <a:gd name="T59" fmla="*/ 16 h 923"/>
                <a:gd name="T60" fmla="*/ 16 w 243"/>
                <a:gd name="T61" fmla="*/ 16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3" h="923">
                  <a:moveTo>
                    <a:pt x="120" y="923"/>
                  </a:moveTo>
                  <a:cubicBezTo>
                    <a:pt x="65" y="923"/>
                    <a:pt x="21" y="879"/>
                    <a:pt x="21" y="823"/>
                  </a:cubicBezTo>
                  <a:cubicBezTo>
                    <a:pt x="21" y="151"/>
                    <a:pt x="21" y="151"/>
                    <a:pt x="21" y="151"/>
                  </a:cubicBezTo>
                  <a:cubicBezTo>
                    <a:pt x="21" y="148"/>
                    <a:pt x="21" y="143"/>
                    <a:pt x="22" y="138"/>
                  </a:cubicBezTo>
                  <a:cubicBezTo>
                    <a:pt x="22" y="71"/>
                    <a:pt x="22" y="71"/>
                    <a:pt x="22" y="71"/>
                  </a:cubicBezTo>
                  <a:cubicBezTo>
                    <a:pt x="16" y="63"/>
                    <a:pt x="0" y="33"/>
                    <a:pt x="1" y="17"/>
                  </a:cubicBezTo>
                  <a:cubicBezTo>
                    <a:pt x="1" y="7"/>
                    <a:pt x="7" y="2"/>
                    <a:pt x="10" y="0"/>
                  </a:cubicBezTo>
                  <a:cubicBezTo>
                    <a:pt x="12" y="0"/>
                    <a:pt x="12" y="0"/>
                    <a:pt x="12" y="0"/>
                  </a:cubicBezTo>
                  <a:cubicBezTo>
                    <a:pt x="232" y="0"/>
                    <a:pt x="232" y="0"/>
                    <a:pt x="232" y="0"/>
                  </a:cubicBezTo>
                  <a:cubicBezTo>
                    <a:pt x="233" y="0"/>
                    <a:pt x="233" y="0"/>
                    <a:pt x="233" y="0"/>
                  </a:cubicBezTo>
                  <a:cubicBezTo>
                    <a:pt x="237" y="2"/>
                    <a:pt x="243" y="7"/>
                    <a:pt x="243" y="17"/>
                  </a:cubicBezTo>
                  <a:cubicBezTo>
                    <a:pt x="243" y="33"/>
                    <a:pt x="226" y="63"/>
                    <a:pt x="221" y="71"/>
                  </a:cubicBezTo>
                  <a:cubicBezTo>
                    <a:pt x="221" y="551"/>
                    <a:pt x="221" y="551"/>
                    <a:pt x="221" y="551"/>
                  </a:cubicBezTo>
                  <a:cubicBezTo>
                    <a:pt x="222" y="824"/>
                    <a:pt x="222" y="824"/>
                    <a:pt x="222" y="824"/>
                  </a:cubicBezTo>
                  <a:cubicBezTo>
                    <a:pt x="222" y="879"/>
                    <a:pt x="176" y="923"/>
                    <a:pt x="120" y="923"/>
                  </a:cubicBezTo>
                  <a:close/>
                  <a:moveTo>
                    <a:pt x="16" y="16"/>
                  </a:moveTo>
                  <a:cubicBezTo>
                    <a:pt x="16" y="16"/>
                    <a:pt x="16" y="16"/>
                    <a:pt x="16" y="17"/>
                  </a:cubicBezTo>
                  <a:cubicBezTo>
                    <a:pt x="16" y="27"/>
                    <a:pt x="28" y="52"/>
                    <a:pt x="37" y="65"/>
                  </a:cubicBezTo>
                  <a:cubicBezTo>
                    <a:pt x="38" y="67"/>
                    <a:pt x="38" y="67"/>
                    <a:pt x="38" y="67"/>
                  </a:cubicBezTo>
                  <a:cubicBezTo>
                    <a:pt x="38" y="139"/>
                    <a:pt x="38" y="139"/>
                    <a:pt x="38" y="139"/>
                  </a:cubicBezTo>
                  <a:cubicBezTo>
                    <a:pt x="37" y="144"/>
                    <a:pt x="37" y="148"/>
                    <a:pt x="37" y="151"/>
                  </a:cubicBezTo>
                  <a:cubicBezTo>
                    <a:pt x="37" y="823"/>
                    <a:pt x="37" y="823"/>
                    <a:pt x="37" y="823"/>
                  </a:cubicBezTo>
                  <a:cubicBezTo>
                    <a:pt x="37" y="869"/>
                    <a:pt x="73" y="907"/>
                    <a:pt x="120" y="907"/>
                  </a:cubicBezTo>
                  <a:cubicBezTo>
                    <a:pt x="143" y="907"/>
                    <a:pt x="164" y="899"/>
                    <a:pt x="181" y="884"/>
                  </a:cubicBezTo>
                  <a:cubicBezTo>
                    <a:pt x="197" y="867"/>
                    <a:pt x="206" y="847"/>
                    <a:pt x="206" y="824"/>
                  </a:cubicBezTo>
                  <a:cubicBezTo>
                    <a:pt x="206" y="551"/>
                    <a:pt x="206" y="551"/>
                    <a:pt x="206" y="551"/>
                  </a:cubicBezTo>
                  <a:cubicBezTo>
                    <a:pt x="206" y="67"/>
                    <a:pt x="206" y="67"/>
                    <a:pt x="206" y="67"/>
                  </a:cubicBezTo>
                  <a:cubicBezTo>
                    <a:pt x="207" y="65"/>
                    <a:pt x="207" y="65"/>
                    <a:pt x="207" y="65"/>
                  </a:cubicBezTo>
                  <a:cubicBezTo>
                    <a:pt x="214" y="52"/>
                    <a:pt x="227" y="27"/>
                    <a:pt x="226" y="17"/>
                  </a:cubicBezTo>
                  <a:cubicBezTo>
                    <a:pt x="226" y="16"/>
                    <a:pt x="226" y="16"/>
                    <a:pt x="226" y="16"/>
                  </a:cubicBezTo>
                  <a:lnTo>
                    <a:pt x="16" y="16"/>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7"/>
            <p:cNvSpPr/>
            <p:nvPr/>
          </p:nvSpPr>
          <p:spPr bwMode="auto">
            <a:xfrm>
              <a:off x="6811513" y="4261225"/>
              <a:ext cx="430001" cy="265670"/>
            </a:xfrm>
            <a:custGeom>
              <a:avLst/>
              <a:gdLst>
                <a:gd name="T0" fmla="*/ 66 w 135"/>
                <a:gd name="T1" fmla="*/ 83 h 83"/>
                <a:gd name="T2" fmla="*/ 0 w 135"/>
                <a:gd name="T3" fmla="*/ 16 h 83"/>
                <a:gd name="T4" fmla="*/ 0 w 135"/>
                <a:gd name="T5" fmla="*/ 0 h 83"/>
                <a:gd name="T6" fmla="*/ 135 w 135"/>
                <a:gd name="T7" fmla="*/ 0 h 83"/>
                <a:gd name="T8" fmla="*/ 135 w 135"/>
                <a:gd name="T9" fmla="*/ 17 h 83"/>
                <a:gd name="T10" fmla="*/ 66 w 135"/>
                <a:gd name="T11" fmla="*/ 83 h 83"/>
              </a:gdLst>
              <a:ahLst/>
              <a:cxnLst>
                <a:cxn ang="0">
                  <a:pos x="T0" y="T1"/>
                </a:cxn>
                <a:cxn ang="0">
                  <a:pos x="T2" y="T3"/>
                </a:cxn>
                <a:cxn ang="0">
                  <a:pos x="T4" y="T5"/>
                </a:cxn>
                <a:cxn ang="0">
                  <a:pos x="T6" y="T7"/>
                </a:cxn>
                <a:cxn ang="0">
                  <a:pos x="T8" y="T9"/>
                </a:cxn>
                <a:cxn ang="0">
                  <a:pos x="T10" y="T11"/>
                </a:cxn>
              </a:cxnLst>
              <a:rect l="0" t="0" r="r" b="b"/>
              <a:pathLst>
                <a:path w="135" h="83">
                  <a:moveTo>
                    <a:pt x="66" y="83"/>
                  </a:moveTo>
                  <a:cubicBezTo>
                    <a:pt x="30" y="83"/>
                    <a:pt x="0" y="54"/>
                    <a:pt x="0" y="16"/>
                  </a:cubicBezTo>
                  <a:cubicBezTo>
                    <a:pt x="0" y="0"/>
                    <a:pt x="0" y="0"/>
                    <a:pt x="0" y="0"/>
                  </a:cubicBezTo>
                  <a:cubicBezTo>
                    <a:pt x="135" y="0"/>
                    <a:pt x="135" y="0"/>
                    <a:pt x="135" y="0"/>
                  </a:cubicBezTo>
                  <a:cubicBezTo>
                    <a:pt x="135" y="17"/>
                    <a:pt x="135" y="17"/>
                    <a:pt x="135" y="17"/>
                  </a:cubicBezTo>
                  <a:cubicBezTo>
                    <a:pt x="135" y="54"/>
                    <a:pt x="104" y="83"/>
                    <a:pt x="66" y="83"/>
                  </a:cubicBez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8"/>
            <p:cNvSpPr/>
            <p:nvPr/>
          </p:nvSpPr>
          <p:spPr bwMode="auto">
            <a:xfrm>
              <a:off x="6811513" y="4001035"/>
              <a:ext cx="430001" cy="260192"/>
            </a:xfrm>
            <a:custGeom>
              <a:avLst/>
              <a:gdLst>
                <a:gd name="T0" fmla="*/ 0 w 135"/>
                <a:gd name="T1" fmla="*/ 82 h 82"/>
                <a:gd name="T2" fmla="*/ 0 w 135"/>
                <a:gd name="T3" fmla="*/ 0 h 82"/>
                <a:gd name="T4" fmla="*/ 135 w 135"/>
                <a:gd name="T5" fmla="*/ 0 h 82"/>
                <a:gd name="T6" fmla="*/ 135 w 135"/>
                <a:gd name="T7" fmla="*/ 82 h 82"/>
                <a:gd name="T8" fmla="*/ 0 w 135"/>
                <a:gd name="T9" fmla="*/ 82 h 82"/>
              </a:gdLst>
              <a:ahLst/>
              <a:cxnLst>
                <a:cxn ang="0">
                  <a:pos x="T0" y="T1"/>
                </a:cxn>
                <a:cxn ang="0">
                  <a:pos x="T2" y="T3"/>
                </a:cxn>
                <a:cxn ang="0">
                  <a:pos x="T4" y="T5"/>
                </a:cxn>
                <a:cxn ang="0">
                  <a:pos x="T6" y="T7"/>
                </a:cxn>
                <a:cxn ang="0">
                  <a:pos x="T8" y="T9"/>
                </a:cxn>
              </a:cxnLst>
              <a:rect l="0" t="0" r="r" b="b"/>
              <a:pathLst>
                <a:path w="135" h="82">
                  <a:moveTo>
                    <a:pt x="0" y="82"/>
                  </a:moveTo>
                  <a:cubicBezTo>
                    <a:pt x="0" y="55"/>
                    <a:pt x="0" y="28"/>
                    <a:pt x="0" y="0"/>
                  </a:cubicBezTo>
                  <a:cubicBezTo>
                    <a:pt x="135" y="0"/>
                    <a:pt x="135" y="0"/>
                    <a:pt x="135" y="0"/>
                  </a:cubicBezTo>
                  <a:cubicBezTo>
                    <a:pt x="135" y="82"/>
                    <a:pt x="135" y="82"/>
                    <a:pt x="135" y="82"/>
                  </a:cubicBezTo>
                  <a:lnTo>
                    <a:pt x="0" y="82"/>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9"/>
            <p:cNvSpPr/>
            <p:nvPr/>
          </p:nvSpPr>
          <p:spPr bwMode="auto">
            <a:xfrm>
              <a:off x="6811513" y="3740843"/>
              <a:ext cx="430001" cy="260192"/>
            </a:xfrm>
            <a:custGeom>
              <a:avLst/>
              <a:gdLst>
                <a:gd name="T0" fmla="*/ 0 w 135"/>
                <a:gd name="T1" fmla="*/ 81 h 81"/>
                <a:gd name="T2" fmla="*/ 0 w 135"/>
                <a:gd name="T3" fmla="*/ 0 h 81"/>
                <a:gd name="T4" fmla="*/ 134 w 135"/>
                <a:gd name="T5" fmla="*/ 0 h 81"/>
                <a:gd name="T6" fmla="*/ 135 w 135"/>
                <a:gd name="T7" fmla="*/ 81 h 81"/>
                <a:gd name="T8" fmla="*/ 0 w 135"/>
                <a:gd name="T9" fmla="*/ 81 h 81"/>
              </a:gdLst>
              <a:ahLst/>
              <a:cxnLst>
                <a:cxn ang="0">
                  <a:pos x="T0" y="T1"/>
                </a:cxn>
                <a:cxn ang="0">
                  <a:pos x="T2" y="T3"/>
                </a:cxn>
                <a:cxn ang="0">
                  <a:pos x="T4" y="T5"/>
                </a:cxn>
                <a:cxn ang="0">
                  <a:pos x="T6" y="T7"/>
                </a:cxn>
                <a:cxn ang="0">
                  <a:pos x="T8" y="T9"/>
                </a:cxn>
              </a:cxnLst>
              <a:rect l="0" t="0" r="r" b="b"/>
              <a:pathLst>
                <a:path w="135" h="81">
                  <a:moveTo>
                    <a:pt x="0" y="81"/>
                  </a:moveTo>
                  <a:cubicBezTo>
                    <a:pt x="0" y="54"/>
                    <a:pt x="0" y="27"/>
                    <a:pt x="0" y="0"/>
                  </a:cubicBezTo>
                  <a:cubicBezTo>
                    <a:pt x="134" y="0"/>
                    <a:pt x="134" y="0"/>
                    <a:pt x="134" y="0"/>
                  </a:cubicBezTo>
                  <a:cubicBezTo>
                    <a:pt x="135" y="81"/>
                    <a:pt x="135" y="81"/>
                    <a:pt x="135" y="81"/>
                  </a:cubicBezTo>
                  <a:lnTo>
                    <a:pt x="0" y="81"/>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10"/>
            <p:cNvSpPr/>
            <p:nvPr/>
          </p:nvSpPr>
          <p:spPr bwMode="auto">
            <a:xfrm>
              <a:off x="6814251" y="3480653"/>
              <a:ext cx="424523" cy="260192"/>
            </a:xfrm>
            <a:custGeom>
              <a:avLst/>
              <a:gdLst>
                <a:gd name="T0" fmla="*/ 0 w 133"/>
                <a:gd name="T1" fmla="*/ 82 h 82"/>
                <a:gd name="T2" fmla="*/ 0 w 133"/>
                <a:gd name="T3" fmla="*/ 0 h 82"/>
                <a:gd name="T4" fmla="*/ 133 w 133"/>
                <a:gd name="T5" fmla="*/ 0 h 82"/>
                <a:gd name="T6" fmla="*/ 133 w 133"/>
                <a:gd name="T7" fmla="*/ 79 h 82"/>
                <a:gd name="T8" fmla="*/ 133 w 133"/>
                <a:gd name="T9" fmla="*/ 82 h 82"/>
                <a:gd name="T10" fmla="*/ 0 w 133"/>
                <a:gd name="T11" fmla="*/ 82 h 82"/>
              </a:gdLst>
              <a:ahLst/>
              <a:cxnLst>
                <a:cxn ang="0">
                  <a:pos x="T0" y="T1"/>
                </a:cxn>
                <a:cxn ang="0">
                  <a:pos x="T2" y="T3"/>
                </a:cxn>
                <a:cxn ang="0">
                  <a:pos x="T4" y="T5"/>
                </a:cxn>
                <a:cxn ang="0">
                  <a:pos x="T6" y="T7"/>
                </a:cxn>
                <a:cxn ang="0">
                  <a:pos x="T8" y="T9"/>
                </a:cxn>
                <a:cxn ang="0">
                  <a:pos x="T10" y="T11"/>
                </a:cxn>
              </a:cxnLst>
              <a:rect l="0" t="0" r="r" b="b"/>
              <a:pathLst>
                <a:path w="133" h="82">
                  <a:moveTo>
                    <a:pt x="0" y="82"/>
                  </a:moveTo>
                  <a:cubicBezTo>
                    <a:pt x="0" y="55"/>
                    <a:pt x="0" y="27"/>
                    <a:pt x="0" y="0"/>
                  </a:cubicBezTo>
                  <a:cubicBezTo>
                    <a:pt x="133" y="0"/>
                    <a:pt x="133" y="0"/>
                    <a:pt x="133" y="0"/>
                  </a:cubicBezTo>
                  <a:cubicBezTo>
                    <a:pt x="133" y="27"/>
                    <a:pt x="133" y="53"/>
                    <a:pt x="133" y="79"/>
                  </a:cubicBezTo>
                  <a:cubicBezTo>
                    <a:pt x="133" y="82"/>
                    <a:pt x="133" y="82"/>
                    <a:pt x="133" y="82"/>
                  </a:cubicBezTo>
                  <a:lnTo>
                    <a:pt x="0" y="82"/>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11"/>
            <p:cNvSpPr/>
            <p:nvPr/>
          </p:nvSpPr>
          <p:spPr bwMode="auto">
            <a:xfrm>
              <a:off x="6814251" y="3223200"/>
              <a:ext cx="424523" cy="257452"/>
            </a:xfrm>
            <a:custGeom>
              <a:avLst/>
              <a:gdLst>
                <a:gd name="T0" fmla="*/ 0 w 133"/>
                <a:gd name="T1" fmla="*/ 81 h 81"/>
                <a:gd name="T2" fmla="*/ 0 w 133"/>
                <a:gd name="T3" fmla="*/ 0 h 81"/>
                <a:gd name="T4" fmla="*/ 133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0"/>
                    <a:pt x="0" y="0"/>
                    <a:pt x="0" y="0"/>
                  </a:cubicBezTo>
                  <a:cubicBezTo>
                    <a:pt x="133" y="0"/>
                    <a:pt x="133" y="0"/>
                    <a:pt x="133" y="0"/>
                  </a:cubicBezTo>
                  <a:cubicBezTo>
                    <a:pt x="133" y="27"/>
                    <a:pt x="133" y="54"/>
                    <a:pt x="133" y="81"/>
                  </a:cubicBezTo>
                  <a:lnTo>
                    <a:pt x="0" y="81"/>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12"/>
            <p:cNvSpPr/>
            <p:nvPr/>
          </p:nvSpPr>
          <p:spPr bwMode="auto">
            <a:xfrm>
              <a:off x="6814251" y="2960270"/>
              <a:ext cx="424523" cy="262930"/>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0"/>
                    <a:pt x="0" y="0"/>
                    <a:pt x="0" y="0"/>
                  </a:cubicBezTo>
                  <a:cubicBezTo>
                    <a:pt x="133" y="0"/>
                    <a:pt x="133" y="0"/>
                    <a:pt x="133" y="0"/>
                  </a:cubicBezTo>
                  <a:cubicBezTo>
                    <a:pt x="133" y="27"/>
                    <a:pt x="133" y="54"/>
                    <a:pt x="133" y="82"/>
                  </a:cubicBezTo>
                  <a:lnTo>
                    <a:pt x="0" y="82"/>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13"/>
            <p:cNvSpPr/>
            <p:nvPr/>
          </p:nvSpPr>
          <p:spPr bwMode="auto">
            <a:xfrm>
              <a:off x="6814251" y="2700078"/>
              <a:ext cx="424523" cy="260192"/>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0"/>
                    <a:pt x="0" y="0"/>
                    <a:pt x="0" y="0"/>
                  </a:cubicBezTo>
                  <a:cubicBezTo>
                    <a:pt x="133" y="0"/>
                    <a:pt x="133" y="0"/>
                    <a:pt x="133" y="0"/>
                  </a:cubicBezTo>
                  <a:cubicBezTo>
                    <a:pt x="133" y="28"/>
                    <a:pt x="133" y="55"/>
                    <a:pt x="133" y="82"/>
                  </a:cubicBezTo>
                  <a:lnTo>
                    <a:pt x="0" y="82"/>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14"/>
            <p:cNvSpPr/>
            <p:nvPr/>
          </p:nvSpPr>
          <p:spPr bwMode="auto">
            <a:xfrm>
              <a:off x="6814251" y="2442626"/>
              <a:ext cx="424523" cy="257452"/>
            </a:xfrm>
            <a:custGeom>
              <a:avLst/>
              <a:gdLst>
                <a:gd name="T0" fmla="*/ 0 w 133"/>
                <a:gd name="T1" fmla="*/ 81 h 81"/>
                <a:gd name="T2" fmla="*/ 0 w 133"/>
                <a:gd name="T3" fmla="*/ 0 h 81"/>
                <a:gd name="T4" fmla="*/ 133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54"/>
                    <a:pt x="0" y="27"/>
                    <a:pt x="0" y="0"/>
                  </a:cubicBezTo>
                  <a:cubicBezTo>
                    <a:pt x="133" y="0"/>
                    <a:pt x="133" y="0"/>
                    <a:pt x="133" y="0"/>
                  </a:cubicBezTo>
                  <a:cubicBezTo>
                    <a:pt x="133" y="27"/>
                    <a:pt x="133" y="54"/>
                    <a:pt x="133" y="81"/>
                  </a:cubicBezTo>
                  <a:lnTo>
                    <a:pt x="0" y="81"/>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15"/>
            <p:cNvSpPr/>
            <p:nvPr/>
          </p:nvSpPr>
          <p:spPr bwMode="auto">
            <a:xfrm>
              <a:off x="6814251" y="2179696"/>
              <a:ext cx="424523" cy="262930"/>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55"/>
                    <a:pt x="0" y="27"/>
                    <a:pt x="0" y="0"/>
                  </a:cubicBezTo>
                  <a:cubicBezTo>
                    <a:pt x="133" y="0"/>
                    <a:pt x="133" y="0"/>
                    <a:pt x="133" y="0"/>
                  </a:cubicBezTo>
                  <a:cubicBezTo>
                    <a:pt x="133" y="27"/>
                    <a:pt x="133" y="55"/>
                    <a:pt x="133" y="82"/>
                  </a:cubicBezTo>
                  <a:lnTo>
                    <a:pt x="0" y="82"/>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16"/>
            <p:cNvSpPr/>
            <p:nvPr/>
          </p:nvSpPr>
          <p:spPr bwMode="auto">
            <a:xfrm>
              <a:off x="6814251" y="1922244"/>
              <a:ext cx="424523" cy="257452"/>
            </a:xfrm>
            <a:custGeom>
              <a:avLst/>
              <a:gdLst>
                <a:gd name="T0" fmla="*/ 0 w 133"/>
                <a:gd name="T1" fmla="*/ 81 h 81"/>
                <a:gd name="T2" fmla="*/ 0 w 133"/>
                <a:gd name="T3" fmla="*/ 0 h 81"/>
                <a:gd name="T4" fmla="*/ 132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54"/>
                    <a:pt x="0" y="27"/>
                    <a:pt x="0" y="0"/>
                  </a:cubicBezTo>
                  <a:cubicBezTo>
                    <a:pt x="132" y="0"/>
                    <a:pt x="132" y="0"/>
                    <a:pt x="132" y="0"/>
                  </a:cubicBezTo>
                  <a:cubicBezTo>
                    <a:pt x="132" y="27"/>
                    <a:pt x="133" y="54"/>
                    <a:pt x="133" y="81"/>
                  </a:cubicBezTo>
                  <a:lnTo>
                    <a:pt x="0" y="81"/>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Group 1"/>
          <p:cNvGrpSpPr/>
          <p:nvPr/>
        </p:nvGrpSpPr>
        <p:grpSpPr>
          <a:xfrm>
            <a:off x="4711304" y="1694920"/>
            <a:ext cx="775097" cy="2941529"/>
            <a:chOff x="4711304" y="1694920"/>
            <a:chExt cx="775097" cy="2941529"/>
          </a:xfrm>
        </p:grpSpPr>
        <p:sp>
          <p:nvSpPr>
            <p:cNvPr id="51" name="Freeform 6"/>
            <p:cNvSpPr>
              <a:spLocks noEditPoints="1"/>
            </p:cNvSpPr>
            <p:nvPr/>
          </p:nvSpPr>
          <p:spPr bwMode="auto">
            <a:xfrm>
              <a:off x="4711304" y="1694920"/>
              <a:ext cx="775097" cy="2941529"/>
            </a:xfrm>
            <a:custGeom>
              <a:avLst/>
              <a:gdLst>
                <a:gd name="T0" fmla="*/ 120 w 243"/>
                <a:gd name="T1" fmla="*/ 923 h 923"/>
                <a:gd name="T2" fmla="*/ 21 w 243"/>
                <a:gd name="T3" fmla="*/ 823 h 923"/>
                <a:gd name="T4" fmla="*/ 21 w 243"/>
                <a:gd name="T5" fmla="*/ 151 h 923"/>
                <a:gd name="T6" fmla="*/ 22 w 243"/>
                <a:gd name="T7" fmla="*/ 138 h 923"/>
                <a:gd name="T8" fmla="*/ 22 w 243"/>
                <a:gd name="T9" fmla="*/ 71 h 923"/>
                <a:gd name="T10" fmla="*/ 1 w 243"/>
                <a:gd name="T11" fmla="*/ 17 h 923"/>
                <a:gd name="T12" fmla="*/ 10 w 243"/>
                <a:gd name="T13" fmla="*/ 0 h 923"/>
                <a:gd name="T14" fmla="*/ 12 w 243"/>
                <a:gd name="T15" fmla="*/ 0 h 923"/>
                <a:gd name="T16" fmla="*/ 232 w 243"/>
                <a:gd name="T17" fmla="*/ 0 h 923"/>
                <a:gd name="T18" fmla="*/ 233 w 243"/>
                <a:gd name="T19" fmla="*/ 0 h 923"/>
                <a:gd name="T20" fmla="*/ 243 w 243"/>
                <a:gd name="T21" fmla="*/ 17 h 923"/>
                <a:gd name="T22" fmla="*/ 221 w 243"/>
                <a:gd name="T23" fmla="*/ 71 h 923"/>
                <a:gd name="T24" fmla="*/ 221 w 243"/>
                <a:gd name="T25" fmla="*/ 551 h 923"/>
                <a:gd name="T26" fmla="*/ 222 w 243"/>
                <a:gd name="T27" fmla="*/ 824 h 923"/>
                <a:gd name="T28" fmla="*/ 120 w 243"/>
                <a:gd name="T29" fmla="*/ 923 h 923"/>
                <a:gd name="T30" fmla="*/ 16 w 243"/>
                <a:gd name="T31" fmla="*/ 16 h 923"/>
                <a:gd name="T32" fmla="*/ 16 w 243"/>
                <a:gd name="T33" fmla="*/ 17 h 923"/>
                <a:gd name="T34" fmla="*/ 37 w 243"/>
                <a:gd name="T35" fmla="*/ 65 h 923"/>
                <a:gd name="T36" fmla="*/ 38 w 243"/>
                <a:gd name="T37" fmla="*/ 67 h 923"/>
                <a:gd name="T38" fmla="*/ 38 w 243"/>
                <a:gd name="T39" fmla="*/ 139 h 923"/>
                <a:gd name="T40" fmla="*/ 37 w 243"/>
                <a:gd name="T41" fmla="*/ 151 h 923"/>
                <a:gd name="T42" fmla="*/ 37 w 243"/>
                <a:gd name="T43" fmla="*/ 823 h 923"/>
                <a:gd name="T44" fmla="*/ 120 w 243"/>
                <a:gd name="T45" fmla="*/ 907 h 923"/>
                <a:gd name="T46" fmla="*/ 181 w 243"/>
                <a:gd name="T47" fmla="*/ 884 h 923"/>
                <a:gd name="T48" fmla="*/ 206 w 243"/>
                <a:gd name="T49" fmla="*/ 824 h 923"/>
                <a:gd name="T50" fmla="*/ 206 w 243"/>
                <a:gd name="T51" fmla="*/ 551 h 923"/>
                <a:gd name="T52" fmla="*/ 206 w 243"/>
                <a:gd name="T53" fmla="*/ 67 h 923"/>
                <a:gd name="T54" fmla="*/ 207 w 243"/>
                <a:gd name="T55" fmla="*/ 65 h 923"/>
                <a:gd name="T56" fmla="*/ 226 w 243"/>
                <a:gd name="T57" fmla="*/ 17 h 923"/>
                <a:gd name="T58" fmla="*/ 226 w 243"/>
                <a:gd name="T59" fmla="*/ 16 h 923"/>
                <a:gd name="T60" fmla="*/ 16 w 243"/>
                <a:gd name="T61" fmla="*/ 16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3" h="923">
                  <a:moveTo>
                    <a:pt x="120" y="923"/>
                  </a:moveTo>
                  <a:cubicBezTo>
                    <a:pt x="65" y="923"/>
                    <a:pt x="21" y="879"/>
                    <a:pt x="21" y="823"/>
                  </a:cubicBezTo>
                  <a:cubicBezTo>
                    <a:pt x="21" y="151"/>
                    <a:pt x="21" y="151"/>
                    <a:pt x="21" y="151"/>
                  </a:cubicBezTo>
                  <a:cubicBezTo>
                    <a:pt x="21" y="148"/>
                    <a:pt x="21" y="143"/>
                    <a:pt x="22" y="138"/>
                  </a:cubicBezTo>
                  <a:cubicBezTo>
                    <a:pt x="22" y="71"/>
                    <a:pt x="22" y="71"/>
                    <a:pt x="22" y="71"/>
                  </a:cubicBezTo>
                  <a:cubicBezTo>
                    <a:pt x="16" y="63"/>
                    <a:pt x="0" y="33"/>
                    <a:pt x="1" y="17"/>
                  </a:cubicBezTo>
                  <a:cubicBezTo>
                    <a:pt x="1" y="7"/>
                    <a:pt x="7" y="2"/>
                    <a:pt x="10" y="0"/>
                  </a:cubicBezTo>
                  <a:cubicBezTo>
                    <a:pt x="12" y="0"/>
                    <a:pt x="12" y="0"/>
                    <a:pt x="12" y="0"/>
                  </a:cubicBezTo>
                  <a:cubicBezTo>
                    <a:pt x="232" y="0"/>
                    <a:pt x="232" y="0"/>
                    <a:pt x="232" y="0"/>
                  </a:cubicBezTo>
                  <a:cubicBezTo>
                    <a:pt x="233" y="0"/>
                    <a:pt x="233" y="0"/>
                    <a:pt x="233" y="0"/>
                  </a:cubicBezTo>
                  <a:cubicBezTo>
                    <a:pt x="237" y="2"/>
                    <a:pt x="243" y="7"/>
                    <a:pt x="243" y="17"/>
                  </a:cubicBezTo>
                  <a:cubicBezTo>
                    <a:pt x="243" y="33"/>
                    <a:pt x="226" y="63"/>
                    <a:pt x="221" y="71"/>
                  </a:cubicBezTo>
                  <a:cubicBezTo>
                    <a:pt x="221" y="551"/>
                    <a:pt x="221" y="551"/>
                    <a:pt x="221" y="551"/>
                  </a:cubicBezTo>
                  <a:cubicBezTo>
                    <a:pt x="222" y="824"/>
                    <a:pt x="222" y="824"/>
                    <a:pt x="222" y="824"/>
                  </a:cubicBezTo>
                  <a:cubicBezTo>
                    <a:pt x="222" y="879"/>
                    <a:pt x="176" y="923"/>
                    <a:pt x="120" y="923"/>
                  </a:cubicBezTo>
                  <a:close/>
                  <a:moveTo>
                    <a:pt x="16" y="16"/>
                  </a:moveTo>
                  <a:cubicBezTo>
                    <a:pt x="16" y="16"/>
                    <a:pt x="16" y="16"/>
                    <a:pt x="16" y="17"/>
                  </a:cubicBezTo>
                  <a:cubicBezTo>
                    <a:pt x="16" y="27"/>
                    <a:pt x="28" y="52"/>
                    <a:pt x="37" y="65"/>
                  </a:cubicBezTo>
                  <a:cubicBezTo>
                    <a:pt x="38" y="67"/>
                    <a:pt x="38" y="67"/>
                    <a:pt x="38" y="67"/>
                  </a:cubicBezTo>
                  <a:cubicBezTo>
                    <a:pt x="38" y="139"/>
                    <a:pt x="38" y="139"/>
                    <a:pt x="38" y="139"/>
                  </a:cubicBezTo>
                  <a:cubicBezTo>
                    <a:pt x="37" y="144"/>
                    <a:pt x="37" y="148"/>
                    <a:pt x="37" y="151"/>
                  </a:cubicBezTo>
                  <a:cubicBezTo>
                    <a:pt x="37" y="823"/>
                    <a:pt x="37" y="823"/>
                    <a:pt x="37" y="823"/>
                  </a:cubicBezTo>
                  <a:cubicBezTo>
                    <a:pt x="37" y="869"/>
                    <a:pt x="73" y="907"/>
                    <a:pt x="120" y="907"/>
                  </a:cubicBezTo>
                  <a:cubicBezTo>
                    <a:pt x="143" y="907"/>
                    <a:pt x="164" y="899"/>
                    <a:pt x="181" y="884"/>
                  </a:cubicBezTo>
                  <a:cubicBezTo>
                    <a:pt x="197" y="867"/>
                    <a:pt x="206" y="847"/>
                    <a:pt x="206" y="824"/>
                  </a:cubicBezTo>
                  <a:cubicBezTo>
                    <a:pt x="206" y="551"/>
                    <a:pt x="206" y="551"/>
                    <a:pt x="206" y="551"/>
                  </a:cubicBezTo>
                  <a:cubicBezTo>
                    <a:pt x="206" y="67"/>
                    <a:pt x="206" y="67"/>
                    <a:pt x="206" y="67"/>
                  </a:cubicBezTo>
                  <a:cubicBezTo>
                    <a:pt x="207" y="65"/>
                    <a:pt x="207" y="65"/>
                    <a:pt x="207" y="65"/>
                  </a:cubicBezTo>
                  <a:cubicBezTo>
                    <a:pt x="214" y="52"/>
                    <a:pt x="227" y="27"/>
                    <a:pt x="226" y="17"/>
                  </a:cubicBezTo>
                  <a:cubicBezTo>
                    <a:pt x="226" y="16"/>
                    <a:pt x="226" y="16"/>
                    <a:pt x="226" y="16"/>
                  </a:cubicBezTo>
                  <a:lnTo>
                    <a:pt x="16" y="16"/>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7"/>
            <p:cNvSpPr/>
            <p:nvPr/>
          </p:nvSpPr>
          <p:spPr bwMode="auto">
            <a:xfrm>
              <a:off x="4881113" y="4261225"/>
              <a:ext cx="430001" cy="265670"/>
            </a:xfrm>
            <a:custGeom>
              <a:avLst/>
              <a:gdLst>
                <a:gd name="T0" fmla="*/ 66 w 135"/>
                <a:gd name="T1" fmla="*/ 83 h 83"/>
                <a:gd name="T2" fmla="*/ 0 w 135"/>
                <a:gd name="T3" fmla="*/ 16 h 83"/>
                <a:gd name="T4" fmla="*/ 0 w 135"/>
                <a:gd name="T5" fmla="*/ 0 h 83"/>
                <a:gd name="T6" fmla="*/ 135 w 135"/>
                <a:gd name="T7" fmla="*/ 0 h 83"/>
                <a:gd name="T8" fmla="*/ 135 w 135"/>
                <a:gd name="T9" fmla="*/ 17 h 83"/>
                <a:gd name="T10" fmla="*/ 66 w 135"/>
                <a:gd name="T11" fmla="*/ 83 h 83"/>
              </a:gdLst>
              <a:ahLst/>
              <a:cxnLst>
                <a:cxn ang="0">
                  <a:pos x="T0" y="T1"/>
                </a:cxn>
                <a:cxn ang="0">
                  <a:pos x="T2" y="T3"/>
                </a:cxn>
                <a:cxn ang="0">
                  <a:pos x="T4" y="T5"/>
                </a:cxn>
                <a:cxn ang="0">
                  <a:pos x="T6" y="T7"/>
                </a:cxn>
                <a:cxn ang="0">
                  <a:pos x="T8" y="T9"/>
                </a:cxn>
                <a:cxn ang="0">
                  <a:pos x="T10" y="T11"/>
                </a:cxn>
              </a:cxnLst>
              <a:rect l="0" t="0" r="r" b="b"/>
              <a:pathLst>
                <a:path w="135" h="83">
                  <a:moveTo>
                    <a:pt x="66" y="83"/>
                  </a:moveTo>
                  <a:cubicBezTo>
                    <a:pt x="30" y="83"/>
                    <a:pt x="0" y="54"/>
                    <a:pt x="0" y="16"/>
                  </a:cubicBezTo>
                  <a:cubicBezTo>
                    <a:pt x="0" y="0"/>
                    <a:pt x="0" y="0"/>
                    <a:pt x="0" y="0"/>
                  </a:cubicBezTo>
                  <a:cubicBezTo>
                    <a:pt x="135" y="0"/>
                    <a:pt x="135" y="0"/>
                    <a:pt x="135" y="0"/>
                  </a:cubicBezTo>
                  <a:cubicBezTo>
                    <a:pt x="135" y="17"/>
                    <a:pt x="135" y="17"/>
                    <a:pt x="135" y="17"/>
                  </a:cubicBezTo>
                  <a:cubicBezTo>
                    <a:pt x="135" y="54"/>
                    <a:pt x="104" y="83"/>
                    <a:pt x="66" y="83"/>
                  </a:cubicBez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8"/>
            <p:cNvSpPr/>
            <p:nvPr/>
          </p:nvSpPr>
          <p:spPr bwMode="auto">
            <a:xfrm>
              <a:off x="4881113" y="4001035"/>
              <a:ext cx="430001" cy="260192"/>
            </a:xfrm>
            <a:custGeom>
              <a:avLst/>
              <a:gdLst>
                <a:gd name="T0" fmla="*/ 0 w 135"/>
                <a:gd name="T1" fmla="*/ 82 h 82"/>
                <a:gd name="T2" fmla="*/ 0 w 135"/>
                <a:gd name="T3" fmla="*/ 0 h 82"/>
                <a:gd name="T4" fmla="*/ 135 w 135"/>
                <a:gd name="T5" fmla="*/ 0 h 82"/>
                <a:gd name="T6" fmla="*/ 135 w 135"/>
                <a:gd name="T7" fmla="*/ 82 h 82"/>
                <a:gd name="T8" fmla="*/ 0 w 135"/>
                <a:gd name="T9" fmla="*/ 82 h 82"/>
              </a:gdLst>
              <a:ahLst/>
              <a:cxnLst>
                <a:cxn ang="0">
                  <a:pos x="T0" y="T1"/>
                </a:cxn>
                <a:cxn ang="0">
                  <a:pos x="T2" y="T3"/>
                </a:cxn>
                <a:cxn ang="0">
                  <a:pos x="T4" y="T5"/>
                </a:cxn>
                <a:cxn ang="0">
                  <a:pos x="T6" y="T7"/>
                </a:cxn>
                <a:cxn ang="0">
                  <a:pos x="T8" y="T9"/>
                </a:cxn>
              </a:cxnLst>
              <a:rect l="0" t="0" r="r" b="b"/>
              <a:pathLst>
                <a:path w="135" h="82">
                  <a:moveTo>
                    <a:pt x="0" y="82"/>
                  </a:moveTo>
                  <a:cubicBezTo>
                    <a:pt x="0" y="55"/>
                    <a:pt x="0" y="28"/>
                    <a:pt x="0" y="0"/>
                  </a:cubicBezTo>
                  <a:cubicBezTo>
                    <a:pt x="135" y="0"/>
                    <a:pt x="135" y="0"/>
                    <a:pt x="135" y="0"/>
                  </a:cubicBezTo>
                  <a:cubicBezTo>
                    <a:pt x="135" y="82"/>
                    <a:pt x="135" y="82"/>
                    <a:pt x="135" y="82"/>
                  </a:cubicBezTo>
                  <a:lnTo>
                    <a:pt x="0" y="82"/>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9"/>
            <p:cNvSpPr/>
            <p:nvPr/>
          </p:nvSpPr>
          <p:spPr bwMode="auto">
            <a:xfrm>
              <a:off x="4881113" y="3740843"/>
              <a:ext cx="430001" cy="260192"/>
            </a:xfrm>
            <a:custGeom>
              <a:avLst/>
              <a:gdLst>
                <a:gd name="T0" fmla="*/ 0 w 135"/>
                <a:gd name="T1" fmla="*/ 81 h 81"/>
                <a:gd name="T2" fmla="*/ 0 w 135"/>
                <a:gd name="T3" fmla="*/ 0 h 81"/>
                <a:gd name="T4" fmla="*/ 134 w 135"/>
                <a:gd name="T5" fmla="*/ 0 h 81"/>
                <a:gd name="T6" fmla="*/ 135 w 135"/>
                <a:gd name="T7" fmla="*/ 81 h 81"/>
                <a:gd name="T8" fmla="*/ 0 w 135"/>
                <a:gd name="T9" fmla="*/ 81 h 81"/>
              </a:gdLst>
              <a:ahLst/>
              <a:cxnLst>
                <a:cxn ang="0">
                  <a:pos x="T0" y="T1"/>
                </a:cxn>
                <a:cxn ang="0">
                  <a:pos x="T2" y="T3"/>
                </a:cxn>
                <a:cxn ang="0">
                  <a:pos x="T4" y="T5"/>
                </a:cxn>
                <a:cxn ang="0">
                  <a:pos x="T6" y="T7"/>
                </a:cxn>
                <a:cxn ang="0">
                  <a:pos x="T8" y="T9"/>
                </a:cxn>
              </a:cxnLst>
              <a:rect l="0" t="0" r="r" b="b"/>
              <a:pathLst>
                <a:path w="135" h="81">
                  <a:moveTo>
                    <a:pt x="0" y="81"/>
                  </a:moveTo>
                  <a:cubicBezTo>
                    <a:pt x="0" y="54"/>
                    <a:pt x="0" y="27"/>
                    <a:pt x="0" y="0"/>
                  </a:cubicBezTo>
                  <a:cubicBezTo>
                    <a:pt x="134" y="0"/>
                    <a:pt x="134" y="0"/>
                    <a:pt x="134" y="0"/>
                  </a:cubicBezTo>
                  <a:cubicBezTo>
                    <a:pt x="135" y="81"/>
                    <a:pt x="135" y="81"/>
                    <a:pt x="135" y="81"/>
                  </a:cubicBezTo>
                  <a:lnTo>
                    <a:pt x="0" y="81"/>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5" name="Freeform 10"/>
            <p:cNvSpPr/>
            <p:nvPr/>
          </p:nvSpPr>
          <p:spPr bwMode="auto">
            <a:xfrm>
              <a:off x="4883851" y="3480653"/>
              <a:ext cx="424523" cy="260192"/>
            </a:xfrm>
            <a:custGeom>
              <a:avLst/>
              <a:gdLst>
                <a:gd name="T0" fmla="*/ 0 w 133"/>
                <a:gd name="T1" fmla="*/ 82 h 82"/>
                <a:gd name="T2" fmla="*/ 0 w 133"/>
                <a:gd name="T3" fmla="*/ 0 h 82"/>
                <a:gd name="T4" fmla="*/ 133 w 133"/>
                <a:gd name="T5" fmla="*/ 0 h 82"/>
                <a:gd name="T6" fmla="*/ 133 w 133"/>
                <a:gd name="T7" fmla="*/ 79 h 82"/>
                <a:gd name="T8" fmla="*/ 133 w 133"/>
                <a:gd name="T9" fmla="*/ 82 h 82"/>
                <a:gd name="T10" fmla="*/ 0 w 133"/>
                <a:gd name="T11" fmla="*/ 82 h 82"/>
              </a:gdLst>
              <a:ahLst/>
              <a:cxnLst>
                <a:cxn ang="0">
                  <a:pos x="T0" y="T1"/>
                </a:cxn>
                <a:cxn ang="0">
                  <a:pos x="T2" y="T3"/>
                </a:cxn>
                <a:cxn ang="0">
                  <a:pos x="T4" y="T5"/>
                </a:cxn>
                <a:cxn ang="0">
                  <a:pos x="T6" y="T7"/>
                </a:cxn>
                <a:cxn ang="0">
                  <a:pos x="T8" y="T9"/>
                </a:cxn>
                <a:cxn ang="0">
                  <a:pos x="T10" y="T11"/>
                </a:cxn>
              </a:cxnLst>
              <a:rect l="0" t="0" r="r" b="b"/>
              <a:pathLst>
                <a:path w="133" h="82">
                  <a:moveTo>
                    <a:pt x="0" y="82"/>
                  </a:moveTo>
                  <a:cubicBezTo>
                    <a:pt x="0" y="55"/>
                    <a:pt x="0" y="27"/>
                    <a:pt x="0" y="0"/>
                  </a:cubicBezTo>
                  <a:cubicBezTo>
                    <a:pt x="133" y="0"/>
                    <a:pt x="133" y="0"/>
                    <a:pt x="133" y="0"/>
                  </a:cubicBezTo>
                  <a:cubicBezTo>
                    <a:pt x="133" y="27"/>
                    <a:pt x="133" y="53"/>
                    <a:pt x="133" y="79"/>
                  </a:cubicBezTo>
                  <a:cubicBezTo>
                    <a:pt x="133" y="82"/>
                    <a:pt x="133" y="82"/>
                    <a:pt x="133" y="82"/>
                  </a:cubicBezTo>
                  <a:lnTo>
                    <a:pt x="0" y="82"/>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11"/>
            <p:cNvSpPr/>
            <p:nvPr/>
          </p:nvSpPr>
          <p:spPr bwMode="auto">
            <a:xfrm>
              <a:off x="4883851" y="3223200"/>
              <a:ext cx="424523" cy="257452"/>
            </a:xfrm>
            <a:custGeom>
              <a:avLst/>
              <a:gdLst>
                <a:gd name="T0" fmla="*/ 0 w 133"/>
                <a:gd name="T1" fmla="*/ 81 h 81"/>
                <a:gd name="T2" fmla="*/ 0 w 133"/>
                <a:gd name="T3" fmla="*/ 0 h 81"/>
                <a:gd name="T4" fmla="*/ 133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0"/>
                    <a:pt x="0" y="0"/>
                    <a:pt x="0" y="0"/>
                  </a:cubicBezTo>
                  <a:cubicBezTo>
                    <a:pt x="133" y="0"/>
                    <a:pt x="133" y="0"/>
                    <a:pt x="133" y="0"/>
                  </a:cubicBezTo>
                  <a:cubicBezTo>
                    <a:pt x="133" y="27"/>
                    <a:pt x="133" y="54"/>
                    <a:pt x="133" y="81"/>
                  </a:cubicBezTo>
                  <a:lnTo>
                    <a:pt x="0" y="81"/>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12"/>
            <p:cNvSpPr/>
            <p:nvPr/>
          </p:nvSpPr>
          <p:spPr bwMode="auto">
            <a:xfrm>
              <a:off x="4883851" y="2960270"/>
              <a:ext cx="424523" cy="262930"/>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0"/>
                    <a:pt x="0" y="0"/>
                    <a:pt x="0" y="0"/>
                  </a:cubicBezTo>
                  <a:cubicBezTo>
                    <a:pt x="133" y="0"/>
                    <a:pt x="133" y="0"/>
                    <a:pt x="133" y="0"/>
                  </a:cubicBezTo>
                  <a:cubicBezTo>
                    <a:pt x="133" y="27"/>
                    <a:pt x="133" y="54"/>
                    <a:pt x="133" y="82"/>
                  </a:cubicBezTo>
                  <a:lnTo>
                    <a:pt x="0" y="82"/>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13"/>
            <p:cNvSpPr/>
            <p:nvPr/>
          </p:nvSpPr>
          <p:spPr bwMode="auto">
            <a:xfrm>
              <a:off x="4883851" y="2700078"/>
              <a:ext cx="424523" cy="260192"/>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0"/>
                    <a:pt x="0" y="0"/>
                    <a:pt x="0" y="0"/>
                  </a:cubicBezTo>
                  <a:cubicBezTo>
                    <a:pt x="133" y="0"/>
                    <a:pt x="133" y="0"/>
                    <a:pt x="133" y="0"/>
                  </a:cubicBezTo>
                  <a:cubicBezTo>
                    <a:pt x="133" y="28"/>
                    <a:pt x="133" y="55"/>
                    <a:pt x="133" y="82"/>
                  </a:cubicBezTo>
                  <a:lnTo>
                    <a:pt x="0" y="82"/>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14"/>
            <p:cNvSpPr/>
            <p:nvPr/>
          </p:nvSpPr>
          <p:spPr bwMode="auto">
            <a:xfrm>
              <a:off x="4883851" y="2442626"/>
              <a:ext cx="424523" cy="257452"/>
            </a:xfrm>
            <a:custGeom>
              <a:avLst/>
              <a:gdLst>
                <a:gd name="T0" fmla="*/ 0 w 133"/>
                <a:gd name="T1" fmla="*/ 81 h 81"/>
                <a:gd name="T2" fmla="*/ 0 w 133"/>
                <a:gd name="T3" fmla="*/ 0 h 81"/>
                <a:gd name="T4" fmla="*/ 133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54"/>
                    <a:pt x="0" y="27"/>
                    <a:pt x="0" y="0"/>
                  </a:cubicBezTo>
                  <a:cubicBezTo>
                    <a:pt x="133" y="0"/>
                    <a:pt x="133" y="0"/>
                    <a:pt x="133" y="0"/>
                  </a:cubicBezTo>
                  <a:cubicBezTo>
                    <a:pt x="133" y="27"/>
                    <a:pt x="133" y="54"/>
                    <a:pt x="133" y="81"/>
                  </a:cubicBezTo>
                  <a:lnTo>
                    <a:pt x="0" y="81"/>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15"/>
            <p:cNvSpPr/>
            <p:nvPr/>
          </p:nvSpPr>
          <p:spPr bwMode="auto">
            <a:xfrm>
              <a:off x="4883851" y="2179696"/>
              <a:ext cx="424523" cy="262930"/>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55"/>
                    <a:pt x="0" y="27"/>
                    <a:pt x="0" y="0"/>
                  </a:cubicBezTo>
                  <a:cubicBezTo>
                    <a:pt x="133" y="0"/>
                    <a:pt x="133" y="0"/>
                    <a:pt x="133" y="0"/>
                  </a:cubicBezTo>
                  <a:cubicBezTo>
                    <a:pt x="133" y="27"/>
                    <a:pt x="133" y="55"/>
                    <a:pt x="133" y="82"/>
                  </a:cubicBezTo>
                  <a:lnTo>
                    <a:pt x="0" y="82"/>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16"/>
            <p:cNvSpPr/>
            <p:nvPr/>
          </p:nvSpPr>
          <p:spPr bwMode="auto">
            <a:xfrm>
              <a:off x="4883851" y="1922244"/>
              <a:ext cx="424523" cy="257452"/>
            </a:xfrm>
            <a:custGeom>
              <a:avLst/>
              <a:gdLst>
                <a:gd name="T0" fmla="*/ 0 w 133"/>
                <a:gd name="T1" fmla="*/ 81 h 81"/>
                <a:gd name="T2" fmla="*/ 0 w 133"/>
                <a:gd name="T3" fmla="*/ 0 h 81"/>
                <a:gd name="T4" fmla="*/ 132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54"/>
                    <a:pt x="0" y="27"/>
                    <a:pt x="0" y="0"/>
                  </a:cubicBezTo>
                  <a:cubicBezTo>
                    <a:pt x="132" y="0"/>
                    <a:pt x="132" y="0"/>
                    <a:pt x="132" y="0"/>
                  </a:cubicBezTo>
                  <a:cubicBezTo>
                    <a:pt x="132" y="27"/>
                    <a:pt x="133" y="54"/>
                    <a:pt x="133" y="81"/>
                  </a:cubicBezTo>
                  <a:lnTo>
                    <a:pt x="0" y="81"/>
                  </a:ln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6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67"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68" name="Group 67"/>
          <p:cNvGrpSpPr/>
          <p:nvPr/>
        </p:nvGrpSpPr>
        <p:grpSpPr>
          <a:xfrm>
            <a:off x="745927" y="5735914"/>
            <a:ext cx="10661949" cy="140901"/>
            <a:chOff x="745927" y="5494178"/>
            <a:chExt cx="10661949" cy="140901"/>
          </a:xfrm>
        </p:grpSpPr>
        <p:cxnSp>
          <p:nvCxnSpPr>
            <p:cNvPr id="69" name="Straight Connector 68"/>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70" name="Group 69"/>
            <p:cNvGrpSpPr/>
            <p:nvPr/>
          </p:nvGrpSpPr>
          <p:grpSpPr>
            <a:xfrm>
              <a:off x="4430272" y="5494178"/>
              <a:ext cx="3293258" cy="140901"/>
              <a:chOff x="3978245" y="5494178"/>
              <a:chExt cx="3293258" cy="140901"/>
            </a:xfrm>
          </p:grpSpPr>
          <p:sp>
            <p:nvSpPr>
              <p:cNvPr id="71" name="Rectangle 70"/>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2" name="Rectangle 71"/>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3" name="Rectangle 72"/>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4" name="Rectangle 73"/>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75" name="Rectangle 74"/>
          <p:cNvSpPr/>
          <p:nvPr/>
        </p:nvSpPr>
        <p:spPr>
          <a:xfrm>
            <a:off x="567880" y="2204231"/>
            <a:ext cx="2782557" cy="2000548"/>
          </a:xfrm>
          <a:prstGeom prst="rect">
            <a:avLst/>
          </a:prstGeom>
        </p:spPr>
        <p:txBody>
          <a:bodyPr wrap="square">
            <a:spAutoFit/>
          </a:bodyPr>
          <a:lstStyle/>
          <a:p>
            <a:pPr algn="r"/>
            <a:r>
              <a:rPr lang="en-US" sz="4000" smtClean="0">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100%</a:t>
            </a:r>
          </a:p>
          <a:p>
            <a:pPr algn="r">
              <a:lnSpc>
                <a:spcPct val="150000"/>
              </a:lnSpc>
            </a:pPr>
            <a:r>
              <a:rPr lang="en-US" sz="1600" b="1" smtClean="0">
                <a:solidFill>
                  <a:srgbClr val="F49D1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System</a:t>
            </a:r>
            <a:endParaRPr lang="en-US" sz="1400" b="1">
              <a:solidFill>
                <a:srgbClr val="F49D1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pPr algn="r"/>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eros suscipit. Mauris quam dolor, cursus at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porta.</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76" name="Group 75"/>
          <p:cNvGrpSpPr/>
          <p:nvPr/>
        </p:nvGrpSpPr>
        <p:grpSpPr>
          <a:xfrm>
            <a:off x="3543979" y="2740251"/>
            <a:ext cx="928509" cy="928509"/>
            <a:chOff x="2146051" y="4171950"/>
            <a:chExt cx="696382" cy="696382"/>
          </a:xfrm>
        </p:grpSpPr>
        <p:sp>
          <p:nvSpPr>
            <p:cNvPr id="77" name="Oval 76"/>
            <p:cNvSpPr/>
            <p:nvPr/>
          </p:nvSpPr>
          <p:spPr>
            <a:xfrm>
              <a:off x="2146051" y="4171950"/>
              <a:ext cx="696382" cy="696382"/>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Freeform 37"/>
            <p:cNvSpPr>
              <a:spLocks noEditPoints="1"/>
            </p:cNvSpPr>
            <p:nvPr/>
          </p:nvSpPr>
          <p:spPr bwMode="auto">
            <a:xfrm>
              <a:off x="2313639" y="4340790"/>
              <a:ext cx="361207" cy="358702"/>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79" name="Rectangle 78"/>
          <p:cNvSpPr/>
          <p:nvPr/>
        </p:nvSpPr>
        <p:spPr>
          <a:xfrm>
            <a:off x="8788714" y="2204231"/>
            <a:ext cx="2782557" cy="2000548"/>
          </a:xfrm>
          <a:prstGeom prst="rect">
            <a:avLst/>
          </a:prstGeom>
        </p:spPr>
        <p:txBody>
          <a:bodyPr wrap="square">
            <a:spAutoFit/>
          </a:bodyPr>
          <a:lstStyle/>
          <a:p>
            <a:r>
              <a:rPr lang="en-US" sz="4000" smtClean="0">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a:p>
            <a:pPr>
              <a:lnSpc>
                <a:spcPct val="150000"/>
              </a:lnSpc>
            </a:pPr>
            <a:r>
              <a:rPr lang="en-US" sz="1600" b="1" err="1" smtClean="0">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Worldmap</a:t>
            </a:r>
            <a:endParaRPr lang="en-US" sz="1400" b="1">
              <a:solidFill>
                <a:srgbClr val="15A185"/>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Etiam faucibus tortor a ipsum vehicula sed hendrerit eros suscipit. Mauris quam dolor, cursus at </a:t>
            </a:r>
            <a:r>
              <a:rPr lang="en-US" sz="1200" err="1" smtClean="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porta.</a:t>
            </a:r>
            <a:endParaRPr lang="en-US" sz="1200">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81" name="Oval 80"/>
          <p:cNvSpPr/>
          <p:nvPr/>
        </p:nvSpPr>
        <p:spPr>
          <a:xfrm>
            <a:off x="7638503" y="2740251"/>
            <a:ext cx="928509" cy="928509"/>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54"/>
          <p:cNvSpPr>
            <a:spLocks noEditPoints="1"/>
          </p:cNvSpPr>
          <p:nvPr/>
        </p:nvSpPr>
        <p:spPr bwMode="auto">
          <a:xfrm>
            <a:off x="7889373" y="3002932"/>
            <a:ext cx="426768" cy="440535"/>
          </a:xfrm>
          <a:custGeom>
            <a:avLst/>
            <a:gdLst>
              <a:gd name="T0" fmla="*/ 83 w 130"/>
              <a:gd name="T1" fmla="*/ 92 h 134"/>
              <a:gd name="T2" fmla="*/ 128 w 130"/>
              <a:gd name="T3" fmla="*/ 26 h 134"/>
              <a:gd name="T4" fmla="*/ 128 w 130"/>
              <a:gd name="T5" fmla="*/ 21 h 134"/>
              <a:gd name="T6" fmla="*/ 118 w 130"/>
              <a:gd name="T7" fmla="*/ 10 h 134"/>
              <a:gd name="T8" fmla="*/ 112 w 130"/>
              <a:gd name="T9" fmla="*/ 10 h 134"/>
              <a:gd name="T10" fmla="*/ 107 w 130"/>
              <a:gd name="T11" fmla="*/ 15 h 134"/>
              <a:gd name="T12" fmla="*/ 101 w 130"/>
              <a:gd name="T13" fmla="*/ 16 h 134"/>
              <a:gd name="T14" fmla="*/ 102 w 130"/>
              <a:gd name="T15" fmla="*/ 0 h 134"/>
              <a:gd name="T16" fmla="*/ 28 w 130"/>
              <a:gd name="T17" fmla="*/ 0 h 134"/>
              <a:gd name="T18" fmla="*/ 28 w 130"/>
              <a:gd name="T19" fmla="*/ 16 h 134"/>
              <a:gd name="T20" fmla="*/ 23 w 130"/>
              <a:gd name="T21" fmla="*/ 15 h 134"/>
              <a:gd name="T22" fmla="*/ 18 w 130"/>
              <a:gd name="T23" fmla="*/ 10 h 134"/>
              <a:gd name="T24" fmla="*/ 12 w 130"/>
              <a:gd name="T25" fmla="*/ 10 h 134"/>
              <a:gd name="T26" fmla="*/ 1 w 130"/>
              <a:gd name="T27" fmla="*/ 21 h 134"/>
              <a:gd name="T28" fmla="*/ 1 w 130"/>
              <a:gd name="T29" fmla="*/ 26 h 134"/>
              <a:gd name="T30" fmla="*/ 47 w 130"/>
              <a:gd name="T31" fmla="*/ 92 h 134"/>
              <a:gd name="T32" fmla="*/ 59 w 130"/>
              <a:gd name="T33" fmla="*/ 97 h 134"/>
              <a:gd name="T34" fmla="*/ 59 w 130"/>
              <a:gd name="T35" fmla="*/ 103 h 134"/>
              <a:gd name="T36" fmla="*/ 54 w 130"/>
              <a:gd name="T37" fmla="*/ 105 h 134"/>
              <a:gd name="T38" fmla="*/ 59 w 130"/>
              <a:gd name="T39" fmla="*/ 108 h 134"/>
              <a:gd name="T40" fmla="*/ 59 w 130"/>
              <a:gd name="T41" fmla="*/ 114 h 134"/>
              <a:gd name="T42" fmla="*/ 55 w 130"/>
              <a:gd name="T43" fmla="*/ 119 h 134"/>
              <a:gd name="T44" fmla="*/ 49 w 130"/>
              <a:gd name="T45" fmla="*/ 124 h 134"/>
              <a:gd name="T46" fmla="*/ 44 w 130"/>
              <a:gd name="T47" fmla="*/ 129 h 134"/>
              <a:gd name="T48" fmla="*/ 49 w 130"/>
              <a:gd name="T49" fmla="*/ 134 h 134"/>
              <a:gd name="T50" fmla="*/ 80 w 130"/>
              <a:gd name="T51" fmla="*/ 134 h 134"/>
              <a:gd name="T52" fmla="*/ 86 w 130"/>
              <a:gd name="T53" fmla="*/ 129 h 134"/>
              <a:gd name="T54" fmla="*/ 80 w 130"/>
              <a:gd name="T55" fmla="*/ 124 h 134"/>
              <a:gd name="T56" fmla="*/ 75 w 130"/>
              <a:gd name="T57" fmla="*/ 118 h 134"/>
              <a:gd name="T58" fmla="*/ 70 w 130"/>
              <a:gd name="T59" fmla="*/ 114 h 134"/>
              <a:gd name="T60" fmla="*/ 70 w 130"/>
              <a:gd name="T61" fmla="*/ 108 h 134"/>
              <a:gd name="T62" fmla="*/ 75 w 130"/>
              <a:gd name="T63" fmla="*/ 105 h 134"/>
              <a:gd name="T64" fmla="*/ 70 w 130"/>
              <a:gd name="T65" fmla="*/ 103 h 134"/>
              <a:gd name="T66" fmla="*/ 70 w 130"/>
              <a:gd name="T67" fmla="*/ 97 h 134"/>
              <a:gd name="T68" fmla="*/ 83 w 130"/>
              <a:gd name="T69" fmla="*/ 92 h 134"/>
              <a:gd name="T70" fmla="*/ 102 w 130"/>
              <a:gd name="T71" fmla="*/ 21 h 134"/>
              <a:gd name="T72" fmla="*/ 107 w 130"/>
              <a:gd name="T73" fmla="*/ 21 h 134"/>
              <a:gd name="T74" fmla="*/ 113 w 130"/>
              <a:gd name="T75" fmla="*/ 16 h 134"/>
              <a:gd name="T76" fmla="*/ 118 w 130"/>
              <a:gd name="T77" fmla="*/ 21 h 134"/>
              <a:gd name="T78" fmla="*/ 118 w 130"/>
              <a:gd name="T79" fmla="*/ 26 h 134"/>
              <a:gd name="T80" fmla="*/ 91 w 130"/>
              <a:gd name="T81" fmla="*/ 71 h 134"/>
              <a:gd name="T82" fmla="*/ 102 w 130"/>
              <a:gd name="T83" fmla="*/ 21 h 134"/>
              <a:gd name="T84" fmla="*/ 37 w 130"/>
              <a:gd name="T85" fmla="*/ 72 h 134"/>
              <a:gd name="T86" fmla="*/ 10 w 130"/>
              <a:gd name="T87" fmla="*/ 27 h 134"/>
              <a:gd name="T88" fmla="*/ 10 w 130"/>
              <a:gd name="T89" fmla="*/ 22 h 134"/>
              <a:gd name="T90" fmla="*/ 15 w 130"/>
              <a:gd name="T91" fmla="*/ 16 h 134"/>
              <a:gd name="T92" fmla="*/ 21 w 130"/>
              <a:gd name="T93" fmla="*/ 22 h 134"/>
              <a:gd name="T94" fmla="*/ 26 w 130"/>
              <a:gd name="T95" fmla="*/ 22 h 134"/>
              <a:gd name="T96" fmla="*/ 37 w 130"/>
              <a:gd name="T97" fmla="*/ 7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34">
                <a:moveTo>
                  <a:pt x="83" y="92"/>
                </a:moveTo>
                <a:cubicBezTo>
                  <a:pt x="130" y="63"/>
                  <a:pt x="128" y="26"/>
                  <a:pt x="128" y="26"/>
                </a:cubicBezTo>
                <a:cubicBezTo>
                  <a:pt x="128" y="21"/>
                  <a:pt x="128" y="21"/>
                  <a:pt x="128" y="21"/>
                </a:cubicBezTo>
                <a:cubicBezTo>
                  <a:pt x="128" y="21"/>
                  <a:pt x="128" y="10"/>
                  <a:pt x="118" y="10"/>
                </a:cubicBezTo>
                <a:cubicBezTo>
                  <a:pt x="115" y="10"/>
                  <a:pt x="112" y="10"/>
                  <a:pt x="112" y="10"/>
                </a:cubicBezTo>
                <a:cubicBezTo>
                  <a:pt x="107" y="10"/>
                  <a:pt x="107" y="15"/>
                  <a:pt x="107" y="15"/>
                </a:cubicBezTo>
                <a:cubicBezTo>
                  <a:pt x="107" y="15"/>
                  <a:pt x="105" y="16"/>
                  <a:pt x="101" y="16"/>
                </a:cubicBezTo>
                <a:cubicBezTo>
                  <a:pt x="101" y="12"/>
                  <a:pt x="102" y="0"/>
                  <a:pt x="102" y="0"/>
                </a:cubicBezTo>
                <a:cubicBezTo>
                  <a:pt x="56" y="6"/>
                  <a:pt x="28" y="0"/>
                  <a:pt x="28" y="0"/>
                </a:cubicBezTo>
                <a:cubicBezTo>
                  <a:pt x="28" y="16"/>
                  <a:pt x="28" y="16"/>
                  <a:pt x="28" y="16"/>
                </a:cubicBezTo>
                <a:cubicBezTo>
                  <a:pt x="24" y="16"/>
                  <a:pt x="23" y="15"/>
                  <a:pt x="23" y="15"/>
                </a:cubicBezTo>
                <a:cubicBezTo>
                  <a:pt x="23" y="15"/>
                  <a:pt x="22" y="10"/>
                  <a:pt x="18" y="10"/>
                </a:cubicBezTo>
                <a:cubicBezTo>
                  <a:pt x="18" y="10"/>
                  <a:pt x="15" y="10"/>
                  <a:pt x="12" y="10"/>
                </a:cubicBezTo>
                <a:cubicBezTo>
                  <a:pt x="2" y="10"/>
                  <a:pt x="1" y="21"/>
                  <a:pt x="1" y="21"/>
                </a:cubicBezTo>
                <a:cubicBezTo>
                  <a:pt x="1" y="26"/>
                  <a:pt x="1" y="26"/>
                  <a:pt x="1" y="26"/>
                </a:cubicBezTo>
                <a:cubicBezTo>
                  <a:pt x="1" y="26"/>
                  <a:pt x="0" y="63"/>
                  <a:pt x="47" y="92"/>
                </a:cubicBezTo>
                <a:cubicBezTo>
                  <a:pt x="47" y="92"/>
                  <a:pt x="52" y="97"/>
                  <a:pt x="59" y="97"/>
                </a:cubicBezTo>
                <a:cubicBezTo>
                  <a:pt x="59" y="103"/>
                  <a:pt x="59" y="103"/>
                  <a:pt x="59" y="103"/>
                </a:cubicBezTo>
                <a:cubicBezTo>
                  <a:pt x="59" y="103"/>
                  <a:pt x="54" y="102"/>
                  <a:pt x="54" y="105"/>
                </a:cubicBezTo>
                <a:cubicBezTo>
                  <a:pt x="54" y="109"/>
                  <a:pt x="59" y="108"/>
                  <a:pt x="59" y="108"/>
                </a:cubicBezTo>
                <a:cubicBezTo>
                  <a:pt x="59" y="114"/>
                  <a:pt x="59" y="114"/>
                  <a:pt x="59" y="114"/>
                </a:cubicBezTo>
                <a:cubicBezTo>
                  <a:pt x="59" y="114"/>
                  <a:pt x="58" y="119"/>
                  <a:pt x="55" y="119"/>
                </a:cubicBezTo>
                <a:cubicBezTo>
                  <a:pt x="55" y="124"/>
                  <a:pt x="49" y="124"/>
                  <a:pt x="49" y="124"/>
                </a:cubicBezTo>
                <a:cubicBezTo>
                  <a:pt x="49" y="124"/>
                  <a:pt x="44" y="125"/>
                  <a:pt x="44" y="129"/>
                </a:cubicBezTo>
                <a:cubicBezTo>
                  <a:pt x="44" y="129"/>
                  <a:pt x="43" y="134"/>
                  <a:pt x="49" y="134"/>
                </a:cubicBezTo>
                <a:cubicBezTo>
                  <a:pt x="57" y="134"/>
                  <a:pt x="80" y="134"/>
                  <a:pt x="80" y="134"/>
                </a:cubicBezTo>
                <a:cubicBezTo>
                  <a:pt x="85" y="134"/>
                  <a:pt x="86" y="129"/>
                  <a:pt x="86" y="129"/>
                </a:cubicBezTo>
                <a:cubicBezTo>
                  <a:pt x="86" y="129"/>
                  <a:pt x="86" y="124"/>
                  <a:pt x="80" y="124"/>
                </a:cubicBezTo>
                <a:cubicBezTo>
                  <a:pt x="75" y="124"/>
                  <a:pt x="75" y="118"/>
                  <a:pt x="75" y="118"/>
                </a:cubicBezTo>
                <a:cubicBezTo>
                  <a:pt x="75" y="118"/>
                  <a:pt x="70" y="119"/>
                  <a:pt x="70" y="114"/>
                </a:cubicBezTo>
                <a:cubicBezTo>
                  <a:pt x="70" y="108"/>
                  <a:pt x="70" y="108"/>
                  <a:pt x="70" y="108"/>
                </a:cubicBezTo>
                <a:cubicBezTo>
                  <a:pt x="70" y="108"/>
                  <a:pt x="75" y="109"/>
                  <a:pt x="75" y="105"/>
                </a:cubicBezTo>
                <a:cubicBezTo>
                  <a:pt x="75" y="102"/>
                  <a:pt x="70" y="103"/>
                  <a:pt x="70" y="103"/>
                </a:cubicBezTo>
                <a:cubicBezTo>
                  <a:pt x="70" y="97"/>
                  <a:pt x="70" y="97"/>
                  <a:pt x="70" y="97"/>
                </a:cubicBezTo>
                <a:cubicBezTo>
                  <a:pt x="75" y="97"/>
                  <a:pt x="79" y="95"/>
                  <a:pt x="83" y="92"/>
                </a:cubicBezTo>
                <a:close/>
                <a:moveTo>
                  <a:pt x="102" y="21"/>
                </a:moveTo>
                <a:cubicBezTo>
                  <a:pt x="103" y="21"/>
                  <a:pt x="107" y="21"/>
                  <a:pt x="107" y="21"/>
                </a:cubicBezTo>
                <a:cubicBezTo>
                  <a:pt x="112" y="21"/>
                  <a:pt x="113" y="16"/>
                  <a:pt x="113" y="16"/>
                </a:cubicBezTo>
                <a:cubicBezTo>
                  <a:pt x="118" y="16"/>
                  <a:pt x="118" y="21"/>
                  <a:pt x="118" y="21"/>
                </a:cubicBezTo>
                <a:cubicBezTo>
                  <a:pt x="118" y="26"/>
                  <a:pt x="118" y="26"/>
                  <a:pt x="118" y="26"/>
                </a:cubicBezTo>
                <a:cubicBezTo>
                  <a:pt x="118" y="26"/>
                  <a:pt x="116" y="47"/>
                  <a:pt x="91" y="71"/>
                </a:cubicBezTo>
                <a:cubicBezTo>
                  <a:pt x="97" y="61"/>
                  <a:pt x="102" y="38"/>
                  <a:pt x="102" y="21"/>
                </a:cubicBezTo>
                <a:close/>
                <a:moveTo>
                  <a:pt x="37" y="72"/>
                </a:moveTo>
                <a:cubicBezTo>
                  <a:pt x="11" y="48"/>
                  <a:pt x="10" y="27"/>
                  <a:pt x="10" y="27"/>
                </a:cubicBezTo>
                <a:cubicBezTo>
                  <a:pt x="10" y="22"/>
                  <a:pt x="10" y="22"/>
                  <a:pt x="10" y="22"/>
                </a:cubicBezTo>
                <a:cubicBezTo>
                  <a:pt x="10" y="22"/>
                  <a:pt x="10" y="16"/>
                  <a:pt x="15" y="16"/>
                </a:cubicBezTo>
                <a:cubicBezTo>
                  <a:pt x="15" y="16"/>
                  <a:pt x="15" y="22"/>
                  <a:pt x="21" y="22"/>
                </a:cubicBezTo>
                <a:cubicBezTo>
                  <a:pt x="21" y="22"/>
                  <a:pt x="25" y="22"/>
                  <a:pt x="26" y="22"/>
                </a:cubicBezTo>
                <a:cubicBezTo>
                  <a:pt x="26" y="39"/>
                  <a:pt x="31" y="62"/>
                  <a:pt x="37" y="72"/>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369546664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661212"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Productivity Share</a:t>
            </a:r>
          </a:p>
        </p:txBody>
      </p:sp>
      <p:grpSp>
        <p:nvGrpSpPr>
          <p:cNvPr id="19" name="Group 18"/>
          <p:cNvGrpSpPr/>
          <p:nvPr/>
        </p:nvGrpSpPr>
        <p:grpSpPr>
          <a:xfrm>
            <a:off x="852471" y="1803400"/>
            <a:ext cx="1795671" cy="3657601"/>
            <a:chOff x="852471" y="1803400"/>
            <a:chExt cx="1795671" cy="3657601"/>
          </a:xfrm>
        </p:grpSpPr>
        <p:sp>
          <p:nvSpPr>
            <p:cNvPr id="8" name="Freeform 5"/>
            <p:cNvSpPr/>
            <p:nvPr/>
          </p:nvSpPr>
          <p:spPr bwMode="auto">
            <a:xfrm>
              <a:off x="852471" y="1803400"/>
              <a:ext cx="1795671" cy="3657601"/>
            </a:xfrm>
            <a:custGeom>
              <a:avLst/>
              <a:gdLst>
                <a:gd name="T0" fmla="*/ 364 w 381"/>
                <a:gd name="T1" fmla="*/ 0 h 779"/>
                <a:gd name="T2" fmla="*/ 16 w 381"/>
                <a:gd name="T3" fmla="*/ 0 h 779"/>
                <a:gd name="T4" fmla="*/ 0 w 381"/>
                <a:gd name="T5" fmla="*/ 16 h 779"/>
                <a:gd name="T6" fmla="*/ 0 w 381"/>
                <a:gd name="T7" fmla="*/ 424 h 779"/>
                <a:gd name="T8" fmla="*/ 103 w 381"/>
                <a:gd name="T9" fmla="*/ 537 h 779"/>
                <a:gd name="T10" fmla="*/ 119 w 381"/>
                <a:gd name="T11" fmla="*/ 553 h 779"/>
                <a:gd name="T12" fmla="*/ 138 w 381"/>
                <a:gd name="T13" fmla="*/ 553 h 779"/>
                <a:gd name="T14" fmla="*/ 138 w 381"/>
                <a:gd name="T15" fmla="*/ 600 h 779"/>
                <a:gd name="T16" fmla="*/ 148 w 381"/>
                <a:gd name="T17" fmla="*/ 615 h 779"/>
                <a:gd name="T18" fmla="*/ 148 w 381"/>
                <a:gd name="T19" fmla="*/ 631 h 779"/>
                <a:gd name="T20" fmla="*/ 129 w 381"/>
                <a:gd name="T21" fmla="*/ 631 h 779"/>
                <a:gd name="T22" fmla="*/ 129 w 381"/>
                <a:gd name="T23" fmla="*/ 658 h 779"/>
                <a:gd name="T24" fmla="*/ 114 w 381"/>
                <a:gd name="T25" fmla="*/ 658 h 779"/>
                <a:gd name="T26" fmla="*/ 114 w 381"/>
                <a:gd name="T27" fmla="*/ 679 h 779"/>
                <a:gd name="T28" fmla="*/ 129 w 381"/>
                <a:gd name="T29" fmla="*/ 679 h 779"/>
                <a:gd name="T30" fmla="*/ 129 w 381"/>
                <a:gd name="T31" fmla="*/ 751 h 779"/>
                <a:gd name="T32" fmla="*/ 148 w 381"/>
                <a:gd name="T33" fmla="*/ 751 h 779"/>
                <a:gd name="T34" fmla="*/ 148 w 381"/>
                <a:gd name="T35" fmla="*/ 764 h 779"/>
                <a:gd name="T36" fmla="*/ 149 w 381"/>
                <a:gd name="T37" fmla="*/ 764 h 779"/>
                <a:gd name="T38" fmla="*/ 149 w 381"/>
                <a:gd name="T39" fmla="*/ 779 h 779"/>
                <a:gd name="T40" fmla="*/ 164 w 381"/>
                <a:gd name="T41" fmla="*/ 779 h 779"/>
                <a:gd name="T42" fmla="*/ 164 w 381"/>
                <a:gd name="T43" fmla="*/ 764 h 779"/>
                <a:gd name="T44" fmla="*/ 164 w 381"/>
                <a:gd name="T45" fmla="*/ 764 h 779"/>
                <a:gd name="T46" fmla="*/ 164 w 381"/>
                <a:gd name="T47" fmla="*/ 751 h 779"/>
                <a:gd name="T48" fmla="*/ 183 w 381"/>
                <a:gd name="T49" fmla="*/ 751 h 779"/>
                <a:gd name="T50" fmla="*/ 183 w 381"/>
                <a:gd name="T51" fmla="*/ 679 h 779"/>
                <a:gd name="T52" fmla="*/ 198 w 381"/>
                <a:gd name="T53" fmla="*/ 679 h 779"/>
                <a:gd name="T54" fmla="*/ 198 w 381"/>
                <a:gd name="T55" fmla="*/ 658 h 779"/>
                <a:gd name="T56" fmla="*/ 183 w 381"/>
                <a:gd name="T57" fmla="*/ 658 h 779"/>
                <a:gd name="T58" fmla="*/ 183 w 381"/>
                <a:gd name="T59" fmla="*/ 631 h 779"/>
                <a:gd name="T60" fmla="*/ 164 w 381"/>
                <a:gd name="T61" fmla="*/ 631 h 779"/>
                <a:gd name="T62" fmla="*/ 164 w 381"/>
                <a:gd name="T63" fmla="*/ 615 h 779"/>
                <a:gd name="T64" fmla="*/ 174 w 381"/>
                <a:gd name="T65" fmla="*/ 600 h 779"/>
                <a:gd name="T66" fmla="*/ 174 w 381"/>
                <a:gd name="T67" fmla="*/ 553 h 779"/>
                <a:gd name="T68" fmla="*/ 203 w 381"/>
                <a:gd name="T69" fmla="*/ 553 h 779"/>
                <a:gd name="T70" fmla="*/ 203 w 381"/>
                <a:gd name="T71" fmla="*/ 600 h 779"/>
                <a:gd name="T72" fmla="*/ 220 w 381"/>
                <a:gd name="T73" fmla="*/ 617 h 779"/>
                <a:gd name="T74" fmla="*/ 223 w 381"/>
                <a:gd name="T75" fmla="*/ 617 h 779"/>
                <a:gd name="T76" fmla="*/ 240 w 381"/>
                <a:gd name="T77" fmla="*/ 600 h 779"/>
                <a:gd name="T78" fmla="*/ 240 w 381"/>
                <a:gd name="T79" fmla="*/ 553 h 779"/>
                <a:gd name="T80" fmla="*/ 268 w 381"/>
                <a:gd name="T81" fmla="*/ 553 h 779"/>
                <a:gd name="T82" fmla="*/ 285 w 381"/>
                <a:gd name="T83" fmla="*/ 537 h 779"/>
                <a:gd name="T84" fmla="*/ 381 w 381"/>
                <a:gd name="T85" fmla="*/ 424 h 779"/>
                <a:gd name="T86" fmla="*/ 381 w 381"/>
                <a:gd name="T87" fmla="*/ 16 h 779"/>
                <a:gd name="T88" fmla="*/ 364 w 381"/>
                <a:gd name="T89" fmla="*/ 0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 h="779">
                  <a:moveTo>
                    <a:pt x="364" y="0"/>
                  </a:moveTo>
                  <a:cubicBezTo>
                    <a:pt x="16" y="0"/>
                    <a:pt x="16" y="0"/>
                    <a:pt x="16" y="0"/>
                  </a:cubicBezTo>
                  <a:cubicBezTo>
                    <a:pt x="7" y="0"/>
                    <a:pt x="0" y="7"/>
                    <a:pt x="0" y="16"/>
                  </a:cubicBezTo>
                  <a:cubicBezTo>
                    <a:pt x="0" y="424"/>
                    <a:pt x="0" y="424"/>
                    <a:pt x="0" y="424"/>
                  </a:cubicBezTo>
                  <a:cubicBezTo>
                    <a:pt x="103" y="537"/>
                    <a:pt x="103" y="537"/>
                    <a:pt x="103" y="537"/>
                  </a:cubicBezTo>
                  <a:cubicBezTo>
                    <a:pt x="103" y="546"/>
                    <a:pt x="110" y="553"/>
                    <a:pt x="119" y="553"/>
                  </a:cubicBezTo>
                  <a:cubicBezTo>
                    <a:pt x="138" y="553"/>
                    <a:pt x="138" y="553"/>
                    <a:pt x="138" y="553"/>
                  </a:cubicBezTo>
                  <a:cubicBezTo>
                    <a:pt x="138" y="600"/>
                    <a:pt x="138" y="600"/>
                    <a:pt x="138" y="600"/>
                  </a:cubicBezTo>
                  <a:cubicBezTo>
                    <a:pt x="138" y="607"/>
                    <a:pt x="142" y="613"/>
                    <a:pt x="148" y="615"/>
                  </a:cubicBezTo>
                  <a:cubicBezTo>
                    <a:pt x="148" y="631"/>
                    <a:pt x="148" y="631"/>
                    <a:pt x="148" y="631"/>
                  </a:cubicBezTo>
                  <a:cubicBezTo>
                    <a:pt x="129" y="631"/>
                    <a:pt x="129" y="631"/>
                    <a:pt x="129" y="631"/>
                  </a:cubicBezTo>
                  <a:cubicBezTo>
                    <a:pt x="129" y="658"/>
                    <a:pt x="129" y="658"/>
                    <a:pt x="129" y="658"/>
                  </a:cubicBezTo>
                  <a:cubicBezTo>
                    <a:pt x="114" y="658"/>
                    <a:pt x="114" y="658"/>
                    <a:pt x="114" y="658"/>
                  </a:cubicBezTo>
                  <a:cubicBezTo>
                    <a:pt x="114" y="679"/>
                    <a:pt x="114" y="679"/>
                    <a:pt x="114" y="679"/>
                  </a:cubicBezTo>
                  <a:cubicBezTo>
                    <a:pt x="129" y="679"/>
                    <a:pt x="129" y="679"/>
                    <a:pt x="129" y="679"/>
                  </a:cubicBezTo>
                  <a:cubicBezTo>
                    <a:pt x="129" y="751"/>
                    <a:pt x="129" y="751"/>
                    <a:pt x="129" y="751"/>
                  </a:cubicBezTo>
                  <a:cubicBezTo>
                    <a:pt x="148" y="751"/>
                    <a:pt x="148" y="751"/>
                    <a:pt x="148" y="751"/>
                  </a:cubicBezTo>
                  <a:cubicBezTo>
                    <a:pt x="148" y="764"/>
                    <a:pt x="148" y="764"/>
                    <a:pt x="148" y="764"/>
                  </a:cubicBezTo>
                  <a:cubicBezTo>
                    <a:pt x="149" y="764"/>
                    <a:pt x="149" y="764"/>
                    <a:pt x="149" y="764"/>
                  </a:cubicBezTo>
                  <a:cubicBezTo>
                    <a:pt x="149" y="779"/>
                    <a:pt x="149" y="779"/>
                    <a:pt x="149" y="779"/>
                  </a:cubicBezTo>
                  <a:cubicBezTo>
                    <a:pt x="164" y="779"/>
                    <a:pt x="164" y="779"/>
                    <a:pt x="164" y="779"/>
                  </a:cubicBezTo>
                  <a:cubicBezTo>
                    <a:pt x="164" y="764"/>
                    <a:pt x="164" y="764"/>
                    <a:pt x="164" y="764"/>
                  </a:cubicBezTo>
                  <a:cubicBezTo>
                    <a:pt x="164" y="764"/>
                    <a:pt x="164" y="764"/>
                    <a:pt x="164" y="764"/>
                  </a:cubicBezTo>
                  <a:cubicBezTo>
                    <a:pt x="164" y="751"/>
                    <a:pt x="164" y="751"/>
                    <a:pt x="164" y="751"/>
                  </a:cubicBezTo>
                  <a:cubicBezTo>
                    <a:pt x="183" y="751"/>
                    <a:pt x="183" y="751"/>
                    <a:pt x="183" y="751"/>
                  </a:cubicBezTo>
                  <a:cubicBezTo>
                    <a:pt x="183" y="679"/>
                    <a:pt x="183" y="679"/>
                    <a:pt x="183" y="679"/>
                  </a:cubicBezTo>
                  <a:cubicBezTo>
                    <a:pt x="198" y="679"/>
                    <a:pt x="198" y="679"/>
                    <a:pt x="198" y="679"/>
                  </a:cubicBezTo>
                  <a:cubicBezTo>
                    <a:pt x="198" y="658"/>
                    <a:pt x="198" y="658"/>
                    <a:pt x="198" y="658"/>
                  </a:cubicBezTo>
                  <a:cubicBezTo>
                    <a:pt x="183" y="658"/>
                    <a:pt x="183" y="658"/>
                    <a:pt x="183" y="658"/>
                  </a:cubicBezTo>
                  <a:cubicBezTo>
                    <a:pt x="183" y="631"/>
                    <a:pt x="183" y="631"/>
                    <a:pt x="183" y="631"/>
                  </a:cubicBezTo>
                  <a:cubicBezTo>
                    <a:pt x="164" y="631"/>
                    <a:pt x="164" y="631"/>
                    <a:pt x="164" y="631"/>
                  </a:cubicBezTo>
                  <a:cubicBezTo>
                    <a:pt x="164" y="615"/>
                    <a:pt x="164" y="615"/>
                    <a:pt x="164" y="615"/>
                  </a:cubicBezTo>
                  <a:cubicBezTo>
                    <a:pt x="170" y="613"/>
                    <a:pt x="174" y="607"/>
                    <a:pt x="174" y="600"/>
                  </a:cubicBezTo>
                  <a:cubicBezTo>
                    <a:pt x="174" y="553"/>
                    <a:pt x="174" y="553"/>
                    <a:pt x="174" y="553"/>
                  </a:cubicBezTo>
                  <a:cubicBezTo>
                    <a:pt x="203" y="553"/>
                    <a:pt x="203" y="553"/>
                    <a:pt x="203" y="553"/>
                  </a:cubicBezTo>
                  <a:cubicBezTo>
                    <a:pt x="203" y="600"/>
                    <a:pt x="203" y="600"/>
                    <a:pt x="203" y="600"/>
                  </a:cubicBezTo>
                  <a:cubicBezTo>
                    <a:pt x="203" y="609"/>
                    <a:pt x="211" y="617"/>
                    <a:pt x="220" y="617"/>
                  </a:cubicBezTo>
                  <a:cubicBezTo>
                    <a:pt x="223" y="617"/>
                    <a:pt x="223" y="617"/>
                    <a:pt x="223" y="617"/>
                  </a:cubicBezTo>
                  <a:cubicBezTo>
                    <a:pt x="232" y="617"/>
                    <a:pt x="240" y="609"/>
                    <a:pt x="240" y="600"/>
                  </a:cubicBezTo>
                  <a:cubicBezTo>
                    <a:pt x="240" y="553"/>
                    <a:pt x="240" y="553"/>
                    <a:pt x="240" y="553"/>
                  </a:cubicBezTo>
                  <a:cubicBezTo>
                    <a:pt x="268" y="553"/>
                    <a:pt x="268" y="553"/>
                    <a:pt x="268" y="553"/>
                  </a:cubicBezTo>
                  <a:cubicBezTo>
                    <a:pt x="277" y="553"/>
                    <a:pt x="285" y="546"/>
                    <a:pt x="285" y="537"/>
                  </a:cubicBezTo>
                  <a:cubicBezTo>
                    <a:pt x="381" y="424"/>
                    <a:pt x="381" y="424"/>
                    <a:pt x="381" y="424"/>
                  </a:cubicBezTo>
                  <a:cubicBezTo>
                    <a:pt x="381" y="16"/>
                    <a:pt x="381" y="16"/>
                    <a:pt x="381" y="16"/>
                  </a:cubicBezTo>
                  <a:cubicBezTo>
                    <a:pt x="381" y="7"/>
                    <a:pt x="373" y="0"/>
                    <a:pt x="364" y="0"/>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Rectangle 6"/>
            <p:cNvSpPr>
              <a:spLocks noChangeArrowheads="1"/>
            </p:cNvSpPr>
            <p:nvPr/>
          </p:nvSpPr>
          <p:spPr bwMode="auto">
            <a:xfrm>
              <a:off x="936402" y="1887331"/>
              <a:ext cx="1612348" cy="240748"/>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Rectangle 7"/>
            <p:cNvSpPr>
              <a:spLocks noChangeArrowheads="1"/>
            </p:cNvSpPr>
            <p:nvPr/>
          </p:nvSpPr>
          <p:spPr bwMode="auto">
            <a:xfrm>
              <a:off x="936402" y="2128079"/>
              <a:ext cx="1612348" cy="234121"/>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Rectangle 8"/>
            <p:cNvSpPr>
              <a:spLocks noChangeArrowheads="1"/>
            </p:cNvSpPr>
            <p:nvPr/>
          </p:nvSpPr>
          <p:spPr bwMode="auto">
            <a:xfrm>
              <a:off x="936402" y="2362201"/>
              <a:ext cx="1612348" cy="238539"/>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Rectangle 9"/>
            <p:cNvSpPr>
              <a:spLocks noChangeArrowheads="1"/>
            </p:cNvSpPr>
            <p:nvPr/>
          </p:nvSpPr>
          <p:spPr bwMode="auto">
            <a:xfrm>
              <a:off x="936402" y="2600740"/>
              <a:ext cx="1612348" cy="240748"/>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10"/>
            <p:cNvSpPr>
              <a:spLocks noChangeArrowheads="1"/>
            </p:cNvSpPr>
            <p:nvPr/>
          </p:nvSpPr>
          <p:spPr bwMode="auto">
            <a:xfrm>
              <a:off x="936402" y="2841488"/>
              <a:ext cx="1612348" cy="234121"/>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1"/>
            <p:cNvSpPr>
              <a:spLocks noChangeArrowheads="1"/>
            </p:cNvSpPr>
            <p:nvPr/>
          </p:nvSpPr>
          <p:spPr bwMode="auto">
            <a:xfrm>
              <a:off x="936402" y="3075609"/>
              <a:ext cx="1612348" cy="23853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2"/>
            <p:cNvSpPr>
              <a:spLocks noChangeArrowheads="1"/>
            </p:cNvSpPr>
            <p:nvPr/>
          </p:nvSpPr>
          <p:spPr bwMode="auto">
            <a:xfrm>
              <a:off x="936402" y="3314148"/>
              <a:ext cx="1612348" cy="240748"/>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Rectangle 13"/>
            <p:cNvSpPr>
              <a:spLocks noChangeArrowheads="1"/>
            </p:cNvSpPr>
            <p:nvPr/>
          </p:nvSpPr>
          <p:spPr bwMode="auto">
            <a:xfrm>
              <a:off x="936402" y="3554897"/>
              <a:ext cx="1612348" cy="234121"/>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4"/>
            <p:cNvSpPr/>
            <p:nvPr/>
          </p:nvSpPr>
          <p:spPr bwMode="auto">
            <a:xfrm>
              <a:off x="1185984" y="4027558"/>
              <a:ext cx="1141896" cy="236331"/>
            </a:xfrm>
            <a:custGeom>
              <a:avLst/>
              <a:gdLst>
                <a:gd name="T0" fmla="*/ 517 w 517"/>
                <a:gd name="T1" fmla="*/ 0 h 107"/>
                <a:gd name="T2" fmla="*/ 421 w 517"/>
                <a:gd name="T3" fmla="*/ 107 h 107"/>
                <a:gd name="T4" fmla="*/ 113 w 517"/>
                <a:gd name="T5" fmla="*/ 107 h 107"/>
                <a:gd name="T6" fmla="*/ 0 w 517"/>
                <a:gd name="T7" fmla="*/ 0 h 107"/>
                <a:gd name="T8" fmla="*/ 517 w 517"/>
                <a:gd name="T9" fmla="*/ 0 h 107"/>
              </a:gdLst>
              <a:ahLst/>
              <a:cxnLst>
                <a:cxn ang="0">
                  <a:pos x="T0" y="T1"/>
                </a:cxn>
                <a:cxn ang="0">
                  <a:pos x="T2" y="T3"/>
                </a:cxn>
                <a:cxn ang="0">
                  <a:pos x="T4" y="T5"/>
                </a:cxn>
                <a:cxn ang="0">
                  <a:pos x="T6" y="T7"/>
                </a:cxn>
                <a:cxn ang="0">
                  <a:pos x="T8" y="T9"/>
                </a:cxn>
              </a:cxnLst>
              <a:rect l="0" t="0" r="r" b="b"/>
              <a:pathLst>
                <a:path w="517" h="107">
                  <a:moveTo>
                    <a:pt x="517" y="0"/>
                  </a:moveTo>
                  <a:lnTo>
                    <a:pt x="421" y="107"/>
                  </a:lnTo>
                  <a:lnTo>
                    <a:pt x="113" y="107"/>
                  </a:lnTo>
                  <a:lnTo>
                    <a:pt x="0" y="0"/>
                  </a:lnTo>
                  <a:lnTo>
                    <a:pt x="517"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5"/>
            <p:cNvSpPr/>
            <p:nvPr/>
          </p:nvSpPr>
          <p:spPr bwMode="auto">
            <a:xfrm>
              <a:off x="940819" y="3789018"/>
              <a:ext cx="1603514" cy="238539"/>
            </a:xfrm>
            <a:custGeom>
              <a:avLst/>
              <a:gdLst>
                <a:gd name="T0" fmla="*/ 726 w 726"/>
                <a:gd name="T1" fmla="*/ 0 h 108"/>
                <a:gd name="T2" fmla="*/ 628 w 726"/>
                <a:gd name="T3" fmla="*/ 108 h 108"/>
                <a:gd name="T4" fmla="*/ 111 w 726"/>
                <a:gd name="T5" fmla="*/ 108 h 108"/>
                <a:gd name="T6" fmla="*/ 0 w 726"/>
                <a:gd name="T7" fmla="*/ 0 h 108"/>
                <a:gd name="T8" fmla="*/ 726 w 726"/>
                <a:gd name="T9" fmla="*/ 0 h 108"/>
              </a:gdLst>
              <a:ahLst/>
              <a:cxnLst>
                <a:cxn ang="0">
                  <a:pos x="T0" y="T1"/>
                </a:cxn>
                <a:cxn ang="0">
                  <a:pos x="T2" y="T3"/>
                </a:cxn>
                <a:cxn ang="0">
                  <a:pos x="T4" y="T5"/>
                </a:cxn>
                <a:cxn ang="0">
                  <a:pos x="T6" y="T7"/>
                </a:cxn>
                <a:cxn ang="0">
                  <a:pos x="T8" y="T9"/>
                </a:cxn>
              </a:cxnLst>
              <a:rect l="0" t="0" r="r" b="b"/>
              <a:pathLst>
                <a:path w="726" h="108">
                  <a:moveTo>
                    <a:pt x="726" y="0"/>
                  </a:moveTo>
                  <a:lnTo>
                    <a:pt x="628" y="108"/>
                  </a:lnTo>
                  <a:lnTo>
                    <a:pt x="111" y="108"/>
                  </a:lnTo>
                  <a:lnTo>
                    <a:pt x="0" y="0"/>
                  </a:lnTo>
                  <a:lnTo>
                    <a:pt x="726"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20" name="Rectangle 19"/>
          <p:cNvSpPr/>
          <p:nvPr/>
        </p:nvSpPr>
        <p:spPr>
          <a:xfrm>
            <a:off x="2946400" y="3190399"/>
            <a:ext cx="2641600" cy="1559338"/>
          </a:xfrm>
          <a:prstGeom prst="rect">
            <a:avLst/>
          </a:prstGeom>
        </p:spPr>
        <p:txBody>
          <a:bodyPr wrap="square">
            <a:spAutoFit/>
          </a:bodyPr>
          <a:lstStyle/>
          <a:p>
            <a:pPr algn="ctr"/>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50%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r>
              <a:rPr lang="en-US" sz="1400" b="1">
                <a:solidFill>
                  <a:schemeClr val="tx1">
                    <a:lumMod val="65000"/>
                    <a:lumOff val="35000"/>
                  </a:schemeClr>
                </a:solidFill>
                <a:latin typeface="Arial" panose="020B0604020202020204" pitchFamily="34" charset="0"/>
                <a:ea typeface="微软雅黑" panose="020B0503020204020204" pitchFamily="34" charset="-122"/>
                <a:cs typeface="Open Sans Extrabold" pitchFamily="34" charset="0"/>
                <a:sym typeface="Arial" panose="020B0604020202020204" pitchFamily="34" charset="0"/>
              </a:rPr>
              <a:t> </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21" name="Group 20"/>
          <p:cNvGrpSpPr/>
          <p:nvPr/>
        </p:nvGrpSpPr>
        <p:grpSpPr>
          <a:xfrm>
            <a:off x="6400801" y="1803401"/>
            <a:ext cx="1795671" cy="3657601"/>
            <a:chOff x="6400801" y="1803401"/>
            <a:chExt cx="1795671" cy="3657601"/>
          </a:xfrm>
        </p:grpSpPr>
        <p:sp>
          <p:nvSpPr>
            <p:cNvPr id="61" name="Freeform 5"/>
            <p:cNvSpPr/>
            <p:nvPr/>
          </p:nvSpPr>
          <p:spPr bwMode="auto">
            <a:xfrm>
              <a:off x="6400801" y="1803401"/>
              <a:ext cx="1795671" cy="3657601"/>
            </a:xfrm>
            <a:custGeom>
              <a:avLst/>
              <a:gdLst>
                <a:gd name="T0" fmla="*/ 364 w 381"/>
                <a:gd name="T1" fmla="*/ 0 h 779"/>
                <a:gd name="T2" fmla="*/ 16 w 381"/>
                <a:gd name="T3" fmla="*/ 0 h 779"/>
                <a:gd name="T4" fmla="*/ 0 w 381"/>
                <a:gd name="T5" fmla="*/ 16 h 779"/>
                <a:gd name="T6" fmla="*/ 0 w 381"/>
                <a:gd name="T7" fmla="*/ 424 h 779"/>
                <a:gd name="T8" fmla="*/ 103 w 381"/>
                <a:gd name="T9" fmla="*/ 537 h 779"/>
                <a:gd name="T10" fmla="*/ 119 w 381"/>
                <a:gd name="T11" fmla="*/ 553 h 779"/>
                <a:gd name="T12" fmla="*/ 138 w 381"/>
                <a:gd name="T13" fmla="*/ 553 h 779"/>
                <a:gd name="T14" fmla="*/ 138 w 381"/>
                <a:gd name="T15" fmla="*/ 600 h 779"/>
                <a:gd name="T16" fmla="*/ 148 w 381"/>
                <a:gd name="T17" fmla="*/ 615 h 779"/>
                <a:gd name="T18" fmla="*/ 148 w 381"/>
                <a:gd name="T19" fmla="*/ 631 h 779"/>
                <a:gd name="T20" fmla="*/ 129 w 381"/>
                <a:gd name="T21" fmla="*/ 631 h 779"/>
                <a:gd name="T22" fmla="*/ 129 w 381"/>
                <a:gd name="T23" fmla="*/ 658 h 779"/>
                <a:gd name="T24" fmla="*/ 114 w 381"/>
                <a:gd name="T25" fmla="*/ 658 h 779"/>
                <a:gd name="T26" fmla="*/ 114 w 381"/>
                <a:gd name="T27" fmla="*/ 679 h 779"/>
                <a:gd name="T28" fmla="*/ 129 w 381"/>
                <a:gd name="T29" fmla="*/ 679 h 779"/>
                <a:gd name="T30" fmla="*/ 129 w 381"/>
                <a:gd name="T31" fmla="*/ 751 h 779"/>
                <a:gd name="T32" fmla="*/ 148 w 381"/>
                <a:gd name="T33" fmla="*/ 751 h 779"/>
                <a:gd name="T34" fmla="*/ 148 w 381"/>
                <a:gd name="T35" fmla="*/ 764 h 779"/>
                <a:gd name="T36" fmla="*/ 149 w 381"/>
                <a:gd name="T37" fmla="*/ 764 h 779"/>
                <a:gd name="T38" fmla="*/ 149 w 381"/>
                <a:gd name="T39" fmla="*/ 779 h 779"/>
                <a:gd name="T40" fmla="*/ 164 w 381"/>
                <a:gd name="T41" fmla="*/ 779 h 779"/>
                <a:gd name="T42" fmla="*/ 164 w 381"/>
                <a:gd name="T43" fmla="*/ 764 h 779"/>
                <a:gd name="T44" fmla="*/ 164 w 381"/>
                <a:gd name="T45" fmla="*/ 764 h 779"/>
                <a:gd name="T46" fmla="*/ 164 w 381"/>
                <a:gd name="T47" fmla="*/ 751 h 779"/>
                <a:gd name="T48" fmla="*/ 183 w 381"/>
                <a:gd name="T49" fmla="*/ 751 h 779"/>
                <a:gd name="T50" fmla="*/ 183 w 381"/>
                <a:gd name="T51" fmla="*/ 679 h 779"/>
                <a:gd name="T52" fmla="*/ 198 w 381"/>
                <a:gd name="T53" fmla="*/ 679 h 779"/>
                <a:gd name="T54" fmla="*/ 198 w 381"/>
                <a:gd name="T55" fmla="*/ 658 h 779"/>
                <a:gd name="T56" fmla="*/ 183 w 381"/>
                <a:gd name="T57" fmla="*/ 658 h 779"/>
                <a:gd name="T58" fmla="*/ 183 w 381"/>
                <a:gd name="T59" fmla="*/ 631 h 779"/>
                <a:gd name="T60" fmla="*/ 164 w 381"/>
                <a:gd name="T61" fmla="*/ 631 h 779"/>
                <a:gd name="T62" fmla="*/ 164 w 381"/>
                <a:gd name="T63" fmla="*/ 615 h 779"/>
                <a:gd name="T64" fmla="*/ 174 w 381"/>
                <a:gd name="T65" fmla="*/ 600 h 779"/>
                <a:gd name="T66" fmla="*/ 174 w 381"/>
                <a:gd name="T67" fmla="*/ 553 h 779"/>
                <a:gd name="T68" fmla="*/ 203 w 381"/>
                <a:gd name="T69" fmla="*/ 553 h 779"/>
                <a:gd name="T70" fmla="*/ 203 w 381"/>
                <a:gd name="T71" fmla="*/ 600 h 779"/>
                <a:gd name="T72" fmla="*/ 220 w 381"/>
                <a:gd name="T73" fmla="*/ 617 h 779"/>
                <a:gd name="T74" fmla="*/ 223 w 381"/>
                <a:gd name="T75" fmla="*/ 617 h 779"/>
                <a:gd name="T76" fmla="*/ 240 w 381"/>
                <a:gd name="T77" fmla="*/ 600 h 779"/>
                <a:gd name="T78" fmla="*/ 240 w 381"/>
                <a:gd name="T79" fmla="*/ 553 h 779"/>
                <a:gd name="T80" fmla="*/ 268 w 381"/>
                <a:gd name="T81" fmla="*/ 553 h 779"/>
                <a:gd name="T82" fmla="*/ 285 w 381"/>
                <a:gd name="T83" fmla="*/ 537 h 779"/>
                <a:gd name="T84" fmla="*/ 381 w 381"/>
                <a:gd name="T85" fmla="*/ 424 h 779"/>
                <a:gd name="T86" fmla="*/ 381 w 381"/>
                <a:gd name="T87" fmla="*/ 16 h 779"/>
                <a:gd name="T88" fmla="*/ 364 w 381"/>
                <a:gd name="T89" fmla="*/ 0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 h="779">
                  <a:moveTo>
                    <a:pt x="364" y="0"/>
                  </a:moveTo>
                  <a:cubicBezTo>
                    <a:pt x="16" y="0"/>
                    <a:pt x="16" y="0"/>
                    <a:pt x="16" y="0"/>
                  </a:cubicBezTo>
                  <a:cubicBezTo>
                    <a:pt x="7" y="0"/>
                    <a:pt x="0" y="7"/>
                    <a:pt x="0" y="16"/>
                  </a:cubicBezTo>
                  <a:cubicBezTo>
                    <a:pt x="0" y="424"/>
                    <a:pt x="0" y="424"/>
                    <a:pt x="0" y="424"/>
                  </a:cubicBezTo>
                  <a:cubicBezTo>
                    <a:pt x="103" y="537"/>
                    <a:pt x="103" y="537"/>
                    <a:pt x="103" y="537"/>
                  </a:cubicBezTo>
                  <a:cubicBezTo>
                    <a:pt x="103" y="546"/>
                    <a:pt x="110" y="553"/>
                    <a:pt x="119" y="553"/>
                  </a:cubicBezTo>
                  <a:cubicBezTo>
                    <a:pt x="138" y="553"/>
                    <a:pt x="138" y="553"/>
                    <a:pt x="138" y="553"/>
                  </a:cubicBezTo>
                  <a:cubicBezTo>
                    <a:pt x="138" y="600"/>
                    <a:pt x="138" y="600"/>
                    <a:pt x="138" y="600"/>
                  </a:cubicBezTo>
                  <a:cubicBezTo>
                    <a:pt x="138" y="607"/>
                    <a:pt x="142" y="613"/>
                    <a:pt x="148" y="615"/>
                  </a:cubicBezTo>
                  <a:cubicBezTo>
                    <a:pt x="148" y="631"/>
                    <a:pt x="148" y="631"/>
                    <a:pt x="148" y="631"/>
                  </a:cubicBezTo>
                  <a:cubicBezTo>
                    <a:pt x="129" y="631"/>
                    <a:pt x="129" y="631"/>
                    <a:pt x="129" y="631"/>
                  </a:cubicBezTo>
                  <a:cubicBezTo>
                    <a:pt x="129" y="658"/>
                    <a:pt x="129" y="658"/>
                    <a:pt x="129" y="658"/>
                  </a:cubicBezTo>
                  <a:cubicBezTo>
                    <a:pt x="114" y="658"/>
                    <a:pt x="114" y="658"/>
                    <a:pt x="114" y="658"/>
                  </a:cubicBezTo>
                  <a:cubicBezTo>
                    <a:pt x="114" y="679"/>
                    <a:pt x="114" y="679"/>
                    <a:pt x="114" y="679"/>
                  </a:cubicBezTo>
                  <a:cubicBezTo>
                    <a:pt x="129" y="679"/>
                    <a:pt x="129" y="679"/>
                    <a:pt x="129" y="679"/>
                  </a:cubicBezTo>
                  <a:cubicBezTo>
                    <a:pt x="129" y="751"/>
                    <a:pt x="129" y="751"/>
                    <a:pt x="129" y="751"/>
                  </a:cubicBezTo>
                  <a:cubicBezTo>
                    <a:pt x="148" y="751"/>
                    <a:pt x="148" y="751"/>
                    <a:pt x="148" y="751"/>
                  </a:cubicBezTo>
                  <a:cubicBezTo>
                    <a:pt x="148" y="764"/>
                    <a:pt x="148" y="764"/>
                    <a:pt x="148" y="764"/>
                  </a:cubicBezTo>
                  <a:cubicBezTo>
                    <a:pt x="149" y="764"/>
                    <a:pt x="149" y="764"/>
                    <a:pt x="149" y="764"/>
                  </a:cubicBezTo>
                  <a:cubicBezTo>
                    <a:pt x="149" y="779"/>
                    <a:pt x="149" y="779"/>
                    <a:pt x="149" y="779"/>
                  </a:cubicBezTo>
                  <a:cubicBezTo>
                    <a:pt x="164" y="779"/>
                    <a:pt x="164" y="779"/>
                    <a:pt x="164" y="779"/>
                  </a:cubicBezTo>
                  <a:cubicBezTo>
                    <a:pt x="164" y="764"/>
                    <a:pt x="164" y="764"/>
                    <a:pt x="164" y="764"/>
                  </a:cubicBezTo>
                  <a:cubicBezTo>
                    <a:pt x="164" y="764"/>
                    <a:pt x="164" y="764"/>
                    <a:pt x="164" y="764"/>
                  </a:cubicBezTo>
                  <a:cubicBezTo>
                    <a:pt x="164" y="751"/>
                    <a:pt x="164" y="751"/>
                    <a:pt x="164" y="751"/>
                  </a:cubicBezTo>
                  <a:cubicBezTo>
                    <a:pt x="183" y="751"/>
                    <a:pt x="183" y="751"/>
                    <a:pt x="183" y="751"/>
                  </a:cubicBezTo>
                  <a:cubicBezTo>
                    <a:pt x="183" y="679"/>
                    <a:pt x="183" y="679"/>
                    <a:pt x="183" y="679"/>
                  </a:cubicBezTo>
                  <a:cubicBezTo>
                    <a:pt x="198" y="679"/>
                    <a:pt x="198" y="679"/>
                    <a:pt x="198" y="679"/>
                  </a:cubicBezTo>
                  <a:cubicBezTo>
                    <a:pt x="198" y="658"/>
                    <a:pt x="198" y="658"/>
                    <a:pt x="198" y="658"/>
                  </a:cubicBezTo>
                  <a:cubicBezTo>
                    <a:pt x="183" y="658"/>
                    <a:pt x="183" y="658"/>
                    <a:pt x="183" y="658"/>
                  </a:cubicBezTo>
                  <a:cubicBezTo>
                    <a:pt x="183" y="631"/>
                    <a:pt x="183" y="631"/>
                    <a:pt x="183" y="631"/>
                  </a:cubicBezTo>
                  <a:cubicBezTo>
                    <a:pt x="164" y="631"/>
                    <a:pt x="164" y="631"/>
                    <a:pt x="164" y="631"/>
                  </a:cubicBezTo>
                  <a:cubicBezTo>
                    <a:pt x="164" y="615"/>
                    <a:pt x="164" y="615"/>
                    <a:pt x="164" y="615"/>
                  </a:cubicBezTo>
                  <a:cubicBezTo>
                    <a:pt x="170" y="613"/>
                    <a:pt x="174" y="607"/>
                    <a:pt x="174" y="600"/>
                  </a:cubicBezTo>
                  <a:cubicBezTo>
                    <a:pt x="174" y="553"/>
                    <a:pt x="174" y="553"/>
                    <a:pt x="174" y="553"/>
                  </a:cubicBezTo>
                  <a:cubicBezTo>
                    <a:pt x="203" y="553"/>
                    <a:pt x="203" y="553"/>
                    <a:pt x="203" y="553"/>
                  </a:cubicBezTo>
                  <a:cubicBezTo>
                    <a:pt x="203" y="600"/>
                    <a:pt x="203" y="600"/>
                    <a:pt x="203" y="600"/>
                  </a:cubicBezTo>
                  <a:cubicBezTo>
                    <a:pt x="203" y="609"/>
                    <a:pt x="211" y="617"/>
                    <a:pt x="220" y="617"/>
                  </a:cubicBezTo>
                  <a:cubicBezTo>
                    <a:pt x="223" y="617"/>
                    <a:pt x="223" y="617"/>
                    <a:pt x="223" y="617"/>
                  </a:cubicBezTo>
                  <a:cubicBezTo>
                    <a:pt x="232" y="617"/>
                    <a:pt x="240" y="609"/>
                    <a:pt x="240" y="600"/>
                  </a:cubicBezTo>
                  <a:cubicBezTo>
                    <a:pt x="240" y="553"/>
                    <a:pt x="240" y="553"/>
                    <a:pt x="240" y="553"/>
                  </a:cubicBezTo>
                  <a:cubicBezTo>
                    <a:pt x="268" y="553"/>
                    <a:pt x="268" y="553"/>
                    <a:pt x="268" y="553"/>
                  </a:cubicBezTo>
                  <a:cubicBezTo>
                    <a:pt x="277" y="553"/>
                    <a:pt x="285" y="546"/>
                    <a:pt x="285" y="537"/>
                  </a:cubicBezTo>
                  <a:cubicBezTo>
                    <a:pt x="381" y="424"/>
                    <a:pt x="381" y="424"/>
                    <a:pt x="381" y="424"/>
                  </a:cubicBezTo>
                  <a:cubicBezTo>
                    <a:pt x="381" y="16"/>
                    <a:pt x="381" y="16"/>
                    <a:pt x="381" y="16"/>
                  </a:cubicBezTo>
                  <a:cubicBezTo>
                    <a:pt x="381" y="7"/>
                    <a:pt x="373" y="0"/>
                    <a:pt x="364" y="0"/>
                  </a:cubicBez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Rectangle 6"/>
            <p:cNvSpPr>
              <a:spLocks noChangeArrowheads="1"/>
            </p:cNvSpPr>
            <p:nvPr/>
          </p:nvSpPr>
          <p:spPr bwMode="auto">
            <a:xfrm>
              <a:off x="6484732" y="1887332"/>
              <a:ext cx="1612348" cy="240748"/>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Rectangle 7"/>
            <p:cNvSpPr>
              <a:spLocks noChangeArrowheads="1"/>
            </p:cNvSpPr>
            <p:nvPr/>
          </p:nvSpPr>
          <p:spPr bwMode="auto">
            <a:xfrm>
              <a:off x="6484732" y="2128080"/>
              <a:ext cx="1612348" cy="234121"/>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Rectangle 8"/>
            <p:cNvSpPr>
              <a:spLocks noChangeArrowheads="1"/>
            </p:cNvSpPr>
            <p:nvPr/>
          </p:nvSpPr>
          <p:spPr bwMode="auto">
            <a:xfrm>
              <a:off x="6484732" y="2362202"/>
              <a:ext cx="1612348" cy="238539"/>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Rectangle 9"/>
            <p:cNvSpPr>
              <a:spLocks noChangeArrowheads="1"/>
            </p:cNvSpPr>
            <p:nvPr/>
          </p:nvSpPr>
          <p:spPr bwMode="auto">
            <a:xfrm>
              <a:off x="6484732" y="2600741"/>
              <a:ext cx="1612348" cy="240748"/>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Rectangle 10"/>
            <p:cNvSpPr>
              <a:spLocks noChangeArrowheads="1"/>
            </p:cNvSpPr>
            <p:nvPr/>
          </p:nvSpPr>
          <p:spPr bwMode="auto">
            <a:xfrm>
              <a:off x="6484732" y="2841489"/>
              <a:ext cx="1612348" cy="234121"/>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Rectangle 11"/>
            <p:cNvSpPr>
              <a:spLocks noChangeArrowheads="1"/>
            </p:cNvSpPr>
            <p:nvPr/>
          </p:nvSpPr>
          <p:spPr bwMode="auto">
            <a:xfrm>
              <a:off x="6484732" y="3075610"/>
              <a:ext cx="1612348" cy="23853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Rectangle 12"/>
            <p:cNvSpPr>
              <a:spLocks noChangeArrowheads="1"/>
            </p:cNvSpPr>
            <p:nvPr/>
          </p:nvSpPr>
          <p:spPr bwMode="auto">
            <a:xfrm>
              <a:off x="6484732" y="3314149"/>
              <a:ext cx="1612348" cy="240748"/>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Rectangle 13"/>
            <p:cNvSpPr>
              <a:spLocks noChangeArrowheads="1"/>
            </p:cNvSpPr>
            <p:nvPr/>
          </p:nvSpPr>
          <p:spPr bwMode="auto">
            <a:xfrm>
              <a:off x="6484732" y="3554898"/>
              <a:ext cx="1612348" cy="234121"/>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Freeform 14"/>
            <p:cNvSpPr/>
            <p:nvPr/>
          </p:nvSpPr>
          <p:spPr bwMode="auto">
            <a:xfrm>
              <a:off x="6734314" y="4027559"/>
              <a:ext cx="1141896" cy="236331"/>
            </a:xfrm>
            <a:custGeom>
              <a:avLst/>
              <a:gdLst>
                <a:gd name="T0" fmla="*/ 517 w 517"/>
                <a:gd name="T1" fmla="*/ 0 h 107"/>
                <a:gd name="T2" fmla="*/ 421 w 517"/>
                <a:gd name="T3" fmla="*/ 107 h 107"/>
                <a:gd name="T4" fmla="*/ 113 w 517"/>
                <a:gd name="T5" fmla="*/ 107 h 107"/>
                <a:gd name="T6" fmla="*/ 0 w 517"/>
                <a:gd name="T7" fmla="*/ 0 h 107"/>
                <a:gd name="T8" fmla="*/ 517 w 517"/>
                <a:gd name="T9" fmla="*/ 0 h 107"/>
              </a:gdLst>
              <a:ahLst/>
              <a:cxnLst>
                <a:cxn ang="0">
                  <a:pos x="T0" y="T1"/>
                </a:cxn>
                <a:cxn ang="0">
                  <a:pos x="T2" y="T3"/>
                </a:cxn>
                <a:cxn ang="0">
                  <a:pos x="T4" y="T5"/>
                </a:cxn>
                <a:cxn ang="0">
                  <a:pos x="T6" y="T7"/>
                </a:cxn>
                <a:cxn ang="0">
                  <a:pos x="T8" y="T9"/>
                </a:cxn>
              </a:cxnLst>
              <a:rect l="0" t="0" r="r" b="b"/>
              <a:pathLst>
                <a:path w="517" h="107">
                  <a:moveTo>
                    <a:pt x="517" y="0"/>
                  </a:moveTo>
                  <a:lnTo>
                    <a:pt x="421" y="107"/>
                  </a:lnTo>
                  <a:lnTo>
                    <a:pt x="113" y="107"/>
                  </a:lnTo>
                  <a:lnTo>
                    <a:pt x="0" y="0"/>
                  </a:lnTo>
                  <a:lnTo>
                    <a:pt x="517"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15"/>
            <p:cNvSpPr/>
            <p:nvPr/>
          </p:nvSpPr>
          <p:spPr bwMode="auto">
            <a:xfrm>
              <a:off x="6489149" y="3789019"/>
              <a:ext cx="1603514" cy="238539"/>
            </a:xfrm>
            <a:custGeom>
              <a:avLst/>
              <a:gdLst>
                <a:gd name="T0" fmla="*/ 726 w 726"/>
                <a:gd name="T1" fmla="*/ 0 h 108"/>
                <a:gd name="T2" fmla="*/ 628 w 726"/>
                <a:gd name="T3" fmla="*/ 108 h 108"/>
                <a:gd name="T4" fmla="*/ 111 w 726"/>
                <a:gd name="T5" fmla="*/ 108 h 108"/>
                <a:gd name="T6" fmla="*/ 0 w 726"/>
                <a:gd name="T7" fmla="*/ 0 h 108"/>
                <a:gd name="T8" fmla="*/ 726 w 726"/>
                <a:gd name="T9" fmla="*/ 0 h 108"/>
              </a:gdLst>
              <a:ahLst/>
              <a:cxnLst>
                <a:cxn ang="0">
                  <a:pos x="T0" y="T1"/>
                </a:cxn>
                <a:cxn ang="0">
                  <a:pos x="T2" y="T3"/>
                </a:cxn>
                <a:cxn ang="0">
                  <a:pos x="T4" y="T5"/>
                </a:cxn>
                <a:cxn ang="0">
                  <a:pos x="T6" y="T7"/>
                </a:cxn>
                <a:cxn ang="0">
                  <a:pos x="T8" y="T9"/>
                </a:cxn>
              </a:cxnLst>
              <a:rect l="0" t="0" r="r" b="b"/>
              <a:pathLst>
                <a:path w="726" h="108">
                  <a:moveTo>
                    <a:pt x="726" y="0"/>
                  </a:moveTo>
                  <a:lnTo>
                    <a:pt x="628" y="108"/>
                  </a:lnTo>
                  <a:lnTo>
                    <a:pt x="111" y="108"/>
                  </a:lnTo>
                  <a:lnTo>
                    <a:pt x="0" y="0"/>
                  </a:lnTo>
                  <a:lnTo>
                    <a:pt x="726"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72" name="Rectangle 71"/>
          <p:cNvSpPr/>
          <p:nvPr/>
        </p:nvSpPr>
        <p:spPr>
          <a:xfrm>
            <a:off x="8432800" y="3190400"/>
            <a:ext cx="2641600" cy="1559338"/>
          </a:xfrm>
          <a:prstGeom prst="rect">
            <a:avLst/>
          </a:prstGeom>
        </p:spPr>
        <p:txBody>
          <a:bodyPr wrap="square">
            <a:spAutoFit/>
          </a:bodyPr>
          <a:lstStyle/>
          <a:p>
            <a:pPr algn="ctr"/>
            <a:r>
              <a:rPr lang="en-US" sz="3733">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Maintenance </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6" name="Group 5"/>
          <p:cNvGrpSpPr/>
          <p:nvPr/>
        </p:nvGrpSpPr>
        <p:grpSpPr>
          <a:xfrm>
            <a:off x="3650546" y="1820575"/>
            <a:ext cx="1233309" cy="1233309"/>
            <a:chOff x="2737909" y="1517831"/>
            <a:chExt cx="924982" cy="924982"/>
          </a:xfrm>
        </p:grpSpPr>
        <p:sp>
          <p:nvSpPr>
            <p:cNvPr id="74" name="Oval 73"/>
            <p:cNvSpPr/>
            <p:nvPr/>
          </p:nvSpPr>
          <p:spPr>
            <a:xfrm>
              <a:off x="2737909" y="1517831"/>
              <a:ext cx="924982" cy="924982"/>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6" name="Group 75"/>
            <p:cNvGrpSpPr/>
            <p:nvPr/>
          </p:nvGrpSpPr>
          <p:grpSpPr>
            <a:xfrm>
              <a:off x="2973558" y="1773933"/>
              <a:ext cx="453683" cy="437005"/>
              <a:chOff x="4616450" y="1549401"/>
              <a:chExt cx="215900" cy="207963"/>
            </a:xfrm>
            <a:solidFill>
              <a:schemeClr val="bg1"/>
            </a:solidFill>
          </p:grpSpPr>
          <p:sp>
            <p:nvSpPr>
              <p:cNvPr id="77"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7" name="Group 6"/>
          <p:cNvGrpSpPr/>
          <p:nvPr/>
        </p:nvGrpSpPr>
        <p:grpSpPr>
          <a:xfrm>
            <a:off x="9136946" y="1820575"/>
            <a:ext cx="1233309" cy="1233309"/>
            <a:chOff x="6852709" y="1517831"/>
            <a:chExt cx="924982" cy="924982"/>
          </a:xfrm>
        </p:grpSpPr>
        <p:sp>
          <p:nvSpPr>
            <p:cNvPr id="75" name="Oval 74"/>
            <p:cNvSpPr/>
            <p:nvPr/>
          </p:nvSpPr>
          <p:spPr>
            <a:xfrm>
              <a:off x="6852709" y="1517831"/>
              <a:ext cx="924982" cy="924982"/>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9" name="Group 78"/>
            <p:cNvGrpSpPr/>
            <p:nvPr/>
          </p:nvGrpSpPr>
          <p:grpSpPr>
            <a:xfrm>
              <a:off x="7176680" y="1783300"/>
              <a:ext cx="277040" cy="418270"/>
              <a:chOff x="549275" y="4406901"/>
              <a:chExt cx="161926" cy="244475"/>
            </a:xfrm>
            <a:solidFill>
              <a:schemeClr val="bg1"/>
            </a:solidFill>
          </p:grpSpPr>
          <p:sp>
            <p:nvSpPr>
              <p:cNvPr id="80"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41"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42"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43" name="Group 42"/>
          <p:cNvGrpSpPr/>
          <p:nvPr/>
        </p:nvGrpSpPr>
        <p:grpSpPr>
          <a:xfrm>
            <a:off x="745927" y="5735914"/>
            <a:ext cx="10661949" cy="140901"/>
            <a:chOff x="745927" y="5494178"/>
            <a:chExt cx="10661949" cy="140901"/>
          </a:xfrm>
        </p:grpSpPr>
        <p:cxnSp>
          <p:nvCxnSpPr>
            <p:cNvPr id="44" name="Straight Connector 43"/>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45" name="Group 44"/>
            <p:cNvGrpSpPr/>
            <p:nvPr/>
          </p:nvGrpSpPr>
          <p:grpSpPr>
            <a:xfrm>
              <a:off x="4430272" y="5494178"/>
              <a:ext cx="3293258" cy="140901"/>
              <a:chOff x="3978245" y="5494178"/>
              <a:chExt cx="3293258" cy="140901"/>
            </a:xfrm>
          </p:grpSpPr>
          <p:sp>
            <p:nvSpPr>
              <p:cNvPr id="46" name="Rectangle 45"/>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47" name="Rectangle 46"/>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48" name="Rectangle 47"/>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49" name="Rectangle 48"/>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1248803322"/>
      </p:ext>
    </p:extLst>
  </p:cSld>
  <p:clrMapOvr>
    <a:masterClrMapping/>
  </p:clrMapOvr>
  <p:transition spd="slow">
    <p:push dir="u"/>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4515339"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Cost Relationship</a:t>
            </a:r>
          </a:p>
        </p:txBody>
      </p:sp>
      <p:sp>
        <p:nvSpPr>
          <p:cNvPr id="124" name="Rectangle 123"/>
          <p:cNvSpPr/>
          <p:nvPr/>
        </p:nvSpPr>
        <p:spPr>
          <a:xfrm>
            <a:off x="1727200" y="3461092"/>
            <a:ext cx="2438400" cy="1600438"/>
          </a:xfrm>
          <a:prstGeom prst="rect">
            <a:avLst/>
          </a:prstGeom>
        </p:spPr>
        <p:txBody>
          <a:bodyPr wrap="square">
            <a:spAutoFit/>
          </a:bodyPr>
          <a:lstStyle/>
          <a:p>
            <a:pPr algn="ctr"/>
            <a:r>
              <a:rPr lang="en-US" sz="4000">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95%</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Governance</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192" name="Rectangle 191"/>
          <p:cNvSpPr/>
          <p:nvPr/>
        </p:nvSpPr>
        <p:spPr>
          <a:xfrm>
            <a:off x="5283200" y="3456859"/>
            <a:ext cx="2438400" cy="1559338"/>
          </a:xfrm>
          <a:prstGeom prst="rect">
            <a:avLst/>
          </a:prstGeom>
        </p:spPr>
        <p:txBody>
          <a:bodyPr wrap="square">
            <a:spAutoFit/>
          </a:bodyPr>
          <a:lstStyle/>
          <a:p>
            <a:pPr algn="ctr"/>
            <a:r>
              <a:rPr lang="en-US" sz="3733">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Faithfull  </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2" name="Group 1"/>
          <p:cNvGrpSpPr/>
          <p:nvPr/>
        </p:nvGrpSpPr>
        <p:grpSpPr>
          <a:xfrm>
            <a:off x="808567" y="1587395"/>
            <a:ext cx="859367" cy="3979440"/>
            <a:chOff x="606425" y="1279446"/>
            <a:chExt cx="644525" cy="2984580"/>
          </a:xfrm>
        </p:grpSpPr>
        <p:grpSp>
          <p:nvGrpSpPr>
            <p:cNvPr id="70695" name="Group 70694"/>
            <p:cNvGrpSpPr/>
            <p:nvPr/>
          </p:nvGrpSpPr>
          <p:grpSpPr>
            <a:xfrm>
              <a:off x="606425" y="1279446"/>
              <a:ext cx="644525" cy="2984580"/>
              <a:chOff x="606425" y="1431925"/>
              <a:chExt cx="644525" cy="3060701"/>
            </a:xfrm>
          </p:grpSpPr>
          <p:sp>
            <p:nvSpPr>
              <p:cNvPr id="7" name="Freeform 5"/>
              <p:cNvSpPr/>
              <p:nvPr/>
            </p:nvSpPr>
            <p:spPr bwMode="auto">
              <a:xfrm>
                <a:off x="739775" y="2189163"/>
                <a:ext cx="354013" cy="1739900"/>
              </a:xfrm>
              <a:custGeom>
                <a:avLst/>
                <a:gdLst>
                  <a:gd name="T0" fmla="*/ 60 w 93"/>
                  <a:gd name="T1" fmla="*/ 14 h 462"/>
                  <a:gd name="T2" fmla="*/ 60 w 93"/>
                  <a:gd name="T3" fmla="*/ 0 h 462"/>
                  <a:gd name="T4" fmla="*/ 50 w 93"/>
                  <a:gd name="T5" fmla="*/ 0 h 462"/>
                  <a:gd name="T6" fmla="*/ 43 w 93"/>
                  <a:gd name="T7" fmla="*/ 0 h 462"/>
                  <a:gd name="T8" fmla="*/ 33 w 93"/>
                  <a:gd name="T9" fmla="*/ 0 h 462"/>
                  <a:gd name="T10" fmla="*/ 33 w 93"/>
                  <a:gd name="T11" fmla="*/ 14 h 462"/>
                  <a:gd name="T12" fmla="*/ 0 w 93"/>
                  <a:gd name="T13" fmla="*/ 31 h 462"/>
                  <a:gd name="T14" fmla="*/ 0 w 93"/>
                  <a:gd name="T15" fmla="*/ 462 h 462"/>
                  <a:gd name="T16" fmla="*/ 43 w 93"/>
                  <a:gd name="T17" fmla="*/ 462 h 462"/>
                  <a:gd name="T18" fmla="*/ 50 w 93"/>
                  <a:gd name="T19" fmla="*/ 462 h 462"/>
                  <a:gd name="T20" fmla="*/ 93 w 93"/>
                  <a:gd name="T21" fmla="*/ 462 h 462"/>
                  <a:gd name="T22" fmla="*/ 93 w 93"/>
                  <a:gd name="T23" fmla="*/ 31 h 462"/>
                  <a:gd name="T24" fmla="*/ 60 w 93"/>
                  <a:gd name="T25" fmla="*/ 1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462">
                    <a:moveTo>
                      <a:pt x="60" y="14"/>
                    </a:moveTo>
                    <a:cubicBezTo>
                      <a:pt x="60" y="0"/>
                      <a:pt x="60" y="0"/>
                      <a:pt x="60" y="0"/>
                    </a:cubicBezTo>
                    <a:cubicBezTo>
                      <a:pt x="50" y="0"/>
                      <a:pt x="50" y="0"/>
                      <a:pt x="50" y="0"/>
                    </a:cubicBezTo>
                    <a:cubicBezTo>
                      <a:pt x="43" y="0"/>
                      <a:pt x="43" y="0"/>
                      <a:pt x="43" y="0"/>
                    </a:cubicBezTo>
                    <a:cubicBezTo>
                      <a:pt x="33" y="0"/>
                      <a:pt x="33" y="0"/>
                      <a:pt x="33" y="0"/>
                    </a:cubicBezTo>
                    <a:cubicBezTo>
                      <a:pt x="33" y="14"/>
                      <a:pt x="33" y="14"/>
                      <a:pt x="33" y="14"/>
                    </a:cubicBezTo>
                    <a:cubicBezTo>
                      <a:pt x="33" y="14"/>
                      <a:pt x="5" y="22"/>
                      <a:pt x="0" y="31"/>
                    </a:cubicBezTo>
                    <a:cubicBezTo>
                      <a:pt x="0" y="462"/>
                      <a:pt x="0" y="462"/>
                      <a:pt x="0" y="462"/>
                    </a:cubicBezTo>
                    <a:cubicBezTo>
                      <a:pt x="43" y="462"/>
                      <a:pt x="43" y="462"/>
                      <a:pt x="43" y="462"/>
                    </a:cubicBezTo>
                    <a:cubicBezTo>
                      <a:pt x="50" y="462"/>
                      <a:pt x="50" y="462"/>
                      <a:pt x="50" y="462"/>
                    </a:cubicBezTo>
                    <a:cubicBezTo>
                      <a:pt x="93" y="462"/>
                      <a:pt x="93" y="462"/>
                      <a:pt x="93" y="462"/>
                    </a:cubicBezTo>
                    <a:cubicBezTo>
                      <a:pt x="93" y="31"/>
                      <a:pt x="93" y="31"/>
                      <a:pt x="93" y="31"/>
                    </a:cubicBezTo>
                    <a:cubicBezTo>
                      <a:pt x="88" y="22"/>
                      <a:pt x="60" y="14"/>
                      <a:pt x="60" y="14"/>
                    </a:cubicBezTo>
                    <a:close/>
                  </a:path>
                </a:pathLst>
              </a:custGeom>
              <a:solidFill>
                <a:srgbClr val="EB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Rectangle 6"/>
              <p:cNvSpPr>
                <a:spLocks noChangeArrowheads="1"/>
              </p:cNvSpPr>
              <p:nvPr/>
            </p:nvSpPr>
            <p:spPr bwMode="auto">
              <a:xfrm>
                <a:off x="766763" y="3394075"/>
                <a:ext cx="301625" cy="1065213"/>
              </a:xfrm>
              <a:prstGeom prst="rect">
                <a:avLst/>
              </a:prstGeom>
              <a:solidFill>
                <a:srgbClr val="D5D8D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Rectangle 7"/>
              <p:cNvSpPr>
                <a:spLocks noChangeArrowheads="1"/>
              </p:cNvSpPr>
              <p:nvPr/>
            </p:nvSpPr>
            <p:spPr bwMode="auto">
              <a:xfrm>
                <a:off x="766763" y="2317750"/>
                <a:ext cx="71438" cy="2141538"/>
              </a:xfrm>
              <a:prstGeom prst="rect">
                <a:avLst/>
              </a:prstGeom>
              <a:solidFill>
                <a:srgbClr val="BFC0C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8"/>
              <p:cNvSpPr/>
              <p:nvPr/>
            </p:nvSpPr>
            <p:spPr bwMode="auto">
              <a:xfrm>
                <a:off x="903288" y="1431925"/>
                <a:ext cx="26988" cy="403225"/>
              </a:xfrm>
              <a:custGeom>
                <a:avLst/>
                <a:gdLst>
                  <a:gd name="T0" fmla="*/ 17 w 17"/>
                  <a:gd name="T1" fmla="*/ 19 h 254"/>
                  <a:gd name="T2" fmla="*/ 0 w 17"/>
                  <a:gd name="T3" fmla="*/ 0 h 254"/>
                  <a:gd name="T4" fmla="*/ 0 w 17"/>
                  <a:gd name="T5" fmla="*/ 254 h 254"/>
                  <a:gd name="T6" fmla="*/ 17 w 17"/>
                  <a:gd name="T7" fmla="*/ 254 h 254"/>
                  <a:gd name="T8" fmla="*/ 17 w 17"/>
                  <a:gd name="T9" fmla="*/ 19 h 254"/>
                </a:gdLst>
                <a:ahLst/>
                <a:cxnLst>
                  <a:cxn ang="0">
                    <a:pos x="T0" y="T1"/>
                  </a:cxn>
                  <a:cxn ang="0">
                    <a:pos x="T2" y="T3"/>
                  </a:cxn>
                  <a:cxn ang="0">
                    <a:pos x="T4" y="T5"/>
                  </a:cxn>
                  <a:cxn ang="0">
                    <a:pos x="T6" y="T7"/>
                  </a:cxn>
                  <a:cxn ang="0">
                    <a:pos x="T8" y="T9"/>
                  </a:cxn>
                </a:cxnLst>
                <a:rect l="0" t="0" r="r" b="b"/>
                <a:pathLst>
                  <a:path w="17" h="254">
                    <a:moveTo>
                      <a:pt x="17" y="19"/>
                    </a:moveTo>
                    <a:lnTo>
                      <a:pt x="0" y="0"/>
                    </a:lnTo>
                    <a:lnTo>
                      <a:pt x="0" y="254"/>
                    </a:lnTo>
                    <a:lnTo>
                      <a:pt x="17" y="254"/>
                    </a:lnTo>
                    <a:lnTo>
                      <a:pt x="17" y="19"/>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688" name="Rectangle 61"/>
              <p:cNvSpPr>
                <a:spLocks noChangeArrowheads="1"/>
              </p:cNvSpPr>
              <p:nvPr/>
            </p:nvSpPr>
            <p:spPr bwMode="auto">
              <a:xfrm>
                <a:off x="739775" y="3732213"/>
                <a:ext cx="354013" cy="41275"/>
              </a:xfrm>
              <a:prstGeom prst="rect">
                <a:avLst/>
              </a:prstGeom>
              <a:solidFill>
                <a:srgbClr val="3D3D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689" name="Freeform 62"/>
              <p:cNvSpPr/>
              <p:nvPr/>
            </p:nvSpPr>
            <p:spPr bwMode="auto">
              <a:xfrm>
                <a:off x="606425" y="3929063"/>
                <a:ext cx="644525" cy="36513"/>
              </a:xfrm>
              <a:custGeom>
                <a:avLst/>
                <a:gdLst>
                  <a:gd name="T0" fmla="*/ 169 w 169"/>
                  <a:gd name="T1" fmla="*/ 5 h 10"/>
                  <a:gd name="T2" fmla="*/ 164 w 169"/>
                  <a:gd name="T3" fmla="*/ 10 h 10"/>
                  <a:gd name="T4" fmla="*/ 5 w 169"/>
                  <a:gd name="T5" fmla="*/ 10 h 10"/>
                  <a:gd name="T6" fmla="*/ 0 w 169"/>
                  <a:gd name="T7" fmla="*/ 5 h 10"/>
                  <a:gd name="T8" fmla="*/ 5 w 169"/>
                  <a:gd name="T9" fmla="*/ 0 h 10"/>
                  <a:gd name="T10" fmla="*/ 164 w 169"/>
                  <a:gd name="T11" fmla="*/ 0 h 10"/>
                  <a:gd name="T12" fmla="*/ 169 w 169"/>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69" h="10">
                    <a:moveTo>
                      <a:pt x="169" y="5"/>
                    </a:moveTo>
                    <a:cubicBezTo>
                      <a:pt x="169" y="8"/>
                      <a:pt x="167" y="10"/>
                      <a:pt x="164" y="10"/>
                    </a:cubicBezTo>
                    <a:cubicBezTo>
                      <a:pt x="5" y="10"/>
                      <a:pt x="5" y="10"/>
                      <a:pt x="5" y="10"/>
                    </a:cubicBezTo>
                    <a:cubicBezTo>
                      <a:pt x="2" y="10"/>
                      <a:pt x="0" y="8"/>
                      <a:pt x="0" y="5"/>
                    </a:cubicBezTo>
                    <a:cubicBezTo>
                      <a:pt x="0" y="2"/>
                      <a:pt x="2" y="0"/>
                      <a:pt x="5" y="0"/>
                    </a:cubicBezTo>
                    <a:cubicBezTo>
                      <a:pt x="164" y="0"/>
                      <a:pt x="164" y="0"/>
                      <a:pt x="164" y="0"/>
                    </a:cubicBezTo>
                    <a:cubicBezTo>
                      <a:pt x="167" y="0"/>
                      <a:pt x="169" y="2"/>
                      <a:pt x="169"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690" name="Freeform 63"/>
              <p:cNvSpPr/>
              <p:nvPr/>
            </p:nvSpPr>
            <p:spPr bwMode="auto">
              <a:xfrm>
                <a:off x="849313" y="1763713"/>
                <a:ext cx="134938" cy="425450"/>
              </a:xfrm>
              <a:custGeom>
                <a:avLst/>
                <a:gdLst>
                  <a:gd name="T0" fmla="*/ 35 w 35"/>
                  <a:gd name="T1" fmla="*/ 12 h 113"/>
                  <a:gd name="T2" fmla="*/ 17 w 35"/>
                  <a:gd name="T3" fmla="*/ 0 h 113"/>
                  <a:gd name="T4" fmla="*/ 0 w 35"/>
                  <a:gd name="T5" fmla="*/ 12 h 113"/>
                  <a:gd name="T6" fmla="*/ 0 w 35"/>
                  <a:gd name="T7" fmla="*/ 113 h 113"/>
                  <a:gd name="T8" fmla="*/ 35 w 35"/>
                  <a:gd name="T9" fmla="*/ 113 h 113"/>
                  <a:gd name="T10" fmla="*/ 35 w 35"/>
                  <a:gd name="T11" fmla="*/ 12 h 113"/>
                </a:gdLst>
                <a:ahLst/>
                <a:cxnLst>
                  <a:cxn ang="0">
                    <a:pos x="T0" y="T1"/>
                  </a:cxn>
                  <a:cxn ang="0">
                    <a:pos x="T2" y="T3"/>
                  </a:cxn>
                  <a:cxn ang="0">
                    <a:pos x="T4" y="T5"/>
                  </a:cxn>
                  <a:cxn ang="0">
                    <a:pos x="T6" y="T7"/>
                  </a:cxn>
                  <a:cxn ang="0">
                    <a:pos x="T8" y="T9"/>
                  </a:cxn>
                  <a:cxn ang="0">
                    <a:pos x="T10" y="T11"/>
                  </a:cxn>
                </a:cxnLst>
                <a:rect l="0" t="0" r="r" b="b"/>
                <a:pathLst>
                  <a:path w="35" h="113">
                    <a:moveTo>
                      <a:pt x="35" y="12"/>
                    </a:moveTo>
                    <a:cubicBezTo>
                      <a:pt x="35" y="12"/>
                      <a:pt x="29" y="0"/>
                      <a:pt x="17" y="0"/>
                    </a:cubicBezTo>
                    <a:cubicBezTo>
                      <a:pt x="6" y="0"/>
                      <a:pt x="0" y="12"/>
                      <a:pt x="0" y="12"/>
                    </a:cubicBezTo>
                    <a:cubicBezTo>
                      <a:pt x="0" y="113"/>
                      <a:pt x="0" y="113"/>
                      <a:pt x="0" y="113"/>
                    </a:cubicBezTo>
                    <a:cubicBezTo>
                      <a:pt x="35" y="113"/>
                      <a:pt x="35" y="113"/>
                      <a:pt x="35" y="113"/>
                    </a:cubicBezTo>
                    <a:lnTo>
                      <a:pt x="35" y="12"/>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691" name="Rectangle 64"/>
              <p:cNvSpPr>
                <a:spLocks noChangeArrowheads="1"/>
              </p:cNvSpPr>
              <p:nvPr/>
            </p:nvSpPr>
            <p:spPr bwMode="auto">
              <a:xfrm>
                <a:off x="835025" y="2170113"/>
                <a:ext cx="163513" cy="19050"/>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692" name="Freeform 65"/>
              <p:cNvSpPr/>
              <p:nvPr/>
            </p:nvSpPr>
            <p:spPr bwMode="auto">
              <a:xfrm>
                <a:off x="712788" y="4456113"/>
                <a:ext cx="427038" cy="36513"/>
              </a:xfrm>
              <a:custGeom>
                <a:avLst/>
                <a:gdLst>
                  <a:gd name="T0" fmla="*/ 112 w 112"/>
                  <a:gd name="T1" fmla="*/ 5 h 10"/>
                  <a:gd name="T2" fmla="*/ 109 w 112"/>
                  <a:gd name="T3" fmla="*/ 10 h 10"/>
                  <a:gd name="T4" fmla="*/ 3 w 112"/>
                  <a:gd name="T5" fmla="*/ 10 h 10"/>
                  <a:gd name="T6" fmla="*/ 0 w 112"/>
                  <a:gd name="T7" fmla="*/ 5 h 10"/>
                  <a:gd name="T8" fmla="*/ 3 w 112"/>
                  <a:gd name="T9" fmla="*/ 0 h 10"/>
                  <a:gd name="T10" fmla="*/ 109 w 112"/>
                  <a:gd name="T11" fmla="*/ 0 h 10"/>
                  <a:gd name="T12" fmla="*/ 112 w 112"/>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12" h="10">
                    <a:moveTo>
                      <a:pt x="112" y="5"/>
                    </a:moveTo>
                    <a:cubicBezTo>
                      <a:pt x="112" y="8"/>
                      <a:pt x="111" y="10"/>
                      <a:pt x="109" y="10"/>
                    </a:cubicBezTo>
                    <a:cubicBezTo>
                      <a:pt x="3" y="10"/>
                      <a:pt x="3" y="10"/>
                      <a:pt x="3" y="10"/>
                    </a:cubicBezTo>
                    <a:cubicBezTo>
                      <a:pt x="2" y="10"/>
                      <a:pt x="0" y="8"/>
                      <a:pt x="0" y="5"/>
                    </a:cubicBezTo>
                    <a:cubicBezTo>
                      <a:pt x="0" y="2"/>
                      <a:pt x="2" y="0"/>
                      <a:pt x="3" y="0"/>
                    </a:cubicBezTo>
                    <a:cubicBezTo>
                      <a:pt x="109" y="0"/>
                      <a:pt x="109" y="0"/>
                      <a:pt x="109" y="0"/>
                    </a:cubicBezTo>
                    <a:cubicBezTo>
                      <a:pt x="111" y="0"/>
                      <a:pt x="112" y="2"/>
                      <a:pt x="112"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1" name="Rectangle 9"/>
            <p:cNvSpPr>
              <a:spLocks noChangeArrowheads="1"/>
            </p:cNvSpPr>
            <p:nvPr/>
          </p:nvSpPr>
          <p:spPr bwMode="auto">
            <a:xfrm>
              <a:off x="754063" y="2143240"/>
              <a:ext cx="328613" cy="139476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2" name="Group 71"/>
            <p:cNvGrpSpPr/>
            <p:nvPr/>
          </p:nvGrpSpPr>
          <p:grpSpPr>
            <a:xfrm>
              <a:off x="739775" y="2215998"/>
              <a:ext cx="133350" cy="1266279"/>
              <a:chOff x="739775" y="2392363"/>
              <a:chExt cx="133350" cy="1298575"/>
            </a:xfrm>
          </p:grpSpPr>
          <p:sp>
            <p:nvSpPr>
              <p:cNvPr id="73" name="Line 10"/>
              <p:cNvSpPr>
                <a:spLocks noChangeShapeType="1"/>
              </p:cNvSpPr>
              <p:nvPr/>
            </p:nvSpPr>
            <p:spPr bwMode="auto">
              <a:xfrm>
                <a:off x="739775" y="239236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4" name="Line 11"/>
              <p:cNvSpPr>
                <a:spLocks noChangeShapeType="1"/>
              </p:cNvSpPr>
              <p:nvPr/>
            </p:nvSpPr>
            <p:spPr bwMode="auto">
              <a:xfrm>
                <a:off x="739775" y="24193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5" name="Line 12"/>
              <p:cNvSpPr>
                <a:spLocks noChangeShapeType="1"/>
              </p:cNvSpPr>
              <p:nvPr/>
            </p:nvSpPr>
            <p:spPr bwMode="auto">
              <a:xfrm>
                <a:off x="739775" y="24447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Line 13"/>
              <p:cNvSpPr>
                <a:spLocks noChangeShapeType="1"/>
              </p:cNvSpPr>
              <p:nvPr/>
            </p:nvSpPr>
            <p:spPr bwMode="auto">
              <a:xfrm>
                <a:off x="739775" y="24669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Line 14"/>
              <p:cNvSpPr>
                <a:spLocks noChangeShapeType="1"/>
              </p:cNvSpPr>
              <p:nvPr/>
            </p:nvSpPr>
            <p:spPr bwMode="auto">
              <a:xfrm>
                <a:off x="739775" y="24939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Line 15"/>
              <p:cNvSpPr>
                <a:spLocks noChangeShapeType="1"/>
              </p:cNvSpPr>
              <p:nvPr/>
            </p:nvSpPr>
            <p:spPr bwMode="auto">
              <a:xfrm>
                <a:off x="739775" y="2520950"/>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Line 16"/>
              <p:cNvSpPr>
                <a:spLocks noChangeShapeType="1"/>
              </p:cNvSpPr>
              <p:nvPr/>
            </p:nvSpPr>
            <p:spPr bwMode="auto">
              <a:xfrm>
                <a:off x="739775" y="25463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Line 17"/>
              <p:cNvSpPr>
                <a:spLocks noChangeShapeType="1"/>
              </p:cNvSpPr>
              <p:nvPr/>
            </p:nvSpPr>
            <p:spPr bwMode="auto">
              <a:xfrm>
                <a:off x="739775" y="25733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Line 18"/>
              <p:cNvSpPr>
                <a:spLocks noChangeShapeType="1"/>
              </p:cNvSpPr>
              <p:nvPr/>
            </p:nvSpPr>
            <p:spPr bwMode="auto">
              <a:xfrm>
                <a:off x="739775" y="25987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Line 19"/>
              <p:cNvSpPr>
                <a:spLocks noChangeShapeType="1"/>
              </p:cNvSpPr>
              <p:nvPr/>
            </p:nvSpPr>
            <p:spPr bwMode="auto">
              <a:xfrm>
                <a:off x="739775" y="262572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Line 20"/>
              <p:cNvSpPr>
                <a:spLocks noChangeShapeType="1"/>
              </p:cNvSpPr>
              <p:nvPr/>
            </p:nvSpPr>
            <p:spPr bwMode="auto">
              <a:xfrm>
                <a:off x="739775" y="26527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Line 21"/>
              <p:cNvSpPr>
                <a:spLocks noChangeShapeType="1"/>
              </p:cNvSpPr>
              <p:nvPr/>
            </p:nvSpPr>
            <p:spPr bwMode="auto">
              <a:xfrm>
                <a:off x="739775" y="26781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Line 22"/>
              <p:cNvSpPr>
                <a:spLocks noChangeShapeType="1"/>
              </p:cNvSpPr>
              <p:nvPr/>
            </p:nvSpPr>
            <p:spPr bwMode="auto">
              <a:xfrm>
                <a:off x="739775" y="27051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Line 23"/>
              <p:cNvSpPr>
                <a:spLocks noChangeShapeType="1"/>
              </p:cNvSpPr>
              <p:nvPr/>
            </p:nvSpPr>
            <p:spPr bwMode="auto">
              <a:xfrm>
                <a:off x="739775" y="272732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Line 24"/>
              <p:cNvSpPr>
                <a:spLocks noChangeShapeType="1"/>
              </p:cNvSpPr>
              <p:nvPr/>
            </p:nvSpPr>
            <p:spPr bwMode="auto">
              <a:xfrm>
                <a:off x="739775" y="27543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Line 25"/>
              <p:cNvSpPr>
                <a:spLocks noChangeShapeType="1"/>
              </p:cNvSpPr>
              <p:nvPr/>
            </p:nvSpPr>
            <p:spPr bwMode="auto">
              <a:xfrm>
                <a:off x="739775" y="27797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Line 26"/>
              <p:cNvSpPr>
                <a:spLocks noChangeShapeType="1"/>
              </p:cNvSpPr>
              <p:nvPr/>
            </p:nvSpPr>
            <p:spPr bwMode="auto">
              <a:xfrm>
                <a:off x="739775" y="28067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Line 27"/>
              <p:cNvSpPr>
                <a:spLocks noChangeShapeType="1"/>
              </p:cNvSpPr>
              <p:nvPr/>
            </p:nvSpPr>
            <p:spPr bwMode="auto">
              <a:xfrm>
                <a:off x="739775" y="28336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Line 28"/>
              <p:cNvSpPr>
                <a:spLocks noChangeShapeType="1"/>
              </p:cNvSpPr>
              <p:nvPr/>
            </p:nvSpPr>
            <p:spPr bwMode="auto">
              <a:xfrm>
                <a:off x="739775" y="28590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Line 29"/>
              <p:cNvSpPr>
                <a:spLocks noChangeShapeType="1"/>
              </p:cNvSpPr>
              <p:nvPr/>
            </p:nvSpPr>
            <p:spPr bwMode="auto">
              <a:xfrm>
                <a:off x="739775" y="28860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Line 30"/>
              <p:cNvSpPr>
                <a:spLocks noChangeShapeType="1"/>
              </p:cNvSpPr>
              <p:nvPr/>
            </p:nvSpPr>
            <p:spPr bwMode="auto">
              <a:xfrm>
                <a:off x="739775" y="29114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Line 31"/>
              <p:cNvSpPr>
                <a:spLocks noChangeShapeType="1"/>
              </p:cNvSpPr>
              <p:nvPr/>
            </p:nvSpPr>
            <p:spPr bwMode="auto">
              <a:xfrm>
                <a:off x="739775" y="29384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Line 32"/>
              <p:cNvSpPr>
                <a:spLocks noChangeShapeType="1"/>
              </p:cNvSpPr>
              <p:nvPr/>
            </p:nvSpPr>
            <p:spPr bwMode="auto">
              <a:xfrm>
                <a:off x="739775" y="29654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Line 33"/>
              <p:cNvSpPr>
                <a:spLocks noChangeShapeType="1"/>
              </p:cNvSpPr>
              <p:nvPr/>
            </p:nvSpPr>
            <p:spPr bwMode="auto">
              <a:xfrm>
                <a:off x="739775" y="29908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Line 34"/>
              <p:cNvSpPr>
                <a:spLocks noChangeShapeType="1"/>
              </p:cNvSpPr>
              <p:nvPr/>
            </p:nvSpPr>
            <p:spPr bwMode="auto">
              <a:xfrm>
                <a:off x="739775" y="30178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Line 35"/>
              <p:cNvSpPr>
                <a:spLocks noChangeShapeType="1"/>
              </p:cNvSpPr>
              <p:nvPr/>
            </p:nvSpPr>
            <p:spPr bwMode="auto">
              <a:xfrm>
                <a:off x="739775" y="304006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Line 36"/>
              <p:cNvSpPr>
                <a:spLocks noChangeShapeType="1"/>
              </p:cNvSpPr>
              <p:nvPr/>
            </p:nvSpPr>
            <p:spPr bwMode="auto">
              <a:xfrm>
                <a:off x="739775" y="30670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0" name="Line 37"/>
              <p:cNvSpPr>
                <a:spLocks noChangeShapeType="1"/>
              </p:cNvSpPr>
              <p:nvPr/>
            </p:nvSpPr>
            <p:spPr bwMode="auto">
              <a:xfrm>
                <a:off x="739775" y="30924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Line 38"/>
              <p:cNvSpPr>
                <a:spLocks noChangeShapeType="1"/>
              </p:cNvSpPr>
              <p:nvPr/>
            </p:nvSpPr>
            <p:spPr bwMode="auto">
              <a:xfrm>
                <a:off x="739775" y="31194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Line 39"/>
              <p:cNvSpPr>
                <a:spLocks noChangeShapeType="1"/>
              </p:cNvSpPr>
              <p:nvPr/>
            </p:nvSpPr>
            <p:spPr bwMode="auto">
              <a:xfrm>
                <a:off x="739775" y="31448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Line 40"/>
              <p:cNvSpPr>
                <a:spLocks noChangeShapeType="1"/>
              </p:cNvSpPr>
              <p:nvPr/>
            </p:nvSpPr>
            <p:spPr bwMode="auto">
              <a:xfrm>
                <a:off x="739775" y="317182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4" name="Line 41"/>
              <p:cNvSpPr>
                <a:spLocks noChangeShapeType="1"/>
              </p:cNvSpPr>
              <p:nvPr/>
            </p:nvSpPr>
            <p:spPr bwMode="auto">
              <a:xfrm>
                <a:off x="739775" y="31988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5" name="Line 42"/>
              <p:cNvSpPr>
                <a:spLocks noChangeShapeType="1"/>
              </p:cNvSpPr>
              <p:nvPr/>
            </p:nvSpPr>
            <p:spPr bwMode="auto">
              <a:xfrm>
                <a:off x="739775" y="32242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Line 43"/>
              <p:cNvSpPr>
                <a:spLocks noChangeShapeType="1"/>
              </p:cNvSpPr>
              <p:nvPr/>
            </p:nvSpPr>
            <p:spPr bwMode="auto">
              <a:xfrm>
                <a:off x="739775" y="32512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Line 44"/>
              <p:cNvSpPr>
                <a:spLocks noChangeShapeType="1"/>
              </p:cNvSpPr>
              <p:nvPr/>
            </p:nvSpPr>
            <p:spPr bwMode="auto">
              <a:xfrm>
                <a:off x="739775" y="32766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Line 45"/>
              <p:cNvSpPr>
                <a:spLocks noChangeShapeType="1"/>
              </p:cNvSpPr>
              <p:nvPr/>
            </p:nvSpPr>
            <p:spPr bwMode="auto">
              <a:xfrm>
                <a:off x="739775" y="33004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Line 46"/>
              <p:cNvSpPr>
                <a:spLocks noChangeShapeType="1"/>
              </p:cNvSpPr>
              <p:nvPr/>
            </p:nvSpPr>
            <p:spPr bwMode="auto">
              <a:xfrm>
                <a:off x="739775" y="33258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0" name="Line 47"/>
              <p:cNvSpPr>
                <a:spLocks noChangeShapeType="1"/>
              </p:cNvSpPr>
              <p:nvPr/>
            </p:nvSpPr>
            <p:spPr bwMode="auto">
              <a:xfrm>
                <a:off x="739775" y="33528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Line 48"/>
              <p:cNvSpPr>
                <a:spLocks noChangeShapeType="1"/>
              </p:cNvSpPr>
              <p:nvPr/>
            </p:nvSpPr>
            <p:spPr bwMode="auto">
              <a:xfrm>
                <a:off x="739775" y="33782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Line 49"/>
              <p:cNvSpPr>
                <a:spLocks noChangeShapeType="1"/>
              </p:cNvSpPr>
              <p:nvPr/>
            </p:nvSpPr>
            <p:spPr bwMode="auto">
              <a:xfrm>
                <a:off x="739775" y="34051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Line 50"/>
              <p:cNvSpPr>
                <a:spLocks noChangeShapeType="1"/>
              </p:cNvSpPr>
              <p:nvPr/>
            </p:nvSpPr>
            <p:spPr bwMode="auto">
              <a:xfrm>
                <a:off x="739775" y="34321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4" name="Line 51"/>
              <p:cNvSpPr>
                <a:spLocks noChangeShapeType="1"/>
              </p:cNvSpPr>
              <p:nvPr/>
            </p:nvSpPr>
            <p:spPr bwMode="auto">
              <a:xfrm>
                <a:off x="739775" y="34575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Line 52"/>
              <p:cNvSpPr>
                <a:spLocks noChangeShapeType="1"/>
              </p:cNvSpPr>
              <p:nvPr/>
            </p:nvSpPr>
            <p:spPr bwMode="auto">
              <a:xfrm>
                <a:off x="739775" y="34845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6" name="Line 53"/>
              <p:cNvSpPr>
                <a:spLocks noChangeShapeType="1"/>
              </p:cNvSpPr>
              <p:nvPr/>
            </p:nvSpPr>
            <p:spPr bwMode="auto">
              <a:xfrm>
                <a:off x="739775" y="35099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7" name="Line 54"/>
              <p:cNvSpPr>
                <a:spLocks noChangeShapeType="1"/>
              </p:cNvSpPr>
              <p:nvPr/>
            </p:nvSpPr>
            <p:spPr bwMode="auto">
              <a:xfrm>
                <a:off x="739775" y="35337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8" name="Line 55"/>
              <p:cNvSpPr>
                <a:spLocks noChangeShapeType="1"/>
              </p:cNvSpPr>
              <p:nvPr/>
            </p:nvSpPr>
            <p:spPr bwMode="auto">
              <a:xfrm>
                <a:off x="739775" y="35591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9" name="Line 56"/>
              <p:cNvSpPr>
                <a:spLocks noChangeShapeType="1"/>
              </p:cNvSpPr>
              <p:nvPr/>
            </p:nvSpPr>
            <p:spPr bwMode="auto">
              <a:xfrm>
                <a:off x="739775" y="35861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0" name="Line 57"/>
              <p:cNvSpPr>
                <a:spLocks noChangeShapeType="1"/>
              </p:cNvSpPr>
              <p:nvPr/>
            </p:nvSpPr>
            <p:spPr bwMode="auto">
              <a:xfrm>
                <a:off x="739775" y="36115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1" name="Line 58"/>
              <p:cNvSpPr>
                <a:spLocks noChangeShapeType="1"/>
              </p:cNvSpPr>
              <p:nvPr/>
            </p:nvSpPr>
            <p:spPr bwMode="auto">
              <a:xfrm>
                <a:off x="739775" y="36385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2" name="Line 59"/>
              <p:cNvSpPr>
                <a:spLocks noChangeShapeType="1"/>
              </p:cNvSpPr>
              <p:nvPr/>
            </p:nvSpPr>
            <p:spPr bwMode="auto">
              <a:xfrm>
                <a:off x="739775" y="36655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3" name="Line 60"/>
              <p:cNvSpPr>
                <a:spLocks noChangeShapeType="1"/>
              </p:cNvSpPr>
              <p:nvPr/>
            </p:nvSpPr>
            <p:spPr bwMode="auto">
              <a:xfrm>
                <a:off x="739775" y="3690938"/>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4364567" y="1583267"/>
            <a:ext cx="859367" cy="3979440"/>
            <a:chOff x="3273425" y="1276350"/>
            <a:chExt cx="644525" cy="2984580"/>
          </a:xfrm>
        </p:grpSpPr>
        <p:grpSp>
          <p:nvGrpSpPr>
            <p:cNvPr id="129" name="Group 128"/>
            <p:cNvGrpSpPr/>
            <p:nvPr/>
          </p:nvGrpSpPr>
          <p:grpSpPr>
            <a:xfrm>
              <a:off x="3273425" y="1276350"/>
              <a:ext cx="644525" cy="2984580"/>
              <a:chOff x="606425" y="1431925"/>
              <a:chExt cx="644525" cy="3060701"/>
            </a:xfrm>
          </p:grpSpPr>
          <p:sp>
            <p:nvSpPr>
              <p:cNvPr id="130" name="Freeform 5"/>
              <p:cNvSpPr/>
              <p:nvPr/>
            </p:nvSpPr>
            <p:spPr bwMode="auto">
              <a:xfrm>
                <a:off x="739775" y="2189163"/>
                <a:ext cx="354013" cy="1739900"/>
              </a:xfrm>
              <a:custGeom>
                <a:avLst/>
                <a:gdLst>
                  <a:gd name="T0" fmla="*/ 60 w 93"/>
                  <a:gd name="T1" fmla="*/ 14 h 462"/>
                  <a:gd name="T2" fmla="*/ 60 w 93"/>
                  <a:gd name="T3" fmla="*/ 0 h 462"/>
                  <a:gd name="T4" fmla="*/ 50 w 93"/>
                  <a:gd name="T5" fmla="*/ 0 h 462"/>
                  <a:gd name="T6" fmla="*/ 43 w 93"/>
                  <a:gd name="T7" fmla="*/ 0 h 462"/>
                  <a:gd name="T8" fmla="*/ 33 w 93"/>
                  <a:gd name="T9" fmla="*/ 0 h 462"/>
                  <a:gd name="T10" fmla="*/ 33 w 93"/>
                  <a:gd name="T11" fmla="*/ 14 h 462"/>
                  <a:gd name="T12" fmla="*/ 0 w 93"/>
                  <a:gd name="T13" fmla="*/ 31 h 462"/>
                  <a:gd name="T14" fmla="*/ 0 w 93"/>
                  <a:gd name="T15" fmla="*/ 462 h 462"/>
                  <a:gd name="T16" fmla="*/ 43 w 93"/>
                  <a:gd name="T17" fmla="*/ 462 h 462"/>
                  <a:gd name="T18" fmla="*/ 50 w 93"/>
                  <a:gd name="T19" fmla="*/ 462 h 462"/>
                  <a:gd name="T20" fmla="*/ 93 w 93"/>
                  <a:gd name="T21" fmla="*/ 462 h 462"/>
                  <a:gd name="T22" fmla="*/ 93 w 93"/>
                  <a:gd name="T23" fmla="*/ 31 h 462"/>
                  <a:gd name="T24" fmla="*/ 60 w 93"/>
                  <a:gd name="T25" fmla="*/ 1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462">
                    <a:moveTo>
                      <a:pt x="60" y="14"/>
                    </a:moveTo>
                    <a:cubicBezTo>
                      <a:pt x="60" y="0"/>
                      <a:pt x="60" y="0"/>
                      <a:pt x="60" y="0"/>
                    </a:cubicBezTo>
                    <a:cubicBezTo>
                      <a:pt x="50" y="0"/>
                      <a:pt x="50" y="0"/>
                      <a:pt x="50" y="0"/>
                    </a:cubicBezTo>
                    <a:cubicBezTo>
                      <a:pt x="43" y="0"/>
                      <a:pt x="43" y="0"/>
                      <a:pt x="43" y="0"/>
                    </a:cubicBezTo>
                    <a:cubicBezTo>
                      <a:pt x="33" y="0"/>
                      <a:pt x="33" y="0"/>
                      <a:pt x="33" y="0"/>
                    </a:cubicBezTo>
                    <a:cubicBezTo>
                      <a:pt x="33" y="14"/>
                      <a:pt x="33" y="14"/>
                      <a:pt x="33" y="14"/>
                    </a:cubicBezTo>
                    <a:cubicBezTo>
                      <a:pt x="33" y="14"/>
                      <a:pt x="5" y="22"/>
                      <a:pt x="0" y="31"/>
                    </a:cubicBezTo>
                    <a:cubicBezTo>
                      <a:pt x="0" y="462"/>
                      <a:pt x="0" y="462"/>
                      <a:pt x="0" y="462"/>
                    </a:cubicBezTo>
                    <a:cubicBezTo>
                      <a:pt x="43" y="462"/>
                      <a:pt x="43" y="462"/>
                      <a:pt x="43" y="462"/>
                    </a:cubicBezTo>
                    <a:cubicBezTo>
                      <a:pt x="50" y="462"/>
                      <a:pt x="50" y="462"/>
                      <a:pt x="50" y="462"/>
                    </a:cubicBezTo>
                    <a:cubicBezTo>
                      <a:pt x="93" y="462"/>
                      <a:pt x="93" y="462"/>
                      <a:pt x="93" y="462"/>
                    </a:cubicBezTo>
                    <a:cubicBezTo>
                      <a:pt x="93" y="31"/>
                      <a:pt x="93" y="31"/>
                      <a:pt x="93" y="31"/>
                    </a:cubicBezTo>
                    <a:cubicBezTo>
                      <a:pt x="88" y="22"/>
                      <a:pt x="60" y="14"/>
                      <a:pt x="60" y="14"/>
                    </a:cubicBezTo>
                    <a:close/>
                  </a:path>
                </a:pathLst>
              </a:custGeom>
              <a:solidFill>
                <a:srgbClr val="EB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1" name="Rectangle 6"/>
              <p:cNvSpPr>
                <a:spLocks noChangeArrowheads="1"/>
              </p:cNvSpPr>
              <p:nvPr/>
            </p:nvSpPr>
            <p:spPr bwMode="auto">
              <a:xfrm>
                <a:off x="766763" y="3394075"/>
                <a:ext cx="301625" cy="1065213"/>
              </a:xfrm>
              <a:prstGeom prst="rect">
                <a:avLst/>
              </a:prstGeom>
              <a:solidFill>
                <a:srgbClr val="D5D8D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2" name="Rectangle 7"/>
              <p:cNvSpPr>
                <a:spLocks noChangeArrowheads="1"/>
              </p:cNvSpPr>
              <p:nvPr/>
            </p:nvSpPr>
            <p:spPr bwMode="auto">
              <a:xfrm>
                <a:off x="766763" y="2317750"/>
                <a:ext cx="71438" cy="2141538"/>
              </a:xfrm>
              <a:prstGeom prst="rect">
                <a:avLst/>
              </a:prstGeom>
              <a:solidFill>
                <a:srgbClr val="BFC0C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3" name="Freeform 8"/>
              <p:cNvSpPr/>
              <p:nvPr/>
            </p:nvSpPr>
            <p:spPr bwMode="auto">
              <a:xfrm>
                <a:off x="903288" y="1431925"/>
                <a:ext cx="26988" cy="403225"/>
              </a:xfrm>
              <a:custGeom>
                <a:avLst/>
                <a:gdLst>
                  <a:gd name="T0" fmla="*/ 17 w 17"/>
                  <a:gd name="T1" fmla="*/ 19 h 254"/>
                  <a:gd name="T2" fmla="*/ 0 w 17"/>
                  <a:gd name="T3" fmla="*/ 0 h 254"/>
                  <a:gd name="T4" fmla="*/ 0 w 17"/>
                  <a:gd name="T5" fmla="*/ 254 h 254"/>
                  <a:gd name="T6" fmla="*/ 17 w 17"/>
                  <a:gd name="T7" fmla="*/ 254 h 254"/>
                  <a:gd name="T8" fmla="*/ 17 w 17"/>
                  <a:gd name="T9" fmla="*/ 19 h 254"/>
                </a:gdLst>
                <a:ahLst/>
                <a:cxnLst>
                  <a:cxn ang="0">
                    <a:pos x="T0" y="T1"/>
                  </a:cxn>
                  <a:cxn ang="0">
                    <a:pos x="T2" y="T3"/>
                  </a:cxn>
                  <a:cxn ang="0">
                    <a:pos x="T4" y="T5"/>
                  </a:cxn>
                  <a:cxn ang="0">
                    <a:pos x="T6" y="T7"/>
                  </a:cxn>
                  <a:cxn ang="0">
                    <a:pos x="T8" y="T9"/>
                  </a:cxn>
                </a:cxnLst>
                <a:rect l="0" t="0" r="r" b="b"/>
                <a:pathLst>
                  <a:path w="17" h="254">
                    <a:moveTo>
                      <a:pt x="17" y="19"/>
                    </a:moveTo>
                    <a:lnTo>
                      <a:pt x="0" y="0"/>
                    </a:lnTo>
                    <a:lnTo>
                      <a:pt x="0" y="254"/>
                    </a:lnTo>
                    <a:lnTo>
                      <a:pt x="17" y="254"/>
                    </a:lnTo>
                    <a:lnTo>
                      <a:pt x="17" y="19"/>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4" name="Rectangle 61"/>
              <p:cNvSpPr>
                <a:spLocks noChangeArrowheads="1"/>
              </p:cNvSpPr>
              <p:nvPr/>
            </p:nvSpPr>
            <p:spPr bwMode="auto">
              <a:xfrm>
                <a:off x="739775" y="3732213"/>
                <a:ext cx="354013" cy="41275"/>
              </a:xfrm>
              <a:prstGeom prst="rect">
                <a:avLst/>
              </a:prstGeom>
              <a:solidFill>
                <a:srgbClr val="3D3D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5" name="Freeform 62"/>
              <p:cNvSpPr/>
              <p:nvPr/>
            </p:nvSpPr>
            <p:spPr bwMode="auto">
              <a:xfrm>
                <a:off x="606425" y="3929063"/>
                <a:ext cx="644525" cy="36513"/>
              </a:xfrm>
              <a:custGeom>
                <a:avLst/>
                <a:gdLst>
                  <a:gd name="T0" fmla="*/ 169 w 169"/>
                  <a:gd name="T1" fmla="*/ 5 h 10"/>
                  <a:gd name="T2" fmla="*/ 164 w 169"/>
                  <a:gd name="T3" fmla="*/ 10 h 10"/>
                  <a:gd name="T4" fmla="*/ 5 w 169"/>
                  <a:gd name="T5" fmla="*/ 10 h 10"/>
                  <a:gd name="T6" fmla="*/ 0 w 169"/>
                  <a:gd name="T7" fmla="*/ 5 h 10"/>
                  <a:gd name="T8" fmla="*/ 5 w 169"/>
                  <a:gd name="T9" fmla="*/ 0 h 10"/>
                  <a:gd name="T10" fmla="*/ 164 w 169"/>
                  <a:gd name="T11" fmla="*/ 0 h 10"/>
                  <a:gd name="T12" fmla="*/ 169 w 169"/>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69" h="10">
                    <a:moveTo>
                      <a:pt x="169" y="5"/>
                    </a:moveTo>
                    <a:cubicBezTo>
                      <a:pt x="169" y="8"/>
                      <a:pt x="167" y="10"/>
                      <a:pt x="164" y="10"/>
                    </a:cubicBezTo>
                    <a:cubicBezTo>
                      <a:pt x="5" y="10"/>
                      <a:pt x="5" y="10"/>
                      <a:pt x="5" y="10"/>
                    </a:cubicBezTo>
                    <a:cubicBezTo>
                      <a:pt x="2" y="10"/>
                      <a:pt x="0" y="8"/>
                      <a:pt x="0" y="5"/>
                    </a:cubicBezTo>
                    <a:cubicBezTo>
                      <a:pt x="0" y="2"/>
                      <a:pt x="2" y="0"/>
                      <a:pt x="5" y="0"/>
                    </a:cubicBezTo>
                    <a:cubicBezTo>
                      <a:pt x="164" y="0"/>
                      <a:pt x="164" y="0"/>
                      <a:pt x="164" y="0"/>
                    </a:cubicBezTo>
                    <a:cubicBezTo>
                      <a:pt x="167" y="0"/>
                      <a:pt x="169" y="2"/>
                      <a:pt x="169"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6" name="Freeform 63"/>
              <p:cNvSpPr/>
              <p:nvPr/>
            </p:nvSpPr>
            <p:spPr bwMode="auto">
              <a:xfrm>
                <a:off x="849313" y="1763713"/>
                <a:ext cx="134938" cy="425450"/>
              </a:xfrm>
              <a:custGeom>
                <a:avLst/>
                <a:gdLst>
                  <a:gd name="T0" fmla="*/ 35 w 35"/>
                  <a:gd name="T1" fmla="*/ 12 h 113"/>
                  <a:gd name="T2" fmla="*/ 17 w 35"/>
                  <a:gd name="T3" fmla="*/ 0 h 113"/>
                  <a:gd name="T4" fmla="*/ 0 w 35"/>
                  <a:gd name="T5" fmla="*/ 12 h 113"/>
                  <a:gd name="T6" fmla="*/ 0 w 35"/>
                  <a:gd name="T7" fmla="*/ 113 h 113"/>
                  <a:gd name="T8" fmla="*/ 35 w 35"/>
                  <a:gd name="T9" fmla="*/ 113 h 113"/>
                  <a:gd name="T10" fmla="*/ 35 w 35"/>
                  <a:gd name="T11" fmla="*/ 12 h 113"/>
                </a:gdLst>
                <a:ahLst/>
                <a:cxnLst>
                  <a:cxn ang="0">
                    <a:pos x="T0" y="T1"/>
                  </a:cxn>
                  <a:cxn ang="0">
                    <a:pos x="T2" y="T3"/>
                  </a:cxn>
                  <a:cxn ang="0">
                    <a:pos x="T4" y="T5"/>
                  </a:cxn>
                  <a:cxn ang="0">
                    <a:pos x="T6" y="T7"/>
                  </a:cxn>
                  <a:cxn ang="0">
                    <a:pos x="T8" y="T9"/>
                  </a:cxn>
                  <a:cxn ang="0">
                    <a:pos x="T10" y="T11"/>
                  </a:cxn>
                </a:cxnLst>
                <a:rect l="0" t="0" r="r" b="b"/>
                <a:pathLst>
                  <a:path w="35" h="113">
                    <a:moveTo>
                      <a:pt x="35" y="12"/>
                    </a:moveTo>
                    <a:cubicBezTo>
                      <a:pt x="35" y="12"/>
                      <a:pt x="29" y="0"/>
                      <a:pt x="17" y="0"/>
                    </a:cubicBezTo>
                    <a:cubicBezTo>
                      <a:pt x="6" y="0"/>
                      <a:pt x="0" y="12"/>
                      <a:pt x="0" y="12"/>
                    </a:cubicBezTo>
                    <a:cubicBezTo>
                      <a:pt x="0" y="113"/>
                      <a:pt x="0" y="113"/>
                      <a:pt x="0" y="113"/>
                    </a:cubicBezTo>
                    <a:cubicBezTo>
                      <a:pt x="35" y="113"/>
                      <a:pt x="35" y="113"/>
                      <a:pt x="35" y="113"/>
                    </a:cubicBezTo>
                    <a:lnTo>
                      <a:pt x="35" y="12"/>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7" name="Rectangle 64"/>
              <p:cNvSpPr>
                <a:spLocks noChangeArrowheads="1"/>
              </p:cNvSpPr>
              <p:nvPr/>
            </p:nvSpPr>
            <p:spPr bwMode="auto">
              <a:xfrm>
                <a:off x="835025" y="2170113"/>
                <a:ext cx="163513" cy="19050"/>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8" name="Freeform 65"/>
              <p:cNvSpPr/>
              <p:nvPr/>
            </p:nvSpPr>
            <p:spPr bwMode="auto">
              <a:xfrm>
                <a:off x="712788" y="4456113"/>
                <a:ext cx="427038" cy="36513"/>
              </a:xfrm>
              <a:custGeom>
                <a:avLst/>
                <a:gdLst>
                  <a:gd name="T0" fmla="*/ 112 w 112"/>
                  <a:gd name="T1" fmla="*/ 5 h 10"/>
                  <a:gd name="T2" fmla="*/ 109 w 112"/>
                  <a:gd name="T3" fmla="*/ 10 h 10"/>
                  <a:gd name="T4" fmla="*/ 3 w 112"/>
                  <a:gd name="T5" fmla="*/ 10 h 10"/>
                  <a:gd name="T6" fmla="*/ 0 w 112"/>
                  <a:gd name="T7" fmla="*/ 5 h 10"/>
                  <a:gd name="T8" fmla="*/ 3 w 112"/>
                  <a:gd name="T9" fmla="*/ 0 h 10"/>
                  <a:gd name="T10" fmla="*/ 109 w 112"/>
                  <a:gd name="T11" fmla="*/ 0 h 10"/>
                  <a:gd name="T12" fmla="*/ 112 w 112"/>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12" h="10">
                    <a:moveTo>
                      <a:pt x="112" y="5"/>
                    </a:moveTo>
                    <a:cubicBezTo>
                      <a:pt x="112" y="8"/>
                      <a:pt x="111" y="10"/>
                      <a:pt x="109" y="10"/>
                    </a:cubicBezTo>
                    <a:cubicBezTo>
                      <a:pt x="3" y="10"/>
                      <a:pt x="3" y="10"/>
                      <a:pt x="3" y="10"/>
                    </a:cubicBezTo>
                    <a:cubicBezTo>
                      <a:pt x="2" y="10"/>
                      <a:pt x="0" y="8"/>
                      <a:pt x="0" y="5"/>
                    </a:cubicBezTo>
                    <a:cubicBezTo>
                      <a:pt x="0" y="2"/>
                      <a:pt x="2" y="0"/>
                      <a:pt x="3" y="0"/>
                    </a:cubicBezTo>
                    <a:cubicBezTo>
                      <a:pt x="109" y="0"/>
                      <a:pt x="109" y="0"/>
                      <a:pt x="109" y="0"/>
                    </a:cubicBezTo>
                    <a:cubicBezTo>
                      <a:pt x="111" y="0"/>
                      <a:pt x="112" y="2"/>
                      <a:pt x="112"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39" name="Rectangle 9"/>
            <p:cNvSpPr>
              <a:spLocks noChangeArrowheads="1"/>
            </p:cNvSpPr>
            <p:nvPr/>
          </p:nvSpPr>
          <p:spPr bwMode="auto">
            <a:xfrm>
              <a:off x="3421063" y="2539532"/>
              <a:ext cx="328613" cy="995377"/>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140" name="Group 139"/>
            <p:cNvGrpSpPr/>
            <p:nvPr/>
          </p:nvGrpSpPr>
          <p:grpSpPr>
            <a:xfrm>
              <a:off x="3406775" y="2212901"/>
              <a:ext cx="133350" cy="1266279"/>
              <a:chOff x="739775" y="2392363"/>
              <a:chExt cx="133350" cy="1298575"/>
            </a:xfrm>
          </p:grpSpPr>
          <p:sp>
            <p:nvSpPr>
              <p:cNvPr id="141" name="Line 10"/>
              <p:cNvSpPr>
                <a:spLocks noChangeShapeType="1"/>
              </p:cNvSpPr>
              <p:nvPr/>
            </p:nvSpPr>
            <p:spPr bwMode="auto">
              <a:xfrm>
                <a:off x="739775" y="239236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2" name="Line 11"/>
              <p:cNvSpPr>
                <a:spLocks noChangeShapeType="1"/>
              </p:cNvSpPr>
              <p:nvPr/>
            </p:nvSpPr>
            <p:spPr bwMode="auto">
              <a:xfrm>
                <a:off x="739775" y="24193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3" name="Line 12"/>
              <p:cNvSpPr>
                <a:spLocks noChangeShapeType="1"/>
              </p:cNvSpPr>
              <p:nvPr/>
            </p:nvSpPr>
            <p:spPr bwMode="auto">
              <a:xfrm>
                <a:off x="739775" y="24447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4" name="Line 13"/>
              <p:cNvSpPr>
                <a:spLocks noChangeShapeType="1"/>
              </p:cNvSpPr>
              <p:nvPr/>
            </p:nvSpPr>
            <p:spPr bwMode="auto">
              <a:xfrm>
                <a:off x="739775" y="24669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5" name="Line 14"/>
              <p:cNvSpPr>
                <a:spLocks noChangeShapeType="1"/>
              </p:cNvSpPr>
              <p:nvPr/>
            </p:nvSpPr>
            <p:spPr bwMode="auto">
              <a:xfrm>
                <a:off x="739775" y="24939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6" name="Line 15"/>
              <p:cNvSpPr>
                <a:spLocks noChangeShapeType="1"/>
              </p:cNvSpPr>
              <p:nvPr/>
            </p:nvSpPr>
            <p:spPr bwMode="auto">
              <a:xfrm>
                <a:off x="739775" y="2520950"/>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7" name="Line 16"/>
              <p:cNvSpPr>
                <a:spLocks noChangeShapeType="1"/>
              </p:cNvSpPr>
              <p:nvPr/>
            </p:nvSpPr>
            <p:spPr bwMode="auto">
              <a:xfrm>
                <a:off x="739775" y="25463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8" name="Line 17"/>
              <p:cNvSpPr>
                <a:spLocks noChangeShapeType="1"/>
              </p:cNvSpPr>
              <p:nvPr/>
            </p:nvSpPr>
            <p:spPr bwMode="auto">
              <a:xfrm>
                <a:off x="739775" y="25733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9" name="Line 18"/>
              <p:cNvSpPr>
                <a:spLocks noChangeShapeType="1"/>
              </p:cNvSpPr>
              <p:nvPr/>
            </p:nvSpPr>
            <p:spPr bwMode="auto">
              <a:xfrm>
                <a:off x="739775" y="25987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0" name="Line 19"/>
              <p:cNvSpPr>
                <a:spLocks noChangeShapeType="1"/>
              </p:cNvSpPr>
              <p:nvPr/>
            </p:nvSpPr>
            <p:spPr bwMode="auto">
              <a:xfrm>
                <a:off x="739775" y="262572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1" name="Line 20"/>
              <p:cNvSpPr>
                <a:spLocks noChangeShapeType="1"/>
              </p:cNvSpPr>
              <p:nvPr/>
            </p:nvSpPr>
            <p:spPr bwMode="auto">
              <a:xfrm>
                <a:off x="739775" y="26527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2" name="Line 21"/>
              <p:cNvSpPr>
                <a:spLocks noChangeShapeType="1"/>
              </p:cNvSpPr>
              <p:nvPr/>
            </p:nvSpPr>
            <p:spPr bwMode="auto">
              <a:xfrm>
                <a:off x="739775" y="26781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3" name="Line 22"/>
              <p:cNvSpPr>
                <a:spLocks noChangeShapeType="1"/>
              </p:cNvSpPr>
              <p:nvPr/>
            </p:nvSpPr>
            <p:spPr bwMode="auto">
              <a:xfrm>
                <a:off x="739775" y="27051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4" name="Line 23"/>
              <p:cNvSpPr>
                <a:spLocks noChangeShapeType="1"/>
              </p:cNvSpPr>
              <p:nvPr/>
            </p:nvSpPr>
            <p:spPr bwMode="auto">
              <a:xfrm>
                <a:off x="739775" y="272732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5" name="Line 24"/>
              <p:cNvSpPr>
                <a:spLocks noChangeShapeType="1"/>
              </p:cNvSpPr>
              <p:nvPr/>
            </p:nvSpPr>
            <p:spPr bwMode="auto">
              <a:xfrm>
                <a:off x="739775" y="27543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6" name="Line 25"/>
              <p:cNvSpPr>
                <a:spLocks noChangeShapeType="1"/>
              </p:cNvSpPr>
              <p:nvPr/>
            </p:nvSpPr>
            <p:spPr bwMode="auto">
              <a:xfrm>
                <a:off x="739775" y="27797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7" name="Line 26"/>
              <p:cNvSpPr>
                <a:spLocks noChangeShapeType="1"/>
              </p:cNvSpPr>
              <p:nvPr/>
            </p:nvSpPr>
            <p:spPr bwMode="auto">
              <a:xfrm>
                <a:off x="739775" y="28067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8" name="Line 27"/>
              <p:cNvSpPr>
                <a:spLocks noChangeShapeType="1"/>
              </p:cNvSpPr>
              <p:nvPr/>
            </p:nvSpPr>
            <p:spPr bwMode="auto">
              <a:xfrm>
                <a:off x="739775" y="28336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9" name="Line 28"/>
              <p:cNvSpPr>
                <a:spLocks noChangeShapeType="1"/>
              </p:cNvSpPr>
              <p:nvPr/>
            </p:nvSpPr>
            <p:spPr bwMode="auto">
              <a:xfrm>
                <a:off x="739775" y="28590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0" name="Line 29"/>
              <p:cNvSpPr>
                <a:spLocks noChangeShapeType="1"/>
              </p:cNvSpPr>
              <p:nvPr/>
            </p:nvSpPr>
            <p:spPr bwMode="auto">
              <a:xfrm>
                <a:off x="739775" y="28860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1" name="Line 30"/>
              <p:cNvSpPr>
                <a:spLocks noChangeShapeType="1"/>
              </p:cNvSpPr>
              <p:nvPr/>
            </p:nvSpPr>
            <p:spPr bwMode="auto">
              <a:xfrm>
                <a:off x="739775" y="29114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2" name="Line 31"/>
              <p:cNvSpPr>
                <a:spLocks noChangeShapeType="1"/>
              </p:cNvSpPr>
              <p:nvPr/>
            </p:nvSpPr>
            <p:spPr bwMode="auto">
              <a:xfrm>
                <a:off x="739775" y="29384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3" name="Line 32"/>
              <p:cNvSpPr>
                <a:spLocks noChangeShapeType="1"/>
              </p:cNvSpPr>
              <p:nvPr/>
            </p:nvSpPr>
            <p:spPr bwMode="auto">
              <a:xfrm>
                <a:off x="739775" y="29654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4" name="Line 33"/>
              <p:cNvSpPr>
                <a:spLocks noChangeShapeType="1"/>
              </p:cNvSpPr>
              <p:nvPr/>
            </p:nvSpPr>
            <p:spPr bwMode="auto">
              <a:xfrm>
                <a:off x="739775" y="29908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5" name="Line 34"/>
              <p:cNvSpPr>
                <a:spLocks noChangeShapeType="1"/>
              </p:cNvSpPr>
              <p:nvPr/>
            </p:nvSpPr>
            <p:spPr bwMode="auto">
              <a:xfrm>
                <a:off x="739775" y="30178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6" name="Line 35"/>
              <p:cNvSpPr>
                <a:spLocks noChangeShapeType="1"/>
              </p:cNvSpPr>
              <p:nvPr/>
            </p:nvSpPr>
            <p:spPr bwMode="auto">
              <a:xfrm>
                <a:off x="739775" y="304006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7" name="Line 36"/>
              <p:cNvSpPr>
                <a:spLocks noChangeShapeType="1"/>
              </p:cNvSpPr>
              <p:nvPr/>
            </p:nvSpPr>
            <p:spPr bwMode="auto">
              <a:xfrm>
                <a:off x="739775" y="30670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8" name="Line 37"/>
              <p:cNvSpPr>
                <a:spLocks noChangeShapeType="1"/>
              </p:cNvSpPr>
              <p:nvPr/>
            </p:nvSpPr>
            <p:spPr bwMode="auto">
              <a:xfrm>
                <a:off x="739775" y="30924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9" name="Line 38"/>
              <p:cNvSpPr>
                <a:spLocks noChangeShapeType="1"/>
              </p:cNvSpPr>
              <p:nvPr/>
            </p:nvSpPr>
            <p:spPr bwMode="auto">
              <a:xfrm>
                <a:off x="739775" y="31194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0" name="Line 39"/>
              <p:cNvSpPr>
                <a:spLocks noChangeShapeType="1"/>
              </p:cNvSpPr>
              <p:nvPr/>
            </p:nvSpPr>
            <p:spPr bwMode="auto">
              <a:xfrm>
                <a:off x="739775" y="31448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1" name="Line 40"/>
              <p:cNvSpPr>
                <a:spLocks noChangeShapeType="1"/>
              </p:cNvSpPr>
              <p:nvPr/>
            </p:nvSpPr>
            <p:spPr bwMode="auto">
              <a:xfrm>
                <a:off x="739775" y="317182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2" name="Line 41"/>
              <p:cNvSpPr>
                <a:spLocks noChangeShapeType="1"/>
              </p:cNvSpPr>
              <p:nvPr/>
            </p:nvSpPr>
            <p:spPr bwMode="auto">
              <a:xfrm>
                <a:off x="739775" y="31988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3" name="Line 42"/>
              <p:cNvSpPr>
                <a:spLocks noChangeShapeType="1"/>
              </p:cNvSpPr>
              <p:nvPr/>
            </p:nvSpPr>
            <p:spPr bwMode="auto">
              <a:xfrm>
                <a:off x="739775" y="32242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4" name="Line 43"/>
              <p:cNvSpPr>
                <a:spLocks noChangeShapeType="1"/>
              </p:cNvSpPr>
              <p:nvPr/>
            </p:nvSpPr>
            <p:spPr bwMode="auto">
              <a:xfrm>
                <a:off x="739775" y="32512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5" name="Line 44"/>
              <p:cNvSpPr>
                <a:spLocks noChangeShapeType="1"/>
              </p:cNvSpPr>
              <p:nvPr/>
            </p:nvSpPr>
            <p:spPr bwMode="auto">
              <a:xfrm>
                <a:off x="739775" y="32766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6" name="Line 45"/>
              <p:cNvSpPr>
                <a:spLocks noChangeShapeType="1"/>
              </p:cNvSpPr>
              <p:nvPr/>
            </p:nvSpPr>
            <p:spPr bwMode="auto">
              <a:xfrm>
                <a:off x="739775" y="33004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7" name="Line 46"/>
              <p:cNvSpPr>
                <a:spLocks noChangeShapeType="1"/>
              </p:cNvSpPr>
              <p:nvPr/>
            </p:nvSpPr>
            <p:spPr bwMode="auto">
              <a:xfrm>
                <a:off x="739775" y="33258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8" name="Line 47"/>
              <p:cNvSpPr>
                <a:spLocks noChangeShapeType="1"/>
              </p:cNvSpPr>
              <p:nvPr/>
            </p:nvSpPr>
            <p:spPr bwMode="auto">
              <a:xfrm>
                <a:off x="739775" y="33528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9" name="Line 48"/>
              <p:cNvSpPr>
                <a:spLocks noChangeShapeType="1"/>
              </p:cNvSpPr>
              <p:nvPr/>
            </p:nvSpPr>
            <p:spPr bwMode="auto">
              <a:xfrm>
                <a:off x="739775" y="33782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0" name="Line 49"/>
              <p:cNvSpPr>
                <a:spLocks noChangeShapeType="1"/>
              </p:cNvSpPr>
              <p:nvPr/>
            </p:nvSpPr>
            <p:spPr bwMode="auto">
              <a:xfrm>
                <a:off x="739775" y="34051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1" name="Line 50"/>
              <p:cNvSpPr>
                <a:spLocks noChangeShapeType="1"/>
              </p:cNvSpPr>
              <p:nvPr/>
            </p:nvSpPr>
            <p:spPr bwMode="auto">
              <a:xfrm>
                <a:off x="739775" y="34321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2" name="Line 51"/>
              <p:cNvSpPr>
                <a:spLocks noChangeShapeType="1"/>
              </p:cNvSpPr>
              <p:nvPr/>
            </p:nvSpPr>
            <p:spPr bwMode="auto">
              <a:xfrm>
                <a:off x="739775" y="34575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3" name="Line 52"/>
              <p:cNvSpPr>
                <a:spLocks noChangeShapeType="1"/>
              </p:cNvSpPr>
              <p:nvPr/>
            </p:nvSpPr>
            <p:spPr bwMode="auto">
              <a:xfrm>
                <a:off x="739775" y="34845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4" name="Line 53"/>
              <p:cNvSpPr>
                <a:spLocks noChangeShapeType="1"/>
              </p:cNvSpPr>
              <p:nvPr/>
            </p:nvSpPr>
            <p:spPr bwMode="auto">
              <a:xfrm>
                <a:off x="739775" y="35099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5" name="Line 54"/>
              <p:cNvSpPr>
                <a:spLocks noChangeShapeType="1"/>
              </p:cNvSpPr>
              <p:nvPr/>
            </p:nvSpPr>
            <p:spPr bwMode="auto">
              <a:xfrm>
                <a:off x="739775" y="35337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6" name="Line 55"/>
              <p:cNvSpPr>
                <a:spLocks noChangeShapeType="1"/>
              </p:cNvSpPr>
              <p:nvPr/>
            </p:nvSpPr>
            <p:spPr bwMode="auto">
              <a:xfrm>
                <a:off x="739775" y="35591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7" name="Line 56"/>
              <p:cNvSpPr>
                <a:spLocks noChangeShapeType="1"/>
              </p:cNvSpPr>
              <p:nvPr/>
            </p:nvSpPr>
            <p:spPr bwMode="auto">
              <a:xfrm>
                <a:off x="739775" y="35861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8" name="Line 57"/>
              <p:cNvSpPr>
                <a:spLocks noChangeShapeType="1"/>
              </p:cNvSpPr>
              <p:nvPr/>
            </p:nvSpPr>
            <p:spPr bwMode="auto">
              <a:xfrm>
                <a:off x="739775" y="36115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9" name="Line 58"/>
              <p:cNvSpPr>
                <a:spLocks noChangeShapeType="1"/>
              </p:cNvSpPr>
              <p:nvPr/>
            </p:nvSpPr>
            <p:spPr bwMode="auto">
              <a:xfrm>
                <a:off x="739775" y="36385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0" name="Line 59"/>
              <p:cNvSpPr>
                <a:spLocks noChangeShapeType="1"/>
              </p:cNvSpPr>
              <p:nvPr/>
            </p:nvSpPr>
            <p:spPr bwMode="auto">
              <a:xfrm>
                <a:off x="739775" y="36655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1" name="Line 60"/>
              <p:cNvSpPr>
                <a:spLocks noChangeShapeType="1"/>
              </p:cNvSpPr>
              <p:nvPr/>
            </p:nvSpPr>
            <p:spPr bwMode="auto">
              <a:xfrm>
                <a:off x="739775" y="3690938"/>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3" name="Group 12"/>
          <p:cNvGrpSpPr/>
          <p:nvPr/>
        </p:nvGrpSpPr>
        <p:grpSpPr>
          <a:xfrm>
            <a:off x="7924801" y="1583267"/>
            <a:ext cx="859367" cy="3979440"/>
            <a:chOff x="5943600" y="1276350"/>
            <a:chExt cx="644525" cy="2984580"/>
          </a:xfrm>
        </p:grpSpPr>
        <p:grpSp>
          <p:nvGrpSpPr>
            <p:cNvPr id="197" name="Group 196"/>
            <p:cNvGrpSpPr/>
            <p:nvPr/>
          </p:nvGrpSpPr>
          <p:grpSpPr>
            <a:xfrm>
              <a:off x="5943600" y="1276350"/>
              <a:ext cx="644525" cy="2984580"/>
              <a:chOff x="606425" y="1431925"/>
              <a:chExt cx="644525" cy="3060701"/>
            </a:xfrm>
          </p:grpSpPr>
          <p:sp>
            <p:nvSpPr>
              <p:cNvPr id="198" name="Freeform 5"/>
              <p:cNvSpPr/>
              <p:nvPr/>
            </p:nvSpPr>
            <p:spPr bwMode="auto">
              <a:xfrm>
                <a:off x="739775" y="2189163"/>
                <a:ext cx="354013" cy="1739900"/>
              </a:xfrm>
              <a:custGeom>
                <a:avLst/>
                <a:gdLst>
                  <a:gd name="T0" fmla="*/ 60 w 93"/>
                  <a:gd name="T1" fmla="*/ 14 h 462"/>
                  <a:gd name="T2" fmla="*/ 60 w 93"/>
                  <a:gd name="T3" fmla="*/ 0 h 462"/>
                  <a:gd name="T4" fmla="*/ 50 w 93"/>
                  <a:gd name="T5" fmla="*/ 0 h 462"/>
                  <a:gd name="T6" fmla="*/ 43 w 93"/>
                  <a:gd name="T7" fmla="*/ 0 h 462"/>
                  <a:gd name="T8" fmla="*/ 33 w 93"/>
                  <a:gd name="T9" fmla="*/ 0 h 462"/>
                  <a:gd name="T10" fmla="*/ 33 w 93"/>
                  <a:gd name="T11" fmla="*/ 14 h 462"/>
                  <a:gd name="T12" fmla="*/ 0 w 93"/>
                  <a:gd name="T13" fmla="*/ 31 h 462"/>
                  <a:gd name="T14" fmla="*/ 0 w 93"/>
                  <a:gd name="T15" fmla="*/ 462 h 462"/>
                  <a:gd name="T16" fmla="*/ 43 w 93"/>
                  <a:gd name="T17" fmla="*/ 462 h 462"/>
                  <a:gd name="T18" fmla="*/ 50 w 93"/>
                  <a:gd name="T19" fmla="*/ 462 h 462"/>
                  <a:gd name="T20" fmla="*/ 93 w 93"/>
                  <a:gd name="T21" fmla="*/ 462 h 462"/>
                  <a:gd name="T22" fmla="*/ 93 w 93"/>
                  <a:gd name="T23" fmla="*/ 31 h 462"/>
                  <a:gd name="T24" fmla="*/ 60 w 93"/>
                  <a:gd name="T25" fmla="*/ 1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462">
                    <a:moveTo>
                      <a:pt x="60" y="14"/>
                    </a:moveTo>
                    <a:cubicBezTo>
                      <a:pt x="60" y="0"/>
                      <a:pt x="60" y="0"/>
                      <a:pt x="60" y="0"/>
                    </a:cubicBezTo>
                    <a:cubicBezTo>
                      <a:pt x="50" y="0"/>
                      <a:pt x="50" y="0"/>
                      <a:pt x="50" y="0"/>
                    </a:cubicBezTo>
                    <a:cubicBezTo>
                      <a:pt x="43" y="0"/>
                      <a:pt x="43" y="0"/>
                      <a:pt x="43" y="0"/>
                    </a:cubicBezTo>
                    <a:cubicBezTo>
                      <a:pt x="33" y="0"/>
                      <a:pt x="33" y="0"/>
                      <a:pt x="33" y="0"/>
                    </a:cubicBezTo>
                    <a:cubicBezTo>
                      <a:pt x="33" y="14"/>
                      <a:pt x="33" y="14"/>
                      <a:pt x="33" y="14"/>
                    </a:cubicBezTo>
                    <a:cubicBezTo>
                      <a:pt x="33" y="14"/>
                      <a:pt x="5" y="22"/>
                      <a:pt x="0" y="31"/>
                    </a:cubicBezTo>
                    <a:cubicBezTo>
                      <a:pt x="0" y="462"/>
                      <a:pt x="0" y="462"/>
                      <a:pt x="0" y="462"/>
                    </a:cubicBezTo>
                    <a:cubicBezTo>
                      <a:pt x="43" y="462"/>
                      <a:pt x="43" y="462"/>
                      <a:pt x="43" y="462"/>
                    </a:cubicBezTo>
                    <a:cubicBezTo>
                      <a:pt x="50" y="462"/>
                      <a:pt x="50" y="462"/>
                      <a:pt x="50" y="462"/>
                    </a:cubicBezTo>
                    <a:cubicBezTo>
                      <a:pt x="93" y="462"/>
                      <a:pt x="93" y="462"/>
                      <a:pt x="93" y="462"/>
                    </a:cubicBezTo>
                    <a:cubicBezTo>
                      <a:pt x="93" y="31"/>
                      <a:pt x="93" y="31"/>
                      <a:pt x="93" y="31"/>
                    </a:cubicBezTo>
                    <a:cubicBezTo>
                      <a:pt x="88" y="22"/>
                      <a:pt x="60" y="14"/>
                      <a:pt x="60" y="14"/>
                    </a:cubicBezTo>
                    <a:close/>
                  </a:path>
                </a:pathLst>
              </a:custGeom>
              <a:solidFill>
                <a:srgbClr val="EB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9" name="Rectangle 6"/>
              <p:cNvSpPr>
                <a:spLocks noChangeArrowheads="1"/>
              </p:cNvSpPr>
              <p:nvPr/>
            </p:nvSpPr>
            <p:spPr bwMode="auto">
              <a:xfrm>
                <a:off x="766763" y="3394075"/>
                <a:ext cx="301625" cy="1065213"/>
              </a:xfrm>
              <a:prstGeom prst="rect">
                <a:avLst/>
              </a:prstGeom>
              <a:solidFill>
                <a:srgbClr val="D5D8D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0" name="Rectangle 7"/>
              <p:cNvSpPr>
                <a:spLocks noChangeArrowheads="1"/>
              </p:cNvSpPr>
              <p:nvPr/>
            </p:nvSpPr>
            <p:spPr bwMode="auto">
              <a:xfrm>
                <a:off x="766763" y="2317750"/>
                <a:ext cx="71438" cy="2141538"/>
              </a:xfrm>
              <a:prstGeom prst="rect">
                <a:avLst/>
              </a:prstGeom>
              <a:solidFill>
                <a:srgbClr val="BFC0C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1" name="Freeform 8"/>
              <p:cNvSpPr/>
              <p:nvPr/>
            </p:nvSpPr>
            <p:spPr bwMode="auto">
              <a:xfrm>
                <a:off x="903288" y="1431925"/>
                <a:ext cx="26988" cy="403225"/>
              </a:xfrm>
              <a:custGeom>
                <a:avLst/>
                <a:gdLst>
                  <a:gd name="T0" fmla="*/ 17 w 17"/>
                  <a:gd name="T1" fmla="*/ 19 h 254"/>
                  <a:gd name="T2" fmla="*/ 0 w 17"/>
                  <a:gd name="T3" fmla="*/ 0 h 254"/>
                  <a:gd name="T4" fmla="*/ 0 w 17"/>
                  <a:gd name="T5" fmla="*/ 254 h 254"/>
                  <a:gd name="T6" fmla="*/ 17 w 17"/>
                  <a:gd name="T7" fmla="*/ 254 h 254"/>
                  <a:gd name="T8" fmla="*/ 17 w 17"/>
                  <a:gd name="T9" fmla="*/ 19 h 254"/>
                </a:gdLst>
                <a:ahLst/>
                <a:cxnLst>
                  <a:cxn ang="0">
                    <a:pos x="T0" y="T1"/>
                  </a:cxn>
                  <a:cxn ang="0">
                    <a:pos x="T2" y="T3"/>
                  </a:cxn>
                  <a:cxn ang="0">
                    <a:pos x="T4" y="T5"/>
                  </a:cxn>
                  <a:cxn ang="0">
                    <a:pos x="T6" y="T7"/>
                  </a:cxn>
                  <a:cxn ang="0">
                    <a:pos x="T8" y="T9"/>
                  </a:cxn>
                </a:cxnLst>
                <a:rect l="0" t="0" r="r" b="b"/>
                <a:pathLst>
                  <a:path w="17" h="254">
                    <a:moveTo>
                      <a:pt x="17" y="19"/>
                    </a:moveTo>
                    <a:lnTo>
                      <a:pt x="0" y="0"/>
                    </a:lnTo>
                    <a:lnTo>
                      <a:pt x="0" y="254"/>
                    </a:lnTo>
                    <a:lnTo>
                      <a:pt x="17" y="254"/>
                    </a:lnTo>
                    <a:lnTo>
                      <a:pt x="17" y="19"/>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2" name="Rectangle 61"/>
              <p:cNvSpPr>
                <a:spLocks noChangeArrowheads="1"/>
              </p:cNvSpPr>
              <p:nvPr/>
            </p:nvSpPr>
            <p:spPr bwMode="auto">
              <a:xfrm>
                <a:off x="739775" y="3732213"/>
                <a:ext cx="354013" cy="41275"/>
              </a:xfrm>
              <a:prstGeom prst="rect">
                <a:avLst/>
              </a:prstGeom>
              <a:solidFill>
                <a:srgbClr val="3D3D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3" name="Freeform 62"/>
              <p:cNvSpPr/>
              <p:nvPr/>
            </p:nvSpPr>
            <p:spPr bwMode="auto">
              <a:xfrm>
                <a:off x="606425" y="3929063"/>
                <a:ext cx="644525" cy="36513"/>
              </a:xfrm>
              <a:custGeom>
                <a:avLst/>
                <a:gdLst>
                  <a:gd name="T0" fmla="*/ 169 w 169"/>
                  <a:gd name="T1" fmla="*/ 5 h 10"/>
                  <a:gd name="T2" fmla="*/ 164 w 169"/>
                  <a:gd name="T3" fmla="*/ 10 h 10"/>
                  <a:gd name="T4" fmla="*/ 5 w 169"/>
                  <a:gd name="T5" fmla="*/ 10 h 10"/>
                  <a:gd name="T6" fmla="*/ 0 w 169"/>
                  <a:gd name="T7" fmla="*/ 5 h 10"/>
                  <a:gd name="T8" fmla="*/ 5 w 169"/>
                  <a:gd name="T9" fmla="*/ 0 h 10"/>
                  <a:gd name="T10" fmla="*/ 164 w 169"/>
                  <a:gd name="T11" fmla="*/ 0 h 10"/>
                  <a:gd name="T12" fmla="*/ 169 w 169"/>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69" h="10">
                    <a:moveTo>
                      <a:pt x="169" y="5"/>
                    </a:moveTo>
                    <a:cubicBezTo>
                      <a:pt x="169" y="8"/>
                      <a:pt x="167" y="10"/>
                      <a:pt x="164" y="10"/>
                    </a:cubicBezTo>
                    <a:cubicBezTo>
                      <a:pt x="5" y="10"/>
                      <a:pt x="5" y="10"/>
                      <a:pt x="5" y="10"/>
                    </a:cubicBezTo>
                    <a:cubicBezTo>
                      <a:pt x="2" y="10"/>
                      <a:pt x="0" y="8"/>
                      <a:pt x="0" y="5"/>
                    </a:cubicBezTo>
                    <a:cubicBezTo>
                      <a:pt x="0" y="2"/>
                      <a:pt x="2" y="0"/>
                      <a:pt x="5" y="0"/>
                    </a:cubicBezTo>
                    <a:cubicBezTo>
                      <a:pt x="164" y="0"/>
                      <a:pt x="164" y="0"/>
                      <a:pt x="164" y="0"/>
                    </a:cubicBezTo>
                    <a:cubicBezTo>
                      <a:pt x="167" y="0"/>
                      <a:pt x="169" y="2"/>
                      <a:pt x="169"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4" name="Freeform 63"/>
              <p:cNvSpPr/>
              <p:nvPr/>
            </p:nvSpPr>
            <p:spPr bwMode="auto">
              <a:xfrm>
                <a:off x="849313" y="1763713"/>
                <a:ext cx="134938" cy="425450"/>
              </a:xfrm>
              <a:custGeom>
                <a:avLst/>
                <a:gdLst>
                  <a:gd name="T0" fmla="*/ 35 w 35"/>
                  <a:gd name="T1" fmla="*/ 12 h 113"/>
                  <a:gd name="T2" fmla="*/ 17 w 35"/>
                  <a:gd name="T3" fmla="*/ 0 h 113"/>
                  <a:gd name="T4" fmla="*/ 0 w 35"/>
                  <a:gd name="T5" fmla="*/ 12 h 113"/>
                  <a:gd name="T6" fmla="*/ 0 w 35"/>
                  <a:gd name="T7" fmla="*/ 113 h 113"/>
                  <a:gd name="T8" fmla="*/ 35 w 35"/>
                  <a:gd name="T9" fmla="*/ 113 h 113"/>
                  <a:gd name="T10" fmla="*/ 35 w 35"/>
                  <a:gd name="T11" fmla="*/ 12 h 113"/>
                </a:gdLst>
                <a:ahLst/>
                <a:cxnLst>
                  <a:cxn ang="0">
                    <a:pos x="T0" y="T1"/>
                  </a:cxn>
                  <a:cxn ang="0">
                    <a:pos x="T2" y="T3"/>
                  </a:cxn>
                  <a:cxn ang="0">
                    <a:pos x="T4" y="T5"/>
                  </a:cxn>
                  <a:cxn ang="0">
                    <a:pos x="T6" y="T7"/>
                  </a:cxn>
                  <a:cxn ang="0">
                    <a:pos x="T8" y="T9"/>
                  </a:cxn>
                  <a:cxn ang="0">
                    <a:pos x="T10" y="T11"/>
                  </a:cxn>
                </a:cxnLst>
                <a:rect l="0" t="0" r="r" b="b"/>
                <a:pathLst>
                  <a:path w="35" h="113">
                    <a:moveTo>
                      <a:pt x="35" y="12"/>
                    </a:moveTo>
                    <a:cubicBezTo>
                      <a:pt x="35" y="12"/>
                      <a:pt x="29" y="0"/>
                      <a:pt x="17" y="0"/>
                    </a:cubicBezTo>
                    <a:cubicBezTo>
                      <a:pt x="6" y="0"/>
                      <a:pt x="0" y="12"/>
                      <a:pt x="0" y="12"/>
                    </a:cubicBezTo>
                    <a:cubicBezTo>
                      <a:pt x="0" y="113"/>
                      <a:pt x="0" y="113"/>
                      <a:pt x="0" y="113"/>
                    </a:cubicBezTo>
                    <a:cubicBezTo>
                      <a:pt x="35" y="113"/>
                      <a:pt x="35" y="113"/>
                      <a:pt x="35" y="113"/>
                    </a:cubicBezTo>
                    <a:lnTo>
                      <a:pt x="35" y="12"/>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5" name="Rectangle 64"/>
              <p:cNvSpPr>
                <a:spLocks noChangeArrowheads="1"/>
              </p:cNvSpPr>
              <p:nvPr/>
            </p:nvSpPr>
            <p:spPr bwMode="auto">
              <a:xfrm>
                <a:off x="835025" y="2170113"/>
                <a:ext cx="163513" cy="19050"/>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6" name="Freeform 65"/>
              <p:cNvSpPr/>
              <p:nvPr/>
            </p:nvSpPr>
            <p:spPr bwMode="auto">
              <a:xfrm>
                <a:off x="712788" y="4456113"/>
                <a:ext cx="427038" cy="36513"/>
              </a:xfrm>
              <a:custGeom>
                <a:avLst/>
                <a:gdLst>
                  <a:gd name="T0" fmla="*/ 112 w 112"/>
                  <a:gd name="T1" fmla="*/ 5 h 10"/>
                  <a:gd name="T2" fmla="*/ 109 w 112"/>
                  <a:gd name="T3" fmla="*/ 10 h 10"/>
                  <a:gd name="T4" fmla="*/ 3 w 112"/>
                  <a:gd name="T5" fmla="*/ 10 h 10"/>
                  <a:gd name="T6" fmla="*/ 0 w 112"/>
                  <a:gd name="T7" fmla="*/ 5 h 10"/>
                  <a:gd name="T8" fmla="*/ 3 w 112"/>
                  <a:gd name="T9" fmla="*/ 0 h 10"/>
                  <a:gd name="T10" fmla="*/ 109 w 112"/>
                  <a:gd name="T11" fmla="*/ 0 h 10"/>
                  <a:gd name="T12" fmla="*/ 112 w 112"/>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12" h="10">
                    <a:moveTo>
                      <a:pt x="112" y="5"/>
                    </a:moveTo>
                    <a:cubicBezTo>
                      <a:pt x="112" y="8"/>
                      <a:pt x="111" y="10"/>
                      <a:pt x="109" y="10"/>
                    </a:cubicBezTo>
                    <a:cubicBezTo>
                      <a:pt x="3" y="10"/>
                      <a:pt x="3" y="10"/>
                      <a:pt x="3" y="10"/>
                    </a:cubicBezTo>
                    <a:cubicBezTo>
                      <a:pt x="2" y="10"/>
                      <a:pt x="0" y="8"/>
                      <a:pt x="0" y="5"/>
                    </a:cubicBezTo>
                    <a:cubicBezTo>
                      <a:pt x="0" y="2"/>
                      <a:pt x="2" y="0"/>
                      <a:pt x="3" y="0"/>
                    </a:cubicBezTo>
                    <a:cubicBezTo>
                      <a:pt x="109" y="0"/>
                      <a:pt x="109" y="0"/>
                      <a:pt x="109" y="0"/>
                    </a:cubicBezTo>
                    <a:cubicBezTo>
                      <a:pt x="111" y="0"/>
                      <a:pt x="112" y="2"/>
                      <a:pt x="112"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207" name="Rectangle 9"/>
            <p:cNvSpPr>
              <a:spLocks noChangeArrowheads="1"/>
            </p:cNvSpPr>
            <p:nvPr/>
          </p:nvSpPr>
          <p:spPr bwMode="auto">
            <a:xfrm>
              <a:off x="6091238" y="2837526"/>
              <a:ext cx="328613" cy="697383"/>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08" name="Group 207"/>
            <p:cNvGrpSpPr/>
            <p:nvPr/>
          </p:nvGrpSpPr>
          <p:grpSpPr>
            <a:xfrm>
              <a:off x="6076950" y="2212901"/>
              <a:ext cx="133350" cy="1266279"/>
              <a:chOff x="739775" y="2392363"/>
              <a:chExt cx="133350" cy="1298575"/>
            </a:xfrm>
          </p:grpSpPr>
          <p:sp>
            <p:nvSpPr>
              <p:cNvPr id="209" name="Line 10"/>
              <p:cNvSpPr>
                <a:spLocks noChangeShapeType="1"/>
              </p:cNvSpPr>
              <p:nvPr/>
            </p:nvSpPr>
            <p:spPr bwMode="auto">
              <a:xfrm>
                <a:off x="739775" y="239236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0" name="Line 11"/>
              <p:cNvSpPr>
                <a:spLocks noChangeShapeType="1"/>
              </p:cNvSpPr>
              <p:nvPr/>
            </p:nvSpPr>
            <p:spPr bwMode="auto">
              <a:xfrm>
                <a:off x="739775" y="24193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1" name="Line 12"/>
              <p:cNvSpPr>
                <a:spLocks noChangeShapeType="1"/>
              </p:cNvSpPr>
              <p:nvPr/>
            </p:nvSpPr>
            <p:spPr bwMode="auto">
              <a:xfrm>
                <a:off x="739775" y="24447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2" name="Line 13"/>
              <p:cNvSpPr>
                <a:spLocks noChangeShapeType="1"/>
              </p:cNvSpPr>
              <p:nvPr/>
            </p:nvSpPr>
            <p:spPr bwMode="auto">
              <a:xfrm>
                <a:off x="739775" y="24669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3" name="Line 14"/>
              <p:cNvSpPr>
                <a:spLocks noChangeShapeType="1"/>
              </p:cNvSpPr>
              <p:nvPr/>
            </p:nvSpPr>
            <p:spPr bwMode="auto">
              <a:xfrm>
                <a:off x="739775" y="24939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4" name="Line 15"/>
              <p:cNvSpPr>
                <a:spLocks noChangeShapeType="1"/>
              </p:cNvSpPr>
              <p:nvPr/>
            </p:nvSpPr>
            <p:spPr bwMode="auto">
              <a:xfrm>
                <a:off x="739775" y="2520950"/>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 name="Line 16"/>
              <p:cNvSpPr>
                <a:spLocks noChangeShapeType="1"/>
              </p:cNvSpPr>
              <p:nvPr/>
            </p:nvSpPr>
            <p:spPr bwMode="auto">
              <a:xfrm>
                <a:off x="739775" y="25463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6" name="Line 17"/>
              <p:cNvSpPr>
                <a:spLocks noChangeShapeType="1"/>
              </p:cNvSpPr>
              <p:nvPr/>
            </p:nvSpPr>
            <p:spPr bwMode="auto">
              <a:xfrm>
                <a:off x="739775" y="25733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7" name="Line 18"/>
              <p:cNvSpPr>
                <a:spLocks noChangeShapeType="1"/>
              </p:cNvSpPr>
              <p:nvPr/>
            </p:nvSpPr>
            <p:spPr bwMode="auto">
              <a:xfrm>
                <a:off x="739775" y="25987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8" name="Line 19"/>
              <p:cNvSpPr>
                <a:spLocks noChangeShapeType="1"/>
              </p:cNvSpPr>
              <p:nvPr/>
            </p:nvSpPr>
            <p:spPr bwMode="auto">
              <a:xfrm>
                <a:off x="739775" y="262572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9" name="Line 20"/>
              <p:cNvSpPr>
                <a:spLocks noChangeShapeType="1"/>
              </p:cNvSpPr>
              <p:nvPr/>
            </p:nvSpPr>
            <p:spPr bwMode="auto">
              <a:xfrm>
                <a:off x="739775" y="26527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0" name="Line 21"/>
              <p:cNvSpPr>
                <a:spLocks noChangeShapeType="1"/>
              </p:cNvSpPr>
              <p:nvPr/>
            </p:nvSpPr>
            <p:spPr bwMode="auto">
              <a:xfrm>
                <a:off x="739775" y="26781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1" name="Line 22"/>
              <p:cNvSpPr>
                <a:spLocks noChangeShapeType="1"/>
              </p:cNvSpPr>
              <p:nvPr/>
            </p:nvSpPr>
            <p:spPr bwMode="auto">
              <a:xfrm>
                <a:off x="739775" y="27051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2" name="Line 23"/>
              <p:cNvSpPr>
                <a:spLocks noChangeShapeType="1"/>
              </p:cNvSpPr>
              <p:nvPr/>
            </p:nvSpPr>
            <p:spPr bwMode="auto">
              <a:xfrm>
                <a:off x="739775" y="272732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3" name="Line 24"/>
              <p:cNvSpPr>
                <a:spLocks noChangeShapeType="1"/>
              </p:cNvSpPr>
              <p:nvPr/>
            </p:nvSpPr>
            <p:spPr bwMode="auto">
              <a:xfrm>
                <a:off x="739775" y="27543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4" name="Line 25"/>
              <p:cNvSpPr>
                <a:spLocks noChangeShapeType="1"/>
              </p:cNvSpPr>
              <p:nvPr/>
            </p:nvSpPr>
            <p:spPr bwMode="auto">
              <a:xfrm>
                <a:off x="739775" y="27797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5" name="Line 26"/>
              <p:cNvSpPr>
                <a:spLocks noChangeShapeType="1"/>
              </p:cNvSpPr>
              <p:nvPr/>
            </p:nvSpPr>
            <p:spPr bwMode="auto">
              <a:xfrm>
                <a:off x="739775" y="28067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6" name="Line 27"/>
              <p:cNvSpPr>
                <a:spLocks noChangeShapeType="1"/>
              </p:cNvSpPr>
              <p:nvPr/>
            </p:nvSpPr>
            <p:spPr bwMode="auto">
              <a:xfrm>
                <a:off x="739775" y="28336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7" name="Line 28"/>
              <p:cNvSpPr>
                <a:spLocks noChangeShapeType="1"/>
              </p:cNvSpPr>
              <p:nvPr/>
            </p:nvSpPr>
            <p:spPr bwMode="auto">
              <a:xfrm>
                <a:off x="739775" y="28590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8" name="Line 29"/>
              <p:cNvSpPr>
                <a:spLocks noChangeShapeType="1"/>
              </p:cNvSpPr>
              <p:nvPr/>
            </p:nvSpPr>
            <p:spPr bwMode="auto">
              <a:xfrm>
                <a:off x="739775" y="28860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9" name="Line 30"/>
              <p:cNvSpPr>
                <a:spLocks noChangeShapeType="1"/>
              </p:cNvSpPr>
              <p:nvPr/>
            </p:nvSpPr>
            <p:spPr bwMode="auto">
              <a:xfrm>
                <a:off x="739775" y="29114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0" name="Line 31"/>
              <p:cNvSpPr>
                <a:spLocks noChangeShapeType="1"/>
              </p:cNvSpPr>
              <p:nvPr/>
            </p:nvSpPr>
            <p:spPr bwMode="auto">
              <a:xfrm>
                <a:off x="739775" y="29384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1" name="Line 32"/>
              <p:cNvSpPr>
                <a:spLocks noChangeShapeType="1"/>
              </p:cNvSpPr>
              <p:nvPr/>
            </p:nvSpPr>
            <p:spPr bwMode="auto">
              <a:xfrm>
                <a:off x="739775" y="29654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2" name="Line 33"/>
              <p:cNvSpPr>
                <a:spLocks noChangeShapeType="1"/>
              </p:cNvSpPr>
              <p:nvPr/>
            </p:nvSpPr>
            <p:spPr bwMode="auto">
              <a:xfrm>
                <a:off x="739775" y="29908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3" name="Line 34"/>
              <p:cNvSpPr>
                <a:spLocks noChangeShapeType="1"/>
              </p:cNvSpPr>
              <p:nvPr/>
            </p:nvSpPr>
            <p:spPr bwMode="auto">
              <a:xfrm>
                <a:off x="739775" y="30178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4" name="Line 35"/>
              <p:cNvSpPr>
                <a:spLocks noChangeShapeType="1"/>
              </p:cNvSpPr>
              <p:nvPr/>
            </p:nvSpPr>
            <p:spPr bwMode="auto">
              <a:xfrm>
                <a:off x="739775" y="304006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 name="Line 36"/>
              <p:cNvSpPr>
                <a:spLocks noChangeShapeType="1"/>
              </p:cNvSpPr>
              <p:nvPr/>
            </p:nvSpPr>
            <p:spPr bwMode="auto">
              <a:xfrm>
                <a:off x="739775" y="30670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6" name="Line 37"/>
              <p:cNvSpPr>
                <a:spLocks noChangeShapeType="1"/>
              </p:cNvSpPr>
              <p:nvPr/>
            </p:nvSpPr>
            <p:spPr bwMode="auto">
              <a:xfrm>
                <a:off x="739775" y="30924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7" name="Line 38"/>
              <p:cNvSpPr>
                <a:spLocks noChangeShapeType="1"/>
              </p:cNvSpPr>
              <p:nvPr/>
            </p:nvSpPr>
            <p:spPr bwMode="auto">
              <a:xfrm>
                <a:off x="739775" y="31194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8" name="Line 39"/>
              <p:cNvSpPr>
                <a:spLocks noChangeShapeType="1"/>
              </p:cNvSpPr>
              <p:nvPr/>
            </p:nvSpPr>
            <p:spPr bwMode="auto">
              <a:xfrm>
                <a:off x="739775" y="31448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9" name="Line 40"/>
              <p:cNvSpPr>
                <a:spLocks noChangeShapeType="1"/>
              </p:cNvSpPr>
              <p:nvPr/>
            </p:nvSpPr>
            <p:spPr bwMode="auto">
              <a:xfrm>
                <a:off x="739775" y="317182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0" name="Line 41"/>
              <p:cNvSpPr>
                <a:spLocks noChangeShapeType="1"/>
              </p:cNvSpPr>
              <p:nvPr/>
            </p:nvSpPr>
            <p:spPr bwMode="auto">
              <a:xfrm>
                <a:off x="739775" y="31988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1" name="Line 42"/>
              <p:cNvSpPr>
                <a:spLocks noChangeShapeType="1"/>
              </p:cNvSpPr>
              <p:nvPr/>
            </p:nvSpPr>
            <p:spPr bwMode="auto">
              <a:xfrm>
                <a:off x="739775" y="32242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2" name="Line 43"/>
              <p:cNvSpPr>
                <a:spLocks noChangeShapeType="1"/>
              </p:cNvSpPr>
              <p:nvPr/>
            </p:nvSpPr>
            <p:spPr bwMode="auto">
              <a:xfrm>
                <a:off x="739775" y="32512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3" name="Line 44"/>
              <p:cNvSpPr>
                <a:spLocks noChangeShapeType="1"/>
              </p:cNvSpPr>
              <p:nvPr/>
            </p:nvSpPr>
            <p:spPr bwMode="auto">
              <a:xfrm>
                <a:off x="739775" y="32766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4" name="Line 45"/>
              <p:cNvSpPr>
                <a:spLocks noChangeShapeType="1"/>
              </p:cNvSpPr>
              <p:nvPr/>
            </p:nvSpPr>
            <p:spPr bwMode="auto">
              <a:xfrm>
                <a:off x="739775" y="3300413"/>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5" name="Line 46"/>
              <p:cNvSpPr>
                <a:spLocks noChangeShapeType="1"/>
              </p:cNvSpPr>
              <p:nvPr/>
            </p:nvSpPr>
            <p:spPr bwMode="auto">
              <a:xfrm>
                <a:off x="739775" y="332581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6" name="Line 47"/>
              <p:cNvSpPr>
                <a:spLocks noChangeShapeType="1"/>
              </p:cNvSpPr>
              <p:nvPr/>
            </p:nvSpPr>
            <p:spPr bwMode="auto">
              <a:xfrm>
                <a:off x="739775" y="33528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7" name="Line 48"/>
              <p:cNvSpPr>
                <a:spLocks noChangeShapeType="1"/>
              </p:cNvSpPr>
              <p:nvPr/>
            </p:nvSpPr>
            <p:spPr bwMode="auto">
              <a:xfrm>
                <a:off x="739775" y="337820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8" name="Line 49"/>
              <p:cNvSpPr>
                <a:spLocks noChangeShapeType="1"/>
              </p:cNvSpPr>
              <p:nvPr/>
            </p:nvSpPr>
            <p:spPr bwMode="auto">
              <a:xfrm>
                <a:off x="739775" y="340518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9" name="Line 50"/>
              <p:cNvSpPr>
                <a:spLocks noChangeShapeType="1"/>
              </p:cNvSpPr>
              <p:nvPr/>
            </p:nvSpPr>
            <p:spPr bwMode="auto">
              <a:xfrm>
                <a:off x="739775" y="34321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0" name="Line 51"/>
              <p:cNvSpPr>
                <a:spLocks noChangeShapeType="1"/>
              </p:cNvSpPr>
              <p:nvPr/>
            </p:nvSpPr>
            <p:spPr bwMode="auto">
              <a:xfrm>
                <a:off x="739775" y="34575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1" name="Line 52"/>
              <p:cNvSpPr>
                <a:spLocks noChangeShapeType="1"/>
              </p:cNvSpPr>
              <p:nvPr/>
            </p:nvSpPr>
            <p:spPr bwMode="auto">
              <a:xfrm>
                <a:off x="739775" y="34845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2" name="Line 53"/>
              <p:cNvSpPr>
                <a:spLocks noChangeShapeType="1"/>
              </p:cNvSpPr>
              <p:nvPr/>
            </p:nvSpPr>
            <p:spPr bwMode="auto">
              <a:xfrm>
                <a:off x="739775" y="35099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3" name="Line 54"/>
              <p:cNvSpPr>
                <a:spLocks noChangeShapeType="1"/>
              </p:cNvSpPr>
              <p:nvPr/>
            </p:nvSpPr>
            <p:spPr bwMode="auto">
              <a:xfrm>
                <a:off x="739775" y="3533775"/>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4" name="Line 55"/>
              <p:cNvSpPr>
                <a:spLocks noChangeShapeType="1"/>
              </p:cNvSpPr>
              <p:nvPr/>
            </p:nvSpPr>
            <p:spPr bwMode="auto">
              <a:xfrm>
                <a:off x="739775" y="3559175"/>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5" name="Line 56"/>
              <p:cNvSpPr>
                <a:spLocks noChangeShapeType="1"/>
              </p:cNvSpPr>
              <p:nvPr/>
            </p:nvSpPr>
            <p:spPr bwMode="auto">
              <a:xfrm>
                <a:off x="739775" y="35861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6" name="Line 57"/>
              <p:cNvSpPr>
                <a:spLocks noChangeShapeType="1"/>
              </p:cNvSpPr>
              <p:nvPr/>
            </p:nvSpPr>
            <p:spPr bwMode="auto">
              <a:xfrm>
                <a:off x="739775" y="3611563"/>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7" name="Line 58"/>
              <p:cNvSpPr>
                <a:spLocks noChangeShapeType="1"/>
              </p:cNvSpPr>
              <p:nvPr/>
            </p:nvSpPr>
            <p:spPr bwMode="auto">
              <a:xfrm>
                <a:off x="739775" y="3638550"/>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8" name="Line 59"/>
              <p:cNvSpPr>
                <a:spLocks noChangeShapeType="1"/>
              </p:cNvSpPr>
              <p:nvPr/>
            </p:nvSpPr>
            <p:spPr bwMode="auto">
              <a:xfrm>
                <a:off x="739775" y="3665538"/>
                <a:ext cx="7620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9" name="Line 60"/>
              <p:cNvSpPr>
                <a:spLocks noChangeShapeType="1"/>
              </p:cNvSpPr>
              <p:nvPr/>
            </p:nvSpPr>
            <p:spPr bwMode="auto">
              <a:xfrm>
                <a:off x="739775" y="3690938"/>
                <a:ext cx="133350" cy="0"/>
              </a:xfrm>
              <a:prstGeom prst="line">
                <a:avLst/>
              </a:prstGeom>
              <a:noFill/>
              <a:ln w="5" cap="flat">
                <a:solidFill>
                  <a:srgbClr val="FFFFFF"/>
                </a:solidFill>
                <a:prstDash val="solid"/>
                <a:miter lim="800000"/>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260" name="Rectangle 259"/>
          <p:cNvSpPr/>
          <p:nvPr/>
        </p:nvSpPr>
        <p:spPr>
          <a:xfrm>
            <a:off x="8843433" y="3456859"/>
            <a:ext cx="2438400" cy="1559338"/>
          </a:xfrm>
          <a:prstGeom prst="rect">
            <a:avLst/>
          </a:prstGeom>
        </p:spPr>
        <p:txBody>
          <a:bodyPr wrap="square">
            <a:spAutoFit/>
          </a:bodyPr>
          <a:lstStyle/>
          <a:p>
            <a:pPr algn="ctr"/>
            <a:r>
              <a:rPr lang="en-US" sz="3733">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System </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14" name="Group 13"/>
          <p:cNvGrpSpPr/>
          <p:nvPr/>
        </p:nvGrpSpPr>
        <p:grpSpPr>
          <a:xfrm>
            <a:off x="9445979" y="2087034"/>
            <a:ext cx="1233309" cy="1233309"/>
            <a:chOff x="7084484" y="1654175"/>
            <a:chExt cx="924982" cy="924982"/>
          </a:xfrm>
        </p:grpSpPr>
        <p:sp>
          <p:nvSpPr>
            <p:cNvPr id="261" name="Oval 260"/>
            <p:cNvSpPr/>
            <p:nvPr/>
          </p:nvSpPr>
          <p:spPr>
            <a:xfrm>
              <a:off x="7084484" y="1654175"/>
              <a:ext cx="924982" cy="924982"/>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67" name="Group 266"/>
            <p:cNvGrpSpPr/>
            <p:nvPr/>
          </p:nvGrpSpPr>
          <p:grpSpPr>
            <a:xfrm>
              <a:off x="7338298" y="1876644"/>
              <a:ext cx="417354" cy="414696"/>
              <a:chOff x="744538" y="3198813"/>
              <a:chExt cx="249237" cy="247650"/>
            </a:xfrm>
            <a:solidFill>
              <a:schemeClr val="bg1"/>
            </a:solidFill>
          </p:grpSpPr>
          <p:sp>
            <p:nvSpPr>
              <p:cNvPr id="268" name="Freeform 8"/>
              <p:cNvSpPr/>
              <p:nvPr/>
            </p:nvSpPr>
            <p:spPr bwMode="auto">
              <a:xfrm>
                <a:off x="744538" y="3379788"/>
                <a:ext cx="66675" cy="66675"/>
              </a:xfrm>
              <a:custGeom>
                <a:avLst/>
                <a:gdLst>
                  <a:gd name="T0" fmla="*/ 19 w 42"/>
                  <a:gd name="T1" fmla="*/ 1 h 42"/>
                  <a:gd name="T2" fmla="*/ 0 w 42"/>
                  <a:gd name="T3" fmla="*/ 42 h 42"/>
                  <a:gd name="T4" fmla="*/ 42 w 42"/>
                  <a:gd name="T5" fmla="*/ 24 h 42"/>
                  <a:gd name="T6" fmla="*/ 42 w 42"/>
                  <a:gd name="T7" fmla="*/ 24 h 42"/>
                  <a:gd name="T8" fmla="*/ 19 w 42"/>
                  <a:gd name="T9" fmla="*/ 0 h 42"/>
                  <a:gd name="T10" fmla="*/ 19 w 42"/>
                  <a:gd name="T11" fmla="*/ 1 h 42"/>
                </a:gdLst>
                <a:ahLst/>
                <a:cxnLst>
                  <a:cxn ang="0">
                    <a:pos x="T0" y="T1"/>
                  </a:cxn>
                  <a:cxn ang="0">
                    <a:pos x="T2" y="T3"/>
                  </a:cxn>
                  <a:cxn ang="0">
                    <a:pos x="T4" y="T5"/>
                  </a:cxn>
                  <a:cxn ang="0">
                    <a:pos x="T6" y="T7"/>
                  </a:cxn>
                  <a:cxn ang="0">
                    <a:pos x="T8" y="T9"/>
                  </a:cxn>
                  <a:cxn ang="0">
                    <a:pos x="T10" y="T11"/>
                  </a:cxn>
                </a:cxnLst>
                <a:rect l="0" t="0" r="r" b="b"/>
                <a:pathLst>
                  <a:path w="42" h="42">
                    <a:moveTo>
                      <a:pt x="19" y="1"/>
                    </a:moveTo>
                    <a:lnTo>
                      <a:pt x="0" y="42"/>
                    </a:lnTo>
                    <a:lnTo>
                      <a:pt x="42" y="24"/>
                    </a:lnTo>
                    <a:lnTo>
                      <a:pt x="42" y="24"/>
                    </a:lnTo>
                    <a:lnTo>
                      <a:pt x="19" y="0"/>
                    </a:lnTo>
                    <a:lnTo>
                      <a:pt x="19"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9" name="Freeform 9"/>
              <p:cNvSpPr/>
              <p:nvPr/>
            </p:nvSpPr>
            <p:spPr bwMode="auto">
              <a:xfrm>
                <a:off x="782638" y="3219451"/>
                <a:ext cx="165100" cy="168275"/>
              </a:xfrm>
              <a:custGeom>
                <a:avLst/>
                <a:gdLst>
                  <a:gd name="T0" fmla="*/ 94 w 104"/>
                  <a:gd name="T1" fmla="*/ 0 h 106"/>
                  <a:gd name="T2" fmla="*/ 0 w 104"/>
                  <a:gd name="T3" fmla="*/ 96 h 106"/>
                  <a:gd name="T4" fmla="*/ 9 w 104"/>
                  <a:gd name="T5" fmla="*/ 106 h 106"/>
                  <a:gd name="T6" fmla="*/ 104 w 104"/>
                  <a:gd name="T7" fmla="*/ 10 h 106"/>
                  <a:gd name="T8" fmla="*/ 94 w 104"/>
                  <a:gd name="T9" fmla="*/ 0 h 106"/>
                </a:gdLst>
                <a:ahLst/>
                <a:cxnLst>
                  <a:cxn ang="0">
                    <a:pos x="T0" y="T1"/>
                  </a:cxn>
                  <a:cxn ang="0">
                    <a:pos x="T2" y="T3"/>
                  </a:cxn>
                  <a:cxn ang="0">
                    <a:pos x="T4" y="T5"/>
                  </a:cxn>
                  <a:cxn ang="0">
                    <a:pos x="T6" y="T7"/>
                  </a:cxn>
                  <a:cxn ang="0">
                    <a:pos x="T8" y="T9"/>
                  </a:cxn>
                </a:cxnLst>
                <a:rect l="0" t="0" r="r" b="b"/>
                <a:pathLst>
                  <a:path w="104" h="105">
                    <a:moveTo>
                      <a:pt x="94" y="0"/>
                    </a:moveTo>
                    <a:lnTo>
                      <a:pt x="0" y="96"/>
                    </a:lnTo>
                    <a:lnTo>
                      <a:pt x="9" y="106"/>
                    </a:lnTo>
                    <a:lnTo>
                      <a:pt x="104" y="10"/>
                    </a:lnTo>
                    <a:lnTo>
                      <a:pt x="9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0" name="Freeform 10"/>
              <p:cNvSpPr/>
              <p:nvPr/>
            </p:nvSpPr>
            <p:spPr bwMode="auto">
              <a:xfrm>
                <a:off x="804863" y="3244851"/>
                <a:ext cx="165100" cy="165100"/>
              </a:xfrm>
              <a:custGeom>
                <a:avLst/>
                <a:gdLst>
                  <a:gd name="T0" fmla="*/ 95 w 104"/>
                  <a:gd name="T1" fmla="*/ 0 h 104"/>
                  <a:gd name="T2" fmla="*/ 0 w 104"/>
                  <a:gd name="T3" fmla="*/ 94 h 104"/>
                  <a:gd name="T4" fmla="*/ 10 w 104"/>
                  <a:gd name="T5" fmla="*/ 104 h 104"/>
                  <a:gd name="T6" fmla="*/ 104 w 104"/>
                  <a:gd name="T7" fmla="*/ 9 h 104"/>
                  <a:gd name="T8" fmla="*/ 95 w 104"/>
                  <a:gd name="T9" fmla="*/ 0 h 104"/>
                </a:gdLst>
                <a:ahLst/>
                <a:cxnLst>
                  <a:cxn ang="0">
                    <a:pos x="T0" y="T1"/>
                  </a:cxn>
                  <a:cxn ang="0">
                    <a:pos x="T2" y="T3"/>
                  </a:cxn>
                  <a:cxn ang="0">
                    <a:pos x="T4" y="T5"/>
                  </a:cxn>
                  <a:cxn ang="0">
                    <a:pos x="T6" y="T7"/>
                  </a:cxn>
                  <a:cxn ang="0">
                    <a:pos x="T8" y="T9"/>
                  </a:cxn>
                </a:cxnLst>
                <a:rect l="0" t="0" r="r" b="b"/>
                <a:pathLst>
                  <a:path w="104" h="104">
                    <a:moveTo>
                      <a:pt x="95" y="0"/>
                    </a:moveTo>
                    <a:lnTo>
                      <a:pt x="0" y="94"/>
                    </a:lnTo>
                    <a:lnTo>
                      <a:pt x="10" y="104"/>
                    </a:lnTo>
                    <a:lnTo>
                      <a:pt x="104" y="9"/>
                    </a:lnTo>
                    <a:lnTo>
                      <a:pt x="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1" name="Freeform 11"/>
              <p:cNvSpPr/>
              <p:nvPr/>
            </p:nvSpPr>
            <p:spPr bwMode="auto">
              <a:xfrm>
                <a:off x="942975" y="3198813"/>
                <a:ext cx="50800" cy="4921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2" name="Group 11"/>
          <p:cNvGrpSpPr/>
          <p:nvPr/>
        </p:nvGrpSpPr>
        <p:grpSpPr>
          <a:xfrm>
            <a:off x="5885746" y="2087034"/>
            <a:ext cx="1233309" cy="1233309"/>
            <a:chOff x="4414309" y="1654175"/>
            <a:chExt cx="924982" cy="924982"/>
          </a:xfrm>
        </p:grpSpPr>
        <p:sp>
          <p:nvSpPr>
            <p:cNvPr id="193" name="Oval 192"/>
            <p:cNvSpPr/>
            <p:nvPr/>
          </p:nvSpPr>
          <p:spPr>
            <a:xfrm>
              <a:off x="4414309" y="1654175"/>
              <a:ext cx="924982" cy="924982"/>
            </a:xfrm>
            <a:prstGeom prst="ellipse">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2" name="Freeform 54"/>
            <p:cNvSpPr>
              <a:spLocks noEditPoints="1"/>
            </p:cNvSpPr>
            <p:nvPr/>
          </p:nvSpPr>
          <p:spPr bwMode="auto">
            <a:xfrm>
              <a:off x="4648130" y="1885950"/>
              <a:ext cx="457339" cy="472092"/>
            </a:xfrm>
            <a:custGeom>
              <a:avLst/>
              <a:gdLst>
                <a:gd name="T0" fmla="*/ 83 w 130"/>
                <a:gd name="T1" fmla="*/ 92 h 134"/>
                <a:gd name="T2" fmla="*/ 128 w 130"/>
                <a:gd name="T3" fmla="*/ 26 h 134"/>
                <a:gd name="T4" fmla="*/ 128 w 130"/>
                <a:gd name="T5" fmla="*/ 21 h 134"/>
                <a:gd name="T6" fmla="*/ 118 w 130"/>
                <a:gd name="T7" fmla="*/ 10 h 134"/>
                <a:gd name="T8" fmla="*/ 112 w 130"/>
                <a:gd name="T9" fmla="*/ 10 h 134"/>
                <a:gd name="T10" fmla="*/ 107 w 130"/>
                <a:gd name="T11" fmla="*/ 15 h 134"/>
                <a:gd name="T12" fmla="*/ 101 w 130"/>
                <a:gd name="T13" fmla="*/ 16 h 134"/>
                <a:gd name="T14" fmla="*/ 102 w 130"/>
                <a:gd name="T15" fmla="*/ 0 h 134"/>
                <a:gd name="T16" fmla="*/ 28 w 130"/>
                <a:gd name="T17" fmla="*/ 0 h 134"/>
                <a:gd name="T18" fmla="*/ 28 w 130"/>
                <a:gd name="T19" fmla="*/ 16 h 134"/>
                <a:gd name="T20" fmla="*/ 23 w 130"/>
                <a:gd name="T21" fmla="*/ 15 h 134"/>
                <a:gd name="T22" fmla="*/ 18 w 130"/>
                <a:gd name="T23" fmla="*/ 10 h 134"/>
                <a:gd name="T24" fmla="*/ 12 w 130"/>
                <a:gd name="T25" fmla="*/ 10 h 134"/>
                <a:gd name="T26" fmla="*/ 1 w 130"/>
                <a:gd name="T27" fmla="*/ 21 h 134"/>
                <a:gd name="T28" fmla="*/ 1 w 130"/>
                <a:gd name="T29" fmla="*/ 26 h 134"/>
                <a:gd name="T30" fmla="*/ 47 w 130"/>
                <a:gd name="T31" fmla="*/ 92 h 134"/>
                <a:gd name="T32" fmla="*/ 59 w 130"/>
                <a:gd name="T33" fmla="*/ 97 h 134"/>
                <a:gd name="T34" fmla="*/ 59 w 130"/>
                <a:gd name="T35" fmla="*/ 103 h 134"/>
                <a:gd name="T36" fmla="*/ 54 w 130"/>
                <a:gd name="T37" fmla="*/ 105 h 134"/>
                <a:gd name="T38" fmla="*/ 59 w 130"/>
                <a:gd name="T39" fmla="*/ 108 h 134"/>
                <a:gd name="T40" fmla="*/ 59 w 130"/>
                <a:gd name="T41" fmla="*/ 114 h 134"/>
                <a:gd name="T42" fmla="*/ 55 w 130"/>
                <a:gd name="T43" fmla="*/ 119 h 134"/>
                <a:gd name="T44" fmla="*/ 49 w 130"/>
                <a:gd name="T45" fmla="*/ 124 h 134"/>
                <a:gd name="T46" fmla="*/ 44 w 130"/>
                <a:gd name="T47" fmla="*/ 129 h 134"/>
                <a:gd name="T48" fmla="*/ 49 w 130"/>
                <a:gd name="T49" fmla="*/ 134 h 134"/>
                <a:gd name="T50" fmla="*/ 80 w 130"/>
                <a:gd name="T51" fmla="*/ 134 h 134"/>
                <a:gd name="T52" fmla="*/ 86 w 130"/>
                <a:gd name="T53" fmla="*/ 129 h 134"/>
                <a:gd name="T54" fmla="*/ 80 w 130"/>
                <a:gd name="T55" fmla="*/ 124 h 134"/>
                <a:gd name="T56" fmla="*/ 75 w 130"/>
                <a:gd name="T57" fmla="*/ 118 h 134"/>
                <a:gd name="T58" fmla="*/ 70 w 130"/>
                <a:gd name="T59" fmla="*/ 114 h 134"/>
                <a:gd name="T60" fmla="*/ 70 w 130"/>
                <a:gd name="T61" fmla="*/ 108 h 134"/>
                <a:gd name="T62" fmla="*/ 75 w 130"/>
                <a:gd name="T63" fmla="*/ 105 h 134"/>
                <a:gd name="T64" fmla="*/ 70 w 130"/>
                <a:gd name="T65" fmla="*/ 103 h 134"/>
                <a:gd name="T66" fmla="*/ 70 w 130"/>
                <a:gd name="T67" fmla="*/ 97 h 134"/>
                <a:gd name="T68" fmla="*/ 83 w 130"/>
                <a:gd name="T69" fmla="*/ 92 h 134"/>
                <a:gd name="T70" fmla="*/ 102 w 130"/>
                <a:gd name="T71" fmla="*/ 21 h 134"/>
                <a:gd name="T72" fmla="*/ 107 w 130"/>
                <a:gd name="T73" fmla="*/ 21 h 134"/>
                <a:gd name="T74" fmla="*/ 113 w 130"/>
                <a:gd name="T75" fmla="*/ 16 h 134"/>
                <a:gd name="T76" fmla="*/ 118 w 130"/>
                <a:gd name="T77" fmla="*/ 21 h 134"/>
                <a:gd name="T78" fmla="*/ 118 w 130"/>
                <a:gd name="T79" fmla="*/ 26 h 134"/>
                <a:gd name="T80" fmla="*/ 91 w 130"/>
                <a:gd name="T81" fmla="*/ 71 h 134"/>
                <a:gd name="T82" fmla="*/ 102 w 130"/>
                <a:gd name="T83" fmla="*/ 21 h 134"/>
                <a:gd name="T84" fmla="*/ 37 w 130"/>
                <a:gd name="T85" fmla="*/ 72 h 134"/>
                <a:gd name="T86" fmla="*/ 10 w 130"/>
                <a:gd name="T87" fmla="*/ 27 h 134"/>
                <a:gd name="T88" fmla="*/ 10 w 130"/>
                <a:gd name="T89" fmla="*/ 22 h 134"/>
                <a:gd name="T90" fmla="*/ 15 w 130"/>
                <a:gd name="T91" fmla="*/ 16 h 134"/>
                <a:gd name="T92" fmla="*/ 21 w 130"/>
                <a:gd name="T93" fmla="*/ 22 h 134"/>
                <a:gd name="T94" fmla="*/ 26 w 130"/>
                <a:gd name="T95" fmla="*/ 22 h 134"/>
                <a:gd name="T96" fmla="*/ 37 w 130"/>
                <a:gd name="T97" fmla="*/ 7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34">
                  <a:moveTo>
                    <a:pt x="83" y="92"/>
                  </a:moveTo>
                  <a:cubicBezTo>
                    <a:pt x="130" y="63"/>
                    <a:pt x="128" y="26"/>
                    <a:pt x="128" y="26"/>
                  </a:cubicBezTo>
                  <a:cubicBezTo>
                    <a:pt x="128" y="21"/>
                    <a:pt x="128" y="21"/>
                    <a:pt x="128" y="21"/>
                  </a:cubicBezTo>
                  <a:cubicBezTo>
                    <a:pt x="128" y="21"/>
                    <a:pt x="128" y="10"/>
                    <a:pt x="118" y="10"/>
                  </a:cubicBezTo>
                  <a:cubicBezTo>
                    <a:pt x="115" y="10"/>
                    <a:pt x="112" y="10"/>
                    <a:pt x="112" y="10"/>
                  </a:cubicBezTo>
                  <a:cubicBezTo>
                    <a:pt x="107" y="10"/>
                    <a:pt x="107" y="15"/>
                    <a:pt x="107" y="15"/>
                  </a:cubicBezTo>
                  <a:cubicBezTo>
                    <a:pt x="107" y="15"/>
                    <a:pt x="105" y="16"/>
                    <a:pt x="101" y="16"/>
                  </a:cubicBezTo>
                  <a:cubicBezTo>
                    <a:pt x="101" y="12"/>
                    <a:pt x="102" y="0"/>
                    <a:pt x="102" y="0"/>
                  </a:cubicBezTo>
                  <a:cubicBezTo>
                    <a:pt x="56" y="6"/>
                    <a:pt x="28" y="0"/>
                    <a:pt x="28" y="0"/>
                  </a:cubicBezTo>
                  <a:cubicBezTo>
                    <a:pt x="28" y="16"/>
                    <a:pt x="28" y="16"/>
                    <a:pt x="28" y="16"/>
                  </a:cubicBezTo>
                  <a:cubicBezTo>
                    <a:pt x="24" y="16"/>
                    <a:pt x="23" y="15"/>
                    <a:pt x="23" y="15"/>
                  </a:cubicBezTo>
                  <a:cubicBezTo>
                    <a:pt x="23" y="15"/>
                    <a:pt x="22" y="10"/>
                    <a:pt x="18" y="10"/>
                  </a:cubicBezTo>
                  <a:cubicBezTo>
                    <a:pt x="18" y="10"/>
                    <a:pt x="15" y="10"/>
                    <a:pt x="12" y="10"/>
                  </a:cubicBezTo>
                  <a:cubicBezTo>
                    <a:pt x="2" y="10"/>
                    <a:pt x="1" y="21"/>
                    <a:pt x="1" y="21"/>
                  </a:cubicBezTo>
                  <a:cubicBezTo>
                    <a:pt x="1" y="26"/>
                    <a:pt x="1" y="26"/>
                    <a:pt x="1" y="26"/>
                  </a:cubicBezTo>
                  <a:cubicBezTo>
                    <a:pt x="1" y="26"/>
                    <a:pt x="0" y="63"/>
                    <a:pt x="47" y="92"/>
                  </a:cubicBezTo>
                  <a:cubicBezTo>
                    <a:pt x="47" y="92"/>
                    <a:pt x="52" y="97"/>
                    <a:pt x="59" y="97"/>
                  </a:cubicBezTo>
                  <a:cubicBezTo>
                    <a:pt x="59" y="103"/>
                    <a:pt x="59" y="103"/>
                    <a:pt x="59" y="103"/>
                  </a:cubicBezTo>
                  <a:cubicBezTo>
                    <a:pt x="59" y="103"/>
                    <a:pt x="54" y="102"/>
                    <a:pt x="54" y="105"/>
                  </a:cubicBezTo>
                  <a:cubicBezTo>
                    <a:pt x="54" y="109"/>
                    <a:pt x="59" y="108"/>
                    <a:pt x="59" y="108"/>
                  </a:cubicBezTo>
                  <a:cubicBezTo>
                    <a:pt x="59" y="114"/>
                    <a:pt x="59" y="114"/>
                    <a:pt x="59" y="114"/>
                  </a:cubicBezTo>
                  <a:cubicBezTo>
                    <a:pt x="59" y="114"/>
                    <a:pt x="58" y="119"/>
                    <a:pt x="55" y="119"/>
                  </a:cubicBezTo>
                  <a:cubicBezTo>
                    <a:pt x="55" y="124"/>
                    <a:pt x="49" y="124"/>
                    <a:pt x="49" y="124"/>
                  </a:cubicBezTo>
                  <a:cubicBezTo>
                    <a:pt x="49" y="124"/>
                    <a:pt x="44" y="125"/>
                    <a:pt x="44" y="129"/>
                  </a:cubicBezTo>
                  <a:cubicBezTo>
                    <a:pt x="44" y="129"/>
                    <a:pt x="43" y="134"/>
                    <a:pt x="49" y="134"/>
                  </a:cubicBezTo>
                  <a:cubicBezTo>
                    <a:pt x="57" y="134"/>
                    <a:pt x="80" y="134"/>
                    <a:pt x="80" y="134"/>
                  </a:cubicBezTo>
                  <a:cubicBezTo>
                    <a:pt x="85" y="134"/>
                    <a:pt x="86" y="129"/>
                    <a:pt x="86" y="129"/>
                  </a:cubicBezTo>
                  <a:cubicBezTo>
                    <a:pt x="86" y="129"/>
                    <a:pt x="86" y="124"/>
                    <a:pt x="80" y="124"/>
                  </a:cubicBezTo>
                  <a:cubicBezTo>
                    <a:pt x="75" y="124"/>
                    <a:pt x="75" y="118"/>
                    <a:pt x="75" y="118"/>
                  </a:cubicBezTo>
                  <a:cubicBezTo>
                    <a:pt x="75" y="118"/>
                    <a:pt x="70" y="119"/>
                    <a:pt x="70" y="114"/>
                  </a:cubicBezTo>
                  <a:cubicBezTo>
                    <a:pt x="70" y="108"/>
                    <a:pt x="70" y="108"/>
                    <a:pt x="70" y="108"/>
                  </a:cubicBezTo>
                  <a:cubicBezTo>
                    <a:pt x="70" y="108"/>
                    <a:pt x="75" y="109"/>
                    <a:pt x="75" y="105"/>
                  </a:cubicBezTo>
                  <a:cubicBezTo>
                    <a:pt x="75" y="102"/>
                    <a:pt x="70" y="103"/>
                    <a:pt x="70" y="103"/>
                  </a:cubicBezTo>
                  <a:cubicBezTo>
                    <a:pt x="70" y="97"/>
                    <a:pt x="70" y="97"/>
                    <a:pt x="70" y="97"/>
                  </a:cubicBezTo>
                  <a:cubicBezTo>
                    <a:pt x="75" y="97"/>
                    <a:pt x="79" y="95"/>
                    <a:pt x="83" y="92"/>
                  </a:cubicBezTo>
                  <a:close/>
                  <a:moveTo>
                    <a:pt x="102" y="21"/>
                  </a:moveTo>
                  <a:cubicBezTo>
                    <a:pt x="103" y="21"/>
                    <a:pt x="107" y="21"/>
                    <a:pt x="107" y="21"/>
                  </a:cubicBezTo>
                  <a:cubicBezTo>
                    <a:pt x="112" y="21"/>
                    <a:pt x="113" y="16"/>
                    <a:pt x="113" y="16"/>
                  </a:cubicBezTo>
                  <a:cubicBezTo>
                    <a:pt x="118" y="16"/>
                    <a:pt x="118" y="21"/>
                    <a:pt x="118" y="21"/>
                  </a:cubicBezTo>
                  <a:cubicBezTo>
                    <a:pt x="118" y="26"/>
                    <a:pt x="118" y="26"/>
                    <a:pt x="118" y="26"/>
                  </a:cubicBezTo>
                  <a:cubicBezTo>
                    <a:pt x="118" y="26"/>
                    <a:pt x="116" y="47"/>
                    <a:pt x="91" y="71"/>
                  </a:cubicBezTo>
                  <a:cubicBezTo>
                    <a:pt x="97" y="61"/>
                    <a:pt x="102" y="38"/>
                    <a:pt x="102" y="21"/>
                  </a:cubicBezTo>
                  <a:close/>
                  <a:moveTo>
                    <a:pt x="37" y="72"/>
                  </a:moveTo>
                  <a:cubicBezTo>
                    <a:pt x="11" y="48"/>
                    <a:pt x="10" y="27"/>
                    <a:pt x="10" y="27"/>
                  </a:cubicBezTo>
                  <a:cubicBezTo>
                    <a:pt x="10" y="22"/>
                    <a:pt x="10" y="22"/>
                    <a:pt x="10" y="22"/>
                  </a:cubicBezTo>
                  <a:cubicBezTo>
                    <a:pt x="10" y="22"/>
                    <a:pt x="10" y="16"/>
                    <a:pt x="15" y="16"/>
                  </a:cubicBezTo>
                  <a:cubicBezTo>
                    <a:pt x="15" y="16"/>
                    <a:pt x="15" y="22"/>
                    <a:pt x="21" y="22"/>
                  </a:cubicBezTo>
                  <a:cubicBezTo>
                    <a:pt x="21" y="22"/>
                    <a:pt x="25" y="22"/>
                    <a:pt x="26" y="22"/>
                  </a:cubicBezTo>
                  <a:cubicBezTo>
                    <a:pt x="26" y="39"/>
                    <a:pt x="31" y="62"/>
                    <a:pt x="37" y="72"/>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Group 5"/>
          <p:cNvGrpSpPr/>
          <p:nvPr/>
        </p:nvGrpSpPr>
        <p:grpSpPr>
          <a:xfrm>
            <a:off x="2329746" y="2091267"/>
            <a:ext cx="1233309" cy="1233309"/>
            <a:chOff x="1747309" y="1657350"/>
            <a:chExt cx="924982" cy="924982"/>
          </a:xfrm>
        </p:grpSpPr>
        <p:sp>
          <p:nvSpPr>
            <p:cNvPr id="125" name="Oval 124"/>
            <p:cNvSpPr/>
            <p:nvPr/>
          </p:nvSpPr>
          <p:spPr>
            <a:xfrm>
              <a:off x="1747309" y="1657350"/>
              <a:ext cx="924982" cy="924982"/>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73" name="Group 272"/>
            <p:cNvGrpSpPr/>
            <p:nvPr/>
          </p:nvGrpSpPr>
          <p:grpSpPr>
            <a:xfrm>
              <a:off x="1936429" y="1885950"/>
              <a:ext cx="546742" cy="442174"/>
              <a:chOff x="312738" y="3205163"/>
              <a:chExt cx="290513" cy="234950"/>
            </a:xfrm>
            <a:solidFill>
              <a:schemeClr val="bg1"/>
            </a:solidFill>
          </p:grpSpPr>
          <p:sp>
            <p:nvSpPr>
              <p:cNvPr id="274"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5" name="Freeform 6"/>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6"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262"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63"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264" name="Group 263"/>
          <p:cNvGrpSpPr/>
          <p:nvPr/>
        </p:nvGrpSpPr>
        <p:grpSpPr>
          <a:xfrm>
            <a:off x="745927" y="5735914"/>
            <a:ext cx="10661949" cy="140901"/>
            <a:chOff x="745927" y="5494178"/>
            <a:chExt cx="10661949" cy="140901"/>
          </a:xfrm>
        </p:grpSpPr>
        <p:cxnSp>
          <p:nvCxnSpPr>
            <p:cNvPr id="266" name="Straight Connector 265"/>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277" name="Group 276"/>
            <p:cNvGrpSpPr/>
            <p:nvPr/>
          </p:nvGrpSpPr>
          <p:grpSpPr>
            <a:xfrm>
              <a:off x="4430272" y="5494178"/>
              <a:ext cx="3293258" cy="140901"/>
              <a:chOff x="3978245" y="5494178"/>
              <a:chExt cx="3293258" cy="140901"/>
            </a:xfrm>
          </p:grpSpPr>
          <p:sp>
            <p:nvSpPr>
              <p:cNvPr id="278" name="Rectangle 277"/>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79" name="Rectangle 278"/>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80" name="Rectangle 279"/>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281" name="Rectangle 280"/>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161484348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72212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Low Level Costing</a:t>
            </a:r>
          </a:p>
        </p:txBody>
      </p:sp>
      <p:sp>
        <p:nvSpPr>
          <p:cNvPr id="15"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grpSp>
        <p:nvGrpSpPr>
          <p:cNvPr id="5" name="Group 4"/>
          <p:cNvGrpSpPr/>
          <p:nvPr/>
        </p:nvGrpSpPr>
        <p:grpSpPr>
          <a:xfrm>
            <a:off x="1727200" y="1803399"/>
            <a:ext cx="2282496" cy="4508091"/>
            <a:chOff x="1727200" y="1803399"/>
            <a:chExt cx="2282496" cy="4508091"/>
          </a:xfrm>
        </p:grpSpPr>
        <p:grpSp>
          <p:nvGrpSpPr>
            <p:cNvPr id="12" name="Group 11"/>
            <p:cNvGrpSpPr/>
            <p:nvPr/>
          </p:nvGrpSpPr>
          <p:grpSpPr>
            <a:xfrm>
              <a:off x="1727200" y="1803399"/>
              <a:ext cx="2282496" cy="4508091"/>
              <a:chOff x="4139969" y="2800350"/>
              <a:chExt cx="917575" cy="1938747"/>
            </a:xfrm>
          </p:grpSpPr>
          <p:sp>
            <p:nvSpPr>
              <p:cNvPr id="13" name="Freeform 28"/>
              <p:cNvSpPr>
                <a:spLocks noEditPoints="1"/>
              </p:cNvSpPr>
              <p:nvPr/>
            </p:nvSpPr>
            <p:spPr bwMode="auto">
              <a:xfrm>
                <a:off x="4139969" y="2800350"/>
                <a:ext cx="917575" cy="1938747"/>
              </a:xfrm>
              <a:custGeom>
                <a:avLst/>
                <a:gdLst>
                  <a:gd name="T0" fmla="*/ 214 w 214"/>
                  <a:gd name="T1" fmla="*/ 30 h 453"/>
                  <a:gd name="T2" fmla="*/ 184 w 214"/>
                  <a:gd name="T3" fmla="*/ 0 h 453"/>
                  <a:gd name="T4" fmla="*/ 31 w 214"/>
                  <a:gd name="T5" fmla="*/ 0 h 453"/>
                  <a:gd name="T6" fmla="*/ 0 w 214"/>
                  <a:gd name="T7" fmla="*/ 30 h 453"/>
                  <a:gd name="T8" fmla="*/ 0 w 214"/>
                  <a:gd name="T9" fmla="*/ 423 h 453"/>
                  <a:gd name="T10" fmla="*/ 31 w 214"/>
                  <a:gd name="T11" fmla="*/ 453 h 453"/>
                  <a:gd name="T12" fmla="*/ 184 w 214"/>
                  <a:gd name="T13" fmla="*/ 453 h 453"/>
                  <a:gd name="T14" fmla="*/ 214 w 214"/>
                  <a:gd name="T15" fmla="*/ 423 h 453"/>
                  <a:gd name="T16" fmla="*/ 214 w 214"/>
                  <a:gd name="T17" fmla="*/ 30 h 453"/>
                  <a:gd name="T18" fmla="*/ 130 w 214"/>
                  <a:gd name="T19" fmla="*/ 40 h 453"/>
                  <a:gd name="T20" fmla="*/ 125 w 214"/>
                  <a:gd name="T21" fmla="*/ 45 h 453"/>
                  <a:gd name="T22" fmla="*/ 92 w 214"/>
                  <a:gd name="T23" fmla="*/ 45 h 453"/>
                  <a:gd name="T24" fmla="*/ 87 w 214"/>
                  <a:gd name="T25" fmla="*/ 40 h 453"/>
                  <a:gd name="T26" fmla="*/ 87 w 214"/>
                  <a:gd name="T27" fmla="*/ 40 h 453"/>
                  <a:gd name="T28" fmla="*/ 92 w 214"/>
                  <a:gd name="T29" fmla="*/ 35 h 453"/>
                  <a:gd name="T30" fmla="*/ 125 w 214"/>
                  <a:gd name="T31" fmla="*/ 35 h 453"/>
                  <a:gd name="T32" fmla="*/ 130 w 214"/>
                  <a:gd name="T33" fmla="*/ 40 h 453"/>
                  <a:gd name="T34" fmla="*/ 200 w 214"/>
                  <a:gd name="T35" fmla="*/ 389 h 453"/>
                  <a:gd name="T36" fmla="*/ 18 w 214"/>
                  <a:gd name="T37" fmla="*/ 389 h 453"/>
                  <a:gd name="T38" fmla="*/ 18 w 214"/>
                  <a:gd name="T39" fmla="*/ 65 h 453"/>
                  <a:gd name="T40" fmla="*/ 200 w 214"/>
                  <a:gd name="T41" fmla="*/ 65 h 453"/>
                  <a:gd name="T42" fmla="*/ 200 w 214"/>
                  <a:gd name="T43" fmla="*/ 38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452">
                    <a:moveTo>
                      <a:pt x="214" y="30"/>
                    </a:moveTo>
                    <a:cubicBezTo>
                      <a:pt x="214" y="14"/>
                      <a:pt x="201" y="0"/>
                      <a:pt x="184" y="0"/>
                    </a:cubicBezTo>
                    <a:cubicBezTo>
                      <a:pt x="31" y="0"/>
                      <a:pt x="31" y="0"/>
                      <a:pt x="31" y="0"/>
                    </a:cubicBezTo>
                    <a:cubicBezTo>
                      <a:pt x="14" y="0"/>
                      <a:pt x="0" y="14"/>
                      <a:pt x="0" y="30"/>
                    </a:cubicBezTo>
                    <a:cubicBezTo>
                      <a:pt x="0" y="423"/>
                      <a:pt x="0" y="423"/>
                      <a:pt x="0" y="423"/>
                    </a:cubicBezTo>
                    <a:cubicBezTo>
                      <a:pt x="0" y="440"/>
                      <a:pt x="14" y="453"/>
                      <a:pt x="31" y="453"/>
                    </a:cubicBezTo>
                    <a:cubicBezTo>
                      <a:pt x="184" y="453"/>
                      <a:pt x="184" y="453"/>
                      <a:pt x="184" y="453"/>
                    </a:cubicBezTo>
                    <a:cubicBezTo>
                      <a:pt x="201" y="453"/>
                      <a:pt x="214" y="440"/>
                      <a:pt x="214" y="423"/>
                    </a:cubicBezTo>
                    <a:lnTo>
                      <a:pt x="214" y="30"/>
                    </a:lnTo>
                    <a:close/>
                    <a:moveTo>
                      <a:pt x="130" y="40"/>
                    </a:moveTo>
                    <a:cubicBezTo>
                      <a:pt x="130" y="43"/>
                      <a:pt x="128" y="45"/>
                      <a:pt x="125" y="45"/>
                    </a:cubicBezTo>
                    <a:cubicBezTo>
                      <a:pt x="92" y="45"/>
                      <a:pt x="92" y="45"/>
                      <a:pt x="92" y="45"/>
                    </a:cubicBezTo>
                    <a:cubicBezTo>
                      <a:pt x="90" y="45"/>
                      <a:pt x="87" y="43"/>
                      <a:pt x="87" y="40"/>
                    </a:cubicBezTo>
                    <a:cubicBezTo>
                      <a:pt x="87" y="40"/>
                      <a:pt x="87" y="40"/>
                      <a:pt x="87" y="40"/>
                    </a:cubicBezTo>
                    <a:cubicBezTo>
                      <a:pt x="87" y="37"/>
                      <a:pt x="90" y="35"/>
                      <a:pt x="92" y="35"/>
                    </a:cubicBezTo>
                    <a:cubicBezTo>
                      <a:pt x="125" y="35"/>
                      <a:pt x="125" y="35"/>
                      <a:pt x="125" y="35"/>
                    </a:cubicBezTo>
                    <a:cubicBezTo>
                      <a:pt x="128" y="35"/>
                      <a:pt x="130" y="37"/>
                      <a:pt x="130" y="40"/>
                    </a:cubicBezTo>
                    <a:close/>
                    <a:moveTo>
                      <a:pt x="200" y="389"/>
                    </a:moveTo>
                    <a:cubicBezTo>
                      <a:pt x="18" y="389"/>
                      <a:pt x="18" y="389"/>
                      <a:pt x="18" y="389"/>
                    </a:cubicBezTo>
                    <a:cubicBezTo>
                      <a:pt x="18" y="65"/>
                      <a:pt x="18" y="65"/>
                      <a:pt x="18" y="65"/>
                    </a:cubicBezTo>
                    <a:cubicBezTo>
                      <a:pt x="200" y="65"/>
                      <a:pt x="200" y="65"/>
                      <a:pt x="200" y="65"/>
                    </a:cubicBezTo>
                    <a:lnTo>
                      <a:pt x="200" y="3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3"/>
              <p:cNvSpPr/>
              <p:nvPr/>
            </p:nvSpPr>
            <p:spPr>
              <a:xfrm>
                <a:off x="4217756" y="3083923"/>
                <a:ext cx="777240" cy="1371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8" name="Rectangle 68"/>
            <p:cNvSpPr>
              <a:spLocks noChangeArrowheads="1"/>
            </p:cNvSpPr>
            <p:nvPr/>
          </p:nvSpPr>
          <p:spPr bwMode="auto">
            <a:xfrm>
              <a:off x="1920697" y="2404535"/>
              <a:ext cx="1933409" cy="3272974"/>
            </a:xfrm>
            <a:prstGeom prst="rect">
              <a:avLst/>
            </a:prstGeom>
            <a:solidFill>
              <a:schemeClr val="bg1">
                <a:lumMod val="85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Group 5"/>
          <p:cNvGrpSpPr/>
          <p:nvPr/>
        </p:nvGrpSpPr>
        <p:grpSpPr>
          <a:xfrm>
            <a:off x="4160607" y="1803399"/>
            <a:ext cx="2282496" cy="4508091"/>
            <a:chOff x="4160607" y="1803399"/>
            <a:chExt cx="2282496" cy="4508091"/>
          </a:xfrm>
        </p:grpSpPr>
        <p:grpSp>
          <p:nvGrpSpPr>
            <p:cNvPr id="2" name="Group 1"/>
            <p:cNvGrpSpPr/>
            <p:nvPr/>
          </p:nvGrpSpPr>
          <p:grpSpPr>
            <a:xfrm>
              <a:off x="4160607" y="1803399"/>
              <a:ext cx="2282496" cy="4508091"/>
              <a:chOff x="3120455" y="1352549"/>
              <a:chExt cx="1711872" cy="3381068"/>
            </a:xfrm>
          </p:grpSpPr>
          <p:sp>
            <p:nvSpPr>
              <p:cNvPr id="16" name="Freeform 28"/>
              <p:cNvSpPr>
                <a:spLocks noEditPoints="1"/>
              </p:cNvSpPr>
              <p:nvPr/>
            </p:nvSpPr>
            <p:spPr bwMode="auto">
              <a:xfrm>
                <a:off x="3120455" y="1352549"/>
                <a:ext cx="1711872" cy="3381068"/>
              </a:xfrm>
              <a:custGeom>
                <a:avLst/>
                <a:gdLst>
                  <a:gd name="T0" fmla="*/ 214 w 214"/>
                  <a:gd name="T1" fmla="*/ 30 h 453"/>
                  <a:gd name="T2" fmla="*/ 184 w 214"/>
                  <a:gd name="T3" fmla="*/ 0 h 453"/>
                  <a:gd name="T4" fmla="*/ 31 w 214"/>
                  <a:gd name="T5" fmla="*/ 0 h 453"/>
                  <a:gd name="T6" fmla="*/ 0 w 214"/>
                  <a:gd name="T7" fmla="*/ 30 h 453"/>
                  <a:gd name="T8" fmla="*/ 0 w 214"/>
                  <a:gd name="T9" fmla="*/ 423 h 453"/>
                  <a:gd name="T10" fmla="*/ 31 w 214"/>
                  <a:gd name="T11" fmla="*/ 453 h 453"/>
                  <a:gd name="T12" fmla="*/ 184 w 214"/>
                  <a:gd name="T13" fmla="*/ 453 h 453"/>
                  <a:gd name="T14" fmla="*/ 214 w 214"/>
                  <a:gd name="T15" fmla="*/ 423 h 453"/>
                  <a:gd name="T16" fmla="*/ 214 w 214"/>
                  <a:gd name="T17" fmla="*/ 30 h 453"/>
                  <a:gd name="T18" fmla="*/ 130 w 214"/>
                  <a:gd name="T19" fmla="*/ 40 h 453"/>
                  <a:gd name="T20" fmla="*/ 125 w 214"/>
                  <a:gd name="T21" fmla="*/ 45 h 453"/>
                  <a:gd name="T22" fmla="*/ 92 w 214"/>
                  <a:gd name="T23" fmla="*/ 45 h 453"/>
                  <a:gd name="T24" fmla="*/ 87 w 214"/>
                  <a:gd name="T25" fmla="*/ 40 h 453"/>
                  <a:gd name="T26" fmla="*/ 87 w 214"/>
                  <a:gd name="T27" fmla="*/ 40 h 453"/>
                  <a:gd name="T28" fmla="*/ 92 w 214"/>
                  <a:gd name="T29" fmla="*/ 35 h 453"/>
                  <a:gd name="T30" fmla="*/ 125 w 214"/>
                  <a:gd name="T31" fmla="*/ 35 h 453"/>
                  <a:gd name="T32" fmla="*/ 130 w 214"/>
                  <a:gd name="T33" fmla="*/ 40 h 453"/>
                  <a:gd name="T34" fmla="*/ 200 w 214"/>
                  <a:gd name="T35" fmla="*/ 389 h 453"/>
                  <a:gd name="T36" fmla="*/ 18 w 214"/>
                  <a:gd name="T37" fmla="*/ 389 h 453"/>
                  <a:gd name="T38" fmla="*/ 18 w 214"/>
                  <a:gd name="T39" fmla="*/ 65 h 453"/>
                  <a:gd name="T40" fmla="*/ 200 w 214"/>
                  <a:gd name="T41" fmla="*/ 65 h 453"/>
                  <a:gd name="T42" fmla="*/ 200 w 214"/>
                  <a:gd name="T43" fmla="*/ 38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452">
                    <a:moveTo>
                      <a:pt x="214" y="30"/>
                    </a:moveTo>
                    <a:cubicBezTo>
                      <a:pt x="214" y="14"/>
                      <a:pt x="201" y="0"/>
                      <a:pt x="184" y="0"/>
                    </a:cubicBezTo>
                    <a:cubicBezTo>
                      <a:pt x="31" y="0"/>
                      <a:pt x="31" y="0"/>
                      <a:pt x="31" y="0"/>
                    </a:cubicBezTo>
                    <a:cubicBezTo>
                      <a:pt x="14" y="0"/>
                      <a:pt x="0" y="14"/>
                      <a:pt x="0" y="30"/>
                    </a:cubicBezTo>
                    <a:cubicBezTo>
                      <a:pt x="0" y="423"/>
                      <a:pt x="0" y="423"/>
                      <a:pt x="0" y="423"/>
                    </a:cubicBezTo>
                    <a:cubicBezTo>
                      <a:pt x="0" y="440"/>
                      <a:pt x="14" y="453"/>
                      <a:pt x="31" y="453"/>
                    </a:cubicBezTo>
                    <a:cubicBezTo>
                      <a:pt x="184" y="453"/>
                      <a:pt x="184" y="453"/>
                      <a:pt x="184" y="453"/>
                    </a:cubicBezTo>
                    <a:cubicBezTo>
                      <a:pt x="201" y="453"/>
                      <a:pt x="214" y="440"/>
                      <a:pt x="214" y="423"/>
                    </a:cubicBezTo>
                    <a:lnTo>
                      <a:pt x="214" y="30"/>
                    </a:lnTo>
                    <a:close/>
                    <a:moveTo>
                      <a:pt x="130" y="40"/>
                    </a:moveTo>
                    <a:cubicBezTo>
                      <a:pt x="130" y="43"/>
                      <a:pt x="128" y="45"/>
                      <a:pt x="125" y="45"/>
                    </a:cubicBezTo>
                    <a:cubicBezTo>
                      <a:pt x="92" y="45"/>
                      <a:pt x="92" y="45"/>
                      <a:pt x="92" y="45"/>
                    </a:cubicBezTo>
                    <a:cubicBezTo>
                      <a:pt x="90" y="45"/>
                      <a:pt x="87" y="43"/>
                      <a:pt x="87" y="40"/>
                    </a:cubicBezTo>
                    <a:cubicBezTo>
                      <a:pt x="87" y="40"/>
                      <a:pt x="87" y="40"/>
                      <a:pt x="87" y="40"/>
                    </a:cubicBezTo>
                    <a:cubicBezTo>
                      <a:pt x="87" y="37"/>
                      <a:pt x="90" y="35"/>
                      <a:pt x="92" y="35"/>
                    </a:cubicBezTo>
                    <a:cubicBezTo>
                      <a:pt x="125" y="35"/>
                      <a:pt x="125" y="35"/>
                      <a:pt x="125" y="35"/>
                    </a:cubicBezTo>
                    <a:cubicBezTo>
                      <a:pt x="128" y="35"/>
                      <a:pt x="130" y="37"/>
                      <a:pt x="130" y="40"/>
                    </a:cubicBezTo>
                    <a:close/>
                    <a:moveTo>
                      <a:pt x="200" y="389"/>
                    </a:moveTo>
                    <a:cubicBezTo>
                      <a:pt x="18" y="389"/>
                      <a:pt x="18" y="389"/>
                      <a:pt x="18" y="389"/>
                    </a:cubicBezTo>
                    <a:cubicBezTo>
                      <a:pt x="18" y="65"/>
                      <a:pt x="18" y="65"/>
                      <a:pt x="18" y="65"/>
                    </a:cubicBezTo>
                    <a:cubicBezTo>
                      <a:pt x="200" y="65"/>
                      <a:pt x="200" y="65"/>
                      <a:pt x="200" y="65"/>
                    </a:cubicBezTo>
                    <a:lnTo>
                      <a:pt x="200" y="38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Rectangle 16"/>
              <p:cNvSpPr/>
              <p:nvPr/>
            </p:nvSpPr>
            <p:spPr>
              <a:xfrm>
                <a:off x="3265578" y="1847085"/>
                <a:ext cx="1450057" cy="23919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19" name="Rectangle 68"/>
            <p:cNvSpPr>
              <a:spLocks noChangeArrowheads="1"/>
            </p:cNvSpPr>
            <p:nvPr/>
          </p:nvSpPr>
          <p:spPr bwMode="auto">
            <a:xfrm>
              <a:off x="4354104" y="2404535"/>
              <a:ext cx="1933409" cy="3272974"/>
            </a:xfrm>
            <a:prstGeom prst="rect">
              <a:avLst/>
            </a:prstGeom>
            <a:solidFill>
              <a:schemeClr val="bg1">
                <a:lumMod val="85000"/>
              </a:schemeClr>
            </a:solidFill>
            <a:ln>
              <a:noFill/>
            </a:ln>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45" name="Rectangle 44"/>
          <p:cNvSpPr/>
          <p:nvPr/>
        </p:nvSpPr>
        <p:spPr>
          <a:xfrm>
            <a:off x="8315727" y="1854075"/>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Life Cycle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49" name="Rectangle 48"/>
          <p:cNvSpPr/>
          <p:nvPr/>
        </p:nvSpPr>
        <p:spPr>
          <a:xfrm>
            <a:off x="8315727" y="3048283"/>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Quality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53" name="Rectangle 52"/>
          <p:cNvSpPr/>
          <p:nvPr/>
        </p:nvSpPr>
        <p:spPr>
          <a:xfrm>
            <a:off x="8315727" y="4241348"/>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Brand</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57" name="Rectangle 56"/>
          <p:cNvSpPr/>
          <p:nvPr/>
        </p:nvSpPr>
        <p:spPr>
          <a:xfrm>
            <a:off x="8315727" y="5435556"/>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Self Market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grpSp>
        <p:nvGrpSpPr>
          <p:cNvPr id="11" name="Group 10"/>
          <p:cNvGrpSpPr/>
          <p:nvPr/>
        </p:nvGrpSpPr>
        <p:grpSpPr>
          <a:xfrm>
            <a:off x="7299727" y="1798260"/>
            <a:ext cx="937712" cy="943598"/>
            <a:chOff x="7299727" y="1798260"/>
            <a:chExt cx="937712" cy="943598"/>
          </a:xfrm>
        </p:grpSpPr>
        <p:sp>
          <p:nvSpPr>
            <p:cNvPr id="43" name="Oval 42"/>
            <p:cNvSpPr/>
            <p:nvPr/>
          </p:nvSpPr>
          <p:spPr>
            <a:xfrm>
              <a:off x="7299727" y="1798260"/>
              <a:ext cx="937712" cy="943598"/>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58" name="Group 57"/>
            <p:cNvGrpSpPr/>
            <p:nvPr/>
          </p:nvGrpSpPr>
          <p:grpSpPr>
            <a:xfrm>
              <a:off x="7516038" y="2013343"/>
              <a:ext cx="505090" cy="512460"/>
              <a:chOff x="2360613" y="2686051"/>
              <a:chExt cx="217488" cy="220662"/>
            </a:xfrm>
            <a:solidFill>
              <a:schemeClr val="bg1"/>
            </a:solidFill>
          </p:grpSpPr>
          <p:sp>
            <p:nvSpPr>
              <p:cNvPr id="59"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75" name="Group 74"/>
          <p:cNvGrpSpPr/>
          <p:nvPr/>
        </p:nvGrpSpPr>
        <p:grpSpPr>
          <a:xfrm>
            <a:off x="7299727" y="5379256"/>
            <a:ext cx="937712" cy="943598"/>
            <a:chOff x="7299727" y="5379256"/>
            <a:chExt cx="937712" cy="943598"/>
          </a:xfrm>
        </p:grpSpPr>
        <p:sp>
          <p:nvSpPr>
            <p:cNvPr id="55" name="Oval 54"/>
            <p:cNvSpPr/>
            <p:nvPr/>
          </p:nvSpPr>
          <p:spPr>
            <a:xfrm>
              <a:off x="7299727" y="5379256"/>
              <a:ext cx="937712" cy="943598"/>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62" name="Group 61"/>
            <p:cNvGrpSpPr/>
            <p:nvPr/>
          </p:nvGrpSpPr>
          <p:grpSpPr>
            <a:xfrm>
              <a:off x="7542945" y="5647582"/>
              <a:ext cx="451276" cy="382823"/>
              <a:chOff x="1112838" y="3203576"/>
              <a:chExt cx="282575" cy="239712"/>
            </a:xfrm>
            <a:solidFill>
              <a:schemeClr val="bg1"/>
            </a:solidFill>
          </p:grpSpPr>
          <p:sp>
            <p:nvSpPr>
              <p:cNvPr id="63" name="Freeform 12"/>
              <p:cNvSpPr/>
              <p:nvPr/>
            </p:nvSpPr>
            <p:spPr bwMode="auto">
              <a:xfrm>
                <a:off x="1201738" y="3343276"/>
                <a:ext cx="50800" cy="50800"/>
              </a:xfrm>
              <a:custGeom>
                <a:avLst/>
                <a:gdLst>
                  <a:gd name="T0" fmla="*/ 32 w 32"/>
                  <a:gd name="T1" fmla="*/ 18 h 32"/>
                  <a:gd name="T2" fmla="*/ 15 w 32"/>
                  <a:gd name="T3" fmla="*/ 0 h 32"/>
                  <a:gd name="T4" fmla="*/ 15 w 32"/>
                  <a:gd name="T5" fmla="*/ 0 h 32"/>
                  <a:gd name="T6" fmla="*/ 0 w 32"/>
                  <a:gd name="T7" fmla="*/ 32 h 32"/>
                  <a:gd name="T8" fmla="*/ 32 w 32"/>
                  <a:gd name="T9" fmla="*/ 18 h 32"/>
                </a:gdLst>
                <a:ahLst/>
                <a:cxnLst>
                  <a:cxn ang="0">
                    <a:pos x="T0" y="T1"/>
                  </a:cxn>
                  <a:cxn ang="0">
                    <a:pos x="T2" y="T3"/>
                  </a:cxn>
                  <a:cxn ang="0">
                    <a:pos x="T4" y="T5"/>
                  </a:cxn>
                  <a:cxn ang="0">
                    <a:pos x="T6" y="T7"/>
                  </a:cxn>
                  <a:cxn ang="0">
                    <a:pos x="T8" y="T9"/>
                  </a:cxn>
                </a:cxnLst>
                <a:rect l="0" t="0" r="r" b="b"/>
                <a:pathLst>
                  <a:path w="32" h="32">
                    <a:moveTo>
                      <a:pt x="32" y="18"/>
                    </a:moveTo>
                    <a:lnTo>
                      <a:pt x="15" y="0"/>
                    </a:lnTo>
                    <a:lnTo>
                      <a:pt x="15" y="0"/>
                    </a:lnTo>
                    <a:lnTo>
                      <a:pt x="0" y="32"/>
                    </a:lnTo>
                    <a:lnTo>
                      <a:pt x="3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Rectangle 13"/>
              <p:cNvSpPr>
                <a:spLocks noChangeArrowheads="1"/>
              </p:cNvSpPr>
              <p:nvPr/>
            </p:nvSpPr>
            <p:spPr bwMode="auto">
              <a:xfrm>
                <a:off x="1252538" y="3371851"/>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14"/>
              <p:cNvSpPr/>
              <p:nvPr/>
            </p:nvSpPr>
            <p:spPr bwMode="auto">
              <a:xfrm>
                <a:off x="1231900" y="3219451"/>
                <a:ext cx="127000" cy="127000"/>
              </a:xfrm>
              <a:custGeom>
                <a:avLst/>
                <a:gdLst>
                  <a:gd name="T0" fmla="*/ 73 w 80"/>
                  <a:gd name="T1" fmla="*/ 0 h 80"/>
                  <a:gd name="T2" fmla="*/ 0 w 80"/>
                  <a:gd name="T3" fmla="*/ 73 h 80"/>
                  <a:gd name="T4" fmla="*/ 7 w 80"/>
                  <a:gd name="T5" fmla="*/ 80 h 80"/>
                  <a:gd name="T6" fmla="*/ 80 w 80"/>
                  <a:gd name="T7" fmla="*/ 8 h 80"/>
                  <a:gd name="T8" fmla="*/ 73 w 80"/>
                  <a:gd name="T9" fmla="*/ 0 h 80"/>
                </a:gdLst>
                <a:ahLst/>
                <a:cxnLst>
                  <a:cxn ang="0">
                    <a:pos x="T0" y="T1"/>
                  </a:cxn>
                  <a:cxn ang="0">
                    <a:pos x="T2" y="T3"/>
                  </a:cxn>
                  <a:cxn ang="0">
                    <a:pos x="T4" y="T5"/>
                  </a:cxn>
                  <a:cxn ang="0">
                    <a:pos x="T6" y="T7"/>
                  </a:cxn>
                  <a:cxn ang="0">
                    <a:pos x="T8" y="T9"/>
                  </a:cxn>
                </a:cxnLst>
                <a:rect l="0" t="0" r="r" b="b"/>
                <a:pathLst>
                  <a:path w="80" h="80">
                    <a:moveTo>
                      <a:pt x="73" y="0"/>
                    </a:moveTo>
                    <a:lnTo>
                      <a:pt x="0" y="73"/>
                    </a:lnTo>
                    <a:lnTo>
                      <a:pt x="7" y="80"/>
                    </a:lnTo>
                    <a:lnTo>
                      <a:pt x="80" y="8"/>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15"/>
              <p:cNvSpPr/>
              <p:nvPr/>
            </p:nvSpPr>
            <p:spPr bwMode="auto">
              <a:xfrm>
                <a:off x="1249363" y="3236913"/>
                <a:ext cx="128588" cy="128588"/>
              </a:xfrm>
              <a:custGeom>
                <a:avLst/>
                <a:gdLst>
                  <a:gd name="T0" fmla="*/ 0 w 81"/>
                  <a:gd name="T1" fmla="*/ 74 h 81"/>
                  <a:gd name="T2" fmla="*/ 7 w 81"/>
                  <a:gd name="T3" fmla="*/ 81 h 81"/>
                  <a:gd name="T4" fmla="*/ 81 w 81"/>
                  <a:gd name="T5" fmla="*/ 9 h 81"/>
                  <a:gd name="T6" fmla="*/ 74 w 81"/>
                  <a:gd name="T7" fmla="*/ 0 h 81"/>
                  <a:gd name="T8" fmla="*/ 0 w 81"/>
                  <a:gd name="T9" fmla="*/ 74 h 81"/>
                </a:gdLst>
                <a:ahLst/>
                <a:cxnLst>
                  <a:cxn ang="0">
                    <a:pos x="T0" y="T1"/>
                  </a:cxn>
                  <a:cxn ang="0">
                    <a:pos x="T2" y="T3"/>
                  </a:cxn>
                  <a:cxn ang="0">
                    <a:pos x="T4" y="T5"/>
                  </a:cxn>
                  <a:cxn ang="0">
                    <a:pos x="T6" y="T7"/>
                  </a:cxn>
                  <a:cxn ang="0">
                    <a:pos x="T8" y="T9"/>
                  </a:cxn>
                </a:cxnLst>
                <a:rect l="0" t="0" r="r" b="b"/>
                <a:pathLst>
                  <a:path w="81" h="81">
                    <a:moveTo>
                      <a:pt x="0" y="74"/>
                    </a:moveTo>
                    <a:lnTo>
                      <a:pt x="7" y="81"/>
                    </a:lnTo>
                    <a:lnTo>
                      <a:pt x="81" y="9"/>
                    </a:lnTo>
                    <a:lnTo>
                      <a:pt x="74" y="0"/>
                    </a:lnTo>
                    <a:lnTo>
                      <a:pt x="0"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Freeform 16"/>
              <p:cNvSpPr/>
              <p:nvPr/>
            </p:nvSpPr>
            <p:spPr bwMode="auto">
              <a:xfrm>
                <a:off x="1355725" y="3203576"/>
                <a:ext cx="39688" cy="3810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17"/>
              <p:cNvSpPr/>
              <p:nvPr/>
            </p:nvSpPr>
            <p:spPr bwMode="auto">
              <a:xfrm>
                <a:off x="1112838" y="3208338"/>
                <a:ext cx="238125" cy="234950"/>
              </a:xfrm>
              <a:custGeom>
                <a:avLst/>
                <a:gdLst>
                  <a:gd name="T0" fmla="*/ 132 w 150"/>
                  <a:gd name="T1" fmla="*/ 131 h 148"/>
                  <a:gd name="T2" fmla="*/ 18 w 150"/>
                  <a:gd name="T3" fmla="*/ 131 h 148"/>
                  <a:gd name="T4" fmla="*/ 18 w 150"/>
                  <a:gd name="T5" fmla="*/ 18 h 148"/>
                  <a:gd name="T6" fmla="*/ 124 w 150"/>
                  <a:gd name="T7" fmla="*/ 18 h 148"/>
                  <a:gd name="T8" fmla="*/ 144 w 150"/>
                  <a:gd name="T9" fmla="*/ 0 h 148"/>
                  <a:gd name="T10" fmla="*/ 0 w 150"/>
                  <a:gd name="T11" fmla="*/ 0 h 148"/>
                  <a:gd name="T12" fmla="*/ 0 w 150"/>
                  <a:gd name="T13" fmla="*/ 148 h 148"/>
                  <a:gd name="T14" fmla="*/ 150 w 150"/>
                  <a:gd name="T15" fmla="*/ 148 h 148"/>
                  <a:gd name="T16" fmla="*/ 150 w 150"/>
                  <a:gd name="T17" fmla="*/ 55 h 148"/>
                  <a:gd name="T18" fmla="*/ 132 w 150"/>
                  <a:gd name="T19" fmla="*/ 73 h 148"/>
                  <a:gd name="T20" fmla="*/ 132 w 150"/>
                  <a:gd name="T21" fmla="*/ 13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48">
                    <a:moveTo>
                      <a:pt x="132" y="131"/>
                    </a:moveTo>
                    <a:lnTo>
                      <a:pt x="18" y="131"/>
                    </a:lnTo>
                    <a:lnTo>
                      <a:pt x="18" y="18"/>
                    </a:lnTo>
                    <a:lnTo>
                      <a:pt x="124" y="18"/>
                    </a:lnTo>
                    <a:lnTo>
                      <a:pt x="144" y="0"/>
                    </a:lnTo>
                    <a:lnTo>
                      <a:pt x="0" y="0"/>
                    </a:lnTo>
                    <a:lnTo>
                      <a:pt x="0" y="148"/>
                    </a:lnTo>
                    <a:lnTo>
                      <a:pt x="150" y="148"/>
                    </a:lnTo>
                    <a:lnTo>
                      <a:pt x="150" y="55"/>
                    </a:lnTo>
                    <a:lnTo>
                      <a:pt x="132" y="73"/>
                    </a:lnTo>
                    <a:lnTo>
                      <a:pt x="132"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73" name="Group 72"/>
          <p:cNvGrpSpPr/>
          <p:nvPr/>
        </p:nvGrpSpPr>
        <p:grpSpPr>
          <a:xfrm>
            <a:off x="7299727" y="2992468"/>
            <a:ext cx="937712" cy="943598"/>
            <a:chOff x="7299727" y="2992468"/>
            <a:chExt cx="937712" cy="943598"/>
          </a:xfrm>
        </p:grpSpPr>
        <p:sp>
          <p:nvSpPr>
            <p:cNvPr id="47" name="Oval 46"/>
            <p:cNvSpPr/>
            <p:nvPr/>
          </p:nvSpPr>
          <p:spPr>
            <a:xfrm>
              <a:off x="7299727" y="2992468"/>
              <a:ext cx="937712" cy="943598"/>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58"/>
            <p:cNvSpPr/>
            <p:nvPr/>
          </p:nvSpPr>
          <p:spPr bwMode="auto">
            <a:xfrm>
              <a:off x="7544009" y="3255568"/>
              <a:ext cx="449149" cy="465580"/>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5 h 142"/>
                <a:gd name="T16" fmla="*/ 62 w 137"/>
                <a:gd name="T17" fmla="*/ 6 h 142"/>
                <a:gd name="T18" fmla="*/ 44 w 137"/>
                <a:gd name="T19" fmla="*/ 57 h 142"/>
                <a:gd name="T20" fmla="*/ 64 w 137"/>
                <a:gd name="T21" fmla="*/ 57 h 142"/>
                <a:gd name="T22" fmla="*/ 64 w 137"/>
                <a:gd name="T23" fmla="*/ 123 h 142"/>
                <a:gd name="T24" fmla="*/ 64 w 137"/>
                <a:gd name="T25" fmla="*/ 125 h 142"/>
                <a:gd name="T26" fmla="*/ 64 w 137"/>
                <a:gd name="T27" fmla="*/ 130 h 142"/>
                <a:gd name="T28" fmla="*/ 76 w 137"/>
                <a:gd name="T29" fmla="*/ 142 h 142"/>
                <a:gd name="T30" fmla="*/ 88 w 137"/>
                <a:gd name="T31" fmla="*/ 130 h 142"/>
                <a:gd name="T32" fmla="*/ 88 w 137"/>
                <a:gd name="T33" fmla="*/ 125 h 142"/>
                <a:gd name="T34" fmla="*/ 79 w 137"/>
                <a:gd name="T35" fmla="*/ 125 h 142"/>
                <a:gd name="T36" fmla="*/ 79 w 137"/>
                <a:gd name="T37" fmla="*/ 127 h 142"/>
                <a:gd name="T38" fmla="*/ 79 w 137"/>
                <a:gd name="T39" fmla="*/ 130 h 142"/>
                <a:gd name="T40" fmla="*/ 76 w 137"/>
                <a:gd name="T41" fmla="*/ 134 h 142"/>
                <a:gd name="T42" fmla="*/ 72 w 137"/>
                <a:gd name="T43" fmla="*/ 130 h 142"/>
                <a:gd name="T44" fmla="*/ 72 w 137"/>
                <a:gd name="T45" fmla="*/ 127 h 142"/>
                <a:gd name="T46" fmla="*/ 72 w 137"/>
                <a:gd name="T47" fmla="*/ 125 h 142"/>
                <a:gd name="T48" fmla="*/ 72 w 137"/>
                <a:gd name="T49" fmla="*/ 112 h 142"/>
                <a:gd name="T50" fmla="*/ 72 w 137"/>
                <a:gd name="T51" fmla="*/ 57 h 142"/>
                <a:gd name="T52" fmla="*/ 94 w 137"/>
                <a:gd name="T53" fmla="*/ 57 h 142"/>
                <a:gd name="T54" fmla="*/ 76 w 137"/>
                <a:gd name="T55" fmla="*/ 6 h 142"/>
                <a:gd name="T56" fmla="*/ 76 w 137"/>
                <a:gd name="T57" fmla="*/ 5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9"/>
                    <a:pt x="105" y="7"/>
                    <a:pt x="76" y="4"/>
                  </a:cubicBezTo>
                  <a:cubicBezTo>
                    <a:pt x="74" y="2"/>
                    <a:pt x="72" y="0"/>
                    <a:pt x="69" y="0"/>
                  </a:cubicBezTo>
                  <a:cubicBezTo>
                    <a:pt x="66" y="0"/>
                    <a:pt x="64" y="2"/>
                    <a:pt x="62" y="4"/>
                  </a:cubicBezTo>
                  <a:cubicBezTo>
                    <a:pt x="32" y="7"/>
                    <a:pt x="7" y="28"/>
                    <a:pt x="0" y="57"/>
                  </a:cubicBezTo>
                  <a:cubicBezTo>
                    <a:pt x="39" y="57"/>
                    <a:pt x="39" y="57"/>
                    <a:pt x="39" y="57"/>
                  </a:cubicBezTo>
                  <a:cubicBezTo>
                    <a:pt x="39" y="24"/>
                    <a:pt x="58" y="8"/>
                    <a:pt x="62" y="5"/>
                  </a:cubicBezTo>
                  <a:cubicBezTo>
                    <a:pt x="62" y="5"/>
                    <a:pt x="62" y="5"/>
                    <a:pt x="62" y="6"/>
                  </a:cubicBezTo>
                  <a:cubicBezTo>
                    <a:pt x="41" y="32"/>
                    <a:pt x="44" y="57"/>
                    <a:pt x="44" y="57"/>
                  </a:cubicBezTo>
                  <a:cubicBezTo>
                    <a:pt x="64" y="57"/>
                    <a:pt x="64" y="57"/>
                    <a:pt x="64" y="57"/>
                  </a:cubicBezTo>
                  <a:cubicBezTo>
                    <a:pt x="64" y="123"/>
                    <a:pt x="64" y="123"/>
                    <a:pt x="64" y="123"/>
                  </a:cubicBezTo>
                  <a:cubicBezTo>
                    <a:pt x="64" y="125"/>
                    <a:pt x="64" y="125"/>
                    <a:pt x="64" y="125"/>
                  </a:cubicBezTo>
                  <a:cubicBezTo>
                    <a:pt x="64" y="130"/>
                    <a:pt x="64" y="130"/>
                    <a:pt x="64" y="130"/>
                  </a:cubicBezTo>
                  <a:cubicBezTo>
                    <a:pt x="64" y="137"/>
                    <a:pt x="69" y="142"/>
                    <a:pt x="76" y="142"/>
                  </a:cubicBezTo>
                  <a:cubicBezTo>
                    <a:pt x="82" y="142"/>
                    <a:pt x="88" y="137"/>
                    <a:pt x="88" y="130"/>
                  </a:cubicBezTo>
                  <a:cubicBezTo>
                    <a:pt x="88" y="125"/>
                    <a:pt x="88" y="125"/>
                    <a:pt x="88" y="125"/>
                  </a:cubicBezTo>
                  <a:cubicBezTo>
                    <a:pt x="79" y="125"/>
                    <a:pt x="79" y="125"/>
                    <a:pt x="79" y="125"/>
                  </a:cubicBezTo>
                  <a:cubicBezTo>
                    <a:pt x="79" y="127"/>
                    <a:pt x="79" y="127"/>
                    <a:pt x="79" y="127"/>
                  </a:cubicBezTo>
                  <a:cubicBezTo>
                    <a:pt x="79" y="130"/>
                    <a:pt x="79" y="130"/>
                    <a:pt x="79" y="130"/>
                  </a:cubicBezTo>
                  <a:cubicBezTo>
                    <a:pt x="79" y="132"/>
                    <a:pt x="78" y="134"/>
                    <a:pt x="76" y="134"/>
                  </a:cubicBezTo>
                  <a:cubicBezTo>
                    <a:pt x="74" y="134"/>
                    <a:pt x="72" y="132"/>
                    <a:pt x="72" y="130"/>
                  </a:cubicBezTo>
                  <a:cubicBezTo>
                    <a:pt x="72" y="127"/>
                    <a:pt x="72" y="127"/>
                    <a:pt x="72" y="127"/>
                  </a:cubicBezTo>
                  <a:cubicBezTo>
                    <a:pt x="72" y="125"/>
                    <a:pt x="72" y="125"/>
                    <a:pt x="72" y="125"/>
                  </a:cubicBezTo>
                  <a:cubicBezTo>
                    <a:pt x="72" y="112"/>
                    <a:pt x="72" y="112"/>
                    <a:pt x="72" y="112"/>
                  </a:cubicBezTo>
                  <a:cubicBezTo>
                    <a:pt x="72" y="57"/>
                    <a:pt x="72" y="57"/>
                    <a:pt x="72" y="57"/>
                  </a:cubicBezTo>
                  <a:cubicBezTo>
                    <a:pt x="94" y="57"/>
                    <a:pt x="94" y="57"/>
                    <a:pt x="94" y="57"/>
                  </a:cubicBezTo>
                  <a:cubicBezTo>
                    <a:pt x="94" y="57"/>
                    <a:pt x="97" y="32"/>
                    <a:pt x="76" y="6"/>
                  </a:cubicBezTo>
                  <a:cubicBezTo>
                    <a:pt x="76" y="5"/>
                    <a:pt x="76" y="5"/>
                    <a:pt x="76" y="5"/>
                  </a:cubicBezTo>
                  <a:cubicBezTo>
                    <a:pt x="80" y="8"/>
                    <a:pt x="99" y="24"/>
                    <a:pt x="99" y="57"/>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4" name="Group 73"/>
          <p:cNvGrpSpPr/>
          <p:nvPr/>
        </p:nvGrpSpPr>
        <p:grpSpPr>
          <a:xfrm>
            <a:off x="7299727" y="4185048"/>
            <a:ext cx="937712" cy="943598"/>
            <a:chOff x="7299727" y="4185048"/>
            <a:chExt cx="937712" cy="943598"/>
          </a:xfrm>
        </p:grpSpPr>
        <p:sp>
          <p:nvSpPr>
            <p:cNvPr id="51" name="Oval 50"/>
            <p:cNvSpPr/>
            <p:nvPr/>
          </p:nvSpPr>
          <p:spPr>
            <a:xfrm>
              <a:off x="7299727" y="4185048"/>
              <a:ext cx="937712" cy="943598"/>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70" name="Group 69"/>
            <p:cNvGrpSpPr/>
            <p:nvPr/>
          </p:nvGrpSpPr>
          <p:grpSpPr>
            <a:xfrm>
              <a:off x="7459548" y="4445303"/>
              <a:ext cx="618071" cy="423085"/>
              <a:chOff x="2324100" y="1814513"/>
              <a:chExt cx="266700" cy="182563"/>
            </a:xfrm>
            <a:solidFill>
              <a:schemeClr val="bg1"/>
            </a:solidFill>
          </p:grpSpPr>
          <p:sp>
            <p:nvSpPr>
              <p:cNvPr id="71"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41589370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396640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Cost Exposure</a:t>
            </a:r>
          </a:p>
        </p:txBody>
      </p:sp>
      <p:grpSp>
        <p:nvGrpSpPr>
          <p:cNvPr id="35" name="Group 34"/>
          <p:cNvGrpSpPr/>
          <p:nvPr/>
        </p:nvGrpSpPr>
        <p:grpSpPr>
          <a:xfrm>
            <a:off x="1237811" y="1744129"/>
            <a:ext cx="1810189" cy="3053303"/>
            <a:chOff x="1237811" y="1744129"/>
            <a:chExt cx="1810189" cy="3053303"/>
          </a:xfrm>
        </p:grpSpPr>
        <p:sp>
          <p:nvSpPr>
            <p:cNvPr id="7" name="Rectangle 5"/>
            <p:cNvSpPr>
              <a:spLocks noChangeArrowheads="1"/>
            </p:cNvSpPr>
            <p:nvPr/>
          </p:nvSpPr>
          <p:spPr bwMode="auto">
            <a:xfrm>
              <a:off x="1237811"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Rectangle 6"/>
            <p:cNvSpPr>
              <a:spLocks noChangeArrowheads="1"/>
            </p:cNvSpPr>
            <p:nvPr/>
          </p:nvSpPr>
          <p:spPr bwMode="auto">
            <a:xfrm>
              <a:off x="1237811" y="2996616"/>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Rectangle 7"/>
            <p:cNvSpPr>
              <a:spLocks noChangeArrowheads="1"/>
            </p:cNvSpPr>
            <p:nvPr/>
          </p:nvSpPr>
          <p:spPr bwMode="auto">
            <a:xfrm>
              <a:off x="1237811" y="2366272"/>
              <a:ext cx="253075" cy="2519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Rectangle 8"/>
            <p:cNvSpPr>
              <a:spLocks noChangeArrowheads="1"/>
            </p:cNvSpPr>
            <p:nvPr/>
          </p:nvSpPr>
          <p:spPr bwMode="auto">
            <a:xfrm>
              <a:off x="1237811" y="3617588"/>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Rectangle 9"/>
            <p:cNvSpPr>
              <a:spLocks noChangeArrowheads="1"/>
            </p:cNvSpPr>
            <p:nvPr/>
          </p:nvSpPr>
          <p:spPr bwMode="auto">
            <a:xfrm>
              <a:off x="1237811" y="4231528"/>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Rectangle 10"/>
            <p:cNvSpPr>
              <a:spLocks noChangeArrowheads="1"/>
            </p:cNvSpPr>
            <p:nvPr/>
          </p:nvSpPr>
          <p:spPr bwMode="auto">
            <a:xfrm>
              <a:off x="1237811" y="2055786"/>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11"/>
            <p:cNvSpPr>
              <a:spLocks noChangeArrowheads="1"/>
            </p:cNvSpPr>
            <p:nvPr/>
          </p:nvSpPr>
          <p:spPr bwMode="auto">
            <a:xfrm>
              <a:off x="1237811" y="3307101"/>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Rectangle 12"/>
            <p:cNvSpPr>
              <a:spLocks noChangeArrowheads="1"/>
            </p:cNvSpPr>
            <p:nvPr/>
          </p:nvSpPr>
          <p:spPr bwMode="auto">
            <a:xfrm>
              <a:off x="1237811" y="2676757"/>
              <a:ext cx="253075" cy="25307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3"/>
            <p:cNvSpPr>
              <a:spLocks noChangeArrowheads="1"/>
            </p:cNvSpPr>
            <p:nvPr/>
          </p:nvSpPr>
          <p:spPr bwMode="auto">
            <a:xfrm>
              <a:off x="1237811" y="3929244"/>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Rectangle 14"/>
            <p:cNvSpPr>
              <a:spLocks noChangeArrowheads="1"/>
            </p:cNvSpPr>
            <p:nvPr/>
          </p:nvSpPr>
          <p:spPr bwMode="auto">
            <a:xfrm>
              <a:off x="1237811" y="4542013"/>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Rectangle 15"/>
            <p:cNvSpPr>
              <a:spLocks noChangeArrowheads="1"/>
            </p:cNvSpPr>
            <p:nvPr/>
          </p:nvSpPr>
          <p:spPr bwMode="auto">
            <a:xfrm>
              <a:off x="1549468"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Rectangle 16"/>
            <p:cNvSpPr>
              <a:spLocks noChangeArrowheads="1"/>
            </p:cNvSpPr>
            <p:nvPr/>
          </p:nvSpPr>
          <p:spPr bwMode="auto">
            <a:xfrm>
              <a:off x="1549468" y="2996616"/>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Rectangle 17"/>
            <p:cNvSpPr>
              <a:spLocks noChangeArrowheads="1"/>
            </p:cNvSpPr>
            <p:nvPr/>
          </p:nvSpPr>
          <p:spPr bwMode="auto">
            <a:xfrm>
              <a:off x="1549468" y="2366272"/>
              <a:ext cx="253075" cy="2519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Rectangle 18"/>
            <p:cNvSpPr>
              <a:spLocks noChangeArrowheads="1"/>
            </p:cNvSpPr>
            <p:nvPr/>
          </p:nvSpPr>
          <p:spPr bwMode="auto">
            <a:xfrm>
              <a:off x="1549468" y="3617588"/>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Rectangle 19"/>
            <p:cNvSpPr>
              <a:spLocks noChangeArrowheads="1"/>
            </p:cNvSpPr>
            <p:nvPr/>
          </p:nvSpPr>
          <p:spPr bwMode="auto">
            <a:xfrm>
              <a:off x="1549468" y="4231528"/>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Rectangle 20"/>
            <p:cNvSpPr>
              <a:spLocks noChangeArrowheads="1"/>
            </p:cNvSpPr>
            <p:nvPr/>
          </p:nvSpPr>
          <p:spPr bwMode="auto">
            <a:xfrm>
              <a:off x="1549468" y="2055786"/>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Rectangle 21"/>
            <p:cNvSpPr>
              <a:spLocks noChangeArrowheads="1"/>
            </p:cNvSpPr>
            <p:nvPr/>
          </p:nvSpPr>
          <p:spPr bwMode="auto">
            <a:xfrm>
              <a:off x="1549468" y="3307101"/>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Rectangle 22"/>
            <p:cNvSpPr>
              <a:spLocks noChangeArrowheads="1"/>
            </p:cNvSpPr>
            <p:nvPr/>
          </p:nvSpPr>
          <p:spPr bwMode="auto">
            <a:xfrm>
              <a:off x="1549468" y="2676757"/>
              <a:ext cx="253075" cy="25307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Rectangle 23"/>
            <p:cNvSpPr>
              <a:spLocks noChangeArrowheads="1"/>
            </p:cNvSpPr>
            <p:nvPr/>
          </p:nvSpPr>
          <p:spPr bwMode="auto">
            <a:xfrm>
              <a:off x="1549468" y="3929244"/>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4"/>
            <p:cNvSpPr>
              <a:spLocks noChangeArrowheads="1"/>
            </p:cNvSpPr>
            <p:nvPr/>
          </p:nvSpPr>
          <p:spPr bwMode="auto">
            <a:xfrm>
              <a:off x="1549468" y="4542013"/>
              <a:ext cx="253075"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Rectangle 25"/>
            <p:cNvSpPr>
              <a:spLocks noChangeArrowheads="1"/>
            </p:cNvSpPr>
            <p:nvPr/>
          </p:nvSpPr>
          <p:spPr bwMode="auto">
            <a:xfrm>
              <a:off x="1857610" y="1744129"/>
              <a:ext cx="25658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Rectangle 26"/>
            <p:cNvSpPr>
              <a:spLocks noChangeArrowheads="1"/>
            </p:cNvSpPr>
            <p:nvPr/>
          </p:nvSpPr>
          <p:spPr bwMode="auto">
            <a:xfrm>
              <a:off x="1857610" y="2996616"/>
              <a:ext cx="25658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Rectangle 27"/>
            <p:cNvSpPr>
              <a:spLocks noChangeArrowheads="1"/>
            </p:cNvSpPr>
            <p:nvPr/>
          </p:nvSpPr>
          <p:spPr bwMode="auto">
            <a:xfrm>
              <a:off x="1857610" y="2366272"/>
              <a:ext cx="256589" cy="2519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Rectangle 28"/>
            <p:cNvSpPr>
              <a:spLocks noChangeArrowheads="1"/>
            </p:cNvSpPr>
            <p:nvPr/>
          </p:nvSpPr>
          <p:spPr bwMode="auto">
            <a:xfrm>
              <a:off x="1857610" y="3617588"/>
              <a:ext cx="25658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Rectangle 29"/>
            <p:cNvSpPr>
              <a:spLocks noChangeArrowheads="1"/>
            </p:cNvSpPr>
            <p:nvPr/>
          </p:nvSpPr>
          <p:spPr bwMode="auto">
            <a:xfrm>
              <a:off x="1857610" y="4231528"/>
              <a:ext cx="25658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32" name="Rectangle 30"/>
            <p:cNvSpPr>
              <a:spLocks noChangeArrowheads="1"/>
            </p:cNvSpPr>
            <p:nvPr/>
          </p:nvSpPr>
          <p:spPr bwMode="auto">
            <a:xfrm>
              <a:off x="1857610" y="2055786"/>
              <a:ext cx="25658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33" name="Rectangle 31"/>
            <p:cNvSpPr>
              <a:spLocks noChangeArrowheads="1"/>
            </p:cNvSpPr>
            <p:nvPr/>
          </p:nvSpPr>
          <p:spPr bwMode="auto">
            <a:xfrm>
              <a:off x="1857610" y="3307101"/>
              <a:ext cx="25658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35" name="Rectangle 32"/>
            <p:cNvSpPr>
              <a:spLocks noChangeArrowheads="1"/>
            </p:cNvSpPr>
            <p:nvPr/>
          </p:nvSpPr>
          <p:spPr bwMode="auto">
            <a:xfrm>
              <a:off x="1857610" y="2676757"/>
              <a:ext cx="256589" cy="25307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36" name="Rectangle 33"/>
            <p:cNvSpPr>
              <a:spLocks noChangeArrowheads="1"/>
            </p:cNvSpPr>
            <p:nvPr/>
          </p:nvSpPr>
          <p:spPr bwMode="auto">
            <a:xfrm>
              <a:off x="1857610" y="3929244"/>
              <a:ext cx="25658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37" name="Rectangle 34"/>
            <p:cNvSpPr>
              <a:spLocks noChangeArrowheads="1"/>
            </p:cNvSpPr>
            <p:nvPr/>
          </p:nvSpPr>
          <p:spPr bwMode="auto">
            <a:xfrm>
              <a:off x="1857610" y="4542013"/>
              <a:ext cx="25658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38" name="Rectangle 35"/>
            <p:cNvSpPr>
              <a:spLocks noChangeArrowheads="1"/>
            </p:cNvSpPr>
            <p:nvPr/>
          </p:nvSpPr>
          <p:spPr bwMode="auto">
            <a:xfrm>
              <a:off x="2169267"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39" name="Rectangle 36"/>
            <p:cNvSpPr>
              <a:spLocks noChangeArrowheads="1"/>
            </p:cNvSpPr>
            <p:nvPr/>
          </p:nvSpPr>
          <p:spPr bwMode="auto">
            <a:xfrm>
              <a:off x="2169267" y="2996616"/>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0" name="Rectangle 37"/>
            <p:cNvSpPr>
              <a:spLocks noChangeArrowheads="1"/>
            </p:cNvSpPr>
            <p:nvPr/>
          </p:nvSpPr>
          <p:spPr bwMode="auto">
            <a:xfrm>
              <a:off x="2169267" y="2366272"/>
              <a:ext cx="255419" cy="2519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1" name="Rectangle 38"/>
            <p:cNvSpPr>
              <a:spLocks noChangeArrowheads="1"/>
            </p:cNvSpPr>
            <p:nvPr/>
          </p:nvSpPr>
          <p:spPr bwMode="auto">
            <a:xfrm>
              <a:off x="2169267" y="3617588"/>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2" name="Rectangle 39"/>
            <p:cNvSpPr>
              <a:spLocks noChangeArrowheads="1"/>
            </p:cNvSpPr>
            <p:nvPr/>
          </p:nvSpPr>
          <p:spPr bwMode="auto">
            <a:xfrm>
              <a:off x="2169267" y="4231528"/>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3" name="Rectangle 40"/>
            <p:cNvSpPr>
              <a:spLocks noChangeArrowheads="1"/>
            </p:cNvSpPr>
            <p:nvPr/>
          </p:nvSpPr>
          <p:spPr bwMode="auto">
            <a:xfrm>
              <a:off x="2169267"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4" name="Rectangle 41"/>
            <p:cNvSpPr>
              <a:spLocks noChangeArrowheads="1"/>
            </p:cNvSpPr>
            <p:nvPr/>
          </p:nvSpPr>
          <p:spPr bwMode="auto">
            <a:xfrm>
              <a:off x="2169267" y="3307101"/>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5" name="Rectangle 42"/>
            <p:cNvSpPr>
              <a:spLocks noChangeArrowheads="1"/>
            </p:cNvSpPr>
            <p:nvPr/>
          </p:nvSpPr>
          <p:spPr bwMode="auto">
            <a:xfrm>
              <a:off x="2169267" y="2676757"/>
              <a:ext cx="255419" cy="25307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6" name="Rectangle 43"/>
            <p:cNvSpPr>
              <a:spLocks noChangeArrowheads="1"/>
            </p:cNvSpPr>
            <p:nvPr/>
          </p:nvSpPr>
          <p:spPr bwMode="auto">
            <a:xfrm>
              <a:off x="2169267" y="3929244"/>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7" name="Rectangle 44"/>
            <p:cNvSpPr>
              <a:spLocks noChangeArrowheads="1"/>
            </p:cNvSpPr>
            <p:nvPr/>
          </p:nvSpPr>
          <p:spPr bwMode="auto">
            <a:xfrm>
              <a:off x="2169267" y="4542013"/>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8" name="Rectangle 45"/>
            <p:cNvSpPr>
              <a:spLocks noChangeArrowheads="1"/>
            </p:cNvSpPr>
            <p:nvPr/>
          </p:nvSpPr>
          <p:spPr bwMode="auto">
            <a:xfrm>
              <a:off x="2480924"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49" name="Rectangle 46"/>
            <p:cNvSpPr>
              <a:spLocks noChangeArrowheads="1"/>
            </p:cNvSpPr>
            <p:nvPr/>
          </p:nvSpPr>
          <p:spPr bwMode="auto">
            <a:xfrm>
              <a:off x="2480924" y="2996616"/>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0" name="Rectangle 47"/>
            <p:cNvSpPr>
              <a:spLocks noChangeArrowheads="1"/>
            </p:cNvSpPr>
            <p:nvPr/>
          </p:nvSpPr>
          <p:spPr bwMode="auto">
            <a:xfrm>
              <a:off x="2480924" y="2366272"/>
              <a:ext cx="255419" cy="2519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1" name="Rectangle 48"/>
            <p:cNvSpPr>
              <a:spLocks noChangeArrowheads="1"/>
            </p:cNvSpPr>
            <p:nvPr/>
          </p:nvSpPr>
          <p:spPr bwMode="auto">
            <a:xfrm>
              <a:off x="2480924" y="3617588"/>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2" name="Rectangle 49"/>
            <p:cNvSpPr>
              <a:spLocks noChangeArrowheads="1"/>
            </p:cNvSpPr>
            <p:nvPr/>
          </p:nvSpPr>
          <p:spPr bwMode="auto">
            <a:xfrm>
              <a:off x="2480924" y="4231528"/>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3" name="Rectangle 50"/>
            <p:cNvSpPr>
              <a:spLocks noChangeArrowheads="1"/>
            </p:cNvSpPr>
            <p:nvPr/>
          </p:nvSpPr>
          <p:spPr bwMode="auto">
            <a:xfrm>
              <a:off x="2480924"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4" name="Rectangle 51"/>
            <p:cNvSpPr>
              <a:spLocks noChangeArrowheads="1"/>
            </p:cNvSpPr>
            <p:nvPr/>
          </p:nvSpPr>
          <p:spPr bwMode="auto">
            <a:xfrm>
              <a:off x="2480924" y="3307101"/>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5" name="Rectangle 52"/>
            <p:cNvSpPr>
              <a:spLocks noChangeArrowheads="1"/>
            </p:cNvSpPr>
            <p:nvPr/>
          </p:nvSpPr>
          <p:spPr bwMode="auto">
            <a:xfrm>
              <a:off x="2480924" y="2676757"/>
              <a:ext cx="255419" cy="25307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6" name="Rectangle 53"/>
            <p:cNvSpPr>
              <a:spLocks noChangeArrowheads="1"/>
            </p:cNvSpPr>
            <p:nvPr/>
          </p:nvSpPr>
          <p:spPr bwMode="auto">
            <a:xfrm>
              <a:off x="2480924" y="3929244"/>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7" name="Rectangle 54"/>
            <p:cNvSpPr>
              <a:spLocks noChangeArrowheads="1"/>
            </p:cNvSpPr>
            <p:nvPr/>
          </p:nvSpPr>
          <p:spPr bwMode="auto">
            <a:xfrm>
              <a:off x="2480924" y="4542013"/>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8" name="Rectangle 55"/>
            <p:cNvSpPr>
              <a:spLocks noChangeArrowheads="1"/>
            </p:cNvSpPr>
            <p:nvPr/>
          </p:nvSpPr>
          <p:spPr bwMode="auto">
            <a:xfrm>
              <a:off x="2792581"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59" name="Rectangle 56"/>
            <p:cNvSpPr>
              <a:spLocks noChangeArrowheads="1"/>
            </p:cNvSpPr>
            <p:nvPr/>
          </p:nvSpPr>
          <p:spPr bwMode="auto">
            <a:xfrm>
              <a:off x="2792581" y="2996616"/>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0" name="Rectangle 57"/>
            <p:cNvSpPr>
              <a:spLocks noChangeArrowheads="1"/>
            </p:cNvSpPr>
            <p:nvPr/>
          </p:nvSpPr>
          <p:spPr bwMode="auto">
            <a:xfrm>
              <a:off x="2792581" y="2366272"/>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1" name="Rectangle 58"/>
            <p:cNvSpPr>
              <a:spLocks noChangeArrowheads="1"/>
            </p:cNvSpPr>
            <p:nvPr/>
          </p:nvSpPr>
          <p:spPr bwMode="auto">
            <a:xfrm>
              <a:off x="2792581" y="3617588"/>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2" name="Rectangle 59"/>
            <p:cNvSpPr>
              <a:spLocks noChangeArrowheads="1"/>
            </p:cNvSpPr>
            <p:nvPr/>
          </p:nvSpPr>
          <p:spPr bwMode="auto">
            <a:xfrm>
              <a:off x="2792581" y="4231528"/>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3" name="Rectangle 60"/>
            <p:cNvSpPr>
              <a:spLocks noChangeArrowheads="1"/>
            </p:cNvSpPr>
            <p:nvPr/>
          </p:nvSpPr>
          <p:spPr bwMode="auto">
            <a:xfrm>
              <a:off x="2792581"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4" name="Rectangle 61"/>
            <p:cNvSpPr>
              <a:spLocks noChangeArrowheads="1"/>
            </p:cNvSpPr>
            <p:nvPr/>
          </p:nvSpPr>
          <p:spPr bwMode="auto">
            <a:xfrm>
              <a:off x="2792581" y="3307101"/>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5" name="Rectangle 62"/>
            <p:cNvSpPr>
              <a:spLocks noChangeArrowheads="1"/>
            </p:cNvSpPr>
            <p:nvPr/>
          </p:nvSpPr>
          <p:spPr bwMode="auto">
            <a:xfrm>
              <a:off x="2792581" y="2676757"/>
              <a:ext cx="255419" cy="253075"/>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6" name="Rectangle 63"/>
            <p:cNvSpPr>
              <a:spLocks noChangeArrowheads="1"/>
            </p:cNvSpPr>
            <p:nvPr/>
          </p:nvSpPr>
          <p:spPr bwMode="auto">
            <a:xfrm>
              <a:off x="2792581" y="3929244"/>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067" name="Rectangle 64"/>
            <p:cNvSpPr>
              <a:spLocks noChangeArrowheads="1"/>
            </p:cNvSpPr>
            <p:nvPr/>
          </p:nvSpPr>
          <p:spPr bwMode="auto">
            <a:xfrm>
              <a:off x="2792581" y="4542013"/>
              <a:ext cx="255419" cy="255419"/>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4" name="Group 33"/>
          <p:cNvGrpSpPr/>
          <p:nvPr/>
        </p:nvGrpSpPr>
        <p:grpSpPr>
          <a:xfrm>
            <a:off x="3971706" y="1744129"/>
            <a:ext cx="1810189" cy="3053303"/>
            <a:chOff x="3971706" y="1744129"/>
            <a:chExt cx="1810189" cy="3053303"/>
          </a:xfrm>
        </p:grpSpPr>
        <p:sp>
          <p:nvSpPr>
            <p:cNvPr id="75" name="Rectangle 5"/>
            <p:cNvSpPr>
              <a:spLocks noChangeArrowheads="1"/>
            </p:cNvSpPr>
            <p:nvPr/>
          </p:nvSpPr>
          <p:spPr bwMode="auto">
            <a:xfrm>
              <a:off x="3971706"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Rectangle 6"/>
            <p:cNvSpPr>
              <a:spLocks noChangeArrowheads="1"/>
            </p:cNvSpPr>
            <p:nvPr/>
          </p:nvSpPr>
          <p:spPr bwMode="auto">
            <a:xfrm>
              <a:off x="3971706" y="2996616"/>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7" name="Rectangle 7"/>
            <p:cNvSpPr>
              <a:spLocks noChangeArrowheads="1"/>
            </p:cNvSpPr>
            <p:nvPr/>
          </p:nvSpPr>
          <p:spPr bwMode="auto">
            <a:xfrm>
              <a:off x="3971706" y="2366272"/>
              <a:ext cx="253075" cy="251904"/>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8" name="Rectangle 8"/>
            <p:cNvSpPr>
              <a:spLocks noChangeArrowheads="1"/>
            </p:cNvSpPr>
            <p:nvPr/>
          </p:nvSpPr>
          <p:spPr bwMode="auto">
            <a:xfrm>
              <a:off x="3971706" y="3617588"/>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Rectangle 9"/>
            <p:cNvSpPr>
              <a:spLocks noChangeArrowheads="1"/>
            </p:cNvSpPr>
            <p:nvPr/>
          </p:nvSpPr>
          <p:spPr bwMode="auto">
            <a:xfrm>
              <a:off x="3971706" y="4231528"/>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0" name="Rectangle 10"/>
            <p:cNvSpPr>
              <a:spLocks noChangeArrowheads="1"/>
            </p:cNvSpPr>
            <p:nvPr/>
          </p:nvSpPr>
          <p:spPr bwMode="auto">
            <a:xfrm>
              <a:off x="3971706" y="2055786"/>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Rectangle 11"/>
            <p:cNvSpPr>
              <a:spLocks noChangeArrowheads="1"/>
            </p:cNvSpPr>
            <p:nvPr/>
          </p:nvSpPr>
          <p:spPr bwMode="auto">
            <a:xfrm>
              <a:off x="3971706" y="3307101"/>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2" name="Rectangle 12"/>
            <p:cNvSpPr>
              <a:spLocks noChangeArrowheads="1"/>
            </p:cNvSpPr>
            <p:nvPr/>
          </p:nvSpPr>
          <p:spPr bwMode="auto">
            <a:xfrm>
              <a:off x="3971706" y="2676757"/>
              <a:ext cx="253075" cy="25307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3" name="Rectangle 13"/>
            <p:cNvSpPr>
              <a:spLocks noChangeArrowheads="1"/>
            </p:cNvSpPr>
            <p:nvPr/>
          </p:nvSpPr>
          <p:spPr bwMode="auto">
            <a:xfrm>
              <a:off x="3971706" y="3929244"/>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Rectangle 14"/>
            <p:cNvSpPr>
              <a:spLocks noChangeArrowheads="1"/>
            </p:cNvSpPr>
            <p:nvPr/>
          </p:nvSpPr>
          <p:spPr bwMode="auto">
            <a:xfrm>
              <a:off x="3971706" y="4542013"/>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Rectangle 15"/>
            <p:cNvSpPr>
              <a:spLocks noChangeArrowheads="1"/>
            </p:cNvSpPr>
            <p:nvPr/>
          </p:nvSpPr>
          <p:spPr bwMode="auto">
            <a:xfrm>
              <a:off x="4283363"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Rectangle 16"/>
            <p:cNvSpPr>
              <a:spLocks noChangeArrowheads="1"/>
            </p:cNvSpPr>
            <p:nvPr/>
          </p:nvSpPr>
          <p:spPr bwMode="auto">
            <a:xfrm>
              <a:off x="4283363" y="2996616"/>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Rectangle 17"/>
            <p:cNvSpPr>
              <a:spLocks noChangeArrowheads="1"/>
            </p:cNvSpPr>
            <p:nvPr/>
          </p:nvSpPr>
          <p:spPr bwMode="auto">
            <a:xfrm>
              <a:off x="4283363" y="2366272"/>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Rectangle 18"/>
            <p:cNvSpPr>
              <a:spLocks noChangeArrowheads="1"/>
            </p:cNvSpPr>
            <p:nvPr/>
          </p:nvSpPr>
          <p:spPr bwMode="auto">
            <a:xfrm>
              <a:off x="4283363" y="3617588"/>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Rectangle 19"/>
            <p:cNvSpPr>
              <a:spLocks noChangeArrowheads="1"/>
            </p:cNvSpPr>
            <p:nvPr/>
          </p:nvSpPr>
          <p:spPr bwMode="auto">
            <a:xfrm>
              <a:off x="4283363" y="4231528"/>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Rectangle 20"/>
            <p:cNvSpPr>
              <a:spLocks noChangeArrowheads="1"/>
            </p:cNvSpPr>
            <p:nvPr/>
          </p:nvSpPr>
          <p:spPr bwMode="auto">
            <a:xfrm>
              <a:off x="4283363" y="2055786"/>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Rectangle 21"/>
            <p:cNvSpPr>
              <a:spLocks noChangeArrowheads="1"/>
            </p:cNvSpPr>
            <p:nvPr/>
          </p:nvSpPr>
          <p:spPr bwMode="auto">
            <a:xfrm>
              <a:off x="4283363" y="3307101"/>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Rectangle 22"/>
            <p:cNvSpPr>
              <a:spLocks noChangeArrowheads="1"/>
            </p:cNvSpPr>
            <p:nvPr/>
          </p:nvSpPr>
          <p:spPr bwMode="auto">
            <a:xfrm>
              <a:off x="4283363" y="2676757"/>
              <a:ext cx="253075" cy="25307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Rectangle 23"/>
            <p:cNvSpPr>
              <a:spLocks noChangeArrowheads="1"/>
            </p:cNvSpPr>
            <p:nvPr/>
          </p:nvSpPr>
          <p:spPr bwMode="auto">
            <a:xfrm>
              <a:off x="4283363" y="3929244"/>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Rectangle 24"/>
            <p:cNvSpPr>
              <a:spLocks noChangeArrowheads="1"/>
            </p:cNvSpPr>
            <p:nvPr/>
          </p:nvSpPr>
          <p:spPr bwMode="auto">
            <a:xfrm>
              <a:off x="4283363" y="4542013"/>
              <a:ext cx="253075"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Rectangle 25"/>
            <p:cNvSpPr>
              <a:spLocks noChangeArrowheads="1"/>
            </p:cNvSpPr>
            <p:nvPr/>
          </p:nvSpPr>
          <p:spPr bwMode="auto">
            <a:xfrm>
              <a:off x="4591505" y="1744129"/>
              <a:ext cx="25658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Rectangle 26"/>
            <p:cNvSpPr>
              <a:spLocks noChangeArrowheads="1"/>
            </p:cNvSpPr>
            <p:nvPr/>
          </p:nvSpPr>
          <p:spPr bwMode="auto">
            <a:xfrm>
              <a:off x="4591505" y="2996616"/>
              <a:ext cx="25658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7" name="Rectangle 27"/>
            <p:cNvSpPr>
              <a:spLocks noChangeArrowheads="1"/>
            </p:cNvSpPr>
            <p:nvPr/>
          </p:nvSpPr>
          <p:spPr bwMode="auto">
            <a:xfrm>
              <a:off x="4591505" y="2366272"/>
              <a:ext cx="25658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8" name="Rectangle 28"/>
            <p:cNvSpPr>
              <a:spLocks noChangeArrowheads="1"/>
            </p:cNvSpPr>
            <p:nvPr/>
          </p:nvSpPr>
          <p:spPr bwMode="auto">
            <a:xfrm>
              <a:off x="4591505" y="3617588"/>
              <a:ext cx="25658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Rectangle 29"/>
            <p:cNvSpPr>
              <a:spLocks noChangeArrowheads="1"/>
            </p:cNvSpPr>
            <p:nvPr/>
          </p:nvSpPr>
          <p:spPr bwMode="auto">
            <a:xfrm>
              <a:off x="4591505" y="4231528"/>
              <a:ext cx="25658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0" name="Rectangle 30"/>
            <p:cNvSpPr>
              <a:spLocks noChangeArrowheads="1"/>
            </p:cNvSpPr>
            <p:nvPr/>
          </p:nvSpPr>
          <p:spPr bwMode="auto">
            <a:xfrm>
              <a:off x="4591505" y="2055786"/>
              <a:ext cx="25658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Rectangle 31"/>
            <p:cNvSpPr>
              <a:spLocks noChangeArrowheads="1"/>
            </p:cNvSpPr>
            <p:nvPr/>
          </p:nvSpPr>
          <p:spPr bwMode="auto">
            <a:xfrm>
              <a:off x="4591505" y="3307101"/>
              <a:ext cx="25658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2" name="Rectangle 32"/>
            <p:cNvSpPr>
              <a:spLocks noChangeArrowheads="1"/>
            </p:cNvSpPr>
            <p:nvPr/>
          </p:nvSpPr>
          <p:spPr bwMode="auto">
            <a:xfrm>
              <a:off x="4591505" y="2676757"/>
              <a:ext cx="256589" cy="25307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3" name="Rectangle 33"/>
            <p:cNvSpPr>
              <a:spLocks noChangeArrowheads="1"/>
            </p:cNvSpPr>
            <p:nvPr/>
          </p:nvSpPr>
          <p:spPr bwMode="auto">
            <a:xfrm>
              <a:off x="4591505" y="3929244"/>
              <a:ext cx="25658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4" name="Rectangle 34"/>
            <p:cNvSpPr>
              <a:spLocks noChangeArrowheads="1"/>
            </p:cNvSpPr>
            <p:nvPr/>
          </p:nvSpPr>
          <p:spPr bwMode="auto">
            <a:xfrm>
              <a:off x="4591505" y="4542013"/>
              <a:ext cx="25658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5" name="Rectangle 35"/>
            <p:cNvSpPr>
              <a:spLocks noChangeArrowheads="1"/>
            </p:cNvSpPr>
            <p:nvPr/>
          </p:nvSpPr>
          <p:spPr bwMode="auto">
            <a:xfrm>
              <a:off x="4903162"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6" name="Rectangle 36"/>
            <p:cNvSpPr>
              <a:spLocks noChangeArrowheads="1"/>
            </p:cNvSpPr>
            <p:nvPr/>
          </p:nvSpPr>
          <p:spPr bwMode="auto">
            <a:xfrm>
              <a:off x="4903162" y="2996616"/>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7" name="Rectangle 37"/>
            <p:cNvSpPr>
              <a:spLocks noChangeArrowheads="1"/>
            </p:cNvSpPr>
            <p:nvPr/>
          </p:nvSpPr>
          <p:spPr bwMode="auto">
            <a:xfrm>
              <a:off x="4903162" y="2366272"/>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8" name="Rectangle 38"/>
            <p:cNvSpPr>
              <a:spLocks noChangeArrowheads="1"/>
            </p:cNvSpPr>
            <p:nvPr/>
          </p:nvSpPr>
          <p:spPr bwMode="auto">
            <a:xfrm>
              <a:off x="4903162" y="3617588"/>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9" name="Rectangle 39"/>
            <p:cNvSpPr>
              <a:spLocks noChangeArrowheads="1"/>
            </p:cNvSpPr>
            <p:nvPr/>
          </p:nvSpPr>
          <p:spPr bwMode="auto">
            <a:xfrm>
              <a:off x="4903162" y="4231528"/>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0" name="Rectangle 40"/>
            <p:cNvSpPr>
              <a:spLocks noChangeArrowheads="1"/>
            </p:cNvSpPr>
            <p:nvPr/>
          </p:nvSpPr>
          <p:spPr bwMode="auto">
            <a:xfrm>
              <a:off x="4903162"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1" name="Rectangle 41"/>
            <p:cNvSpPr>
              <a:spLocks noChangeArrowheads="1"/>
            </p:cNvSpPr>
            <p:nvPr/>
          </p:nvSpPr>
          <p:spPr bwMode="auto">
            <a:xfrm>
              <a:off x="4903162" y="3307101"/>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2" name="Rectangle 42"/>
            <p:cNvSpPr>
              <a:spLocks noChangeArrowheads="1"/>
            </p:cNvSpPr>
            <p:nvPr/>
          </p:nvSpPr>
          <p:spPr bwMode="auto">
            <a:xfrm>
              <a:off x="4903162" y="2676757"/>
              <a:ext cx="255419" cy="25307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3" name="Rectangle 43"/>
            <p:cNvSpPr>
              <a:spLocks noChangeArrowheads="1"/>
            </p:cNvSpPr>
            <p:nvPr/>
          </p:nvSpPr>
          <p:spPr bwMode="auto">
            <a:xfrm>
              <a:off x="4903162" y="3929244"/>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4" name="Rectangle 44"/>
            <p:cNvSpPr>
              <a:spLocks noChangeArrowheads="1"/>
            </p:cNvSpPr>
            <p:nvPr/>
          </p:nvSpPr>
          <p:spPr bwMode="auto">
            <a:xfrm>
              <a:off x="4903162" y="4542013"/>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5" name="Rectangle 45"/>
            <p:cNvSpPr>
              <a:spLocks noChangeArrowheads="1"/>
            </p:cNvSpPr>
            <p:nvPr/>
          </p:nvSpPr>
          <p:spPr bwMode="auto">
            <a:xfrm>
              <a:off x="5214819"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6" name="Rectangle 46"/>
            <p:cNvSpPr>
              <a:spLocks noChangeArrowheads="1"/>
            </p:cNvSpPr>
            <p:nvPr/>
          </p:nvSpPr>
          <p:spPr bwMode="auto">
            <a:xfrm>
              <a:off x="5214819" y="2996616"/>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7" name="Rectangle 47"/>
            <p:cNvSpPr>
              <a:spLocks noChangeArrowheads="1"/>
            </p:cNvSpPr>
            <p:nvPr/>
          </p:nvSpPr>
          <p:spPr bwMode="auto">
            <a:xfrm>
              <a:off x="5214819" y="2366272"/>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8" name="Rectangle 48"/>
            <p:cNvSpPr>
              <a:spLocks noChangeArrowheads="1"/>
            </p:cNvSpPr>
            <p:nvPr/>
          </p:nvSpPr>
          <p:spPr bwMode="auto">
            <a:xfrm>
              <a:off x="5214819" y="3617588"/>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9" name="Rectangle 49"/>
            <p:cNvSpPr>
              <a:spLocks noChangeArrowheads="1"/>
            </p:cNvSpPr>
            <p:nvPr/>
          </p:nvSpPr>
          <p:spPr bwMode="auto">
            <a:xfrm>
              <a:off x="5214819" y="4231528"/>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0" name="Rectangle 50"/>
            <p:cNvSpPr>
              <a:spLocks noChangeArrowheads="1"/>
            </p:cNvSpPr>
            <p:nvPr/>
          </p:nvSpPr>
          <p:spPr bwMode="auto">
            <a:xfrm>
              <a:off x="5214819"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1" name="Rectangle 51"/>
            <p:cNvSpPr>
              <a:spLocks noChangeArrowheads="1"/>
            </p:cNvSpPr>
            <p:nvPr/>
          </p:nvSpPr>
          <p:spPr bwMode="auto">
            <a:xfrm>
              <a:off x="5214819" y="3307101"/>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2" name="Rectangle 52"/>
            <p:cNvSpPr>
              <a:spLocks noChangeArrowheads="1"/>
            </p:cNvSpPr>
            <p:nvPr/>
          </p:nvSpPr>
          <p:spPr bwMode="auto">
            <a:xfrm>
              <a:off x="5214819" y="2676757"/>
              <a:ext cx="255419" cy="25307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3" name="Rectangle 53"/>
            <p:cNvSpPr>
              <a:spLocks noChangeArrowheads="1"/>
            </p:cNvSpPr>
            <p:nvPr/>
          </p:nvSpPr>
          <p:spPr bwMode="auto">
            <a:xfrm>
              <a:off x="5214819" y="3929244"/>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4" name="Rectangle 54"/>
            <p:cNvSpPr>
              <a:spLocks noChangeArrowheads="1"/>
            </p:cNvSpPr>
            <p:nvPr/>
          </p:nvSpPr>
          <p:spPr bwMode="auto">
            <a:xfrm>
              <a:off x="5214819" y="4542013"/>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5" name="Rectangle 55"/>
            <p:cNvSpPr>
              <a:spLocks noChangeArrowheads="1"/>
            </p:cNvSpPr>
            <p:nvPr/>
          </p:nvSpPr>
          <p:spPr bwMode="auto">
            <a:xfrm>
              <a:off x="5526476"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6" name="Rectangle 56"/>
            <p:cNvSpPr>
              <a:spLocks noChangeArrowheads="1"/>
            </p:cNvSpPr>
            <p:nvPr/>
          </p:nvSpPr>
          <p:spPr bwMode="auto">
            <a:xfrm>
              <a:off x="5526476" y="2996616"/>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7" name="Rectangle 57"/>
            <p:cNvSpPr>
              <a:spLocks noChangeArrowheads="1"/>
            </p:cNvSpPr>
            <p:nvPr/>
          </p:nvSpPr>
          <p:spPr bwMode="auto">
            <a:xfrm>
              <a:off x="5526476" y="2366272"/>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8" name="Rectangle 58"/>
            <p:cNvSpPr>
              <a:spLocks noChangeArrowheads="1"/>
            </p:cNvSpPr>
            <p:nvPr/>
          </p:nvSpPr>
          <p:spPr bwMode="auto">
            <a:xfrm>
              <a:off x="5526476" y="3617588"/>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9" name="Rectangle 59"/>
            <p:cNvSpPr>
              <a:spLocks noChangeArrowheads="1"/>
            </p:cNvSpPr>
            <p:nvPr/>
          </p:nvSpPr>
          <p:spPr bwMode="auto">
            <a:xfrm>
              <a:off x="5526476" y="4231528"/>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0" name="Rectangle 60"/>
            <p:cNvSpPr>
              <a:spLocks noChangeArrowheads="1"/>
            </p:cNvSpPr>
            <p:nvPr/>
          </p:nvSpPr>
          <p:spPr bwMode="auto">
            <a:xfrm>
              <a:off x="5526476"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1" name="Rectangle 61"/>
            <p:cNvSpPr>
              <a:spLocks noChangeArrowheads="1"/>
            </p:cNvSpPr>
            <p:nvPr/>
          </p:nvSpPr>
          <p:spPr bwMode="auto">
            <a:xfrm>
              <a:off x="5526476" y="3307101"/>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2" name="Rectangle 62"/>
            <p:cNvSpPr>
              <a:spLocks noChangeArrowheads="1"/>
            </p:cNvSpPr>
            <p:nvPr/>
          </p:nvSpPr>
          <p:spPr bwMode="auto">
            <a:xfrm>
              <a:off x="5526476" y="2676757"/>
              <a:ext cx="255419" cy="253075"/>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3" name="Rectangle 63"/>
            <p:cNvSpPr>
              <a:spLocks noChangeArrowheads="1"/>
            </p:cNvSpPr>
            <p:nvPr/>
          </p:nvSpPr>
          <p:spPr bwMode="auto">
            <a:xfrm>
              <a:off x="5526476" y="3929244"/>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4" name="Rectangle 64"/>
            <p:cNvSpPr>
              <a:spLocks noChangeArrowheads="1"/>
            </p:cNvSpPr>
            <p:nvPr/>
          </p:nvSpPr>
          <p:spPr bwMode="auto">
            <a:xfrm>
              <a:off x="5526476" y="4542013"/>
              <a:ext cx="255419" cy="255419"/>
            </a:xfrm>
            <a:prstGeom prst="rect">
              <a:avLst/>
            </a:pr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 name="Group 32"/>
          <p:cNvGrpSpPr/>
          <p:nvPr/>
        </p:nvGrpSpPr>
        <p:grpSpPr>
          <a:xfrm>
            <a:off x="6714906" y="1744129"/>
            <a:ext cx="1810189" cy="3053303"/>
            <a:chOff x="6714906" y="1744129"/>
            <a:chExt cx="1810189" cy="3053303"/>
          </a:xfrm>
        </p:grpSpPr>
        <p:sp>
          <p:nvSpPr>
            <p:cNvPr id="136" name="Rectangle 5"/>
            <p:cNvSpPr>
              <a:spLocks noChangeArrowheads="1"/>
            </p:cNvSpPr>
            <p:nvPr/>
          </p:nvSpPr>
          <p:spPr bwMode="auto">
            <a:xfrm>
              <a:off x="6714906"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7" name="Rectangle 6"/>
            <p:cNvSpPr>
              <a:spLocks noChangeArrowheads="1"/>
            </p:cNvSpPr>
            <p:nvPr/>
          </p:nvSpPr>
          <p:spPr bwMode="auto">
            <a:xfrm>
              <a:off x="6714906" y="2996616"/>
              <a:ext cx="253075" cy="255419"/>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8" name="Rectangle 7"/>
            <p:cNvSpPr>
              <a:spLocks noChangeArrowheads="1"/>
            </p:cNvSpPr>
            <p:nvPr/>
          </p:nvSpPr>
          <p:spPr bwMode="auto">
            <a:xfrm>
              <a:off x="6714906" y="2366272"/>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9" name="Rectangle 8"/>
            <p:cNvSpPr>
              <a:spLocks noChangeArrowheads="1"/>
            </p:cNvSpPr>
            <p:nvPr/>
          </p:nvSpPr>
          <p:spPr bwMode="auto">
            <a:xfrm>
              <a:off x="6714906" y="3617588"/>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0" name="Rectangle 9"/>
            <p:cNvSpPr>
              <a:spLocks noChangeArrowheads="1"/>
            </p:cNvSpPr>
            <p:nvPr/>
          </p:nvSpPr>
          <p:spPr bwMode="auto">
            <a:xfrm>
              <a:off x="6714906" y="4231528"/>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1" name="Rectangle 10"/>
            <p:cNvSpPr>
              <a:spLocks noChangeArrowheads="1"/>
            </p:cNvSpPr>
            <p:nvPr/>
          </p:nvSpPr>
          <p:spPr bwMode="auto">
            <a:xfrm>
              <a:off x="6714906" y="2055786"/>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2" name="Rectangle 11"/>
            <p:cNvSpPr>
              <a:spLocks noChangeArrowheads="1"/>
            </p:cNvSpPr>
            <p:nvPr/>
          </p:nvSpPr>
          <p:spPr bwMode="auto">
            <a:xfrm>
              <a:off x="6714906" y="3307101"/>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3" name="Rectangle 12"/>
            <p:cNvSpPr>
              <a:spLocks noChangeArrowheads="1"/>
            </p:cNvSpPr>
            <p:nvPr/>
          </p:nvSpPr>
          <p:spPr bwMode="auto">
            <a:xfrm>
              <a:off x="6714906" y="2676757"/>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4" name="Rectangle 13"/>
            <p:cNvSpPr>
              <a:spLocks noChangeArrowheads="1"/>
            </p:cNvSpPr>
            <p:nvPr/>
          </p:nvSpPr>
          <p:spPr bwMode="auto">
            <a:xfrm>
              <a:off x="6714906" y="3929244"/>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5" name="Rectangle 14"/>
            <p:cNvSpPr>
              <a:spLocks noChangeArrowheads="1"/>
            </p:cNvSpPr>
            <p:nvPr/>
          </p:nvSpPr>
          <p:spPr bwMode="auto">
            <a:xfrm>
              <a:off x="6714906" y="4542013"/>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6" name="Rectangle 15"/>
            <p:cNvSpPr>
              <a:spLocks noChangeArrowheads="1"/>
            </p:cNvSpPr>
            <p:nvPr/>
          </p:nvSpPr>
          <p:spPr bwMode="auto">
            <a:xfrm>
              <a:off x="7026563"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7" name="Rectangle 16"/>
            <p:cNvSpPr>
              <a:spLocks noChangeArrowheads="1"/>
            </p:cNvSpPr>
            <p:nvPr/>
          </p:nvSpPr>
          <p:spPr bwMode="auto">
            <a:xfrm>
              <a:off x="7026563" y="2996616"/>
              <a:ext cx="253075" cy="255419"/>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8" name="Rectangle 17"/>
            <p:cNvSpPr>
              <a:spLocks noChangeArrowheads="1"/>
            </p:cNvSpPr>
            <p:nvPr/>
          </p:nvSpPr>
          <p:spPr bwMode="auto">
            <a:xfrm>
              <a:off x="7026563" y="2366272"/>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9" name="Rectangle 18"/>
            <p:cNvSpPr>
              <a:spLocks noChangeArrowheads="1"/>
            </p:cNvSpPr>
            <p:nvPr/>
          </p:nvSpPr>
          <p:spPr bwMode="auto">
            <a:xfrm>
              <a:off x="7026563" y="3617588"/>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0" name="Rectangle 19"/>
            <p:cNvSpPr>
              <a:spLocks noChangeArrowheads="1"/>
            </p:cNvSpPr>
            <p:nvPr/>
          </p:nvSpPr>
          <p:spPr bwMode="auto">
            <a:xfrm>
              <a:off x="7026563" y="4231528"/>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1" name="Rectangle 20"/>
            <p:cNvSpPr>
              <a:spLocks noChangeArrowheads="1"/>
            </p:cNvSpPr>
            <p:nvPr/>
          </p:nvSpPr>
          <p:spPr bwMode="auto">
            <a:xfrm>
              <a:off x="7026563" y="2055786"/>
              <a:ext cx="253075"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2" name="Rectangle 21"/>
            <p:cNvSpPr>
              <a:spLocks noChangeArrowheads="1"/>
            </p:cNvSpPr>
            <p:nvPr/>
          </p:nvSpPr>
          <p:spPr bwMode="auto">
            <a:xfrm>
              <a:off x="7026563" y="3307101"/>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3" name="Rectangle 22"/>
            <p:cNvSpPr>
              <a:spLocks noChangeArrowheads="1"/>
            </p:cNvSpPr>
            <p:nvPr/>
          </p:nvSpPr>
          <p:spPr bwMode="auto">
            <a:xfrm>
              <a:off x="7026563" y="2676757"/>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4" name="Rectangle 23"/>
            <p:cNvSpPr>
              <a:spLocks noChangeArrowheads="1"/>
            </p:cNvSpPr>
            <p:nvPr/>
          </p:nvSpPr>
          <p:spPr bwMode="auto">
            <a:xfrm>
              <a:off x="7026563" y="3929244"/>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5" name="Rectangle 24"/>
            <p:cNvSpPr>
              <a:spLocks noChangeArrowheads="1"/>
            </p:cNvSpPr>
            <p:nvPr/>
          </p:nvSpPr>
          <p:spPr bwMode="auto">
            <a:xfrm>
              <a:off x="7026563" y="4542013"/>
              <a:ext cx="253075"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6" name="Rectangle 25"/>
            <p:cNvSpPr>
              <a:spLocks noChangeArrowheads="1"/>
            </p:cNvSpPr>
            <p:nvPr/>
          </p:nvSpPr>
          <p:spPr bwMode="auto">
            <a:xfrm>
              <a:off x="7334705" y="1744129"/>
              <a:ext cx="25658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7" name="Rectangle 26"/>
            <p:cNvSpPr>
              <a:spLocks noChangeArrowheads="1"/>
            </p:cNvSpPr>
            <p:nvPr/>
          </p:nvSpPr>
          <p:spPr bwMode="auto">
            <a:xfrm>
              <a:off x="7334705" y="2996616"/>
              <a:ext cx="256589" cy="255419"/>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8" name="Rectangle 27"/>
            <p:cNvSpPr>
              <a:spLocks noChangeArrowheads="1"/>
            </p:cNvSpPr>
            <p:nvPr/>
          </p:nvSpPr>
          <p:spPr bwMode="auto">
            <a:xfrm>
              <a:off x="7334705" y="2366272"/>
              <a:ext cx="25658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9" name="Rectangle 28"/>
            <p:cNvSpPr>
              <a:spLocks noChangeArrowheads="1"/>
            </p:cNvSpPr>
            <p:nvPr/>
          </p:nvSpPr>
          <p:spPr bwMode="auto">
            <a:xfrm>
              <a:off x="7334705" y="3617588"/>
              <a:ext cx="25658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0" name="Rectangle 29"/>
            <p:cNvSpPr>
              <a:spLocks noChangeArrowheads="1"/>
            </p:cNvSpPr>
            <p:nvPr/>
          </p:nvSpPr>
          <p:spPr bwMode="auto">
            <a:xfrm>
              <a:off x="7334705" y="4231528"/>
              <a:ext cx="25658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1" name="Rectangle 30"/>
            <p:cNvSpPr>
              <a:spLocks noChangeArrowheads="1"/>
            </p:cNvSpPr>
            <p:nvPr/>
          </p:nvSpPr>
          <p:spPr bwMode="auto">
            <a:xfrm>
              <a:off x="7334705" y="2055786"/>
              <a:ext cx="25658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2" name="Rectangle 31"/>
            <p:cNvSpPr>
              <a:spLocks noChangeArrowheads="1"/>
            </p:cNvSpPr>
            <p:nvPr/>
          </p:nvSpPr>
          <p:spPr bwMode="auto">
            <a:xfrm>
              <a:off x="7334705" y="3307101"/>
              <a:ext cx="25658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3" name="Rectangle 32"/>
            <p:cNvSpPr>
              <a:spLocks noChangeArrowheads="1"/>
            </p:cNvSpPr>
            <p:nvPr/>
          </p:nvSpPr>
          <p:spPr bwMode="auto">
            <a:xfrm>
              <a:off x="7334705" y="2676757"/>
              <a:ext cx="25658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4" name="Rectangle 33"/>
            <p:cNvSpPr>
              <a:spLocks noChangeArrowheads="1"/>
            </p:cNvSpPr>
            <p:nvPr/>
          </p:nvSpPr>
          <p:spPr bwMode="auto">
            <a:xfrm>
              <a:off x="7334705" y="3929244"/>
              <a:ext cx="25658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5" name="Rectangle 34"/>
            <p:cNvSpPr>
              <a:spLocks noChangeArrowheads="1"/>
            </p:cNvSpPr>
            <p:nvPr/>
          </p:nvSpPr>
          <p:spPr bwMode="auto">
            <a:xfrm>
              <a:off x="7334705" y="4542013"/>
              <a:ext cx="25658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6" name="Rectangle 35"/>
            <p:cNvSpPr>
              <a:spLocks noChangeArrowheads="1"/>
            </p:cNvSpPr>
            <p:nvPr/>
          </p:nvSpPr>
          <p:spPr bwMode="auto">
            <a:xfrm>
              <a:off x="7646362"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7" name="Rectangle 36"/>
            <p:cNvSpPr>
              <a:spLocks noChangeArrowheads="1"/>
            </p:cNvSpPr>
            <p:nvPr/>
          </p:nvSpPr>
          <p:spPr bwMode="auto">
            <a:xfrm>
              <a:off x="7646362" y="2996616"/>
              <a:ext cx="255419" cy="255419"/>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8" name="Rectangle 37"/>
            <p:cNvSpPr>
              <a:spLocks noChangeArrowheads="1"/>
            </p:cNvSpPr>
            <p:nvPr/>
          </p:nvSpPr>
          <p:spPr bwMode="auto">
            <a:xfrm>
              <a:off x="7646362" y="2366272"/>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9" name="Rectangle 38"/>
            <p:cNvSpPr>
              <a:spLocks noChangeArrowheads="1"/>
            </p:cNvSpPr>
            <p:nvPr/>
          </p:nvSpPr>
          <p:spPr bwMode="auto">
            <a:xfrm>
              <a:off x="7646362" y="3617588"/>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0" name="Rectangle 39"/>
            <p:cNvSpPr>
              <a:spLocks noChangeArrowheads="1"/>
            </p:cNvSpPr>
            <p:nvPr/>
          </p:nvSpPr>
          <p:spPr bwMode="auto">
            <a:xfrm>
              <a:off x="7646362" y="4231528"/>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1" name="Rectangle 40"/>
            <p:cNvSpPr>
              <a:spLocks noChangeArrowheads="1"/>
            </p:cNvSpPr>
            <p:nvPr/>
          </p:nvSpPr>
          <p:spPr bwMode="auto">
            <a:xfrm>
              <a:off x="7646362"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2" name="Rectangle 41"/>
            <p:cNvSpPr>
              <a:spLocks noChangeArrowheads="1"/>
            </p:cNvSpPr>
            <p:nvPr/>
          </p:nvSpPr>
          <p:spPr bwMode="auto">
            <a:xfrm>
              <a:off x="7646362" y="3307101"/>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3" name="Rectangle 42"/>
            <p:cNvSpPr>
              <a:spLocks noChangeArrowheads="1"/>
            </p:cNvSpPr>
            <p:nvPr/>
          </p:nvSpPr>
          <p:spPr bwMode="auto">
            <a:xfrm>
              <a:off x="7646362" y="2676757"/>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4" name="Rectangle 43"/>
            <p:cNvSpPr>
              <a:spLocks noChangeArrowheads="1"/>
            </p:cNvSpPr>
            <p:nvPr/>
          </p:nvSpPr>
          <p:spPr bwMode="auto">
            <a:xfrm>
              <a:off x="7646362" y="3929244"/>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5" name="Rectangle 44"/>
            <p:cNvSpPr>
              <a:spLocks noChangeArrowheads="1"/>
            </p:cNvSpPr>
            <p:nvPr/>
          </p:nvSpPr>
          <p:spPr bwMode="auto">
            <a:xfrm>
              <a:off x="7646362" y="4542013"/>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6" name="Rectangle 45"/>
            <p:cNvSpPr>
              <a:spLocks noChangeArrowheads="1"/>
            </p:cNvSpPr>
            <p:nvPr/>
          </p:nvSpPr>
          <p:spPr bwMode="auto">
            <a:xfrm>
              <a:off x="7958019"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7" name="Rectangle 46"/>
            <p:cNvSpPr>
              <a:spLocks noChangeArrowheads="1"/>
            </p:cNvSpPr>
            <p:nvPr/>
          </p:nvSpPr>
          <p:spPr bwMode="auto">
            <a:xfrm>
              <a:off x="7958019" y="2996616"/>
              <a:ext cx="255419" cy="255419"/>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8" name="Rectangle 47"/>
            <p:cNvSpPr>
              <a:spLocks noChangeArrowheads="1"/>
            </p:cNvSpPr>
            <p:nvPr/>
          </p:nvSpPr>
          <p:spPr bwMode="auto">
            <a:xfrm>
              <a:off x="7958019" y="2366272"/>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9" name="Rectangle 48"/>
            <p:cNvSpPr>
              <a:spLocks noChangeArrowheads="1"/>
            </p:cNvSpPr>
            <p:nvPr/>
          </p:nvSpPr>
          <p:spPr bwMode="auto">
            <a:xfrm>
              <a:off x="7958019" y="3617588"/>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0" name="Rectangle 49"/>
            <p:cNvSpPr>
              <a:spLocks noChangeArrowheads="1"/>
            </p:cNvSpPr>
            <p:nvPr/>
          </p:nvSpPr>
          <p:spPr bwMode="auto">
            <a:xfrm>
              <a:off x="7958019" y="4231528"/>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1" name="Rectangle 50"/>
            <p:cNvSpPr>
              <a:spLocks noChangeArrowheads="1"/>
            </p:cNvSpPr>
            <p:nvPr/>
          </p:nvSpPr>
          <p:spPr bwMode="auto">
            <a:xfrm>
              <a:off x="7958019"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2" name="Rectangle 51"/>
            <p:cNvSpPr>
              <a:spLocks noChangeArrowheads="1"/>
            </p:cNvSpPr>
            <p:nvPr/>
          </p:nvSpPr>
          <p:spPr bwMode="auto">
            <a:xfrm>
              <a:off x="7958019" y="3307101"/>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3" name="Rectangle 52"/>
            <p:cNvSpPr>
              <a:spLocks noChangeArrowheads="1"/>
            </p:cNvSpPr>
            <p:nvPr/>
          </p:nvSpPr>
          <p:spPr bwMode="auto">
            <a:xfrm>
              <a:off x="7958019" y="2676757"/>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4" name="Rectangle 53"/>
            <p:cNvSpPr>
              <a:spLocks noChangeArrowheads="1"/>
            </p:cNvSpPr>
            <p:nvPr/>
          </p:nvSpPr>
          <p:spPr bwMode="auto">
            <a:xfrm>
              <a:off x="7958019" y="3929244"/>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5" name="Rectangle 54"/>
            <p:cNvSpPr>
              <a:spLocks noChangeArrowheads="1"/>
            </p:cNvSpPr>
            <p:nvPr/>
          </p:nvSpPr>
          <p:spPr bwMode="auto">
            <a:xfrm>
              <a:off x="7958019" y="4542013"/>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6" name="Rectangle 55"/>
            <p:cNvSpPr>
              <a:spLocks noChangeArrowheads="1"/>
            </p:cNvSpPr>
            <p:nvPr/>
          </p:nvSpPr>
          <p:spPr bwMode="auto">
            <a:xfrm>
              <a:off x="8269676"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7" name="Rectangle 56"/>
            <p:cNvSpPr>
              <a:spLocks noChangeArrowheads="1"/>
            </p:cNvSpPr>
            <p:nvPr/>
          </p:nvSpPr>
          <p:spPr bwMode="auto">
            <a:xfrm>
              <a:off x="8269676" y="2996616"/>
              <a:ext cx="255419" cy="255419"/>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8" name="Rectangle 57"/>
            <p:cNvSpPr>
              <a:spLocks noChangeArrowheads="1"/>
            </p:cNvSpPr>
            <p:nvPr/>
          </p:nvSpPr>
          <p:spPr bwMode="auto">
            <a:xfrm>
              <a:off x="8269676" y="2366272"/>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9" name="Rectangle 58"/>
            <p:cNvSpPr>
              <a:spLocks noChangeArrowheads="1"/>
            </p:cNvSpPr>
            <p:nvPr/>
          </p:nvSpPr>
          <p:spPr bwMode="auto">
            <a:xfrm>
              <a:off x="8269676" y="3617588"/>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0" name="Rectangle 59"/>
            <p:cNvSpPr>
              <a:spLocks noChangeArrowheads="1"/>
            </p:cNvSpPr>
            <p:nvPr/>
          </p:nvSpPr>
          <p:spPr bwMode="auto">
            <a:xfrm>
              <a:off x="8269676" y="4231528"/>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1" name="Rectangle 60"/>
            <p:cNvSpPr>
              <a:spLocks noChangeArrowheads="1"/>
            </p:cNvSpPr>
            <p:nvPr/>
          </p:nvSpPr>
          <p:spPr bwMode="auto">
            <a:xfrm>
              <a:off x="8269676"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2" name="Rectangle 61"/>
            <p:cNvSpPr>
              <a:spLocks noChangeArrowheads="1"/>
            </p:cNvSpPr>
            <p:nvPr/>
          </p:nvSpPr>
          <p:spPr bwMode="auto">
            <a:xfrm>
              <a:off x="8269676" y="3307101"/>
              <a:ext cx="255419" cy="255419"/>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3" name="Rectangle 62"/>
            <p:cNvSpPr>
              <a:spLocks noChangeArrowheads="1"/>
            </p:cNvSpPr>
            <p:nvPr/>
          </p:nvSpPr>
          <p:spPr bwMode="auto">
            <a:xfrm>
              <a:off x="8269676" y="2676757"/>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4" name="Rectangle 63"/>
            <p:cNvSpPr>
              <a:spLocks noChangeArrowheads="1"/>
            </p:cNvSpPr>
            <p:nvPr/>
          </p:nvSpPr>
          <p:spPr bwMode="auto">
            <a:xfrm>
              <a:off x="8269676" y="3929244"/>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5" name="Rectangle 64"/>
            <p:cNvSpPr>
              <a:spLocks noChangeArrowheads="1"/>
            </p:cNvSpPr>
            <p:nvPr/>
          </p:nvSpPr>
          <p:spPr bwMode="auto">
            <a:xfrm>
              <a:off x="8269676" y="4542013"/>
              <a:ext cx="255419" cy="255419"/>
            </a:xfrm>
            <a:prstGeom prst="rect">
              <a:avLst/>
            </a:pr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2" name="Group 31"/>
          <p:cNvGrpSpPr/>
          <p:nvPr/>
        </p:nvGrpSpPr>
        <p:grpSpPr>
          <a:xfrm>
            <a:off x="9458106" y="1744129"/>
            <a:ext cx="1810189" cy="3053303"/>
            <a:chOff x="9458106" y="1744129"/>
            <a:chExt cx="1810189" cy="3053303"/>
          </a:xfrm>
        </p:grpSpPr>
        <p:sp>
          <p:nvSpPr>
            <p:cNvPr id="197" name="Rectangle 5"/>
            <p:cNvSpPr>
              <a:spLocks noChangeArrowheads="1"/>
            </p:cNvSpPr>
            <p:nvPr/>
          </p:nvSpPr>
          <p:spPr bwMode="auto">
            <a:xfrm>
              <a:off x="9458106"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8" name="Rectangle 6"/>
            <p:cNvSpPr>
              <a:spLocks noChangeArrowheads="1"/>
            </p:cNvSpPr>
            <p:nvPr/>
          </p:nvSpPr>
          <p:spPr bwMode="auto">
            <a:xfrm>
              <a:off x="9458106" y="2996616"/>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9" name="Rectangle 7"/>
            <p:cNvSpPr>
              <a:spLocks noChangeArrowheads="1"/>
            </p:cNvSpPr>
            <p:nvPr/>
          </p:nvSpPr>
          <p:spPr bwMode="auto">
            <a:xfrm>
              <a:off x="9458106" y="2366272"/>
              <a:ext cx="253075"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0" name="Rectangle 8"/>
            <p:cNvSpPr>
              <a:spLocks noChangeArrowheads="1"/>
            </p:cNvSpPr>
            <p:nvPr/>
          </p:nvSpPr>
          <p:spPr bwMode="auto">
            <a:xfrm>
              <a:off x="9458106" y="3617588"/>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1" name="Rectangle 9"/>
            <p:cNvSpPr>
              <a:spLocks noChangeArrowheads="1"/>
            </p:cNvSpPr>
            <p:nvPr/>
          </p:nvSpPr>
          <p:spPr bwMode="auto">
            <a:xfrm>
              <a:off x="9458106" y="4231528"/>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2" name="Rectangle 10"/>
            <p:cNvSpPr>
              <a:spLocks noChangeArrowheads="1"/>
            </p:cNvSpPr>
            <p:nvPr/>
          </p:nvSpPr>
          <p:spPr bwMode="auto">
            <a:xfrm>
              <a:off x="9458106" y="2055786"/>
              <a:ext cx="253075"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3" name="Rectangle 11"/>
            <p:cNvSpPr>
              <a:spLocks noChangeArrowheads="1"/>
            </p:cNvSpPr>
            <p:nvPr/>
          </p:nvSpPr>
          <p:spPr bwMode="auto">
            <a:xfrm>
              <a:off x="9458106" y="3307101"/>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4" name="Rectangle 12"/>
            <p:cNvSpPr>
              <a:spLocks noChangeArrowheads="1"/>
            </p:cNvSpPr>
            <p:nvPr/>
          </p:nvSpPr>
          <p:spPr bwMode="auto">
            <a:xfrm>
              <a:off x="9458106" y="2676757"/>
              <a:ext cx="253075" cy="253075"/>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5" name="Rectangle 13"/>
            <p:cNvSpPr>
              <a:spLocks noChangeArrowheads="1"/>
            </p:cNvSpPr>
            <p:nvPr/>
          </p:nvSpPr>
          <p:spPr bwMode="auto">
            <a:xfrm>
              <a:off x="9458106" y="3929244"/>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6" name="Rectangle 14"/>
            <p:cNvSpPr>
              <a:spLocks noChangeArrowheads="1"/>
            </p:cNvSpPr>
            <p:nvPr/>
          </p:nvSpPr>
          <p:spPr bwMode="auto">
            <a:xfrm>
              <a:off x="9458106" y="4542013"/>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7" name="Rectangle 15"/>
            <p:cNvSpPr>
              <a:spLocks noChangeArrowheads="1"/>
            </p:cNvSpPr>
            <p:nvPr/>
          </p:nvSpPr>
          <p:spPr bwMode="auto">
            <a:xfrm>
              <a:off x="9769763" y="1744129"/>
              <a:ext cx="253075"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8" name="Rectangle 16"/>
            <p:cNvSpPr>
              <a:spLocks noChangeArrowheads="1"/>
            </p:cNvSpPr>
            <p:nvPr/>
          </p:nvSpPr>
          <p:spPr bwMode="auto">
            <a:xfrm>
              <a:off x="9769763" y="2996616"/>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9" name="Rectangle 17"/>
            <p:cNvSpPr>
              <a:spLocks noChangeArrowheads="1"/>
            </p:cNvSpPr>
            <p:nvPr/>
          </p:nvSpPr>
          <p:spPr bwMode="auto">
            <a:xfrm>
              <a:off x="9769763" y="2366272"/>
              <a:ext cx="253075"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0" name="Rectangle 18"/>
            <p:cNvSpPr>
              <a:spLocks noChangeArrowheads="1"/>
            </p:cNvSpPr>
            <p:nvPr/>
          </p:nvSpPr>
          <p:spPr bwMode="auto">
            <a:xfrm>
              <a:off x="9769763" y="3617588"/>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1" name="Rectangle 19"/>
            <p:cNvSpPr>
              <a:spLocks noChangeArrowheads="1"/>
            </p:cNvSpPr>
            <p:nvPr/>
          </p:nvSpPr>
          <p:spPr bwMode="auto">
            <a:xfrm>
              <a:off x="9769763" y="4231528"/>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2" name="Rectangle 20"/>
            <p:cNvSpPr>
              <a:spLocks noChangeArrowheads="1"/>
            </p:cNvSpPr>
            <p:nvPr/>
          </p:nvSpPr>
          <p:spPr bwMode="auto">
            <a:xfrm>
              <a:off x="9769763" y="2055786"/>
              <a:ext cx="253075"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3" name="Rectangle 21"/>
            <p:cNvSpPr>
              <a:spLocks noChangeArrowheads="1"/>
            </p:cNvSpPr>
            <p:nvPr/>
          </p:nvSpPr>
          <p:spPr bwMode="auto">
            <a:xfrm>
              <a:off x="9769763" y="3307101"/>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4" name="Rectangle 22"/>
            <p:cNvSpPr>
              <a:spLocks noChangeArrowheads="1"/>
            </p:cNvSpPr>
            <p:nvPr/>
          </p:nvSpPr>
          <p:spPr bwMode="auto">
            <a:xfrm>
              <a:off x="9769763" y="2676757"/>
              <a:ext cx="253075" cy="253075"/>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5" name="Rectangle 23"/>
            <p:cNvSpPr>
              <a:spLocks noChangeArrowheads="1"/>
            </p:cNvSpPr>
            <p:nvPr/>
          </p:nvSpPr>
          <p:spPr bwMode="auto">
            <a:xfrm>
              <a:off x="9769763" y="3929244"/>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6" name="Rectangle 24"/>
            <p:cNvSpPr>
              <a:spLocks noChangeArrowheads="1"/>
            </p:cNvSpPr>
            <p:nvPr/>
          </p:nvSpPr>
          <p:spPr bwMode="auto">
            <a:xfrm>
              <a:off x="9769763" y="4542013"/>
              <a:ext cx="253075"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7" name="Rectangle 25"/>
            <p:cNvSpPr>
              <a:spLocks noChangeArrowheads="1"/>
            </p:cNvSpPr>
            <p:nvPr/>
          </p:nvSpPr>
          <p:spPr bwMode="auto">
            <a:xfrm>
              <a:off x="10077905" y="1744129"/>
              <a:ext cx="25658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8" name="Rectangle 26"/>
            <p:cNvSpPr>
              <a:spLocks noChangeArrowheads="1"/>
            </p:cNvSpPr>
            <p:nvPr/>
          </p:nvSpPr>
          <p:spPr bwMode="auto">
            <a:xfrm>
              <a:off x="10077905" y="2996616"/>
              <a:ext cx="25658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9" name="Rectangle 27"/>
            <p:cNvSpPr>
              <a:spLocks noChangeArrowheads="1"/>
            </p:cNvSpPr>
            <p:nvPr/>
          </p:nvSpPr>
          <p:spPr bwMode="auto">
            <a:xfrm>
              <a:off x="10077905" y="2366272"/>
              <a:ext cx="256589"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0" name="Rectangle 28"/>
            <p:cNvSpPr>
              <a:spLocks noChangeArrowheads="1"/>
            </p:cNvSpPr>
            <p:nvPr/>
          </p:nvSpPr>
          <p:spPr bwMode="auto">
            <a:xfrm>
              <a:off x="10077905" y="3617588"/>
              <a:ext cx="25658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1" name="Rectangle 29"/>
            <p:cNvSpPr>
              <a:spLocks noChangeArrowheads="1"/>
            </p:cNvSpPr>
            <p:nvPr/>
          </p:nvSpPr>
          <p:spPr bwMode="auto">
            <a:xfrm>
              <a:off x="10077905" y="4231528"/>
              <a:ext cx="25658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2" name="Rectangle 30"/>
            <p:cNvSpPr>
              <a:spLocks noChangeArrowheads="1"/>
            </p:cNvSpPr>
            <p:nvPr/>
          </p:nvSpPr>
          <p:spPr bwMode="auto">
            <a:xfrm>
              <a:off x="10077905" y="2055786"/>
              <a:ext cx="25658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3" name="Rectangle 31"/>
            <p:cNvSpPr>
              <a:spLocks noChangeArrowheads="1"/>
            </p:cNvSpPr>
            <p:nvPr/>
          </p:nvSpPr>
          <p:spPr bwMode="auto">
            <a:xfrm>
              <a:off x="10077905" y="3307101"/>
              <a:ext cx="25658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4" name="Rectangle 32"/>
            <p:cNvSpPr>
              <a:spLocks noChangeArrowheads="1"/>
            </p:cNvSpPr>
            <p:nvPr/>
          </p:nvSpPr>
          <p:spPr bwMode="auto">
            <a:xfrm>
              <a:off x="10077905" y="2676757"/>
              <a:ext cx="256589" cy="253075"/>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5" name="Rectangle 33"/>
            <p:cNvSpPr>
              <a:spLocks noChangeArrowheads="1"/>
            </p:cNvSpPr>
            <p:nvPr/>
          </p:nvSpPr>
          <p:spPr bwMode="auto">
            <a:xfrm>
              <a:off x="10077905" y="3929244"/>
              <a:ext cx="25658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6" name="Rectangle 34"/>
            <p:cNvSpPr>
              <a:spLocks noChangeArrowheads="1"/>
            </p:cNvSpPr>
            <p:nvPr/>
          </p:nvSpPr>
          <p:spPr bwMode="auto">
            <a:xfrm>
              <a:off x="10077905" y="4542013"/>
              <a:ext cx="25658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7" name="Rectangle 35"/>
            <p:cNvSpPr>
              <a:spLocks noChangeArrowheads="1"/>
            </p:cNvSpPr>
            <p:nvPr/>
          </p:nvSpPr>
          <p:spPr bwMode="auto">
            <a:xfrm>
              <a:off x="10389562"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8" name="Rectangle 36"/>
            <p:cNvSpPr>
              <a:spLocks noChangeArrowheads="1"/>
            </p:cNvSpPr>
            <p:nvPr/>
          </p:nvSpPr>
          <p:spPr bwMode="auto">
            <a:xfrm>
              <a:off x="10389562" y="2996616"/>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9" name="Rectangle 37"/>
            <p:cNvSpPr>
              <a:spLocks noChangeArrowheads="1"/>
            </p:cNvSpPr>
            <p:nvPr/>
          </p:nvSpPr>
          <p:spPr bwMode="auto">
            <a:xfrm>
              <a:off x="10389562" y="2366272"/>
              <a:ext cx="255419"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0" name="Rectangle 38"/>
            <p:cNvSpPr>
              <a:spLocks noChangeArrowheads="1"/>
            </p:cNvSpPr>
            <p:nvPr/>
          </p:nvSpPr>
          <p:spPr bwMode="auto">
            <a:xfrm>
              <a:off x="10389562" y="3617588"/>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1" name="Rectangle 39"/>
            <p:cNvSpPr>
              <a:spLocks noChangeArrowheads="1"/>
            </p:cNvSpPr>
            <p:nvPr/>
          </p:nvSpPr>
          <p:spPr bwMode="auto">
            <a:xfrm>
              <a:off x="10389562" y="4231528"/>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2" name="Rectangle 40"/>
            <p:cNvSpPr>
              <a:spLocks noChangeArrowheads="1"/>
            </p:cNvSpPr>
            <p:nvPr/>
          </p:nvSpPr>
          <p:spPr bwMode="auto">
            <a:xfrm>
              <a:off x="10389562"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3" name="Rectangle 41"/>
            <p:cNvSpPr>
              <a:spLocks noChangeArrowheads="1"/>
            </p:cNvSpPr>
            <p:nvPr/>
          </p:nvSpPr>
          <p:spPr bwMode="auto">
            <a:xfrm>
              <a:off x="10389562" y="3307101"/>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4" name="Rectangle 42"/>
            <p:cNvSpPr>
              <a:spLocks noChangeArrowheads="1"/>
            </p:cNvSpPr>
            <p:nvPr/>
          </p:nvSpPr>
          <p:spPr bwMode="auto">
            <a:xfrm>
              <a:off x="10389562" y="2676757"/>
              <a:ext cx="255419" cy="253075"/>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5" name="Rectangle 43"/>
            <p:cNvSpPr>
              <a:spLocks noChangeArrowheads="1"/>
            </p:cNvSpPr>
            <p:nvPr/>
          </p:nvSpPr>
          <p:spPr bwMode="auto">
            <a:xfrm>
              <a:off x="10389562" y="3929244"/>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6" name="Rectangle 44"/>
            <p:cNvSpPr>
              <a:spLocks noChangeArrowheads="1"/>
            </p:cNvSpPr>
            <p:nvPr/>
          </p:nvSpPr>
          <p:spPr bwMode="auto">
            <a:xfrm>
              <a:off x="10389562" y="4542013"/>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7" name="Rectangle 45"/>
            <p:cNvSpPr>
              <a:spLocks noChangeArrowheads="1"/>
            </p:cNvSpPr>
            <p:nvPr/>
          </p:nvSpPr>
          <p:spPr bwMode="auto">
            <a:xfrm>
              <a:off x="10701219"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8" name="Rectangle 46"/>
            <p:cNvSpPr>
              <a:spLocks noChangeArrowheads="1"/>
            </p:cNvSpPr>
            <p:nvPr/>
          </p:nvSpPr>
          <p:spPr bwMode="auto">
            <a:xfrm>
              <a:off x="10701219" y="2996616"/>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9" name="Rectangle 47"/>
            <p:cNvSpPr>
              <a:spLocks noChangeArrowheads="1"/>
            </p:cNvSpPr>
            <p:nvPr/>
          </p:nvSpPr>
          <p:spPr bwMode="auto">
            <a:xfrm>
              <a:off x="10701219" y="2366272"/>
              <a:ext cx="255419"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0" name="Rectangle 48"/>
            <p:cNvSpPr>
              <a:spLocks noChangeArrowheads="1"/>
            </p:cNvSpPr>
            <p:nvPr/>
          </p:nvSpPr>
          <p:spPr bwMode="auto">
            <a:xfrm>
              <a:off x="10701219" y="3617588"/>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1" name="Rectangle 49"/>
            <p:cNvSpPr>
              <a:spLocks noChangeArrowheads="1"/>
            </p:cNvSpPr>
            <p:nvPr/>
          </p:nvSpPr>
          <p:spPr bwMode="auto">
            <a:xfrm>
              <a:off x="10701219" y="4231528"/>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2" name="Rectangle 50"/>
            <p:cNvSpPr>
              <a:spLocks noChangeArrowheads="1"/>
            </p:cNvSpPr>
            <p:nvPr/>
          </p:nvSpPr>
          <p:spPr bwMode="auto">
            <a:xfrm>
              <a:off x="10701219"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3" name="Rectangle 51"/>
            <p:cNvSpPr>
              <a:spLocks noChangeArrowheads="1"/>
            </p:cNvSpPr>
            <p:nvPr/>
          </p:nvSpPr>
          <p:spPr bwMode="auto">
            <a:xfrm>
              <a:off x="10701219" y="3307101"/>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4" name="Rectangle 52"/>
            <p:cNvSpPr>
              <a:spLocks noChangeArrowheads="1"/>
            </p:cNvSpPr>
            <p:nvPr/>
          </p:nvSpPr>
          <p:spPr bwMode="auto">
            <a:xfrm>
              <a:off x="10701219" y="2676757"/>
              <a:ext cx="255419" cy="253075"/>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5" name="Rectangle 53"/>
            <p:cNvSpPr>
              <a:spLocks noChangeArrowheads="1"/>
            </p:cNvSpPr>
            <p:nvPr/>
          </p:nvSpPr>
          <p:spPr bwMode="auto">
            <a:xfrm>
              <a:off x="10701219" y="3929244"/>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6" name="Rectangle 54"/>
            <p:cNvSpPr>
              <a:spLocks noChangeArrowheads="1"/>
            </p:cNvSpPr>
            <p:nvPr/>
          </p:nvSpPr>
          <p:spPr bwMode="auto">
            <a:xfrm>
              <a:off x="10701219" y="4542013"/>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7" name="Rectangle 55"/>
            <p:cNvSpPr>
              <a:spLocks noChangeArrowheads="1"/>
            </p:cNvSpPr>
            <p:nvPr/>
          </p:nvSpPr>
          <p:spPr bwMode="auto">
            <a:xfrm>
              <a:off x="11012876" y="1744129"/>
              <a:ext cx="255419" cy="253075"/>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8" name="Rectangle 56"/>
            <p:cNvSpPr>
              <a:spLocks noChangeArrowheads="1"/>
            </p:cNvSpPr>
            <p:nvPr/>
          </p:nvSpPr>
          <p:spPr bwMode="auto">
            <a:xfrm>
              <a:off x="11012876" y="2996616"/>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9" name="Rectangle 57"/>
            <p:cNvSpPr>
              <a:spLocks noChangeArrowheads="1"/>
            </p:cNvSpPr>
            <p:nvPr/>
          </p:nvSpPr>
          <p:spPr bwMode="auto">
            <a:xfrm>
              <a:off x="11012876" y="2366272"/>
              <a:ext cx="255419" cy="251904"/>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0" name="Rectangle 58"/>
            <p:cNvSpPr>
              <a:spLocks noChangeArrowheads="1"/>
            </p:cNvSpPr>
            <p:nvPr/>
          </p:nvSpPr>
          <p:spPr bwMode="auto">
            <a:xfrm>
              <a:off x="11012876" y="3617588"/>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1" name="Rectangle 59"/>
            <p:cNvSpPr>
              <a:spLocks noChangeArrowheads="1"/>
            </p:cNvSpPr>
            <p:nvPr/>
          </p:nvSpPr>
          <p:spPr bwMode="auto">
            <a:xfrm>
              <a:off x="11012876" y="4231528"/>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2" name="Rectangle 60"/>
            <p:cNvSpPr>
              <a:spLocks noChangeArrowheads="1"/>
            </p:cNvSpPr>
            <p:nvPr/>
          </p:nvSpPr>
          <p:spPr bwMode="auto">
            <a:xfrm>
              <a:off x="11012876" y="2055786"/>
              <a:ext cx="255419" cy="251904"/>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3" name="Rectangle 61"/>
            <p:cNvSpPr>
              <a:spLocks noChangeArrowheads="1"/>
            </p:cNvSpPr>
            <p:nvPr/>
          </p:nvSpPr>
          <p:spPr bwMode="auto">
            <a:xfrm>
              <a:off x="11012876" y="3307101"/>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4" name="Rectangle 62"/>
            <p:cNvSpPr>
              <a:spLocks noChangeArrowheads="1"/>
            </p:cNvSpPr>
            <p:nvPr/>
          </p:nvSpPr>
          <p:spPr bwMode="auto">
            <a:xfrm>
              <a:off x="11012876" y="2676757"/>
              <a:ext cx="255419" cy="253075"/>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5" name="Rectangle 63"/>
            <p:cNvSpPr>
              <a:spLocks noChangeArrowheads="1"/>
            </p:cNvSpPr>
            <p:nvPr/>
          </p:nvSpPr>
          <p:spPr bwMode="auto">
            <a:xfrm>
              <a:off x="11012876" y="3929244"/>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6" name="Rectangle 64"/>
            <p:cNvSpPr>
              <a:spLocks noChangeArrowheads="1"/>
            </p:cNvSpPr>
            <p:nvPr/>
          </p:nvSpPr>
          <p:spPr bwMode="auto">
            <a:xfrm>
              <a:off x="11012876" y="4542013"/>
              <a:ext cx="255419" cy="255419"/>
            </a:xfrm>
            <a:prstGeom prst="rect">
              <a:avLst/>
            </a:pr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258"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263" name="Rectangle 262"/>
          <p:cNvSpPr/>
          <p:nvPr/>
        </p:nvSpPr>
        <p:spPr>
          <a:xfrm>
            <a:off x="812800" y="4910663"/>
            <a:ext cx="2641600" cy="1559338"/>
          </a:xfrm>
          <a:prstGeom prst="rect">
            <a:avLst/>
          </a:prstGeom>
        </p:spPr>
        <p:txBody>
          <a:bodyPr wrap="square">
            <a:spAutoFit/>
          </a:bodyPr>
          <a:lstStyle/>
          <a:p>
            <a:pPr algn="ctr"/>
            <a:r>
              <a:rPr lang="en-US" sz="3733" smtClean="0">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Share</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64" name="Rectangle 263"/>
          <p:cNvSpPr/>
          <p:nvPr/>
        </p:nvSpPr>
        <p:spPr>
          <a:xfrm>
            <a:off x="3556000" y="4910663"/>
            <a:ext cx="2641600" cy="1600438"/>
          </a:xfrm>
          <a:prstGeom prst="rect">
            <a:avLst/>
          </a:prstGeom>
        </p:spPr>
        <p:txBody>
          <a:bodyPr wrap="square">
            <a:spAutoFit/>
          </a:bodyPr>
          <a:lstStyle/>
          <a:p>
            <a:pPr algn="ctr"/>
            <a:r>
              <a:rPr lang="en-US" sz="4000">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65%</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Investment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65" name="Rectangle 264"/>
          <p:cNvSpPr/>
          <p:nvPr/>
        </p:nvSpPr>
        <p:spPr>
          <a:xfrm>
            <a:off x="6299200" y="4910663"/>
            <a:ext cx="2641600" cy="1559338"/>
          </a:xfrm>
          <a:prstGeom prst="rect">
            <a:avLst/>
          </a:prstGeom>
        </p:spPr>
        <p:txBody>
          <a:bodyPr wrap="square">
            <a:spAutoFit/>
          </a:bodyPr>
          <a:lstStyle/>
          <a:p>
            <a:pPr algn="ctr"/>
            <a:r>
              <a:rPr lang="en-US" sz="3733" smtClean="0">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30</a:t>
            </a:r>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266" name="Rectangle 265"/>
          <p:cNvSpPr/>
          <p:nvPr/>
        </p:nvSpPr>
        <p:spPr>
          <a:xfrm>
            <a:off x="9042400" y="4910663"/>
            <a:ext cx="2641600" cy="1559338"/>
          </a:xfrm>
          <a:prstGeom prst="rect">
            <a:avLst/>
          </a:prstGeom>
        </p:spPr>
        <p:txBody>
          <a:bodyPr wrap="square">
            <a:spAutoFit/>
          </a:bodyPr>
          <a:lstStyle/>
          <a:p>
            <a:pPr algn="ctr"/>
            <a:r>
              <a:rPr lang="en-US" sz="3733" smtClean="0">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90</a:t>
            </a:r>
            <a:r>
              <a:rPr lang="en-US" sz="3733">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Office</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Tree>
    <p:extLst>
      <p:ext uri="{BB962C8B-B14F-4D97-AF65-F5344CB8AC3E}">
        <p14:creationId xmlns:p14="http://schemas.microsoft.com/office/powerpoint/2010/main" val="406318252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14"/>
          <p:cNvSpPr/>
          <p:nvPr/>
        </p:nvSpPr>
        <p:spPr bwMode="auto">
          <a:xfrm>
            <a:off x="8756651"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8"/>
          <p:cNvSpPr/>
          <p:nvPr/>
        </p:nvSpPr>
        <p:spPr bwMode="auto">
          <a:xfrm>
            <a:off x="8075084"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1"/>
          <p:cNvSpPr/>
          <p:nvPr/>
        </p:nvSpPr>
        <p:spPr bwMode="auto">
          <a:xfrm>
            <a:off x="7330017"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rgbClr val="297F9D">
              <a:alpha val="87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5"/>
          <p:cNvSpPr/>
          <p:nvPr/>
        </p:nvSpPr>
        <p:spPr bwMode="auto">
          <a:xfrm>
            <a:off x="6610351"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7" name="Freeform 15"/>
          <p:cNvSpPr/>
          <p:nvPr/>
        </p:nvSpPr>
        <p:spPr bwMode="auto">
          <a:xfrm>
            <a:off x="5865284"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9"/>
          <p:cNvSpPr/>
          <p:nvPr/>
        </p:nvSpPr>
        <p:spPr bwMode="auto">
          <a:xfrm>
            <a:off x="5177367" y="3145368"/>
            <a:ext cx="2313517" cy="1807633"/>
          </a:xfrm>
          <a:custGeom>
            <a:avLst/>
            <a:gdLst>
              <a:gd name="T0" fmla="*/ 1093 w 1093"/>
              <a:gd name="T1" fmla="*/ 481 h 854"/>
              <a:gd name="T2" fmla="*/ 0 w 1093"/>
              <a:gd name="T3" fmla="*/ 0 h 854"/>
              <a:gd name="T4" fmla="*/ 0 w 1093"/>
              <a:gd name="T5" fmla="*/ 371 h 854"/>
              <a:gd name="T6" fmla="*/ 1093 w 1093"/>
              <a:gd name="T7" fmla="*/ 854 h 854"/>
              <a:gd name="T8" fmla="*/ 1093 w 1093"/>
              <a:gd name="T9" fmla="*/ 481 h 854"/>
            </a:gdLst>
            <a:ahLst/>
            <a:cxnLst>
              <a:cxn ang="0">
                <a:pos x="T0" y="T1"/>
              </a:cxn>
              <a:cxn ang="0">
                <a:pos x="T2" y="T3"/>
              </a:cxn>
              <a:cxn ang="0">
                <a:pos x="T4" y="T5"/>
              </a:cxn>
              <a:cxn ang="0">
                <a:pos x="T6" y="T7"/>
              </a:cxn>
              <a:cxn ang="0">
                <a:pos x="T8" y="T9"/>
              </a:cxn>
            </a:cxnLst>
            <a:rect l="0" t="0" r="r" b="b"/>
            <a:pathLst>
              <a:path w="1093" h="854">
                <a:moveTo>
                  <a:pt x="1093" y="481"/>
                </a:moveTo>
                <a:lnTo>
                  <a:pt x="0" y="0"/>
                </a:lnTo>
                <a:lnTo>
                  <a:pt x="0" y="371"/>
                </a:lnTo>
                <a:lnTo>
                  <a:pt x="1093" y="854"/>
                </a:lnTo>
                <a:lnTo>
                  <a:pt x="1093" y="481"/>
                </a:lnTo>
                <a:close/>
              </a:path>
            </a:pathLst>
          </a:custGeom>
          <a:solidFill>
            <a:srgbClr val="15A185">
              <a:alpha val="87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2"/>
          <p:cNvSpPr/>
          <p:nvPr/>
        </p:nvSpPr>
        <p:spPr bwMode="auto">
          <a:xfrm>
            <a:off x="4472517"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6"/>
          <p:cNvSpPr/>
          <p:nvPr/>
        </p:nvSpPr>
        <p:spPr bwMode="auto">
          <a:xfrm>
            <a:off x="3746501" y="3145368"/>
            <a:ext cx="2317751" cy="1807633"/>
          </a:xfrm>
          <a:custGeom>
            <a:avLst/>
            <a:gdLst>
              <a:gd name="T0" fmla="*/ 1095 w 1095"/>
              <a:gd name="T1" fmla="*/ 481 h 854"/>
              <a:gd name="T2" fmla="*/ 0 w 1095"/>
              <a:gd name="T3" fmla="*/ 0 h 854"/>
              <a:gd name="T4" fmla="*/ 0 w 1095"/>
              <a:gd name="T5" fmla="*/ 371 h 854"/>
              <a:gd name="T6" fmla="*/ 1095 w 1095"/>
              <a:gd name="T7" fmla="*/ 854 h 854"/>
              <a:gd name="T8" fmla="*/ 1095 w 1095"/>
              <a:gd name="T9" fmla="*/ 481 h 854"/>
            </a:gdLst>
            <a:ahLst/>
            <a:cxnLst>
              <a:cxn ang="0">
                <a:pos x="T0" y="T1"/>
              </a:cxn>
              <a:cxn ang="0">
                <a:pos x="T2" y="T3"/>
              </a:cxn>
              <a:cxn ang="0">
                <a:pos x="T4" y="T5"/>
              </a:cxn>
              <a:cxn ang="0">
                <a:pos x="T6" y="T7"/>
              </a:cxn>
              <a:cxn ang="0">
                <a:pos x="T8" y="T9"/>
              </a:cxn>
            </a:cxnLst>
            <a:rect l="0" t="0" r="r" b="b"/>
            <a:pathLst>
              <a:path w="1095" h="854">
                <a:moveTo>
                  <a:pt x="1095" y="481"/>
                </a:moveTo>
                <a:lnTo>
                  <a:pt x="0" y="0"/>
                </a:lnTo>
                <a:lnTo>
                  <a:pt x="0" y="371"/>
                </a:lnTo>
                <a:lnTo>
                  <a:pt x="1095" y="854"/>
                </a:lnTo>
                <a:lnTo>
                  <a:pt x="1095"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6"/>
          <p:cNvSpPr/>
          <p:nvPr/>
        </p:nvSpPr>
        <p:spPr bwMode="auto">
          <a:xfrm>
            <a:off x="3058584"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rgbClr val="9BBC57">
              <a:alpha val="87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0"/>
          <p:cNvSpPr/>
          <p:nvPr/>
        </p:nvSpPr>
        <p:spPr bwMode="auto">
          <a:xfrm>
            <a:off x="2404533"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rgbClr val="F49D15">
              <a:alpha val="87000"/>
            </a:srgb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3"/>
          <p:cNvSpPr/>
          <p:nvPr/>
        </p:nvSpPr>
        <p:spPr bwMode="auto">
          <a:xfrm>
            <a:off x="1716617"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7"/>
          <p:cNvSpPr/>
          <p:nvPr/>
        </p:nvSpPr>
        <p:spPr bwMode="auto">
          <a:xfrm>
            <a:off x="1009651" y="3145368"/>
            <a:ext cx="2311400" cy="1807633"/>
          </a:xfrm>
          <a:custGeom>
            <a:avLst/>
            <a:gdLst>
              <a:gd name="T0" fmla="*/ 1092 w 1092"/>
              <a:gd name="T1" fmla="*/ 481 h 854"/>
              <a:gd name="T2" fmla="*/ 0 w 1092"/>
              <a:gd name="T3" fmla="*/ 0 h 854"/>
              <a:gd name="T4" fmla="*/ 0 w 1092"/>
              <a:gd name="T5" fmla="*/ 371 h 854"/>
              <a:gd name="T6" fmla="*/ 1092 w 1092"/>
              <a:gd name="T7" fmla="*/ 854 h 854"/>
              <a:gd name="T8" fmla="*/ 1092 w 1092"/>
              <a:gd name="T9" fmla="*/ 481 h 854"/>
            </a:gdLst>
            <a:ahLst/>
            <a:cxnLst>
              <a:cxn ang="0">
                <a:pos x="T0" y="T1"/>
              </a:cxn>
              <a:cxn ang="0">
                <a:pos x="T2" y="T3"/>
              </a:cxn>
              <a:cxn ang="0">
                <a:pos x="T4" y="T5"/>
              </a:cxn>
              <a:cxn ang="0">
                <a:pos x="T6" y="T7"/>
              </a:cxn>
              <a:cxn ang="0">
                <a:pos x="T8" y="T9"/>
              </a:cxn>
            </a:cxnLst>
            <a:rect l="0" t="0" r="r" b="b"/>
            <a:pathLst>
              <a:path w="1092" h="854">
                <a:moveTo>
                  <a:pt x="1092" y="481"/>
                </a:moveTo>
                <a:lnTo>
                  <a:pt x="0" y="0"/>
                </a:lnTo>
                <a:lnTo>
                  <a:pt x="0" y="371"/>
                </a:lnTo>
                <a:lnTo>
                  <a:pt x="1092" y="854"/>
                </a:lnTo>
                <a:lnTo>
                  <a:pt x="1092" y="481"/>
                </a:lnTo>
                <a:close/>
              </a:path>
            </a:pathLst>
          </a:custGeom>
          <a:solidFill>
            <a:schemeClr val="bg1">
              <a:lumMod val="85000"/>
              <a:alpha val="87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 name="Text Box 7"/>
          <p:cNvSpPr txBox="1">
            <a:spLocks noChangeArrowheads="1"/>
          </p:cNvSpPr>
          <p:nvPr/>
        </p:nvSpPr>
        <p:spPr bwMode="auto">
          <a:xfrm>
            <a:off x="812800" y="495181"/>
            <a:ext cx="4085414"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System Analityc</a:t>
            </a:r>
          </a:p>
        </p:txBody>
      </p:sp>
      <p:sp>
        <p:nvSpPr>
          <p:cNvPr id="20" name="Rectangle 19"/>
          <p:cNvSpPr/>
          <p:nvPr/>
        </p:nvSpPr>
        <p:spPr>
          <a:xfrm>
            <a:off x="8075083" y="1726794"/>
            <a:ext cx="2796116" cy="1107996"/>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Neutron </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33805" name="Group 33804"/>
          <p:cNvGrpSpPr/>
          <p:nvPr/>
        </p:nvGrpSpPr>
        <p:grpSpPr>
          <a:xfrm>
            <a:off x="7330018" y="1955801"/>
            <a:ext cx="696383" cy="1189567"/>
            <a:chOff x="5497513" y="1466850"/>
            <a:chExt cx="522287" cy="892175"/>
          </a:xfrm>
        </p:grpSpPr>
        <p:sp>
          <p:nvSpPr>
            <p:cNvPr id="21" name="Oval 20"/>
            <p:cNvSpPr/>
            <p:nvPr/>
          </p:nvSpPr>
          <p:spPr>
            <a:xfrm>
              <a:off x="5905500" y="1466850"/>
              <a:ext cx="114300" cy="114300"/>
            </a:xfrm>
            <a:prstGeom prst="ellipse">
              <a:avLst/>
            </a:prstGeom>
            <a:noFill/>
            <a:ln w="76200">
              <a:solidFill>
                <a:srgbClr val="297F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22" name="Elbow Connector 21"/>
            <p:cNvCxnSpPr>
              <a:stCxn id="13" idx="1"/>
              <a:endCxn id="21" idx="2"/>
            </p:cNvCxnSpPr>
            <p:nvPr/>
          </p:nvCxnSpPr>
          <p:spPr>
            <a:xfrm flipV="1">
              <a:off x="5497513" y="1524000"/>
              <a:ext cx="407987" cy="835025"/>
            </a:xfrm>
            <a:prstGeom prst="bentConnector5">
              <a:avLst>
                <a:gd name="adj1" fmla="val 0"/>
                <a:gd name="adj2" fmla="val 42776"/>
                <a:gd name="adj3" fmla="val 389"/>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8" name="Rectangle 27"/>
          <p:cNvSpPr/>
          <p:nvPr/>
        </p:nvSpPr>
        <p:spPr>
          <a:xfrm>
            <a:off x="3779309" y="1726794"/>
            <a:ext cx="2796116" cy="1107996"/>
          </a:xfrm>
          <a:prstGeom prst="rect">
            <a:avLst/>
          </a:prstGeom>
        </p:spPr>
        <p:txBody>
          <a:bodyPr wrap="square">
            <a:spAutoFit/>
          </a:bodyPr>
          <a:lstStyle/>
          <a:p>
            <a:pPr>
              <a:lnSpc>
                <a:spcPct val="150000"/>
              </a:lnSpc>
            </a:pPr>
            <a:r>
              <a:rPr lang="en-US" sz="1600" b="1"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Primagama</a:t>
            </a:r>
            <a:endPar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33803" name="Group 33802"/>
          <p:cNvGrpSpPr/>
          <p:nvPr/>
        </p:nvGrpSpPr>
        <p:grpSpPr>
          <a:xfrm>
            <a:off x="3058585" y="1955801"/>
            <a:ext cx="672041" cy="1189567"/>
            <a:chOff x="2293938" y="1466850"/>
            <a:chExt cx="504031" cy="892175"/>
          </a:xfrm>
        </p:grpSpPr>
        <p:sp>
          <p:nvSpPr>
            <p:cNvPr id="29" name="Oval 28"/>
            <p:cNvSpPr/>
            <p:nvPr/>
          </p:nvSpPr>
          <p:spPr>
            <a:xfrm>
              <a:off x="2683669" y="1466850"/>
              <a:ext cx="114300" cy="114300"/>
            </a:xfrm>
            <a:prstGeom prst="ellipse">
              <a:avLst/>
            </a:prstGeom>
            <a:noFill/>
            <a:ln w="76200">
              <a:solidFill>
                <a:srgbClr val="9BBC5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33793" name="Elbow Connector 33792"/>
            <p:cNvCxnSpPr>
              <a:stCxn id="18" idx="1"/>
              <a:endCxn id="29" idx="2"/>
            </p:cNvCxnSpPr>
            <p:nvPr/>
          </p:nvCxnSpPr>
          <p:spPr>
            <a:xfrm flipV="1">
              <a:off x="2293938" y="1524000"/>
              <a:ext cx="389731" cy="835025"/>
            </a:xfrm>
            <a:prstGeom prst="bentConnector5">
              <a:avLst>
                <a:gd name="adj1" fmla="val -4888"/>
                <a:gd name="adj2" fmla="val 46578"/>
                <a:gd name="adj3" fmla="val -4277"/>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37" name="Rectangle 36"/>
          <p:cNvSpPr/>
          <p:nvPr/>
        </p:nvSpPr>
        <p:spPr>
          <a:xfrm>
            <a:off x="8481485" y="5282794"/>
            <a:ext cx="2796116" cy="1107996"/>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System</a:t>
            </a:r>
          </a:p>
          <a:p>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9" name="Rectangle 38"/>
          <p:cNvSpPr/>
          <p:nvPr/>
        </p:nvSpPr>
        <p:spPr>
          <a:xfrm>
            <a:off x="934510" y="5282794"/>
            <a:ext cx="2796116" cy="1107996"/>
          </a:xfrm>
          <a:prstGeom prst="rect">
            <a:avLst/>
          </a:prstGeom>
        </p:spPr>
        <p:txBody>
          <a:bodyPr wrap="square">
            <a:spAutoFit/>
          </a:bodyPr>
          <a:lstStyle/>
          <a:p>
            <a:pPr algn="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Cycle</a:t>
            </a:r>
          </a:p>
          <a:p>
            <a:pPr algn="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33804" name="Group 33803"/>
          <p:cNvGrpSpPr/>
          <p:nvPr/>
        </p:nvGrpSpPr>
        <p:grpSpPr>
          <a:xfrm>
            <a:off x="3759200" y="4953000"/>
            <a:ext cx="956733" cy="711200"/>
            <a:chOff x="2819400" y="3714750"/>
            <a:chExt cx="717550" cy="533400"/>
          </a:xfrm>
        </p:grpSpPr>
        <p:sp>
          <p:nvSpPr>
            <p:cNvPr id="40" name="Oval 39"/>
            <p:cNvSpPr/>
            <p:nvPr/>
          </p:nvSpPr>
          <p:spPr>
            <a:xfrm>
              <a:off x="2819400" y="4133850"/>
              <a:ext cx="114300" cy="114300"/>
            </a:xfrm>
            <a:prstGeom prst="ellipse">
              <a:avLst/>
            </a:prstGeom>
            <a:noFill/>
            <a:ln w="7620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33798" name="Elbow Connector 33797"/>
            <p:cNvCxnSpPr>
              <a:stCxn id="12" idx="3"/>
              <a:endCxn id="40" idx="6"/>
            </p:cNvCxnSpPr>
            <p:nvPr/>
          </p:nvCxnSpPr>
          <p:spPr>
            <a:xfrm flipH="1">
              <a:off x="2933700" y="3714750"/>
              <a:ext cx="603250" cy="476250"/>
            </a:xfrm>
            <a:prstGeom prst="bentConnector3">
              <a:avLst>
                <a:gd name="adj1" fmla="val 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33806" name="Group 33805"/>
          <p:cNvGrpSpPr/>
          <p:nvPr/>
        </p:nvGrpSpPr>
        <p:grpSpPr>
          <a:xfrm>
            <a:off x="7490884" y="4953000"/>
            <a:ext cx="941917" cy="711200"/>
            <a:chOff x="5618163" y="3714750"/>
            <a:chExt cx="706438" cy="533400"/>
          </a:xfrm>
        </p:grpSpPr>
        <p:sp>
          <p:nvSpPr>
            <p:cNvPr id="38" name="Oval 37"/>
            <p:cNvSpPr/>
            <p:nvPr/>
          </p:nvSpPr>
          <p:spPr>
            <a:xfrm>
              <a:off x="6210301" y="4133850"/>
              <a:ext cx="114300" cy="114300"/>
            </a:xfrm>
            <a:prstGeom prst="ellipse">
              <a:avLst/>
            </a:prstGeom>
            <a:noFill/>
            <a:ln w="76200">
              <a:solidFill>
                <a:srgbClr val="15A18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33801" name="Elbow Connector 33800"/>
            <p:cNvCxnSpPr>
              <a:stCxn id="11" idx="3"/>
              <a:endCxn id="38" idx="2"/>
            </p:cNvCxnSpPr>
            <p:nvPr/>
          </p:nvCxnSpPr>
          <p:spPr>
            <a:xfrm>
              <a:off x="5618163" y="3714750"/>
              <a:ext cx="592138" cy="476250"/>
            </a:xfrm>
            <a:prstGeom prst="bentConnector3">
              <a:avLst>
                <a:gd name="adj1" fmla="val -3083"/>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32"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2251318400"/>
      </p:ext>
    </p:extLst>
  </p:cSld>
  <p:clrMapOvr>
    <a:masterClrMapping/>
  </p:clrMapOvr>
  <p:transition spd="slow">
    <p:push dir="u"/>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Box 7"/>
          <p:cNvSpPr txBox="1">
            <a:spLocks noChangeArrowheads="1"/>
          </p:cNvSpPr>
          <p:nvPr/>
        </p:nvSpPr>
        <p:spPr bwMode="auto">
          <a:xfrm>
            <a:off x="812800" y="495181"/>
            <a:ext cx="4096955"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Energy Portfolio</a:t>
            </a:r>
          </a:p>
        </p:txBody>
      </p:sp>
      <p:grpSp>
        <p:nvGrpSpPr>
          <p:cNvPr id="16" name="Group 15"/>
          <p:cNvGrpSpPr/>
          <p:nvPr/>
        </p:nvGrpSpPr>
        <p:grpSpPr>
          <a:xfrm>
            <a:off x="1371600" y="1845408"/>
            <a:ext cx="1727200" cy="2807061"/>
            <a:chOff x="1371600" y="1845408"/>
            <a:chExt cx="1727200" cy="2807061"/>
          </a:xfrm>
        </p:grpSpPr>
        <p:sp>
          <p:nvSpPr>
            <p:cNvPr id="5" name="Freeform 5"/>
            <p:cNvSpPr/>
            <p:nvPr/>
          </p:nvSpPr>
          <p:spPr bwMode="auto">
            <a:xfrm>
              <a:off x="1371600" y="2612677"/>
              <a:ext cx="1727200" cy="2039792"/>
            </a:xfrm>
            <a:custGeom>
              <a:avLst/>
              <a:gdLst>
                <a:gd name="T0" fmla="*/ 487 w 978"/>
                <a:gd name="T1" fmla="*/ 0 h 1155"/>
                <a:gd name="T2" fmla="*/ 457 w 978"/>
                <a:gd name="T3" fmla="*/ 0 h 1155"/>
                <a:gd name="T4" fmla="*/ 399 w 978"/>
                <a:gd name="T5" fmla="*/ 0 h 1155"/>
                <a:gd name="T6" fmla="*/ 359 w 978"/>
                <a:gd name="T7" fmla="*/ 0 h 1155"/>
                <a:gd name="T8" fmla="*/ 330 w 978"/>
                <a:gd name="T9" fmla="*/ 0 h 1155"/>
                <a:gd name="T10" fmla="*/ 314 w 978"/>
                <a:gd name="T11" fmla="*/ 0 h 1155"/>
                <a:gd name="T12" fmla="*/ 302 w 978"/>
                <a:gd name="T13" fmla="*/ 0 h 1155"/>
                <a:gd name="T14" fmla="*/ 297 w 978"/>
                <a:gd name="T15" fmla="*/ 0 h 1155"/>
                <a:gd name="T16" fmla="*/ 283 w 978"/>
                <a:gd name="T17" fmla="*/ 2 h 1155"/>
                <a:gd name="T18" fmla="*/ 261 w 978"/>
                <a:gd name="T19" fmla="*/ 12 h 1155"/>
                <a:gd name="T20" fmla="*/ 247 w 978"/>
                <a:gd name="T21" fmla="*/ 31 h 1155"/>
                <a:gd name="T22" fmla="*/ 235 w 978"/>
                <a:gd name="T23" fmla="*/ 55 h 1155"/>
                <a:gd name="T24" fmla="*/ 221 w 978"/>
                <a:gd name="T25" fmla="*/ 100 h 1155"/>
                <a:gd name="T26" fmla="*/ 207 w 978"/>
                <a:gd name="T27" fmla="*/ 169 h 1155"/>
                <a:gd name="T28" fmla="*/ 185 w 978"/>
                <a:gd name="T29" fmla="*/ 226 h 1155"/>
                <a:gd name="T30" fmla="*/ 161 w 978"/>
                <a:gd name="T31" fmla="*/ 273 h 1155"/>
                <a:gd name="T32" fmla="*/ 138 w 978"/>
                <a:gd name="T33" fmla="*/ 319 h 1155"/>
                <a:gd name="T34" fmla="*/ 114 w 978"/>
                <a:gd name="T35" fmla="*/ 354 h 1155"/>
                <a:gd name="T36" fmla="*/ 83 w 978"/>
                <a:gd name="T37" fmla="*/ 399 h 1155"/>
                <a:gd name="T38" fmla="*/ 42 w 978"/>
                <a:gd name="T39" fmla="*/ 468 h 1155"/>
                <a:gd name="T40" fmla="*/ 16 w 978"/>
                <a:gd name="T41" fmla="*/ 544 h 1155"/>
                <a:gd name="T42" fmla="*/ 2 w 978"/>
                <a:gd name="T43" fmla="*/ 627 h 1155"/>
                <a:gd name="T44" fmla="*/ 0 w 978"/>
                <a:gd name="T45" fmla="*/ 694 h 1155"/>
                <a:gd name="T46" fmla="*/ 4 w 978"/>
                <a:gd name="T47" fmla="*/ 742 h 1155"/>
                <a:gd name="T48" fmla="*/ 16 w 978"/>
                <a:gd name="T49" fmla="*/ 789 h 1155"/>
                <a:gd name="T50" fmla="*/ 38 w 978"/>
                <a:gd name="T51" fmla="*/ 858 h 1155"/>
                <a:gd name="T52" fmla="*/ 83 w 978"/>
                <a:gd name="T53" fmla="*/ 941 h 1155"/>
                <a:gd name="T54" fmla="*/ 142 w 978"/>
                <a:gd name="T55" fmla="*/ 1012 h 1155"/>
                <a:gd name="T56" fmla="*/ 216 w 978"/>
                <a:gd name="T57" fmla="*/ 1072 h 1155"/>
                <a:gd name="T58" fmla="*/ 299 w 978"/>
                <a:gd name="T59" fmla="*/ 1117 h 1155"/>
                <a:gd name="T60" fmla="*/ 366 w 978"/>
                <a:gd name="T61" fmla="*/ 1138 h 1155"/>
                <a:gd name="T62" fmla="*/ 416 w 978"/>
                <a:gd name="T63" fmla="*/ 1150 h 1155"/>
                <a:gd name="T64" fmla="*/ 464 w 978"/>
                <a:gd name="T65" fmla="*/ 1155 h 1155"/>
                <a:gd name="T66" fmla="*/ 514 w 978"/>
                <a:gd name="T67" fmla="*/ 1155 h 1155"/>
                <a:gd name="T68" fmla="*/ 561 w 978"/>
                <a:gd name="T69" fmla="*/ 1150 h 1155"/>
                <a:gd name="T70" fmla="*/ 611 w 978"/>
                <a:gd name="T71" fmla="*/ 1138 h 1155"/>
                <a:gd name="T72" fmla="*/ 678 w 978"/>
                <a:gd name="T73" fmla="*/ 1117 h 1155"/>
                <a:gd name="T74" fmla="*/ 761 w 978"/>
                <a:gd name="T75" fmla="*/ 1072 h 1155"/>
                <a:gd name="T76" fmla="*/ 833 w 978"/>
                <a:gd name="T77" fmla="*/ 1012 h 1155"/>
                <a:gd name="T78" fmla="*/ 892 w 978"/>
                <a:gd name="T79" fmla="*/ 941 h 1155"/>
                <a:gd name="T80" fmla="*/ 937 w 978"/>
                <a:gd name="T81" fmla="*/ 858 h 1155"/>
                <a:gd name="T82" fmla="*/ 961 w 978"/>
                <a:gd name="T83" fmla="*/ 789 h 1155"/>
                <a:gd name="T84" fmla="*/ 971 w 978"/>
                <a:gd name="T85" fmla="*/ 742 h 1155"/>
                <a:gd name="T86" fmla="*/ 975 w 978"/>
                <a:gd name="T87" fmla="*/ 694 h 1155"/>
                <a:gd name="T88" fmla="*/ 975 w 978"/>
                <a:gd name="T89" fmla="*/ 630 h 1155"/>
                <a:gd name="T90" fmla="*/ 963 w 978"/>
                <a:gd name="T91" fmla="*/ 554 h 1155"/>
                <a:gd name="T92" fmla="*/ 940 w 978"/>
                <a:gd name="T93" fmla="*/ 482 h 1155"/>
                <a:gd name="T94" fmla="*/ 906 w 978"/>
                <a:gd name="T95" fmla="*/ 418 h 1155"/>
                <a:gd name="T96" fmla="*/ 882 w 978"/>
                <a:gd name="T97" fmla="*/ 383 h 1155"/>
                <a:gd name="T98" fmla="*/ 880 w 978"/>
                <a:gd name="T99" fmla="*/ 378 h 1155"/>
                <a:gd name="T100" fmla="*/ 875 w 978"/>
                <a:gd name="T101" fmla="*/ 368 h 1155"/>
                <a:gd name="T102" fmla="*/ 863 w 978"/>
                <a:gd name="T103" fmla="*/ 352 h 1155"/>
                <a:gd name="T104" fmla="*/ 849 w 978"/>
                <a:gd name="T105" fmla="*/ 333 h 1155"/>
                <a:gd name="T106" fmla="*/ 828 w 978"/>
                <a:gd name="T107" fmla="*/ 292 h 1155"/>
                <a:gd name="T108" fmla="*/ 797 w 978"/>
                <a:gd name="T109" fmla="*/ 231 h 1155"/>
                <a:gd name="T110" fmla="*/ 775 w 978"/>
                <a:gd name="T111" fmla="*/ 169 h 1155"/>
                <a:gd name="T112" fmla="*/ 759 w 978"/>
                <a:gd name="T113" fmla="*/ 100 h 1155"/>
                <a:gd name="T114" fmla="*/ 744 w 978"/>
                <a:gd name="T115" fmla="*/ 55 h 1155"/>
                <a:gd name="T116" fmla="*/ 733 w 978"/>
                <a:gd name="T117" fmla="*/ 31 h 1155"/>
                <a:gd name="T118" fmla="*/ 718 w 978"/>
                <a:gd name="T119" fmla="*/ 12 h 1155"/>
                <a:gd name="T120" fmla="*/ 697 w 978"/>
                <a:gd name="T121" fmla="*/ 2 h 1155"/>
                <a:gd name="T122" fmla="*/ 490 w 978"/>
                <a:gd name="T123" fmla="*/ 0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8" h="1155">
                  <a:moveTo>
                    <a:pt x="490" y="0"/>
                  </a:moveTo>
                  <a:lnTo>
                    <a:pt x="487" y="0"/>
                  </a:lnTo>
                  <a:lnTo>
                    <a:pt x="487" y="0"/>
                  </a:lnTo>
                  <a:lnTo>
                    <a:pt x="457" y="0"/>
                  </a:lnTo>
                  <a:lnTo>
                    <a:pt x="426" y="0"/>
                  </a:lnTo>
                  <a:lnTo>
                    <a:pt x="399" y="0"/>
                  </a:lnTo>
                  <a:lnTo>
                    <a:pt x="378" y="0"/>
                  </a:lnTo>
                  <a:lnTo>
                    <a:pt x="359" y="0"/>
                  </a:lnTo>
                  <a:lnTo>
                    <a:pt x="345" y="0"/>
                  </a:lnTo>
                  <a:lnTo>
                    <a:pt x="330" y="0"/>
                  </a:lnTo>
                  <a:lnTo>
                    <a:pt x="321" y="0"/>
                  </a:lnTo>
                  <a:lnTo>
                    <a:pt x="314" y="0"/>
                  </a:lnTo>
                  <a:lnTo>
                    <a:pt x="307" y="0"/>
                  </a:lnTo>
                  <a:lnTo>
                    <a:pt x="302" y="0"/>
                  </a:lnTo>
                  <a:lnTo>
                    <a:pt x="299" y="0"/>
                  </a:lnTo>
                  <a:lnTo>
                    <a:pt x="297" y="0"/>
                  </a:lnTo>
                  <a:lnTo>
                    <a:pt x="297" y="0"/>
                  </a:lnTo>
                  <a:lnTo>
                    <a:pt x="283" y="2"/>
                  </a:lnTo>
                  <a:lnTo>
                    <a:pt x="273" y="5"/>
                  </a:lnTo>
                  <a:lnTo>
                    <a:pt x="261" y="12"/>
                  </a:lnTo>
                  <a:lnTo>
                    <a:pt x="254" y="21"/>
                  </a:lnTo>
                  <a:lnTo>
                    <a:pt x="247" y="31"/>
                  </a:lnTo>
                  <a:lnTo>
                    <a:pt x="240" y="43"/>
                  </a:lnTo>
                  <a:lnTo>
                    <a:pt x="235" y="55"/>
                  </a:lnTo>
                  <a:lnTo>
                    <a:pt x="230" y="69"/>
                  </a:lnTo>
                  <a:lnTo>
                    <a:pt x="221" y="100"/>
                  </a:lnTo>
                  <a:lnTo>
                    <a:pt x="214" y="136"/>
                  </a:lnTo>
                  <a:lnTo>
                    <a:pt x="207" y="169"/>
                  </a:lnTo>
                  <a:lnTo>
                    <a:pt x="195" y="202"/>
                  </a:lnTo>
                  <a:lnTo>
                    <a:pt x="185" y="226"/>
                  </a:lnTo>
                  <a:lnTo>
                    <a:pt x="173" y="250"/>
                  </a:lnTo>
                  <a:lnTo>
                    <a:pt x="161" y="273"/>
                  </a:lnTo>
                  <a:lnTo>
                    <a:pt x="150" y="297"/>
                  </a:lnTo>
                  <a:lnTo>
                    <a:pt x="138" y="319"/>
                  </a:lnTo>
                  <a:lnTo>
                    <a:pt x="126" y="338"/>
                  </a:lnTo>
                  <a:lnTo>
                    <a:pt x="114" y="354"/>
                  </a:lnTo>
                  <a:lnTo>
                    <a:pt x="107" y="366"/>
                  </a:lnTo>
                  <a:lnTo>
                    <a:pt x="83" y="399"/>
                  </a:lnTo>
                  <a:lnTo>
                    <a:pt x="61" y="433"/>
                  </a:lnTo>
                  <a:lnTo>
                    <a:pt x="42" y="468"/>
                  </a:lnTo>
                  <a:lnTo>
                    <a:pt x="28" y="506"/>
                  </a:lnTo>
                  <a:lnTo>
                    <a:pt x="16" y="544"/>
                  </a:lnTo>
                  <a:lnTo>
                    <a:pt x="7" y="585"/>
                  </a:lnTo>
                  <a:lnTo>
                    <a:pt x="2" y="627"/>
                  </a:lnTo>
                  <a:lnTo>
                    <a:pt x="0" y="670"/>
                  </a:lnTo>
                  <a:lnTo>
                    <a:pt x="0" y="694"/>
                  </a:lnTo>
                  <a:lnTo>
                    <a:pt x="2" y="718"/>
                  </a:lnTo>
                  <a:lnTo>
                    <a:pt x="4" y="742"/>
                  </a:lnTo>
                  <a:lnTo>
                    <a:pt x="9" y="768"/>
                  </a:lnTo>
                  <a:lnTo>
                    <a:pt x="16" y="789"/>
                  </a:lnTo>
                  <a:lnTo>
                    <a:pt x="23" y="813"/>
                  </a:lnTo>
                  <a:lnTo>
                    <a:pt x="38" y="858"/>
                  </a:lnTo>
                  <a:lnTo>
                    <a:pt x="59" y="901"/>
                  </a:lnTo>
                  <a:lnTo>
                    <a:pt x="83" y="941"/>
                  </a:lnTo>
                  <a:lnTo>
                    <a:pt x="111" y="979"/>
                  </a:lnTo>
                  <a:lnTo>
                    <a:pt x="142" y="1012"/>
                  </a:lnTo>
                  <a:lnTo>
                    <a:pt x="178" y="1043"/>
                  </a:lnTo>
                  <a:lnTo>
                    <a:pt x="216" y="1072"/>
                  </a:lnTo>
                  <a:lnTo>
                    <a:pt x="257" y="1096"/>
                  </a:lnTo>
                  <a:lnTo>
                    <a:pt x="299" y="1117"/>
                  </a:lnTo>
                  <a:lnTo>
                    <a:pt x="345" y="1134"/>
                  </a:lnTo>
                  <a:lnTo>
                    <a:pt x="366" y="1138"/>
                  </a:lnTo>
                  <a:lnTo>
                    <a:pt x="390" y="1145"/>
                  </a:lnTo>
                  <a:lnTo>
                    <a:pt x="416" y="1150"/>
                  </a:lnTo>
                  <a:lnTo>
                    <a:pt x="440" y="1153"/>
                  </a:lnTo>
                  <a:lnTo>
                    <a:pt x="464" y="1155"/>
                  </a:lnTo>
                  <a:lnTo>
                    <a:pt x="487" y="1155"/>
                  </a:lnTo>
                  <a:lnTo>
                    <a:pt x="514" y="1155"/>
                  </a:lnTo>
                  <a:lnTo>
                    <a:pt x="537" y="1153"/>
                  </a:lnTo>
                  <a:lnTo>
                    <a:pt x="561" y="1150"/>
                  </a:lnTo>
                  <a:lnTo>
                    <a:pt x="587" y="1145"/>
                  </a:lnTo>
                  <a:lnTo>
                    <a:pt x="611" y="1138"/>
                  </a:lnTo>
                  <a:lnTo>
                    <a:pt x="635" y="1134"/>
                  </a:lnTo>
                  <a:lnTo>
                    <a:pt x="678" y="1117"/>
                  </a:lnTo>
                  <a:lnTo>
                    <a:pt x="721" y="1096"/>
                  </a:lnTo>
                  <a:lnTo>
                    <a:pt x="761" y="1072"/>
                  </a:lnTo>
                  <a:lnTo>
                    <a:pt x="799" y="1043"/>
                  </a:lnTo>
                  <a:lnTo>
                    <a:pt x="833" y="1012"/>
                  </a:lnTo>
                  <a:lnTo>
                    <a:pt x="866" y="979"/>
                  </a:lnTo>
                  <a:lnTo>
                    <a:pt x="892" y="941"/>
                  </a:lnTo>
                  <a:lnTo>
                    <a:pt x="918" y="901"/>
                  </a:lnTo>
                  <a:lnTo>
                    <a:pt x="937" y="858"/>
                  </a:lnTo>
                  <a:lnTo>
                    <a:pt x="954" y="813"/>
                  </a:lnTo>
                  <a:lnTo>
                    <a:pt x="961" y="789"/>
                  </a:lnTo>
                  <a:lnTo>
                    <a:pt x="966" y="768"/>
                  </a:lnTo>
                  <a:lnTo>
                    <a:pt x="971" y="742"/>
                  </a:lnTo>
                  <a:lnTo>
                    <a:pt x="973" y="718"/>
                  </a:lnTo>
                  <a:lnTo>
                    <a:pt x="975" y="694"/>
                  </a:lnTo>
                  <a:lnTo>
                    <a:pt x="978" y="670"/>
                  </a:lnTo>
                  <a:lnTo>
                    <a:pt x="975" y="630"/>
                  </a:lnTo>
                  <a:lnTo>
                    <a:pt x="971" y="592"/>
                  </a:lnTo>
                  <a:lnTo>
                    <a:pt x="963" y="554"/>
                  </a:lnTo>
                  <a:lnTo>
                    <a:pt x="954" y="518"/>
                  </a:lnTo>
                  <a:lnTo>
                    <a:pt x="940" y="482"/>
                  </a:lnTo>
                  <a:lnTo>
                    <a:pt x="923" y="449"/>
                  </a:lnTo>
                  <a:lnTo>
                    <a:pt x="906" y="418"/>
                  </a:lnTo>
                  <a:lnTo>
                    <a:pt x="885" y="387"/>
                  </a:lnTo>
                  <a:lnTo>
                    <a:pt x="882" y="383"/>
                  </a:lnTo>
                  <a:lnTo>
                    <a:pt x="880" y="378"/>
                  </a:lnTo>
                  <a:lnTo>
                    <a:pt x="880" y="378"/>
                  </a:lnTo>
                  <a:lnTo>
                    <a:pt x="878" y="373"/>
                  </a:lnTo>
                  <a:lnTo>
                    <a:pt x="875" y="368"/>
                  </a:lnTo>
                  <a:lnTo>
                    <a:pt x="871" y="361"/>
                  </a:lnTo>
                  <a:lnTo>
                    <a:pt x="863" y="352"/>
                  </a:lnTo>
                  <a:lnTo>
                    <a:pt x="859" y="345"/>
                  </a:lnTo>
                  <a:lnTo>
                    <a:pt x="849" y="333"/>
                  </a:lnTo>
                  <a:lnTo>
                    <a:pt x="844" y="319"/>
                  </a:lnTo>
                  <a:lnTo>
                    <a:pt x="828" y="292"/>
                  </a:lnTo>
                  <a:lnTo>
                    <a:pt x="811" y="261"/>
                  </a:lnTo>
                  <a:lnTo>
                    <a:pt x="797" y="231"/>
                  </a:lnTo>
                  <a:lnTo>
                    <a:pt x="783" y="202"/>
                  </a:lnTo>
                  <a:lnTo>
                    <a:pt x="775" y="169"/>
                  </a:lnTo>
                  <a:lnTo>
                    <a:pt x="766" y="136"/>
                  </a:lnTo>
                  <a:lnTo>
                    <a:pt x="759" y="100"/>
                  </a:lnTo>
                  <a:lnTo>
                    <a:pt x="749" y="69"/>
                  </a:lnTo>
                  <a:lnTo>
                    <a:pt x="744" y="55"/>
                  </a:lnTo>
                  <a:lnTo>
                    <a:pt x="740" y="43"/>
                  </a:lnTo>
                  <a:lnTo>
                    <a:pt x="733" y="31"/>
                  </a:lnTo>
                  <a:lnTo>
                    <a:pt x="725" y="21"/>
                  </a:lnTo>
                  <a:lnTo>
                    <a:pt x="718" y="12"/>
                  </a:lnTo>
                  <a:lnTo>
                    <a:pt x="706" y="5"/>
                  </a:lnTo>
                  <a:lnTo>
                    <a:pt x="697" y="2"/>
                  </a:lnTo>
                  <a:lnTo>
                    <a:pt x="683" y="0"/>
                  </a:lnTo>
                  <a:lnTo>
                    <a:pt x="490" y="0"/>
                  </a:lnTo>
                  <a:lnTo>
                    <a:pt x="490" y="0"/>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 name="Freeform 6"/>
            <p:cNvSpPr/>
            <p:nvPr/>
          </p:nvSpPr>
          <p:spPr bwMode="auto">
            <a:xfrm>
              <a:off x="1804284" y="2722172"/>
              <a:ext cx="861833" cy="180137"/>
            </a:xfrm>
            <a:custGeom>
              <a:avLst/>
              <a:gdLst>
                <a:gd name="T0" fmla="*/ 242 w 488"/>
                <a:gd name="T1" fmla="*/ 0 h 102"/>
                <a:gd name="T2" fmla="*/ 242 w 488"/>
                <a:gd name="T3" fmla="*/ 0 h 102"/>
                <a:gd name="T4" fmla="*/ 242 w 488"/>
                <a:gd name="T5" fmla="*/ 0 h 102"/>
                <a:gd name="T6" fmla="*/ 212 w 488"/>
                <a:gd name="T7" fmla="*/ 0 h 102"/>
                <a:gd name="T8" fmla="*/ 185 w 488"/>
                <a:gd name="T9" fmla="*/ 0 h 102"/>
                <a:gd name="T10" fmla="*/ 164 w 488"/>
                <a:gd name="T11" fmla="*/ 0 h 102"/>
                <a:gd name="T12" fmla="*/ 143 w 488"/>
                <a:gd name="T13" fmla="*/ 0 h 102"/>
                <a:gd name="T14" fmla="*/ 126 w 488"/>
                <a:gd name="T15" fmla="*/ 0 h 102"/>
                <a:gd name="T16" fmla="*/ 112 w 488"/>
                <a:gd name="T17" fmla="*/ 0 h 102"/>
                <a:gd name="T18" fmla="*/ 102 w 488"/>
                <a:gd name="T19" fmla="*/ 0 h 102"/>
                <a:gd name="T20" fmla="*/ 93 w 488"/>
                <a:gd name="T21" fmla="*/ 0 h 102"/>
                <a:gd name="T22" fmla="*/ 85 w 488"/>
                <a:gd name="T23" fmla="*/ 0 h 102"/>
                <a:gd name="T24" fmla="*/ 81 w 488"/>
                <a:gd name="T25" fmla="*/ 0 h 102"/>
                <a:gd name="T26" fmla="*/ 76 w 488"/>
                <a:gd name="T27" fmla="*/ 0 h 102"/>
                <a:gd name="T28" fmla="*/ 74 w 488"/>
                <a:gd name="T29" fmla="*/ 0 h 102"/>
                <a:gd name="T30" fmla="*/ 71 w 488"/>
                <a:gd name="T31" fmla="*/ 0 h 102"/>
                <a:gd name="T32" fmla="*/ 71 w 488"/>
                <a:gd name="T33" fmla="*/ 0 h 102"/>
                <a:gd name="T34" fmla="*/ 59 w 488"/>
                <a:gd name="T35" fmla="*/ 0 h 102"/>
                <a:gd name="T36" fmla="*/ 50 w 488"/>
                <a:gd name="T37" fmla="*/ 5 h 102"/>
                <a:gd name="T38" fmla="*/ 40 w 488"/>
                <a:gd name="T39" fmla="*/ 9 h 102"/>
                <a:gd name="T40" fmla="*/ 33 w 488"/>
                <a:gd name="T41" fmla="*/ 17 h 102"/>
                <a:gd name="T42" fmla="*/ 26 w 488"/>
                <a:gd name="T43" fmla="*/ 26 h 102"/>
                <a:gd name="T44" fmla="*/ 21 w 488"/>
                <a:gd name="T45" fmla="*/ 38 h 102"/>
                <a:gd name="T46" fmla="*/ 14 w 488"/>
                <a:gd name="T47" fmla="*/ 47 h 102"/>
                <a:gd name="T48" fmla="*/ 12 w 488"/>
                <a:gd name="T49" fmla="*/ 62 h 102"/>
                <a:gd name="T50" fmla="*/ 2 w 488"/>
                <a:gd name="T51" fmla="*/ 90 h 102"/>
                <a:gd name="T52" fmla="*/ 0 w 488"/>
                <a:gd name="T53" fmla="*/ 102 h 102"/>
                <a:gd name="T54" fmla="*/ 488 w 488"/>
                <a:gd name="T55" fmla="*/ 102 h 102"/>
                <a:gd name="T56" fmla="*/ 483 w 488"/>
                <a:gd name="T57" fmla="*/ 90 h 102"/>
                <a:gd name="T58" fmla="*/ 476 w 488"/>
                <a:gd name="T59" fmla="*/ 62 h 102"/>
                <a:gd name="T60" fmla="*/ 473 w 488"/>
                <a:gd name="T61" fmla="*/ 47 h 102"/>
                <a:gd name="T62" fmla="*/ 466 w 488"/>
                <a:gd name="T63" fmla="*/ 38 h 102"/>
                <a:gd name="T64" fmla="*/ 461 w 488"/>
                <a:gd name="T65" fmla="*/ 26 h 102"/>
                <a:gd name="T66" fmla="*/ 454 w 488"/>
                <a:gd name="T67" fmla="*/ 17 h 102"/>
                <a:gd name="T68" fmla="*/ 447 w 488"/>
                <a:gd name="T69" fmla="*/ 9 h 102"/>
                <a:gd name="T70" fmla="*/ 438 w 488"/>
                <a:gd name="T71" fmla="*/ 5 h 102"/>
                <a:gd name="T72" fmla="*/ 428 w 488"/>
                <a:gd name="T73" fmla="*/ 0 h 102"/>
                <a:gd name="T74" fmla="*/ 416 w 488"/>
                <a:gd name="T75" fmla="*/ 0 h 102"/>
                <a:gd name="T76" fmla="*/ 242 w 488"/>
                <a:gd name="T77" fmla="*/ 0 h 102"/>
                <a:gd name="T78" fmla="*/ 242 w 488"/>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88" h="102">
                  <a:moveTo>
                    <a:pt x="242" y="0"/>
                  </a:moveTo>
                  <a:lnTo>
                    <a:pt x="242" y="0"/>
                  </a:lnTo>
                  <a:lnTo>
                    <a:pt x="242" y="0"/>
                  </a:lnTo>
                  <a:lnTo>
                    <a:pt x="212" y="0"/>
                  </a:lnTo>
                  <a:lnTo>
                    <a:pt x="185" y="0"/>
                  </a:lnTo>
                  <a:lnTo>
                    <a:pt x="164" y="0"/>
                  </a:lnTo>
                  <a:lnTo>
                    <a:pt x="143" y="0"/>
                  </a:lnTo>
                  <a:lnTo>
                    <a:pt x="126" y="0"/>
                  </a:lnTo>
                  <a:lnTo>
                    <a:pt x="112" y="0"/>
                  </a:lnTo>
                  <a:lnTo>
                    <a:pt x="102" y="0"/>
                  </a:lnTo>
                  <a:lnTo>
                    <a:pt x="93" y="0"/>
                  </a:lnTo>
                  <a:lnTo>
                    <a:pt x="85" y="0"/>
                  </a:lnTo>
                  <a:lnTo>
                    <a:pt x="81" y="0"/>
                  </a:lnTo>
                  <a:lnTo>
                    <a:pt x="76" y="0"/>
                  </a:lnTo>
                  <a:lnTo>
                    <a:pt x="74" y="0"/>
                  </a:lnTo>
                  <a:lnTo>
                    <a:pt x="71" y="0"/>
                  </a:lnTo>
                  <a:lnTo>
                    <a:pt x="71" y="0"/>
                  </a:lnTo>
                  <a:lnTo>
                    <a:pt x="59" y="0"/>
                  </a:lnTo>
                  <a:lnTo>
                    <a:pt x="50" y="5"/>
                  </a:lnTo>
                  <a:lnTo>
                    <a:pt x="40" y="9"/>
                  </a:lnTo>
                  <a:lnTo>
                    <a:pt x="33" y="17"/>
                  </a:lnTo>
                  <a:lnTo>
                    <a:pt x="26" y="26"/>
                  </a:lnTo>
                  <a:lnTo>
                    <a:pt x="21" y="38"/>
                  </a:lnTo>
                  <a:lnTo>
                    <a:pt x="14" y="47"/>
                  </a:lnTo>
                  <a:lnTo>
                    <a:pt x="12" y="62"/>
                  </a:lnTo>
                  <a:lnTo>
                    <a:pt x="2" y="90"/>
                  </a:lnTo>
                  <a:lnTo>
                    <a:pt x="0" y="102"/>
                  </a:lnTo>
                  <a:lnTo>
                    <a:pt x="488" y="102"/>
                  </a:lnTo>
                  <a:lnTo>
                    <a:pt x="483" y="90"/>
                  </a:lnTo>
                  <a:lnTo>
                    <a:pt x="476" y="62"/>
                  </a:lnTo>
                  <a:lnTo>
                    <a:pt x="473" y="47"/>
                  </a:lnTo>
                  <a:lnTo>
                    <a:pt x="466" y="38"/>
                  </a:lnTo>
                  <a:lnTo>
                    <a:pt x="461" y="26"/>
                  </a:lnTo>
                  <a:lnTo>
                    <a:pt x="454" y="17"/>
                  </a:lnTo>
                  <a:lnTo>
                    <a:pt x="447" y="9"/>
                  </a:lnTo>
                  <a:lnTo>
                    <a:pt x="438" y="5"/>
                  </a:lnTo>
                  <a:lnTo>
                    <a:pt x="428" y="0"/>
                  </a:lnTo>
                  <a:lnTo>
                    <a:pt x="416" y="0"/>
                  </a:lnTo>
                  <a:lnTo>
                    <a:pt x="242" y="0"/>
                  </a:lnTo>
                  <a:lnTo>
                    <a:pt x="242"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7"/>
            <p:cNvSpPr/>
            <p:nvPr/>
          </p:nvSpPr>
          <p:spPr bwMode="auto">
            <a:xfrm>
              <a:off x="1749536" y="2902311"/>
              <a:ext cx="971329" cy="185436"/>
            </a:xfrm>
            <a:custGeom>
              <a:avLst/>
              <a:gdLst>
                <a:gd name="T0" fmla="*/ 31 w 550"/>
                <a:gd name="T1" fmla="*/ 0 h 105"/>
                <a:gd name="T2" fmla="*/ 26 w 550"/>
                <a:gd name="T3" fmla="*/ 17 h 105"/>
                <a:gd name="T4" fmla="*/ 19 w 550"/>
                <a:gd name="T5" fmla="*/ 48 h 105"/>
                <a:gd name="T6" fmla="*/ 12 w 550"/>
                <a:gd name="T7" fmla="*/ 76 h 105"/>
                <a:gd name="T8" fmla="*/ 2 w 550"/>
                <a:gd name="T9" fmla="*/ 97 h 105"/>
                <a:gd name="T10" fmla="*/ 0 w 550"/>
                <a:gd name="T11" fmla="*/ 105 h 105"/>
                <a:gd name="T12" fmla="*/ 550 w 550"/>
                <a:gd name="T13" fmla="*/ 105 h 105"/>
                <a:gd name="T14" fmla="*/ 547 w 550"/>
                <a:gd name="T15" fmla="*/ 105 h 105"/>
                <a:gd name="T16" fmla="*/ 538 w 550"/>
                <a:gd name="T17" fmla="*/ 76 h 105"/>
                <a:gd name="T18" fmla="*/ 528 w 550"/>
                <a:gd name="T19" fmla="*/ 48 h 105"/>
                <a:gd name="T20" fmla="*/ 521 w 550"/>
                <a:gd name="T21" fmla="*/ 17 h 105"/>
                <a:gd name="T22" fmla="*/ 519 w 550"/>
                <a:gd name="T23" fmla="*/ 0 h 105"/>
                <a:gd name="T24" fmla="*/ 31 w 550"/>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0" h="105">
                  <a:moveTo>
                    <a:pt x="31" y="0"/>
                  </a:moveTo>
                  <a:lnTo>
                    <a:pt x="26" y="17"/>
                  </a:lnTo>
                  <a:lnTo>
                    <a:pt x="19" y="48"/>
                  </a:lnTo>
                  <a:lnTo>
                    <a:pt x="12" y="76"/>
                  </a:lnTo>
                  <a:lnTo>
                    <a:pt x="2" y="97"/>
                  </a:lnTo>
                  <a:lnTo>
                    <a:pt x="0" y="105"/>
                  </a:lnTo>
                  <a:lnTo>
                    <a:pt x="550" y="105"/>
                  </a:lnTo>
                  <a:lnTo>
                    <a:pt x="547" y="105"/>
                  </a:lnTo>
                  <a:lnTo>
                    <a:pt x="538" y="76"/>
                  </a:lnTo>
                  <a:lnTo>
                    <a:pt x="528" y="48"/>
                  </a:lnTo>
                  <a:lnTo>
                    <a:pt x="521" y="17"/>
                  </a:lnTo>
                  <a:lnTo>
                    <a:pt x="519" y="0"/>
                  </a:lnTo>
                  <a:lnTo>
                    <a:pt x="31"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8"/>
            <p:cNvSpPr/>
            <p:nvPr/>
          </p:nvSpPr>
          <p:spPr bwMode="auto">
            <a:xfrm>
              <a:off x="1648871" y="3087747"/>
              <a:ext cx="1172659" cy="180137"/>
            </a:xfrm>
            <a:custGeom>
              <a:avLst/>
              <a:gdLst>
                <a:gd name="T0" fmla="*/ 57 w 664"/>
                <a:gd name="T1" fmla="*/ 0 h 102"/>
                <a:gd name="T2" fmla="*/ 50 w 664"/>
                <a:gd name="T3" fmla="*/ 14 h 102"/>
                <a:gd name="T4" fmla="*/ 38 w 664"/>
                <a:gd name="T5" fmla="*/ 38 h 102"/>
                <a:gd name="T6" fmla="*/ 26 w 664"/>
                <a:gd name="T7" fmla="*/ 57 h 102"/>
                <a:gd name="T8" fmla="*/ 14 w 664"/>
                <a:gd name="T9" fmla="*/ 76 h 102"/>
                <a:gd name="T10" fmla="*/ 4 w 664"/>
                <a:gd name="T11" fmla="*/ 95 h 102"/>
                <a:gd name="T12" fmla="*/ 0 w 664"/>
                <a:gd name="T13" fmla="*/ 102 h 102"/>
                <a:gd name="T14" fmla="*/ 664 w 664"/>
                <a:gd name="T15" fmla="*/ 102 h 102"/>
                <a:gd name="T16" fmla="*/ 661 w 664"/>
                <a:gd name="T17" fmla="*/ 99 h 102"/>
                <a:gd name="T18" fmla="*/ 654 w 664"/>
                <a:gd name="T19" fmla="*/ 90 h 102"/>
                <a:gd name="T20" fmla="*/ 647 w 664"/>
                <a:gd name="T21" fmla="*/ 78 h 102"/>
                <a:gd name="T22" fmla="*/ 633 w 664"/>
                <a:gd name="T23" fmla="*/ 52 h 102"/>
                <a:gd name="T24" fmla="*/ 618 w 664"/>
                <a:gd name="T25" fmla="*/ 26 h 102"/>
                <a:gd name="T26" fmla="*/ 607 w 664"/>
                <a:gd name="T27" fmla="*/ 0 h 102"/>
                <a:gd name="T28" fmla="*/ 57 w 664"/>
                <a:gd name="T2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4" h="102">
                  <a:moveTo>
                    <a:pt x="57" y="0"/>
                  </a:moveTo>
                  <a:lnTo>
                    <a:pt x="50" y="14"/>
                  </a:lnTo>
                  <a:lnTo>
                    <a:pt x="38" y="38"/>
                  </a:lnTo>
                  <a:lnTo>
                    <a:pt x="26" y="57"/>
                  </a:lnTo>
                  <a:lnTo>
                    <a:pt x="14" y="76"/>
                  </a:lnTo>
                  <a:lnTo>
                    <a:pt x="4" y="95"/>
                  </a:lnTo>
                  <a:lnTo>
                    <a:pt x="0" y="102"/>
                  </a:lnTo>
                  <a:lnTo>
                    <a:pt x="664" y="102"/>
                  </a:lnTo>
                  <a:lnTo>
                    <a:pt x="661" y="99"/>
                  </a:lnTo>
                  <a:lnTo>
                    <a:pt x="654" y="90"/>
                  </a:lnTo>
                  <a:lnTo>
                    <a:pt x="647" y="78"/>
                  </a:lnTo>
                  <a:lnTo>
                    <a:pt x="633" y="52"/>
                  </a:lnTo>
                  <a:lnTo>
                    <a:pt x="618" y="26"/>
                  </a:lnTo>
                  <a:lnTo>
                    <a:pt x="607" y="0"/>
                  </a:lnTo>
                  <a:lnTo>
                    <a:pt x="57"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9"/>
            <p:cNvSpPr/>
            <p:nvPr/>
          </p:nvSpPr>
          <p:spPr bwMode="auto">
            <a:xfrm>
              <a:off x="1534077" y="3267884"/>
              <a:ext cx="1395183" cy="183669"/>
            </a:xfrm>
            <a:custGeom>
              <a:avLst/>
              <a:gdLst>
                <a:gd name="T0" fmla="*/ 65 w 790"/>
                <a:gd name="T1" fmla="*/ 0 h 104"/>
                <a:gd name="T2" fmla="*/ 62 w 790"/>
                <a:gd name="T3" fmla="*/ 7 h 104"/>
                <a:gd name="T4" fmla="*/ 55 w 790"/>
                <a:gd name="T5" fmla="*/ 19 h 104"/>
                <a:gd name="T6" fmla="*/ 34 w 790"/>
                <a:gd name="T7" fmla="*/ 47 h 104"/>
                <a:gd name="T8" fmla="*/ 15 w 790"/>
                <a:gd name="T9" fmla="*/ 76 h 104"/>
                <a:gd name="T10" fmla="*/ 0 w 790"/>
                <a:gd name="T11" fmla="*/ 104 h 104"/>
                <a:gd name="T12" fmla="*/ 790 w 790"/>
                <a:gd name="T13" fmla="*/ 104 h 104"/>
                <a:gd name="T14" fmla="*/ 786 w 790"/>
                <a:gd name="T15" fmla="*/ 92 h 104"/>
                <a:gd name="T16" fmla="*/ 771 w 790"/>
                <a:gd name="T17" fmla="*/ 64 h 104"/>
                <a:gd name="T18" fmla="*/ 752 w 790"/>
                <a:gd name="T19" fmla="*/ 35 h 104"/>
                <a:gd name="T20" fmla="*/ 750 w 790"/>
                <a:gd name="T21" fmla="*/ 33 h 104"/>
                <a:gd name="T22" fmla="*/ 748 w 790"/>
                <a:gd name="T23" fmla="*/ 28 h 104"/>
                <a:gd name="T24" fmla="*/ 748 w 790"/>
                <a:gd name="T25" fmla="*/ 28 h 104"/>
                <a:gd name="T26" fmla="*/ 745 w 790"/>
                <a:gd name="T27" fmla="*/ 24 h 104"/>
                <a:gd name="T28" fmla="*/ 741 w 790"/>
                <a:gd name="T29" fmla="*/ 19 h 104"/>
                <a:gd name="T30" fmla="*/ 738 w 790"/>
                <a:gd name="T31" fmla="*/ 14 h 104"/>
                <a:gd name="T32" fmla="*/ 733 w 790"/>
                <a:gd name="T33" fmla="*/ 5 h 104"/>
                <a:gd name="T34" fmla="*/ 729 w 790"/>
                <a:gd name="T35" fmla="*/ 0 h 104"/>
                <a:gd name="T36" fmla="*/ 65 w 79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0" h="104">
                  <a:moveTo>
                    <a:pt x="65" y="0"/>
                  </a:moveTo>
                  <a:lnTo>
                    <a:pt x="62" y="7"/>
                  </a:lnTo>
                  <a:lnTo>
                    <a:pt x="55" y="19"/>
                  </a:lnTo>
                  <a:lnTo>
                    <a:pt x="34" y="47"/>
                  </a:lnTo>
                  <a:lnTo>
                    <a:pt x="15" y="76"/>
                  </a:lnTo>
                  <a:lnTo>
                    <a:pt x="0" y="104"/>
                  </a:lnTo>
                  <a:lnTo>
                    <a:pt x="790" y="104"/>
                  </a:lnTo>
                  <a:lnTo>
                    <a:pt x="786" y="92"/>
                  </a:lnTo>
                  <a:lnTo>
                    <a:pt x="771" y="64"/>
                  </a:lnTo>
                  <a:lnTo>
                    <a:pt x="752" y="35"/>
                  </a:lnTo>
                  <a:lnTo>
                    <a:pt x="750" y="33"/>
                  </a:lnTo>
                  <a:lnTo>
                    <a:pt x="748" y="28"/>
                  </a:lnTo>
                  <a:lnTo>
                    <a:pt x="748" y="28"/>
                  </a:lnTo>
                  <a:lnTo>
                    <a:pt x="745" y="24"/>
                  </a:lnTo>
                  <a:lnTo>
                    <a:pt x="741" y="19"/>
                  </a:lnTo>
                  <a:lnTo>
                    <a:pt x="738" y="14"/>
                  </a:lnTo>
                  <a:lnTo>
                    <a:pt x="733" y="5"/>
                  </a:lnTo>
                  <a:lnTo>
                    <a:pt x="729" y="0"/>
                  </a:lnTo>
                  <a:lnTo>
                    <a:pt x="65"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10"/>
            <p:cNvSpPr/>
            <p:nvPr/>
          </p:nvSpPr>
          <p:spPr bwMode="auto">
            <a:xfrm>
              <a:off x="1475797" y="3451553"/>
              <a:ext cx="1517040" cy="181904"/>
            </a:xfrm>
            <a:custGeom>
              <a:avLst/>
              <a:gdLst>
                <a:gd name="T0" fmla="*/ 33 w 859"/>
                <a:gd name="T1" fmla="*/ 0 h 103"/>
                <a:gd name="T2" fmla="*/ 31 w 859"/>
                <a:gd name="T3" fmla="*/ 5 h 103"/>
                <a:gd name="T4" fmla="*/ 17 w 859"/>
                <a:gd name="T5" fmla="*/ 38 h 103"/>
                <a:gd name="T6" fmla="*/ 7 w 859"/>
                <a:gd name="T7" fmla="*/ 74 h 103"/>
                <a:gd name="T8" fmla="*/ 0 w 859"/>
                <a:gd name="T9" fmla="*/ 103 h 103"/>
                <a:gd name="T10" fmla="*/ 859 w 859"/>
                <a:gd name="T11" fmla="*/ 103 h 103"/>
                <a:gd name="T12" fmla="*/ 854 w 859"/>
                <a:gd name="T13" fmla="*/ 81 h 103"/>
                <a:gd name="T14" fmla="*/ 845 w 859"/>
                <a:gd name="T15" fmla="*/ 50 h 103"/>
                <a:gd name="T16" fmla="*/ 833 w 859"/>
                <a:gd name="T17" fmla="*/ 17 h 103"/>
                <a:gd name="T18" fmla="*/ 823 w 859"/>
                <a:gd name="T19" fmla="*/ 0 h 103"/>
                <a:gd name="T20" fmla="*/ 33 w 859"/>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9" h="103">
                  <a:moveTo>
                    <a:pt x="33" y="0"/>
                  </a:moveTo>
                  <a:lnTo>
                    <a:pt x="31" y="5"/>
                  </a:lnTo>
                  <a:lnTo>
                    <a:pt x="17" y="38"/>
                  </a:lnTo>
                  <a:lnTo>
                    <a:pt x="7" y="74"/>
                  </a:lnTo>
                  <a:lnTo>
                    <a:pt x="0" y="103"/>
                  </a:lnTo>
                  <a:lnTo>
                    <a:pt x="859" y="103"/>
                  </a:lnTo>
                  <a:lnTo>
                    <a:pt x="854" y="81"/>
                  </a:lnTo>
                  <a:lnTo>
                    <a:pt x="845" y="50"/>
                  </a:lnTo>
                  <a:lnTo>
                    <a:pt x="833" y="17"/>
                  </a:lnTo>
                  <a:lnTo>
                    <a:pt x="823" y="0"/>
                  </a:lnTo>
                  <a:lnTo>
                    <a:pt x="33"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11"/>
            <p:cNvSpPr/>
            <p:nvPr/>
          </p:nvSpPr>
          <p:spPr bwMode="auto">
            <a:xfrm>
              <a:off x="1463435" y="3633456"/>
              <a:ext cx="1541765" cy="183669"/>
            </a:xfrm>
            <a:custGeom>
              <a:avLst/>
              <a:gdLst>
                <a:gd name="T0" fmla="*/ 7 w 873"/>
                <a:gd name="T1" fmla="*/ 0 h 104"/>
                <a:gd name="T2" fmla="*/ 7 w 873"/>
                <a:gd name="T3" fmla="*/ 7 h 104"/>
                <a:gd name="T4" fmla="*/ 0 w 873"/>
                <a:gd name="T5" fmla="*/ 42 h 104"/>
                <a:gd name="T6" fmla="*/ 0 w 873"/>
                <a:gd name="T7" fmla="*/ 80 h 104"/>
                <a:gd name="T8" fmla="*/ 0 w 873"/>
                <a:gd name="T9" fmla="*/ 104 h 104"/>
                <a:gd name="T10" fmla="*/ 0 w 873"/>
                <a:gd name="T11" fmla="*/ 104 h 104"/>
                <a:gd name="T12" fmla="*/ 873 w 873"/>
                <a:gd name="T13" fmla="*/ 104 h 104"/>
                <a:gd name="T14" fmla="*/ 873 w 873"/>
                <a:gd name="T15" fmla="*/ 104 h 104"/>
                <a:gd name="T16" fmla="*/ 873 w 873"/>
                <a:gd name="T17" fmla="*/ 80 h 104"/>
                <a:gd name="T18" fmla="*/ 871 w 873"/>
                <a:gd name="T19" fmla="*/ 47 h 104"/>
                <a:gd name="T20" fmla="*/ 866 w 873"/>
                <a:gd name="T21" fmla="*/ 11 h 104"/>
                <a:gd name="T22" fmla="*/ 866 w 873"/>
                <a:gd name="T23" fmla="*/ 0 h 104"/>
                <a:gd name="T24" fmla="*/ 7 w 873"/>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4">
                  <a:moveTo>
                    <a:pt x="7" y="0"/>
                  </a:moveTo>
                  <a:lnTo>
                    <a:pt x="7" y="7"/>
                  </a:lnTo>
                  <a:lnTo>
                    <a:pt x="0" y="42"/>
                  </a:lnTo>
                  <a:lnTo>
                    <a:pt x="0" y="80"/>
                  </a:lnTo>
                  <a:lnTo>
                    <a:pt x="0" y="104"/>
                  </a:lnTo>
                  <a:lnTo>
                    <a:pt x="0" y="104"/>
                  </a:lnTo>
                  <a:lnTo>
                    <a:pt x="873" y="104"/>
                  </a:lnTo>
                  <a:lnTo>
                    <a:pt x="873" y="104"/>
                  </a:lnTo>
                  <a:lnTo>
                    <a:pt x="873" y="80"/>
                  </a:lnTo>
                  <a:lnTo>
                    <a:pt x="871" y="47"/>
                  </a:lnTo>
                  <a:lnTo>
                    <a:pt x="866" y="11"/>
                  </a:lnTo>
                  <a:lnTo>
                    <a:pt x="866" y="0"/>
                  </a:lnTo>
                  <a:lnTo>
                    <a:pt x="7"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2"/>
            <p:cNvSpPr/>
            <p:nvPr/>
          </p:nvSpPr>
          <p:spPr bwMode="auto">
            <a:xfrm>
              <a:off x="1463435" y="3817125"/>
              <a:ext cx="1541765" cy="180137"/>
            </a:xfrm>
            <a:custGeom>
              <a:avLst/>
              <a:gdLst>
                <a:gd name="T0" fmla="*/ 0 w 873"/>
                <a:gd name="T1" fmla="*/ 0 h 102"/>
                <a:gd name="T2" fmla="*/ 2 w 873"/>
                <a:gd name="T3" fmla="*/ 21 h 102"/>
                <a:gd name="T4" fmla="*/ 5 w 873"/>
                <a:gd name="T5" fmla="*/ 43 h 102"/>
                <a:gd name="T6" fmla="*/ 7 w 873"/>
                <a:gd name="T7" fmla="*/ 64 h 102"/>
                <a:gd name="T8" fmla="*/ 14 w 873"/>
                <a:gd name="T9" fmla="*/ 86 h 102"/>
                <a:gd name="T10" fmla="*/ 19 w 873"/>
                <a:gd name="T11" fmla="*/ 102 h 102"/>
                <a:gd name="T12" fmla="*/ 854 w 873"/>
                <a:gd name="T13" fmla="*/ 102 h 102"/>
                <a:gd name="T14" fmla="*/ 859 w 873"/>
                <a:gd name="T15" fmla="*/ 86 h 102"/>
                <a:gd name="T16" fmla="*/ 864 w 873"/>
                <a:gd name="T17" fmla="*/ 64 h 102"/>
                <a:gd name="T18" fmla="*/ 869 w 873"/>
                <a:gd name="T19" fmla="*/ 43 h 102"/>
                <a:gd name="T20" fmla="*/ 871 w 873"/>
                <a:gd name="T21" fmla="*/ 21 h 102"/>
                <a:gd name="T22" fmla="*/ 873 w 873"/>
                <a:gd name="T23" fmla="*/ 0 h 102"/>
                <a:gd name="T24" fmla="*/ 0 w 873"/>
                <a:gd name="T2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2">
                  <a:moveTo>
                    <a:pt x="0" y="0"/>
                  </a:moveTo>
                  <a:lnTo>
                    <a:pt x="2" y="21"/>
                  </a:lnTo>
                  <a:lnTo>
                    <a:pt x="5" y="43"/>
                  </a:lnTo>
                  <a:lnTo>
                    <a:pt x="7" y="64"/>
                  </a:lnTo>
                  <a:lnTo>
                    <a:pt x="14" y="86"/>
                  </a:lnTo>
                  <a:lnTo>
                    <a:pt x="19" y="102"/>
                  </a:lnTo>
                  <a:lnTo>
                    <a:pt x="854" y="102"/>
                  </a:lnTo>
                  <a:lnTo>
                    <a:pt x="859" y="86"/>
                  </a:lnTo>
                  <a:lnTo>
                    <a:pt x="864" y="64"/>
                  </a:lnTo>
                  <a:lnTo>
                    <a:pt x="869" y="43"/>
                  </a:lnTo>
                  <a:lnTo>
                    <a:pt x="871" y="21"/>
                  </a:lnTo>
                  <a:lnTo>
                    <a:pt x="873" y="0"/>
                  </a:lnTo>
                  <a:lnTo>
                    <a:pt x="0" y="0"/>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3"/>
            <p:cNvSpPr/>
            <p:nvPr/>
          </p:nvSpPr>
          <p:spPr bwMode="auto">
            <a:xfrm>
              <a:off x="1496991" y="3997262"/>
              <a:ext cx="1474655" cy="185436"/>
            </a:xfrm>
            <a:custGeom>
              <a:avLst/>
              <a:gdLst>
                <a:gd name="T0" fmla="*/ 0 w 835"/>
                <a:gd name="T1" fmla="*/ 0 h 105"/>
                <a:gd name="T2" fmla="*/ 0 w 835"/>
                <a:gd name="T3" fmla="*/ 5 h 105"/>
                <a:gd name="T4" fmla="*/ 14 w 835"/>
                <a:gd name="T5" fmla="*/ 43 h 105"/>
                <a:gd name="T6" fmla="*/ 33 w 835"/>
                <a:gd name="T7" fmla="*/ 83 h 105"/>
                <a:gd name="T8" fmla="*/ 48 w 835"/>
                <a:gd name="T9" fmla="*/ 105 h 105"/>
                <a:gd name="T10" fmla="*/ 788 w 835"/>
                <a:gd name="T11" fmla="*/ 105 h 105"/>
                <a:gd name="T12" fmla="*/ 802 w 835"/>
                <a:gd name="T13" fmla="*/ 83 h 105"/>
                <a:gd name="T14" fmla="*/ 819 w 835"/>
                <a:gd name="T15" fmla="*/ 43 h 105"/>
                <a:gd name="T16" fmla="*/ 833 w 835"/>
                <a:gd name="T17" fmla="*/ 5 h 105"/>
                <a:gd name="T18" fmla="*/ 835 w 835"/>
                <a:gd name="T19" fmla="*/ 0 h 105"/>
                <a:gd name="T20" fmla="*/ 0 w 835"/>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105">
                  <a:moveTo>
                    <a:pt x="0" y="0"/>
                  </a:moveTo>
                  <a:lnTo>
                    <a:pt x="0" y="5"/>
                  </a:lnTo>
                  <a:lnTo>
                    <a:pt x="14" y="43"/>
                  </a:lnTo>
                  <a:lnTo>
                    <a:pt x="33" y="83"/>
                  </a:lnTo>
                  <a:lnTo>
                    <a:pt x="48" y="105"/>
                  </a:lnTo>
                  <a:lnTo>
                    <a:pt x="788" y="105"/>
                  </a:lnTo>
                  <a:lnTo>
                    <a:pt x="802" y="83"/>
                  </a:lnTo>
                  <a:lnTo>
                    <a:pt x="819" y="43"/>
                  </a:lnTo>
                  <a:lnTo>
                    <a:pt x="833" y="5"/>
                  </a:lnTo>
                  <a:lnTo>
                    <a:pt x="835"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4"/>
            <p:cNvSpPr/>
            <p:nvPr/>
          </p:nvSpPr>
          <p:spPr bwMode="auto">
            <a:xfrm>
              <a:off x="1581761" y="4182698"/>
              <a:ext cx="1306880" cy="180137"/>
            </a:xfrm>
            <a:custGeom>
              <a:avLst/>
              <a:gdLst>
                <a:gd name="T0" fmla="*/ 0 w 740"/>
                <a:gd name="T1" fmla="*/ 0 h 102"/>
                <a:gd name="T2" fmla="*/ 7 w 740"/>
                <a:gd name="T3" fmla="*/ 14 h 102"/>
                <a:gd name="T4" fmla="*/ 33 w 740"/>
                <a:gd name="T5" fmla="*/ 47 h 102"/>
                <a:gd name="T6" fmla="*/ 61 w 740"/>
                <a:gd name="T7" fmla="*/ 78 h 102"/>
                <a:gd name="T8" fmla="*/ 88 w 740"/>
                <a:gd name="T9" fmla="*/ 102 h 102"/>
                <a:gd name="T10" fmla="*/ 652 w 740"/>
                <a:gd name="T11" fmla="*/ 102 h 102"/>
                <a:gd name="T12" fmla="*/ 678 w 740"/>
                <a:gd name="T13" fmla="*/ 78 h 102"/>
                <a:gd name="T14" fmla="*/ 706 w 740"/>
                <a:gd name="T15" fmla="*/ 47 h 102"/>
                <a:gd name="T16" fmla="*/ 730 w 740"/>
                <a:gd name="T17" fmla="*/ 14 h 102"/>
                <a:gd name="T18" fmla="*/ 740 w 740"/>
                <a:gd name="T19" fmla="*/ 0 h 102"/>
                <a:gd name="T20" fmla="*/ 0 w 740"/>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0" h="102">
                  <a:moveTo>
                    <a:pt x="0" y="0"/>
                  </a:moveTo>
                  <a:lnTo>
                    <a:pt x="7" y="14"/>
                  </a:lnTo>
                  <a:lnTo>
                    <a:pt x="33" y="47"/>
                  </a:lnTo>
                  <a:lnTo>
                    <a:pt x="61" y="78"/>
                  </a:lnTo>
                  <a:lnTo>
                    <a:pt x="88" y="102"/>
                  </a:lnTo>
                  <a:lnTo>
                    <a:pt x="652" y="102"/>
                  </a:lnTo>
                  <a:lnTo>
                    <a:pt x="678" y="78"/>
                  </a:lnTo>
                  <a:lnTo>
                    <a:pt x="706" y="47"/>
                  </a:lnTo>
                  <a:lnTo>
                    <a:pt x="730" y="14"/>
                  </a:lnTo>
                  <a:lnTo>
                    <a:pt x="740"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5"/>
            <p:cNvSpPr/>
            <p:nvPr/>
          </p:nvSpPr>
          <p:spPr bwMode="auto">
            <a:xfrm>
              <a:off x="1737173" y="4362836"/>
              <a:ext cx="996053" cy="185436"/>
            </a:xfrm>
            <a:custGeom>
              <a:avLst/>
              <a:gdLst>
                <a:gd name="T0" fmla="*/ 0 w 564"/>
                <a:gd name="T1" fmla="*/ 0 h 105"/>
                <a:gd name="T2" fmla="*/ 4 w 564"/>
                <a:gd name="T3" fmla="*/ 5 h 105"/>
                <a:gd name="T4" fmla="*/ 38 w 564"/>
                <a:gd name="T5" fmla="*/ 29 h 105"/>
                <a:gd name="T6" fmla="*/ 73 w 564"/>
                <a:gd name="T7" fmla="*/ 50 h 105"/>
                <a:gd name="T8" fmla="*/ 112 w 564"/>
                <a:gd name="T9" fmla="*/ 69 h 105"/>
                <a:gd name="T10" fmla="*/ 152 w 564"/>
                <a:gd name="T11" fmla="*/ 83 h 105"/>
                <a:gd name="T12" fmla="*/ 173 w 564"/>
                <a:gd name="T13" fmla="*/ 88 h 105"/>
                <a:gd name="T14" fmla="*/ 195 w 564"/>
                <a:gd name="T15" fmla="*/ 95 h 105"/>
                <a:gd name="T16" fmla="*/ 216 w 564"/>
                <a:gd name="T17" fmla="*/ 97 h 105"/>
                <a:gd name="T18" fmla="*/ 238 w 564"/>
                <a:gd name="T19" fmla="*/ 100 h 105"/>
                <a:gd name="T20" fmla="*/ 259 w 564"/>
                <a:gd name="T21" fmla="*/ 102 h 105"/>
                <a:gd name="T22" fmla="*/ 280 w 564"/>
                <a:gd name="T23" fmla="*/ 105 h 105"/>
                <a:gd name="T24" fmla="*/ 304 w 564"/>
                <a:gd name="T25" fmla="*/ 102 h 105"/>
                <a:gd name="T26" fmla="*/ 326 w 564"/>
                <a:gd name="T27" fmla="*/ 100 h 105"/>
                <a:gd name="T28" fmla="*/ 347 w 564"/>
                <a:gd name="T29" fmla="*/ 97 h 105"/>
                <a:gd name="T30" fmla="*/ 369 w 564"/>
                <a:gd name="T31" fmla="*/ 95 h 105"/>
                <a:gd name="T32" fmla="*/ 390 w 564"/>
                <a:gd name="T33" fmla="*/ 88 h 105"/>
                <a:gd name="T34" fmla="*/ 411 w 564"/>
                <a:gd name="T35" fmla="*/ 83 h 105"/>
                <a:gd name="T36" fmla="*/ 452 w 564"/>
                <a:gd name="T37" fmla="*/ 69 h 105"/>
                <a:gd name="T38" fmla="*/ 490 w 564"/>
                <a:gd name="T39" fmla="*/ 50 h 105"/>
                <a:gd name="T40" fmla="*/ 526 w 564"/>
                <a:gd name="T41" fmla="*/ 29 h 105"/>
                <a:gd name="T42" fmla="*/ 559 w 564"/>
                <a:gd name="T43" fmla="*/ 5 h 105"/>
                <a:gd name="T44" fmla="*/ 564 w 564"/>
                <a:gd name="T45" fmla="*/ 0 h 105"/>
                <a:gd name="T46" fmla="*/ 0 w 564"/>
                <a:gd name="T4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4" h="105">
                  <a:moveTo>
                    <a:pt x="0" y="0"/>
                  </a:moveTo>
                  <a:lnTo>
                    <a:pt x="4" y="5"/>
                  </a:lnTo>
                  <a:lnTo>
                    <a:pt x="38" y="29"/>
                  </a:lnTo>
                  <a:lnTo>
                    <a:pt x="73" y="50"/>
                  </a:lnTo>
                  <a:lnTo>
                    <a:pt x="112" y="69"/>
                  </a:lnTo>
                  <a:lnTo>
                    <a:pt x="152" y="83"/>
                  </a:lnTo>
                  <a:lnTo>
                    <a:pt x="173" y="88"/>
                  </a:lnTo>
                  <a:lnTo>
                    <a:pt x="195" y="95"/>
                  </a:lnTo>
                  <a:lnTo>
                    <a:pt x="216" y="97"/>
                  </a:lnTo>
                  <a:lnTo>
                    <a:pt x="238" y="100"/>
                  </a:lnTo>
                  <a:lnTo>
                    <a:pt x="259" y="102"/>
                  </a:lnTo>
                  <a:lnTo>
                    <a:pt x="280" y="105"/>
                  </a:lnTo>
                  <a:lnTo>
                    <a:pt x="304" y="102"/>
                  </a:lnTo>
                  <a:lnTo>
                    <a:pt x="326" y="100"/>
                  </a:lnTo>
                  <a:lnTo>
                    <a:pt x="347" y="97"/>
                  </a:lnTo>
                  <a:lnTo>
                    <a:pt x="369" y="95"/>
                  </a:lnTo>
                  <a:lnTo>
                    <a:pt x="390" y="88"/>
                  </a:lnTo>
                  <a:lnTo>
                    <a:pt x="411" y="83"/>
                  </a:lnTo>
                  <a:lnTo>
                    <a:pt x="452" y="69"/>
                  </a:lnTo>
                  <a:lnTo>
                    <a:pt x="490" y="50"/>
                  </a:lnTo>
                  <a:lnTo>
                    <a:pt x="526" y="29"/>
                  </a:lnTo>
                  <a:lnTo>
                    <a:pt x="559" y="5"/>
                  </a:lnTo>
                  <a:lnTo>
                    <a:pt x="564"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28" name="Group 27"/>
            <p:cNvGrpSpPr/>
            <p:nvPr/>
          </p:nvGrpSpPr>
          <p:grpSpPr>
            <a:xfrm rot="10800000">
              <a:off x="1770196" y="1845408"/>
              <a:ext cx="930008" cy="876660"/>
              <a:chOff x="6633262" y="3693515"/>
              <a:chExt cx="1154243" cy="1088035"/>
            </a:xfrm>
          </p:grpSpPr>
          <p:sp>
            <p:nvSpPr>
              <p:cNvPr id="29"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31" name="Group 30"/>
              <p:cNvGrpSpPr/>
              <p:nvPr/>
            </p:nvGrpSpPr>
            <p:grpSpPr>
              <a:xfrm>
                <a:off x="6641438" y="3789700"/>
                <a:ext cx="1120173" cy="960621"/>
                <a:chOff x="6641438" y="3789700"/>
                <a:chExt cx="1120173" cy="960621"/>
              </a:xfrm>
            </p:grpSpPr>
            <p:sp>
              <p:nvSpPr>
                <p:cNvPr id="34" name="Freeform 33"/>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34"/>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32"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37" name="Rectangle 36"/>
          <p:cNvSpPr/>
          <p:nvPr/>
        </p:nvSpPr>
        <p:spPr>
          <a:xfrm>
            <a:off x="914400" y="4749800"/>
            <a:ext cx="2641600" cy="1559338"/>
          </a:xfrm>
          <a:prstGeom prst="rect">
            <a:avLst/>
          </a:prstGeom>
        </p:spPr>
        <p:txBody>
          <a:bodyPr wrap="square">
            <a:spAutoFit/>
          </a:bodyPr>
          <a:lstStyle/>
          <a:p>
            <a:pPr algn="ctr"/>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Longitudinal</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8" name="Rectangle 37"/>
          <p:cNvSpPr/>
          <p:nvPr/>
        </p:nvSpPr>
        <p:spPr>
          <a:xfrm>
            <a:off x="3454400" y="4749800"/>
            <a:ext cx="2641600" cy="1559338"/>
          </a:xfrm>
          <a:prstGeom prst="rect">
            <a:avLst/>
          </a:prstGeom>
        </p:spPr>
        <p:txBody>
          <a:bodyPr wrap="square">
            <a:spAutoFit/>
          </a:bodyPr>
          <a:lstStyle/>
          <a:p>
            <a:pPr algn="ctr"/>
            <a:r>
              <a:rPr lang="en-US" sz="3733">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Investment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39" name="Rectangle 38"/>
          <p:cNvSpPr/>
          <p:nvPr/>
        </p:nvSpPr>
        <p:spPr>
          <a:xfrm>
            <a:off x="6197600" y="4749800"/>
            <a:ext cx="2641600" cy="1559338"/>
          </a:xfrm>
          <a:prstGeom prst="rect">
            <a:avLst/>
          </a:prstGeom>
        </p:spPr>
        <p:txBody>
          <a:bodyPr wrap="square">
            <a:spAutoFit/>
          </a:bodyPr>
          <a:lstStyle/>
          <a:p>
            <a:pPr algn="ctr"/>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100%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40" name="Rectangle 39"/>
          <p:cNvSpPr/>
          <p:nvPr/>
        </p:nvSpPr>
        <p:spPr>
          <a:xfrm>
            <a:off x="8940800" y="4749800"/>
            <a:ext cx="2641600" cy="1559338"/>
          </a:xfrm>
          <a:prstGeom prst="rect">
            <a:avLst/>
          </a:prstGeom>
        </p:spPr>
        <p:txBody>
          <a:bodyPr wrap="square">
            <a:spAutoFit/>
          </a:bodyPr>
          <a:lstStyle/>
          <a:p>
            <a:pPr algn="ctr"/>
            <a:r>
              <a:rPr lang="en-US" sz="3733">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40%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Office</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grpSp>
        <p:nvGrpSpPr>
          <p:cNvPr id="4" name="Group 3"/>
          <p:cNvGrpSpPr/>
          <p:nvPr/>
        </p:nvGrpSpPr>
        <p:grpSpPr>
          <a:xfrm>
            <a:off x="3911600" y="1845408"/>
            <a:ext cx="1727200" cy="2807061"/>
            <a:chOff x="3911600" y="1845408"/>
            <a:chExt cx="1727200" cy="2807061"/>
          </a:xfrm>
        </p:grpSpPr>
        <p:sp>
          <p:nvSpPr>
            <p:cNvPr id="43" name="Freeform 5"/>
            <p:cNvSpPr/>
            <p:nvPr/>
          </p:nvSpPr>
          <p:spPr bwMode="auto">
            <a:xfrm>
              <a:off x="3911600" y="2612677"/>
              <a:ext cx="1727200" cy="2039792"/>
            </a:xfrm>
            <a:custGeom>
              <a:avLst/>
              <a:gdLst>
                <a:gd name="T0" fmla="*/ 487 w 978"/>
                <a:gd name="T1" fmla="*/ 0 h 1155"/>
                <a:gd name="T2" fmla="*/ 457 w 978"/>
                <a:gd name="T3" fmla="*/ 0 h 1155"/>
                <a:gd name="T4" fmla="*/ 399 w 978"/>
                <a:gd name="T5" fmla="*/ 0 h 1155"/>
                <a:gd name="T6" fmla="*/ 359 w 978"/>
                <a:gd name="T7" fmla="*/ 0 h 1155"/>
                <a:gd name="T8" fmla="*/ 330 w 978"/>
                <a:gd name="T9" fmla="*/ 0 h 1155"/>
                <a:gd name="T10" fmla="*/ 314 w 978"/>
                <a:gd name="T11" fmla="*/ 0 h 1155"/>
                <a:gd name="T12" fmla="*/ 302 w 978"/>
                <a:gd name="T13" fmla="*/ 0 h 1155"/>
                <a:gd name="T14" fmla="*/ 297 w 978"/>
                <a:gd name="T15" fmla="*/ 0 h 1155"/>
                <a:gd name="T16" fmla="*/ 283 w 978"/>
                <a:gd name="T17" fmla="*/ 2 h 1155"/>
                <a:gd name="T18" fmla="*/ 261 w 978"/>
                <a:gd name="T19" fmla="*/ 12 h 1155"/>
                <a:gd name="T20" fmla="*/ 247 w 978"/>
                <a:gd name="T21" fmla="*/ 31 h 1155"/>
                <a:gd name="T22" fmla="*/ 235 w 978"/>
                <a:gd name="T23" fmla="*/ 55 h 1155"/>
                <a:gd name="T24" fmla="*/ 221 w 978"/>
                <a:gd name="T25" fmla="*/ 100 h 1155"/>
                <a:gd name="T26" fmla="*/ 207 w 978"/>
                <a:gd name="T27" fmla="*/ 169 h 1155"/>
                <a:gd name="T28" fmla="*/ 185 w 978"/>
                <a:gd name="T29" fmla="*/ 226 h 1155"/>
                <a:gd name="T30" fmla="*/ 161 w 978"/>
                <a:gd name="T31" fmla="*/ 273 h 1155"/>
                <a:gd name="T32" fmla="*/ 138 w 978"/>
                <a:gd name="T33" fmla="*/ 319 h 1155"/>
                <a:gd name="T34" fmla="*/ 114 w 978"/>
                <a:gd name="T35" fmla="*/ 354 h 1155"/>
                <a:gd name="T36" fmla="*/ 83 w 978"/>
                <a:gd name="T37" fmla="*/ 399 h 1155"/>
                <a:gd name="T38" fmla="*/ 42 w 978"/>
                <a:gd name="T39" fmla="*/ 468 h 1155"/>
                <a:gd name="T40" fmla="*/ 16 w 978"/>
                <a:gd name="T41" fmla="*/ 544 h 1155"/>
                <a:gd name="T42" fmla="*/ 2 w 978"/>
                <a:gd name="T43" fmla="*/ 627 h 1155"/>
                <a:gd name="T44" fmla="*/ 0 w 978"/>
                <a:gd name="T45" fmla="*/ 694 h 1155"/>
                <a:gd name="T46" fmla="*/ 4 w 978"/>
                <a:gd name="T47" fmla="*/ 742 h 1155"/>
                <a:gd name="T48" fmla="*/ 16 w 978"/>
                <a:gd name="T49" fmla="*/ 789 h 1155"/>
                <a:gd name="T50" fmla="*/ 38 w 978"/>
                <a:gd name="T51" fmla="*/ 858 h 1155"/>
                <a:gd name="T52" fmla="*/ 83 w 978"/>
                <a:gd name="T53" fmla="*/ 941 h 1155"/>
                <a:gd name="T54" fmla="*/ 142 w 978"/>
                <a:gd name="T55" fmla="*/ 1012 h 1155"/>
                <a:gd name="T56" fmla="*/ 216 w 978"/>
                <a:gd name="T57" fmla="*/ 1072 h 1155"/>
                <a:gd name="T58" fmla="*/ 299 w 978"/>
                <a:gd name="T59" fmla="*/ 1117 h 1155"/>
                <a:gd name="T60" fmla="*/ 366 w 978"/>
                <a:gd name="T61" fmla="*/ 1138 h 1155"/>
                <a:gd name="T62" fmla="*/ 416 w 978"/>
                <a:gd name="T63" fmla="*/ 1150 h 1155"/>
                <a:gd name="T64" fmla="*/ 464 w 978"/>
                <a:gd name="T65" fmla="*/ 1155 h 1155"/>
                <a:gd name="T66" fmla="*/ 514 w 978"/>
                <a:gd name="T67" fmla="*/ 1155 h 1155"/>
                <a:gd name="T68" fmla="*/ 561 w 978"/>
                <a:gd name="T69" fmla="*/ 1150 h 1155"/>
                <a:gd name="T70" fmla="*/ 611 w 978"/>
                <a:gd name="T71" fmla="*/ 1138 h 1155"/>
                <a:gd name="T72" fmla="*/ 678 w 978"/>
                <a:gd name="T73" fmla="*/ 1117 h 1155"/>
                <a:gd name="T74" fmla="*/ 761 w 978"/>
                <a:gd name="T75" fmla="*/ 1072 h 1155"/>
                <a:gd name="T76" fmla="*/ 833 w 978"/>
                <a:gd name="T77" fmla="*/ 1012 h 1155"/>
                <a:gd name="T78" fmla="*/ 892 w 978"/>
                <a:gd name="T79" fmla="*/ 941 h 1155"/>
                <a:gd name="T80" fmla="*/ 937 w 978"/>
                <a:gd name="T81" fmla="*/ 858 h 1155"/>
                <a:gd name="T82" fmla="*/ 961 w 978"/>
                <a:gd name="T83" fmla="*/ 789 h 1155"/>
                <a:gd name="T84" fmla="*/ 971 w 978"/>
                <a:gd name="T85" fmla="*/ 742 h 1155"/>
                <a:gd name="T86" fmla="*/ 975 w 978"/>
                <a:gd name="T87" fmla="*/ 694 h 1155"/>
                <a:gd name="T88" fmla="*/ 975 w 978"/>
                <a:gd name="T89" fmla="*/ 630 h 1155"/>
                <a:gd name="T90" fmla="*/ 963 w 978"/>
                <a:gd name="T91" fmla="*/ 554 h 1155"/>
                <a:gd name="T92" fmla="*/ 940 w 978"/>
                <a:gd name="T93" fmla="*/ 482 h 1155"/>
                <a:gd name="T94" fmla="*/ 906 w 978"/>
                <a:gd name="T95" fmla="*/ 418 h 1155"/>
                <a:gd name="T96" fmla="*/ 882 w 978"/>
                <a:gd name="T97" fmla="*/ 383 h 1155"/>
                <a:gd name="T98" fmla="*/ 880 w 978"/>
                <a:gd name="T99" fmla="*/ 378 h 1155"/>
                <a:gd name="T100" fmla="*/ 875 w 978"/>
                <a:gd name="T101" fmla="*/ 368 h 1155"/>
                <a:gd name="T102" fmla="*/ 863 w 978"/>
                <a:gd name="T103" fmla="*/ 352 h 1155"/>
                <a:gd name="T104" fmla="*/ 849 w 978"/>
                <a:gd name="T105" fmla="*/ 333 h 1155"/>
                <a:gd name="T106" fmla="*/ 828 w 978"/>
                <a:gd name="T107" fmla="*/ 292 h 1155"/>
                <a:gd name="T108" fmla="*/ 797 w 978"/>
                <a:gd name="T109" fmla="*/ 231 h 1155"/>
                <a:gd name="T110" fmla="*/ 775 w 978"/>
                <a:gd name="T111" fmla="*/ 169 h 1155"/>
                <a:gd name="T112" fmla="*/ 759 w 978"/>
                <a:gd name="T113" fmla="*/ 100 h 1155"/>
                <a:gd name="T114" fmla="*/ 744 w 978"/>
                <a:gd name="T115" fmla="*/ 55 h 1155"/>
                <a:gd name="T116" fmla="*/ 733 w 978"/>
                <a:gd name="T117" fmla="*/ 31 h 1155"/>
                <a:gd name="T118" fmla="*/ 718 w 978"/>
                <a:gd name="T119" fmla="*/ 12 h 1155"/>
                <a:gd name="T120" fmla="*/ 697 w 978"/>
                <a:gd name="T121" fmla="*/ 2 h 1155"/>
                <a:gd name="T122" fmla="*/ 490 w 978"/>
                <a:gd name="T123" fmla="*/ 0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8" h="1155">
                  <a:moveTo>
                    <a:pt x="490" y="0"/>
                  </a:moveTo>
                  <a:lnTo>
                    <a:pt x="487" y="0"/>
                  </a:lnTo>
                  <a:lnTo>
                    <a:pt x="487" y="0"/>
                  </a:lnTo>
                  <a:lnTo>
                    <a:pt x="457" y="0"/>
                  </a:lnTo>
                  <a:lnTo>
                    <a:pt x="426" y="0"/>
                  </a:lnTo>
                  <a:lnTo>
                    <a:pt x="399" y="0"/>
                  </a:lnTo>
                  <a:lnTo>
                    <a:pt x="378" y="0"/>
                  </a:lnTo>
                  <a:lnTo>
                    <a:pt x="359" y="0"/>
                  </a:lnTo>
                  <a:lnTo>
                    <a:pt x="345" y="0"/>
                  </a:lnTo>
                  <a:lnTo>
                    <a:pt x="330" y="0"/>
                  </a:lnTo>
                  <a:lnTo>
                    <a:pt x="321" y="0"/>
                  </a:lnTo>
                  <a:lnTo>
                    <a:pt x="314" y="0"/>
                  </a:lnTo>
                  <a:lnTo>
                    <a:pt x="307" y="0"/>
                  </a:lnTo>
                  <a:lnTo>
                    <a:pt x="302" y="0"/>
                  </a:lnTo>
                  <a:lnTo>
                    <a:pt x="299" y="0"/>
                  </a:lnTo>
                  <a:lnTo>
                    <a:pt x="297" y="0"/>
                  </a:lnTo>
                  <a:lnTo>
                    <a:pt x="297" y="0"/>
                  </a:lnTo>
                  <a:lnTo>
                    <a:pt x="283" y="2"/>
                  </a:lnTo>
                  <a:lnTo>
                    <a:pt x="273" y="5"/>
                  </a:lnTo>
                  <a:lnTo>
                    <a:pt x="261" y="12"/>
                  </a:lnTo>
                  <a:lnTo>
                    <a:pt x="254" y="21"/>
                  </a:lnTo>
                  <a:lnTo>
                    <a:pt x="247" y="31"/>
                  </a:lnTo>
                  <a:lnTo>
                    <a:pt x="240" y="43"/>
                  </a:lnTo>
                  <a:lnTo>
                    <a:pt x="235" y="55"/>
                  </a:lnTo>
                  <a:lnTo>
                    <a:pt x="230" y="69"/>
                  </a:lnTo>
                  <a:lnTo>
                    <a:pt x="221" y="100"/>
                  </a:lnTo>
                  <a:lnTo>
                    <a:pt x="214" y="136"/>
                  </a:lnTo>
                  <a:lnTo>
                    <a:pt x="207" y="169"/>
                  </a:lnTo>
                  <a:lnTo>
                    <a:pt x="195" y="202"/>
                  </a:lnTo>
                  <a:lnTo>
                    <a:pt x="185" y="226"/>
                  </a:lnTo>
                  <a:lnTo>
                    <a:pt x="173" y="250"/>
                  </a:lnTo>
                  <a:lnTo>
                    <a:pt x="161" y="273"/>
                  </a:lnTo>
                  <a:lnTo>
                    <a:pt x="150" y="297"/>
                  </a:lnTo>
                  <a:lnTo>
                    <a:pt x="138" y="319"/>
                  </a:lnTo>
                  <a:lnTo>
                    <a:pt x="126" y="338"/>
                  </a:lnTo>
                  <a:lnTo>
                    <a:pt x="114" y="354"/>
                  </a:lnTo>
                  <a:lnTo>
                    <a:pt x="107" y="366"/>
                  </a:lnTo>
                  <a:lnTo>
                    <a:pt x="83" y="399"/>
                  </a:lnTo>
                  <a:lnTo>
                    <a:pt x="61" y="433"/>
                  </a:lnTo>
                  <a:lnTo>
                    <a:pt x="42" y="468"/>
                  </a:lnTo>
                  <a:lnTo>
                    <a:pt x="28" y="506"/>
                  </a:lnTo>
                  <a:lnTo>
                    <a:pt x="16" y="544"/>
                  </a:lnTo>
                  <a:lnTo>
                    <a:pt x="7" y="585"/>
                  </a:lnTo>
                  <a:lnTo>
                    <a:pt x="2" y="627"/>
                  </a:lnTo>
                  <a:lnTo>
                    <a:pt x="0" y="670"/>
                  </a:lnTo>
                  <a:lnTo>
                    <a:pt x="0" y="694"/>
                  </a:lnTo>
                  <a:lnTo>
                    <a:pt x="2" y="718"/>
                  </a:lnTo>
                  <a:lnTo>
                    <a:pt x="4" y="742"/>
                  </a:lnTo>
                  <a:lnTo>
                    <a:pt x="9" y="768"/>
                  </a:lnTo>
                  <a:lnTo>
                    <a:pt x="16" y="789"/>
                  </a:lnTo>
                  <a:lnTo>
                    <a:pt x="23" y="813"/>
                  </a:lnTo>
                  <a:lnTo>
                    <a:pt x="38" y="858"/>
                  </a:lnTo>
                  <a:lnTo>
                    <a:pt x="59" y="901"/>
                  </a:lnTo>
                  <a:lnTo>
                    <a:pt x="83" y="941"/>
                  </a:lnTo>
                  <a:lnTo>
                    <a:pt x="111" y="979"/>
                  </a:lnTo>
                  <a:lnTo>
                    <a:pt x="142" y="1012"/>
                  </a:lnTo>
                  <a:lnTo>
                    <a:pt x="178" y="1043"/>
                  </a:lnTo>
                  <a:lnTo>
                    <a:pt x="216" y="1072"/>
                  </a:lnTo>
                  <a:lnTo>
                    <a:pt x="257" y="1096"/>
                  </a:lnTo>
                  <a:lnTo>
                    <a:pt x="299" y="1117"/>
                  </a:lnTo>
                  <a:lnTo>
                    <a:pt x="345" y="1134"/>
                  </a:lnTo>
                  <a:lnTo>
                    <a:pt x="366" y="1138"/>
                  </a:lnTo>
                  <a:lnTo>
                    <a:pt x="390" y="1145"/>
                  </a:lnTo>
                  <a:lnTo>
                    <a:pt x="416" y="1150"/>
                  </a:lnTo>
                  <a:lnTo>
                    <a:pt x="440" y="1153"/>
                  </a:lnTo>
                  <a:lnTo>
                    <a:pt x="464" y="1155"/>
                  </a:lnTo>
                  <a:lnTo>
                    <a:pt x="487" y="1155"/>
                  </a:lnTo>
                  <a:lnTo>
                    <a:pt x="514" y="1155"/>
                  </a:lnTo>
                  <a:lnTo>
                    <a:pt x="537" y="1153"/>
                  </a:lnTo>
                  <a:lnTo>
                    <a:pt x="561" y="1150"/>
                  </a:lnTo>
                  <a:lnTo>
                    <a:pt x="587" y="1145"/>
                  </a:lnTo>
                  <a:lnTo>
                    <a:pt x="611" y="1138"/>
                  </a:lnTo>
                  <a:lnTo>
                    <a:pt x="635" y="1134"/>
                  </a:lnTo>
                  <a:lnTo>
                    <a:pt x="678" y="1117"/>
                  </a:lnTo>
                  <a:lnTo>
                    <a:pt x="721" y="1096"/>
                  </a:lnTo>
                  <a:lnTo>
                    <a:pt x="761" y="1072"/>
                  </a:lnTo>
                  <a:lnTo>
                    <a:pt x="799" y="1043"/>
                  </a:lnTo>
                  <a:lnTo>
                    <a:pt x="833" y="1012"/>
                  </a:lnTo>
                  <a:lnTo>
                    <a:pt x="866" y="979"/>
                  </a:lnTo>
                  <a:lnTo>
                    <a:pt x="892" y="941"/>
                  </a:lnTo>
                  <a:lnTo>
                    <a:pt x="918" y="901"/>
                  </a:lnTo>
                  <a:lnTo>
                    <a:pt x="937" y="858"/>
                  </a:lnTo>
                  <a:lnTo>
                    <a:pt x="954" y="813"/>
                  </a:lnTo>
                  <a:lnTo>
                    <a:pt x="961" y="789"/>
                  </a:lnTo>
                  <a:lnTo>
                    <a:pt x="966" y="768"/>
                  </a:lnTo>
                  <a:lnTo>
                    <a:pt x="971" y="742"/>
                  </a:lnTo>
                  <a:lnTo>
                    <a:pt x="973" y="718"/>
                  </a:lnTo>
                  <a:lnTo>
                    <a:pt x="975" y="694"/>
                  </a:lnTo>
                  <a:lnTo>
                    <a:pt x="978" y="670"/>
                  </a:lnTo>
                  <a:lnTo>
                    <a:pt x="975" y="630"/>
                  </a:lnTo>
                  <a:lnTo>
                    <a:pt x="971" y="592"/>
                  </a:lnTo>
                  <a:lnTo>
                    <a:pt x="963" y="554"/>
                  </a:lnTo>
                  <a:lnTo>
                    <a:pt x="954" y="518"/>
                  </a:lnTo>
                  <a:lnTo>
                    <a:pt x="940" y="482"/>
                  </a:lnTo>
                  <a:lnTo>
                    <a:pt x="923" y="449"/>
                  </a:lnTo>
                  <a:lnTo>
                    <a:pt x="906" y="418"/>
                  </a:lnTo>
                  <a:lnTo>
                    <a:pt x="885" y="387"/>
                  </a:lnTo>
                  <a:lnTo>
                    <a:pt x="882" y="383"/>
                  </a:lnTo>
                  <a:lnTo>
                    <a:pt x="880" y="378"/>
                  </a:lnTo>
                  <a:lnTo>
                    <a:pt x="880" y="378"/>
                  </a:lnTo>
                  <a:lnTo>
                    <a:pt x="878" y="373"/>
                  </a:lnTo>
                  <a:lnTo>
                    <a:pt x="875" y="368"/>
                  </a:lnTo>
                  <a:lnTo>
                    <a:pt x="871" y="361"/>
                  </a:lnTo>
                  <a:lnTo>
                    <a:pt x="863" y="352"/>
                  </a:lnTo>
                  <a:lnTo>
                    <a:pt x="859" y="345"/>
                  </a:lnTo>
                  <a:lnTo>
                    <a:pt x="849" y="333"/>
                  </a:lnTo>
                  <a:lnTo>
                    <a:pt x="844" y="319"/>
                  </a:lnTo>
                  <a:lnTo>
                    <a:pt x="828" y="292"/>
                  </a:lnTo>
                  <a:lnTo>
                    <a:pt x="811" y="261"/>
                  </a:lnTo>
                  <a:lnTo>
                    <a:pt x="797" y="231"/>
                  </a:lnTo>
                  <a:lnTo>
                    <a:pt x="783" y="202"/>
                  </a:lnTo>
                  <a:lnTo>
                    <a:pt x="775" y="169"/>
                  </a:lnTo>
                  <a:lnTo>
                    <a:pt x="766" y="136"/>
                  </a:lnTo>
                  <a:lnTo>
                    <a:pt x="759" y="100"/>
                  </a:lnTo>
                  <a:lnTo>
                    <a:pt x="749" y="69"/>
                  </a:lnTo>
                  <a:lnTo>
                    <a:pt x="744" y="55"/>
                  </a:lnTo>
                  <a:lnTo>
                    <a:pt x="740" y="43"/>
                  </a:lnTo>
                  <a:lnTo>
                    <a:pt x="733" y="31"/>
                  </a:lnTo>
                  <a:lnTo>
                    <a:pt x="725" y="21"/>
                  </a:lnTo>
                  <a:lnTo>
                    <a:pt x="718" y="12"/>
                  </a:lnTo>
                  <a:lnTo>
                    <a:pt x="706" y="5"/>
                  </a:lnTo>
                  <a:lnTo>
                    <a:pt x="697" y="2"/>
                  </a:lnTo>
                  <a:lnTo>
                    <a:pt x="683" y="0"/>
                  </a:lnTo>
                  <a:lnTo>
                    <a:pt x="490" y="0"/>
                  </a:lnTo>
                  <a:lnTo>
                    <a:pt x="490" y="0"/>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6"/>
            <p:cNvSpPr/>
            <p:nvPr/>
          </p:nvSpPr>
          <p:spPr bwMode="auto">
            <a:xfrm>
              <a:off x="4344284" y="2722172"/>
              <a:ext cx="861833" cy="180137"/>
            </a:xfrm>
            <a:custGeom>
              <a:avLst/>
              <a:gdLst>
                <a:gd name="T0" fmla="*/ 242 w 488"/>
                <a:gd name="T1" fmla="*/ 0 h 102"/>
                <a:gd name="T2" fmla="*/ 242 w 488"/>
                <a:gd name="T3" fmla="*/ 0 h 102"/>
                <a:gd name="T4" fmla="*/ 242 w 488"/>
                <a:gd name="T5" fmla="*/ 0 h 102"/>
                <a:gd name="T6" fmla="*/ 212 w 488"/>
                <a:gd name="T7" fmla="*/ 0 h 102"/>
                <a:gd name="T8" fmla="*/ 185 w 488"/>
                <a:gd name="T9" fmla="*/ 0 h 102"/>
                <a:gd name="T10" fmla="*/ 164 w 488"/>
                <a:gd name="T11" fmla="*/ 0 h 102"/>
                <a:gd name="T12" fmla="*/ 143 w 488"/>
                <a:gd name="T13" fmla="*/ 0 h 102"/>
                <a:gd name="T14" fmla="*/ 126 w 488"/>
                <a:gd name="T15" fmla="*/ 0 h 102"/>
                <a:gd name="T16" fmla="*/ 112 w 488"/>
                <a:gd name="T17" fmla="*/ 0 h 102"/>
                <a:gd name="T18" fmla="*/ 102 w 488"/>
                <a:gd name="T19" fmla="*/ 0 h 102"/>
                <a:gd name="T20" fmla="*/ 93 w 488"/>
                <a:gd name="T21" fmla="*/ 0 h 102"/>
                <a:gd name="T22" fmla="*/ 85 w 488"/>
                <a:gd name="T23" fmla="*/ 0 h 102"/>
                <a:gd name="T24" fmla="*/ 81 w 488"/>
                <a:gd name="T25" fmla="*/ 0 h 102"/>
                <a:gd name="T26" fmla="*/ 76 w 488"/>
                <a:gd name="T27" fmla="*/ 0 h 102"/>
                <a:gd name="T28" fmla="*/ 74 w 488"/>
                <a:gd name="T29" fmla="*/ 0 h 102"/>
                <a:gd name="T30" fmla="*/ 71 w 488"/>
                <a:gd name="T31" fmla="*/ 0 h 102"/>
                <a:gd name="T32" fmla="*/ 71 w 488"/>
                <a:gd name="T33" fmla="*/ 0 h 102"/>
                <a:gd name="T34" fmla="*/ 59 w 488"/>
                <a:gd name="T35" fmla="*/ 0 h 102"/>
                <a:gd name="T36" fmla="*/ 50 w 488"/>
                <a:gd name="T37" fmla="*/ 5 h 102"/>
                <a:gd name="T38" fmla="*/ 40 w 488"/>
                <a:gd name="T39" fmla="*/ 9 h 102"/>
                <a:gd name="T40" fmla="*/ 33 w 488"/>
                <a:gd name="T41" fmla="*/ 17 h 102"/>
                <a:gd name="T42" fmla="*/ 26 w 488"/>
                <a:gd name="T43" fmla="*/ 26 h 102"/>
                <a:gd name="T44" fmla="*/ 21 w 488"/>
                <a:gd name="T45" fmla="*/ 38 h 102"/>
                <a:gd name="T46" fmla="*/ 14 w 488"/>
                <a:gd name="T47" fmla="*/ 47 h 102"/>
                <a:gd name="T48" fmla="*/ 12 w 488"/>
                <a:gd name="T49" fmla="*/ 62 h 102"/>
                <a:gd name="T50" fmla="*/ 2 w 488"/>
                <a:gd name="T51" fmla="*/ 90 h 102"/>
                <a:gd name="T52" fmla="*/ 0 w 488"/>
                <a:gd name="T53" fmla="*/ 102 h 102"/>
                <a:gd name="T54" fmla="*/ 488 w 488"/>
                <a:gd name="T55" fmla="*/ 102 h 102"/>
                <a:gd name="T56" fmla="*/ 483 w 488"/>
                <a:gd name="T57" fmla="*/ 90 h 102"/>
                <a:gd name="T58" fmla="*/ 476 w 488"/>
                <a:gd name="T59" fmla="*/ 62 h 102"/>
                <a:gd name="T60" fmla="*/ 473 w 488"/>
                <a:gd name="T61" fmla="*/ 47 h 102"/>
                <a:gd name="T62" fmla="*/ 466 w 488"/>
                <a:gd name="T63" fmla="*/ 38 h 102"/>
                <a:gd name="T64" fmla="*/ 461 w 488"/>
                <a:gd name="T65" fmla="*/ 26 h 102"/>
                <a:gd name="T66" fmla="*/ 454 w 488"/>
                <a:gd name="T67" fmla="*/ 17 h 102"/>
                <a:gd name="T68" fmla="*/ 447 w 488"/>
                <a:gd name="T69" fmla="*/ 9 h 102"/>
                <a:gd name="T70" fmla="*/ 438 w 488"/>
                <a:gd name="T71" fmla="*/ 5 h 102"/>
                <a:gd name="T72" fmla="*/ 428 w 488"/>
                <a:gd name="T73" fmla="*/ 0 h 102"/>
                <a:gd name="T74" fmla="*/ 416 w 488"/>
                <a:gd name="T75" fmla="*/ 0 h 102"/>
                <a:gd name="T76" fmla="*/ 242 w 488"/>
                <a:gd name="T77" fmla="*/ 0 h 102"/>
                <a:gd name="T78" fmla="*/ 242 w 488"/>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88" h="102">
                  <a:moveTo>
                    <a:pt x="242" y="0"/>
                  </a:moveTo>
                  <a:lnTo>
                    <a:pt x="242" y="0"/>
                  </a:lnTo>
                  <a:lnTo>
                    <a:pt x="242" y="0"/>
                  </a:lnTo>
                  <a:lnTo>
                    <a:pt x="212" y="0"/>
                  </a:lnTo>
                  <a:lnTo>
                    <a:pt x="185" y="0"/>
                  </a:lnTo>
                  <a:lnTo>
                    <a:pt x="164" y="0"/>
                  </a:lnTo>
                  <a:lnTo>
                    <a:pt x="143" y="0"/>
                  </a:lnTo>
                  <a:lnTo>
                    <a:pt x="126" y="0"/>
                  </a:lnTo>
                  <a:lnTo>
                    <a:pt x="112" y="0"/>
                  </a:lnTo>
                  <a:lnTo>
                    <a:pt x="102" y="0"/>
                  </a:lnTo>
                  <a:lnTo>
                    <a:pt x="93" y="0"/>
                  </a:lnTo>
                  <a:lnTo>
                    <a:pt x="85" y="0"/>
                  </a:lnTo>
                  <a:lnTo>
                    <a:pt x="81" y="0"/>
                  </a:lnTo>
                  <a:lnTo>
                    <a:pt x="76" y="0"/>
                  </a:lnTo>
                  <a:lnTo>
                    <a:pt x="74" y="0"/>
                  </a:lnTo>
                  <a:lnTo>
                    <a:pt x="71" y="0"/>
                  </a:lnTo>
                  <a:lnTo>
                    <a:pt x="71" y="0"/>
                  </a:lnTo>
                  <a:lnTo>
                    <a:pt x="59" y="0"/>
                  </a:lnTo>
                  <a:lnTo>
                    <a:pt x="50" y="5"/>
                  </a:lnTo>
                  <a:lnTo>
                    <a:pt x="40" y="9"/>
                  </a:lnTo>
                  <a:lnTo>
                    <a:pt x="33" y="17"/>
                  </a:lnTo>
                  <a:lnTo>
                    <a:pt x="26" y="26"/>
                  </a:lnTo>
                  <a:lnTo>
                    <a:pt x="21" y="38"/>
                  </a:lnTo>
                  <a:lnTo>
                    <a:pt x="14" y="47"/>
                  </a:lnTo>
                  <a:lnTo>
                    <a:pt x="12" y="62"/>
                  </a:lnTo>
                  <a:lnTo>
                    <a:pt x="2" y="90"/>
                  </a:lnTo>
                  <a:lnTo>
                    <a:pt x="0" y="102"/>
                  </a:lnTo>
                  <a:lnTo>
                    <a:pt x="488" y="102"/>
                  </a:lnTo>
                  <a:lnTo>
                    <a:pt x="483" y="90"/>
                  </a:lnTo>
                  <a:lnTo>
                    <a:pt x="476" y="62"/>
                  </a:lnTo>
                  <a:lnTo>
                    <a:pt x="473" y="47"/>
                  </a:lnTo>
                  <a:lnTo>
                    <a:pt x="466" y="38"/>
                  </a:lnTo>
                  <a:lnTo>
                    <a:pt x="461" y="26"/>
                  </a:lnTo>
                  <a:lnTo>
                    <a:pt x="454" y="17"/>
                  </a:lnTo>
                  <a:lnTo>
                    <a:pt x="447" y="9"/>
                  </a:lnTo>
                  <a:lnTo>
                    <a:pt x="438" y="5"/>
                  </a:lnTo>
                  <a:lnTo>
                    <a:pt x="428" y="0"/>
                  </a:lnTo>
                  <a:lnTo>
                    <a:pt x="416" y="0"/>
                  </a:lnTo>
                  <a:lnTo>
                    <a:pt x="242" y="0"/>
                  </a:lnTo>
                  <a:lnTo>
                    <a:pt x="242"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7"/>
            <p:cNvSpPr/>
            <p:nvPr/>
          </p:nvSpPr>
          <p:spPr bwMode="auto">
            <a:xfrm>
              <a:off x="4289536" y="2902311"/>
              <a:ext cx="971329" cy="185436"/>
            </a:xfrm>
            <a:custGeom>
              <a:avLst/>
              <a:gdLst>
                <a:gd name="T0" fmla="*/ 31 w 550"/>
                <a:gd name="T1" fmla="*/ 0 h 105"/>
                <a:gd name="T2" fmla="*/ 26 w 550"/>
                <a:gd name="T3" fmla="*/ 17 h 105"/>
                <a:gd name="T4" fmla="*/ 19 w 550"/>
                <a:gd name="T5" fmla="*/ 48 h 105"/>
                <a:gd name="T6" fmla="*/ 12 w 550"/>
                <a:gd name="T7" fmla="*/ 76 h 105"/>
                <a:gd name="T8" fmla="*/ 2 w 550"/>
                <a:gd name="T9" fmla="*/ 97 h 105"/>
                <a:gd name="T10" fmla="*/ 0 w 550"/>
                <a:gd name="T11" fmla="*/ 105 h 105"/>
                <a:gd name="T12" fmla="*/ 550 w 550"/>
                <a:gd name="T13" fmla="*/ 105 h 105"/>
                <a:gd name="T14" fmla="*/ 547 w 550"/>
                <a:gd name="T15" fmla="*/ 105 h 105"/>
                <a:gd name="T16" fmla="*/ 538 w 550"/>
                <a:gd name="T17" fmla="*/ 76 h 105"/>
                <a:gd name="T18" fmla="*/ 528 w 550"/>
                <a:gd name="T19" fmla="*/ 48 h 105"/>
                <a:gd name="T20" fmla="*/ 521 w 550"/>
                <a:gd name="T21" fmla="*/ 17 h 105"/>
                <a:gd name="T22" fmla="*/ 519 w 550"/>
                <a:gd name="T23" fmla="*/ 0 h 105"/>
                <a:gd name="T24" fmla="*/ 31 w 550"/>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0" h="105">
                  <a:moveTo>
                    <a:pt x="31" y="0"/>
                  </a:moveTo>
                  <a:lnTo>
                    <a:pt x="26" y="17"/>
                  </a:lnTo>
                  <a:lnTo>
                    <a:pt x="19" y="48"/>
                  </a:lnTo>
                  <a:lnTo>
                    <a:pt x="12" y="76"/>
                  </a:lnTo>
                  <a:lnTo>
                    <a:pt x="2" y="97"/>
                  </a:lnTo>
                  <a:lnTo>
                    <a:pt x="0" y="105"/>
                  </a:lnTo>
                  <a:lnTo>
                    <a:pt x="550" y="105"/>
                  </a:lnTo>
                  <a:lnTo>
                    <a:pt x="547" y="105"/>
                  </a:lnTo>
                  <a:lnTo>
                    <a:pt x="538" y="76"/>
                  </a:lnTo>
                  <a:lnTo>
                    <a:pt x="528" y="48"/>
                  </a:lnTo>
                  <a:lnTo>
                    <a:pt x="521" y="17"/>
                  </a:lnTo>
                  <a:lnTo>
                    <a:pt x="519" y="0"/>
                  </a:lnTo>
                  <a:lnTo>
                    <a:pt x="31"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8"/>
            <p:cNvSpPr/>
            <p:nvPr/>
          </p:nvSpPr>
          <p:spPr bwMode="auto">
            <a:xfrm>
              <a:off x="4188871" y="3087747"/>
              <a:ext cx="1172659" cy="180137"/>
            </a:xfrm>
            <a:custGeom>
              <a:avLst/>
              <a:gdLst>
                <a:gd name="T0" fmla="*/ 57 w 664"/>
                <a:gd name="T1" fmla="*/ 0 h 102"/>
                <a:gd name="T2" fmla="*/ 50 w 664"/>
                <a:gd name="T3" fmla="*/ 14 h 102"/>
                <a:gd name="T4" fmla="*/ 38 w 664"/>
                <a:gd name="T5" fmla="*/ 38 h 102"/>
                <a:gd name="T6" fmla="*/ 26 w 664"/>
                <a:gd name="T7" fmla="*/ 57 h 102"/>
                <a:gd name="T8" fmla="*/ 14 w 664"/>
                <a:gd name="T9" fmla="*/ 76 h 102"/>
                <a:gd name="T10" fmla="*/ 4 w 664"/>
                <a:gd name="T11" fmla="*/ 95 h 102"/>
                <a:gd name="T12" fmla="*/ 0 w 664"/>
                <a:gd name="T13" fmla="*/ 102 h 102"/>
                <a:gd name="T14" fmla="*/ 664 w 664"/>
                <a:gd name="T15" fmla="*/ 102 h 102"/>
                <a:gd name="T16" fmla="*/ 661 w 664"/>
                <a:gd name="T17" fmla="*/ 99 h 102"/>
                <a:gd name="T18" fmla="*/ 654 w 664"/>
                <a:gd name="T19" fmla="*/ 90 h 102"/>
                <a:gd name="T20" fmla="*/ 647 w 664"/>
                <a:gd name="T21" fmla="*/ 78 h 102"/>
                <a:gd name="T22" fmla="*/ 633 w 664"/>
                <a:gd name="T23" fmla="*/ 52 h 102"/>
                <a:gd name="T24" fmla="*/ 618 w 664"/>
                <a:gd name="T25" fmla="*/ 26 h 102"/>
                <a:gd name="T26" fmla="*/ 607 w 664"/>
                <a:gd name="T27" fmla="*/ 0 h 102"/>
                <a:gd name="T28" fmla="*/ 57 w 664"/>
                <a:gd name="T2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4" h="102">
                  <a:moveTo>
                    <a:pt x="57" y="0"/>
                  </a:moveTo>
                  <a:lnTo>
                    <a:pt x="50" y="14"/>
                  </a:lnTo>
                  <a:lnTo>
                    <a:pt x="38" y="38"/>
                  </a:lnTo>
                  <a:lnTo>
                    <a:pt x="26" y="57"/>
                  </a:lnTo>
                  <a:lnTo>
                    <a:pt x="14" y="76"/>
                  </a:lnTo>
                  <a:lnTo>
                    <a:pt x="4" y="95"/>
                  </a:lnTo>
                  <a:lnTo>
                    <a:pt x="0" y="102"/>
                  </a:lnTo>
                  <a:lnTo>
                    <a:pt x="664" y="102"/>
                  </a:lnTo>
                  <a:lnTo>
                    <a:pt x="661" y="99"/>
                  </a:lnTo>
                  <a:lnTo>
                    <a:pt x="654" y="90"/>
                  </a:lnTo>
                  <a:lnTo>
                    <a:pt x="647" y="78"/>
                  </a:lnTo>
                  <a:lnTo>
                    <a:pt x="633" y="52"/>
                  </a:lnTo>
                  <a:lnTo>
                    <a:pt x="618" y="26"/>
                  </a:lnTo>
                  <a:lnTo>
                    <a:pt x="607" y="0"/>
                  </a:lnTo>
                  <a:lnTo>
                    <a:pt x="57"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9"/>
            <p:cNvSpPr/>
            <p:nvPr/>
          </p:nvSpPr>
          <p:spPr bwMode="auto">
            <a:xfrm>
              <a:off x="4074077" y="3267884"/>
              <a:ext cx="1395183" cy="183669"/>
            </a:xfrm>
            <a:custGeom>
              <a:avLst/>
              <a:gdLst>
                <a:gd name="T0" fmla="*/ 65 w 790"/>
                <a:gd name="T1" fmla="*/ 0 h 104"/>
                <a:gd name="T2" fmla="*/ 62 w 790"/>
                <a:gd name="T3" fmla="*/ 7 h 104"/>
                <a:gd name="T4" fmla="*/ 55 w 790"/>
                <a:gd name="T5" fmla="*/ 19 h 104"/>
                <a:gd name="T6" fmla="*/ 34 w 790"/>
                <a:gd name="T7" fmla="*/ 47 h 104"/>
                <a:gd name="T8" fmla="*/ 15 w 790"/>
                <a:gd name="T9" fmla="*/ 76 h 104"/>
                <a:gd name="T10" fmla="*/ 0 w 790"/>
                <a:gd name="T11" fmla="*/ 104 h 104"/>
                <a:gd name="T12" fmla="*/ 790 w 790"/>
                <a:gd name="T13" fmla="*/ 104 h 104"/>
                <a:gd name="T14" fmla="*/ 786 w 790"/>
                <a:gd name="T15" fmla="*/ 92 h 104"/>
                <a:gd name="T16" fmla="*/ 771 w 790"/>
                <a:gd name="T17" fmla="*/ 64 h 104"/>
                <a:gd name="T18" fmla="*/ 752 w 790"/>
                <a:gd name="T19" fmla="*/ 35 h 104"/>
                <a:gd name="T20" fmla="*/ 750 w 790"/>
                <a:gd name="T21" fmla="*/ 33 h 104"/>
                <a:gd name="T22" fmla="*/ 748 w 790"/>
                <a:gd name="T23" fmla="*/ 28 h 104"/>
                <a:gd name="T24" fmla="*/ 748 w 790"/>
                <a:gd name="T25" fmla="*/ 28 h 104"/>
                <a:gd name="T26" fmla="*/ 745 w 790"/>
                <a:gd name="T27" fmla="*/ 24 h 104"/>
                <a:gd name="T28" fmla="*/ 741 w 790"/>
                <a:gd name="T29" fmla="*/ 19 h 104"/>
                <a:gd name="T30" fmla="*/ 738 w 790"/>
                <a:gd name="T31" fmla="*/ 14 h 104"/>
                <a:gd name="T32" fmla="*/ 733 w 790"/>
                <a:gd name="T33" fmla="*/ 5 h 104"/>
                <a:gd name="T34" fmla="*/ 729 w 790"/>
                <a:gd name="T35" fmla="*/ 0 h 104"/>
                <a:gd name="T36" fmla="*/ 65 w 79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0" h="104">
                  <a:moveTo>
                    <a:pt x="65" y="0"/>
                  </a:moveTo>
                  <a:lnTo>
                    <a:pt x="62" y="7"/>
                  </a:lnTo>
                  <a:lnTo>
                    <a:pt x="55" y="19"/>
                  </a:lnTo>
                  <a:lnTo>
                    <a:pt x="34" y="47"/>
                  </a:lnTo>
                  <a:lnTo>
                    <a:pt x="15" y="76"/>
                  </a:lnTo>
                  <a:lnTo>
                    <a:pt x="0" y="104"/>
                  </a:lnTo>
                  <a:lnTo>
                    <a:pt x="790" y="104"/>
                  </a:lnTo>
                  <a:lnTo>
                    <a:pt x="786" y="92"/>
                  </a:lnTo>
                  <a:lnTo>
                    <a:pt x="771" y="64"/>
                  </a:lnTo>
                  <a:lnTo>
                    <a:pt x="752" y="35"/>
                  </a:lnTo>
                  <a:lnTo>
                    <a:pt x="750" y="33"/>
                  </a:lnTo>
                  <a:lnTo>
                    <a:pt x="748" y="28"/>
                  </a:lnTo>
                  <a:lnTo>
                    <a:pt x="748" y="28"/>
                  </a:lnTo>
                  <a:lnTo>
                    <a:pt x="745" y="24"/>
                  </a:lnTo>
                  <a:lnTo>
                    <a:pt x="741" y="19"/>
                  </a:lnTo>
                  <a:lnTo>
                    <a:pt x="738" y="14"/>
                  </a:lnTo>
                  <a:lnTo>
                    <a:pt x="733" y="5"/>
                  </a:lnTo>
                  <a:lnTo>
                    <a:pt x="729" y="0"/>
                  </a:lnTo>
                  <a:lnTo>
                    <a:pt x="65"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10"/>
            <p:cNvSpPr/>
            <p:nvPr/>
          </p:nvSpPr>
          <p:spPr bwMode="auto">
            <a:xfrm>
              <a:off x="4015797" y="3451553"/>
              <a:ext cx="1517040" cy="181904"/>
            </a:xfrm>
            <a:custGeom>
              <a:avLst/>
              <a:gdLst>
                <a:gd name="T0" fmla="*/ 33 w 859"/>
                <a:gd name="T1" fmla="*/ 0 h 103"/>
                <a:gd name="T2" fmla="*/ 31 w 859"/>
                <a:gd name="T3" fmla="*/ 5 h 103"/>
                <a:gd name="T4" fmla="*/ 17 w 859"/>
                <a:gd name="T5" fmla="*/ 38 h 103"/>
                <a:gd name="T6" fmla="*/ 7 w 859"/>
                <a:gd name="T7" fmla="*/ 74 h 103"/>
                <a:gd name="T8" fmla="*/ 0 w 859"/>
                <a:gd name="T9" fmla="*/ 103 h 103"/>
                <a:gd name="T10" fmla="*/ 859 w 859"/>
                <a:gd name="T11" fmla="*/ 103 h 103"/>
                <a:gd name="T12" fmla="*/ 854 w 859"/>
                <a:gd name="T13" fmla="*/ 81 h 103"/>
                <a:gd name="T14" fmla="*/ 845 w 859"/>
                <a:gd name="T15" fmla="*/ 50 h 103"/>
                <a:gd name="T16" fmla="*/ 833 w 859"/>
                <a:gd name="T17" fmla="*/ 17 h 103"/>
                <a:gd name="T18" fmla="*/ 823 w 859"/>
                <a:gd name="T19" fmla="*/ 0 h 103"/>
                <a:gd name="T20" fmla="*/ 33 w 859"/>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9" h="103">
                  <a:moveTo>
                    <a:pt x="33" y="0"/>
                  </a:moveTo>
                  <a:lnTo>
                    <a:pt x="31" y="5"/>
                  </a:lnTo>
                  <a:lnTo>
                    <a:pt x="17" y="38"/>
                  </a:lnTo>
                  <a:lnTo>
                    <a:pt x="7" y="74"/>
                  </a:lnTo>
                  <a:lnTo>
                    <a:pt x="0" y="103"/>
                  </a:lnTo>
                  <a:lnTo>
                    <a:pt x="859" y="103"/>
                  </a:lnTo>
                  <a:lnTo>
                    <a:pt x="854" y="81"/>
                  </a:lnTo>
                  <a:lnTo>
                    <a:pt x="845" y="50"/>
                  </a:lnTo>
                  <a:lnTo>
                    <a:pt x="833" y="17"/>
                  </a:lnTo>
                  <a:lnTo>
                    <a:pt x="823" y="0"/>
                  </a:lnTo>
                  <a:lnTo>
                    <a:pt x="33"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11"/>
            <p:cNvSpPr/>
            <p:nvPr/>
          </p:nvSpPr>
          <p:spPr bwMode="auto">
            <a:xfrm>
              <a:off x="4003435" y="3633456"/>
              <a:ext cx="1541765" cy="183669"/>
            </a:xfrm>
            <a:custGeom>
              <a:avLst/>
              <a:gdLst>
                <a:gd name="T0" fmla="*/ 7 w 873"/>
                <a:gd name="T1" fmla="*/ 0 h 104"/>
                <a:gd name="T2" fmla="*/ 7 w 873"/>
                <a:gd name="T3" fmla="*/ 7 h 104"/>
                <a:gd name="T4" fmla="*/ 0 w 873"/>
                <a:gd name="T5" fmla="*/ 42 h 104"/>
                <a:gd name="T6" fmla="*/ 0 w 873"/>
                <a:gd name="T7" fmla="*/ 80 h 104"/>
                <a:gd name="T8" fmla="*/ 0 w 873"/>
                <a:gd name="T9" fmla="*/ 104 h 104"/>
                <a:gd name="T10" fmla="*/ 0 w 873"/>
                <a:gd name="T11" fmla="*/ 104 h 104"/>
                <a:gd name="T12" fmla="*/ 873 w 873"/>
                <a:gd name="T13" fmla="*/ 104 h 104"/>
                <a:gd name="T14" fmla="*/ 873 w 873"/>
                <a:gd name="T15" fmla="*/ 104 h 104"/>
                <a:gd name="T16" fmla="*/ 873 w 873"/>
                <a:gd name="T17" fmla="*/ 80 h 104"/>
                <a:gd name="T18" fmla="*/ 871 w 873"/>
                <a:gd name="T19" fmla="*/ 47 h 104"/>
                <a:gd name="T20" fmla="*/ 866 w 873"/>
                <a:gd name="T21" fmla="*/ 11 h 104"/>
                <a:gd name="T22" fmla="*/ 866 w 873"/>
                <a:gd name="T23" fmla="*/ 0 h 104"/>
                <a:gd name="T24" fmla="*/ 7 w 873"/>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4">
                  <a:moveTo>
                    <a:pt x="7" y="0"/>
                  </a:moveTo>
                  <a:lnTo>
                    <a:pt x="7" y="7"/>
                  </a:lnTo>
                  <a:lnTo>
                    <a:pt x="0" y="42"/>
                  </a:lnTo>
                  <a:lnTo>
                    <a:pt x="0" y="80"/>
                  </a:lnTo>
                  <a:lnTo>
                    <a:pt x="0" y="104"/>
                  </a:lnTo>
                  <a:lnTo>
                    <a:pt x="0" y="104"/>
                  </a:lnTo>
                  <a:lnTo>
                    <a:pt x="873" y="104"/>
                  </a:lnTo>
                  <a:lnTo>
                    <a:pt x="873" y="104"/>
                  </a:lnTo>
                  <a:lnTo>
                    <a:pt x="873" y="80"/>
                  </a:lnTo>
                  <a:lnTo>
                    <a:pt x="871" y="47"/>
                  </a:lnTo>
                  <a:lnTo>
                    <a:pt x="866" y="11"/>
                  </a:lnTo>
                  <a:lnTo>
                    <a:pt x="866" y="0"/>
                  </a:lnTo>
                  <a:lnTo>
                    <a:pt x="7" y="0"/>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12"/>
            <p:cNvSpPr/>
            <p:nvPr/>
          </p:nvSpPr>
          <p:spPr bwMode="auto">
            <a:xfrm>
              <a:off x="4003435" y="3817125"/>
              <a:ext cx="1541765" cy="180137"/>
            </a:xfrm>
            <a:custGeom>
              <a:avLst/>
              <a:gdLst>
                <a:gd name="T0" fmla="*/ 0 w 873"/>
                <a:gd name="T1" fmla="*/ 0 h 102"/>
                <a:gd name="T2" fmla="*/ 2 w 873"/>
                <a:gd name="T3" fmla="*/ 21 h 102"/>
                <a:gd name="T4" fmla="*/ 5 w 873"/>
                <a:gd name="T5" fmla="*/ 43 h 102"/>
                <a:gd name="T6" fmla="*/ 7 w 873"/>
                <a:gd name="T7" fmla="*/ 64 h 102"/>
                <a:gd name="T8" fmla="*/ 14 w 873"/>
                <a:gd name="T9" fmla="*/ 86 h 102"/>
                <a:gd name="T10" fmla="*/ 19 w 873"/>
                <a:gd name="T11" fmla="*/ 102 h 102"/>
                <a:gd name="T12" fmla="*/ 854 w 873"/>
                <a:gd name="T13" fmla="*/ 102 h 102"/>
                <a:gd name="T14" fmla="*/ 859 w 873"/>
                <a:gd name="T15" fmla="*/ 86 h 102"/>
                <a:gd name="T16" fmla="*/ 864 w 873"/>
                <a:gd name="T17" fmla="*/ 64 h 102"/>
                <a:gd name="T18" fmla="*/ 869 w 873"/>
                <a:gd name="T19" fmla="*/ 43 h 102"/>
                <a:gd name="T20" fmla="*/ 871 w 873"/>
                <a:gd name="T21" fmla="*/ 21 h 102"/>
                <a:gd name="T22" fmla="*/ 873 w 873"/>
                <a:gd name="T23" fmla="*/ 0 h 102"/>
                <a:gd name="T24" fmla="*/ 0 w 873"/>
                <a:gd name="T2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2">
                  <a:moveTo>
                    <a:pt x="0" y="0"/>
                  </a:moveTo>
                  <a:lnTo>
                    <a:pt x="2" y="21"/>
                  </a:lnTo>
                  <a:lnTo>
                    <a:pt x="5" y="43"/>
                  </a:lnTo>
                  <a:lnTo>
                    <a:pt x="7" y="64"/>
                  </a:lnTo>
                  <a:lnTo>
                    <a:pt x="14" y="86"/>
                  </a:lnTo>
                  <a:lnTo>
                    <a:pt x="19" y="102"/>
                  </a:lnTo>
                  <a:lnTo>
                    <a:pt x="854" y="102"/>
                  </a:lnTo>
                  <a:lnTo>
                    <a:pt x="859" y="86"/>
                  </a:lnTo>
                  <a:lnTo>
                    <a:pt x="864" y="64"/>
                  </a:lnTo>
                  <a:lnTo>
                    <a:pt x="869" y="43"/>
                  </a:lnTo>
                  <a:lnTo>
                    <a:pt x="871" y="21"/>
                  </a:lnTo>
                  <a:lnTo>
                    <a:pt x="873"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1" name="Freeform 13"/>
            <p:cNvSpPr/>
            <p:nvPr/>
          </p:nvSpPr>
          <p:spPr bwMode="auto">
            <a:xfrm>
              <a:off x="4036991" y="3997262"/>
              <a:ext cx="1474655" cy="185436"/>
            </a:xfrm>
            <a:custGeom>
              <a:avLst/>
              <a:gdLst>
                <a:gd name="T0" fmla="*/ 0 w 835"/>
                <a:gd name="T1" fmla="*/ 0 h 105"/>
                <a:gd name="T2" fmla="*/ 0 w 835"/>
                <a:gd name="T3" fmla="*/ 5 h 105"/>
                <a:gd name="T4" fmla="*/ 14 w 835"/>
                <a:gd name="T5" fmla="*/ 43 h 105"/>
                <a:gd name="T6" fmla="*/ 33 w 835"/>
                <a:gd name="T7" fmla="*/ 83 h 105"/>
                <a:gd name="T8" fmla="*/ 48 w 835"/>
                <a:gd name="T9" fmla="*/ 105 h 105"/>
                <a:gd name="T10" fmla="*/ 788 w 835"/>
                <a:gd name="T11" fmla="*/ 105 h 105"/>
                <a:gd name="T12" fmla="*/ 802 w 835"/>
                <a:gd name="T13" fmla="*/ 83 h 105"/>
                <a:gd name="T14" fmla="*/ 819 w 835"/>
                <a:gd name="T15" fmla="*/ 43 h 105"/>
                <a:gd name="T16" fmla="*/ 833 w 835"/>
                <a:gd name="T17" fmla="*/ 5 h 105"/>
                <a:gd name="T18" fmla="*/ 835 w 835"/>
                <a:gd name="T19" fmla="*/ 0 h 105"/>
                <a:gd name="T20" fmla="*/ 0 w 835"/>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105">
                  <a:moveTo>
                    <a:pt x="0" y="0"/>
                  </a:moveTo>
                  <a:lnTo>
                    <a:pt x="0" y="5"/>
                  </a:lnTo>
                  <a:lnTo>
                    <a:pt x="14" y="43"/>
                  </a:lnTo>
                  <a:lnTo>
                    <a:pt x="33" y="83"/>
                  </a:lnTo>
                  <a:lnTo>
                    <a:pt x="48" y="105"/>
                  </a:lnTo>
                  <a:lnTo>
                    <a:pt x="788" y="105"/>
                  </a:lnTo>
                  <a:lnTo>
                    <a:pt x="802" y="83"/>
                  </a:lnTo>
                  <a:lnTo>
                    <a:pt x="819" y="43"/>
                  </a:lnTo>
                  <a:lnTo>
                    <a:pt x="833" y="5"/>
                  </a:lnTo>
                  <a:lnTo>
                    <a:pt x="835"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14"/>
            <p:cNvSpPr/>
            <p:nvPr/>
          </p:nvSpPr>
          <p:spPr bwMode="auto">
            <a:xfrm>
              <a:off x="4121761" y="4182698"/>
              <a:ext cx="1306880" cy="180137"/>
            </a:xfrm>
            <a:custGeom>
              <a:avLst/>
              <a:gdLst>
                <a:gd name="T0" fmla="*/ 0 w 740"/>
                <a:gd name="T1" fmla="*/ 0 h 102"/>
                <a:gd name="T2" fmla="*/ 7 w 740"/>
                <a:gd name="T3" fmla="*/ 14 h 102"/>
                <a:gd name="T4" fmla="*/ 33 w 740"/>
                <a:gd name="T5" fmla="*/ 47 h 102"/>
                <a:gd name="T6" fmla="*/ 61 w 740"/>
                <a:gd name="T7" fmla="*/ 78 h 102"/>
                <a:gd name="T8" fmla="*/ 88 w 740"/>
                <a:gd name="T9" fmla="*/ 102 h 102"/>
                <a:gd name="T10" fmla="*/ 652 w 740"/>
                <a:gd name="T11" fmla="*/ 102 h 102"/>
                <a:gd name="T12" fmla="*/ 678 w 740"/>
                <a:gd name="T13" fmla="*/ 78 h 102"/>
                <a:gd name="T14" fmla="*/ 706 w 740"/>
                <a:gd name="T15" fmla="*/ 47 h 102"/>
                <a:gd name="T16" fmla="*/ 730 w 740"/>
                <a:gd name="T17" fmla="*/ 14 h 102"/>
                <a:gd name="T18" fmla="*/ 740 w 740"/>
                <a:gd name="T19" fmla="*/ 0 h 102"/>
                <a:gd name="T20" fmla="*/ 0 w 740"/>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0" h="102">
                  <a:moveTo>
                    <a:pt x="0" y="0"/>
                  </a:moveTo>
                  <a:lnTo>
                    <a:pt x="7" y="14"/>
                  </a:lnTo>
                  <a:lnTo>
                    <a:pt x="33" y="47"/>
                  </a:lnTo>
                  <a:lnTo>
                    <a:pt x="61" y="78"/>
                  </a:lnTo>
                  <a:lnTo>
                    <a:pt x="88" y="102"/>
                  </a:lnTo>
                  <a:lnTo>
                    <a:pt x="652" y="102"/>
                  </a:lnTo>
                  <a:lnTo>
                    <a:pt x="678" y="78"/>
                  </a:lnTo>
                  <a:lnTo>
                    <a:pt x="706" y="47"/>
                  </a:lnTo>
                  <a:lnTo>
                    <a:pt x="730" y="14"/>
                  </a:lnTo>
                  <a:lnTo>
                    <a:pt x="740"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15"/>
            <p:cNvSpPr/>
            <p:nvPr/>
          </p:nvSpPr>
          <p:spPr bwMode="auto">
            <a:xfrm>
              <a:off x="4277173" y="4362836"/>
              <a:ext cx="996053" cy="185436"/>
            </a:xfrm>
            <a:custGeom>
              <a:avLst/>
              <a:gdLst>
                <a:gd name="T0" fmla="*/ 0 w 564"/>
                <a:gd name="T1" fmla="*/ 0 h 105"/>
                <a:gd name="T2" fmla="*/ 4 w 564"/>
                <a:gd name="T3" fmla="*/ 5 h 105"/>
                <a:gd name="T4" fmla="*/ 38 w 564"/>
                <a:gd name="T5" fmla="*/ 29 h 105"/>
                <a:gd name="T6" fmla="*/ 73 w 564"/>
                <a:gd name="T7" fmla="*/ 50 h 105"/>
                <a:gd name="T8" fmla="*/ 112 w 564"/>
                <a:gd name="T9" fmla="*/ 69 h 105"/>
                <a:gd name="T10" fmla="*/ 152 w 564"/>
                <a:gd name="T11" fmla="*/ 83 h 105"/>
                <a:gd name="T12" fmla="*/ 173 w 564"/>
                <a:gd name="T13" fmla="*/ 88 h 105"/>
                <a:gd name="T14" fmla="*/ 195 w 564"/>
                <a:gd name="T15" fmla="*/ 95 h 105"/>
                <a:gd name="T16" fmla="*/ 216 w 564"/>
                <a:gd name="T17" fmla="*/ 97 h 105"/>
                <a:gd name="T18" fmla="*/ 238 w 564"/>
                <a:gd name="T19" fmla="*/ 100 h 105"/>
                <a:gd name="T20" fmla="*/ 259 w 564"/>
                <a:gd name="T21" fmla="*/ 102 h 105"/>
                <a:gd name="T22" fmla="*/ 280 w 564"/>
                <a:gd name="T23" fmla="*/ 105 h 105"/>
                <a:gd name="T24" fmla="*/ 304 w 564"/>
                <a:gd name="T25" fmla="*/ 102 h 105"/>
                <a:gd name="T26" fmla="*/ 326 w 564"/>
                <a:gd name="T27" fmla="*/ 100 h 105"/>
                <a:gd name="T28" fmla="*/ 347 w 564"/>
                <a:gd name="T29" fmla="*/ 97 h 105"/>
                <a:gd name="T30" fmla="*/ 369 w 564"/>
                <a:gd name="T31" fmla="*/ 95 h 105"/>
                <a:gd name="T32" fmla="*/ 390 w 564"/>
                <a:gd name="T33" fmla="*/ 88 h 105"/>
                <a:gd name="T34" fmla="*/ 411 w 564"/>
                <a:gd name="T35" fmla="*/ 83 h 105"/>
                <a:gd name="T36" fmla="*/ 452 w 564"/>
                <a:gd name="T37" fmla="*/ 69 h 105"/>
                <a:gd name="T38" fmla="*/ 490 w 564"/>
                <a:gd name="T39" fmla="*/ 50 h 105"/>
                <a:gd name="T40" fmla="*/ 526 w 564"/>
                <a:gd name="T41" fmla="*/ 29 h 105"/>
                <a:gd name="T42" fmla="*/ 559 w 564"/>
                <a:gd name="T43" fmla="*/ 5 h 105"/>
                <a:gd name="T44" fmla="*/ 564 w 564"/>
                <a:gd name="T45" fmla="*/ 0 h 105"/>
                <a:gd name="T46" fmla="*/ 0 w 564"/>
                <a:gd name="T4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4" h="105">
                  <a:moveTo>
                    <a:pt x="0" y="0"/>
                  </a:moveTo>
                  <a:lnTo>
                    <a:pt x="4" y="5"/>
                  </a:lnTo>
                  <a:lnTo>
                    <a:pt x="38" y="29"/>
                  </a:lnTo>
                  <a:lnTo>
                    <a:pt x="73" y="50"/>
                  </a:lnTo>
                  <a:lnTo>
                    <a:pt x="112" y="69"/>
                  </a:lnTo>
                  <a:lnTo>
                    <a:pt x="152" y="83"/>
                  </a:lnTo>
                  <a:lnTo>
                    <a:pt x="173" y="88"/>
                  </a:lnTo>
                  <a:lnTo>
                    <a:pt x="195" y="95"/>
                  </a:lnTo>
                  <a:lnTo>
                    <a:pt x="216" y="97"/>
                  </a:lnTo>
                  <a:lnTo>
                    <a:pt x="238" y="100"/>
                  </a:lnTo>
                  <a:lnTo>
                    <a:pt x="259" y="102"/>
                  </a:lnTo>
                  <a:lnTo>
                    <a:pt x="280" y="105"/>
                  </a:lnTo>
                  <a:lnTo>
                    <a:pt x="304" y="102"/>
                  </a:lnTo>
                  <a:lnTo>
                    <a:pt x="326" y="100"/>
                  </a:lnTo>
                  <a:lnTo>
                    <a:pt x="347" y="97"/>
                  </a:lnTo>
                  <a:lnTo>
                    <a:pt x="369" y="95"/>
                  </a:lnTo>
                  <a:lnTo>
                    <a:pt x="390" y="88"/>
                  </a:lnTo>
                  <a:lnTo>
                    <a:pt x="411" y="83"/>
                  </a:lnTo>
                  <a:lnTo>
                    <a:pt x="452" y="69"/>
                  </a:lnTo>
                  <a:lnTo>
                    <a:pt x="490" y="50"/>
                  </a:lnTo>
                  <a:lnTo>
                    <a:pt x="526" y="29"/>
                  </a:lnTo>
                  <a:lnTo>
                    <a:pt x="559" y="5"/>
                  </a:lnTo>
                  <a:lnTo>
                    <a:pt x="564"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4" name="Group 53"/>
            <p:cNvGrpSpPr/>
            <p:nvPr/>
          </p:nvGrpSpPr>
          <p:grpSpPr>
            <a:xfrm rot="10800000">
              <a:off x="4310196" y="1845408"/>
              <a:ext cx="930008" cy="876660"/>
              <a:chOff x="6633262" y="3693515"/>
              <a:chExt cx="1154243" cy="1088035"/>
            </a:xfrm>
          </p:grpSpPr>
          <p:sp>
            <p:nvSpPr>
              <p:cNvPr id="55"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57" name="Group 56"/>
              <p:cNvGrpSpPr/>
              <p:nvPr/>
            </p:nvGrpSpPr>
            <p:grpSpPr>
              <a:xfrm>
                <a:off x="6641438" y="3789700"/>
                <a:ext cx="1120173" cy="960621"/>
                <a:chOff x="6641438" y="3789700"/>
                <a:chExt cx="1120173" cy="960621"/>
              </a:xfrm>
            </p:grpSpPr>
            <p:sp>
              <p:nvSpPr>
                <p:cNvPr id="60" name="Freeform 59"/>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60"/>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58"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 name="Group 2"/>
          <p:cNvGrpSpPr/>
          <p:nvPr/>
        </p:nvGrpSpPr>
        <p:grpSpPr>
          <a:xfrm>
            <a:off x="6654800" y="1845408"/>
            <a:ext cx="1727200" cy="2807061"/>
            <a:chOff x="6654800" y="1845408"/>
            <a:chExt cx="1727200" cy="2807061"/>
          </a:xfrm>
        </p:grpSpPr>
        <p:sp>
          <p:nvSpPr>
            <p:cNvPr id="63" name="Freeform 5"/>
            <p:cNvSpPr/>
            <p:nvPr/>
          </p:nvSpPr>
          <p:spPr bwMode="auto">
            <a:xfrm>
              <a:off x="6654800" y="2612677"/>
              <a:ext cx="1727200" cy="2039792"/>
            </a:xfrm>
            <a:custGeom>
              <a:avLst/>
              <a:gdLst>
                <a:gd name="T0" fmla="*/ 487 w 978"/>
                <a:gd name="T1" fmla="*/ 0 h 1155"/>
                <a:gd name="T2" fmla="*/ 457 w 978"/>
                <a:gd name="T3" fmla="*/ 0 h 1155"/>
                <a:gd name="T4" fmla="*/ 399 w 978"/>
                <a:gd name="T5" fmla="*/ 0 h 1155"/>
                <a:gd name="T6" fmla="*/ 359 w 978"/>
                <a:gd name="T7" fmla="*/ 0 h 1155"/>
                <a:gd name="T8" fmla="*/ 330 w 978"/>
                <a:gd name="T9" fmla="*/ 0 h 1155"/>
                <a:gd name="T10" fmla="*/ 314 w 978"/>
                <a:gd name="T11" fmla="*/ 0 h 1155"/>
                <a:gd name="T12" fmla="*/ 302 w 978"/>
                <a:gd name="T13" fmla="*/ 0 h 1155"/>
                <a:gd name="T14" fmla="*/ 297 w 978"/>
                <a:gd name="T15" fmla="*/ 0 h 1155"/>
                <a:gd name="T16" fmla="*/ 283 w 978"/>
                <a:gd name="T17" fmla="*/ 2 h 1155"/>
                <a:gd name="T18" fmla="*/ 261 w 978"/>
                <a:gd name="T19" fmla="*/ 12 h 1155"/>
                <a:gd name="T20" fmla="*/ 247 w 978"/>
                <a:gd name="T21" fmla="*/ 31 h 1155"/>
                <a:gd name="T22" fmla="*/ 235 w 978"/>
                <a:gd name="T23" fmla="*/ 55 h 1155"/>
                <a:gd name="T24" fmla="*/ 221 w 978"/>
                <a:gd name="T25" fmla="*/ 100 h 1155"/>
                <a:gd name="T26" fmla="*/ 207 w 978"/>
                <a:gd name="T27" fmla="*/ 169 h 1155"/>
                <a:gd name="T28" fmla="*/ 185 w 978"/>
                <a:gd name="T29" fmla="*/ 226 h 1155"/>
                <a:gd name="T30" fmla="*/ 161 w 978"/>
                <a:gd name="T31" fmla="*/ 273 h 1155"/>
                <a:gd name="T32" fmla="*/ 138 w 978"/>
                <a:gd name="T33" fmla="*/ 319 h 1155"/>
                <a:gd name="T34" fmla="*/ 114 w 978"/>
                <a:gd name="T35" fmla="*/ 354 h 1155"/>
                <a:gd name="T36" fmla="*/ 83 w 978"/>
                <a:gd name="T37" fmla="*/ 399 h 1155"/>
                <a:gd name="T38" fmla="*/ 42 w 978"/>
                <a:gd name="T39" fmla="*/ 468 h 1155"/>
                <a:gd name="T40" fmla="*/ 16 w 978"/>
                <a:gd name="T41" fmla="*/ 544 h 1155"/>
                <a:gd name="T42" fmla="*/ 2 w 978"/>
                <a:gd name="T43" fmla="*/ 627 h 1155"/>
                <a:gd name="T44" fmla="*/ 0 w 978"/>
                <a:gd name="T45" fmla="*/ 694 h 1155"/>
                <a:gd name="T46" fmla="*/ 4 w 978"/>
                <a:gd name="T47" fmla="*/ 742 h 1155"/>
                <a:gd name="T48" fmla="*/ 16 w 978"/>
                <a:gd name="T49" fmla="*/ 789 h 1155"/>
                <a:gd name="T50" fmla="*/ 38 w 978"/>
                <a:gd name="T51" fmla="*/ 858 h 1155"/>
                <a:gd name="T52" fmla="*/ 83 w 978"/>
                <a:gd name="T53" fmla="*/ 941 h 1155"/>
                <a:gd name="T54" fmla="*/ 142 w 978"/>
                <a:gd name="T55" fmla="*/ 1012 h 1155"/>
                <a:gd name="T56" fmla="*/ 216 w 978"/>
                <a:gd name="T57" fmla="*/ 1072 h 1155"/>
                <a:gd name="T58" fmla="*/ 299 w 978"/>
                <a:gd name="T59" fmla="*/ 1117 h 1155"/>
                <a:gd name="T60" fmla="*/ 366 w 978"/>
                <a:gd name="T61" fmla="*/ 1138 h 1155"/>
                <a:gd name="T62" fmla="*/ 416 w 978"/>
                <a:gd name="T63" fmla="*/ 1150 h 1155"/>
                <a:gd name="T64" fmla="*/ 464 w 978"/>
                <a:gd name="T65" fmla="*/ 1155 h 1155"/>
                <a:gd name="T66" fmla="*/ 514 w 978"/>
                <a:gd name="T67" fmla="*/ 1155 h 1155"/>
                <a:gd name="T68" fmla="*/ 561 w 978"/>
                <a:gd name="T69" fmla="*/ 1150 h 1155"/>
                <a:gd name="T70" fmla="*/ 611 w 978"/>
                <a:gd name="T71" fmla="*/ 1138 h 1155"/>
                <a:gd name="T72" fmla="*/ 678 w 978"/>
                <a:gd name="T73" fmla="*/ 1117 h 1155"/>
                <a:gd name="T74" fmla="*/ 761 w 978"/>
                <a:gd name="T75" fmla="*/ 1072 h 1155"/>
                <a:gd name="T76" fmla="*/ 833 w 978"/>
                <a:gd name="T77" fmla="*/ 1012 h 1155"/>
                <a:gd name="T78" fmla="*/ 892 w 978"/>
                <a:gd name="T79" fmla="*/ 941 h 1155"/>
                <a:gd name="T80" fmla="*/ 937 w 978"/>
                <a:gd name="T81" fmla="*/ 858 h 1155"/>
                <a:gd name="T82" fmla="*/ 961 w 978"/>
                <a:gd name="T83" fmla="*/ 789 h 1155"/>
                <a:gd name="T84" fmla="*/ 971 w 978"/>
                <a:gd name="T85" fmla="*/ 742 h 1155"/>
                <a:gd name="T86" fmla="*/ 975 w 978"/>
                <a:gd name="T87" fmla="*/ 694 h 1155"/>
                <a:gd name="T88" fmla="*/ 975 w 978"/>
                <a:gd name="T89" fmla="*/ 630 h 1155"/>
                <a:gd name="T90" fmla="*/ 963 w 978"/>
                <a:gd name="T91" fmla="*/ 554 h 1155"/>
                <a:gd name="T92" fmla="*/ 940 w 978"/>
                <a:gd name="T93" fmla="*/ 482 h 1155"/>
                <a:gd name="T94" fmla="*/ 906 w 978"/>
                <a:gd name="T95" fmla="*/ 418 h 1155"/>
                <a:gd name="T96" fmla="*/ 882 w 978"/>
                <a:gd name="T97" fmla="*/ 383 h 1155"/>
                <a:gd name="T98" fmla="*/ 880 w 978"/>
                <a:gd name="T99" fmla="*/ 378 h 1155"/>
                <a:gd name="T100" fmla="*/ 875 w 978"/>
                <a:gd name="T101" fmla="*/ 368 h 1155"/>
                <a:gd name="T102" fmla="*/ 863 w 978"/>
                <a:gd name="T103" fmla="*/ 352 h 1155"/>
                <a:gd name="T104" fmla="*/ 849 w 978"/>
                <a:gd name="T105" fmla="*/ 333 h 1155"/>
                <a:gd name="T106" fmla="*/ 828 w 978"/>
                <a:gd name="T107" fmla="*/ 292 h 1155"/>
                <a:gd name="T108" fmla="*/ 797 w 978"/>
                <a:gd name="T109" fmla="*/ 231 h 1155"/>
                <a:gd name="T110" fmla="*/ 775 w 978"/>
                <a:gd name="T111" fmla="*/ 169 h 1155"/>
                <a:gd name="T112" fmla="*/ 759 w 978"/>
                <a:gd name="T113" fmla="*/ 100 h 1155"/>
                <a:gd name="T114" fmla="*/ 744 w 978"/>
                <a:gd name="T115" fmla="*/ 55 h 1155"/>
                <a:gd name="T116" fmla="*/ 733 w 978"/>
                <a:gd name="T117" fmla="*/ 31 h 1155"/>
                <a:gd name="T118" fmla="*/ 718 w 978"/>
                <a:gd name="T119" fmla="*/ 12 h 1155"/>
                <a:gd name="T120" fmla="*/ 697 w 978"/>
                <a:gd name="T121" fmla="*/ 2 h 1155"/>
                <a:gd name="T122" fmla="*/ 490 w 978"/>
                <a:gd name="T123" fmla="*/ 0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8" h="1155">
                  <a:moveTo>
                    <a:pt x="490" y="0"/>
                  </a:moveTo>
                  <a:lnTo>
                    <a:pt x="487" y="0"/>
                  </a:lnTo>
                  <a:lnTo>
                    <a:pt x="487" y="0"/>
                  </a:lnTo>
                  <a:lnTo>
                    <a:pt x="457" y="0"/>
                  </a:lnTo>
                  <a:lnTo>
                    <a:pt x="426" y="0"/>
                  </a:lnTo>
                  <a:lnTo>
                    <a:pt x="399" y="0"/>
                  </a:lnTo>
                  <a:lnTo>
                    <a:pt x="378" y="0"/>
                  </a:lnTo>
                  <a:lnTo>
                    <a:pt x="359" y="0"/>
                  </a:lnTo>
                  <a:lnTo>
                    <a:pt x="345" y="0"/>
                  </a:lnTo>
                  <a:lnTo>
                    <a:pt x="330" y="0"/>
                  </a:lnTo>
                  <a:lnTo>
                    <a:pt x="321" y="0"/>
                  </a:lnTo>
                  <a:lnTo>
                    <a:pt x="314" y="0"/>
                  </a:lnTo>
                  <a:lnTo>
                    <a:pt x="307" y="0"/>
                  </a:lnTo>
                  <a:lnTo>
                    <a:pt x="302" y="0"/>
                  </a:lnTo>
                  <a:lnTo>
                    <a:pt x="299" y="0"/>
                  </a:lnTo>
                  <a:lnTo>
                    <a:pt x="297" y="0"/>
                  </a:lnTo>
                  <a:lnTo>
                    <a:pt x="297" y="0"/>
                  </a:lnTo>
                  <a:lnTo>
                    <a:pt x="283" y="2"/>
                  </a:lnTo>
                  <a:lnTo>
                    <a:pt x="273" y="5"/>
                  </a:lnTo>
                  <a:lnTo>
                    <a:pt x="261" y="12"/>
                  </a:lnTo>
                  <a:lnTo>
                    <a:pt x="254" y="21"/>
                  </a:lnTo>
                  <a:lnTo>
                    <a:pt x="247" y="31"/>
                  </a:lnTo>
                  <a:lnTo>
                    <a:pt x="240" y="43"/>
                  </a:lnTo>
                  <a:lnTo>
                    <a:pt x="235" y="55"/>
                  </a:lnTo>
                  <a:lnTo>
                    <a:pt x="230" y="69"/>
                  </a:lnTo>
                  <a:lnTo>
                    <a:pt x="221" y="100"/>
                  </a:lnTo>
                  <a:lnTo>
                    <a:pt x="214" y="136"/>
                  </a:lnTo>
                  <a:lnTo>
                    <a:pt x="207" y="169"/>
                  </a:lnTo>
                  <a:lnTo>
                    <a:pt x="195" y="202"/>
                  </a:lnTo>
                  <a:lnTo>
                    <a:pt x="185" y="226"/>
                  </a:lnTo>
                  <a:lnTo>
                    <a:pt x="173" y="250"/>
                  </a:lnTo>
                  <a:lnTo>
                    <a:pt x="161" y="273"/>
                  </a:lnTo>
                  <a:lnTo>
                    <a:pt x="150" y="297"/>
                  </a:lnTo>
                  <a:lnTo>
                    <a:pt x="138" y="319"/>
                  </a:lnTo>
                  <a:lnTo>
                    <a:pt x="126" y="338"/>
                  </a:lnTo>
                  <a:lnTo>
                    <a:pt x="114" y="354"/>
                  </a:lnTo>
                  <a:lnTo>
                    <a:pt x="107" y="366"/>
                  </a:lnTo>
                  <a:lnTo>
                    <a:pt x="83" y="399"/>
                  </a:lnTo>
                  <a:lnTo>
                    <a:pt x="61" y="433"/>
                  </a:lnTo>
                  <a:lnTo>
                    <a:pt x="42" y="468"/>
                  </a:lnTo>
                  <a:lnTo>
                    <a:pt x="28" y="506"/>
                  </a:lnTo>
                  <a:lnTo>
                    <a:pt x="16" y="544"/>
                  </a:lnTo>
                  <a:lnTo>
                    <a:pt x="7" y="585"/>
                  </a:lnTo>
                  <a:lnTo>
                    <a:pt x="2" y="627"/>
                  </a:lnTo>
                  <a:lnTo>
                    <a:pt x="0" y="670"/>
                  </a:lnTo>
                  <a:lnTo>
                    <a:pt x="0" y="694"/>
                  </a:lnTo>
                  <a:lnTo>
                    <a:pt x="2" y="718"/>
                  </a:lnTo>
                  <a:lnTo>
                    <a:pt x="4" y="742"/>
                  </a:lnTo>
                  <a:lnTo>
                    <a:pt x="9" y="768"/>
                  </a:lnTo>
                  <a:lnTo>
                    <a:pt x="16" y="789"/>
                  </a:lnTo>
                  <a:lnTo>
                    <a:pt x="23" y="813"/>
                  </a:lnTo>
                  <a:lnTo>
                    <a:pt x="38" y="858"/>
                  </a:lnTo>
                  <a:lnTo>
                    <a:pt x="59" y="901"/>
                  </a:lnTo>
                  <a:lnTo>
                    <a:pt x="83" y="941"/>
                  </a:lnTo>
                  <a:lnTo>
                    <a:pt x="111" y="979"/>
                  </a:lnTo>
                  <a:lnTo>
                    <a:pt x="142" y="1012"/>
                  </a:lnTo>
                  <a:lnTo>
                    <a:pt x="178" y="1043"/>
                  </a:lnTo>
                  <a:lnTo>
                    <a:pt x="216" y="1072"/>
                  </a:lnTo>
                  <a:lnTo>
                    <a:pt x="257" y="1096"/>
                  </a:lnTo>
                  <a:lnTo>
                    <a:pt x="299" y="1117"/>
                  </a:lnTo>
                  <a:lnTo>
                    <a:pt x="345" y="1134"/>
                  </a:lnTo>
                  <a:lnTo>
                    <a:pt x="366" y="1138"/>
                  </a:lnTo>
                  <a:lnTo>
                    <a:pt x="390" y="1145"/>
                  </a:lnTo>
                  <a:lnTo>
                    <a:pt x="416" y="1150"/>
                  </a:lnTo>
                  <a:lnTo>
                    <a:pt x="440" y="1153"/>
                  </a:lnTo>
                  <a:lnTo>
                    <a:pt x="464" y="1155"/>
                  </a:lnTo>
                  <a:lnTo>
                    <a:pt x="487" y="1155"/>
                  </a:lnTo>
                  <a:lnTo>
                    <a:pt x="514" y="1155"/>
                  </a:lnTo>
                  <a:lnTo>
                    <a:pt x="537" y="1153"/>
                  </a:lnTo>
                  <a:lnTo>
                    <a:pt x="561" y="1150"/>
                  </a:lnTo>
                  <a:lnTo>
                    <a:pt x="587" y="1145"/>
                  </a:lnTo>
                  <a:lnTo>
                    <a:pt x="611" y="1138"/>
                  </a:lnTo>
                  <a:lnTo>
                    <a:pt x="635" y="1134"/>
                  </a:lnTo>
                  <a:lnTo>
                    <a:pt x="678" y="1117"/>
                  </a:lnTo>
                  <a:lnTo>
                    <a:pt x="721" y="1096"/>
                  </a:lnTo>
                  <a:lnTo>
                    <a:pt x="761" y="1072"/>
                  </a:lnTo>
                  <a:lnTo>
                    <a:pt x="799" y="1043"/>
                  </a:lnTo>
                  <a:lnTo>
                    <a:pt x="833" y="1012"/>
                  </a:lnTo>
                  <a:lnTo>
                    <a:pt x="866" y="979"/>
                  </a:lnTo>
                  <a:lnTo>
                    <a:pt x="892" y="941"/>
                  </a:lnTo>
                  <a:lnTo>
                    <a:pt x="918" y="901"/>
                  </a:lnTo>
                  <a:lnTo>
                    <a:pt x="937" y="858"/>
                  </a:lnTo>
                  <a:lnTo>
                    <a:pt x="954" y="813"/>
                  </a:lnTo>
                  <a:lnTo>
                    <a:pt x="961" y="789"/>
                  </a:lnTo>
                  <a:lnTo>
                    <a:pt x="966" y="768"/>
                  </a:lnTo>
                  <a:lnTo>
                    <a:pt x="971" y="742"/>
                  </a:lnTo>
                  <a:lnTo>
                    <a:pt x="973" y="718"/>
                  </a:lnTo>
                  <a:lnTo>
                    <a:pt x="975" y="694"/>
                  </a:lnTo>
                  <a:lnTo>
                    <a:pt x="978" y="670"/>
                  </a:lnTo>
                  <a:lnTo>
                    <a:pt x="975" y="630"/>
                  </a:lnTo>
                  <a:lnTo>
                    <a:pt x="971" y="592"/>
                  </a:lnTo>
                  <a:lnTo>
                    <a:pt x="963" y="554"/>
                  </a:lnTo>
                  <a:lnTo>
                    <a:pt x="954" y="518"/>
                  </a:lnTo>
                  <a:lnTo>
                    <a:pt x="940" y="482"/>
                  </a:lnTo>
                  <a:lnTo>
                    <a:pt x="923" y="449"/>
                  </a:lnTo>
                  <a:lnTo>
                    <a:pt x="906" y="418"/>
                  </a:lnTo>
                  <a:lnTo>
                    <a:pt x="885" y="387"/>
                  </a:lnTo>
                  <a:lnTo>
                    <a:pt x="882" y="383"/>
                  </a:lnTo>
                  <a:lnTo>
                    <a:pt x="880" y="378"/>
                  </a:lnTo>
                  <a:lnTo>
                    <a:pt x="880" y="378"/>
                  </a:lnTo>
                  <a:lnTo>
                    <a:pt x="878" y="373"/>
                  </a:lnTo>
                  <a:lnTo>
                    <a:pt x="875" y="368"/>
                  </a:lnTo>
                  <a:lnTo>
                    <a:pt x="871" y="361"/>
                  </a:lnTo>
                  <a:lnTo>
                    <a:pt x="863" y="352"/>
                  </a:lnTo>
                  <a:lnTo>
                    <a:pt x="859" y="345"/>
                  </a:lnTo>
                  <a:lnTo>
                    <a:pt x="849" y="333"/>
                  </a:lnTo>
                  <a:lnTo>
                    <a:pt x="844" y="319"/>
                  </a:lnTo>
                  <a:lnTo>
                    <a:pt x="828" y="292"/>
                  </a:lnTo>
                  <a:lnTo>
                    <a:pt x="811" y="261"/>
                  </a:lnTo>
                  <a:lnTo>
                    <a:pt x="797" y="231"/>
                  </a:lnTo>
                  <a:lnTo>
                    <a:pt x="783" y="202"/>
                  </a:lnTo>
                  <a:lnTo>
                    <a:pt x="775" y="169"/>
                  </a:lnTo>
                  <a:lnTo>
                    <a:pt x="766" y="136"/>
                  </a:lnTo>
                  <a:lnTo>
                    <a:pt x="759" y="100"/>
                  </a:lnTo>
                  <a:lnTo>
                    <a:pt x="749" y="69"/>
                  </a:lnTo>
                  <a:lnTo>
                    <a:pt x="744" y="55"/>
                  </a:lnTo>
                  <a:lnTo>
                    <a:pt x="740" y="43"/>
                  </a:lnTo>
                  <a:lnTo>
                    <a:pt x="733" y="31"/>
                  </a:lnTo>
                  <a:lnTo>
                    <a:pt x="725" y="21"/>
                  </a:lnTo>
                  <a:lnTo>
                    <a:pt x="718" y="12"/>
                  </a:lnTo>
                  <a:lnTo>
                    <a:pt x="706" y="5"/>
                  </a:lnTo>
                  <a:lnTo>
                    <a:pt x="697" y="2"/>
                  </a:lnTo>
                  <a:lnTo>
                    <a:pt x="683" y="0"/>
                  </a:lnTo>
                  <a:lnTo>
                    <a:pt x="490" y="0"/>
                  </a:lnTo>
                  <a:lnTo>
                    <a:pt x="490" y="0"/>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4" name="Freeform 6"/>
            <p:cNvSpPr/>
            <p:nvPr/>
          </p:nvSpPr>
          <p:spPr bwMode="auto">
            <a:xfrm>
              <a:off x="7087484" y="2722172"/>
              <a:ext cx="861833" cy="180137"/>
            </a:xfrm>
            <a:custGeom>
              <a:avLst/>
              <a:gdLst>
                <a:gd name="T0" fmla="*/ 242 w 488"/>
                <a:gd name="T1" fmla="*/ 0 h 102"/>
                <a:gd name="T2" fmla="*/ 242 w 488"/>
                <a:gd name="T3" fmla="*/ 0 h 102"/>
                <a:gd name="T4" fmla="*/ 242 w 488"/>
                <a:gd name="T5" fmla="*/ 0 h 102"/>
                <a:gd name="T6" fmla="*/ 212 w 488"/>
                <a:gd name="T7" fmla="*/ 0 h 102"/>
                <a:gd name="T8" fmla="*/ 185 w 488"/>
                <a:gd name="T9" fmla="*/ 0 h 102"/>
                <a:gd name="T10" fmla="*/ 164 w 488"/>
                <a:gd name="T11" fmla="*/ 0 h 102"/>
                <a:gd name="T12" fmla="*/ 143 w 488"/>
                <a:gd name="T13" fmla="*/ 0 h 102"/>
                <a:gd name="T14" fmla="*/ 126 w 488"/>
                <a:gd name="T15" fmla="*/ 0 h 102"/>
                <a:gd name="T16" fmla="*/ 112 w 488"/>
                <a:gd name="T17" fmla="*/ 0 h 102"/>
                <a:gd name="T18" fmla="*/ 102 w 488"/>
                <a:gd name="T19" fmla="*/ 0 h 102"/>
                <a:gd name="T20" fmla="*/ 93 w 488"/>
                <a:gd name="T21" fmla="*/ 0 h 102"/>
                <a:gd name="T22" fmla="*/ 85 w 488"/>
                <a:gd name="T23" fmla="*/ 0 h 102"/>
                <a:gd name="T24" fmla="*/ 81 w 488"/>
                <a:gd name="T25" fmla="*/ 0 h 102"/>
                <a:gd name="T26" fmla="*/ 76 w 488"/>
                <a:gd name="T27" fmla="*/ 0 h 102"/>
                <a:gd name="T28" fmla="*/ 74 w 488"/>
                <a:gd name="T29" fmla="*/ 0 h 102"/>
                <a:gd name="T30" fmla="*/ 71 w 488"/>
                <a:gd name="T31" fmla="*/ 0 h 102"/>
                <a:gd name="T32" fmla="*/ 71 w 488"/>
                <a:gd name="T33" fmla="*/ 0 h 102"/>
                <a:gd name="T34" fmla="*/ 59 w 488"/>
                <a:gd name="T35" fmla="*/ 0 h 102"/>
                <a:gd name="T36" fmla="*/ 50 w 488"/>
                <a:gd name="T37" fmla="*/ 5 h 102"/>
                <a:gd name="T38" fmla="*/ 40 w 488"/>
                <a:gd name="T39" fmla="*/ 9 h 102"/>
                <a:gd name="T40" fmla="*/ 33 w 488"/>
                <a:gd name="T41" fmla="*/ 17 h 102"/>
                <a:gd name="T42" fmla="*/ 26 w 488"/>
                <a:gd name="T43" fmla="*/ 26 h 102"/>
                <a:gd name="T44" fmla="*/ 21 w 488"/>
                <a:gd name="T45" fmla="*/ 38 h 102"/>
                <a:gd name="T46" fmla="*/ 14 w 488"/>
                <a:gd name="T47" fmla="*/ 47 h 102"/>
                <a:gd name="T48" fmla="*/ 12 w 488"/>
                <a:gd name="T49" fmla="*/ 62 h 102"/>
                <a:gd name="T50" fmla="*/ 2 w 488"/>
                <a:gd name="T51" fmla="*/ 90 h 102"/>
                <a:gd name="T52" fmla="*/ 0 w 488"/>
                <a:gd name="T53" fmla="*/ 102 h 102"/>
                <a:gd name="T54" fmla="*/ 488 w 488"/>
                <a:gd name="T55" fmla="*/ 102 h 102"/>
                <a:gd name="T56" fmla="*/ 483 w 488"/>
                <a:gd name="T57" fmla="*/ 90 h 102"/>
                <a:gd name="T58" fmla="*/ 476 w 488"/>
                <a:gd name="T59" fmla="*/ 62 h 102"/>
                <a:gd name="T60" fmla="*/ 473 w 488"/>
                <a:gd name="T61" fmla="*/ 47 h 102"/>
                <a:gd name="T62" fmla="*/ 466 w 488"/>
                <a:gd name="T63" fmla="*/ 38 h 102"/>
                <a:gd name="T64" fmla="*/ 461 w 488"/>
                <a:gd name="T65" fmla="*/ 26 h 102"/>
                <a:gd name="T66" fmla="*/ 454 w 488"/>
                <a:gd name="T67" fmla="*/ 17 h 102"/>
                <a:gd name="T68" fmla="*/ 447 w 488"/>
                <a:gd name="T69" fmla="*/ 9 h 102"/>
                <a:gd name="T70" fmla="*/ 438 w 488"/>
                <a:gd name="T71" fmla="*/ 5 h 102"/>
                <a:gd name="T72" fmla="*/ 428 w 488"/>
                <a:gd name="T73" fmla="*/ 0 h 102"/>
                <a:gd name="T74" fmla="*/ 416 w 488"/>
                <a:gd name="T75" fmla="*/ 0 h 102"/>
                <a:gd name="T76" fmla="*/ 242 w 488"/>
                <a:gd name="T77" fmla="*/ 0 h 102"/>
                <a:gd name="T78" fmla="*/ 242 w 488"/>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88" h="102">
                  <a:moveTo>
                    <a:pt x="242" y="0"/>
                  </a:moveTo>
                  <a:lnTo>
                    <a:pt x="242" y="0"/>
                  </a:lnTo>
                  <a:lnTo>
                    <a:pt x="242" y="0"/>
                  </a:lnTo>
                  <a:lnTo>
                    <a:pt x="212" y="0"/>
                  </a:lnTo>
                  <a:lnTo>
                    <a:pt x="185" y="0"/>
                  </a:lnTo>
                  <a:lnTo>
                    <a:pt x="164" y="0"/>
                  </a:lnTo>
                  <a:lnTo>
                    <a:pt x="143" y="0"/>
                  </a:lnTo>
                  <a:lnTo>
                    <a:pt x="126" y="0"/>
                  </a:lnTo>
                  <a:lnTo>
                    <a:pt x="112" y="0"/>
                  </a:lnTo>
                  <a:lnTo>
                    <a:pt x="102" y="0"/>
                  </a:lnTo>
                  <a:lnTo>
                    <a:pt x="93" y="0"/>
                  </a:lnTo>
                  <a:lnTo>
                    <a:pt x="85" y="0"/>
                  </a:lnTo>
                  <a:lnTo>
                    <a:pt x="81" y="0"/>
                  </a:lnTo>
                  <a:lnTo>
                    <a:pt x="76" y="0"/>
                  </a:lnTo>
                  <a:lnTo>
                    <a:pt x="74" y="0"/>
                  </a:lnTo>
                  <a:lnTo>
                    <a:pt x="71" y="0"/>
                  </a:lnTo>
                  <a:lnTo>
                    <a:pt x="71" y="0"/>
                  </a:lnTo>
                  <a:lnTo>
                    <a:pt x="59" y="0"/>
                  </a:lnTo>
                  <a:lnTo>
                    <a:pt x="50" y="5"/>
                  </a:lnTo>
                  <a:lnTo>
                    <a:pt x="40" y="9"/>
                  </a:lnTo>
                  <a:lnTo>
                    <a:pt x="33" y="17"/>
                  </a:lnTo>
                  <a:lnTo>
                    <a:pt x="26" y="26"/>
                  </a:lnTo>
                  <a:lnTo>
                    <a:pt x="21" y="38"/>
                  </a:lnTo>
                  <a:lnTo>
                    <a:pt x="14" y="47"/>
                  </a:lnTo>
                  <a:lnTo>
                    <a:pt x="12" y="62"/>
                  </a:lnTo>
                  <a:lnTo>
                    <a:pt x="2" y="90"/>
                  </a:lnTo>
                  <a:lnTo>
                    <a:pt x="0" y="102"/>
                  </a:lnTo>
                  <a:lnTo>
                    <a:pt x="488" y="102"/>
                  </a:lnTo>
                  <a:lnTo>
                    <a:pt x="483" y="90"/>
                  </a:lnTo>
                  <a:lnTo>
                    <a:pt x="476" y="62"/>
                  </a:lnTo>
                  <a:lnTo>
                    <a:pt x="473" y="47"/>
                  </a:lnTo>
                  <a:lnTo>
                    <a:pt x="466" y="38"/>
                  </a:lnTo>
                  <a:lnTo>
                    <a:pt x="461" y="26"/>
                  </a:lnTo>
                  <a:lnTo>
                    <a:pt x="454" y="17"/>
                  </a:lnTo>
                  <a:lnTo>
                    <a:pt x="447" y="9"/>
                  </a:lnTo>
                  <a:lnTo>
                    <a:pt x="438" y="5"/>
                  </a:lnTo>
                  <a:lnTo>
                    <a:pt x="428" y="0"/>
                  </a:lnTo>
                  <a:lnTo>
                    <a:pt x="416" y="0"/>
                  </a:lnTo>
                  <a:lnTo>
                    <a:pt x="242" y="0"/>
                  </a:lnTo>
                  <a:lnTo>
                    <a:pt x="242"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7"/>
            <p:cNvSpPr/>
            <p:nvPr/>
          </p:nvSpPr>
          <p:spPr bwMode="auto">
            <a:xfrm>
              <a:off x="7032736" y="2902311"/>
              <a:ext cx="971329" cy="185436"/>
            </a:xfrm>
            <a:custGeom>
              <a:avLst/>
              <a:gdLst>
                <a:gd name="T0" fmla="*/ 31 w 550"/>
                <a:gd name="T1" fmla="*/ 0 h 105"/>
                <a:gd name="T2" fmla="*/ 26 w 550"/>
                <a:gd name="T3" fmla="*/ 17 h 105"/>
                <a:gd name="T4" fmla="*/ 19 w 550"/>
                <a:gd name="T5" fmla="*/ 48 h 105"/>
                <a:gd name="T6" fmla="*/ 12 w 550"/>
                <a:gd name="T7" fmla="*/ 76 h 105"/>
                <a:gd name="T8" fmla="*/ 2 w 550"/>
                <a:gd name="T9" fmla="*/ 97 h 105"/>
                <a:gd name="T10" fmla="*/ 0 w 550"/>
                <a:gd name="T11" fmla="*/ 105 h 105"/>
                <a:gd name="T12" fmla="*/ 550 w 550"/>
                <a:gd name="T13" fmla="*/ 105 h 105"/>
                <a:gd name="T14" fmla="*/ 547 w 550"/>
                <a:gd name="T15" fmla="*/ 105 h 105"/>
                <a:gd name="T16" fmla="*/ 538 w 550"/>
                <a:gd name="T17" fmla="*/ 76 h 105"/>
                <a:gd name="T18" fmla="*/ 528 w 550"/>
                <a:gd name="T19" fmla="*/ 48 h 105"/>
                <a:gd name="T20" fmla="*/ 521 w 550"/>
                <a:gd name="T21" fmla="*/ 17 h 105"/>
                <a:gd name="T22" fmla="*/ 519 w 550"/>
                <a:gd name="T23" fmla="*/ 0 h 105"/>
                <a:gd name="T24" fmla="*/ 31 w 550"/>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0" h="105">
                  <a:moveTo>
                    <a:pt x="31" y="0"/>
                  </a:moveTo>
                  <a:lnTo>
                    <a:pt x="26" y="17"/>
                  </a:lnTo>
                  <a:lnTo>
                    <a:pt x="19" y="48"/>
                  </a:lnTo>
                  <a:lnTo>
                    <a:pt x="12" y="76"/>
                  </a:lnTo>
                  <a:lnTo>
                    <a:pt x="2" y="97"/>
                  </a:lnTo>
                  <a:lnTo>
                    <a:pt x="0" y="105"/>
                  </a:lnTo>
                  <a:lnTo>
                    <a:pt x="550" y="105"/>
                  </a:lnTo>
                  <a:lnTo>
                    <a:pt x="547" y="105"/>
                  </a:lnTo>
                  <a:lnTo>
                    <a:pt x="538" y="76"/>
                  </a:lnTo>
                  <a:lnTo>
                    <a:pt x="528" y="48"/>
                  </a:lnTo>
                  <a:lnTo>
                    <a:pt x="521" y="17"/>
                  </a:lnTo>
                  <a:lnTo>
                    <a:pt x="519" y="0"/>
                  </a:lnTo>
                  <a:lnTo>
                    <a:pt x="31"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8"/>
            <p:cNvSpPr/>
            <p:nvPr/>
          </p:nvSpPr>
          <p:spPr bwMode="auto">
            <a:xfrm>
              <a:off x="6932071" y="3087747"/>
              <a:ext cx="1172659" cy="180137"/>
            </a:xfrm>
            <a:custGeom>
              <a:avLst/>
              <a:gdLst>
                <a:gd name="T0" fmla="*/ 57 w 664"/>
                <a:gd name="T1" fmla="*/ 0 h 102"/>
                <a:gd name="T2" fmla="*/ 50 w 664"/>
                <a:gd name="T3" fmla="*/ 14 h 102"/>
                <a:gd name="T4" fmla="*/ 38 w 664"/>
                <a:gd name="T5" fmla="*/ 38 h 102"/>
                <a:gd name="T6" fmla="*/ 26 w 664"/>
                <a:gd name="T7" fmla="*/ 57 h 102"/>
                <a:gd name="T8" fmla="*/ 14 w 664"/>
                <a:gd name="T9" fmla="*/ 76 h 102"/>
                <a:gd name="T10" fmla="*/ 4 w 664"/>
                <a:gd name="T11" fmla="*/ 95 h 102"/>
                <a:gd name="T12" fmla="*/ 0 w 664"/>
                <a:gd name="T13" fmla="*/ 102 h 102"/>
                <a:gd name="T14" fmla="*/ 664 w 664"/>
                <a:gd name="T15" fmla="*/ 102 h 102"/>
                <a:gd name="T16" fmla="*/ 661 w 664"/>
                <a:gd name="T17" fmla="*/ 99 h 102"/>
                <a:gd name="T18" fmla="*/ 654 w 664"/>
                <a:gd name="T19" fmla="*/ 90 h 102"/>
                <a:gd name="T20" fmla="*/ 647 w 664"/>
                <a:gd name="T21" fmla="*/ 78 h 102"/>
                <a:gd name="T22" fmla="*/ 633 w 664"/>
                <a:gd name="T23" fmla="*/ 52 h 102"/>
                <a:gd name="T24" fmla="*/ 618 w 664"/>
                <a:gd name="T25" fmla="*/ 26 h 102"/>
                <a:gd name="T26" fmla="*/ 607 w 664"/>
                <a:gd name="T27" fmla="*/ 0 h 102"/>
                <a:gd name="T28" fmla="*/ 57 w 664"/>
                <a:gd name="T2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4" h="102">
                  <a:moveTo>
                    <a:pt x="57" y="0"/>
                  </a:moveTo>
                  <a:lnTo>
                    <a:pt x="50" y="14"/>
                  </a:lnTo>
                  <a:lnTo>
                    <a:pt x="38" y="38"/>
                  </a:lnTo>
                  <a:lnTo>
                    <a:pt x="26" y="57"/>
                  </a:lnTo>
                  <a:lnTo>
                    <a:pt x="14" y="76"/>
                  </a:lnTo>
                  <a:lnTo>
                    <a:pt x="4" y="95"/>
                  </a:lnTo>
                  <a:lnTo>
                    <a:pt x="0" y="102"/>
                  </a:lnTo>
                  <a:lnTo>
                    <a:pt x="664" y="102"/>
                  </a:lnTo>
                  <a:lnTo>
                    <a:pt x="661" y="99"/>
                  </a:lnTo>
                  <a:lnTo>
                    <a:pt x="654" y="90"/>
                  </a:lnTo>
                  <a:lnTo>
                    <a:pt x="647" y="78"/>
                  </a:lnTo>
                  <a:lnTo>
                    <a:pt x="633" y="52"/>
                  </a:lnTo>
                  <a:lnTo>
                    <a:pt x="618" y="26"/>
                  </a:lnTo>
                  <a:lnTo>
                    <a:pt x="607" y="0"/>
                  </a:lnTo>
                  <a:lnTo>
                    <a:pt x="57"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7" name="Freeform 9"/>
            <p:cNvSpPr/>
            <p:nvPr/>
          </p:nvSpPr>
          <p:spPr bwMode="auto">
            <a:xfrm>
              <a:off x="6817277" y="3267884"/>
              <a:ext cx="1395183" cy="183669"/>
            </a:xfrm>
            <a:custGeom>
              <a:avLst/>
              <a:gdLst>
                <a:gd name="T0" fmla="*/ 65 w 790"/>
                <a:gd name="T1" fmla="*/ 0 h 104"/>
                <a:gd name="T2" fmla="*/ 62 w 790"/>
                <a:gd name="T3" fmla="*/ 7 h 104"/>
                <a:gd name="T4" fmla="*/ 55 w 790"/>
                <a:gd name="T5" fmla="*/ 19 h 104"/>
                <a:gd name="T6" fmla="*/ 34 w 790"/>
                <a:gd name="T7" fmla="*/ 47 h 104"/>
                <a:gd name="T8" fmla="*/ 15 w 790"/>
                <a:gd name="T9" fmla="*/ 76 h 104"/>
                <a:gd name="T10" fmla="*/ 0 w 790"/>
                <a:gd name="T11" fmla="*/ 104 h 104"/>
                <a:gd name="T12" fmla="*/ 790 w 790"/>
                <a:gd name="T13" fmla="*/ 104 h 104"/>
                <a:gd name="T14" fmla="*/ 786 w 790"/>
                <a:gd name="T15" fmla="*/ 92 h 104"/>
                <a:gd name="T16" fmla="*/ 771 w 790"/>
                <a:gd name="T17" fmla="*/ 64 h 104"/>
                <a:gd name="T18" fmla="*/ 752 w 790"/>
                <a:gd name="T19" fmla="*/ 35 h 104"/>
                <a:gd name="T20" fmla="*/ 750 w 790"/>
                <a:gd name="T21" fmla="*/ 33 h 104"/>
                <a:gd name="T22" fmla="*/ 748 w 790"/>
                <a:gd name="T23" fmla="*/ 28 h 104"/>
                <a:gd name="T24" fmla="*/ 748 w 790"/>
                <a:gd name="T25" fmla="*/ 28 h 104"/>
                <a:gd name="T26" fmla="*/ 745 w 790"/>
                <a:gd name="T27" fmla="*/ 24 h 104"/>
                <a:gd name="T28" fmla="*/ 741 w 790"/>
                <a:gd name="T29" fmla="*/ 19 h 104"/>
                <a:gd name="T30" fmla="*/ 738 w 790"/>
                <a:gd name="T31" fmla="*/ 14 h 104"/>
                <a:gd name="T32" fmla="*/ 733 w 790"/>
                <a:gd name="T33" fmla="*/ 5 h 104"/>
                <a:gd name="T34" fmla="*/ 729 w 790"/>
                <a:gd name="T35" fmla="*/ 0 h 104"/>
                <a:gd name="T36" fmla="*/ 65 w 79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0" h="104">
                  <a:moveTo>
                    <a:pt x="65" y="0"/>
                  </a:moveTo>
                  <a:lnTo>
                    <a:pt x="62" y="7"/>
                  </a:lnTo>
                  <a:lnTo>
                    <a:pt x="55" y="19"/>
                  </a:lnTo>
                  <a:lnTo>
                    <a:pt x="34" y="47"/>
                  </a:lnTo>
                  <a:lnTo>
                    <a:pt x="15" y="76"/>
                  </a:lnTo>
                  <a:lnTo>
                    <a:pt x="0" y="104"/>
                  </a:lnTo>
                  <a:lnTo>
                    <a:pt x="790" y="104"/>
                  </a:lnTo>
                  <a:lnTo>
                    <a:pt x="786" y="92"/>
                  </a:lnTo>
                  <a:lnTo>
                    <a:pt x="771" y="64"/>
                  </a:lnTo>
                  <a:lnTo>
                    <a:pt x="752" y="35"/>
                  </a:lnTo>
                  <a:lnTo>
                    <a:pt x="750" y="33"/>
                  </a:lnTo>
                  <a:lnTo>
                    <a:pt x="748" y="28"/>
                  </a:lnTo>
                  <a:lnTo>
                    <a:pt x="748" y="28"/>
                  </a:lnTo>
                  <a:lnTo>
                    <a:pt x="745" y="24"/>
                  </a:lnTo>
                  <a:lnTo>
                    <a:pt x="741" y="19"/>
                  </a:lnTo>
                  <a:lnTo>
                    <a:pt x="738" y="14"/>
                  </a:lnTo>
                  <a:lnTo>
                    <a:pt x="733" y="5"/>
                  </a:lnTo>
                  <a:lnTo>
                    <a:pt x="729" y="0"/>
                  </a:lnTo>
                  <a:lnTo>
                    <a:pt x="65"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10"/>
            <p:cNvSpPr/>
            <p:nvPr/>
          </p:nvSpPr>
          <p:spPr bwMode="auto">
            <a:xfrm>
              <a:off x="6758997" y="3451553"/>
              <a:ext cx="1517040" cy="181904"/>
            </a:xfrm>
            <a:custGeom>
              <a:avLst/>
              <a:gdLst>
                <a:gd name="T0" fmla="*/ 33 w 859"/>
                <a:gd name="T1" fmla="*/ 0 h 103"/>
                <a:gd name="T2" fmla="*/ 31 w 859"/>
                <a:gd name="T3" fmla="*/ 5 h 103"/>
                <a:gd name="T4" fmla="*/ 17 w 859"/>
                <a:gd name="T5" fmla="*/ 38 h 103"/>
                <a:gd name="T6" fmla="*/ 7 w 859"/>
                <a:gd name="T7" fmla="*/ 74 h 103"/>
                <a:gd name="T8" fmla="*/ 0 w 859"/>
                <a:gd name="T9" fmla="*/ 103 h 103"/>
                <a:gd name="T10" fmla="*/ 859 w 859"/>
                <a:gd name="T11" fmla="*/ 103 h 103"/>
                <a:gd name="T12" fmla="*/ 854 w 859"/>
                <a:gd name="T13" fmla="*/ 81 h 103"/>
                <a:gd name="T14" fmla="*/ 845 w 859"/>
                <a:gd name="T15" fmla="*/ 50 h 103"/>
                <a:gd name="T16" fmla="*/ 833 w 859"/>
                <a:gd name="T17" fmla="*/ 17 h 103"/>
                <a:gd name="T18" fmla="*/ 823 w 859"/>
                <a:gd name="T19" fmla="*/ 0 h 103"/>
                <a:gd name="T20" fmla="*/ 33 w 859"/>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9" h="103">
                  <a:moveTo>
                    <a:pt x="33" y="0"/>
                  </a:moveTo>
                  <a:lnTo>
                    <a:pt x="31" y="5"/>
                  </a:lnTo>
                  <a:lnTo>
                    <a:pt x="17" y="38"/>
                  </a:lnTo>
                  <a:lnTo>
                    <a:pt x="7" y="74"/>
                  </a:lnTo>
                  <a:lnTo>
                    <a:pt x="0" y="103"/>
                  </a:lnTo>
                  <a:lnTo>
                    <a:pt x="859" y="103"/>
                  </a:lnTo>
                  <a:lnTo>
                    <a:pt x="854" y="81"/>
                  </a:lnTo>
                  <a:lnTo>
                    <a:pt x="845" y="50"/>
                  </a:lnTo>
                  <a:lnTo>
                    <a:pt x="833" y="17"/>
                  </a:lnTo>
                  <a:lnTo>
                    <a:pt x="823" y="0"/>
                  </a:lnTo>
                  <a:lnTo>
                    <a:pt x="33"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11"/>
            <p:cNvSpPr/>
            <p:nvPr/>
          </p:nvSpPr>
          <p:spPr bwMode="auto">
            <a:xfrm>
              <a:off x="6746635" y="3633456"/>
              <a:ext cx="1541765" cy="183669"/>
            </a:xfrm>
            <a:custGeom>
              <a:avLst/>
              <a:gdLst>
                <a:gd name="T0" fmla="*/ 7 w 873"/>
                <a:gd name="T1" fmla="*/ 0 h 104"/>
                <a:gd name="T2" fmla="*/ 7 w 873"/>
                <a:gd name="T3" fmla="*/ 7 h 104"/>
                <a:gd name="T4" fmla="*/ 0 w 873"/>
                <a:gd name="T5" fmla="*/ 42 h 104"/>
                <a:gd name="T6" fmla="*/ 0 w 873"/>
                <a:gd name="T7" fmla="*/ 80 h 104"/>
                <a:gd name="T8" fmla="*/ 0 w 873"/>
                <a:gd name="T9" fmla="*/ 104 h 104"/>
                <a:gd name="T10" fmla="*/ 0 w 873"/>
                <a:gd name="T11" fmla="*/ 104 h 104"/>
                <a:gd name="T12" fmla="*/ 873 w 873"/>
                <a:gd name="T13" fmla="*/ 104 h 104"/>
                <a:gd name="T14" fmla="*/ 873 w 873"/>
                <a:gd name="T15" fmla="*/ 104 h 104"/>
                <a:gd name="T16" fmla="*/ 873 w 873"/>
                <a:gd name="T17" fmla="*/ 80 h 104"/>
                <a:gd name="T18" fmla="*/ 871 w 873"/>
                <a:gd name="T19" fmla="*/ 47 h 104"/>
                <a:gd name="T20" fmla="*/ 866 w 873"/>
                <a:gd name="T21" fmla="*/ 11 h 104"/>
                <a:gd name="T22" fmla="*/ 866 w 873"/>
                <a:gd name="T23" fmla="*/ 0 h 104"/>
                <a:gd name="T24" fmla="*/ 7 w 873"/>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4">
                  <a:moveTo>
                    <a:pt x="7" y="0"/>
                  </a:moveTo>
                  <a:lnTo>
                    <a:pt x="7" y="7"/>
                  </a:lnTo>
                  <a:lnTo>
                    <a:pt x="0" y="42"/>
                  </a:lnTo>
                  <a:lnTo>
                    <a:pt x="0" y="80"/>
                  </a:lnTo>
                  <a:lnTo>
                    <a:pt x="0" y="104"/>
                  </a:lnTo>
                  <a:lnTo>
                    <a:pt x="0" y="104"/>
                  </a:lnTo>
                  <a:lnTo>
                    <a:pt x="873" y="104"/>
                  </a:lnTo>
                  <a:lnTo>
                    <a:pt x="873" y="104"/>
                  </a:lnTo>
                  <a:lnTo>
                    <a:pt x="873" y="80"/>
                  </a:lnTo>
                  <a:lnTo>
                    <a:pt x="871" y="47"/>
                  </a:lnTo>
                  <a:lnTo>
                    <a:pt x="866" y="11"/>
                  </a:lnTo>
                  <a:lnTo>
                    <a:pt x="866" y="0"/>
                  </a:lnTo>
                  <a:lnTo>
                    <a:pt x="7"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0" name="Freeform 12"/>
            <p:cNvSpPr/>
            <p:nvPr/>
          </p:nvSpPr>
          <p:spPr bwMode="auto">
            <a:xfrm>
              <a:off x="6746635" y="3817125"/>
              <a:ext cx="1541765" cy="180137"/>
            </a:xfrm>
            <a:custGeom>
              <a:avLst/>
              <a:gdLst>
                <a:gd name="T0" fmla="*/ 0 w 873"/>
                <a:gd name="T1" fmla="*/ 0 h 102"/>
                <a:gd name="T2" fmla="*/ 2 w 873"/>
                <a:gd name="T3" fmla="*/ 21 h 102"/>
                <a:gd name="T4" fmla="*/ 5 w 873"/>
                <a:gd name="T5" fmla="*/ 43 h 102"/>
                <a:gd name="T6" fmla="*/ 7 w 873"/>
                <a:gd name="T7" fmla="*/ 64 h 102"/>
                <a:gd name="T8" fmla="*/ 14 w 873"/>
                <a:gd name="T9" fmla="*/ 86 h 102"/>
                <a:gd name="T10" fmla="*/ 19 w 873"/>
                <a:gd name="T11" fmla="*/ 102 h 102"/>
                <a:gd name="T12" fmla="*/ 854 w 873"/>
                <a:gd name="T13" fmla="*/ 102 h 102"/>
                <a:gd name="T14" fmla="*/ 859 w 873"/>
                <a:gd name="T15" fmla="*/ 86 h 102"/>
                <a:gd name="T16" fmla="*/ 864 w 873"/>
                <a:gd name="T17" fmla="*/ 64 h 102"/>
                <a:gd name="T18" fmla="*/ 869 w 873"/>
                <a:gd name="T19" fmla="*/ 43 h 102"/>
                <a:gd name="T20" fmla="*/ 871 w 873"/>
                <a:gd name="T21" fmla="*/ 21 h 102"/>
                <a:gd name="T22" fmla="*/ 873 w 873"/>
                <a:gd name="T23" fmla="*/ 0 h 102"/>
                <a:gd name="T24" fmla="*/ 0 w 873"/>
                <a:gd name="T2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2">
                  <a:moveTo>
                    <a:pt x="0" y="0"/>
                  </a:moveTo>
                  <a:lnTo>
                    <a:pt x="2" y="21"/>
                  </a:lnTo>
                  <a:lnTo>
                    <a:pt x="5" y="43"/>
                  </a:lnTo>
                  <a:lnTo>
                    <a:pt x="7" y="64"/>
                  </a:lnTo>
                  <a:lnTo>
                    <a:pt x="14" y="86"/>
                  </a:lnTo>
                  <a:lnTo>
                    <a:pt x="19" y="102"/>
                  </a:lnTo>
                  <a:lnTo>
                    <a:pt x="854" y="102"/>
                  </a:lnTo>
                  <a:lnTo>
                    <a:pt x="859" y="86"/>
                  </a:lnTo>
                  <a:lnTo>
                    <a:pt x="864" y="64"/>
                  </a:lnTo>
                  <a:lnTo>
                    <a:pt x="869" y="43"/>
                  </a:lnTo>
                  <a:lnTo>
                    <a:pt x="871" y="21"/>
                  </a:lnTo>
                  <a:lnTo>
                    <a:pt x="873" y="0"/>
                  </a:lnTo>
                  <a:lnTo>
                    <a:pt x="0"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13"/>
            <p:cNvSpPr/>
            <p:nvPr/>
          </p:nvSpPr>
          <p:spPr bwMode="auto">
            <a:xfrm>
              <a:off x="6780191" y="3997262"/>
              <a:ext cx="1474655" cy="185436"/>
            </a:xfrm>
            <a:custGeom>
              <a:avLst/>
              <a:gdLst>
                <a:gd name="T0" fmla="*/ 0 w 835"/>
                <a:gd name="T1" fmla="*/ 0 h 105"/>
                <a:gd name="T2" fmla="*/ 0 w 835"/>
                <a:gd name="T3" fmla="*/ 5 h 105"/>
                <a:gd name="T4" fmla="*/ 14 w 835"/>
                <a:gd name="T5" fmla="*/ 43 h 105"/>
                <a:gd name="T6" fmla="*/ 33 w 835"/>
                <a:gd name="T7" fmla="*/ 83 h 105"/>
                <a:gd name="T8" fmla="*/ 48 w 835"/>
                <a:gd name="T9" fmla="*/ 105 h 105"/>
                <a:gd name="T10" fmla="*/ 788 w 835"/>
                <a:gd name="T11" fmla="*/ 105 h 105"/>
                <a:gd name="T12" fmla="*/ 802 w 835"/>
                <a:gd name="T13" fmla="*/ 83 h 105"/>
                <a:gd name="T14" fmla="*/ 819 w 835"/>
                <a:gd name="T15" fmla="*/ 43 h 105"/>
                <a:gd name="T16" fmla="*/ 833 w 835"/>
                <a:gd name="T17" fmla="*/ 5 h 105"/>
                <a:gd name="T18" fmla="*/ 835 w 835"/>
                <a:gd name="T19" fmla="*/ 0 h 105"/>
                <a:gd name="T20" fmla="*/ 0 w 835"/>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105">
                  <a:moveTo>
                    <a:pt x="0" y="0"/>
                  </a:moveTo>
                  <a:lnTo>
                    <a:pt x="0" y="5"/>
                  </a:lnTo>
                  <a:lnTo>
                    <a:pt x="14" y="43"/>
                  </a:lnTo>
                  <a:lnTo>
                    <a:pt x="33" y="83"/>
                  </a:lnTo>
                  <a:lnTo>
                    <a:pt x="48" y="105"/>
                  </a:lnTo>
                  <a:lnTo>
                    <a:pt x="788" y="105"/>
                  </a:lnTo>
                  <a:lnTo>
                    <a:pt x="802" y="83"/>
                  </a:lnTo>
                  <a:lnTo>
                    <a:pt x="819" y="43"/>
                  </a:lnTo>
                  <a:lnTo>
                    <a:pt x="833" y="5"/>
                  </a:lnTo>
                  <a:lnTo>
                    <a:pt x="835" y="0"/>
                  </a:lnTo>
                  <a:lnTo>
                    <a:pt x="0"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14"/>
            <p:cNvSpPr/>
            <p:nvPr/>
          </p:nvSpPr>
          <p:spPr bwMode="auto">
            <a:xfrm>
              <a:off x="6864961" y="4182698"/>
              <a:ext cx="1306880" cy="180137"/>
            </a:xfrm>
            <a:custGeom>
              <a:avLst/>
              <a:gdLst>
                <a:gd name="T0" fmla="*/ 0 w 740"/>
                <a:gd name="T1" fmla="*/ 0 h 102"/>
                <a:gd name="T2" fmla="*/ 7 w 740"/>
                <a:gd name="T3" fmla="*/ 14 h 102"/>
                <a:gd name="T4" fmla="*/ 33 w 740"/>
                <a:gd name="T5" fmla="*/ 47 h 102"/>
                <a:gd name="T6" fmla="*/ 61 w 740"/>
                <a:gd name="T7" fmla="*/ 78 h 102"/>
                <a:gd name="T8" fmla="*/ 88 w 740"/>
                <a:gd name="T9" fmla="*/ 102 h 102"/>
                <a:gd name="T10" fmla="*/ 652 w 740"/>
                <a:gd name="T11" fmla="*/ 102 h 102"/>
                <a:gd name="T12" fmla="*/ 678 w 740"/>
                <a:gd name="T13" fmla="*/ 78 h 102"/>
                <a:gd name="T14" fmla="*/ 706 w 740"/>
                <a:gd name="T15" fmla="*/ 47 h 102"/>
                <a:gd name="T16" fmla="*/ 730 w 740"/>
                <a:gd name="T17" fmla="*/ 14 h 102"/>
                <a:gd name="T18" fmla="*/ 740 w 740"/>
                <a:gd name="T19" fmla="*/ 0 h 102"/>
                <a:gd name="T20" fmla="*/ 0 w 740"/>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0" h="102">
                  <a:moveTo>
                    <a:pt x="0" y="0"/>
                  </a:moveTo>
                  <a:lnTo>
                    <a:pt x="7" y="14"/>
                  </a:lnTo>
                  <a:lnTo>
                    <a:pt x="33" y="47"/>
                  </a:lnTo>
                  <a:lnTo>
                    <a:pt x="61" y="78"/>
                  </a:lnTo>
                  <a:lnTo>
                    <a:pt x="88" y="102"/>
                  </a:lnTo>
                  <a:lnTo>
                    <a:pt x="652" y="102"/>
                  </a:lnTo>
                  <a:lnTo>
                    <a:pt x="678" y="78"/>
                  </a:lnTo>
                  <a:lnTo>
                    <a:pt x="706" y="47"/>
                  </a:lnTo>
                  <a:lnTo>
                    <a:pt x="730" y="14"/>
                  </a:lnTo>
                  <a:lnTo>
                    <a:pt x="740" y="0"/>
                  </a:lnTo>
                  <a:lnTo>
                    <a:pt x="0"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3" name="Freeform 15"/>
            <p:cNvSpPr/>
            <p:nvPr/>
          </p:nvSpPr>
          <p:spPr bwMode="auto">
            <a:xfrm>
              <a:off x="7020373" y="4362836"/>
              <a:ext cx="996053" cy="185436"/>
            </a:xfrm>
            <a:custGeom>
              <a:avLst/>
              <a:gdLst>
                <a:gd name="T0" fmla="*/ 0 w 564"/>
                <a:gd name="T1" fmla="*/ 0 h 105"/>
                <a:gd name="T2" fmla="*/ 4 w 564"/>
                <a:gd name="T3" fmla="*/ 5 h 105"/>
                <a:gd name="T4" fmla="*/ 38 w 564"/>
                <a:gd name="T5" fmla="*/ 29 h 105"/>
                <a:gd name="T6" fmla="*/ 73 w 564"/>
                <a:gd name="T7" fmla="*/ 50 h 105"/>
                <a:gd name="T8" fmla="*/ 112 w 564"/>
                <a:gd name="T9" fmla="*/ 69 h 105"/>
                <a:gd name="T10" fmla="*/ 152 w 564"/>
                <a:gd name="T11" fmla="*/ 83 h 105"/>
                <a:gd name="T12" fmla="*/ 173 w 564"/>
                <a:gd name="T13" fmla="*/ 88 h 105"/>
                <a:gd name="T14" fmla="*/ 195 w 564"/>
                <a:gd name="T15" fmla="*/ 95 h 105"/>
                <a:gd name="T16" fmla="*/ 216 w 564"/>
                <a:gd name="T17" fmla="*/ 97 h 105"/>
                <a:gd name="T18" fmla="*/ 238 w 564"/>
                <a:gd name="T19" fmla="*/ 100 h 105"/>
                <a:gd name="T20" fmla="*/ 259 w 564"/>
                <a:gd name="T21" fmla="*/ 102 h 105"/>
                <a:gd name="T22" fmla="*/ 280 w 564"/>
                <a:gd name="T23" fmla="*/ 105 h 105"/>
                <a:gd name="T24" fmla="*/ 304 w 564"/>
                <a:gd name="T25" fmla="*/ 102 h 105"/>
                <a:gd name="T26" fmla="*/ 326 w 564"/>
                <a:gd name="T27" fmla="*/ 100 h 105"/>
                <a:gd name="T28" fmla="*/ 347 w 564"/>
                <a:gd name="T29" fmla="*/ 97 h 105"/>
                <a:gd name="T30" fmla="*/ 369 w 564"/>
                <a:gd name="T31" fmla="*/ 95 h 105"/>
                <a:gd name="T32" fmla="*/ 390 w 564"/>
                <a:gd name="T33" fmla="*/ 88 h 105"/>
                <a:gd name="T34" fmla="*/ 411 w 564"/>
                <a:gd name="T35" fmla="*/ 83 h 105"/>
                <a:gd name="T36" fmla="*/ 452 w 564"/>
                <a:gd name="T37" fmla="*/ 69 h 105"/>
                <a:gd name="T38" fmla="*/ 490 w 564"/>
                <a:gd name="T39" fmla="*/ 50 h 105"/>
                <a:gd name="T40" fmla="*/ 526 w 564"/>
                <a:gd name="T41" fmla="*/ 29 h 105"/>
                <a:gd name="T42" fmla="*/ 559 w 564"/>
                <a:gd name="T43" fmla="*/ 5 h 105"/>
                <a:gd name="T44" fmla="*/ 564 w 564"/>
                <a:gd name="T45" fmla="*/ 0 h 105"/>
                <a:gd name="T46" fmla="*/ 0 w 564"/>
                <a:gd name="T4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4" h="105">
                  <a:moveTo>
                    <a:pt x="0" y="0"/>
                  </a:moveTo>
                  <a:lnTo>
                    <a:pt x="4" y="5"/>
                  </a:lnTo>
                  <a:lnTo>
                    <a:pt x="38" y="29"/>
                  </a:lnTo>
                  <a:lnTo>
                    <a:pt x="73" y="50"/>
                  </a:lnTo>
                  <a:lnTo>
                    <a:pt x="112" y="69"/>
                  </a:lnTo>
                  <a:lnTo>
                    <a:pt x="152" y="83"/>
                  </a:lnTo>
                  <a:lnTo>
                    <a:pt x="173" y="88"/>
                  </a:lnTo>
                  <a:lnTo>
                    <a:pt x="195" y="95"/>
                  </a:lnTo>
                  <a:lnTo>
                    <a:pt x="216" y="97"/>
                  </a:lnTo>
                  <a:lnTo>
                    <a:pt x="238" y="100"/>
                  </a:lnTo>
                  <a:lnTo>
                    <a:pt x="259" y="102"/>
                  </a:lnTo>
                  <a:lnTo>
                    <a:pt x="280" y="105"/>
                  </a:lnTo>
                  <a:lnTo>
                    <a:pt x="304" y="102"/>
                  </a:lnTo>
                  <a:lnTo>
                    <a:pt x="326" y="100"/>
                  </a:lnTo>
                  <a:lnTo>
                    <a:pt x="347" y="97"/>
                  </a:lnTo>
                  <a:lnTo>
                    <a:pt x="369" y="95"/>
                  </a:lnTo>
                  <a:lnTo>
                    <a:pt x="390" y="88"/>
                  </a:lnTo>
                  <a:lnTo>
                    <a:pt x="411" y="83"/>
                  </a:lnTo>
                  <a:lnTo>
                    <a:pt x="452" y="69"/>
                  </a:lnTo>
                  <a:lnTo>
                    <a:pt x="490" y="50"/>
                  </a:lnTo>
                  <a:lnTo>
                    <a:pt x="526" y="29"/>
                  </a:lnTo>
                  <a:lnTo>
                    <a:pt x="559" y="5"/>
                  </a:lnTo>
                  <a:lnTo>
                    <a:pt x="564" y="0"/>
                  </a:lnTo>
                  <a:lnTo>
                    <a:pt x="0" y="0"/>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4" name="Group 73"/>
            <p:cNvGrpSpPr/>
            <p:nvPr/>
          </p:nvGrpSpPr>
          <p:grpSpPr>
            <a:xfrm rot="10800000">
              <a:off x="7053396" y="1845408"/>
              <a:ext cx="930008" cy="876660"/>
              <a:chOff x="6633262" y="3693515"/>
              <a:chExt cx="1154243" cy="1088035"/>
            </a:xfrm>
          </p:grpSpPr>
          <p:sp>
            <p:nvSpPr>
              <p:cNvPr id="75"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6"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77" name="Group 76"/>
              <p:cNvGrpSpPr/>
              <p:nvPr/>
            </p:nvGrpSpPr>
            <p:grpSpPr>
              <a:xfrm>
                <a:off x="6641438" y="3789700"/>
                <a:ext cx="1120173" cy="960621"/>
                <a:chOff x="6641438" y="3789700"/>
                <a:chExt cx="1120173" cy="960621"/>
              </a:xfrm>
            </p:grpSpPr>
            <p:sp>
              <p:nvSpPr>
                <p:cNvPr id="80" name="Freeform 79"/>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1" name="Freeform 80"/>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78"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9"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 name="Group 1"/>
          <p:cNvGrpSpPr/>
          <p:nvPr/>
        </p:nvGrpSpPr>
        <p:grpSpPr>
          <a:xfrm>
            <a:off x="9398000" y="1845408"/>
            <a:ext cx="1727200" cy="2807061"/>
            <a:chOff x="9398000" y="1845408"/>
            <a:chExt cx="1727200" cy="2807061"/>
          </a:xfrm>
        </p:grpSpPr>
        <p:sp>
          <p:nvSpPr>
            <p:cNvPr id="83" name="Freeform 5"/>
            <p:cNvSpPr/>
            <p:nvPr/>
          </p:nvSpPr>
          <p:spPr bwMode="auto">
            <a:xfrm>
              <a:off x="9398000" y="2612677"/>
              <a:ext cx="1727200" cy="2039792"/>
            </a:xfrm>
            <a:custGeom>
              <a:avLst/>
              <a:gdLst>
                <a:gd name="T0" fmla="*/ 487 w 978"/>
                <a:gd name="T1" fmla="*/ 0 h 1155"/>
                <a:gd name="T2" fmla="*/ 457 w 978"/>
                <a:gd name="T3" fmla="*/ 0 h 1155"/>
                <a:gd name="T4" fmla="*/ 399 w 978"/>
                <a:gd name="T5" fmla="*/ 0 h 1155"/>
                <a:gd name="T6" fmla="*/ 359 w 978"/>
                <a:gd name="T7" fmla="*/ 0 h 1155"/>
                <a:gd name="T8" fmla="*/ 330 w 978"/>
                <a:gd name="T9" fmla="*/ 0 h 1155"/>
                <a:gd name="T10" fmla="*/ 314 w 978"/>
                <a:gd name="T11" fmla="*/ 0 h 1155"/>
                <a:gd name="T12" fmla="*/ 302 w 978"/>
                <a:gd name="T13" fmla="*/ 0 h 1155"/>
                <a:gd name="T14" fmla="*/ 297 w 978"/>
                <a:gd name="T15" fmla="*/ 0 h 1155"/>
                <a:gd name="T16" fmla="*/ 283 w 978"/>
                <a:gd name="T17" fmla="*/ 2 h 1155"/>
                <a:gd name="T18" fmla="*/ 261 w 978"/>
                <a:gd name="T19" fmla="*/ 12 h 1155"/>
                <a:gd name="T20" fmla="*/ 247 w 978"/>
                <a:gd name="T21" fmla="*/ 31 h 1155"/>
                <a:gd name="T22" fmla="*/ 235 w 978"/>
                <a:gd name="T23" fmla="*/ 55 h 1155"/>
                <a:gd name="T24" fmla="*/ 221 w 978"/>
                <a:gd name="T25" fmla="*/ 100 h 1155"/>
                <a:gd name="T26" fmla="*/ 207 w 978"/>
                <a:gd name="T27" fmla="*/ 169 h 1155"/>
                <a:gd name="T28" fmla="*/ 185 w 978"/>
                <a:gd name="T29" fmla="*/ 226 h 1155"/>
                <a:gd name="T30" fmla="*/ 161 w 978"/>
                <a:gd name="T31" fmla="*/ 273 h 1155"/>
                <a:gd name="T32" fmla="*/ 138 w 978"/>
                <a:gd name="T33" fmla="*/ 319 h 1155"/>
                <a:gd name="T34" fmla="*/ 114 w 978"/>
                <a:gd name="T35" fmla="*/ 354 h 1155"/>
                <a:gd name="T36" fmla="*/ 83 w 978"/>
                <a:gd name="T37" fmla="*/ 399 h 1155"/>
                <a:gd name="T38" fmla="*/ 42 w 978"/>
                <a:gd name="T39" fmla="*/ 468 h 1155"/>
                <a:gd name="T40" fmla="*/ 16 w 978"/>
                <a:gd name="T41" fmla="*/ 544 h 1155"/>
                <a:gd name="T42" fmla="*/ 2 w 978"/>
                <a:gd name="T43" fmla="*/ 627 h 1155"/>
                <a:gd name="T44" fmla="*/ 0 w 978"/>
                <a:gd name="T45" fmla="*/ 694 h 1155"/>
                <a:gd name="T46" fmla="*/ 4 w 978"/>
                <a:gd name="T47" fmla="*/ 742 h 1155"/>
                <a:gd name="T48" fmla="*/ 16 w 978"/>
                <a:gd name="T49" fmla="*/ 789 h 1155"/>
                <a:gd name="T50" fmla="*/ 38 w 978"/>
                <a:gd name="T51" fmla="*/ 858 h 1155"/>
                <a:gd name="T52" fmla="*/ 83 w 978"/>
                <a:gd name="T53" fmla="*/ 941 h 1155"/>
                <a:gd name="T54" fmla="*/ 142 w 978"/>
                <a:gd name="T55" fmla="*/ 1012 h 1155"/>
                <a:gd name="T56" fmla="*/ 216 w 978"/>
                <a:gd name="T57" fmla="*/ 1072 h 1155"/>
                <a:gd name="T58" fmla="*/ 299 w 978"/>
                <a:gd name="T59" fmla="*/ 1117 h 1155"/>
                <a:gd name="T60" fmla="*/ 366 w 978"/>
                <a:gd name="T61" fmla="*/ 1138 h 1155"/>
                <a:gd name="T62" fmla="*/ 416 w 978"/>
                <a:gd name="T63" fmla="*/ 1150 h 1155"/>
                <a:gd name="T64" fmla="*/ 464 w 978"/>
                <a:gd name="T65" fmla="*/ 1155 h 1155"/>
                <a:gd name="T66" fmla="*/ 514 w 978"/>
                <a:gd name="T67" fmla="*/ 1155 h 1155"/>
                <a:gd name="T68" fmla="*/ 561 w 978"/>
                <a:gd name="T69" fmla="*/ 1150 h 1155"/>
                <a:gd name="T70" fmla="*/ 611 w 978"/>
                <a:gd name="T71" fmla="*/ 1138 h 1155"/>
                <a:gd name="T72" fmla="*/ 678 w 978"/>
                <a:gd name="T73" fmla="*/ 1117 h 1155"/>
                <a:gd name="T74" fmla="*/ 761 w 978"/>
                <a:gd name="T75" fmla="*/ 1072 h 1155"/>
                <a:gd name="T76" fmla="*/ 833 w 978"/>
                <a:gd name="T77" fmla="*/ 1012 h 1155"/>
                <a:gd name="T78" fmla="*/ 892 w 978"/>
                <a:gd name="T79" fmla="*/ 941 h 1155"/>
                <a:gd name="T80" fmla="*/ 937 w 978"/>
                <a:gd name="T81" fmla="*/ 858 h 1155"/>
                <a:gd name="T82" fmla="*/ 961 w 978"/>
                <a:gd name="T83" fmla="*/ 789 h 1155"/>
                <a:gd name="T84" fmla="*/ 971 w 978"/>
                <a:gd name="T85" fmla="*/ 742 h 1155"/>
                <a:gd name="T86" fmla="*/ 975 w 978"/>
                <a:gd name="T87" fmla="*/ 694 h 1155"/>
                <a:gd name="T88" fmla="*/ 975 w 978"/>
                <a:gd name="T89" fmla="*/ 630 h 1155"/>
                <a:gd name="T90" fmla="*/ 963 w 978"/>
                <a:gd name="T91" fmla="*/ 554 h 1155"/>
                <a:gd name="T92" fmla="*/ 940 w 978"/>
                <a:gd name="T93" fmla="*/ 482 h 1155"/>
                <a:gd name="T94" fmla="*/ 906 w 978"/>
                <a:gd name="T95" fmla="*/ 418 h 1155"/>
                <a:gd name="T96" fmla="*/ 882 w 978"/>
                <a:gd name="T97" fmla="*/ 383 h 1155"/>
                <a:gd name="T98" fmla="*/ 880 w 978"/>
                <a:gd name="T99" fmla="*/ 378 h 1155"/>
                <a:gd name="T100" fmla="*/ 875 w 978"/>
                <a:gd name="T101" fmla="*/ 368 h 1155"/>
                <a:gd name="T102" fmla="*/ 863 w 978"/>
                <a:gd name="T103" fmla="*/ 352 h 1155"/>
                <a:gd name="T104" fmla="*/ 849 w 978"/>
                <a:gd name="T105" fmla="*/ 333 h 1155"/>
                <a:gd name="T106" fmla="*/ 828 w 978"/>
                <a:gd name="T107" fmla="*/ 292 h 1155"/>
                <a:gd name="T108" fmla="*/ 797 w 978"/>
                <a:gd name="T109" fmla="*/ 231 h 1155"/>
                <a:gd name="T110" fmla="*/ 775 w 978"/>
                <a:gd name="T111" fmla="*/ 169 h 1155"/>
                <a:gd name="T112" fmla="*/ 759 w 978"/>
                <a:gd name="T113" fmla="*/ 100 h 1155"/>
                <a:gd name="T114" fmla="*/ 744 w 978"/>
                <a:gd name="T115" fmla="*/ 55 h 1155"/>
                <a:gd name="T116" fmla="*/ 733 w 978"/>
                <a:gd name="T117" fmla="*/ 31 h 1155"/>
                <a:gd name="T118" fmla="*/ 718 w 978"/>
                <a:gd name="T119" fmla="*/ 12 h 1155"/>
                <a:gd name="T120" fmla="*/ 697 w 978"/>
                <a:gd name="T121" fmla="*/ 2 h 1155"/>
                <a:gd name="T122" fmla="*/ 490 w 978"/>
                <a:gd name="T123" fmla="*/ 0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8" h="1155">
                  <a:moveTo>
                    <a:pt x="490" y="0"/>
                  </a:moveTo>
                  <a:lnTo>
                    <a:pt x="487" y="0"/>
                  </a:lnTo>
                  <a:lnTo>
                    <a:pt x="487" y="0"/>
                  </a:lnTo>
                  <a:lnTo>
                    <a:pt x="457" y="0"/>
                  </a:lnTo>
                  <a:lnTo>
                    <a:pt x="426" y="0"/>
                  </a:lnTo>
                  <a:lnTo>
                    <a:pt x="399" y="0"/>
                  </a:lnTo>
                  <a:lnTo>
                    <a:pt x="378" y="0"/>
                  </a:lnTo>
                  <a:lnTo>
                    <a:pt x="359" y="0"/>
                  </a:lnTo>
                  <a:lnTo>
                    <a:pt x="345" y="0"/>
                  </a:lnTo>
                  <a:lnTo>
                    <a:pt x="330" y="0"/>
                  </a:lnTo>
                  <a:lnTo>
                    <a:pt x="321" y="0"/>
                  </a:lnTo>
                  <a:lnTo>
                    <a:pt x="314" y="0"/>
                  </a:lnTo>
                  <a:lnTo>
                    <a:pt x="307" y="0"/>
                  </a:lnTo>
                  <a:lnTo>
                    <a:pt x="302" y="0"/>
                  </a:lnTo>
                  <a:lnTo>
                    <a:pt x="299" y="0"/>
                  </a:lnTo>
                  <a:lnTo>
                    <a:pt x="297" y="0"/>
                  </a:lnTo>
                  <a:lnTo>
                    <a:pt x="297" y="0"/>
                  </a:lnTo>
                  <a:lnTo>
                    <a:pt x="283" y="2"/>
                  </a:lnTo>
                  <a:lnTo>
                    <a:pt x="273" y="5"/>
                  </a:lnTo>
                  <a:lnTo>
                    <a:pt x="261" y="12"/>
                  </a:lnTo>
                  <a:lnTo>
                    <a:pt x="254" y="21"/>
                  </a:lnTo>
                  <a:lnTo>
                    <a:pt x="247" y="31"/>
                  </a:lnTo>
                  <a:lnTo>
                    <a:pt x="240" y="43"/>
                  </a:lnTo>
                  <a:lnTo>
                    <a:pt x="235" y="55"/>
                  </a:lnTo>
                  <a:lnTo>
                    <a:pt x="230" y="69"/>
                  </a:lnTo>
                  <a:lnTo>
                    <a:pt x="221" y="100"/>
                  </a:lnTo>
                  <a:lnTo>
                    <a:pt x="214" y="136"/>
                  </a:lnTo>
                  <a:lnTo>
                    <a:pt x="207" y="169"/>
                  </a:lnTo>
                  <a:lnTo>
                    <a:pt x="195" y="202"/>
                  </a:lnTo>
                  <a:lnTo>
                    <a:pt x="185" y="226"/>
                  </a:lnTo>
                  <a:lnTo>
                    <a:pt x="173" y="250"/>
                  </a:lnTo>
                  <a:lnTo>
                    <a:pt x="161" y="273"/>
                  </a:lnTo>
                  <a:lnTo>
                    <a:pt x="150" y="297"/>
                  </a:lnTo>
                  <a:lnTo>
                    <a:pt x="138" y="319"/>
                  </a:lnTo>
                  <a:lnTo>
                    <a:pt x="126" y="338"/>
                  </a:lnTo>
                  <a:lnTo>
                    <a:pt x="114" y="354"/>
                  </a:lnTo>
                  <a:lnTo>
                    <a:pt x="107" y="366"/>
                  </a:lnTo>
                  <a:lnTo>
                    <a:pt x="83" y="399"/>
                  </a:lnTo>
                  <a:lnTo>
                    <a:pt x="61" y="433"/>
                  </a:lnTo>
                  <a:lnTo>
                    <a:pt x="42" y="468"/>
                  </a:lnTo>
                  <a:lnTo>
                    <a:pt x="28" y="506"/>
                  </a:lnTo>
                  <a:lnTo>
                    <a:pt x="16" y="544"/>
                  </a:lnTo>
                  <a:lnTo>
                    <a:pt x="7" y="585"/>
                  </a:lnTo>
                  <a:lnTo>
                    <a:pt x="2" y="627"/>
                  </a:lnTo>
                  <a:lnTo>
                    <a:pt x="0" y="670"/>
                  </a:lnTo>
                  <a:lnTo>
                    <a:pt x="0" y="694"/>
                  </a:lnTo>
                  <a:lnTo>
                    <a:pt x="2" y="718"/>
                  </a:lnTo>
                  <a:lnTo>
                    <a:pt x="4" y="742"/>
                  </a:lnTo>
                  <a:lnTo>
                    <a:pt x="9" y="768"/>
                  </a:lnTo>
                  <a:lnTo>
                    <a:pt x="16" y="789"/>
                  </a:lnTo>
                  <a:lnTo>
                    <a:pt x="23" y="813"/>
                  </a:lnTo>
                  <a:lnTo>
                    <a:pt x="38" y="858"/>
                  </a:lnTo>
                  <a:lnTo>
                    <a:pt x="59" y="901"/>
                  </a:lnTo>
                  <a:lnTo>
                    <a:pt x="83" y="941"/>
                  </a:lnTo>
                  <a:lnTo>
                    <a:pt x="111" y="979"/>
                  </a:lnTo>
                  <a:lnTo>
                    <a:pt x="142" y="1012"/>
                  </a:lnTo>
                  <a:lnTo>
                    <a:pt x="178" y="1043"/>
                  </a:lnTo>
                  <a:lnTo>
                    <a:pt x="216" y="1072"/>
                  </a:lnTo>
                  <a:lnTo>
                    <a:pt x="257" y="1096"/>
                  </a:lnTo>
                  <a:lnTo>
                    <a:pt x="299" y="1117"/>
                  </a:lnTo>
                  <a:lnTo>
                    <a:pt x="345" y="1134"/>
                  </a:lnTo>
                  <a:lnTo>
                    <a:pt x="366" y="1138"/>
                  </a:lnTo>
                  <a:lnTo>
                    <a:pt x="390" y="1145"/>
                  </a:lnTo>
                  <a:lnTo>
                    <a:pt x="416" y="1150"/>
                  </a:lnTo>
                  <a:lnTo>
                    <a:pt x="440" y="1153"/>
                  </a:lnTo>
                  <a:lnTo>
                    <a:pt x="464" y="1155"/>
                  </a:lnTo>
                  <a:lnTo>
                    <a:pt x="487" y="1155"/>
                  </a:lnTo>
                  <a:lnTo>
                    <a:pt x="514" y="1155"/>
                  </a:lnTo>
                  <a:lnTo>
                    <a:pt x="537" y="1153"/>
                  </a:lnTo>
                  <a:lnTo>
                    <a:pt x="561" y="1150"/>
                  </a:lnTo>
                  <a:lnTo>
                    <a:pt x="587" y="1145"/>
                  </a:lnTo>
                  <a:lnTo>
                    <a:pt x="611" y="1138"/>
                  </a:lnTo>
                  <a:lnTo>
                    <a:pt x="635" y="1134"/>
                  </a:lnTo>
                  <a:lnTo>
                    <a:pt x="678" y="1117"/>
                  </a:lnTo>
                  <a:lnTo>
                    <a:pt x="721" y="1096"/>
                  </a:lnTo>
                  <a:lnTo>
                    <a:pt x="761" y="1072"/>
                  </a:lnTo>
                  <a:lnTo>
                    <a:pt x="799" y="1043"/>
                  </a:lnTo>
                  <a:lnTo>
                    <a:pt x="833" y="1012"/>
                  </a:lnTo>
                  <a:lnTo>
                    <a:pt x="866" y="979"/>
                  </a:lnTo>
                  <a:lnTo>
                    <a:pt x="892" y="941"/>
                  </a:lnTo>
                  <a:lnTo>
                    <a:pt x="918" y="901"/>
                  </a:lnTo>
                  <a:lnTo>
                    <a:pt x="937" y="858"/>
                  </a:lnTo>
                  <a:lnTo>
                    <a:pt x="954" y="813"/>
                  </a:lnTo>
                  <a:lnTo>
                    <a:pt x="961" y="789"/>
                  </a:lnTo>
                  <a:lnTo>
                    <a:pt x="966" y="768"/>
                  </a:lnTo>
                  <a:lnTo>
                    <a:pt x="971" y="742"/>
                  </a:lnTo>
                  <a:lnTo>
                    <a:pt x="973" y="718"/>
                  </a:lnTo>
                  <a:lnTo>
                    <a:pt x="975" y="694"/>
                  </a:lnTo>
                  <a:lnTo>
                    <a:pt x="978" y="670"/>
                  </a:lnTo>
                  <a:lnTo>
                    <a:pt x="975" y="630"/>
                  </a:lnTo>
                  <a:lnTo>
                    <a:pt x="971" y="592"/>
                  </a:lnTo>
                  <a:lnTo>
                    <a:pt x="963" y="554"/>
                  </a:lnTo>
                  <a:lnTo>
                    <a:pt x="954" y="518"/>
                  </a:lnTo>
                  <a:lnTo>
                    <a:pt x="940" y="482"/>
                  </a:lnTo>
                  <a:lnTo>
                    <a:pt x="923" y="449"/>
                  </a:lnTo>
                  <a:lnTo>
                    <a:pt x="906" y="418"/>
                  </a:lnTo>
                  <a:lnTo>
                    <a:pt x="885" y="387"/>
                  </a:lnTo>
                  <a:lnTo>
                    <a:pt x="882" y="383"/>
                  </a:lnTo>
                  <a:lnTo>
                    <a:pt x="880" y="378"/>
                  </a:lnTo>
                  <a:lnTo>
                    <a:pt x="880" y="378"/>
                  </a:lnTo>
                  <a:lnTo>
                    <a:pt x="878" y="373"/>
                  </a:lnTo>
                  <a:lnTo>
                    <a:pt x="875" y="368"/>
                  </a:lnTo>
                  <a:lnTo>
                    <a:pt x="871" y="361"/>
                  </a:lnTo>
                  <a:lnTo>
                    <a:pt x="863" y="352"/>
                  </a:lnTo>
                  <a:lnTo>
                    <a:pt x="859" y="345"/>
                  </a:lnTo>
                  <a:lnTo>
                    <a:pt x="849" y="333"/>
                  </a:lnTo>
                  <a:lnTo>
                    <a:pt x="844" y="319"/>
                  </a:lnTo>
                  <a:lnTo>
                    <a:pt x="828" y="292"/>
                  </a:lnTo>
                  <a:lnTo>
                    <a:pt x="811" y="261"/>
                  </a:lnTo>
                  <a:lnTo>
                    <a:pt x="797" y="231"/>
                  </a:lnTo>
                  <a:lnTo>
                    <a:pt x="783" y="202"/>
                  </a:lnTo>
                  <a:lnTo>
                    <a:pt x="775" y="169"/>
                  </a:lnTo>
                  <a:lnTo>
                    <a:pt x="766" y="136"/>
                  </a:lnTo>
                  <a:lnTo>
                    <a:pt x="759" y="100"/>
                  </a:lnTo>
                  <a:lnTo>
                    <a:pt x="749" y="69"/>
                  </a:lnTo>
                  <a:lnTo>
                    <a:pt x="744" y="55"/>
                  </a:lnTo>
                  <a:lnTo>
                    <a:pt x="740" y="43"/>
                  </a:lnTo>
                  <a:lnTo>
                    <a:pt x="733" y="31"/>
                  </a:lnTo>
                  <a:lnTo>
                    <a:pt x="725" y="21"/>
                  </a:lnTo>
                  <a:lnTo>
                    <a:pt x="718" y="12"/>
                  </a:lnTo>
                  <a:lnTo>
                    <a:pt x="706" y="5"/>
                  </a:lnTo>
                  <a:lnTo>
                    <a:pt x="697" y="2"/>
                  </a:lnTo>
                  <a:lnTo>
                    <a:pt x="683" y="0"/>
                  </a:lnTo>
                  <a:lnTo>
                    <a:pt x="490" y="0"/>
                  </a:lnTo>
                  <a:lnTo>
                    <a:pt x="490" y="0"/>
                  </a:lnTo>
                  <a:close/>
                </a:path>
              </a:pathLst>
            </a:cu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Freeform 6"/>
            <p:cNvSpPr/>
            <p:nvPr/>
          </p:nvSpPr>
          <p:spPr bwMode="auto">
            <a:xfrm>
              <a:off x="9830684" y="2722172"/>
              <a:ext cx="861833" cy="180137"/>
            </a:xfrm>
            <a:custGeom>
              <a:avLst/>
              <a:gdLst>
                <a:gd name="T0" fmla="*/ 242 w 488"/>
                <a:gd name="T1" fmla="*/ 0 h 102"/>
                <a:gd name="T2" fmla="*/ 242 w 488"/>
                <a:gd name="T3" fmla="*/ 0 h 102"/>
                <a:gd name="T4" fmla="*/ 242 w 488"/>
                <a:gd name="T5" fmla="*/ 0 h 102"/>
                <a:gd name="T6" fmla="*/ 212 w 488"/>
                <a:gd name="T7" fmla="*/ 0 h 102"/>
                <a:gd name="T8" fmla="*/ 185 w 488"/>
                <a:gd name="T9" fmla="*/ 0 h 102"/>
                <a:gd name="T10" fmla="*/ 164 w 488"/>
                <a:gd name="T11" fmla="*/ 0 h 102"/>
                <a:gd name="T12" fmla="*/ 143 w 488"/>
                <a:gd name="T13" fmla="*/ 0 h 102"/>
                <a:gd name="T14" fmla="*/ 126 w 488"/>
                <a:gd name="T15" fmla="*/ 0 h 102"/>
                <a:gd name="T16" fmla="*/ 112 w 488"/>
                <a:gd name="T17" fmla="*/ 0 h 102"/>
                <a:gd name="T18" fmla="*/ 102 w 488"/>
                <a:gd name="T19" fmla="*/ 0 h 102"/>
                <a:gd name="T20" fmla="*/ 93 w 488"/>
                <a:gd name="T21" fmla="*/ 0 h 102"/>
                <a:gd name="T22" fmla="*/ 85 w 488"/>
                <a:gd name="T23" fmla="*/ 0 h 102"/>
                <a:gd name="T24" fmla="*/ 81 w 488"/>
                <a:gd name="T25" fmla="*/ 0 h 102"/>
                <a:gd name="T26" fmla="*/ 76 w 488"/>
                <a:gd name="T27" fmla="*/ 0 h 102"/>
                <a:gd name="T28" fmla="*/ 74 w 488"/>
                <a:gd name="T29" fmla="*/ 0 h 102"/>
                <a:gd name="T30" fmla="*/ 71 w 488"/>
                <a:gd name="T31" fmla="*/ 0 h 102"/>
                <a:gd name="T32" fmla="*/ 71 w 488"/>
                <a:gd name="T33" fmla="*/ 0 h 102"/>
                <a:gd name="T34" fmla="*/ 59 w 488"/>
                <a:gd name="T35" fmla="*/ 0 h 102"/>
                <a:gd name="T36" fmla="*/ 50 w 488"/>
                <a:gd name="T37" fmla="*/ 5 h 102"/>
                <a:gd name="T38" fmla="*/ 40 w 488"/>
                <a:gd name="T39" fmla="*/ 9 h 102"/>
                <a:gd name="T40" fmla="*/ 33 w 488"/>
                <a:gd name="T41" fmla="*/ 17 h 102"/>
                <a:gd name="T42" fmla="*/ 26 w 488"/>
                <a:gd name="T43" fmla="*/ 26 h 102"/>
                <a:gd name="T44" fmla="*/ 21 w 488"/>
                <a:gd name="T45" fmla="*/ 38 h 102"/>
                <a:gd name="T46" fmla="*/ 14 w 488"/>
                <a:gd name="T47" fmla="*/ 47 h 102"/>
                <a:gd name="T48" fmla="*/ 12 w 488"/>
                <a:gd name="T49" fmla="*/ 62 h 102"/>
                <a:gd name="T50" fmla="*/ 2 w 488"/>
                <a:gd name="T51" fmla="*/ 90 h 102"/>
                <a:gd name="T52" fmla="*/ 0 w 488"/>
                <a:gd name="T53" fmla="*/ 102 h 102"/>
                <a:gd name="T54" fmla="*/ 488 w 488"/>
                <a:gd name="T55" fmla="*/ 102 h 102"/>
                <a:gd name="T56" fmla="*/ 483 w 488"/>
                <a:gd name="T57" fmla="*/ 90 h 102"/>
                <a:gd name="T58" fmla="*/ 476 w 488"/>
                <a:gd name="T59" fmla="*/ 62 h 102"/>
                <a:gd name="T60" fmla="*/ 473 w 488"/>
                <a:gd name="T61" fmla="*/ 47 h 102"/>
                <a:gd name="T62" fmla="*/ 466 w 488"/>
                <a:gd name="T63" fmla="*/ 38 h 102"/>
                <a:gd name="T64" fmla="*/ 461 w 488"/>
                <a:gd name="T65" fmla="*/ 26 h 102"/>
                <a:gd name="T66" fmla="*/ 454 w 488"/>
                <a:gd name="T67" fmla="*/ 17 h 102"/>
                <a:gd name="T68" fmla="*/ 447 w 488"/>
                <a:gd name="T69" fmla="*/ 9 h 102"/>
                <a:gd name="T70" fmla="*/ 438 w 488"/>
                <a:gd name="T71" fmla="*/ 5 h 102"/>
                <a:gd name="T72" fmla="*/ 428 w 488"/>
                <a:gd name="T73" fmla="*/ 0 h 102"/>
                <a:gd name="T74" fmla="*/ 416 w 488"/>
                <a:gd name="T75" fmla="*/ 0 h 102"/>
                <a:gd name="T76" fmla="*/ 242 w 488"/>
                <a:gd name="T77" fmla="*/ 0 h 102"/>
                <a:gd name="T78" fmla="*/ 242 w 488"/>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88" h="102">
                  <a:moveTo>
                    <a:pt x="242" y="0"/>
                  </a:moveTo>
                  <a:lnTo>
                    <a:pt x="242" y="0"/>
                  </a:lnTo>
                  <a:lnTo>
                    <a:pt x="242" y="0"/>
                  </a:lnTo>
                  <a:lnTo>
                    <a:pt x="212" y="0"/>
                  </a:lnTo>
                  <a:lnTo>
                    <a:pt x="185" y="0"/>
                  </a:lnTo>
                  <a:lnTo>
                    <a:pt x="164" y="0"/>
                  </a:lnTo>
                  <a:lnTo>
                    <a:pt x="143" y="0"/>
                  </a:lnTo>
                  <a:lnTo>
                    <a:pt x="126" y="0"/>
                  </a:lnTo>
                  <a:lnTo>
                    <a:pt x="112" y="0"/>
                  </a:lnTo>
                  <a:lnTo>
                    <a:pt x="102" y="0"/>
                  </a:lnTo>
                  <a:lnTo>
                    <a:pt x="93" y="0"/>
                  </a:lnTo>
                  <a:lnTo>
                    <a:pt x="85" y="0"/>
                  </a:lnTo>
                  <a:lnTo>
                    <a:pt x="81" y="0"/>
                  </a:lnTo>
                  <a:lnTo>
                    <a:pt x="76" y="0"/>
                  </a:lnTo>
                  <a:lnTo>
                    <a:pt x="74" y="0"/>
                  </a:lnTo>
                  <a:lnTo>
                    <a:pt x="71" y="0"/>
                  </a:lnTo>
                  <a:lnTo>
                    <a:pt x="71" y="0"/>
                  </a:lnTo>
                  <a:lnTo>
                    <a:pt x="59" y="0"/>
                  </a:lnTo>
                  <a:lnTo>
                    <a:pt x="50" y="5"/>
                  </a:lnTo>
                  <a:lnTo>
                    <a:pt x="40" y="9"/>
                  </a:lnTo>
                  <a:lnTo>
                    <a:pt x="33" y="17"/>
                  </a:lnTo>
                  <a:lnTo>
                    <a:pt x="26" y="26"/>
                  </a:lnTo>
                  <a:lnTo>
                    <a:pt x="21" y="38"/>
                  </a:lnTo>
                  <a:lnTo>
                    <a:pt x="14" y="47"/>
                  </a:lnTo>
                  <a:lnTo>
                    <a:pt x="12" y="62"/>
                  </a:lnTo>
                  <a:lnTo>
                    <a:pt x="2" y="90"/>
                  </a:lnTo>
                  <a:lnTo>
                    <a:pt x="0" y="102"/>
                  </a:lnTo>
                  <a:lnTo>
                    <a:pt x="488" y="102"/>
                  </a:lnTo>
                  <a:lnTo>
                    <a:pt x="483" y="90"/>
                  </a:lnTo>
                  <a:lnTo>
                    <a:pt x="476" y="62"/>
                  </a:lnTo>
                  <a:lnTo>
                    <a:pt x="473" y="47"/>
                  </a:lnTo>
                  <a:lnTo>
                    <a:pt x="466" y="38"/>
                  </a:lnTo>
                  <a:lnTo>
                    <a:pt x="461" y="26"/>
                  </a:lnTo>
                  <a:lnTo>
                    <a:pt x="454" y="17"/>
                  </a:lnTo>
                  <a:lnTo>
                    <a:pt x="447" y="9"/>
                  </a:lnTo>
                  <a:lnTo>
                    <a:pt x="438" y="5"/>
                  </a:lnTo>
                  <a:lnTo>
                    <a:pt x="428" y="0"/>
                  </a:lnTo>
                  <a:lnTo>
                    <a:pt x="416" y="0"/>
                  </a:lnTo>
                  <a:lnTo>
                    <a:pt x="242" y="0"/>
                  </a:lnTo>
                  <a:lnTo>
                    <a:pt x="242" y="0"/>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Freeform 7"/>
            <p:cNvSpPr/>
            <p:nvPr/>
          </p:nvSpPr>
          <p:spPr bwMode="auto">
            <a:xfrm>
              <a:off x="9775936" y="2902311"/>
              <a:ext cx="971329" cy="185436"/>
            </a:xfrm>
            <a:custGeom>
              <a:avLst/>
              <a:gdLst>
                <a:gd name="T0" fmla="*/ 31 w 550"/>
                <a:gd name="T1" fmla="*/ 0 h 105"/>
                <a:gd name="T2" fmla="*/ 26 w 550"/>
                <a:gd name="T3" fmla="*/ 17 h 105"/>
                <a:gd name="T4" fmla="*/ 19 w 550"/>
                <a:gd name="T5" fmla="*/ 48 h 105"/>
                <a:gd name="T6" fmla="*/ 12 w 550"/>
                <a:gd name="T7" fmla="*/ 76 h 105"/>
                <a:gd name="T8" fmla="*/ 2 w 550"/>
                <a:gd name="T9" fmla="*/ 97 h 105"/>
                <a:gd name="T10" fmla="*/ 0 w 550"/>
                <a:gd name="T11" fmla="*/ 105 h 105"/>
                <a:gd name="T12" fmla="*/ 550 w 550"/>
                <a:gd name="T13" fmla="*/ 105 h 105"/>
                <a:gd name="T14" fmla="*/ 547 w 550"/>
                <a:gd name="T15" fmla="*/ 105 h 105"/>
                <a:gd name="T16" fmla="*/ 538 w 550"/>
                <a:gd name="T17" fmla="*/ 76 h 105"/>
                <a:gd name="T18" fmla="*/ 528 w 550"/>
                <a:gd name="T19" fmla="*/ 48 h 105"/>
                <a:gd name="T20" fmla="*/ 521 w 550"/>
                <a:gd name="T21" fmla="*/ 17 h 105"/>
                <a:gd name="T22" fmla="*/ 519 w 550"/>
                <a:gd name="T23" fmla="*/ 0 h 105"/>
                <a:gd name="T24" fmla="*/ 31 w 550"/>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0" h="105">
                  <a:moveTo>
                    <a:pt x="31" y="0"/>
                  </a:moveTo>
                  <a:lnTo>
                    <a:pt x="26" y="17"/>
                  </a:lnTo>
                  <a:lnTo>
                    <a:pt x="19" y="48"/>
                  </a:lnTo>
                  <a:lnTo>
                    <a:pt x="12" y="76"/>
                  </a:lnTo>
                  <a:lnTo>
                    <a:pt x="2" y="97"/>
                  </a:lnTo>
                  <a:lnTo>
                    <a:pt x="0" y="105"/>
                  </a:lnTo>
                  <a:lnTo>
                    <a:pt x="550" y="105"/>
                  </a:lnTo>
                  <a:lnTo>
                    <a:pt x="547" y="105"/>
                  </a:lnTo>
                  <a:lnTo>
                    <a:pt x="538" y="76"/>
                  </a:lnTo>
                  <a:lnTo>
                    <a:pt x="528" y="48"/>
                  </a:lnTo>
                  <a:lnTo>
                    <a:pt x="521" y="17"/>
                  </a:lnTo>
                  <a:lnTo>
                    <a:pt x="519" y="0"/>
                  </a:lnTo>
                  <a:lnTo>
                    <a:pt x="31" y="0"/>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6" name="Freeform 8"/>
            <p:cNvSpPr/>
            <p:nvPr/>
          </p:nvSpPr>
          <p:spPr bwMode="auto">
            <a:xfrm>
              <a:off x="9675271" y="3087747"/>
              <a:ext cx="1172659" cy="180137"/>
            </a:xfrm>
            <a:custGeom>
              <a:avLst/>
              <a:gdLst>
                <a:gd name="T0" fmla="*/ 57 w 664"/>
                <a:gd name="T1" fmla="*/ 0 h 102"/>
                <a:gd name="T2" fmla="*/ 50 w 664"/>
                <a:gd name="T3" fmla="*/ 14 h 102"/>
                <a:gd name="T4" fmla="*/ 38 w 664"/>
                <a:gd name="T5" fmla="*/ 38 h 102"/>
                <a:gd name="T6" fmla="*/ 26 w 664"/>
                <a:gd name="T7" fmla="*/ 57 h 102"/>
                <a:gd name="T8" fmla="*/ 14 w 664"/>
                <a:gd name="T9" fmla="*/ 76 h 102"/>
                <a:gd name="T10" fmla="*/ 4 w 664"/>
                <a:gd name="T11" fmla="*/ 95 h 102"/>
                <a:gd name="T12" fmla="*/ 0 w 664"/>
                <a:gd name="T13" fmla="*/ 102 h 102"/>
                <a:gd name="T14" fmla="*/ 664 w 664"/>
                <a:gd name="T15" fmla="*/ 102 h 102"/>
                <a:gd name="T16" fmla="*/ 661 w 664"/>
                <a:gd name="T17" fmla="*/ 99 h 102"/>
                <a:gd name="T18" fmla="*/ 654 w 664"/>
                <a:gd name="T19" fmla="*/ 90 h 102"/>
                <a:gd name="T20" fmla="*/ 647 w 664"/>
                <a:gd name="T21" fmla="*/ 78 h 102"/>
                <a:gd name="T22" fmla="*/ 633 w 664"/>
                <a:gd name="T23" fmla="*/ 52 h 102"/>
                <a:gd name="T24" fmla="*/ 618 w 664"/>
                <a:gd name="T25" fmla="*/ 26 h 102"/>
                <a:gd name="T26" fmla="*/ 607 w 664"/>
                <a:gd name="T27" fmla="*/ 0 h 102"/>
                <a:gd name="T28" fmla="*/ 57 w 664"/>
                <a:gd name="T2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4" h="102">
                  <a:moveTo>
                    <a:pt x="57" y="0"/>
                  </a:moveTo>
                  <a:lnTo>
                    <a:pt x="50" y="14"/>
                  </a:lnTo>
                  <a:lnTo>
                    <a:pt x="38" y="38"/>
                  </a:lnTo>
                  <a:lnTo>
                    <a:pt x="26" y="57"/>
                  </a:lnTo>
                  <a:lnTo>
                    <a:pt x="14" y="76"/>
                  </a:lnTo>
                  <a:lnTo>
                    <a:pt x="4" y="95"/>
                  </a:lnTo>
                  <a:lnTo>
                    <a:pt x="0" y="102"/>
                  </a:lnTo>
                  <a:lnTo>
                    <a:pt x="664" y="102"/>
                  </a:lnTo>
                  <a:lnTo>
                    <a:pt x="661" y="99"/>
                  </a:lnTo>
                  <a:lnTo>
                    <a:pt x="654" y="90"/>
                  </a:lnTo>
                  <a:lnTo>
                    <a:pt x="647" y="78"/>
                  </a:lnTo>
                  <a:lnTo>
                    <a:pt x="633" y="52"/>
                  </a:lnTo>
                  <a:lnTo>
                    <a:pt x="618" y="26"/>
                  </a:lnTo>
                  <a:lnTo>
                    <a:pt x="607" y="0"/>
                  </a:lnTo>
                  <a:lnTo>
                    <a:pt x="57" y="0"/>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7" name="Freeform 9"/>
            <p:cNvSpPr/>
            <p:nvPr/>
          </p:nvSpPr>
          <p:spPr bwMode="auto">
            <a:xfrm>
              <a:off x="9560477" y="3267884"/>
              <a:ext cx="1395183" cy="183669"/>
            </a:xfrm>
            <a:custGeom>
              <a:avLst/>
              <a:gdLst>
                <a:gd name="T0" fmla="*/ 65 w 790"/>
                <a:gd name="T1" fmla="*/ 0 h 104"/>
                <a:gd name="T2" fmla="*/ 62 w 790"/>
                <a:gd name="T3" fmla="*/ 7 h 104"/>
                <a:gd name="T4" fmla="*/ 55 w 790"/>
                <a:gd name="T5" fmla="*/ 19 h 104"/>
                <a:gd name="T6" fmla="*/ 34 w 790"/>
                <a:gd name="T7" fmla="*/ 47 h 104"/>
                <a:gd name="T8" fmla="*/ 15 w 790"/>
                <a:gd name="T9" fmla="*/ 76 h 104"/>
                <a:gd name="T10" fmla="*/ 0 w 790"/>
                <a:gd name="T11" fmla="*/ 104 h 104"/>
                <a:gd name="T12" fmla="*/ 790 w 790"/>
                <a:gd name="T13" fmla="*/ 104 h 104"/>
                <a:gd name="T14" fmla="*/ 786 w 790"/>
                <a:gd name="T15" fmla="*/ 92 h 104"/>
                <a:gd name="T16" fmla="*/ 771 w 790"/>
                <a:gd name="T17" fmla="*/ 64 h 104"/>
                <a:gd name="T18" fmla="*/ 752 w 790"/>
                <a:gd name="T19" fmla="*/ 35 h 104"/>
                <a:gd name="T20" fmla="*/ 750 w 790"/>
                <a:gd name="T21" fmla="*/ 33 h 104"/>
                <a:gd name="T22" fmla="*/ 748 w 790"/>
                <a:gd name="T23" fmla="*/ 28 h 104"/>
                <a:gd name="T24" fmla="*/ 748 w 790"/>
                <a:gd name="T25" fmla="*/ 28 h 104"/>
                <a:gd name="T26" fmla="*/ 745 w 790"/>
                <a:gd name="T27" fmla="*/ 24 h 104"/>
                <a:gd name="T28" fmla="*/ 741 w 790"/>
                <a:gd name="T29" fmla="*/ 19 h 104"/>
                <a:gd name="T30" fmla="*/ 738 w 790"/>
                <a:gd name="T31" fmla="*/ 14 h 104"/>
                <a:gd name="T32" fmla="*/ 733 w 790"/>
                <a:gd name="T33" fmla="*/ 5 h 104"/>
                <a:gd name="T34" fmla="*/ 729 w 790"/>
                <a:gd name="T35" fmla="*/ 0 h 104"/>
                <a:gd name="T36" fmla="*/ 65 w 79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0" h="104">
                  <a:moveTo>
                    <a:pt x="65" y="0"/>
                  </a:moveTo>
                  <a:lnTo>
                    <a:pt x="62" y="7"/>
                  </a:lnTo>
                  <a:lnTo>
                    <a:pt x="55" y="19"/>
                  </a:lnTo>
                  <a:lnTo>
                    <a:pt x="34" y="47"/>
                  </a:lnTo>
                  <a:lnTo>
                    <a:pt x="15" y="76"/>
                  </a:lnTo>
                  <a:lnTo>
                    <a:pt x="0" y="104"/>
                  </a:lnTo>
                  <a:lnTo>
                    <a:pt x="790" y="104"/>
                  </a:lnTo>
                  <a:lnTo>
                    <a:pt x="786" y="92"/>
                  </a:lnTo>
                  <a:lnTo>
                    <a:pt x="771" y="64"/>
                  </a:lnTo>
                  <a:lnTo>
                    <a:pt x="752" y="35"/>
                  </a:lnTo>
                  <a:lnTo>
                    <a:pt x="750" y="33"/>
                  </a:lnTo>
                  <a:lnTo>
                    <a:pt x="748" y="28"/>
                  </a:lnTo>
                  <a:lnTo>
                    <a:pt x="748" y="28"/>
                  </a:lnTo>
                  <a:lnTo>
                    <a:pt x="745" y="24"/>
                  </a:lnTo>
                  <a:lnTo>
                    <a:pt x="741" y="19"/>
                  </a:lnTo>
                  <a:lnTo>
                    <a:pt x="738" y="14"/>
                  </a:lnTo>
                  <a:lnTo>
                    <a:pt x="733" y="5"/>
                  </a:lnTo>
                  <a:lnTo>
                    <a:pt x="729" y="0"/>
                  </a:lnTo>
                  <a:lnTo>
                    <a:pt x="65" y="0"/>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Freeform 10"/>
            <p:cNvSpPr/>
            <p:nvPr/>
          </p:nvSpPr>
          <p:spPr bwMode="auto">
            <a:xfrm>
              <a:off x="9502197" y="3451553"/>
              <a:ext cx="1517040" cy="181904"/>
            </a:xfrm>
            <a:custGeom>
              <a:avLst/>
              <a:gdLst>
                <a:gd name="T0" fmla="*/ 33 w 859"/>
                <a:gd name="T1" fmla="*/ 0 h 103"/>
                <a:gd name="T2" fmla="*/ 31 w 859"/>
                <a:gd name="T3" fmla="*/ 5 h 103"/>
                <a:gd name="T4" fmla="*/ 17 w 859"/>
                <a:gd name="T5" fmla="*/ 38 h 103"/>
                <a:gd name="T6" fmla="*/ 7 w 859"/>
                <a:gd name="T7" fmla="*/ 74 h 103"/>
                <a:gd name="T8" fmla="*/ 0 w 859"/>
                <a:gd name="T9" fmla="*/ 103 h 103"/>
                <a:gd name="T10" fmla="*/ 859 w 859"/>
                <a:gd name="T11" fmla="*/ 103 h 103"/>
                <a:gd name="T12" fmla="*/ 854 w 859"/>
                <a:gd name="T13" fmla="*/ 81 h 103"/>
                <a:gd name="T14" fmla="*/ 845 w 859"/>
                <a:gd name="T15" fmla="*/ 50 h 103"/>
                <a:gd name="T16" fmla="*/ 833 w 859"/>
                <a:gd name="T17" fmla="*/ 17 h 103"/>
                <a:gd name="T18" fmla="*/ 823 w 859"/>
                <a:gd name="T19" fmla="*/ 0 h 103"/>
                <a:gd name="T20" fmla="*/ 33 w 859"/>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9" h="103">
                  <a:moveTo>
                    <a:pt x="33" y="0"/>
                  </a:moveTo>
                  <a:lnTo>
                    <a:pt x="31" y="5"/>
                  </a:lnTo>
                  <a:lnTo>
                    <a:pt x="17" y="38"/>
                  </a:lnTo>
                  <a:lnTo>
                    <a:pt x="7" y="74"/>
                  </a:lnTo>
                  <a:lnTo>
                    <a:pt x="0" y="103"/>
                  </a:lnTo>
                  <a:lnTo>
                    <a:pt x="859" y="103"/>
                  </a:lnTo>
                  <a:lnTo>
                    <a:pt x="854" y="81"/>
                  </a:lnTo>
                  <a:lnTo>
                    <a:pt x="845" y="50"/>
                  </a:lnTo>
                  <a:lnTo>
                    <a:pt x="833" y="17"/>
                  </a:lnTo>
                  <a:lnTo>
                    <a:pt x="823" y="0"/>
                  </a:lnTo>
                  <a:lnTo>
                    <a:pt x="33"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11"/>
            <p:cNvSpPr/>
            <p:nvPr/>
          </p:nvSpPr>
          <p:spPr bwMode="auto">
            <a:xfrm>
              <a:off x="9489835" y="3633456"/>
              <a:ext cx="1541765" cy="183669"/>
            </a:xfrm>
            <a:custGeom>
              <a:avLst/>
              <a:gdLst>
                <a:gd name="T0" fmla="*/ 7 w 873"/>
                <a:gd name="T1" fmla="*/ 0 h 104"/>
                <a:gd name="T2" fmla="*/ 7 w 873"/>
                <a:gd name="T3" fmla="*/ 7 h 104"/>
                <a:gd name="T4" fmla="*/ 0 w 873"/>
                <a:gd name="T5" fmla="*/ 42 h 104"/>
                <a:gd name="T6" fmla="*/ 0 w 873"/>
                <a:gd name="T7" fmla="*/ 80 h 104"/>
                <a:gd name="T8" fmla="*/ 0 w 873"/>
                <a:gd name="T9" fmla="*/ 104 h 104"/>
                <a:gd name="T10" fmla="*/ 0 w 873"/>
                <a:gd name="T11" fmla="*/ 104 h 104"/>
                <a:gd name="T12" fmla="*/ 873 w 873"/>
                <a:gd name="T13" fmla="*/ 104 h 104"/>
                <a:gd name="T14" fmla="*/ 873 w 873"/>
                <a:gd name="T15" fmla="*/ 104 h 104"/>
                <a:gd name="T16" fmla="*/ 873 w 873"/>
                <a:gd name="T17" fmla="*/ 80 h 104"/>
                <a:gd name="T18" fmla="*/ 871 w 873"/>
                <a:gd name="T19" fmla="*/ 47 h 104"/>
                <a:gd name="T20" fmla="*/ 866 w 873"/>
                <a:gd name="T21" fmla="*/ 11 h 104"/>
                <a:gd name="T22" fmla="*/ 866 w 873"/>
                <a:gd name="T23" fmla="*/ 0 h 104"/>
                <a:gd name="T24" fmla="*/ 7 w 873"/>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4">
                  <a:moveTo>
                    <a:pt x="7" y="0"/>
                  </a:moveTo>
                  <a:lnTo>
                    <a:pt x="7" y="7"/>
                  </a:lnTo>
                  <a:lnTo>
                    <a:pt x="0" y="42"/>
                  </a:lnTo>
                  <a:lnTo>
                    <a:pt x="0" y="80"/>
                  </a:lnTo>
                  <a:lnTo>
                    <a:pt x="0" y="104"/>
                  </a:lnTo>
                  <a:lnTo>
                    <a:pt x="0" y="104"/>
                  </a:lnTo>
                  <a:lnTo>
                    <a:pt x="873" y="104"/>
                  </a:lnTo>
                  <a:lnTo>
                    <a:pt x="873" y="104"/>
                  </a:lnTo>
                  <a:lnTo>
                    <a:pt x="873" y="80"/>
                  </a:lnTo>
                  <a:lnTo>
                    <a:pt x="871" y="47"/>
                  </a:lnTo>
                  <a:lnTo>
                    <a:pt x="866" y="11"/>
                  </a:lnTo>
                  <a:lnTo>
                    <a:pt x="866" y="0"/>
                  </a:lnTo>
                  <a:lnTo>
                    <a:pt x="7"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Freeform 12"/>
            <p:cNvSpPr/>
            <p:nvPr/>
          </p:nvSpPr>
          <p:spPr bwMode="auto">
            <a:xfrm>
              <a:off x="9489835" y="3817125"/>
              <a:ext cx="1541765" cy="180137"/>
            </a:xfrm>
            <a:custGeom>
              <a:avLst/>
              <a:gdLst>
                <a:gd name="T0" fmla="*/ 0 w 873"/>
                <a:gd name="T1" fmla="*/ 0 h 102"/>
                <a:gd name="T2" fmla="*/ 2 w 873"/>
                <a:gd name="T3" fmla="*/ 21 h 102"/>
                <a:gd name="T4" fmla="*/ 5 w 873"/>
                <a:gd name="T5" fmla="*/ 43 h 102"/>
                <a:gd name="T6" fmla="*/ 7 w 873"/>
                <a:gd name="T7" fmla="*/ 64 h 102"/>
                <a:gd name="T8" fmla="*/ 14 w 873"/>
                <a:gd name="T9" fmla="*/ 86 h 102"/>
                <a:gd name="T10" fmla="*/ 19 w 873"/>
                <a:gd name="T11" fmla="*/ 102 h 102"/>
                <a:gd name="T12" fmla="*/ 854 w 873"/>
                <a:gd name="T13" fmla="*/ 102 h 102"/>
                <a:gd name="T14" fmla="*/ 859 w 873"/>
                <a:gd name="T15" fmla="*/ 86 h 102"/>
                <a:gd name="T16" fmla="*/ 864 w 873"/>
                <a:gd name="T17" fmla="*/ 64 h 102"/>
                <a:gd name="T18" fmla="*/ 869 w 873"/>
                <a:gd name="T19" fmla="*/ 43 h 102"/>
                <a:gd name="T20" fmla="*/ 871 w 873"/>
                <a:gd name="T21" fmla="*/ 21 h 102"/>
                <a:gd name="T22" fmla="*/ 873 w 873"/>
                <a:gd name="T23" fmla="*/ 0 h 102"/>
                <a:gd name="T24" fmla="*/ 0 w 873"/>
                <a:gd name="T2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102">
                  <a:moveTo>
                    <a:pt x="0" y="0"/>
                  </a:moveTo>
                  <a:lnTo>
                    <a:pt x="2" y="21"/>
                  </a:lnTo>
                  <a:lnTo>
                    <a:pt x="5" y="43"/>
                  </a:lnTo>
                  <a:lnTo>
                    <a:pt x="7" y="64"/>
                  </a:lnTo>
                  <a:lnTo>
                    <a:pt x="14" y="86"/>
                  </a:lnTo>
                  <a:lnTo>
                    <a:pt x="19" y="102"/>
                  </a:lnTo>
                  <a:lnTo>
                    <a:pt x="854" y="102"/>
                  </a:lnTo>
                  <a:lnTo>
                    <a:pt x="859" y="86"/>
                  </a:lnTo>
                  <a:lnTo>
                    <a:pt x="864" y="64"/>
                  </a:lnTo>
                  <a:lnTo>
                    <a:pt x="869" y="43"/>
                  </a:lnTo>
                  <a:lnTo>
                    <a:pt x="871" y="21"/>
                  </a:lnTo>
                  <a:lnTo>
                    <a:pt x="873"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Freeform 13"/>
            <p:cNvSpPr/>
            <p:nvPr/>
          </p:nvSpPr>
          <p:spPr bwMode="auto">
            <a:xfrm>
              <a:off x="9523391" y="3997262"/>
              <a:ext cx="1474655" cy="185436"/>
            </a:xfrm>
            <a:custGeom>
              <a:avLst/>
              <a:gdLst>
                <a:gd name="T0" fmla="*/ 0 w 835"/>
                <a:gd name="T1" fmla="*/ 0 h 105"/>
                <a:gd name="T2" fmla="*/ 0 w 835"/>
                <a:gd name="T3" fmla="*/ 5 h 105"/>
                <a:gd name="T4" fmla="*/ 14 w 835"/>
                <a:gd name="T5" fmla="*/ 43 h 105"/>
                <a:gd name="T6" fmla="*/ 33 w 835"/>
                <a:gd name="T7" fmla="*/ 83 h 105"/>
                <a:gd name="T8" fmla="*/ 48 w 835"/>
                <a:gd name="T9" fmla="*/ 105 h 105"/>
                <a:gd name="T10" fmla="*/ 788 w 835"/>
                <a:gd name="T11" fmla="*/ 105 h 105"/>
                <a:gd name="T12" fmla="*/ 802 w 835"/>
                <a:gd name="T13" fmla="*/ 83 h 105"/>
                <a:gd name="T14" fmla="*/ 819 w 835"/>
                <a:gd name="T15" fmla="*/ 43 h 105"/>
                <a:gd name="T16" fmla="*/ 833 w 835"/>
                <a:gd name="T17" fmla="*/ 5 h 105"/>
                <a:gd name="T18" fmla="*/ 835 w 835"/>
                <a:gd name="T19" fmla="*/ 0 h 105"/>
                <a:gd name="T20" fmla="*/ 0 w 835"/>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105">
                  <a:moveTo>
                    <a:pt x="0" y="0"/>
                  </a:moveTo>
                  <a:lnTo>
                    <a:pt x="0" y="5"/>
                  </a:lnTo>
                  <a:lnTo>
                    <a:pt x="14" y="43"/>
                  </a:lnTo>
                  <a:lnTo>
                    <a:pt x="33" y="83"/>
                  </a:lnTo>
                  <a:lnTo>
                    <a:pt x="48" y="105"/>
                  </a:lnTo>
                  <a:lnTo>
                    <a:pt x="788" y="105"/>
                  </a:lnTo>
                  <a:lnTo>
                    <a:pt x="802" y="83"/>
                  </a:lnTo>
                  <a:lnTo>
                    <a:pt x="819" y="43"/>
                  </a:lnTo>
                  <a:lnTo>
                    <a:pt x="833" y="5"/>
                  </a:lnTo>
                  <a:lnTo>
                    <a:pt x="835"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2" name="Freeform 14"/>
            <p:cNvSpPr/>
            <p:nvPr/>
          </p:nvSpPr>
          <p:spPr bwMode="auto">
            <a:xfrm>
              <a:off x="9608161" y="4182698"/>
              <a:ext cx="1306880" cy="180137"/>
            </a:xfrm>
            <a:custGeom>
              <a:avLst/>
              <a:gdLst>
                <a:gd name="T0" fmla="*/ 0 w 740"/>
                <a:gd name="T1" fmla="*/ 0 h 102"/>
                <a:gd name="T2" fmla="*/ 7 w 740"/>
                <a:gd name="T3" fmla="*/ 14 h 102"/>
                <a:gd name="T4" fmla="*/ 33 w 740"/>
                <a:gd name="T5" fmla="*/ 47 h 102"/>
                <a:gd name="T6" fmla="*/ 61 w 740"/>
                <a:gd name="T7" fmla="*/ 78 h 102"/>
                <a:gd name="T8" fmla="*/ 88 w 740"/>
                <a:gd name="T9" fmla="*/ 102 h 102"/>
                <a:gd name="T10" fmla="*/ 652 w 740"/>
                <a:gd name="T11" fmla="*/ 102 h 102"/>
                <a:gd name="T12" fmla="*/ 678 w 740"/>
                <a:gd name="T13" fmla="*/ 78 h 102"/>
                <a:gd name="T14" fmla="*/ 706 w 740"/>
                <a:gd name="T15" fmla="*/ 47 h 102"/>
                <a:gd name="T16" fmla="*/ 730 w 740"/>
                <a:gd name="T17" fmla="*/ 14 h 102"/>
                <a:gd name="T18" fmla="*/ 740 w 740"/>
                <a:gd name="T19" fmla="*/ 0 h 102"/>
                <a:gd name="T20" fmla="*/ 0 w 740"/>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0" h="102">
                  <a:moveTo>
                    <a:pt x="0" y="0"/>
                  </a:moveTo>
                  <a:lnTo>
                    <a:pt x="7" y="14"/>
                  </a:lnTo>
                  <a:lnTo>
                    <a:pt x="33" y="47"/>
                  </a:lnTo>
                  <a:lnTo>
                    <a:pt x="61" y="78"/>
                  </a:lnTo>
                  <a:lnTo>
                    <a:pt x="88" y="102"/>
                  </a:lnTo>
                  <a:lnTo>
                    <a:pt x="652" y="102"/>
                  </a:lnTo>
                  <a:lnTo>
                    <a:pt x="678" y="78"/>
                  </a:lnTo>
                  <a:lnTo>
                    <a:pt x="706" y="47"/>
                  </a:lnTo>
                  <a:lnTo>
                    <a:pt x="730" y="14"/>
                  </a:lnTo>
                  <a:lnTo>
                    <a:pt x="740"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3" name="Freeform 15"/>
            <p:cNvSpPr/>
            <p:nvPr/>
          </p:nvSpPr>
          <p:spPr bwMode="auto">
            <a:xfrm>
              <a:off x="9763573" y="4362836"/>
              <a:ext cx="996053" cy="185436"/>
            </a:xfrm>
            <a:custGeom>
              <a:avLst/>
              <a:gdLst>
                <a:gd name="T0" fmla="*/ 0 w 564"/>
                <a:gd name="T1" fmla="*/ 0 h 105"/>
                <a:gd name="T2" fmla="*/ 4 w 564"/>
                <a:gd name="T3" fmla="*/ 5 h 105"/>
                <a:gd name="T4" fmla="*/ 38 w 564"/>
                <a:gd name="T5" fmla="*/ 29 h 105"/>
                <a:gd name="T6" fmla="*/ 73 w 564"/>
                <a:gd name="T7" fmla="*/ 50 h 105"/>
                <a:gd name="T8" fmla="*/ 112 w 564"/>
                <a:gd name="T9" fmla="*/ 69 h 105"/>
                <a:gd name="T10" fmla="*/ 152 w 564"/>
                <a:gd name="T11" fmla="*/ 83 h 105"/>
                <a:gd name="T12" fmla="*/ 173 w 564"/>
                <a:gd name="T13" fmla="*/ 88 h 105"/>
                <a:gd name="T14" fmla="*/ 195 w 564"/>
                <a:gd name="T15" fmla="*/ 95 h 105"/>
                <a:gd name="T16" fmla="*/ 216 w 564"/>
                <a:gd name="T17" fmla="*/ 97 h 105"/>
                <a:gd name="T18" fmla="*/ 238 w 564"/>
                <a:gd name="T19" fmla="*/ 100 h 105"/>
                <a:gd name="T20" fmla="*/ 259 w 564"/>
                <a:gd name="T21" fmla="*/ 102 h 105"/>
                <a:gd name="T22" fmla="*/ 280 w 564"/>
                <a:gd name="T23" fmla="*/ 105 h 105"/>
                <a:gd name="T24" fmla="*/ 304 w 564"/>
                <a:gd name="T25" fmla="*/ 102 h 105"/>
                <a:gd name="T26" fmla="*/ 326 w 564"/>
                <a:gd name="T27" fmla="*/ 100 h 105"/>
                <a:gd name="T28" fmla="*/ 347 w 564"/>
                <a:gd name="T29" fmla="*/ 97 h 105"/>
                <a:gd name="T30" fmla="*/ 369 w 564"/>
                <a:gd name="T31" fmla="*/ 95 h 105"/>
                <a:gd name="T32" fmla="*/ 390 w 564"/>
                <a:gd name="T33" fmla="*/ 88 h 105"/>
                <a:gd name="T34" fmla="*/ 411 w 564"/>
                <a:gd name="T35" fmla="*/ 83 h 105"/>
                <a:gd name="T36" fmla="*/ 452 w 564"/>
                <a:gd name="T37" fmla="*/ 69 h 105"/>
                <a:gd name="T38" fmla="*/ 490 w 564"/>
                <a:gd name="T39" fmla="*/ 50 h 105"/>
                <a:gd name="T40" fmla="*/ 526 w 564"/>
                <a:gd name="T41" fmla="*/ 29 h 105"/>
                <a:gd name="T42" fmla="*/ 559 w 564"/>
                <a:gd name="T43" fmla="*/ 5 h 105"/>
                <a:gd name="T44" fmla="*/ 564 w 564"/>
                <a:gd name="T45" fmla="*/ 0 h 105"/>
                <a:gd name="T46" fmla="*/ 0 w 564"/>
                <a:gd name="T4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4" h="105">
                  <a:moveTo>
                    <a:pt x="0" y="0"/>
                  </a:moveTo>
                  <a:lnTo>
                    <a:pt x="4" y="5"/>
                  </a:lnTo>
                  <a:lnTo>
                    <a:pt x="38" y="29"/>
                  </a:lnTo>
                  <a:lnTo>
                    <a:pt x="73" y="50"/>
                  </a:lnTo>
                  <a:lnTo>
                    <a:pt x="112" y="69"/>
                  </a:lnTo>
                  <a:lnTo>
                    <a:pt x="152" y="83"/>
                  </a:lnTo>
                  <a:lnTo>
                    <a:pt x="173" y="88"/>
                  </a:lnTo>
                  <a:lnTo>
                    <a:pt x="195" y="95"/>
                  </a:lnTo>
                  <a:lnTo>
                    <a:pt x="216" y="97"/>
                  </a:lnTo>
                  <a:lnTo>
                    <a:pt x="238" y="100"/>
                  </a:lnTo>
                  <a:lnTo>
                    <a:pt x="259" y="102"/>
                  </a:lnTo>
                  <a:lnTo>
                    <a:pt x="280" y="105"/>
                  </a:lnTo>
                  <a:lnTo>
                    <a:pt x="304" y="102"/>
                  </a:lnTo>
                  <a:lnTo>
                    <a:pt x="326" y="100"/>
                  </a:lnTo>
                  <a:lnTo>
                    <a:pt x="347" y="97"/>
                  </a:lnTo>
                  <a:lnTo>
                    <a:pt x="369" y="95"/>
                  </a:lnTo>
                  <a:lnTo>
                    <a:pt x="390" y="88"/>
                  </a:lnTo>
                  <a:lnTo>
                    <a:pt x="411" y="83"/>
                  </a:lnTo>
                  <a:lnTo>
                    <a:pt x="452" y="69"/>
                  </a:lnTo>
                  <a:lnTo>
                    <a:pt x="490" y="50"/>
                  </a:lnTo>
                  <a:lnTo>
                    <a:pt x="526" y="29"/>
                  </a:lnTo>
                  <a:lnTo>
                    <a:pt x="559" y="5"/>
                  </a:lnTo>
                  <a:lnTo>
                    <a:pt x="564" y="0"/>
                  </a:lnTo>
                  <a:lnTo>
                    <a:pt x="0" y="0"/>
                  </a:lnTo>
                  <a:close/>
                </a:path>
              </a:pathLst>
            </a:cu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94" name="Group 93"/>
            <p:cNvGrpSpPr/>
            <p:nvPr/>
          </p:nvGrpSpPr>
          <p:grpSpPr>
            <a:xfrm rot="10800000">
              <a:off x="9796596" y="1845408"/>
              <a:ext cx="930008" cy="876660"/>
              <a:chOff x="6633262" y="3693515"/>
              <a:chExt cx="1154243" cy="1088035"/>
            </a:xfrm>
          </p:grpSpPr>
          <p:sp>
            <p:nvSpPr>
              <p:cNvPr id="95" name="Freeform 31"/>
              <p:cNvSpPr/>
              <p:nvPr/>
            </p:nvSpPr>
            <p:spPr bwMode="auto">
              <a:xfrm>
                <a:off x="6633262" y="3693515"/>
                <a:ext cx="1154243" cy="223603"/>
              </a:xfrm>
              <a:custGeom>
                <a:avLst/>
                <a:gdLst>
                  <a:gd name="T0" fmla="*/ 0 w 440"/>
                  <a:gd name="T1" fmla="*/ 0 h 93"/>
                  <a:gd name="T2" fmla="*/ 92 w 440"/>
                  <a:gd name="T3" fmla="*/ 70 h 93"/>
                  <a:gd name="T4" fmla="*/ 375 w 440"/>
                  <a:gd name="T5" fmla="*/ 62 h 93"/>
                  <a:gd name="T6" fmla="*/ 425 w 440"/>
                  <a:gd name="T7" fmla="*/ 32 h 93"/>
                  <a:gd name="T8" fmla="*/ 433 w 440"/>
                  <a:gd name="T9" fmla="*/ 4 h 93"/>
                  <a:gd name="T10" fmla="*/ 258 w 440"/>
                  <a:gd name="T11" fmla="*/ 62 h 93"/>
                  <a:gd name="T12" fmla="*/ 51 w 440"/>
                  <a:gd name="T13" fmla="*/ 30 h 93"/>
                  <a:gd name="T14" fmla="*/ 0 w 44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0" h="93">
                    <a:moveTo>
                      <a:pt x="0" y="0"/>
                    </a:moveTo>
                    <a:cubicBezTo>
                      <a:pt x="13" y="39"/>
                      <a:pt x="53" y="63"/>
                      <a:pt x="92" y="70"/>
                    </a:cubicBezTo>
                    <a:cubicBezTo>
                      <a:pt x="185" y="93"/>
                      <a:pt x="284" y="89"/>
                      <a:pt x="375" y="62"/>
                    </a:cubicBezTo>
                    <a:cubicBezTo>
                      <a:pt x="394" y="56"/>
                      <a:pt x="414" y="49"/>
                      <a:pt x="425" y="32"/>
                    </a:cubicBezTo>
                    <a:cubicBezTo>
                      <a:pt x="431" y="27"/>
                      <a:pt x="440" y="5"/>
                      <a:pt x="433" y="4"/>
                    </a:cubicBezTo>
                    <a:cubicBezTo>
                      <a:pt x="384" y="44"/>
                      <a:pt x="320" y="58"/>
                      <a:pt x="258" y="62"/>
                    </a:cubicBezTo>
                    <a:cubicBezTo>
                      <a:pt x="188" y="64"/>
                      <a:pt x="115" y="60"/>
                      <a:pt x="51" y="30"/>
                    </a:cubicBezTo>
                    <a:cubicBezTo>
                      <a:pt x="33" y="22"/>
                      <a:pt x="16" y="12"/>
                      <a:pt x="0" y="0"/>
                    </a:cubicBezTo>
                    <a:close/>
                  </a:path>
                </a:pathLst>
              </a:custGeom>
              <a:solidFill>
                <a:srgbClr val="D7DE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6" name="Freeform 32"/>
              <p:cNvSpPr/>
              <p:nvPr/>
            </p:nvSpPr>
            <p:spPr bwMode="auto">
              <a:xfrm>
                <a:off x="6927613" y="4536709"/>
                <a:ext cx="595519" cy="244841"/>
              </a:xfrm>
              <a:custGeom>
                <a:avLst/>
                <a:gdLst>
                  <a:gd name="T0" fmla="*/ 227 w 227"/>
                  <a:gd name="T1" fmla="*/ 5 h 102"/>
                  <a:gd name="T2" fmla="*/ 179 w 227"/>
                  <a:gd name="T3" fmla="*/ 76 h 102"/>
                  <a:gd name="T4" fmla="*/ 39 w 227"/>
                  <a:gd name="T5" fmla="*/ 68 h 102"/>
                  <a:gd name="T6" fmla="*/ 0 w 227"/>
                  <a:gd name="T7" fmla="*/ 0 h 102"/>
                  <a:gd name="T8" fmla="*/ 227 w 227"/>
                  <a:gd name="T9" fmla="*/ 5 h 102"/>
                </a:gdLst>
                <a:ahLst/>
                <a:cxnLst>
                  <a:cxn ang="0">
                    <a:pos x="T0" y="T1"/>
                  </a:cxn>
                  <a:cxn ang="0">
                    <a:pos x="T2" y="T3"/>
                  </a:cxn>
                  <a:cxn ang="0">
                    <a:pos x="T4" y="T5"/>
                  </a:cxn>
                  <a:cxn ang="0">
                    <a:pos x="T6" y="T7"/>
                  </a:cxn>
                  <a:cxn ang="0">
                    <a:pos x="T8" y="T9"/>
                  </a:cxn>
                </a:cxnLst>
                <a:rect l="0" t="0" r="r" b="b"/>
                <a:pathLst>
                  <a:path w="226" h="102">
                    <a:moveTo>
                      <a:pt x="227" y="5"/>
                    </a:moveTo>
                    <a:cubicBezTo>
                      <a:pt x="211" y="29"/>
                      <a:pt x="195" y="52"/>
                      <a:pt x="179" y="76"/>
                    </a:cubicBezTo>
                    <a:cubicBezTo>
                      <a:pt x="161" y="82"/>
                      <a:pt x="93" y="102"/>
                      <a:pt x="39" y="68"/>
                    </a:cubicBezTo>
                    <a:cubicBezTo>
                      <a:pt x="26" y="45"/>
                      <a:pt x="13" y="23"/>
                      <a:pt x="0" y="0"/>
                    </a:cubicBezTo>
                    <a:cubicBezTo>
                      <a:pt x="82" y="43"/>
                      <a:pt x="211" y="12"/>
                      <a:pt x="227" y="5"/>
                    </a:cubicBezTo>
                    <a:close/>
                  </a:path>
                </a:pathLst>
              </a:custGeom>
              <a:solidFill>
                <a:srgbClr val="0C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97" name="Group 96"/>
              <p:cNvGrpSpPr/>
              <p:nvPr/>
            </p:nvGrpSpPr>
            <p:grpSpPr>
              <a:xfrm>
                <a:off x="6641438" y="3789700"/>
                <a:ext cx="1120173" cy="960621"/>
                <a:chOff x="6641438" y="3789700"/>
                <a:chExt cx="1120173" cy="960621"/>
              </a:xfrm>
            </p:grpSpPr>
            <p:sp>
              <p:nvSpPr>
                <p:cNvPr id="100" name="Freeform 99"/>
                <p:cNvSpPr/>
                <p:nvPr/>
              </p:nvSpPr>
              <p:spPr bwMode="auto">
                <a:xfrm>
                  <a:off x="6916711" y="4524218"/>
                  <a:ext cx="618685" cy="226103"/>
                </a:xfrm>
                <a:custGeom>
                  <a:avLst/>
                  <a:gdLst>
                    <a:gd name="T0" fmla="*/ 231 w 236"/>
                    <a:gd name="T1" fmla="*/ 10 h 94"/>
                    <a:gd name="T2" fmla="*/ 229 w 236"/>
                    <a:gd name="T3" fmla="*/ 9 h 94"/>
                    <a:gd name="T4" fmla="*/ 181 w 236"/>
                    <a:gd name="T5" fmla="*/ 80 h 94"/>
                    <a:gd name="T6" fmla="*/ 183 w 236"/>
                    <a:gd name="T7" fmla="*/ 81 h 94"/>
                    <a:gd name="T8" fmla="*/ 182 w 236"/>
                    <a:gd name="T9" fmla="*/ 79 h 94"/>
                    <a:gd name="T10" fmla="*/ 115 w 236"/>
                    <a:gd name="T11" fmla="*/ 91 h 94"/>
                    <a:gd name="T12" fmla="*/ 44 w 236"/>
                    <a:gd name="T13" fmla="*/ 72 h 94"/>
                    <a:gd name="T14" fmla="*/ 43 w 236"/>
                    <a:gd name="T15" fmla="*/ 73 h 94"/>
                    <a:gd name="T16" fmla="*/ 45 w 236"/>
                    <a:gd name="T17" fmla="*/ 72 h 94"/>
                    <a:gd name="T18" fmla="*/ 6 w 236"/>
                    <a:gd name="T19" fmla="*/ 4 h 94"/>
                    <a:gd name="T20" fmla="*/ 4 w 236"/>
                    <a:gd name="T21" fmla="*/ 5 h 94"/>
                    <a:gd name="T22" fmla="*/ 3 w 236"/>
                    <a:gd name="T23" fmla="*/ 6 h 94"/>
                    <a:gd name="T24" fmla="*/ 113 w 236"/>
                    <a:gd name="T25" fmla="*/ 29 h 94"/>
                    <a:gd name="T26" fmla="*/ 190 w 236"/>
                    <a:gd name="T27" fmla="*/ 22 h 94"/>
                    <a:gd name="T28" fmla="*/ 217 w 236"/>
                    <a:gd name="T29" fmla="*/ 16 h 94"/>
                    <a:gd name="T30" fmla="*/ 231 w 236"/>
                    <a:gd name="T31" fmla="*/ 12 h 94"/>
                    <a:gd name="T32" fmla="*/ 231 w 236"/>
                    <a:gd name="T33" fmla="*/ 10 h 94"/>
                    <a:gd name="T34" fmla="*/ 229 w 236"/>
                    <a:gd name="T35" fmla="*/ 9 h 94"/>
                    <a:gd name="T36" fmla="*/ 231 w 236"/>
                    <a:gd name="T37" fmla="*/ 10 h 94"/>
                    <a:gd name="T38" fmla="*/ 230 w 236"/>
                    <a:gd name="T39" fmla="*/ 8 h 94"/>
                    <a:gd name="T40" fmla="*/ 216 w 236"/>
                    <a:gd name="T41" fmla="*/ 13 h 94"/>
                    <a:gd name="T42" fmla="*/ 113 w 236"/>
                    <a:gd name="T43" fmla="*/ 25 h 94"/>
                    <a:gd name="T44" fmla="*/ 5 w 236"/>
                    <a:gd name="T45" fmla="*/ 3 h 94"/>
                    <a:gd name="T46" fmla="*/ 0 w 236"/>
                    <a:gd name="T47" fmla="*/ 0 h 94"/>
                    <a:gd name="T48" fmla="*/ 3 w 236"/>
                    <a:gd name="T49" fmla="*/ 6 h 94"/>
                    <a:gd name="T50" fmla="*/ 42 w 236"/>
                    <a:gd name="T51" fmla="*/ 74 h 94"/>
                    <a:gd name="T52" fmla="*/ 42 w 236"/>
                    <a:gd name="T53" fmla="*/ 75 h 94"/>
                    <a:gd name="T54" fmla="*/ 42 w 236"/>
                    <a:gd name="T55" fmla="*/ 75 h 94"/>
                    <a:gd name="T56" fmla="*/ 115 w 236"/>
                    <a:gd name="T57" fmla="*/ 94 h 94"/>
                    <a:gd name="T58" fmla="*/ 183 w 236"/>
                    <a:gd name="T59" fmla="*/ 83 h 94"/>
                    <a:gd name="T60" fmla="*/ 184 w 236"/>
                    <a:gd name="T61" fmla="*/ 83 h 94"/>
                    <a:gd name="T62" fmla="*/ 184 w 236"/>
                    <a:gd name="T63" fmla="*/ 82 h 94"/>
                    <a:gd name="T64" fmla="*/ 232 w 236"/>
                    <a:gd name="T65" fmla="*/ 11 h 94"/>
                    <a:gd name="T66" fmla="*/ 236 w 236"/>
                    <a:gd name="T67" fmla="*/ 6 h 94"/>
                    <a:gd name="T68" fmla="*/ 230 w 236"/>
                    <a:gd name="T69" fmla="*/ 8 h 94"/>
                    <a:gd name="T70" fmla="*/ 231 w 236"/>
                    <a:gd name="T71" fmla="*/ 1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6" h="94">
                      <a:moveTo>
                        <a:pt x="231" y="10"/>
                      </a:moveTo>
                      <a:cubicBezTo>
                        <a:pt x="229" y="9"/>
                        <a:pt x="229" y="9"/>
                        <a:pt x="229" y="9"/>
                      </a:cubicBezTo>
                      <a:cubicBezTo>
                        <a:pt x="213" y="33"/>
                        <a:pt x="197" y="56"/>
                        <a:pt x="181" y="80"/>
                      </a:cubicBezTo>
                      <a:cubicBezTo>
                        <a:pt x="183" y="81"/>
                        <a:pt x="183" y="81"/>
                        <a:pt x="183" y="81"/>
                      </a:cubicBezTo>
                      <a:cubicBezTo>
                        <a:pt x="182" y="79"/>
                        <a:pt x="182" y="79"/>
                        <a:pt x="182" y="79"/>
                      </a:cubicBezTo>
                      <a:cubicBezTo>
                        <a:pt x="172" y="83"/>
                        <a:pt x="146" y="91"/>
                        <a:pt x="115" y="91"/>
                      </a:cubicBezTo>
                      <a:cubicBezTo>
                        <a:pt x="92" y="91"/>
                        <a:pt x="67" y="86"/>
                        <a:pt x="44" y="72"/>
                      </a:cubicBezTo>
                      <a:cubicBezTo>
                        <a:pt x="43" y="73"/>
                        <a:pt x="43" y="73"/>
                        <a:pt x="43" y="73"/>
                      </a:cubicBezTo>
                      <a:cubicBezTo>
                        <a:pt x="45" y="72"/>
                        <a:pt x="45" y="72"/>
                        <a:pt x="45" y="72"/>
                      </a:cubicBezTo>
                      <a:cubicBezTo>
                        <a:pt x="32" y="50"/>
                        <a:pt x="19" y="27"/>
                        <a:pt x="6" y="4"/>
                      </a:cubicBezTo>
                      <a:cubicBezTo>
                        <a:pt x="4" y="5"/>
                        <a:pt x="4" y="5"/>
                        <a:pt x="4" y="5"/>
                      </a:cubicBezTo>
                      <a:cubicBezTo>
                        <a:pt x="3" y="6"/>
                        <a:pt x="3" y="6"/>
                        <a:pt x="3" y="6"/>
                      </a:cubicBezTo>
                      <a:cubicBezTo>
                        <a:pt x="36" y="24"/>
                        <a:pt x="76" y="29"/>
                        <a:pt x="113" y="29"/>
                      </a:cubicBezTo>
                      <a:cubicBezTo>
                        <a:pt x="142" y="29"/>
                        <a:pt x="169" y="26"/>
                        <a:pt x="190" y="22"/>
                      </a:cubicBezTo>
                      <a:cubicBezTo>
                        <a:pt x="201" y="20"/>
                        <a:pt x="210" y="18"/>
                        <a:pt x="217" y="16"/>
                      </a:cubicBezTo>
                      <a:cubicBezTo>
                        <a:pt x="224" y="14"/>
                        <a:pt x="229" y="13"/>
                        <a:pt x="231" y="12"/>
                      </a:cubicBezTo>
                      <a:cubicBezTo>
                        <a:pt x="231" y="10"/>
                        <a:pt x="231" y="10"/>
                        <a:pt x="231" y="10"/>
                      </a:cubicBezTo>
                      <a:cubicBezTo>
                        <a:pt x="229" y="9"/>
                        <a:pt x="229" y="9"/>
                        <a:pt x="229" y="9"/>
                      </a:cubicBezTo>
                      <a:cubicBezTo>
                        <a:pt x="231" y="10"/>
                        <a:pt x="231" y="10"/>
                        <a:pt x="231" y="10"/>
                      </a:cubicBezTo>
                      <a:cubicBezTo>
                        <a:pt x="230" y="8"/>
                        <a:pt x="230" y="8"/>
                        <a:pt x="230" y="8"/>
                      </a:cubicBezTo>
                      <a:cubicBezTo>
                        <a:pt x="228" y="9"/>
                        <a:pt x="223" y="11"/>
                        <a:pt x="216" y="13"/>
                      </a:cubicBezTo>
                      <a:cubicBezTo>
                        <a:pt x="195" y="18"/>
                        <a:pt x="156" y="25"/>
                        <a:pt x="113" y="25"/>
                      </a:cubicBezTo>
                      <a:cubicBezTo>
                        <a:pt x="77" y="26"/>
                        <a:pt x="37" y="20"/>
                        <a:pt x="5" y="3"/>
                      </a:cubicBezTo>
                      <a:cubicBezTo>
                        <a:pt x="0" y="0"/>
                        <a:pt x="0" y="0"/>
                        <a:pt x="0" y="0"/>
                      </a:cubicBezTo>
                      <a:cubicBezTo>
                        <a:pt x="3" y="6"/>
                        <a:pt x="3" y="6"/>
                        <a:pt x="3" y="6"/>
                      </a:cubicBezTo>
                      <a:cubicBezTo>
                        <a:pt x="16" y="29"/>
                        <a:pt x="29" y="51"/>
                        <a:pt x="42" y="74"/>
                      </a:cubicBezTo>
                      <a:cubicBezTo>
                        <a:pt x="42" y="75"/>
                        <a:pt x="42" y="75"/>
                        <a:pt x="42" y="75"/>
                      </a:cubicBezTo>
                      <a:cubicBezTo>
                        <a:pt x="42" y="75"/>
                        <a:pt x="42" y="75"/>
                        <a:pt x="42" y="75"/>
                      </a:cubicBezTo>
                      <a:cubicBezTo>
                        <a:pt x="66" y="90"/>
                        <a:pt x="92" y="94"/>
                        <a:pt x="115" y="94"/>
                      </a:cubicBezTo>
                      <a:cubicBezTo>
                        <a:pt x="146" y="94"/>
                        <a:pt x="173" y="86"/>
                        <a:pt x="183" y="83"/>
                      </a:cubicBezTo>
                      <a:cubicBezTo>
                        <a:pt x="184" y="83"/>
                        <a:pt x="184" y="83"/>
                        <a:pt x="184" y="83"/>
                      </a:cubicBezTo>
                      <a:cubicBezTo>
                        <a:pt x="184" y="82"/>
                        <a:pt x="184" y="82"/>
                        <a:pt x="184" y="82"/>
                      </a:cubicBezTo>
                      <a:cubicBezTo>
                        <a:pt x="200" y="58"/>
                        <a:pt x="216" y="35"/>
                        <a:pt x="232" y="11"/>
                      </a:cubicBezTo>
                      <a:cubicBezTo>
                        <a:pt x="236" y="6"/>
                        <a:pt x="236" y="6"/>
                        <a:pt x="236" y="6"/>
                      </a:cubicBezTo>
                      <a:cubicBezTo>
                        <a:pt x="230" y="8"/>
                        <a:pt x="230" y="8"/>
                        <a:pt x="230" y="8"/>
                      </a:cubicBezTo>
                      <a:lnTo>
                        <a:pt x="231" y="1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1" name="Freeform 100"/>
                <p:cNvSpPr/>
                <p:nvPr/>
              </p:nvSpPr>
              <p:spPr bwMode="auto">
                <a:xfrm>
                  <a:off x="6641438" y="3789700"/>
                  <a:ext cx="1120173" cy="796976"/>
                </a:xfrm>
                <a:custGeom>
                  <a:avLst/>
                  <a:gdLst>
                    <a:gd name="T0" fmla="*/ 412 w 427"/>
                    <a:gd name="T1" fmla="*/ 4 h 332"/>
                    <a:gd name="T2" fmla="*/ 416 w 427"/>
                    <a:gd name="T3" fmla="*/ 30 h 332"/>
                    <a:gd name="T4" fmla="*/ 427 w 427"/>
                    <a:gd name="T5" fmla="*/ 34 h 332"/>
                    <a:gd name="T6" fmla="*/ 427 w 427"/>
                    <a:gd name="T7" fmla="*/ 50 h 332"/>
                    <a:gd name="T8" fmla="*/ 416 w 427"/>
                    <a:gd name="T9" fmla="*/ 54 h 332"/>
                    <a:gd name="T10" fmla="*/ 413 w 427"/>
                    <a:gd name="T11" fmla="*/ 84 h 332"/>
                    <a:gd name="T12" fmla="*/ 421 w 427"/>
                    <a:gd name="T13" fmla="*/ 85 h 332"/>
                    <a:gd name="T14" fmla="*/ 420 w 427"/>
                    <a:gd name="T15" fmla="*/ 110 h 332"/>
                    <a:gd name="T16" fmla="*/ 411 w 427"/>
                    <a:gd name="T17" fmla="*/ 119 h 332"/>
                    <a:gd name="T18" fmla="*/ 413 w 427"/>
                    <a:gd name="T19" fmla="*/ 132 h 332"/>
                    <a:gd name="T20" fmla="*/ 426 w 427"/>
                    <a:gd name="T21" fmla="*/ 144 h 332"/>
                    <a:gd name="T22" fmla="*/ 425 w 427"/>
                    <a:gd name="T23" fmla="*/ 156 h 332"/>
                    <a:gd name="T24" fmla="*/ 416 w 427"/>
                    <a:gd name="T25" fmla="*/ 166 h 332"/>
                    <a:gd name="T26" fmla="*/ 413 w 427"/>
                    <a:gd name="T27" fmla="*/ 171 h 332"/>
                    <a:gd name="T28" fmla="*/ 410 w 427"/>
                    <a:gd name="T29" fmla="*/ 180 h 332"/>
                    <a:gd name="T30" fmla="*/ 411 w 427"/>
                    <a:gd name="T31" fmla="*/ 191 h 332"/>
                    <a:gd name="T32" fmla="*/ 417 w 427"/>
                    <a:gd name="T33" fmla="*/ 200 h 332"/>
                    <a:gd name="T34" fmla="*/ 415 w 427"/>
                    <a:gd name="T35" fmla="*/ 219 h 332"/>
                    <a:gd name="T36" fmla="*/ 351 w 427"/>
                    <a:gd name="T37" fmla="*/ 306 h 332"/>
                    <a:gd name="T38" fmla="*/ 337 w 427"/>
                    <a:gd name="T39" fmla="*/ 313 h 332"/>
                    <a:gd name="T40" fmla="*/ 301 w 427"/>
                    <a:gd name="T41" fmla="*/ 324 h 332"/>
                    <a:gd name="T42" fmla="*/ 235 w 427"/>
                    <a:gd name="T43" fmla="*/ 332 h 332"/>
                    <a:gd name="T44" fmla="*/ 195 w 427"/>
                    <a:gd name="T45" fmla="*/ 330 h 332"/>
                    <a:gd name="T46" fmla="*/ 162 w 427"/>
                    <a:gd name="T47" fmla="*/ 329 h 332"/>
                    <a:gd name="T48" fmla="*/ 119 w 427"/>
                    <a:gd name="T49" fmla="*/ 318 h 332"/>
                    <a:gd name="T50" fmla="*/ 105 w 427"/>
                    <a:gd name="T51" fmla="*/ 307 h 332"/>
                    <a:gd name="T52" fmla="*/ 68 w 427"/>
                    <a:gd name="T53" fmla="*/ 282 h 332"/>
                    <a:gd name="T54" fmla="*/ 10 w 427"/>
                    <a:gd name="T55" fmla="*/ 218 h 332"/>
                    <a:gd name="T56" fmla="*/ 10 w 427"/>
                    <a:gd name="T57" fmla="*/ 203 h 332"/>
                    <a:gd name="T58" fmla="*/ 20 w 427"/>
                    <a:gd name="T59" fmla="*/ 203 h 332"/>
                    <a:gd name="T60" fmla="*/ 15 w 427"/>
                    <a:gd name="T61" fmla="*/ 189 h 332"/>
                    <a:gd name="T62" fmla="*/ 1 w 427"/>
                    <a:gd name="T63" fmla="*/ 162 h 332"/>
                    <a:gd name="T64" fmla="*/ 1 w 427"/>
                    <a:gd name="T65" fmla="*/ 153 h 332"/>
                    <a:gd name="T66" fmla="*/ 19 w 427"/>
                    <a:gd name="T67" fmla="*/ 138 h 332"/>
                    <a:gd name="T68" fmla="*/ 3 w 427"/>
                    <a:gd name="T69" fmla="*/ 112 h 332"/>
                    <a:gd name="T70" fmla="*/ 2 w 427"/>
                    <a:gd name="T71" fmla="*/ 108 h 332"/>
                    <a:gd name="T72" fmla="*/ 18 w 427"/>
                    <a:gd name="T73" fmla="*/ 86 h 332"/>
                    <a:gd name="T74" fmla="*/ 14 w 427"/>
                    <a:gd name="T75" fmla="*/ 73 h 332"/>
                    <a:gd name="T76" fmla="*/ 3 w 427"/>
                    <a:gd name="T77" fmla="*/ 60 h 332"/>
                    <a:gd name="T78" fmla="*/ 0 w 427"/>
                    <a:gd name="T79" fmla="*/ 50 h 332"/>
                    <a:gd name="T80" fmla="*/ 14 w 427"/>
                    <a:gd name="T81" fmla="*/ 33 h 332"/>
                    <a:gd name="T82" fmla="*/ 13 w 427"/>
                    <a:gd name="T83" fmla="*/ 17 h 332"/>
                    <a:gd name="T84" fmla="*/ 8 w 427"/>
                    <a:gd name="T85" fmla="*/ 9 h 332"/>
                    <a:gd name="T86" fmla="*/ 9 w 427"/>
                    <a:gd name="T87" fmla="*/ 1 h 332"/>
                    <a:gd name="T88" fmla="*/ 17 w 427"/>
                    <a:gd name="T89" fmla="*/ 0 h 332"/>
                    <a:gd name="T90" fmla="*/ 55 w 427"/>
                    <a:gd name="T91" fmla="*/ 25 h 332"/>
                    <a:gd name="T92" fmla="*/ 412 w 427"/>
                    <a:gd name="T9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7" h="332">
                      <a:moveTo>
                        <a:pt x="412" y="4"/>
                      </a:moveTo>
                      <a:cubicBezTo>
                        <a:pt x="414" y="13"/>
                        <a:pt x="415" y="21"/>
                        <a:pt x="416" y="30"/>
                      </a:cubicBezTo>
                      <a:cubicBezTo>
                        <a:pt x="420" y="31"/>
                        <a:pt x="423" y="32"/>
                        <a:pt x="427" y="34"/>
                      </a:cubicBezTo>
                      <a:cubicBezTo>
                        <a:pt x="427" y="39"/>
                        <a:pt x="427" y="44"/>
                        <a:pt x="427" y="50"/>
                      </a:cubicBezTo>
                      <a:cubicBezTo>
                        <a:pt x="423" y="51"/>
                        <a:pt x="420" y="53"/>
                        <a:pt x="416" y="54"/>
                      </a:cubicBezTo>
                      <a:cubicBezTo>
                        <a:pt x="415" y="64"/>
                        <a:pt x="414" y="74"/>
                        <a:pt x="413" y="84"/>
                      </a:cubicBezTo>
                      <a:cubicBezTo>
                        <a:pt x="416" y="84"/>
                        <a:pt x="418" y="85"/>
                        <a:pt x="421" y="85"/>
                      </a:cubicBezTo>
                      <a:cubicBezTo>
                        <a:pt x="421" y="94"/>
                        <a:pt x="420" y="102"/>
                        <a:pt x="420" y="110"/>
                      </a:cubicBezTo>
                      <a:cubicBezTo>
                        <a:pt x="417" y="113"/>
                        <a:pt x="414" y="116"/>
                        <a:pt x="411" y="119"/>
                      </a:cubicBezTo>
                      <a:cubicBezTo>
                        <a:pt x="412" y="123"/>
                        <a:pt x="413" y="128"/>
                        <a:pt x="413" y="132"/>
                      </a:cubicBezTo>
                      <a:cubicBezTo>
                        <a:pt x="417" y="136"/>
                        <a:pt x="422" y="140"/>
                        <a:pt x="426" y="144"/>
                      </a:cubicBezTo>
                      <a:cubicBezTo>
                        <a:pt x="425" y="148"/>
                        <a:pt x="425" y="152"/>
                        <a:pt x="425" y="156"/>
                      </a:cubicBezTo>
                      <a:cubicBezTo>
                        <a:pt x="422" y="159"/>
                        <a:pt x="419" y="162"/>
                        <a:pt x="416" y="166"/>
                      </a:cubicBezTo>
                      <a:cubicBezTo>
                        <a:pt x="415" y="167"/>
                        <a:pt x="414" y="169"/>
                        <a:pt x="413" y="171"/>
                      </a:cubicBezTo>
                      <a:cubicBezTo>
                        <a:pt x="412" y="174"/>
                        <a:pt x="411" y="177"/>
                        <a:pt x="410" y="180"/>
                      </a:cubicBezTo>
                      <a:cubicBezTo>
                        <a:pt x="410" y="184"/>
                        <a:pt x="411" y="187"/>
                        <a:pt x="411" y="191"/>
                      </a:cubicBezTo>
                      <a:cubicBezTo>
                        <a:pt x="413" y="194"/>
                        <a:pt x="415" y="197"/>
                        <a:pt x="417" y="200"/>
                      </a:cubicBezTo>
                      <a:cubicBezTo>
                        <a:pt x="417" y="206"/>
                        <a:pt x="416" y="213"/>
                        <a:pt x="415" y="219"/>
                      </a:cubicBezTo>
                      <a:cubicBezTo>
                        <a:pt x="394" y="248"/>
                        <a:pt x="373" y="277"/>
                        <a:pt x="351" y="306"/>
                      </a:cubicBezTo>
                      <a:cubicBezTo>
                        <a:pt x="346" y="308"/>
                        <a:pt x="342" y="310"/>
                        <a:pt x="337" y="313"/>
                      </a:cubicBezTo>
                      <a:cubicBezTo>
                        <a:pt x="325" y="316"/>
                        <a:pt x="313" y="320"/>
                        <a:pt x="301" y="324"/>
                      </a:cubicBezTo>
                      <a:cubicBezTo>
                        <a:pt x="279" y="327"/>
                        <a:pt x="257" y="329"/>
                        <a:pt x="235" y="332"/>
                      </a:cubicBezTo>
                      <a:cubicBezTo>
                        <a:pt x="222" y="331"/>
                        <a:pt x="208" y="330"/>
                        <a:pt x="195" y="330"/>
                      </a:cubicBezTo>
                      <a:cubicBezTo>
                        <a:pt x="184" y="329"/>
                        <a:pt x="173" y="329"/>
                        <a:pt x="162" y="329"/>
                      </a:cubicBezTo>
                      <a:cubicBezTo>
                        <a:pt x="148" y="325"/>
                        <a:pt x="133" y="322"/>
                        <a:pt x="119" y="318"/>
                      </a:cubicBezTo>
                      <a:cubicBezTo>
                        <a:pt x="115" y="315"/>
                        <a:pt x="110" y="311"/>
                        <a:pt x="105" y="307"/>
                      </a:cubicBezTo>
                      <a:cubicBezTo>
                        <a:pt x="93" y="299"/>
                        <a:pt x="81" y="290"/>
                        <a:pt x="68" y="282"/>
                      </a:cubicBezTo>
                      <a:cubicBezTo>
                        <a:pt x="49" y="261"/>
                        <a:pt x="29" y="239"/>
                        <a:pt x="10" y="218"/>
                      </a:cubicBezTo>
                      <a:cubicBezTo>
                        <a:pt x="10" y="213"/>
                        <a:pt x="10" y="208"/>
                        <a:pt x="10" y="203"/>
                      </a:cubicBezTo>
                      <a:cubicBezTo>
                        <a:pt x="13" y="203"/>
                        <a:pt x="17" y="203"/>
                        <a:pt x="20" y="203"/>
                      </a:cubicBezTo>
                      <a:cubicBezTo>
                        <a:pt x="18" y="199"/>
                        <a:pt x="16" y="194"/>
                        <a:pt x="15" y="189"/>
                      </a:cubicBezTo>
                      <a:cubicBezTo>
                        <a:pt x="10" y="180"/>
                        <a:pt x="6" y="171"/>
                        <a:pt x="1" y="162"/>
                      </a:cubicBezTo>
                      <a:cubicBezTo>
                        <a:pt x="1" y="159"/>
                        <a:pt x="1" y="156"/>
                        <a:pt x="1" y="153"/>
                      </a:cubicBezTo>
                      <a:cubicBezTo>
                        <a:pt x="7" y="148"/>
                        <a:pt x="13" y="143"/>
                        <a:pt x="19" y="138"/>
                      </a:cubicBezTo>
                      <a:cubicBezTo>
                        <a:pt x="14" y="129"/>
                        <a:pt x="9" y="121"/>
                        <a:pt x="3" y="112"/>
                      </a:cubicBezTo>
                      <a:cubicBezTo>
                        <a:pt x="3" y="111"/>
                        <a:pt x="3" y="109"/>
                        <a:pt x="2" y="108"/>
                      </a:cubicBezTo>
                      <a:cubicBezTo>
                        <a:pt x="8" y="101"/>
                        <a:pt x="13" y="94"/>
                        <a:pt x="18" y="86"/>
                      </a:cubicBezTo>
                      <a:cubicBezTo>
                        <a:pt x="17" y="82"/>
                        <a:pt x="15" y="78"/>
                        <a:pt x="14" y="73"/>
                      </a:cubicBezTo>
                      <a:cubicBezTo>
                        <a:pt x="10" y="69"/>
                        <a:pt x="7" y="64"/>
                        <a:pt x="3" y="60"/>
                      </a:cubicBezTo>
                      <a:cubicBezTo>
                        <a:pt x="2" y="57"/>
                        <a:pt x="1" y="53"/>
                        <a:pt x="0" y="50"/>
                      </a:cubicBezTo>
                      <a:cubicBezTo>
                        <a:pt x="5" y="44"/>
                        <a:pt x="9" y="38"/>
                        <a:pt x="14" y="33"/>
                      </a:cubicBezTo>
                      <a:cubicBezTo>
                        <a:pt x="13" y="27"/>
                        <a:pt x="13" y="22"/>
                        <a:pt x="13" y="17"/>
                      </a:cubicBezTo>
                      <a:cubicBezTo>
                        <a:pt x="11" y="14"/>
                        <a:pt x="10" y="12"/>
                        <a:pt x="8" y="9"/>
                      </a:cubicBezTo>
                      <a:cubicBezTo>
                        <a:pt x="8" y="6"/>
                        <a:pt x="9" y="3"/>
                        <a:pt x="9" y="1"/>
                      </a:cubicBezTo>
                      <a:cubicBezTo>
                        <a:pt x="12" y="0"/>
                        <a:pt x="15" y="0"/>
                        <a:pt x="17" y="0"/>
                      </a:cubicBezTo>
                      <a:cubicBezTo>
                        <a:pt x="30" y="8"/>
                        <a:pt x="43" y="17"/>
                        <a:pt x="55" y="25"/>
                      </a:cubicBezTo>
                      <a:cubicBezTo>
                        <a:pt x="126" y="55"/>
                        <a:pt x="301" y="72"/>
                        <a:pt x="412" y="4"/>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98" name="Freeform 35"/>
              <p:cNvSpPr/>
              <p:nvPr/>
            </p:nvSpPr>
            <p:spPr bwMode="auto">
              <a:xfrm>
                <a:off x="6656428" y="3802194"/>
                <a:ext cx="1039772" cy="753255"/>
              </a:xfrm>
              <a:custGeom>
                <a:avLst/>
                <a:gdLst>
                  <a:gd name="T0" fmla="*/ 287 w 396"/>
                  <a:gd name="T1" fmla="*/ 314 h 314"/>
                  <a:gd name="T2" fmla="*/ 291 w 396"/>
                  <a:gd name="T3" fmla="*/ 307 h 314"/>
                  <a:gd name="T4" fmla="*/ 202 w 396"/>
                  <a:gd name="T5" fmla="*/ 306 h 314"/>
                  <a:gd name="T6" fmla="*/ 202 w 396"/>
                  <a:gd name="T7" fmla="*/ 302 h 314"/>
                  <a:gd name="T8" fmla="*/ 269 w 396"/>
                  <a:gd name="T9" fmla="*/ 300 h 314"/>
                  <a:gd name="T10" fmla="*/ 303 w 396"/>
                  <a:gd name="T11" fmla="*/ 293 h 314"/>
                  <a:gd name="T12" fmla="*/ 321 w 396"/>
                  <a:gd name="T13" fmla="*/ 291 h 314"/>
                  <a:gd name="T14" fmla="*/ 358 w 396"/>
                  <a:gd name="T15" fmla="*/ 266 h 314"/>
                  <a:gd name="T16" fmla="*/ 357 w 396"/>
                  <a:gd name="T17" fmla="*/ 262 h 314"/>
                  <a:gd name="T18" fmla="*/ 286 w 396"/>
                  <a:gd name="T19" fmla="*/ 268 h 314"/>
                  <a:gd name="T20" fmla="*/ 260 w 396"/>
                  <a:gd name="T21" fmla="*/ 273 h 314"/>
                  <a:gd name="T22" fmla="*/ 213 w 396"/>
                  <a:gd name="T23" fmla="*/ 270 h 314"/>
                  <a:gd name="T24" fmla="*/ 195 w 396"/>
                  <a:gd name="T25" fmla="*/ 268 h 314"/>
                  <a:gd name="T26" fmla="*/ 167 w 396"/>
                  <a:gd name="T27" fmla="*/ 255 h 314"/>
                  <a:gd name="T28" fmla="*/ 388 w 396"/>
                  <a:gd name="T29" fmla="*/ 198 h 314"/>
                  <a:gd name="T30" fmla="*/ 148 w 396"/>
                  <a:gd name="T31" fmla="*/ 214 h 314"/>
                  <a:gd name="T32" fmla="*/ 396 w 396"/>
                  <a:gd name="T33" fmla="*/ 136 h 314"/>
                  <a:gd name="T34" fmla="*/ 125 w 396"/>
                  <a:gd name="T35" fmla="*/ 158 h 314"/>
                  <a:gd name="T36" fmla="*/ 385 w 396"/>
                  <a:gd name="T37" fmla="*/ 89 h 314"/>
                  <a:gd name="T38" fmla="*/ 83 w 396"/>
                  <a:gd name="T39" fmla="*/ 100 h 314"/>
                  <a:gd name="T40" fmla="*/ 252 w 396"/>
                  <a:gd name="T41" fmla="*/ 78 h 314"/>
                  <a:gd name="T42" fmla="*/ 170 w 396"/>
                  <a:gd name="T43" fmla="*/ 70 h 314"/>
                  <a:gd name="T44" fmla="*/ 324 w 396"/>
                  <a:gd name="T45" fmla="*/ 44 h 314"/>
                  <a:gd name="T46" fmla="*/ 7 w 396"/>
                  <a:gd name="T47" fmla="*/ 0 h 314"/>
                  <a:gd name="T48" fmla="*/ 53 w 396"/>
                  <a:gd name="T49" fmla="*/ 38 h 314"/>
                  <a:gd name="T50" fmla="*/ 6 w 396"/>
                  <a:gd name="T51" fmla="*/ 32 h 314"/>
                  <a:gd name="T52" fmla="*/ 8 w 396"/>
                  <a:gd name="T53" fmla="*/ 48 h 314"/>
                  <a:gd name="T54" fmla="*/ 56 w 396"/>
                  <a:gd name="T55" fmla="*/ 78 h 314"/>
                  <a:gd name="T56" fmla="*/ 0 w 396"/>
                  <a:gd name="T57" fmla="*/ 105 h 314"/>
                  <a:gd name="T58" fmla="*/ 71 w 396"/>
                  <a:gd name="T59" fmla="*/ 128 h 314"/>
                  <a:gd name="T60" fmla="*/ 3 w 396"/>
                  <a:gd name="T61" fmla="*/ 156 h 314"/>
                  <a:gd name="T62" fmla="*/ 85 w 396"/>
                  <a:gd name="T63" fmla="*/ 194 h 314"/>
                  <a:gd name="T64" fmla="*/ 14 w 396"/>
                  <a:gd name="T65" fmla="*/ 200 h 314"/>
                  <a:gd name="T66" fmla="*/ 88 w 396"/>
                  <a:gd name="T67" fmla="*/ 243 h 314"/>
                  <a:gd name="T68" fmla="*/ 47 w 396"/>
                  <a:gd name="T69" fmla="*/ 238 h 314"/>
                  <a:gd name="T70" fmla="*/ 112 w 396"/>
                  <a:gd name="T71" fmla="*/ 297 h 314"/>
                  <a:gd name="T72" fmla="*/ 287 w 396"/>
                  <a:gd name="T7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314">
                    <a:moveTo>
                      <a:pt x="287" y="314"/>
                    </a:moveTo>
                    <a:cubicBezTo>
                      <a:pt x="286" y="310"/>
                      <a:pt x="293" y="311"/>
                      <a:pt x="291" y="307"/>
                    </a:cubicBezTo>
                    <a:cubicBezTo>
                      <a:pt x="261" y="306"/>
                      <a:pt x="231" y="306"/>
                      <a:pt x="202" y="306"/>
                    </a:cubicBezTo>
                    <a:cubicBezTo>
                      <a:pt x="202" y="304"/>
                      <a:pt x="202" y="303"/>
                      <a:pt x="202" y="302"/>
                    </a:cubicBezTo>
                    <a:cubicBezTo>
                      <a:pt x="224" y="301"/>
                      <a:pt x="247" y="301"/>
                      <a:pt x="269" y="300"/>
                    </a:cubicBezTo>
                    <a:cubicBezTo>
                      <a:pt x="281" y="298"/>
                      <a:pt x="292" y="296"/>
                      <a:pt x="303" y="293"/>
                    </a:cubicBezTo>
                    <a:cubicBezTo>
                      <a:pt x="309" y="292"/>
                      <a:pt x="315" y="292"/>
                      <a:pt x="321" y="291"/>
                    </a:cubicBezTo>
                    <a:cubicBezTo>
                      <a:pt x="334" y="282"/>
                      <a:pt x="346" y="274"/>
                      <a:pt x="358" y="266"/>
                    </a:cubicBezTo>
                    <a:cubicBezTo>
                      <a:pt x="358" y="265"/>
                      <a:pt x="357" y="264"/>
                      <a:pt x="357" y="262"/>
                    </a:cubicBezTo>
                    <a:cubicBezTo>
                      <a:pt x="333" y="264"/>
                      <a:pt x="309" y="266"/>
                      <a:pt x="286" y="268"/>
                    </a:cubicBezTo>
                    <a:cubicBezTo>
                      <a:pt x="277" y="270"/>
                      <a:pt x="269" y="271"/>
                      <a:pt x="260" y="273"/>
                    </a:cubicBezTo>
                    <a:cubicBezTo>
                      <a:pt x="244" y="272"/>
                      <a:pt x="229" y="271"/>
                      <a:pt x="213" y="270"/>
                    </a:cubicBezTo>
                    <a:cubicBezTo>
                      <a:pt x="207" y="269"/>
                      <a:pt x="201" y="269"/>
                      <a:pt x="195" y="268"/>
                    </a:cubicBezTo>
                    <a:cubicBezTo>
                      <a:pt x="186" y="264"/>
                      <a:pt x="176" y="259"/>
                      <a:pt x="167" y="255"/>
                    </a:cubicBezTo>
                    <a:cubicBezTo>
                      <a:pt x="234" y="251"/>
                      <a:pt x="315" y="251"/>
                      <a:pt x="388" y="198"/>
                    </a:cubicBezTo>
                    <a:cubicBezTo>
                      <a:pt x="293" y="231"/>
                      <a:pt x="213" y="223"/>
                      <a:pt x="148" y="214"/>
                    </a:cubicBezTo>
                    <a:cubicBezTo>
                      <a:pt x="231" y="199"/>
                      <a:pt x="314" y="195"/>
                      <a:pt x="396" y="136"/>
                    </a:cubicBezTo>
                    <a:cubicBezTo>
                      <a:pt x="277" y="180"/>
                      <a:pt x="193" y="165"/>
                      <a:pt x="125" y="158"/>
                    </a:cubicBezTo>
                    <a:cubicBezTo>
                      <a:pt x="214" y="139"/>
                      <a:pt x="342" y="135"/>
                      <a:pt x="385" y="89"/>
                    </a:cubicBezTo>
                    <a:cubicBezTo>
                      <a:pt x="260" y="122"/>
                      <a:pt x="152" y="116"/>
                      <a:pt x="83" y="100"/>
                    </a:cubicBezTo>
                    <a:cubicBezTo>
                      <a:pt x="139" y="93"/>
                      <a:pt x="195" y="85"/>
                      <a:pt x="252" y="78"/>
                    </a:cubicBezTo>
                    <a:cubicBezTo>
                      <a:pt x="224" y="75"/>
                      <a:pt x="197" y="73"/>
                      <a:pt x="170" y="70"/>
                    </a:cubicBezTo>
                    <a:cubicBezTo>
                      <a:pt x="221" y="61"/>
                      <a:pt x="273" y="52"/>
                      <a:pt x="324" y="44"/>
                    </a:cubicBezTo>
                    <a:cubicBezTo>
                      <a:pt x="255" y="47"/>
                      <a:pt x="114" y="66"/>
                      <a:pt x="7" y="0"/>
                    </a:cubicBezTo>
                    <a:cubicBezTo>
                      <a:pt x="22" y="13"/>
                      <a:pt x="42" y="22"/>
                      <a:pt x="53" y="38"/>
                    </a:cubicBezTo>
                    <a:cubicBezTo>
                      <a:pt x="37" y="36"/>
                      <a:pt x="21" y="34"/>
                      <a:pt x="6" y="32"/>
                    </a:cubicBezTo>
                    <a:cubicBezTo>
                      <a:pt x="6" y="38"/>
                      <a:pt x="7" y="43"/>
                      <a:pt x="8" y="48"/>
                    </a:cubicBezTo>
                    <a:cubicBezTo>
                      <a:pt x="24" y="58"/>
                      <a:pt x="40" y="68"/>
                      <a:pt x="56" y="78"/>
                    </a:cubicBezTo>
                    <a:cubicBezTo>
                      <a:pt x="38" y="87"/>
                      <a:pt x="19" y="96"/>
                      <a:pt x="0" y="105"/>
                    </a:cubicBezTo>
                    <a:cubicBezTo>
                      <a:pt x="23" y="112"/>
                      <a:pt x="47" y="120"/>
                      <a:pt x="71" y="128"/>
                    </a:cubicBezTo>
                    <a:cubicBezTo>
                      <a:pt x="48" y="137"/>
                      <a:pt x="18" y="128"/>
                      <a:pt x="3" y="156"/>
                    </a:cubicBezTo>
                    <a:cubicBezTo>
                      <a:pt x="30" y="169"/>
                      <a:pt x="69" y="171"/>
                      <a:pt x="85" y="194"/>
                    </a:cubicBezTo>
                    <a:cubicBezTo>
                      <a:pt x="61" y="196"/>
                      <a:pt x="35" y="179"/>
                      <a:pt x="14" y="200"/>
                    </a:cubicBezTo>
                    <a:cubicBezTo>
                      <a:pt x="39" y="215"/>
                      <a:pt x="63" y="229"/>
                      <a:pt x="88" y="243"/>
                    </a:cubicBezTo>
                    <a:cubicBezTo>
                      <a:pt x="74" y="242"/>
                      <a:pt x="61" y="240"/>
                      <a:pt x="47" y="238"/>
                    </a:cubicBezTo>
                    <a:cubicBezTo>
                      <a:pt x="66" y="259"/>
                      <a:pt x="93" y="276"/>
                      <a:pt x="112" y="297"/>
                    </a:cubicBezTo>
                    <a:cubicBezTo>
                      <a:pt x="176" y="303"/>
                      <a:pt x="223" y="308"/>
                      <a:pt x="287" y="314"/>
                    </a:cubicBezTo>
                    <a:close/>
                  </a:path>
                </a:pathLst>
              </a:custGeom>
              <a:solidFill>
                <a:schemeClr val="bg1">
                  <a:lumMod val="65000"/>
                  <a:alpha val="63000"/>
                </a:schemeClr>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Freeform 36"/>
              <p:cNvSpPr/>
              <p:nvPr/>
            </p:nvSpPr>
            <p:spPr bwMode="auto">
              <a:xfrm>
                <a:off x="6788613" y="3840917"/>
                <a:ext cx="838087" cy="117423"/>
              </a:xfrm>
              <a:custGeom>
                <a:avLst/>
                <a:gdLst>
                  <a:gd name="T0" fmla="*/ 320 w 320"/>
                  <a:gd name="T1" fmla="*/ 0 h 49"/>
                  <a:gd name="T2" fmla="*/ 0 w 320"/>
                  <a:gd name="T3" fmla="*/ 0 h 49"/>
                  <a:gd name="T4" fmla="*/ 24 w 320"/>
                  <a:gd name="T5" fmla="*/ 8 h 49"/>
                  <a:gd name="T6" fmla="*/ 309 w 320"/>
                  <a:gd name="T7" fmla="*/ 7 h 49"/>
                  <a:gd name="T8" fmla="*/ 320 w 320"/>
                  <a:gd name="T9" fmla="*/ 0 h 49"/>
                </a:gdLst>
                <a:ahLst/>
                <a:cxnLst>
                  <a:cxn ang="0">
                    <a:pos x="T0" y="T1"/>
                  </a:cxn>
                  <a:cxn ang="0">
                    <a:pos x="T2" y="T3"/>
                  </a:cxn>
                  <a:cxn ang="0">
                    <a:pos x="T4" y="T5"/>
                  </a:cxn>
                  <a:cxn ang="0">
                    <a:pos x="T6" y="T7"/>
                  </a:cxn>
                  <a:cxn ang="0">
                    <a:pos x="T8" y="T9"/>
                  </a:cxn>
                </a:cxnLst>
                <a:rect l="0" t="0" r="r" b="b"/>
                <a:pathLst>
                  <a:path w="320" h="49">
                    <a:moveTo>
                      <a:pt x="320" y="0"/>
                    </a:moveTo>
                    <a:cubicBezTo>
                      <a:pt x="181" y="44"/>
                      <a:pt x="66" y="20"/>
                      <a:pt x="0" y="0"/>
                    </a:cubicBezTo>
                    <a:cubicBezTo>
                      <a:pt x="8" y="3"/>
                      <a:pt x="16" y="5"/>
                      <a:pt x="24" y="8"/>
                    </a:cubicBezTo>
                    <a:cubicBezTo>
                      <a:pt x="139" y="49"/>
                      <a:pt x="265" y="20"/>
                      <a:pt x="309" y="7"/>
                    </a:cubicBezTo>
                    <a:cubicBezTo>
                      <a:pt x="313" y="5"/>
                      <a:pt x="317" y="2"/>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102"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39130562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1" y="495181"/>
            <a:ext cx="4669035"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Threat Awareness</a:t>
            </a:r>
          </a:p>
        </p:txBody>
      </p:sp>
      <p:grpSp>
        <p:nvGrpSpPr>
          <p:cNvPr id="6" name="Group 5"/>
          <p:cNvGrpSpPr/>
          <p:nvPr/>
        </p:nvGrpSpPr>
        <p:grpSpPr>
          <a:xfrm>
            <a:off x="1016001" y="1710265"/>
            <a:ext cx="4983527" cy="3831587"/>
            <a:chOff x="1016001" y="1710265"/>
            <a:chExt cx="4983527" cy="3831587"/>
          </a:xfrm>
        </p:grpSpPr>
        <p:sp>
          <p:nvSpPr>
            <p:cNvPr id="2" name="Oval 1"/>
            <p:cNvSpPr/>
            <p:nvPr/>
          </p:nvSpPr>
          <p:spPr>
            <a:xfrm>
              <a:off x="1460786" y="2870249"/>
              <a:ext cx="4093955" cy="2446322"/>
            </a:xfrm>
            <a:prstGeom prst="ellipse">
              <a:avLst/>
            </a:prstGeom>
            <a:no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cxnSp>
          <p:nvCxnSpPr>
            <p:cNvPr id="70" name="Straight Connector 69"/>
            <p:cNvCxnSpPr>
              <a:stCxn id="9" idx="4"/>
            </p:cNvCxnSpPr>
            <p:nvPr/>
          </p:nvCxnSpPr>
          <p:spPr>
            <a:xfrm>
              <a:off x="2774831" y="3203838"/>
              <a:ext cx="444785" cy="615189"/>
            </a:xfrm>
            <a:prstGeom prst="line">
              <a:avLst/>
            </a:prstGeom>
            <a:ln w="952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stCxn id="10" idx="6"/>
              <a:endCxn id="12" idx="2"/>
            </p:cNvCxnSpPr>
            <p:nvPr/>
          </p:nvCxnSpPr>
          <p:spPr>
            <a:xfrm>
              <a:off x="1905573" y="3819030"/>
              <a:ext cx="869257" cy="263367"/>
            </a:xfrm>
            <a:prstGeom prst="line">
              <a:avLst/>
            </a:prstGeom>
            <a:ln w="952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stCxn id="11" idx="7"/>
            </p:cNvCxnSpPr>
            <p:nvPr/>
          </p:nvCxnSpPr>
          <p:spPr>
            <a:xfrm flipV="1">
              <a:off x="2866948" y="4477809"/>
              <a:ext cx="352668" cy="589483"/>
            </a:xfrm>
            <a:prstGeom prst="line">
              <a:avLst/>
            </a:prstGeom>
            <a:ln w="952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stCxn id="12" idx="7"/>
              <a:endCxn id="8" idx="3"/>
            </p:cNvCxnSpPr>
            <p:nvPr/>
          </p:nvCxnSpPr>
          <p:spPr>
            <a:xfrm flipV="1">
              <a:off x="3974008" y="3344809"/>
              <a:ext cx="538391" cy="430863"/>
            </a:xfrm>
            <a:prstGeom prst="line">
              <a:avLst/>
            </a:prstGeom>
            <a:ln w="952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stCxn id="12" idx="6"/>
              <a:endCxn id="7" idx="2"/>
            </p:cNvCxnSpPr>
            <p:nvPr/>
          </p:nvCxnSpPr>
          <p:spPr>
            <a:xfrm flipV="1">
              <a:off x="4179755" y="3879683"/>
              <a:ext cx="930201" cy="202714"/>
            </a:xfrm>
            <a:prstGeom prst="line">
              <a:avLst/>
            </a:prstGeom>
            <a:ln w="952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stCxn id="12" idx="5"/>
              <a:endCxn id="5" idx="1"/>
            </p:cNvCxnSpPr>
            <p:nvPr/>
          </p:nvCxnSpPr>
          <p:spPr>
            <a:xfrm>
              <a:off x="3974008" y="4389122"/>
              <a:ext cx="487846" cy="492241"/>
            </a:xfrm>
            <a:prstGeom prst="line">
              <a:avLst/>
            </a:prstGeom>
            <a:ln w="952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5" name="Oval 4"/>
            <p:cNvSpPr/>
            <p:nvPr/>
          </p:nvSpPr>
          <p:spPr>
            <a:xfrm>
              <a:off x="4331580" y="4799941"/>
              <a:ext cx="889572" cy="555983"/>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Oval 6"/>
            <p:cNvSpPr/>
            <p:nvPr/>
          </p:nvSpPr>
          <p:spPr>
            <a:xfrm>
              <a:off x="5109956" y="3601691"/>
              <a:ext cx="889572" cy="555983"/>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Oval 7"/>
            <p:cNvSpPr/>
            <p:nvPr/>
          </p:nvSpPr>
          <p:spPr>
            <a:xfrm>
              <a:off x="4382125" y="2870249"/>
              <a:ext cx="889572" cy="555983"/>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Oval 8"/>
            <p:cNvSpPr/>
            <p:nvPr/>
          </p:nvSpPr>
          <p:spPr>
            <a:xfrm>
              <a:off x="2330044" y="2647856"/>
              <a:ext cx="889572" cy="555983"/>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Oval 9"/>
            <p:cNvSpPr/>
            <p:nvPr/>
          </p:nvSpPr>
          <p:spPr>
            <a:xfrm>
              <a:off x="1016001" y="3541038"/>
              <a:ext cx="889572" cy="555983"/>
            </a:xfrm>
            <a:prstGeom prst="ellipse">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Oval 10"/>
            <p:cNvSpPr/>
            <p:nvPr/>
          </p:nvSpPr>
          <p:spPr>
            <a:xfrm>
              <a:off x="2107651" y="4985869"/>
              <a:ext cx="889572" cy="555983"/>
            </a:xfrm>
            <a:prstGeom prst="ellipse">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Oval 11"/>
            <p:cNvSpPr/>
            <p:nvPr/>
          </p:nvSpPr>
          <p:spPr>
            <a:xfrm>
              <a:off x="2774830" y="3648623"/>
              <a:ext cx="1404926" cy="867548"/>
            </a:xfrm>
            <a:prstGeom prst="ellipse">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nvGrpSpPr>
            <p:cNvPr id="15" name="Group 14"/>
            <p:cNvGrpSpPr/>
            <p:nvPr/>
          </p:nvGrpSpPr>
          <p:grpSpPr>
            <a:xfrm>
              <a:off x="4599435" y="3819027"/>
              <a:ext cx="384240" cy="1317563"/>
              <a:chOff x="4795838" y="1579563"/>
              <a:chExt cx="514350" cy="1763712"/>
            </a:xfrm>
            <a:solidFill>
              <a:srgbClr val="9BBC57"/>
            </a:solidFill>
          </p:grpSpPr>
          <p:sp>
            <p:nvSpPr>
              <p:cNvPr id="60" name="Freeform 13"/>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14"/>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2" name="Freeform 15"/>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63" name="Freeform 16"/>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7" name="Group 16"/>
            <p:cNvGrpSpPr/>
            <p:nvPr/>
          </p:nvGrpSpPr>
          <p:grpSpPr>
            <a:xfrm>
              <a:off x="1268517" y="2343299"/>
              <a:ext cx="499970" cy="1577445"/>
              <a:chOff x="1463676" y="1444626"/>
              <a:chExt cx="890588" cy="2809875"/>
            </a:xfrm>
            <a:solidFill>
              <a:srgbClr val="9BBC57"/>
            </a:solidFill>
          </p:grpSpPr>
          <p:sp>
            <p:nvSpPr>
              <p:cNvPr id="51" name="Freeform 21"/>
              <p:cNvSpPr/>
              <p:nvPr/>
            </p:nvSpPr>
            <p:spPr bwMode="auto">
              <a:xfrm>
                <a:off x="1463676" y="1444626"/>
                <a:ext cx="890588" cy="2809875"/>
              </a:xfrm>
              <a:custGeom>
                <a:avLst/>
                <a:gdLst>
                  <a:gd name="T0" fmla="*/ 159 w 237"/>
                  <a:gd name="T1" fmla="*/ 25 h 747"/>
                  <a:gd name="T2" fmla="*/ 155 w 237"/>
                  <a:gd name="T3" fmla="*/ 80 h 747"/>
                  <a:gd name="T4" fmla="*/ 141 w 237"/>
                  <a:gd name="T5" fmla="*/ 110 h 747"/>
                  <a:gd name="T6" fmla="*/ 165 w 237"/>
                  <a:gd name="T7" fmla="*/ 128 h 747"/>
                  <a:gd name="T8" fmla="*/ 211 w 237"/>
                  <a:gd name="T9" fmla="*/ 188 h 747"/>
                  <a:gd name="T10" fmla="*/ 228 w 237"/>
                  <a:gd name="T11" fmla="*/ 248 h 747"/>
                  <a:gd name="T12" fmla="*/ 193 w 237"/>
                  <a:gd name="T13" fmla="*/ 261 h 747"/>
                  <a:gd name="T14" fmla="*/ 193 w 237"/>
                  <a:gd name="T15" fmla="*/ 312 h 747"/>
                  <a:gd name="T16" fmla="*/ 198 w 237"/>
                  <a:gd name="T17" fmla="*/ 396 h 747"/>
                  <a:gd name="T18" fmla="*/ 187 w 237"/>
                  <a:gd name="T19" fmla="*/ 465 h 747"/>
                  <a:gd name="T20" fmla="*/ 161 w 237"/>
                  <a:gd name="T21" fmla="*/ 638 h 747"/>
                  <a:gd name="T22" fmla="*/ 178 w 237"/>
                  <a:gd name="T23" fmla="*/ 680 h 747"/>
                  <a:gd name="T24" fmla="*/ 197 w 237"/>
                  <a:gd name="T25" fmla="*/ 699 h 747"/>
                  <a:gd name="T26" fmla="*/ 178 w 237"/>
                  <a:gd name="T27" fmla="*/ 713 h 747"/>
                  <a:gd name="T28" fmla="*/ 147 w 237"/>
                  <a:gd name="T29" fmla="*/ 707 h 747"/>
                  <a:gd name="T30" fmla="*/ 110 w 237"/>
                  <a:gd name="T31" fmla="*/ 700 h 747"/>
                  <a:gd name="T32" fmla="*/ 112 w 237"/>
                  <a:gd name="T33" fmla="*/ 660 h 747"/>
                  <a:gd name="T34" fmla="*/ 109 w 237"/>
                  <a:gd name="T35" fmla="*/ 517 h 747"/>
                  <a:gd name="T36" fmla="*/ 51 w 237"/>
                  <a:gd name="T37" fmla="*/ 706 h 747"/>
                  <a:gd name="T38" fmla="*/ 61 w 237"/>
                  <a:gd name="T39" fmla="*/ 733 h 747"/>
                  <a:gd name="T40" fmla="*/ 17 w 237"/>
                  <a:gd name="T41" fmla="*/ 736 h 747"/>
                  <a:gd name="T42" fmla="*/ 2 w 237"/>
                  <a:gd name="T43" fmla="*/ 710 h 747"/>
                  <a:gd name="T44" fmla="*/ 4 w 237"/>
                  <a:gd name="T45" fmla="*/ 679 h 747"/>
                  <a:gd name="T46" fmla="*/ 49 w 237"/>
                  <a:gd name="T47" fmla="*/ 393 h 747"/>
                  <a:gd name="T48" fmla="*/ 48 w 237"/>
                  <a:gd name="T49" fmla="*/ 340 h 747"/>
                  <a:gd name="T50" fmla="*/ 55 w 237"/>
                  <a:gd name="T51" fmla="*/ 282 h 747"/>
                  <a:gd name="T52" fmla="*/ 39 w 237"/>
                  <a:gd name="T53" fmla="*/ 196 h 747"/>
                  <a:gd name="T54" fmla="*/ 62 w 237"/>
                  <a:gd name="T55" fmla="*/ 123 h 747"/>
                  <a:gd name="T56" fmla="*/ 93 w 237"/>
                  <a:gd name="T57" fmla="*/ 95 h 747"/>
                  <a:gd name="T58" fmla="*/ 95 w 237"/>
                  <a:gd name="T59" fmla="*/ 84 h 747"/>
                  <a:gd name="T60" fmla="*/ 88 w 237"/>
                  <a:gd name="T61" fmla="*/ 61 h 747"/>
                  <a:gd name="T62" fmla="*/ 99 w 237"/>
                  <a:gd name="T63" fmla="*/ 1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747">
                    <a:moveTo>
                      <a:pt x="143" y="9"/>
                    </a:moveTo>
                    <a:cubicBezTo>
                      <a:pt x="148" y="9"/>
                      <a:pt x="155" y="13"/>
                      <a:pt x="159" y="25"/>
                    </a:cubicBezTo>
                    <a:cubicBezTo>
                      <a:pt x="164" y="37"/>
                      <a:pt x="164" y="46"/>
                      <a:pt x="160" y="56"/>
                    </a:cubicBezTo>
                    <a:cubicBezTo>
                      <a:pt x="156" y="65"/>
                      <a:pt x="156" y="72"/>
                      <a:pt x="155" y="80"/>
                    </a:cubicBezTo>
                    <a:cubicBezTo>
                      <a:pt x="153" y="88"/>
                      <a:pt x="147" y="102"/>
                      <a:pt x="143" y="103"/>
                    </a:cubicBezTo>
                    <a:cubicBezTo>
                      <a:pt x="139" y="103"/>
                      <a:pt x="141" y="106"/>
                      <a:pt x="141" y="110"/>
                    </a:cubicBezTo>
                    <a:cubicBezTo>
                      <a:pt x="141" y="114"/>
                      <a:pt x="143" y="119"/>
                      <a:pt x="143" y="119"/>
                    </a:cubicBezTo>
                    <a:cubicBezTo>
                      <a:pt x="143" y="119"/>
                      <a:pt x="154" y="125"/>
                      <a:pt x="165" y="128"/>
                    </a:cubicBezTo>
                    <a:cubicBezTo>
                      <a:pt x="176" y="130"/>
                      <a:pt x="192" y="143"/>
                      <a:pt x="194" y="158"/>
                    </a:cubicBezTo>
                    <a:cubicBezTo>
                      <a:pt x="195" y="173"/>
                      <a:pt x="202" y="180"/>
                      <a:pt x="211" y="188"/>
                    </a:cubicBezTo>
                    <a:cubicBezTo>
                      <a:pt x="220" y="196"/>
                      <a:pt x="229" y="196"/>
                      <a:pt x="232" y="210"/>
                    </a:cubicBezTo>
                    <a:cubicBezTo>
                      <a:pt x="235" y="224"/>
                      <a:pt x="237" y="244"/>
                      <a:pt x="228" y="248"/>
                    </a:cubicBezTo>
                    <a:cubicBezTo>
                      <a:pt x="219" y="252"/>
                      <a:pt x="197" y="250"/>
                      <a:pt x="197" y="250"/>
                    </a:cubicBezTo>
                    <a:cubicBezTo>
                      <a:pt x="197" y="250"/>
                      <a:pt x="196" y="258"/>
                      <a:pt x="193" y="261"/>
                    </a:cubicBezTo>
                    <a:cubicBezTo>
                      <a:pt x="189" y="265"/>
                      <a:pt x="184" y="267"/>
                      <a:pt x="184" y="267"/>
                    </a:cubicBezTo>
                    <a:cubicBezTo>
                      <a:pt x="184" y="267"/>
                      <a:pt x="191" y="294"/>
                      <a:pt x="193" y="312"/>
                    </a:cubicBezTo>
                    <a:cubicBezTo>
                      <a:pt x="195" y="330"/>
                      <a:pt x="197" y="367"/>
                      <a:pt x="199" y="376"/>
                    </a:cubicBezTo>
                    <a:cubicBezTo>
                      <a:pt x="201" y="385"/>
                      <a:pt x="202" y="393"/>
                      <a:pt x="198" y="396"/>
                    </a:cubicBezTo>
                    <a:cubicBezTo>
                      <a:pt x="195" y="399"/>
                      <a:pt x="192" y="399"/>
                      <a:pt x="192" y="399"/>
                    </a:cubicBezTo>
                    <a:cubicBezTo>
                      <a:pt x="192" y="399"/>
                      <a:pt x="190" y="440"/>
                      <a:pt x="187" y="465"/>
                    </a:cubicBezTo>
                    <a:cubicBezTo>
                      <a:pt x="183" y="490"/>
                      <a:pt x="177" y="518"/>
                      <a:pt x="172" y="547"/>
                    </a:cubicBezTo>
                    <a:cubicBezTo>
                      <a:pt x="167" y="576"/>
                      <a:pt x="163" y="623"/>
                      <a:pt x="161" y="638"/>
                    </a:cubicBezTo>
                    <a:cubicBezTo>
                      <a:pt x="160" y="652"/>
                      <a:pt x="159" y="654"/>
                      <a:pt x="161" y="660"/>
                    </a:cubicBezTo>
                    <a:cubicBezTo>
                      <a:pt x="164" y="666"/>
                      <a:pt x="181" y="679"/>
                      <a:pt x="178" y="680"/>
                    </a:cubicBezTo>
                    <a:cubicBezTo>
                      <a:pt x="175" y="682"/>
                      <a:pt x="175" y="682"/>
                      <a:pt x="175" y="682"/>
                    </a:cubicBezTo>
                    <a:cubicBezTo>
                      <a:pt x="175" y="682"/>
                      <a:pt x="187" y="699"/>
                      <a:pt x="197" y="699"/>
                    </a:cubicBezTo>
                    <a:cubicBezTo>
                      <a:pt x="207" y="699"/>
                      <a:pt x="220" y="702"/>
                      <a:pt x="220" y="710"/>
                    </a:cubicBezTo>
                    <a:cubicBezTo>
                      <a:pt x="220" y="717"/>
                      <a:pt x="189" y="713"/>
                      <a:pt x="178" y="713"/>
                    </a:cubicBezTo>
                    <a:cubicBezTo>
                      <a:pt x="168" y="713"/>
                      <a:pt x="157" y="707"/>
                      <a:pt x="152" y="705"/>
                    </a:cubicBezTo>
                    <a:cubicBezTo>
                      <a:pt x="146" y="702"/>
                      <a:pt x="147" y="707"/>
                      <a:pt x="147" y="707"/>
                    </a:cubicBezTo>
                    <a:cubicBezTo>
                      <a:pt x="147" y="707"/>
                      <a:pt x="133" y="708"/>
                      <a:pt x="124" y="706"/>
                    </a:cubicBezTo>
                    <a:cubicBezTo>
                      <a:pt x="114" y="705"/>
                      <a:pt x="110" y="705"/>
                      <a:pt x="110" y="700"/>
                    </a:cubicBezTo>
                    <a:cubicBezTo>
                      <a:pt x="110" y="694"/>
                      <a:pt x="110" y="692"/>
                      <a:pt x="110" y="692"/>
                    </a:cubicBezTo>
                    <a:cubicBezTo>
                      <a:pt x="110" y="692"/>
                      <a:pt x="110" y="677"/>
                      <a:pt x="112" y="660"/>
                    </a:cubicBezTo>
                    <a:cubicBezTo>
                      <a:pt x="115" y="643"/>
                      <a:pt x="113" y="577"/>
                      <a:pt x="112" y="557"/>
                    </a:cubicBezTo>
                    <a:cubicBezTo>
                      <a:pt x="111" y="537"/>
                      <a:pt x="109" y="517"/>
                      <a:pt x="109" y="517"/>
                    </a:cubicBezTo>
                    <a:cubicBezTo>
                      <a:pt x="109" y="517"/>
                      <a:pt x="89" y="586"/>
                      <a:pt x="78" y="625"/>
                    </a:cubicBezTo>
                    <a:cubicBezTo>
                      <a:pt x="67" y="663"/>
                      <a:pt x="54" y="704"/>
                      <a:pt x="51" y="706"/>
                    </a:cubicBezTo>
                    <a:cubicBezTo>
                      <a:pt x="48" y="708"/>
                      <a:pt x="49" y="710"/>
                      <a:pt x="49" y="710"/>
                    </a:cubicBezTo>
                    <a:cubicBezTo>
                      <a:pt x="49" y="710"/>
                      <a:pt x="61" y="723"/>
                      <a:pt x="61" y="733"/>
                    </a:cubicBezTo>
                    <a:cubicBezTo>
                      <a:pt x="62" y="742"/>
                      <a:pt x="64" y="745"/>
                      <a:pt x="55" y="746"/>
                    </a:cubicBezTo>
                    <a:cubicBezTo>
                      <a:pt x="46" y="747"/>
                      <a:pt x="24" y="742"/>
                      <a:pt x="17" y="736"/>
                    </a:cubicBezTo>
                    <a:cubicBezTo>
                      <a:pt x="10" y="731"/>
                      <a:pt x="9" y="725"/>
                      <a:pt x="5" y="723"/>
                    </a:cubicBezTo>
                    <a:cubicBezTo>
                      <a:pt x="2" y="720"/>
                      <a:pt x="0" y="716"/>
                      <a:pt x="2" y="710"/>
                    </a:cubicBezTo>
                    <a:cubicBezTo>
                      <a:pt x="3" y="704"/>
                      <a:pt x="3" y="702"/>
                      <a:pt x="3" y="702"/>
                    </a:cubicBezTo>
                    <a:cubicBezTo>
                      <a:pt x="3" y="702"/>
                      <a:pt x="0" y="700"/>
                      <a:pt x="4" y="679"/>
                    </a:cubicBezTo>
                    <a:cubicBezTo>
                      <a:pt x="8" y="658"/>
                      <a:pt x="24" y="544"/>
                      <a:pt x="35" y="493"/>
                    </a:cubicBezTo>
                    <a:cubicBezTo>
                      <a:pt x="46" y="442"/>
                      <a:pt x="49" y="400"/>
                      <a:pt x="49" y="393"/>
                    </a:cubicBezTo>
                    <a:cubicBezTo>
                      <a:pt x="49" y="387"/>
                      <a:pt x="47" y="387"/>
                      <a:pt x="43" y="385"/>
                    </a:cubicBezTo>
                    <a:cubicBezTo>
                      <a:pt x="39" y="382"/>
                      <a:pt x="47" y="355"/>
                      <a:pt x="48" y="340"/>
                    </a:cubicBezTo>
                    <a:cubicBezTo>
                      <a:pt x="50" y="326"/>
                      <a:pt x="51" y="316"/>
                      <a:pt x="50" y="306"/>
                    </a:cubicBezTo>
                    <a:cubicBezTo>
                      <a:pt x="50" y="296"/>
                      <a:pt x="54" y="290"/>
                      <a:pt x="55" y="282"/>
                    </a:cubicBezTo>
                    <a:cubicBezTo>
                      <a:pt x="56" y="275"/>
                      <a:pt x="59" y="255"/>
                      <a:pt x="53" y="238"/>
                    </a:cubicBezTo>
                    <a:cubicBezTo>
                      <a:pt x="47" y="221"/>
                      <a:pt x="41" y="200"/>
                      <a:pt x="39" y="196"/>
                    </a:cubicBezTo>
                    <a:cubicBezTo>
                      <a:pt x="36" y="193"/>
                      <a:pt x="39" y="180"/>
                      <a:pt x="40" y="164"/>
                    </a:cubicBezTo>
                    <a:cubicBezTo>
                      <a:pt x="42" y="148"/>
                      <a:pt x="46" y="131"/>
                      <a:pt x="62" y="123"/>
                    </a:cubicBezTo>
                    <a:cubicBezTo>
                      <a:pt x="78" y="114"/>
                      <a:pt x="85" y="112"/>
                      <a:pt x="89" y="105"/>
                    </a:cubicBezTo>
                    <a:cubicBezTo>
                      <a:pt x="93" y="98"/>
                      <a:pt x="91" y="97"/>
                      <a:pt x="93" y="95"/>
                    </a:cubicBezTo>
                    <a:cubicBezTo>
                      <a:pt x="95" y="94"/>
                      <a:pt x="96" y="93"/>
                      <a:pt x="96" y="93"/>
                    </a:cubicBezTo>
                    <a:cubicBezTo>
                      <a:pt x="96" y="93"/>
                      <a:pt x="96" y="87"/>
                      <a:pt x="95" y="84"/>
                    </a:cubicBezTo>
                    <a:cubicBezTo>
                      <a:pt x="95" y="81"/>
                      <a:pt x="92" y="81"/>
                      <a:pt x="91" y="78"/>
                    </a:cubicBezTo>
                    <a:cubicBezTo>
                      <a:pt x="89" y="75"/>
                      <a:pt x="87" y="66"/>
                      <a:pt x="88" y="61"/>
                    </a:cubicBezTo>
                    <a:cubicBezTo>
                      <a:pt x="88" y="55"/>
                      <a:pt x="89" y="54"/>
                      <a:pt x="89" y="54"/>
                    </a:cubicBezTo>
                    <a:cubicBezTo>
                      <a:pt x="89" y="54"/>
                      <a:pt x="87" y="24"/>
                      <a:pt x="99" y="15"/>
                    </a:cubicBezTo>
                    <a:cubicBezTo>
                      <a:pt x="111" y="7"/>
                      <a:pt x="131" y="0"/>
                      <a:pt x="14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2" name="Freeform 22"/>
              <p:cNvSpPr/>
              <p:nvPr/>
            </p:nvSpPr>
            <p:spPr bwMode="auto">
              <a:xfrm>
                <a:off x="1809751" y="1798638"/>
                <a:ext cx="201613" cy="173037"/>
              </a:xfrm>
              <a:custGeom>
                <a:avLst/>
                <a:gdLst>
                  <a:gd name="T0" fmla="*/ 49 w 54"/>
                  <a:gd name="T1" fmla="*/ 18 h 46"/>
                  <a:gd name="T2" fmla="*/ 51 w 54"/>
                  <a:gd name="T3" fmla="*/ 25 h 46"/>
                  <a:gd name="T4" fmla="*/ 52 w 54"/>
                  <a:gd name="T5" fmla="*/ 25 h 46"/>
                  <a:gd name="T6" fmla="*/ 54 w 54"/>
                  <a:gd name="T7" fmla="*/ 46 h 46"/>
                  <a:gd name="T8" fmla="*/ 52 w 54"/>
                  <a:gd name="T9" fmla="*/ 44 h 46"/>
                  <a:gd name="T10" fmla="*/ 44 w 54"/>
                  <a:gd name="T11" fmla="*/ 33 h 46"/>
                  <a:gd name="T12" fmla="*/ 39 w 54"/>
                  <a:gd name="T13" fmla="*/ 44 h 46"/>
                  <a:gd name="T14" fmla="*/ 0 w 54"/>
                  <a:gd name="T15" fmla="*/ 2 h 46"/>
                  <a:gd name="T16" fmla="*/ 1 w 54"/>
                  <a:gd name="T17" fmla="*/ 1 h 46"/>
                  <a:gd name="T18" fmla="*/ 4 w 54"/>
                  <a:gd name="T19" fmla="*/ 0 h 46"/>
                  <a:gd name="T20" fmla="*/ 19 w 54"/>
                  <a:gd name="T21" fmla="*/ 17 h 46"/>
                  <a:gd name="T22" fmla="*/ 44 w 54"/>
                  <a:gd name="T23" fmla="*/ 31 h 46"/>
                  <a:gd name="T24" fmla="*/ 49 w 54"/>
                  <a:gd name="T25"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6">
                    <a:moveTo>
                      <a:pt x="49" y="18"/>
                    </a:moveTo>
                    <a:cubicBezTo>
                      <a:pt x="49" y="21"/>
                      <a:pt x="51" y="25"/>
                      <a:pt x="51" y="25"/>
                    </a:cubicBezTo>
                    <a:cubicBezTo>
                      <a:pt x="51" y="25"/>
                      <a:pt x="51" y="25"/>
                      <a:pt x="52" y="25"/>
                    </a:cubicBezTo>
                    <a:cubicBezTo>
                      <a:pt x="51" y="30"/>
                      <a:pt x="53" y="39"/>
                      <a:pt x="54" y="46"/>
                    </a:cubicBezTo>
                    <a:cubicBezTo>
                      <a:pt x="53" y="46"/>
                      <a:pt x="52" y="45"/>
                      <a:pt x="52" y="44"/>
                    </a:cubicBezTo>
                    <a:cubicBezTo>
                      <a:pt x="48" y="36"/>
                      <a:pt x="47" y="32"/>
                      <a:pt x="44" y="33"/>
                    </a:cubicBezTo>
                    <a:cubicBezTo>
                      <a:pt x="42" y="34"/>
                      <a:pt x="41" y="40"/>
                      <a:pt x="39" y="44"/>
                    </a:cubicBezTo>
                    <a:cubicBezTo>
                      <a:pt x="30" y="33"/>
                      <a:pt x="9" y="10"/>
                      <a:pt x="0" y="2"/>
                    </a:cubicBezTo>
                    <a:cubicBezTo>
                      <a:pt x="0" y="2"/>
                      <a:pt x="0" y="2"/>
                      <a:pt x="1" y="1"/>
                    </a:cubicBezTo>
                    <a:cubicBezTo>
                      <a:pt x="3" y="0"/>
                      <a:pt x="3" y="0"/>
                      <a:pt x="4" y="0"/>
                    </a:cubicBezTo>
                    <a:cubicBezTo>
                      <a:pt x="6" y="4"/>
                      <a:pt x="12" y="13"/>
                      <a:pt x="19" y="17"/>
                    </a:cubicBezTo>
                    <a:cubicBezTo>
                      <a:pt x="26" y="21"/>
                      <a:pt x="44" y="31"/>
                      <a:pt x="44" y="31"/>
                    </a:cubicBezTo>
                    <a:cubicBezTo>
                      <a:pt x="44" y="31"/>
                      <a:pt x="47" y="23"/>
                      <a:pt x="4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23"/>
              <p:cNvSpPr/>
              <p:nvPr/>
            </p:nvSpPr>
            <p:spPr bwMode="auto">
              <a:xfrm>
                <a:off x="2041526" y="2189163"/>
                <a:ext cx="101600" cy="146050"/>
              </a:xfrm>
              <a:custGeom>
                <a:avLst/>
                <a:gdLst>
                  <a:gd name="T0" fmla="*/ 5 w 27"/>
                  <a:gd name="T1" fmla="*/ 30 h 39"/>
                  <a:gd name="T2" fmla="*/ 15 w 27"/>
                  <a:gd name="T3" fmla="*/ 19 h 39"/>
                  <a:gd name="T4" fmla="*/ 4 w 27"/>
                  <a:gd name="T5" fmla="*/ 6 h 39"/>
                  <a:gd name="T6" fmla="*/ 13 w 27"/>
                  <a:gd name="T7" fmla="*/ 6 h 39"/>
                  <a:gd name="T8" fmla="*/ 27 w 27"/>
                  <a:gd name="T9" fmla="*/ 39 h 39"/>
                  <a:gd name="T10" fmla="*/ 5 w 27"/>
                  <a:gd name="T11" fmla="*/ 30 h 39"/>
                </a:gdLst>
                <a:ahLst/>
                <a:cxnLst>
                  <a:cxn ang="0">
                    <a:pos x="T0" y="T1"/>
                  </a:cxn>
                  <a:cxn ang="0">
                    <a:pos x="T2" y="T3"/>
                  </a:cxn>
                  <a:cxn ang="0">
                    <a:pos x="T4" y="T5"/>
                  </a:cxn>
                  <a:cxn ang="0">
                    <a:pos x="T6" y="T7"/>
                  </a:cxn>
                  <a:cxn ang="0">
                    <a:pos x="T8" y="T9"/>
                  </a:cxn>
                  <a:cxn ang="0">
                    <a:pos x="T10" y="T11"/>
                  </a:cxn>
                </a:cxnLst>
                <a:rect l="0" t="0" r="r" b="b"/>
                <a:pathLst>
                  <a:path w="27" h="39">
                    <a:moveTo>
                      <a:pt x="5" y="30"/>
                    </a:moveTo>
                    <a:cubicBezTo>
                      <a:pt x="5" y="30"/>
                      <a:pt x="15" y="27"/>
                      <a:pt x="15" y="19"/>
                    </a:cubicBezTo>
                    <a:cubicBezTo>
                      <a:pt x="15" y="11"/>
                      <a:pt x="7" y="6"/>
                      <a:pt x="4" y="6"/>
                    </a:cubicBezTo>
                    <a:cubicBezTo>
                      <a:pt x="0" y="5"/>
                      <a:pt x="6" y="0"/>
                      <a:pt x="13" y="6"/>
                    </a:cubicBezTo>
                    <a:cubicBezTo>
                      <a:pt x="21" y="12"/>
                      <a:pt x="27" y="39"/>
                      <a:pt x="27" y="39"/>
                    </a:cubicBezTo>
                    <a:cubicBezTo>
                      <a:pt x="27" y="39"/>
                      <a:pt x="11" y="33"/>
                      <a:pt x="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4" name="Freeform 24"/>
              <p:cNvSpPr/>
              <p:nvPr/>
            </p:nvSpPr>
            <p:spPr bwMode="auto">
              <a:xfrm>
                <a:off x="2135188" y="2351088"/>
                <a:ext cx="23813" cy="109537"/>
              </a:xfrm>
              <a:custGeom>
                <a:avLst/>
                <a:gdLst>
                  <a:gd name="T0" fmla="*/ 2 w 6"/>
                  <a:gd name="T1" fmla="*/ 0 h 29"/>
                  <a:gd name="T2" fmla="*/ 6 w 6"/>
                  <a:gd name="T3" fmla="*/ 25 h 29"/>
                  <a:gd name="T4" fmla="*/ 0 w 6"/>
                  <a:gd name="T5" fmla="*/ 29 h 29"/>
                  <a:gd name="T6" fmla="*/ 2 w 6"/>
                  <a:gd name="T7" fmla="*/ 0 h 29"/>
                </a:gdLst>
                <a:ahLst/>
                <a:cxnLst>
                  <a:cxn ang="0">
                    <a:pos x="T0" y="T1"/>
                  </a:cxn>
                  <a:cxn ang="0">
                    <a:pos x="T2" y="T3"/>
                  </a:cxn>
                  <a:cxn ang="0">
                    <a:pos x="T4" y="T5"/>
                  </a:cxn>
                  <a:cxn ang="0">
                    <a:pos x="T6" y="T7"/>
                  </a:cxn>
                </a:cxnLst>
                <a:rect l="0" t="0" r="r" b="b"/>
                <a:pathLst>
                  <a:path w="6" h="28">
                    <a:moveTo>
                      <a:pt x="2" y="0"/>
                    </a:moveTo>
                    <a:cubicBezTo>
                      <a:pt x="6" y="25"/>
                      <a:pt x="6" y="25"/>
                      <a:pt x="6" y="25"/>
                    </a:cubicBezTo>
                    <a:cubicBezTo>
                      <a:pt x="0" y="29"/>
                      <a:pt x="0" y="29"/>
                      <a:pt x="0" y="29"/>
                    </a:cubicBezTo>
                    <a:cubicBezTo>
                      <a:pt x="0" y="29"/>
                      <a:pt x="1" y="8"/>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8" name="Group 17"/>
            <p:cNvGrpSpPr/>
            <p:nvPr/>
          </p:nvGrpSpPr>
          <p:grpSpPr>
            <a:xfrm>
              <a:off x="3269261" y="2463916"/>
              <a:ext cx="792901" cy="1694068"/>
              <a:chOff x="6035676" y="1560513"/>
              <a:chExt cx="1581150" cy="3378200"/>
            </a:xfrm>
            <a:solidFill>
              <a:srgbClr val="9BBC57"/>
            </a:solidFill>
          </p:grpSpPr>
          <p:sp>
            <p:nvSpPr>
              <p:cNvPr id="47" name="Freeform 10"/>
              <p:cNvSpPr>
                <a:spLocks noEditPoints="1"/>
              </p:cNvSpPr>
              <p:nvPr/>
            </p:nvSpPr>
            <p:spPr bwMode="auto">
              <a:xfrm>
                <a:off x="6035676" y="1560513"/>
                <a:ext cx="1403350" cy="3378200"/>
              </a:xfrm>
              <a:custGeom>
                <a:avLst/>
                <a:gdLst>
                  <a:gd name="T0" fmla="*/ 326 w 374"/>
                  <a:gd name="T1" fmla="*/ 189 h 898"/>
                  <a:gd name="T2" fmla="*/ 363 w 374"/>
                  <a:gd name="T3" fmla="*/ 362 h 898"/>
                  <a:gd name="T4" fmla="*/ 313 w 374"/>
                  <a:gd name="T5" fmla="*/ 432 h 898"/>
                  <a:gd name="T6" fmla="*/ 312 w 374"/>
                  <a:gd name="T7" fmla="*/ 341 h 898"/>
                  <a:gd name="T8" fmla="*/ 312 w 374"/>
                  <a:gd name="T9" fmla="*/ 312 h 898"/>
                  <a:gd name="T10" fmla="*/ 229 w 374"/>
                  <a:gd name="T11" fmla="*/ 7 h 898"/>
                  <a:gd name="T12" fmla="*/ 252 w 374"/>
                  <a:gd name="T13" fmla="*/ 26 h 898"/>
                  <a:gd name="T14" fmla="*/ 259 w 374"/>
                  <a:gd name="T15" fmla="*/ 78 h 898"/>
                  <a:gd name="T16" fmla="*/ 248 w 374"/>
                  <a:gd name="T17" fmla="*/ 99 h 898"/>
                  <a:gd name="T18" fmla="*/ 246 w 374"/>
                  <a:gd name="T19" fmla="*/ 131 h 898"/>
                  <a:gd name="T20" fmla="*/ 295 w 374"/>
                  <a:gd name="T21" fmla="*/ 160 h 898"/>
                  <a:gd name="T22" fmla="*/ 312 w 374"/>
                  <a:gd name="T23" fmla="*/ 312 h 898"/>
                  <a:gd name="T24" fmla="*/ 305 w 374"/>
                  <a:gd name="T25" fmla="*/ 361 h 898"/>
                  <a:gd name="T26" fmla="*/ 312 w 374"/>
                  <a:gd name="T27" fmla="*/ 432 h 898"/>
                  <a:gd name="T28" fmla="*/ 297 w 374"/>
                  <a:gd name="T29" fmla="*/ 446 h 898"/>
                  <a:gd name="T30" fmla="*/ 277 w 374"/>
                  <a:gd name="T31" fmla="*/ 500 h 898"/>
                  <a:gd name="T32" fmla="*/ 249 w 374"/>
                  <a:gd name="T33" fmla="*/ 697 h 898"/>
                  <a:gd name="T34" fmla="*/ 230 w 374"/>
                  <a:gd name="T35" fmla="*/ 806 h 898"/>
                  <a:gd name="T36" fmla="*/ 239 w 374"/>
                  <a:gd name="T37" fmla="*/ 854 h 898"/>
                  <a:gd name="T38" fmla="*/ 231 w 374"/>
                  <a:gd name="T39" fmla="*/ 887 h 898"/>
                  <a:gd name="T40" fmla="*/ 189 w 374"/>
                  <a:gd name="T41" fmla="*/ 874 h 898"/>
                  <a:gd name="T42" fmla="*/ 192 w 374"/>
                  <a:gd name="T43" fmla="*/ 839 h 898"/>
                  <a:gd name="T44" fmla="*/ 189 w 374"/>
                  <a:gd name="T45" fmla="*/ 799 h 898"/>
                  <a:gd name="T46" fmla="*/ 190 w 374"/>
                  <a:gd name="T47" fmla="*/ 729 h 898"/>
                  <a:gd name="T48" fmla="*/ 197 w 374"/>
                  <a:gd name="T49" fmla="*/ 667 h 898"/>
                  <a:gd name="T50" fmla="*/ 193 w 374"/>
                  <a:gd name="T51" fmla="*/ 580 h 898"/>
                  <a:gd name="T52" fmla="*/ 173 w 374"/>
                  <a:gd name="T53" fmla="*/ 548 h 898"/>
                  <a:gd name="T54" fmla="*/ 109 w 374"/>
                  <a:gd name="T55" fmla="*/ 788 h 898"/>
                  <a:gd name="T56" fmla="*/ 113 w 374"/>
                  <a:gd name="T57" fmla="*/ 326 h 898"/>
                  <a:gd name="T58" fmla="*/ 109 w 374"/>
                  <a:gd name="T59" fmla="*/ 303 h 898"/>
                  <a:gd name="T60" fmla="*/ 132 w 374"/>
                  <a:gd name="T61" fmla="*/ 151 h 898"/>
                  <a:gd name="T62" fmla="*/ 188 w 374"/>
                  <a:gd name="T63" fmla="*/ 129 h 898"/>
                  <a:gd name="T64" fmla="*/ 180 w 374"/>
                  <a:gd name="T65" fmla="*/ 92 h 898"/>
                  <a:gd name="T66" fmla="*/ 183 w 374"/>
                  <a:gd name="T67" fmla="*/ 48 h 898"/>
                  <a:gd name="T68" fmla="*/ 201 w 374"/>
                  <a:gd name="T69" fmla="*/ 15 h 898"/>
                  <a:gd name="T70" fmla="*/ 229 w 374"/>
                  <a:gd name="T71" fmla="*/ 7 h 898"/>
                  <a:gd name="T72" fmla="*/ 107 w 374"/>
                  <a:gd name="T73" fmla="*/ 798 h 898"/>
                  <a:gd name="T74" fmla="*/ 91 w 374"/>
                  <a:gd name="T75" fmla="*/ 861 h 898"/>
                  <a:gd name="T76" fmla="*/ 69 w 374"/>
                  <a:gd name="T77" fmla="*/ 870 h 898"/>
                  <a:gd name="T78" fmla="*/ 0 w 374"/>
                  <a:gd name="T79" fmla="*/ 891 h 898"/>
                  <a:gd name="T80" fmla="*/ 35 w 374"/>
                  <a:gd name="T81" fmla="*/ 845 h 898"/>
                  <a:gd name="T82" fmla="*/ 52 w 374"/>
                  <a:gd name="T83" fmla="*/ 763 h 898"/>
                  <a:gd name="T84" fmla="*/ 94 w 374"/>
                  <a:gd name="T85" fmla="*/ 544 h 898"/>
                  <a:gd name="T86" fmla="*/ 106 w 374"/>
                  <a:gd name="T87" fmla="*/ 459 h 898"/>
                  <a:gd name="T88" fmla="*/ 92 w 374"/>
                  <a:gd name="T89" fmla="*/ 450 h 898"/>
                  <a:gd name="T90" fmla="*/ 87 w 374"/>
                  <a:gd name="T91" fmla="*/ 423 h 898"/>
                  <a:gd name="T92" fmla="*/ 58 w 374"/>
                  <a:gd name="T93" fmla="*/ 340 h 898"/>
                  <a:gd name="T94" fmla="*/ 79 w 374"/>
                  <a:gd name="T95" fmla="*/ 237 h 898"/>
                  <a:gd name="T96" fmla="*/ 102 w 374"/>
                  <a:gd name="T97" fmla="*/ 165 h 898"/>
                  <a:gd name="T98" fmla="*/ 109 w 374"/>
                  <a:gd name="T99" fmla="*/ 303 h 898"/>
                  <a:gd name="T100" fmla="*/ 104 w 374"/>
                  <a:gd name="T101" fmla="*/ 324 h 898"/>
                  <a:gd name="T102" fmla="*/ 109 w 374"/>
                  <a:gd name="T103" fmla="*/ 353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4" h="898">
                    <a:moveTo>
                      <a:pt x="312" y="167"/>
                    </a:moveTo>
                    <a:cubicBezTo>
                      <a:pt x="319" y="171"/>
                      <a:pt x="324" y="178"/>
                      <a:pt x="326" y="189"/>
                    </a:cubicBezTo>
                    <a:cubicBezTo>
                      <a:pt x="330" y="210"/>
                      <a:pt x="352" y="280"/>
                      <a:pt x="362" y="300"/>
                    </a:cubicBezTo>
                    <a:cubicBezTo>
                      <a:pt x="373" y="319"/>
                      <a:pt x="374" y="345"/>
                      <a:pt x="363" y="362"/>
                    </a:cubicBezTo>
                    <a:cubicBezTo>
                      <a:pt x="353" y="378"/>
                      <a:pt x="328" y="417"/>
                      <a:pt x="324" y="423"/>
                    </a:cubicBezTo>
                    <a:cubicBezTo>
                      <a:pt x="320" y="429"/>
                      <a:pt x="319" y="433"/>
                      <a:pt x="313" y="432"/>
                    </a:cubicBezTo>
                    <a:cubicBezTo>
                      <a:pt x="313" y="432"/>
                      <a:pt x="313" y="432"/>
                      <a:pt x="312" y="432"/>
                    </a:cubicBezTo>
                    <a:cubicBezTo>
                      <a:pt x="312" y="341"/>
                      <a:pt x="312" y="341"/>
                      <a:pt x="312" y="341"/>
                    </a:cubicBezTo>
                    <a:cubicBezTo>
                      <a:pt x="317" y="334"/>
                      <a:pt x="323" y="327"/>
                      <a:pt x="321" y="323"/>
                    </a:cubicBezTo>
                    <a:cubicBezTo>
                      <a:pt x="318" y="317"/>
                      <a:pt x="315" y="317"/>
                      <a:pt x="312" y="312"/>
                    </a:cubicBezTo>
                    <a:lnTo>
                      <a:pt x="312" y="167"/>
                    </a:lnTo>
                    <a:close/>
                    <a:moveTo>
                      <a:pt x="229" y="7"/>
                    </a:moveTo>
                    <a:cubicBezTo>
                      <a:pt x="233" y="11"/>
                      <a:pt x="239" y="19"/>
                      <a:pt x="244" y="17"/>
                    </a:cubicBezTo>
                    <a:cubicBezTo>
                      <a:pt x="248" y="14"/>
                      <a:pt x="247" y="26"/>
                      <a:pt x="252" y="26"/>
                    </a:cubicBezTo>
                    <a:cubicBezTo>
                      <a:pt x="258" y="26"/>
                      <a:pt x="263" y="45"/>
                      <a:pt x="263" y="55"/>
                    </a:cubicBezTo>
                    <a:cubicBezTo>
                      <a:pt x="262" y="64"/>
                      <a:pt x="259" y="74"/>
                      <a:pt x="259" y="78"/>
                    </a:cubicBezTo>
                    <a:cubicBezTo>
                      <a:pt x="258" y="82"/>
                      <a:pt x="256" y="98"/>
                      <a:pt x="253" y="98"/>
                    </a:cubicBezTo>
                    <a:cubicBezTo>
                      <a:pt x="250" y="98"/>
                      <a:pt x="248" y="99"/>
                      <a:pt x="248" y="99"/>
                    </a:cubicBezTo>
                    <a:cubicBezTo>
                      <a:pt x="248" y="99"/>
                      <a:pt x="244" y="111"/>
                      <a:pt x="244" y="121"/>
                    </a:cubicBezTo>
                    <a:cubicBezTo>
                      <a:pt x="244" y="131"/>
                      <a:pt x="246" y="131"/>
                      <a:pt x="246" y="131"/>
                    </a:cubicBezTo>
                    <a:cubicBezTo>
                      <a:pt x="252" y="140"/>
                      <a:pt x="252" y="140"/>
                      <a:pt x="252" y="140"/>
                    </a:cubicBezTo>
                    <a:cubicBezTo>
                      <a:pt x="252" y="140"/>
                      <a:pt x="281" y="156"/>
                      <a:pt x="295" y="160"/>
                    </a:cubicBezTo>
                    <a:cubicBezTo>
                      <a:pt x="301" y="162"/>
                      <a:pt x="307" y="163"/>
                      <a:pt x="312" y="167"/>
                    </a:cubicBezTo>
                    <a:cubicBezTo>
                      <a:pt x="312" y="312"/>
                      <a:pt x="312" y="312"/>
                      <a:pt x="312" y="312"/>
                    </a:cubicBezTo>
                    <a:cubicBezTo>
                      <a:pt x="311" y="309"/>
                      <a:pt x="309" y="305"/>
                      <a:pt x="307" y="296"/>
                    </a:cubicBezTo>
                    <a:cubicBezTo>
                      <a:pt x="307" y="315"/>
                      <a:pt x="301" y="342"/>
                      <a:pt x="305" y="361"/>
                    </a:cubicBezTo>
                    <a:cubicBezTo>
                      <a:pt x="305" y="354"/>
                      <a:pt x="308" y="347"/>
                      <a:pt x="312" y="341"/>
                    </a:cubicBezTo>
                    <a:cubicBezTo>
                      <a:pt x="312" y="432"/>
                      <a:pt x="312" y="432"/>
                      <a:pt x="312" y="432"/>
                    </a:cubicBezTo>
                    <a:cubicBezTo>
                      <a:pt x="307" y="431"/>
                      <a:pt x="304" y="432"/>
                      <a:pt x="304" y="432"/>
                    </a:cubicBezTo>
                    <a:cubicBezTo>
                      <a:pt x="304" y="432"/>
                      <a:pt x="302" y="443"/>
                      <a:pt x="297" y="446"/>
                    </a:cubicBezTo>
                    <a:cubicBezTo>
                      <a:pt x="293" y="449"/>
                      <a:pt x="287" y="459"/>
                      <a:pt x="286" y="456"/>
                    </a:cubicBezTo>
                    <a:cubicBezTo>
                      <a:pt x="285" y="452"/>
                      <a:pt x="281" y="483"/>
                      <a:pt x="277" y="500"/>
                    </a:cubicBezTo>
                    <a:cubicBezTo>
                      <a:pt x="273" y="517"/>
                      <a:pt x="255" y="634"/>
                      <a:pt x="255" y="651"/>
                    </a:cubicBezTo>
                    <a:cubicBezTo>
                      <a:pt x="255" y="668"/>
                      <a:pt x="249" y="685"/>
                      <a:pt x="249" y="697"/>
                    </a:cubicBezTo>
                    <a:cubicBezTo>
                      <a:pt x="250" y="709"/>
                      <a:pt x="247" y="741"/>
                      <a:pt x="247" y="758"/>
                    </a:cubicBezTo>
                    <a:cubicBezTo>
                      <a:pt x="246" y="775"/>
                      <a:pt x="230" y="794"/>
                      <a:pt x="230" y="806"/>
                    </a:cubicBezTo>
                    <a:cubicBezTo>
                      <a:pt x="230" y="819"/>
                      <a:pt x="234" y="825"/>
                      <a:pt x="232" y="832"/>
                    </a:cubicBezTo>
                    <a:cubicBezTo>
                      <a:pt x="230" y="840"/>
                      <a:pt x="231" y="845"/>
                      <a:pt x="239" y="854"/>
                    </a:cubicBezTo>
                    <a:cubicBezTo>
                      <a:pt x="247" y="862"/>
                      <a:pt x="250" y="870"/>
                      <a:pt x="249" y="877"/>
                    </a:cubicBezTo>
                    <a:cubicBezTo>
                      <a:pt x="249" y="884"/>
                      <a:pt x="247" y="886"/>
                      <a:pt x="231" y="887"/>
                    </a:cubicBezTo>
                    <a:cubicBezTo>
                      <a:pt x="215" y="888"/>
                      <a:pt x="199" y="883"/>
                      <a:pt x="199" y="879"/>
                    </a:cubicBezTo>
                    <a:cubicBezTo>
                      <a:pt x="199" y="875"/>
                      <a:pt x="194" y="874"/>
                      <a:pt x="189" y="874"/>
                    </a:cubicBezTo>
                    <a:cubicBezTo>
                      <a:pt x="185" y="874"/>
                      <a:pt x="185" y="869"/>
                      <a:pt x="187" y="860"/>
                    </a:cubicBezTo>
                    <a:cubicBezTo>
                      <a:pt x="189" y="850"/>
                      <a:pt x="196" y="838"/>
                      <a:pt x="192" y="839"/>
                    </a:cubicBezTo>
                    <a:cubicBezTo>
                      <a:pt x="188" y="840"/>
                      <a:pt x="185" y="838"/>
                      <a:pt x="185" y="824"/>
                    </a:cubicBezTo>
                    <a:cubicBezTo>
                      <a:pt x="185" y="811"/>
                      <a:pt x="183" y="807"/>
                      <a:pt x="189" y="799"/>
                    </a:cubicBezTo>
                    <a:cubicBezTo>
                      <a:pt x="195" y="791"/>
                      <a:pt x="193" y="776"/>
                      <a:pt x="192" y="764"/>
                    </a:cubicBezTo>
                    <a:cubicBezTo>
                      <a:pt x="191" y="752"/>
                      <a:pt x="187" y="743"/>
                      <a:pt x="190" y="729"/>
                    </a:cubicBezTo>
                    <a:cubicBezTo>
                      <a:pt x="193" y="714"/>
                      <a:pt x="194" y="696"/>
                      <a:pt x="192" y="689"/>
                    </a:cubicBezTo>
                    <a:cubicBezTo>
                      <a:pt x="190" y="681"/>
                      <a:pt x="191" y="673"/>
                      <a:pt x="197" y="667"/>
                    </a:cubicBezTo>
                    <a:cubicBezTo>
                      <a:pt x="202" y="661"/>
                      <a:pt x="194" y="650"/>
                      <a:pt x="194" y="643"/>
                    </a:cubicBezTo>
                    <a:cubicBezTo>
                      <a:pt x="194" y="636"/>
                      <a:pt x="196" y="608"/>
                      <a:pt x="193" y="580"/>
                    </a:cubicBezTo>
                    <a:cubicBezTo>
                      <a:pt x="189" y="552"/>
                      <a:pt x="189" y="531"/>
                      <a:pt x="188" y="524"/>
                    </a:cubicBezTo>
                    <a:cubicBezTo>
                      <a:pt x="187" y="516"/>
                      <a:pt x="183" y="519"/>
                      <a:pt x="173" y="548"/>
                    </a:cubicBezTo>
                    <a:cubicBezTo>
                      <a:pt x="163" y="576"/>
                      <a:pt x="138" y="663"/>
                      <a:pt x="133" y="683"/>
                    </a:cubicBezTo>
                    <a:cubicBezTo>
                      <a:pt x="129" y="699"/>
                      <a:pt x="115" y="760"/>
                      <a:pt x="109" y="788"/>
                    </a:cubicBezTo>
                    <a:cubicBezTo>
                      <a:pt x="109" y="353"/>
                      <a:pt x="109" y="353"/>
                      <a:pt x="109" y="353"/>
                    </a:cubicBezTo>
                    <a:cubicBezTo>
                      <a:pt x="111" y="351"/>
                      <a:pt x="110" y="337"/>
                      <a:pt x="113" y="326"/>
                    </a:cubicBezTo>
                    <a:cubicBezTo>
                      <a:pt x="117" y="313"/>
                      <a:pt x="118" y="296"/>
                      <a:pt x="119" y="275"/>
                    </a:cubicBezTo>
                    <a:cubicBezTo>
                      <a:pt x="119" y="275"/>
                      <a:pt x="114" y="293"/>
                      <a:pt x="109" y="303"/>
                    </a:cubicBezTo>
                    <a:cubicBezTo>
                      <a:pt x="109" y="156"/>
                      <a:pt x="109" y="156"/>
                      <a:pt x="109" y="156"/>
                    </a:cubicBezTo>
                    <a:cubicBezTo>
                      <a:pt x="114" y="154"/>
                      <a:pt x="121" y="152"/>
                      <a:pt x="132" y="151"/>
                    </a:cubicBezTo>
                    <a:cubicBezTo>
                      <a:pt x="156" y="147"/>
                      <a:pt x="175" y="141"/>
                      <a:pt x="181" y="136"/>
                    </a:cubicBezTo>
                    <a:cubicBezTo>
                      <a:pt x="184" y="133"/>
                      <a:pt x="186" y="131"/>
                      <a:pt x="188" y="129"/>
                    </a:cubicBezTo>
                    <a:cubicBezTo>
                      <a:pt x="190" y="127"/>
                      <a:pt x="193" y="123"/>
                      <a:pt x="190" y="123"/>
                    </a:cubicBezTo>
                    <a:cubicBezTo>
                      <a:pt x="184" y="122"/>
                      <a:pt x="183" y="99"/>
                      <a:pt x="180" y="92"/>
                    </a:cubicBezTo>
                    <a:cubicBezTo>
                      <a:pt x="177" y="85"/>
                      <a:pt x="178" y="80"/>
                      <a:pt x="180" y="74"/>
                    </a:cubicBezTo>
                    <a:cubicBezTo>
                      <a:pt x="182" y="67"/>
                      <a:pt x="178" y="58"/>
                      <a:pt x="183" y="48"/>
                    </a:cubicBezTo>
                    <a:cubicBezTo>
                      <a:pt x="189" y="38"/>
                      <a:pt x="181" y="26"/>
                      <a:pt x="189" y="25"/>
                    </a:cubicBezTo>
                    <a:cubicBezTo>
                      <a:pt x="196" y="24"/>
                      <a:pt x="193" y="15"/>
                      <a:pt x="201" y="15"/>
                    </a:cubicBezTo>
                    <a:cubicBezTo>
                      <a:pt x="208" y="15"/>
                      <a:pt x="209" y="5"/>
                      <a:pt x="216" y="8"/>
                    </a:cubicBezTo>
                    <a:cubicBezTo>
                      <a:pt x="223" y="12"/>
                      <a:pt x="223" y="0"/>
                      <a:pt x="229" y="7"/>
                    </a:cubicBezTo>
                    <a:close/>
                    <a:moveTo>
                      <a:pt x="109" y="788"/>
                    </a:moveTo>
                    <a:cubicBezTo>
                      <a:pt x="108" y="792"/>
                      <a:pt x="108" y="796"/>
                      <a:pt x="107" y="798"/>
                    </a:cubicBezTo>
                    <a:cubicBezTo>
                      <a:pt x="104" y="815"/>
                      <a:pt x="100" y="848"/>
                      <a:pt x="95" y="848"/>
                    </a:cubicBezTo>
                    <a:cubicBezTo>
                      <a:pt x="90" y="848"/>
                      <a:pt x="92" y="852"/>
                      <a:pt x="91" y="861"/>
                    </a:cubicBezTo>
                    <a:cubicBezTo>
                      <a:pt x="90" y="870"/>
                      <a:pt x="81" y="872"/>
                      <a:pt x="76" y="874"/>
                    </a:cubicBezTo>
                    <a:cubicBezTo>
                      <a:pt x="70" y="876"/>
                      <a:pt x="69" y="870"/>
                      <a:pt x="69" y="870"/>
                    </a:cubicBezTo>
                    <a:cubicBezTo>
                      <a:pt x="69" y="870"/>
                      <a:pt x="60" y="888"/>
                      <a:pt x="45" y="890"/>
                    </a:cubicBezTo>
                    <a:cubicBezTo>
                      <a:pt x="30" y="892"/>
                      <a:pt x="0" y="898"/>
                      <a:pt x="0" y="891"/>
                    </a:cubicBezTo>
                    <a:cubicBezTo>
                      <a:pt x="0" y="884"/>
                      <a:pt x="3" y="877"/>
                      <a:pt x="13" y="871"/>
                    </a:cubicBezTo>
                    <a:cubicBezTo>
                      <a:pt x="23" y="865"/>
                      <a:pt x="31" y="849"/>
                      <a:pt x="35" y="845"/>
                    </a:cubicBezTo>
                    <a:cubicBezTo>
                      <a:pt x="39" y="841"/>
                      <a:pt x="34" y="842"/>
                      <a:pt x="37" y="834"/>
                    </a:cubicBezTo>
                    <a:cubicBezTo>
                      <a:pt x="40" y="826"/>
                      <a:pt x="50" y="779"/>
                      <a:pt x="52" y="763"/>
                    </a:cubicBezTo>
                    <a:cubicBezTo>
                      <a:pt x="54" y="748"/>
                      <a:pt x="53" y="695"/>
                      <a:pt x="60" y="671"/>
                    </a:cubicBezTo>
                    <a:cubicBezTo>
                      <a:pt x="68" y="646"/>
                      <a:pt x="90" y="566"/>
                      <a:pt x="94" y="544"/>
                    </a:cubicBezTo>
                    <a:cubicBezTo>
                      <a:pt x="97" y="522"/>
                      <a:pt x="102" y="500"/>
                      <a:pt x="102" y="488"/>
                    </a:cubicBezTo>
                    <a:cubicBezTo>
                      <a:pt x="102" y="476"/>
                      <a:pt x="103" y="468"/>
                      <a:pt x="106" y="459"/>
                    </a:cubicBezTo>
                    <a:cubicBezTo>
                      <a:pt x="110" y="451"/>
                      <a:pt x="106" y="439"/>
                      <a:pt x="106" y="439"/>
                    </a:cubicBezTo>
                    <a:cubicBezTo>
                      <a:pt x="106" y="439"/>
                      <a:pt x="97" y="445"/>
                      <a:pt x="92" y="450"/>
                    </a:cubicBezTo>
                    <a:cubicBezTo>
                      <a:pt x="86" y="455"/>
                      <a:pt x="86" y="447"/>
                      <a:pt x="89" y="437"/>
                    </a:cubicBezTo>
                    <a:cubicBezTo>
                      <a:pt x="92" y="426"/>
                      <a:pt x="90" y="420"/>
                      <a:pt x="87" y="423"/>
                    </a:cubicBezTo>
                    <a:cubicBezTo>
                      <a:pt x="84" y="427"/>
                      <a:pt x="82" y="406"/>
                      <a:pt x="76" y="393"/>
                    </a:cubicBezTo>
                    <a:cubicBezTo>
                      <a:pt x="69" y="380"/>
                      <a:pt x="54" y="354"/>
                      <a:pt x="58" y="340"/>
                    </a:cubicBezTo>
                    <a:cubicBezTo>
                      <a:pt x="61" y="325"/>
                      <a:pt x="62" y="299"/>
                      <a:pt x="66" y="286"/>
                    </a:cubicBezTo>
                    <a:cubicBezTo>
                      <a:pt x="70" y="274"/>
                      <a:pt x="74" y="251"/>
                      <a:pt x="79" y="237"/>
                    </a:cubicBezTo>
                    <a:cubicBezTo>
                      <a:pt x="84" y="223"/>
                      <a:pt x="83" y="216"/>
                      <a:pt x="89" y="202"/>
                    </a:cubicBezTo>
                    <a:cubicBezTo>
                      <a:pt x="95" y="188"/>
                      <a:pt x="102" y="172"/>
                      <a:pt x="102" y="165"/>
                    </a:cubicBezTo>
                    <a:cubicBezTo>
                      <a:pt x="102" y="161"/>
                      <a:pt x="103" y="158"/>
                      <a:pt x="109" y="156"/>
                    </a:cubicBezTo>
                    <a:cubicBezTo>
                      <a:pt x="109" y="303"/>
                      <a:pt x="109" y="303"/>
                      <a:pt x="109" y="303"/>
                    </a:cubicBezTo>
                    <a:cubicBezTo>
                      <a:pt x="107" y="308"/>
                      <a:pt x="105" y="311"/>
                      <a:pt x="104" y="312"/>
                    </a:cubicBezTo>
                    <a:cubicBezTo>
                      <a:pt x="98" y="313"/>
                      <a:pt x="98" y="320"/>
                      <a:pt x="104" y="324"/>
                    </a:cubicBezTo>
                    <a:cubicBezTo>
                      <a:pt x="110" y="327"/>
                      <a:pt x="106" y="350"/>
                      <a:pt x="108" y="353"/>
                    </a:cubicBezTo>
                    <a:cubicBezTo>
                      <a:pt x="109" y="354"/>
                      <a:pt x="109" y="354"/>
                      <a:pt x="109" y="353"/>
                    </a:cubicBezTo>
                    <a:lnTo>
                      <a:pt x="109"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8" name="Freeform 11"/>
              <p:cNvSpPr/>
              <p:nvPr/>
            </p:nvSpPr>
            <p:spPr bwMode="auto">
              <a:xfrm>
                <a:off x="6553201" y="2043113"/>
                <a:ext cx="500063" cy="973137"/>
              </a:xfrm>
              <a:custGeom>
                <a:avLst/>
                <a:gdLst>
                  <a:gd name="T0" fmla="*/ 107 w 133"/>
                  <a:gd name="T1" fmla="*/ 1 h 259"/>
                  <a:gd name="T2" fmla="*/ 108 w 133"/>
                  <a:gd name="T3" fmla="*/ 3 h 259"/>
                  <a:gd name="T4" fmla="*/ 113 w 133"/>
                  <a:gd name="T5" fmla="*/ 11 h 259"/>
                  <a:gd name="T6" fmla="*/ 113 w 133"/>
                  <a:gd name="T7" fmla="*/ 13 h 259"/>
                  <a:gd name="T8" fmla="*/ 108 w 133"/>
                  <a:gd name="T9" fmla="*/ 104 h 259"/>
                  <a:gd name="T10" fmla="*/ 109 w 133"/>
                  <a:gd name="T11" fmla="*/ 177 h 259"/>
                  <a:gd name="T12" fmla="*/ 122 w 133"/>
                  <a:gd name="T13" fmla="*/ 232 h 259"/>
                  <a:gd name="T14" fmla="*/ 133 w 133"/>
                  <a:gd name="T15" fmla="*/ 258 h 259"/>
                  <a:gd name="T16" fmla="*/ 88 w 133"/>
                  <a:gd name="T17" fmla="*/ 256 h 259"/>
                  <a:gd name="T18" fmla="*/ 15 w 133"/>
                  <a:gd name="T19" fmla="*/ 257 h 259"/>
                  <a:gd name="T20" fmla="*/ 0 w 133"/>
                  <a:gd name="T21" fmla="*/ 251 h 259"/>
                  <a:gd name="T22" fmla="*/ 17 w 133"/>
                  <a:gd name="T23" fmla="*/ 203 h 259"/>
                  <a:gd name="T24" fmla="*/ 31 w 133"/>
                  <a:gd name="T25" fmla="*/ 108 h 259"/>
                  <a:gd name="T26" fmla="*/ 37 w 133"/>
                  <a:gd name="T27" fmla="*/ 23 h 259"/>
                  <a:gd name="T28" fmla="*/ 42 w 133"/>
                  <a:gd name="T29" fmla="*/ 8 h 259"/>
                  <a:gd name="T30" fmla="*/ 43 w 133"/>
                  <a:gd name="T31" fmla="*/ 8 h 259"/>
                  <a:gd name="T32" fmla="*/ 50 w 133"/>
                  <a:gd name="T33" fmla="*/ 0 h 259"/>
                  <a:gd name="T34" fmla="*/ 64 w 133"/>
                  <a:gd name="T35" fmla="*/ 17 h 259"/>
                  <a:gd name="T36" fmla="*/ 85 w 133"/>
                  <a:gd name="T37" fmla="*/ 24 h 259"/>
                  <a:gd name="T38" fmla="*/ 107 w 133"/>
                  <a:gd name="T39" fmla="*/ 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3" h="259">
                    <a:moveTo>
                      <a:pt x="107" y="1"/>
                    </a:moveTo>
                    <a:cubicBezTo>
                      <a:pt x="107" y="3"/>
                      <a:pt x="108" y="3"/>
                      <a:pt x="108" y="3"/>
                    </a:cubicBezTo>
                    <a:cubicBezTo>
                      <a:pt x="113" y="11"/>
                      <a:pt x="113" y="11"/>
                      <a:pt x="113" y="11"/>
                    </a:cubicBezTo>
                    <a:cubicBezTo>
                      <a:pt x="113" y="12"/>
                      <a:pt x="113" y="12"/>
                      <a:pt x="113" y="13"/>
                    </a:cubicBezTo>
                    <a:cubicBezTo>
                      <a:pt x="111" y="26"/>
                      <a:pt x="108" y="73"/>
                      <a:pt x="108" y="104"/>
                    </a:cubicBezTo>
                    <a:cubicBezTo>
                      <a:pt x="108" y="135"/>
                      <a:pt x="104" y="152"/>
                      <a:pt x="109" y="177"/>
                    </a:cubicBezTo>
                    <a:cubicBezTo>
                      <a:pt x="114" y="203"/>
                      <a:pt x="115" y="217"/>
                      <a:pt x="122" y="232"/>
                    </a:cubicBezTo>
                    <a:cubicBezTo>
                      <a:pt x="129" y="247"/>
                      <a:pt x="133" y="258"/>
                      <a:pt x="133" y="258"/>
                    </a:cubicBezTo>
                    <a:cubicBezTo>
                      <a:pt x="133" y="258"/>
                      <a:pt x="111" y="256"/>
                      <a:pt x="88" y="256"/>
                    </a:cubicBezTo>
                    <a:cubicBezTo>
                      <a:pt x="65" y="256"/>
                      <a:pt x="23" y="259"/>
                      <a:pt x="15" y="257"/>
                    </a:cubicBezTo>
                    <a:cubicBezTo>
                      <a:pt x="6" y="254"/>
                      <a:pt x="0" y="251"/>
                      <a:pt x="0" y="251"/>
                    </a:cubicBezTo>
                    <a:cubicBezTo>
                      <a:pt x="0" y="251"/>
                      <a:pt x="10" y="228"/>
                      <a:pt x="17" y="203"/>
                    </a:cubicBezTo>
                    <a:cubicBezTo>
                      <a:pt x="24" y="177"/>
                      <a:pt x="31" y="143"/>
                      <a:pt x="31" y="108"/>
                    </a:cubicBezTo>
                    <a:cubicBezTo>
                      <a:pt x="31" y="73"/>
                      <a:pt x="30" y="41"/>
                      <a:pt x="37" y="23"/>
                    </a:cubicBezTo>
                    <a:cubicBezTo>
                      <a:pt x="39" y="16"/>
                      <a:pt x="41" y="12"/>
                      <a:pt x="42" y="8"/>
                    </a:cubicBezTo>
                    <a:cubicBezTo>
                      <a:pt x="42" y="8"/>
                      <a:pt x="41" y="9"/>
                      <a:pt x="43" y="8"/>
                    </a:cubicBezTo>
                    <a:cubicBezTo>
                      <a:pt x="44" y="6"/>
                      <a:pt x="48" y="3"/>
                      <a:pt x="50" y="0"/>
                    </a:cubicBezTo>
                    <a:cubicBezTo>
                      <a:pt x="54" y="5"/>
                      <a:pt x="56" y="8"/>
                      <a:pt x="64" y="17"/>
                    </a:cubicBezTo>
                    <a:cubicBezTo>
                      <a:pt x="71" y="26"/>
                      <a:pt x="72" y="32"/>
                      <a:pt x="85" y="24"/>
                    </a:cubicBezTo>
                    <a:cubicBezTo>
                      <a:pt x="94" y="18"/>
                      <a:pt x="101" y="9"/>
                      <a:pt x="10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9" name="Freeform 12"/>
              <p:cNvSpPr/>
              <p:nvPr/>
            </p:nvSpPr>
            <p:spPr bwMode="auto">
              <a:xfrm>
                <a:off x="6632576" y="2155825"/>
                <a:ext cx="239713" cy="966787"/>
              </a:xfrm>
              <a:custGeom>
                <a:avLst/>
                <a:gdLst>
                  <a:gd name="T0" fmla="*/ 54 w 64"/>
                  <a:gd name="T1" fmla="*/ 0 h 257"/>
                  <a:gd name="T2" fmla="*/ 41 w 64"/>
                  <a:gd name="T3" fmla="*/ 13 h 257"/>
                  <a:gd name="T4" fmla="*/ 46 w 64"/>
                  <a:gd name="T5" fmla="*/ 21 h 257"/>
                  <a:gd name="T6" fmla="*/ 26 w 64"/>
                  <a:gd name="T7" fmla="*/ 97 h 257"/>
                  <a:gd name="T8" fmla="*/ 3 w 64"/>
                  <a:gd name="T9" fmla="*/ 218 h 257"/>
                  <a:gd name="T10" fmla="*/ 10 w 64"/>
                  <a:gd name="T11" fmla="*/ 246 h 257"/>
                  <a:gd name="T12" fmla="*/ 25 w 64"/>
                  <a:gd name="T13" fmla="*/ 247 h 257"/>
                  <a:gd name="T14" fmla="*/ 41 w 64"/>
                  <a:gd name="T15" fmla="*/ 216 h 257"/>
                  <a:gd name="T16" fmla="*/ 56 w 64"/>
                  <a:gd name="T17" fmla="*/ 117 h 257"/>
                  <a:gd name="T18" fmla="*/ 61 w 64"/>
                  <a:gd name="T19" fmla="*/ 40 h 257"/>
                  <a:gd name="T20" fmla="*/ 57 w 64"/>
                  <a:gd name="T21" fmla="*/ 21 h 257"/>
                  <a:gd name="T22" fmla="*/ 64 w 64"/>
                  <a:gd name="T23" fmla="*/ 12 h 257"/>
                  <a:gd name="T24" fmla="*/ 54 w 64"/>
                  <a:gd name="T2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257">
                    <a:moveTo>
                      <a:pt x="54" y="0"/>
                    </a:moveTo>
                    <a:cubicBezTo>
                      <a:pt x="41" y="13"/>
                      <a:pt x="41" y="13"/>
                      <a:pt x="41" y="13"/>
                    </a:cubicBezTo>
                    <a:cubicBezTo>
                      <a:pt x="41" y="13"/>
                      <a:pt x="48" y="15"/>
                      <a:pt x="46" y="21"/>
                    </a:cubicBezTo>
                    <a:cubicBezTo>
                      <a:pt x="43" y="26"/>
                      <a:pt x="34" y="56"/>
                      <a:pt x="26" y="97"/>
                    </a:cubicBezTo>
                    <a:cubicBezTo>
                      <a:pt x="17" y="137"/>
                      <a:pt x="5" y="208"/>
                      <a:pt x="3" y="218"/>
                    </a:cubicBezTo>
                    <a:cubicBezTo>
                      <a:pt x="0" y="229"/>
                      <a:pt x="4" y="236"/>
                      <a:pt x="10" y="246"/>
                    </a:cubicBezTo>
                    <a:cubicBezTo>
                      <a:pt x="17" y="257"/>
                      <a:pt x="18" y="256"/>
                      <a:pt x="25" y="247"/>
                    </a:cubicBezTo>
                    <a:cubicBezTo>
                      <a:pt x="32" y="238"/>
                      <a:pt x="37" y="242"/>
                      <a:pt x="41" y="216"/>
                    </a:cubicBezTo>
                    <a:cubicBezTo>
                      <a:pt x="45" y="190"/>
                      <a:pt x="52" y="139"/>
                      <a:pt x="56" y="117"/>
                    </a:cubicBezTo>
                    <a:cubicBezTo>
                      <a:pt x="60" y="94"/>
                      <a:pt x="63" y="50"/>
                      <a:pt x="61" y="40"/>
                    </a:cubicBezTo>
                    <a:cubicBezTo>
                      <a:pt x="58" y="30"/>
                      <a:pt x="56" y="25"/>
                      <a:pt x="57" y="21"/>
                    </a:cubicBezTo>
                    <a:cubicBezTo>
                      <a:pt x="58" y="16"/>
                      <a:pt x="64" y="12"/>
                      <a:pt x="64" y="12"/>
                    </a:cubicBezTo>
                    <a:cubicBezTo>
                      <a:pt x="64" y="12"/>
                      <a:pt x="60" y="3"/>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27"/>
              <p:cNvSpPr/>
              <p:nvPr/>
            </p:nvSpPr>
            <p:spPr bwMode="auto">
              <a:xfrm>
                <a:off x="7586663" y="2287588"/>
                <a:ext cx="30163" cy="66675"/>
              </a:xfrm>
              <a:custGeom>
                <a:avLst/>
                <a:gdLst>
                  <a:gd name="T0" fmla="*/ 6 w 8"/>
                  <a:gd name="T1" fmla="*/ 18 h 18"/>
                  <a:gd name="T2" fmla="*/ 8 w 8"/>
                  <a:gd name="T3" fmla="*/ 7 h 18"/>
                  <a:gd name="T4" fmla="*/ 8 w 8"/>
                  <a:gd name="T5" fmla="*/ 0 h 18"/>
                  <a:gd name="T6" fmla="*/ 2 w 8"/>
                  <a:gd name="T7" fmla="*/ 1 h 18"/>
                  <a:gd name="T8" fmla="*/ 0 w 8"/>
                  <a:gd name="T9" fmla="*/ 15 h 18"/>
                  <a:gd name="T10" fmla="*/ 6 w 8"/>
                  <a:gd name="T11" fmla="*/ 18 h 18"/>
                </a:gdLst>
                <a:ahLst/>
                <a:cxnLst>
                  <a:cxn ang="0">
                    <a:pos x="T0" y="T1"/>
                  </a:cxn>
                  <a:cxn ang="0">
                    <a:pos x="T2" y="T3"/>
                  </a:cxn>
                  <a:cxn ang="0">
                    <a:pos x="T4" y="T5"/>
                  </a:cxn>
                  <a:cxn ang="0">
                    <a:pos x="T6" y="T7"/>
                  </a:cxn>
                  <a:cxn ang="0">
                    <a:pos x="T8" y="T9"/>
                  </a:cxn>
                  <a:cxn ang="0">
                    <a:pos x="T10" y="T11"/>
                  </a:cxn>
                </a:cxnLst>
                <a:rect l="0" t="0" r="r" b="b"/>
                <a:pathLst>
                  <a:path w="8" h="18">
                    <a:moveTo>
                      <a:pt x="6" y="18"/>
                    </a:moveTo>
                    <a:cubicBezTo>
                      <a:pt x="6" y="18"/>
                      <a:pt x="7" y="13"/>
                      <a:pt x="8" y="7"/>
                    </a:cubicBezTo>
                    <a:cubicBezTo>
                      <a:pt x="8" y="1"/>
                      <a:pt x="8" y="0"/>
                      <a:pt x="8" y="0"/>
                    </a:cubicBezTo>
                    <a:cubicBezTo>
                      <a:pt x="2" y="1"/>
                      <a:pt x="2" y="1"/>
                      <a:pt x="2" y="1"/>
                    </a:cubicBezTo>
                    <a:cubicBezTo>
                      <a:pt x="2" y="1"/>
                      <a:pt x="1" y="12"/>
                      <a:pt x="0" y="15"/>
                    </a:cubicBezTo>
                    <a:cubicBezTo>
                      <a:pt x="3" y="18"/>
                      <a:pt x="6" y="18"/>
                      <a:pt x="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9" name="Group 18"/>
            <p:cNvGrpSpPr/>
            <p:nvPr/>
          </p:nvGrpSpPr>
          <p:grpSpPr>
            <a:xfrm>
              <a:off x="2396284" y="3826384"/>
              <a:ext cx="345910" cy="1400146"/>
              <a:chOff x="7397751" y="1485900"/>
              <a:chExt cx="665163" cy="2692400"/>
            </a:xfrm>
            <a:solidFill>
              <a:srgbClr val="9BBC57"/>
            </a:solidFill>
          </p:grpSpPr>
          <p:sp>
            <p:nvSpPr>
              <p:cNvPr id="44" name="Freeform 25"/>
              <p:cNvSpPr>
                <a:spLocks noEditPoints="1"/>
              </p:cNvSpPr>
              <p:nvPr/>
            </p:nvSpPr>
            <p:spPr bwMode="auto">
              <a:xfrm>
                <a:off x="7397751" y="1485900"/>
                <a:ext cx="665163" cy="2692400"/>
              </a:xfrm>
              <a:custGeom>
                <a:avLst/>
                <a:gdLst>
                  <a:gd name="T0" fmla="*/ 85 w 177"/>
                  <a:gd name="T1" fmla="*/ 0 h 716"/>
                  <a:gd name="T2" fmla="*/ 117 w 177"/>
                  <a:gd name="T3" fmla="*/ 28 h 716"/>
                  <a:gd name="T4" fmla="*/ 122 w 177"/>
                  <a:gd name="T5" fmla="*/ 49 h 716"/>
                  <a:gd name="T6" fmla="*/ 127 w 177"/>
                  <a:gd name="T7" fmla="*/ 77 h 716"/>
                  <a:gd name="T8" fmla="*/ 136 w 177"/>
                  <a:gd name="T9" fmla="*/ 105 h 716"/>
                  <a:gd name="T10" fmla="*/ 141 w 177"/>
                  <a:gd name="T11" fmla="*/ 119 h 716"/>
                  <a:gd name="T12" fmla="*/ 167 w 177"/>
                  <a:gd name="T13" fmla="*/ 134 h 716"/>
                  <a:gd name="T14" fmla="*/ 175 w 177"/>
                  <a:gd name="T15" fmla="*/ 187 h 716"/>
                  <a:gd name="T16" fmla="*/ 170 w 177"/>
                  <a:gd name="T17" fmla="*/ 234 h 716"/>
                  <a:gd name="T18" fmla="*/ 152 w 177"/>
                  <a:gd name="T19" fmla="*/ 247 h 716"/>
                  <a:gd name="T20" fmla="*/ 157 w 177"/>
                  <a:gd name="T21" fmla="*/ 293 h 716"/>
                  <a:gd name="T22" fmla="*/ 163 w 177"/>
                  <a:gd name="T23" fmla="*/ 327 h 716"/>
                  <a:gd name="T24" fmla="*/ 154 w 177"/>
                  <a:gd name="T25" fmla="*/ 329 h 716"/>
                  <a:gd name="T26" fmla="*/ 150 w 177"/>
                  <a:gd name="T27" fmla="*/ 375 h 716"/>
                  <a:gd name="T28" fmla="*/ 136 w 177"/>
                  <a:gd name="T29" fmla="*/ 451 h 716"/>
                  <a:gd name="T30" fmla="*/ 131 w 177"/>
                  <a:gd name="T31" fmla="*/ 460 h 716"/>
                  <a:gd name="T32" fmla="*/ 124 w 177"/>
                  <a:gd name="T33" fmla="*/ 460 h 716"/>
                  <a:gd name="T34" fmla="*/ 123 w 177"/>
                  <a:gd name="T35" fmla="*/ 483 h 716"/>
                  <a:gd name="T36" fmla="*/ 118 w 177"/>
                  <a:gd name="T37" fmla="*/ 530 h 716"/>
                  <a:gd name="T38" fmla="*/ 98 w 177"/>
                  <a:gd name="T39" fmla="*/ 604 h 716"/>
                  <a:gd name="T40" fmla="*/ 112 w 177"/>
                  <a:gd name="T41" fmla="*/ 647 h 716"/>
                  <a:gd name="T42" fmla="*/ 124 w 177"/>
                  <a:gd name="T43" fmla="*/ 674 h 716"/>
                  <a:gd name="T44" fmla="*/ 105 w 177"/>
                  <a:gd name="T45" fmla="*/ 676 h 716"/>
                  <a:gd name="T46" fmla="*/ 97 w 177"/>
                  <a:gd name="T47" fmla="*/ 669 h 716"/>
                  <a:gd name="T48" fmla="*/ 99 w 177"/>
                  <a:gd name="T49" fmla="*/ 683 h 716"/>
                  <a:gd name="T50" fmla="*/ 89 w 177"/>
                  <a:gd name="T51" fmla="*/ 716 h 716"/>
                  <a:gd name="T52" fmla="*/ 85 w 177"/>
                  <a:gd name="T53" fmla="*/ 716 h 716"/>
                  <a:gd name="T54" fmla="*/ 85 w 177"/>
                  <a:gd name="T55" fmla="*/ 503 h 716"/>
                  <a:gd name="T56" fmla="*/ 87 w 177"/>
                  <a:gd name="T57" fmla="*/ 491 h 716"/>
                  <a:gd name="T58" fmla="*/ 87 w 177"/>
                  <a:gd name="T59" fmla="*/ 459 h 716"/>
                  <a:gd name="T60" fmla="*/ 85 w 177"/>
                  <a:gd name="T61" fmla="*/ 471 h 716"/>
                  <a:gd name="T62" fmla="*/ 85 w 177"/>
                  <a:gd name="T63" fmla="*/ 0 h 716"/>
                  <a:gd name="T64" fmla="*/ 84 w 177"/>
                  <a:gd name="T65" fmla="*/ 0 h 716"/>
                  <a:gd name="T66" fmla="*/ 85 w 177"/>
                  <a:gd name="T67" fmla="*/ 0 h 716"/>
                  <a:gd name="T68" fmla="*/ 85 w 177"/>
                  <a:gd name="T69" fmla="*/ 471 h 716"/>
                  <a:gd name="T70" fmla="*/ 82 w 177"/>
                  <a:gd name="T71" fmla="*/ 484 h 716"/>
                  <a:gd name="T72" fmla="*/ 83 w 177"/>
                  <a:gd name="T73" fmla="*/ 499 h 716"/>
                  <a:gd name="T74" fmla="*/ 84 w 177"/>
                  <a:gd name="T75" fmla="*/ 510 h 716"/>
                  <a:gd name="T76" fmla="*/ 85 w 177"/>
                  <a:gd name="T77" fmla="*/ 503 h 716"/>
                  <a:gd name="T78" fmla="*/ 85 w 177"/>
                  <a:gd name="T79" fmla="*/ 716 h 716"/>
                  <a:gd name="T80" fmla="*/ 70 w 177"/>
                  <a:gd name="T81" fmla="*/ 687 h 716"/>
                  <a:gd name="T82" fmla="*/ 70 w 177"/>
                  <a:gd name="T83" fmla="*/ 657 h 716"/>
                  <a:gd name="T84" fmla="*/ 64 w 177"/>
                  <a:gd name="T85" fmla="*/ 624 h 716"/>
                  <a:gd name="T86" fmla="*/ 41 w 177"/>
                  <a:gd name="T87" fmla="*/ 524 h 716"/>
                  <a:gd name="T88" fmla="*/ 42 w 177"/>
                  <a:gd name="T89" fmla="*/ 480 h 716"/>
                  <a:gd name="T90" fmla="*/ 40 w 177"/>
                  <a:gd name="T91" fmla="*/ 458 h 716"/>
                  <a:gd name="T92" fmla="*/ 27 w 177"/>
                  <a:gd name="T93" fmla="*/ 447 h 716"/>
                  <a:gd name="T94" fmla="*/ 23 w 177"/>
                  <a:gd name="T95" fmla="*/ 367 h 716"/>
                  <a:gd name="T96" fmla="*/ 25 w 177"/>
                  <a:gd name="T97" fmla="*/ 324 h 716"/>
                  <a:gd name="T98" fmla="*/ 9 w 177"/>
                  <a:gd name="T99" fmla="*/ 322 h 716"/>
                  <a:gd name="T100" fmla="*/ 22 w 177"/>
                  <a:gd name="T101" fmla="*/ 285 h 716"/>
                  <a:gd name="T102" fmla="*/ 24 w 177"/>
                  <a:gd name="T103" fmla="*/ 257 h 716"/>
                  <a:gd name="T104" fmla="*/ 2 w 177"/>
                  <a:gd name="T105" fmla="*/ 238 h 716"/>
                  <a:gd name="T106" fmla="*/ 2 w 177"/>
                  <a:gd name="T107" fmla="*/ 184 h 716"/>
                  <a:gd name="T108" fmla="*/ 6 w 177"/>
                  <a:gd name="T109" fmla="*/ 161 h 716"/>
                  <a:gd name="T110" fmla="*/ 22 w 177"/>
                  <a:gd name="T111" fmla="*/ 121 h 716"/>
                  <a:gd name="T112" fmla="*/ 38 w 177"/>
                  <a:gd name="T113" fmla="*/ 114 h 716"/>
                  <a:gd name="T114" fmla="*/ 40 w 177"/>
                  <a:gd name="T115" fmla="*/ 99 h 716"/>
                  <a:gd name="T116" fmla="*/ 50 w 177"/>
                  <a:gd name="T117" fmla="*/ 79 h 716"/>
                  <a:gd name="T118" fmla="*/ 51 w 177"/>
                  <a:gd name="T119" fmla="*/ 50 h 716"/>
                  <a:gd name="T120" fmla="*/ 84 w 177"/>
                  <a:gd name="T12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716">
                    <a:moveTo>
                      <a:pt x="85" y="0"/>
                    </a:moveTo>
                    <a:cubicBezTo>
                      <a:pt x="100" y="0"/>
                      <a:pt x="114" y="14"/>
                      <a:pt x="117" y="28"/>
                    </a:cubicBezTo>
                    <a:cubicBezTo>
                      <a:pt x="120" y="42"/>
                      <a:pt x="122" y="41"/>
                      <a:pt x="122" y="49"/>
                    </a:cubicBezTo>
                    <a:cubicBezTo>
                      <a:pt x="122" y="56"/>
                      <a:pt x="125" y="65"/>
                      <a:pt x="127" y="77"/>
                    </a:cubicBezTo>
                    <a:cubicBezTo>
                      <a:pt x="129" y="89"/>
                      <a:pt x="130" y="97"/>
                      <a:pt x="136" y="105"/>
                    </a:cubicBezTo>
                    <a:cubicBezTo>
                      <a:pt x="142" y="112"/>
                      <a:pt x="141" y="119"/>
                      <a:pt x="141" y="119"/>
                    </a:cubicBezTo>
                    <a:cubicBezTo>
                      <a:pt x="141" y="119"/>
                      <a:pt x="161" y="120"/>
                      <a:pt x="167" y="134"/>
                    </a:cubicBezTo>
                    <a:cubicBezTo>
                      <a:pt x="172" y="148"/>
                      <a:pt x="173" y="172"/>
                      <a:pt x="175" y="187"/>
                    </a:cubicBezTo>
                    <a:cubicBezTo>
                      <a:pt x="177" y="203"/>
                      <a:pt x="175" y="222"/>
                      <a:pt x="170" y="234"/>
                    </a:cubicBezTo>
                    <a:cubicBezTo>
                      <a:pt x="164" y="246"/>
                      <a:pt x="152" y="247"/>
                      <a:pt x="152" y="247"/>
                    </a:cubicBezTo>
                    <a:cubicBezTo>
                      <a:pt x="152" y="247"/>
                      <a:pt x="150" y="272"/>
                      <a:pt x="157" y="293"/>
                    </a:cubicBezTo>
                    <a:cubicBezTo>
                      <a:pt x="164" y="315"/>
                      <a:pt x="169" y="326"/>
                      <a:pt x="163" y="327"/>
                    </a:cubicBezTo>
                    <a:cubicBezTo>
                      <a:pt x="157" y="328"/>
                      <a:pt x="154" y="329"/>
                      <a:pt x="154" y="329"/>
                    </a:cubicBezTo>
                    <a:cubicBezTo>
                      <a:pt x="154" y="329"/>
                      <a:pt x="154" y="357"/>
                      <a:pt x="150" y="375"/>
                    </a:cubicBezTo>
                    <a:cubicBezTo>
                      <a:pt x="146" y="393"/>
                      <a:pt x="136" y="439"/>
                      <a:pt x="136" y="451"/>
                    </a:cubicBezTo>
                    <a:cubicBezTo>
                      <a:pt x="136" y="462"/>
                      <a:pt x="136" y="460"/>
                      <a:pt x="131" y="460"/>
                    </a:cubicBezTo>
                    <a:cubicBezTo>
                      <a:pt x="127" y="460"/>
                      <a:pt x="124" y="460"/>
                      <a:pt x="124" y="460"/>
                    </a:cubicBezTo>
                    <a:cubicBezTo>
                      <a:pt x="124" y="460"/>
                      <a:pt x="125" y="478"/>
                      <a:pt x="123" y="483"/>
                    </a:cubicBezTo>
                    <a:cubicBezTo>
                      <a:pt x="121" y="487"/>
                      <a:pt x="124" y="508"/>
                      <a:pt x="118" y="530"/>
                    </a:cubicBezTo>
                    <a:cubicBezTo>
                      <a:pt x="111" y="552"/>
                      <a:pt x="98" y="588"/>
                      <a:pt x="98" y="604"/>
                    </a:cubicBezTo>
                    <a:cubicBezTo>
                      <a:pt x="98" y="620"/>
                      <a:pt x="104" y="639"/>
                      <a:pt x="112" y="647"/>
                    </a:cubicBezTo>
                    <a:cubicBezTo>
                      <a:pt x="119" y="654"/>
                      <a:pt x="129" y="670"/>
                      <a:pt x="124" y="674"/>
                    </a:cubicBezTo>
                    <a:cubicBezTo>
                      <a:pt x="118" y="678"/>
                      <a:pt x="111" y="677"/>
                      <a:pt x="105" y="676"/>
                    </a:cubicBezTo>
                    <a:cubicBezTo>
                      <a:pt x="100" y="674"/>
                      <a:pt x="97" y="669"/>
                      <a:pt x="97" y="669"/>
                    </a:cubicBezTo>
                    <a:cubicBezTo>
                      <a:pt x="97" y="669"/>
                      <a:pt x="97" y="677"/>
                      <a:pt x="99" y="683"/>
                    </a:cubicBezTo>
                    <a:cubicBezTo>
                      <a:pt x="102" y="690"/>
                      <a:pt x="99" y="716"/>
                      <a:pt x="89" y="716"/>
                    </a:cubicBezTo>
                    <a:cubicBezTo>
                      <a:pt x="87" y="716"/>
                      <a:pt x="86" y="716"/>
                      <a:pt x="85" y="716"/>
                    </a:cubicBezTo>
                    <a:cubicBezTo>
                      <a:pt x="85" y="503"/>
                      <a:pt x="85" y="503"/>
                      <a:pt x="85" y="503"/>
                    </a:cubicBezTo>
                    <a:cubicBezTo>
                      <a:pt x="85" y="499"/>
                      <a:pt x="86" y="494"/>
                      <a:pt x="87" y="491"/>
                    </a:cubicBezTo>
                    <a:cubicBezTo>
                      <a:pt x="89" y="486"/>
                      <a:pt x="87" y="475"/>
                      <a:pt x="87" y="459"/>
                    </a:cubicBezTo>
                    <a:cubicBezTo>
                      <a:pt x="87" y="459"/>
                      <a:pt x="86" y="465"/>
                      <a:pt x="85" y="471"/>
                    </a:cubicBezTo>
                    <a:lnTo>
                      <a:pt x="85" y="0"/>
                    </a:lnTo>
                    <a:close/>
                    <a:moveTo>
                      <a:pt x="84" y="0"/>
                    </a:moveTo>
                    <a:cubicBezTo>
                      <a:pt x="85" y="0"/>
                      <a:pt x="85" y="0"/>
                      <a:pt x="85" y="0"/>
                    </a:cubicBezTo>
                    <a:cubicBezTo>
                      <a:pt x="85" y="471"/>
                      <a:pt x="85" y="471"/>
                      <a:pt x="85" y="471"/>
                    </a:cubicBezTo>
                    <a:cubicBezTo>
                      <a:pt x="84" y="476"/>
                      <a:pt x="83" y="481"/>
                      <a:pt x="82" y="484"/>
                    </a:cubicBezTo>
                    <a:cubicBezTo>
                      <a:pt x="81" y="490"/>
                      <a:pt x="83" y="495"/>
                      <a:pt x="83" y="499"/>
                    </a:cubicBezTo>
                    <a:cubicBezTo>
                      <a:pt x="83" y="504"/>
                      <a:pt x="84" y="510"/>
                      <a:pt x="84" y="510"/>
                    </a:cubicBezTo>
                    <a:cubicBezTo>
                      <a:pt x="84" y="510"/>
                      <a:pt x="84" y="507"/>
                      <a:pt x="85" y="503"/>
                    </a:cubicBezTo>
                    <a:cubicBezTo>
                      <a:pt x="85" y="716"/>
                      <a:pt x="85" y="716"/>
                      <a:pt x="85" y="716"/>
                    </a:cubicBezTo>
                    <a:cubicBezTo>
                      <a:pt x="76" y="713"/>
                      <a:pt x="70" y="702"/>
                      <a:pt x="70" y="687"/>
                    </a:cubicBezTo>
                    <a:cubicBezTo>
                      <a:pt x="71" y="670"/>
                      <a:pt x="67" y="667"/>
                      <a:pt x="70" y="657"/>
                    </a:cubicBezTo>
                    <a:cubicBezTo>
                      <a:pt x="73" y="647"/>
                      <a:pt x="69" y="640"/>
                      <a:pt x="64" y="624"/>
                    </a:cubicBezTo>
                    <a:cubicBezTo>
                      <a:pt x="59" y="609"/>
                      <a:pt x="40" y="541"/>
                      <a:pt x="41" y="524"/>
                    </a:cubicBezTo>
                    <a:cubicBezTo>
                      <a:pt x="42" y="506"/>
                      <a:pt x="44" y="491"/>
                      <a:pt x="42" y="480"/>
                    </a:cubicBezTo>
                    <a:cubicBezTo>
                      <a:pt x="41" y="468"/>
                      <a:pt x="40" y="458"/>
                      <a:pt x="40" y="458"/>
                    </a:cubicBezTo>
                    <a:cubicBezTo>
                      <a:pt x="40" y="458"/>
                      <a:pt x="27" y="463"/>
                      <a:pt x="27" y="447"/>
                    </a:cubicBezTo>
                    <a:cubicBezTo>
                      <a:pt x="27" y="430"/>
                      <a:pt x="25" y="382"/>
                      <a:pt x="23" y="367"/>
                    </a:cubicBezTo>
                    <a:cubicBezTo>
                      <a:pt x="22" y="353"/>
                      <a:pt x="25" y="324"/>
                      <a:pt x="25" y="324"/>
                    </a:cubicBezTo>
                    <a:cubicBezTo>
                      <a:pt x="25" y="324"/>
                      <a:pt x="13" y="323"/>
                      <a:pt x="9" y="322"/>
                    </a:cubicBezTo>
                    <a:cubicBezTo>
                      <a:pt x="5" y="320"/>
                      <a:pt x="19" y="295"/>
                      <a:pt x="22" y="285"/>
                    </a:cubicBezTo>
                    <a:cubicBezTo>
                      <a:pt x="25" y="275"/>
                      <a:pt x="24" y="257"/>
                      <a:pt x="24" y="257"/>
                    </a:cubicBezTo>
                    <a:cubicBezTo>
                      <a:pt x="24" y="257"/>
                      <a:pt x="3" y="256"/>
                      <a:pt x="2" y="238"/>
                    </a:cubicBezTo>
                    <a:cubicBezTo>
                      <a:pt x="1" y="221"/>
                      <a:pt x="0" y="195"/>
                      <a:pt x="2" y="184"/>
                    </a:cubicBezTo>
                    <a:cubicBezTo>
                      <a:pt x="3" y="174"/>
                      <a:pt x="4" y="175"/>
                      <a:pt x="6" y="161"/>
                    </a:cubicBezTo>
                    <a:cubicBezTo>
                      <a:pt x="7" y="147"/>
                      <a:pt x="14" y="122"/>
                      <a:pt x="22" y="121"/>
                    </a:cubicBezTo>
                    <a:cubicBezTo>
                      <a:pt x="29" y="120"/>
                      <a:pt x="38" y="114"/>
                      <a:pt x="38" y="114"/>
                    </a:cubicBezTo>
                    <a:cubicBezTo>
                      <a:pt x="38" y="114"/>
                      <a:pt x="31" y="106"/>
                      <a:pt x="40" y="99"/>
                    </a:cubicBezTo>
                    <a:cubicBezTo>
                      <a:pt x="49" y="92"/>
                      <a:pt x="54" y="89"/>
                      <a:pt x="50" y="79"/>
                    </a:cubicBezTo>
                    <a:cubicBezTo>
                      <a:pt x="46" y="70"/>
                      <a:pt x="49" y="63"/>
                      <a:pt x="51" y="50"/>
                    </a:cubicBezTo>
                    <a:cubicBezTo>
                      <a:pt x="53" y="38"/>
                      <a:pt x="59" y="0"/>
                      <a:pt x="8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26"/>
              <p:cNvSpPr/>
              <p:nvPr/>
            </p:nvSpPr>
            <p:spPr bwMode="auto">
              <a:xfrm>
                <a:off x="7669213" y="1865313"/>
                <a:ext cx="157163" cy="304800"/>
              </a:xfrm>
              <a:custGeom>
                <a:avLst/>
                <a:gdLst>
                  <a:gd name="T0" fmla="*/ 0 w 42"/>
                  <a:gd name="T1" fmla="*/ 2 h 81"/>
                  <a:gd name="T2" fmla="*/ 11 w 42"/>
                  <a:gd name="T3" fmla="*/ 18 h 81"/>
                  <a:gd name="T4" fmla="*/ 18 w 42"/>
                  <a:gd name="T5" fmla="*/ 57 h 81"/>
                  <a:gd name="T6" fmla="*/ 26 w 42"/>
                  <a:gd name="T7" fmla="*/ 41 h 81"/>
                  <a:gd name="T8" fmla="*/ 29 w 42"/>
                  <a:gd name="T9" fmla="*/ 22 h 81"/>
                  <a:gd name="T10" fmla="*/ 41 w 42"/>
                  <a:gd name="T11" fmla="*/ 0 h 81"/>
                  <a:gd name="T12" fmla="*/ 41 w 42"/>
                  <a:gd name="T13" fmla="*/ 15 h 81"/>
                  <a:gd name="T14" fmla="*/ 29 w 42"/>
                  <a:gd name="T15" fmla="*/ 51 h 81"/>
                  <a:gd name="T16" fmla="*/ 20 w 42"/>
                  <a:gd name="T17" fmla="*/ 77 h 81"/>
                  <a:gd name="T18" fmla="*/ 9 w 42"/>
                  <a:gd name="T19" fmla="*/ 53 h 81"/>
                  <a:gd name="T20" fmla="*/ 0 w 42"/>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1">
                    <a:moveTo>
                      <a:pt x="0" y="2"/>
                    </a:moveTo>
                    <a:cubicBezTo>
                      <a:pt x="0" y="2"/>
                      <a:pt x="11" y="11"/>
                      <a:pt x="11" y="18"/>
                    </a:cubicBezTo>
                    <a:cubicBezTo>
                      <a:pt x="11" y="26"/>
                      <a:pt x="16" y="50"/>
                      <a:pt x="18" y="57"/>
                    </a:cubicBezTo>
                    <a:cubicBezTo>
                      <a:pt x="21" y="64"/>
                      <a:pt x="22" y="48"/>
                      <a:pt x="26" y="41"/>
                    </a:cubicBezTo>
                    <a:cubicBezTo>
                      <a:pt x="30" y="34"/>
                      <a:pt x="31" y="27"/>
                      <a:pt x="29" y="22"/>
                    </a:cubicBezTo>
                    <a:cubicBezTo>
                      <a:pt x="27" y="16"/>
                      <a:pt x="35" y="14"/>
                      <a:pt x="41" y="0"/>
                    </a:cubicBezTo>
                    <a:cubicBezTo>
                      <a:pt x="42" y="5"/>
                      <a:pt x="41" y="9"/>
                      <a:pt x="41" y="15"/>
                    </a:cubicBezTo>
                    <a:cubicBezTo>
                      <a:pt x="41" y="20"/>
                      <a:pt x="32" y="46"/>
                      <a:pt x="29" y="51"/>
                    </a:cubicBezTo>
                    <a:cubicBezTo>
                      <a:pt x="27" y="56"/>
                      <a:pt x="20" y="72"/>
                      <a:pt x="20" y="77"/>
                    </a:cubicBezTo>
                    <a:cubicBezTo>
                      <a:pt x="19" y="81"/>
                      <a:pt x="13" y="68"/>
                      <a:pt x="9" y="53"/>
                    </a:cubicBezTo>
                    <a:cubicBezTo>
                      <a:pt x="6" y="38"/>
                      <a:pt x="0" y="16"/>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28"/>
              <p:cNvSpPr/>
              <p:nvPr/>
            </p:nvSpPr>
            <p:spPr bwMode="auto">
              <a:xfrm>
                <a:off x="7807326" y="2422525"/>
                <a:ext cx="34925" cy="68262"/>
              </a:xfrm>
              <a:custGeom>
                <a:avLst/>
                <a:gdLst>
                  <a:gd name="T0" fmla="*/ 2 w 9"/>
                  <a:gd name="T1" fmla="*/ 0 h 18"/>
                  <a:gd name="T2" fmla="*/ 0 w 9"/>
                  <a:gd name="T3" fmla="*/ 14 h 18"/>
                  <a:gd name="T4" fmla="*/ 9 w 9"/>
                  <a:gd name="T5" fmla="*/ 14 h 18"/>
                  <a:gd name="T6" fmla="*/ 9 w 9"/>
                  <a:gd name="T7" fmla="*/ 0 h 18"/>
                  <a:gd name="T8" fmla="*/ 2 w 9"/>
                  <a:gd name="T9" fmla="*/ 0 h 18"/>
                </a:gdLst>
                <a:ahLst/>
                <a:cxnLst>
                  <a:cxn ang="0">
                    <a:pos x="T0" y="T1"/>
                  </a:cxn>
                  <a:cxn ang="0">
                    <a:pos x="T2" y="T3"/>
                  </a:cxn>
                  <a:cxn ang="0">
                    <a:pos x="T4" y="T5"/>
                  </a:cxn>
                  <a:cxn ang="0">
                    <a:pos x="T6" y="T7"/>
                  </a:cxn>
                  <a:cxn ang="0">
                    <a:pos x="T8" y="T9"/>
                  </a:cxn>
                </a:cxnLst>
                <a:rect l="0" t="0" r="r" b="b"/>
                <a:pathLst>
                  <a:path w="9" h="18">
                    <a:moveTo>
                      <a:pt x="2" y="0"/>
                    </a:moveTo>
                    <a:cubicBezTo>
                      <a:pt x="2" y="0"/>
                      <a:pt x="1" y="11"/>
                      <a:pt x="0" y="14"/>
                    </a:cubicBezTo>
                    <a:cubicBezTo>
                      <a:pt x="0" y="18"/>
                      <a:pt x="9" y="14"/>
                      <a:pt x="9" y="14"/>
                    </a:cubicBezTo>
                    <a:cubicBezTo>
                      <a:pt x="9" y="0"/>
                      <a:pt x="9" y="0"/>
                      <a:pt x="9"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 name="Group 19"/>
            <p:cNvGrpSpPr/>
            <p:nvPr/>
          </p:nvGrpSpPr>
          <p:grpSpPr>
            <a:xfrm>
              <a:off x="2569240" y="1710265"/>
              <a:ext cx="314871" cy="1248195"/>
              <a:chOff x="1084263" y="1625600"/>
              <a:chExt cx="442913" cy="1755775"/>
            </a:xfrm>
            <a:solidFill>
              <a:srgbClr val="9BBC57"/>
            </a:solidFill>
          </p:grpSpPr>
          <p:sp>
            <p:nvSpPr>
              <p:cNvPr id="41" name="Freeform 29"/>
              <p:cNvSpPr/>
              <p:nvPr/>
            </p:nvSpPr>
            <p:spPr bwMode="auto">
              <a:xfrm>
                <a:off x="1084263" y="1625600"/>
                <a:ext cx="442913" cy="1755775"/>
              </a:xfrm>
              <a:custGeom>
                <a:avLst/>
                <a:gdLst>
                  <a:gd name="T0" fmla="*/ 51 w 118"/>
                  <a:gd name="T1" fmla="*/ 1 h 467"/>
                  <a:gd name="T2" fmla="*/ 70 w 118"/>
                  <a:gd name="T3" fmla="*/ 27 h 467"/>
                  <a:gd name="T4" fmla="*/ 67 w 118"/>
                  <a:gd name="T5" fmla="*/ 43 h 467"/>
                  <a:gd name="T6" fmla="*/ 64 w 118"/>
                  <a:gd name="T7" fmla="*/ 53 h 467"/>
                  <a:gd name="T8" fmla="*/ 62 w 118"/>
                  <a:gd name="T9" fmla="*/ 59 h 467"/>
                  <a:gd name="T10" fmla="*/ 64 w 118"/>
                  <a:gd name="T11" fmla="*/ 64 h 467"/>
                  <a:gd name="T12" fmla="*/ 71 w 118"/>
                  <a:gd name="T13" fmla="*/ 69 h 467"/>
                  <a:gd name="T14" fmla="*/ 83 w 118"/>
                  <a:gd name="T15" fmla="*/ 75 h 467"/>
                  <a:gd name="T16" fmla="*/ 100 w 118"/>
                  <a:gd name="T17" fmla="*/ 84 h 467"/>
                  <a:gd name="T18" fmla="*/ 103 w 118"/>
                  <a:gd name="T19" fmla="*/ 97 h 467"/>
                  <a:gd name="T20" fmla="*/ 106 w 118"/>
                  <a:gd name="T21" fmla="*/ 113 h 467"/>
                  <a:gd name="T22" fmla="*/ 112 w 118"/>
                  <a:gd name="T23" fmla="*/ 154 h 467"/>
                  <a:gd name="T24" fmla="*/ 91 w 118"/>
                  <a:gd name="T25" fmla="*/ 162 h 467"/>
                  <a:gd name="T26" fmla="*/ 93 w 118"/>
                  <a:gd name="T27" fmla="*/ 177 h 467"/>
                  <a:gd name="T28" fmla="*/ 94 w 118"/>
                  <a:gd name="T29" fmla="*/ 195 h 467"/>
                  <a:gd name="T30" fmla="*/ 93 w 118"/>
                  <a:gd name="T31" fmla="*/ 248 h 467"/>
                  <a:gd name="T32" fmla="*/ 93 w 118"/>
                  <a:gd name="T33" fmla="*/ 302 h 467"/>
                  <a:gd name="T34" fmla="*/ 79 w 118"/>
                  <a:gd name="T35" fmla="*/ 305 h 467"/>
                  <a:gd name="T36" fmla="*/ 72 w 118"/>
                  <a:gd name="T37" fmla="*/ 304 h 467"/>
                  <a:gd name="T38" fmla="*/ 71 w 118"/>
                  <a:gd name="T39" fmla="*/ 322 h 467"/>
                  <a:gd name="T40" fmla="*/ 69 w 118"/>
                  <a:gd name="T41" fmla="*/ 374 h 467"/>
                  <a:gd name="T42" fmla="*/ 65 w 118"/>
                  <a:gd name="T43" fmla="*/ 415 h 467"/>
                  <a:gd name="T44" fmla="*/ 73 w 118"/>
                  <a:gd name="T45" fmla="*/ 445 h 467"/>
                  <a:gd name="T46" fmla="*/ 81 w 118"/>
                  <a:gd name="T47" fmla="*/ 456 h 467"/>
                  <a:gd name="T48" fmla="*/ 82 w 118"/>
                  <a:gd name="T49" fmla="*/ 462 h 467"/>
                  <a:gd name="T50" fmla="*/ 60 w 118"/>
                  <a:gd name="T51" fmla="*/ 461 h 467"/>
                  <a:gd name="T52" fmla="*/ 57 w 118"/>
                  <a:gd name="T53" fmla="*/ 448 h 467"/>
                  <a:gd name="T54" fmla="*/ 51 w 118"/>
                  <a:gd name="T55" fmla="*/ 440 h 467"/>
                  <a:gd name="T56" fmla="*/ 51 w 118"/>
                  <a:gd name="T57" fmla="*/ 444 h 467"/>
                  <a:gd name="T58" fmla="*/ 56 w 118"/>
                  <a:gd name="T59" fmla="*/ 458 h 467"/>
                  <a:gd name="T60" fmla="*/ 51 w 118"/>
                  <a:gd name="T61" fmla="*/ 467 h 467"/>
                  <a:gd name="T62" fmla="*/ 32 w 118"/>
                  <a:gd name="T63" fmla="*/ 459 h 467"/>
                  <a:gd name="T64" fmla="*/ 30 w 118"/>
                  <a:gd name="T65" fmla="*/ 439 h 467"/>
                  <a:gd name="T66" fmla="*/ 30 w 118"/>
                  <a:gd name="T67" fmla="*/ 421 h 467"/>
                  <a:gd name="T68" fmla="*/ 24 w 118"/>
                  <a:gd name="T69" fmla="*/ 381 h 467"/>
                  <a:gd name="T70" fmla="*/ 19 w 118"/>
                  <a:gd name="T71" fmla="*/ 331 h 467"/>
                  <a:gd name="T72" fmla="*/ 21 w 118"/>
                  <a:gd name="T73" fmla="*/ 307 h 467"/>
                  <a:gd name="T74" fmla="*/ 20 w 118"/>
                  <a:gd name="T75" fmla="*/ 301 h 467"/>
                  <a:gd name="T76" fmla="*/ 7 w 118"/>
                  <a:gd name="T77" fmla="*/ 298 h 467"/>
                  <a:gd name="T78" fmla="*/ 8 w 118"/>
                  <a:gd name="T79" fmla="*/ 253 h 467"/>
                  <a:gd name="T80" fmla="*/ 10 w 118"/>
                  <a:gd name="T81" fmla="*/ 212 h 467"/>
                  <a:gd name="T82" fmla="*/ 11 w 118"/>
                  <a:gd name="T83" fmla="*/ 197 h 467"/>
                  <a:gd name="T84" fmla="*/ 11 w 118"/>
                  <a:gd name="T85" fmla="*/ 188 h 467"/>
                  <a:gd name="T86" fmla="*/ 13 w 118"/>
                  <a:gd name="T87" fmla="*/ 173 h 467"/>
                  <a:gd name="T88" fmla="*/ 3 w 118"/>
                  <a:gd name="T89" fmla="*/ 164 h 467"/>
                  <a:gd name="T90" fmla="*/ 0 w 118"/>
                  <a:gd name="T91" fmla="*/ 124 h 467"/>
                  <a:gd name="T92" fmla="*/ 3 w 118"/>
                  <a:gd name="T93" fmla="*/ 89 h 467"/>
                  <a:gd name="T94" fmla="*/ 8 w 118"/>
                  <a:gd name="T95" fmla="*/ 81 h 467"/>
                  <a:gd name="T96" fmla="*/ 24 w 118"/>
                  <a:gd name="T97" fmla="*/ 76 h 467"/>
                  <a:gd name="T98" fmla="*/ 35 w 118"/>
                  <a:gd name="T99" fmla="*/ 65 h 467"/>
                  <a:gd name="T100" fmla="*/ 39 w 118"/>
                  <a:gd name="T101" fmla="*/ 57 h 467"/>
                  <a:gd name="T102" fmla="*/ 34 w 118"/>
                  <a:gd name="T103" fmla="*/ 45 h 467"/>
                  <a:gd name="T104" fmla="*/ 31 w 118"/>
                  <a:gd name="T105" fmla="*/ 27 h 467"/>
                  <a:gd name="T106" fmla="*/ 51 w 118"/>
                  <a:gd name="T107" fmla="*/ 1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 h="467">
                    <a:moveTo>
                      <a:pt x="51" y="1"/>
                    </a:moveTo>
                    <a:cubicBezTo>
                      <a:pt x="66" y="1"/>
                      <a:pt x="70" y="13"/>
                      <a:pt x="70" y="27"/>
                    </a:cubicBezTo>
                    <a:cubicBezTo>
                      <a:pt x="73" y="27"/>
                      <a:pt x="71" y="43"/>
                      <a:pt x="67" y="43"/>
                    </a:cubicBezTo>
                    <a:cubicBezTo>
                      <a:pt x="68" y="45"/>
                      <a:pt x="66" y="52"/>
                      <a:pt x="64" y="53"/>
                    </a:cubicBezTo>
                    <a:cubicBezTo>
                      <a:pt x="62" y="54"/>
                      <a:pt x="62" y="56"/>
                      <a:pt x="62" y="59"/>
                    </a:cubicBezTo>
                    <a:cubicBezTo>
                      <a:pt x="62" y="63"/>
                      <a:pt x="64" y="64"/>
                      <a:pt x="64" y="64"/>
                    </a:cubicBezTo>
                    <a:cubicBezTo>
                      <a:pt x="64" y="64"/>
                      <a:pt x="70" y="65"/>
                      <a:pt x="71" y="69"/>
                    </a:cubicBezTo>
                    <a:cubicBezTo>
                      <a:pt x="71" y="73"/>
                      <a:pt x="77" y="75"/>
                      <a:pt x="83" y="75"/>
                    </a:cubicBezTo>
                    <a:cubicBezTo>
                      <a:pt x="89" y="75"/>
                      <a:pt x="100" y="79"/>
                      <a:pt x="100" y="84"/>
                    </a:cubicBezTo>
                    <a:cubicBezTo>
                      <a:pt x="100" y="88"/>
                      <a:pt x="101" y="97"/>
                      <a:pt x="103" y="97"/>
                    </a:cubicBezTo>
                    <a:cubicBezTo>
                      <a:pt x="105" y="96"/>
                      <a:pt x="105" y="105"/>
                      <a:pt x="106" y="113"/>
                    </a:cubicBezTo>
                    <a:cubicBezTo>
                      <a:pt x="108" y="120"/>
                      <a:pt x="118" y="147"/>
                      <a:pt x="112" y="154"/>
                    </a:cubicBezTo>
                    <a:cubicBezTo>
                      <a:pt x="106" y="162"/>
                      <a:pt x="91" y="162"/>
                      <a:pt x="91" y="162"/>
                    </a:cubicBezTo>
                    <a:cubicBezTo>
                      <a:pt x="91" y="162"/>
                      <a:pt x="91" y="167"/>
                      <a:pt x="93" y="177"/>
                    </a:cubicBezTo>
                    <a:cubicBezTo>
                      <a:pt x="94" y="188"/>
                      <a:pt x="96" y="195"/>
                      <a:pt x="94" y="195"/>
                    </a:cubicBezTo>
                    <a:cubicBezTo>
                      <a:pt x="92" y="195"/>
                      <a:pt x="93" y="230"/>
                      <a:pt x="93" y="248"/>
                    </a:cubicBezTo>
                    <a:cubicBezTo>
                      <a:pt x="93" y="266"/>
                      <a:pt x="93" y="298"/>
                      <a:pt x="93" y="302"/>
                    </a:cubicBezTo>
                    <a:cubicBezTo>
                      <a:pt x="93" y="305"/>
                      <a:pt x="82" y="305"/>
                      <a:pt x="79" y="305"/>
                    </a:cubicBezTo>
                    <a:cubicBezTo>
                      <a:pt x="75" y="305"/>
                      <a:pt x="72" y="304"/>
                      <a:pt x="72" y="304"/>
                    </a:cubicBezTo>
                    <a:cubicBezTo>
                      <a:pt x="72" y="304"/>
                      <a:pt x="72" y="315"/>
                      <a:pt x="71" y="322"/>
                    </a:cubicBezTo>
                    <a:cubicBezTo>
                      <a:pt x="70" y="329"/>
                      <a:pt x="70" y="365"/>
                      <a:pt x="69" y="374"/>
                    </a:cubicBezTo>
                    <a:cubicBezTo>
                      <a:pt x="68" y="382"/>
                      <a:pt x="65" y="402"/>
                      <a:pt x="65" y="415"/>
                    </a:cubicBezTo>
                    <a:cubicBezTo>
                      <a:pt x="66" y="427"/>
                      <a:pt x="69" y="439"/>
                      <a:pt x="73" y="445"/>
                    </a:cubicBezTo>
                    <a:cubicBezTo>
                      <a:pt x="77" y="452"/>
                      <a:pt x="78" y="454"/>
                      <a:pt x="81" y="456"/>
                    </a:cubicBezTo>
                    <a:cubicBezTo>
                      <a:pt x="83" y="459"/>
                      <a:pt x="89" y="462"/>
                      <a:pt x="82" y="462"/>
                    </a:cubicBezTo>
                    <a:cubicBezTo>
                      <a:pt x="76" y="463"/>
                      <a:pt x="62" y="463"/>
                      <a:pt x="60" y="461"/>
                    </a:cubicBezTo>
                    <a:cubicBezTo>
                      <a:pt x="57" y="458"/>
                      <a:pt x="59" y="452"/>
                      <a:pt x="57" y="448"/>
                    </a:cubicBezTo>
                    <a:cubicBezTo>
                      <a:pt x="54" y="444"/>
                      <a:pt x="51" y="440"/>
                      <a:pt x="51" y="440"/>
                    </a:cubicBezTo>
                    <a:cubicBezTo>
                      <a:pt x="51" y="444"/>
                      <a:pt x="51" y="444"/>
                      <a:pt x="51" y="444"/>
                    </a:cubicBezTo>
                    <a:cubicBezTo>
                      <a:pt x="51" y="444"/>
                      <a:pt x="57" y="455"/>
                      <a:pt x="56" y="458"/>
                    </a:cubicBezTo>
                    <a:cubicBezTo>
                      <a:pt x="55" y="461"/>
                      <a:pt x="55" y="467"/>
                      <a:pt x="51" y="467"/>
                    </a:cubicBezTo>
                    <a:cubicBezTo>
                      <a:pt x="46" y="467"/>
                      <a:pt x="33" y="463"/>
                      <a:pt x="32" y="459"/>
                    </a:cubicBezTo>
                    <a:cubicBezTo>
                      <a:pt x="31" y="455"/>
                      <a:pt x="32" y="442"/>
                      <a:pt x="30" y="439"/>
                    </a:cubicBezTo>
                    <a:cubicBezTo>
                      <a:pt x="28" y="435"/>
                      <a:pt x="29" y="428"/>
                      <a:pt x="30" y="421"/>
                    </a:cubicBezTo>
                    <a:cubicBezTo>
                      <a:pt x="31" y="415"/>
                      <a:pt x="29" y="394"/>
                      <a:pt x="24" y="381"/>
                    </a:cubicBezTo>
                    <a:cubicBezTo>
                      <a:pt x="20" y="368"/>
                      <a:pt x="19" y="342"/>
                      <a:pt x="19" y="331"/>
                    </a:cubicBezTo>
                    <a:cubicBezTo>
                      <a:pt x="19" y="320"/>
                      <a:pt x="21" y="312"/>
                      <a:pt x="21" y="307"/>
                    </a:cubicBezTo>
                    <a:cubicBezTo>
                      <a:pt x="20" y="302"/>
                      <a:pt x="20" y="301"/>
                      <a:pt x="20" y="301"/>
                    </a:cubicBezTo>
                    <a:cubicBezTo>
                      <a:pt x="20" y="301"/>
                      <a:pt x="6" y="301"/>
                      <a:pt x="7" y="298"/>
                    </a:cubicBezTo>
                    <a:cubicBezTo>
                      <a:pt x="7" y="295"/>
                      <a:pt x="8" y="266"/>
                      <a:pt x="8" y="253"/>
                    </a:cubicBezTo>
                    <a:cubicBezTo>
                      <a:pt x="8" y="240"/>
                      <a:pt x="9" y="223"/>
                      <a:pt x="10" y="212"/>
                    </a:cubicBezTo>
                    <a:cubicBezTo>
                      <a:pt x="11" y="201"/>
                      <a:pt x="11" y="197"/>
                      <a:pt x="11" y="197"/>
                    </a:cubicBezTo>
                    <a:cubicBezTo>
                      <a:pt x="11" y="197"/>
                      <a:pt x="10" y="196"/>
                      <a:pt x="11" y="188"/>
                    </a:cubicBezTo>
                    <a:cubicBezTo>
                      <a:pt x="12" y="180"/>
                      <a:pt x="13" y="173"/>
                      <a:pt x="13" y="173"/>
                    </a:cubicBezTo>
                    <a:cubicBezTo>
                      <a:pt x="13" y="173"/>
                      <a:pt x="5" y="173"/>
                      <a:pt x="3" y="164"/>
                    </a:cubicBezTo>
                    <a:cubicBezTo>
                      <a:pt x="1" y="156"/>
                      <a:pt x="0" y="142"/>
                      <a:pt x="0" y="124"/>
                    </a:cubicBezTo>
                    <a:cubicBezTo>
                      <a:pt x="1" y="106"/>
                      <a:pt x="3" y="93"/>
                      <a:pt x="3" y="89"/>
                    </a:cubicBezTo>
                    <a:cubicBezTo>
                      <a:pt x="3" y="85"/>
                      <a:pt x="1" y="83"/>
                      <a:pt x="8" y="81"/>
                    </a:cubicBezTo>
                    <a:cubicBezTo>
                      <a:pt x="14" y="79"/>
                      <a:pt x="19" y="80"/>
                      <a:pt x="24" y="76"/>
                    </a:cubicBezTo>
                    <a:cubicBezTo>
                      <a:pt x="30" y="72"/>
                      <a:pt x="32" y="68"/>
                      <a:pt x="35" y="65"/>
                    </a:cubicBezTo>
                    <a:cubicBezTo>
                      <a:pt x="37" y="63"/>
                      <a:pt x="41" y="60"/>
                      <a:pt x="39" y="57"/>
                    </a:cubicBezTo>
                    <a:cubicBezTo>
                      <a:pt x="37" y="54"/>
                      <a:pt x="34" y="51"/>
                      <a:pt x="34" y="45"/>
                    </a:cubicBezTo>
                    <a:cubicBezTo>
                      <a:pt x="29" y="44"/>
                      <a:pt x="27" y="27"/>
                      <a:pt x="31" y="27"/>
                    </a:cubicBezTo>
                    <a:cubicBezTo>
                      <a:pt x="32" y="14"/>
                      <a:pt x="33" y="0"/>
                      <a:pt x="5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30"/>
              <p:cNvSpPr/>
              <p:nvPr/>
            </p:nvSpPr>
            <p:spPr bwMode="auto">
              <a:xfrm>
                <a:off x="1211263" y="1862138"/>
                <a:ext cx="131763" cy="269875"/>
              </a:xfrm>
              <a:custGeom>
                <a:avLst/>
                <a:gdLst>
                  <a:gd name="T0" fmla="*/ 29 w 35"/>
                  <a:gd name="T1" fmla="*/ 0 h 72"/>
                  <a:gd name="T2" fmla="*/ 30 w 35"/>
                  <a:gd name="T3" fmla="*/ 1 h 72"/>
                  <a:gd name="T4" fmla="*/ 32 w 35"/>
                  <a:gd name="T5" fmla="*/ 2 h 72"/>
                  <a:gd name="T6" fmla="*/ 35 w 35"/>
                  <a:gd name="T7" fmla="*/ 33 h 72"/>
                  <a:gd name="T8" fmla="*/ 29 w 35"/>
                  <a:gd name="T9" fmla="*/ 59 h 72"/>
                  <a:gd name="T10" fmla="*/ 26 w 35"/>
                  <a:gd name="T11" fmla="*/ 72 h 72"/>
                  <a:gd name="T12" fmla="*/ 20 w 35"/>
                  <a:gd name="T13" fmla="*/ 52 h 72"/>
                  <a:gd name="T14" fmla="*/ 6 w 35"/>
                  <a:gd name="T15" fmla="*/ 22 h 72"/>
                  <a:gd name="T16" fmla="*/ 0 w 35"/>
                  <a:gd name="T17" fmla="*/ 3 h 72"/>
                  <a:gd name="T18" fmla="*/ 1 w 35"/>
                  <a:gd name="T19" fmla="*/ 2 h 72"/>
                  <a:gd name="T20" fmla="*/ 3 w 35"/>
                  <a:gd name="T21" fmla="*/ 0 h 72"/>
                  <a:gd name="T22" fmla="*/ 7 w 35"/>
                  <a:gd name="T23" fmla="*/ 11 h 72"/>
                  <a:gd name="T24" fmla="*/ 16 w 35"/>
                  <a:gd name="T25" fmla="*/ 19 h 72"/>
                  <a:gd name="T26" fmla="*/ 16 w 35"/>
                  <a:gd name="T27" fmla="*/ 26 h 72"/>
                  <a:gd name="T28" fmla="*/ 20 w 35"/>
                  <a:gd name="T29" fmla="*/ 32 h 72"/>
                  <a:gd name="T30" fmla="*/ 20 w 35"/>
                  <a:gd name="T31" fmla="*/ 25 h 72"/>
                  <a:gd name="T32" fmla="*/ 25 w 35"/>
                  <a:gd name="T33" fmla="*/ 20 h 72"/>
                  <a:gd name="T34" fmla="*/ 29 w 35"/>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72">
                    <a:moveTo>
                      <a:pt x="29" y="0"/>
                    </a:moveTo>
                    <a:cubicBezTo>
                      <a:pt x="29" y="1"/>
                      <a:pt x="30" y="1"/>
                      <a:pt x="30" y="1"/>
                    </a:cubicBezTo>
                    <a:cubicBezTo>
                      <a:pt x="30" y="1"/>
                      <a:pt x="31" y="2"/>
                      <a:pt x="32" y="2"/>
                    </a:cubicBezTo>
                    <a:cubicBezTo>
                      <a:pt x="34" y="7"/>
                      <a:pt x="35" y="27"/>
                      <a:pt x="35" y="33"/>
                    </a:cubicBezTo>
                    <a:cubicBezTo>
                      <a:pt x="35" y="39"/>
                      <a:pt x="31" y="52"/>
                      <a:pt x="29" y="59"/>
                    </a:cubicBezTo>
                    <a:cubicBezTo>
                      <a:pt x="26" y="66"/>
                      <a:pt x="26" y="72"/>
                      <a:pt x="26" y="72"/>
                    </a:cubicBezTo>
                    <a:cubicBezTo>
                      <a:pt x="26" y="72"/>
                      <a:pt x="23" y="61"/>
                      <a:pt x="20" y="52"/>
                    </a:cubicBezTo>
                    <a:cubicBezTo>
                      <a:pt x="17" y="43"/>
                      <a:pt x="10" y="31"/>
                      <a:pt x="6" y="22"/>
                    </a:cubicBezTo>
                    <a:cubicBezTo>
                      <a:pt x="2" y="15"/>
                      <a:pt x="1" y="9"/>
                      <a:pt x="0" y="3"/>
                    </a:cubicBezTo>
                    <a:cubicBezTo>
                      <a:pt x="0" y="3"/>
                      <a:pt x="1" y="3"/>
                      <a:pt x="1" y="2"/>
                    </a:cubicBezTo>
                    <a:cubicBezTo>
                      <a:pt x="2" y="2"/>
                      <a:pt x="3" y="1"/>
                      <a:pt x="3" y="0"/>
                    </a:cubicBezTo>
                    <a:cubicBezTo>
                      <a:pt x="4" y="4"/>
                      <a:pt x="6" y="9"/>
                      <a:pt x="7" y="11"/>
                    </a:cubicBezTo>
                    <a:cubicBezTo>
                      <a:pt x="9" y="15"/>
                      <a:pt x="14" y="16"/>
                      <a:pt x="16" y="19"/>
                    </a:cubicBezTo>
                    <a:cubicBezTo>
                      <a:pt x="18" y="21"/>
                      <a:pt x="14" y="23"/>
                      <a:pt x="16" y="26"/>
                    </a:cubicBezTo>
                    <a:cubicBezTo>
                      <a:pt x="18" y="30"/>
                      <a:pt x="20" y="32"/>
                      <a:pt x="20" y="32"/>
                    </a:cubicBezTo>
                    <a:cubicBezTo>
                      <a:pt x="20" y="32"/>
                      <a:pt x="19" y="28"/>
                      <a:pt x="20" y="25"/>
                    </a:cubicBezTo>
                    <a:cubicBezTo>
                      <a:pt x="21" y="22"/>
                      <a:pt x="23" y="25"/>
                      <a:pt x="25" y="20"/>
                    </a:cubicBezTo>
                    <a:cubicBezTo>
                      <a:pt x="26" y="16"/>
                      <a:pt x="28" y="7"/>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31"/>
              <p:cNvSpPr/>
              <p:nvPr/>
            </p:nvSpPr>
            <p:spPr bwMode="auto">
              <a:xfrm>
                <a:off x="1196976" y="2282825"/>
                <a:ext cx="195263" cy="87312"/>
              </a:xfrm>
              <a:custGeom>
                <a:avLst/>
                <a:gdLst>
                  <a:gd name="T0" fmla="*/ 24 w 52"/>
                  <a:gd name="T1" fmla="*/ 0 h 23"/>
                  <a:gd name="T2" fmla="*/ 27 w 52"/>
                  <a:gd name="T3" fmla="*/ 0 h 23"/>
                  <a:gd name="T4" fmla="*/ 36 w 52"/>
                  <a:gd name="T5" fmla="*/ 13 h 23"/>
                  <a:gd name="T6" fmla="*/ 52 w 52"/>
                  <a:gd name="T7" fmla="*/ 15 h 23"/>
                  <a:gd name="T8" fmla="*/ 40 w 52"/>
                  <a:gd name="T9" fmla="*/ 20 h 23"/>
                  <a:gd name="T10" fmla="*/ 31 w 52"/>
                  <a:gd name="T11" fmla="*/ 17 h 23"/>
                  <a:gd name="T12" fmla="*/ 12 w 52"/>
                  <a:gd name="T13" fmla="*/ 22 h 23"/>
                  <a:gd name="T14" fmla="*/ 0 w 52"/>
                  <a:gd name="T15" fmla="*/ 17 h 23"/>
                  <a:gd name="T16" fmla="*/ 18 w 52"/>
                  <a:gd name="T17" fmla="*/ 15 h 23"/>
                  <a:gd name="T18" fmla="*/ 24 w 52"/>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3">
                    <a:moveTo>
                      <a:pt x="24" y="0"/>
                    </a:moveTo>
                    <a:cubicBezTo>
                      <a:pt x="27" y="0"/>
                      <a:pt x="27" y="0"/>
                      <a:pt x="27" y="0"/>
                    </a:cubicBezTo>
                    <a:cubicBezTo>
                      <a:pt x="27" y="0"/>
                      <a:pt x="31" y="10"/>
                      <a:pt x="36" y="13"/>
                    </a:cubicBezTo>
                    <a:cubicBezTo>
                      <a:pt x="42" y="15"/>
                      <a:pt x="52" y="15"/>
                      <a:pt x="52" y="15"/>
                    </a:cubicBezTo>
                    <a:cubicBezTo>
                      <a:pt x="52" y="15"/>
                      <a:pt x="47" y="20"/>
                      <a:pt x="40" y="20"/>
                    </a:cubicBezTo>
                    <a:cubicBezTo>
                      <a:pt x="33" y="20"/>
                      <a:pt x="31" y="17"/>
                      <a:pt x="31" y="17"/>
                    </a:cubicBezTo>
                    <a:cubicBezTo>
                      <a:pt x="31" y="17"/>
                      <a:pt x="21" y="23"/>
                      <a:pt x="12" y="22"/>
                    </a:cubicBezTo>
                    <a:cubicBezTo>
                      <a:pt x="3" y="20"/>
                      <a:pt x="0" y="17"/>
                      <a:pt x="0" y="17"/>
                    </a:cubicBezTo>
                    <a:cubicBezTo>
                      <a:pt x="0" y="17"/>
                      <a:pt x="13" y="19"/>
                      <a:pt x="18" y="15"/>
                    </a:cubicBezTo>
                    <a:cubicBezTo>
                      <a:pt x="23" y="11"/>
                      <a:pt x="24" y="7"/>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1" name="Group 20"/>
            <p:cNvGrpSpPr/>
            <p:nvPr/>
          </p:nvGrpSpPr>
          <p:grpSpPr>
            <a:xfrm>
              <a:off x="4715243" y="1710265"/>
              <a:ext cx="505909" cy="1581718"/>
              <a:chOff x="2714626" y="1508125"/>
              <a:chExt cx="665163" cy="2079625"/>
            </a:xfrm>
            <a:solidFill>
              <a:srgbClr val="9BBC57"/>
            </a:solidFill>
          </p:grpSpPr>
          <p:sp>
            <p:nvSpPr>
              <p:cNvPr id="36" name="Freeform 32"/>
              <p:cNvSpPr>
                <a:spLocks noEditPoints="1"/>
              </p:cNvSpPr>
              <p:nvPr/>
            </p:nvSpPr>
            <p:spPr bwMode="auto">
              <a:xfrm>
                <a:off x="2714626" y="1508125"/>
                <a:ext cx="665163" cy="2079625"/>
              </a:xfrm>
              <a:custGeom>
                <a:avLst/>
                <a:gdLst>
                  <a:gd name="T0" fmla="*/ 147 w 177"/>
                  <a:gd name="T1" fmla="*/ 112 h 553"/>
                  <a:gd name="T2" fmla="*/ 158 w 177"/>
                  <a:gd name="T3" fmla="*/ 236 h 553"/>
                  <a:gd name="T4" fmla="*/ 158 w 177"/>
                  <a:gd name="T5" fmla="*/ 283 h 553"/>
                  <a:gd name="T6" fmla="*/ 155 w 177"/>
                  <a:gd name="T7" fmla="*/ 302 h 553"/>
                  <a:gd name="T8" fmla="*/ 175 w 177"/>
                  <a:gd name="T9" fmla="*/ 388 h 553"/>
                  <a:gd name="T10" fmla="*/ 131 w 177"/>
                  <a:gd name="T11" fmla="*/ 410 h 553"/>
                  <a:gd name="T12" fmla="*/ 135 w 177"/>
                  <a:gd name="T13" fmla="*/ 304 h 553"/>
                  <a:gd name="T14" fmla="*/ 136 w 177"/>
                  <a:gd name="T15" fmla="*/ 282 h 553"/>
                  <a:gd name="T16" fmla="*/ 131 w 177"/>
                  <a:gd name="T17" fmla="*/ 94 h 553"/>
                  <a:gd name="T18" fmla="*/ 105 w 177"/>
                  <a:gd name="T19" fmla="*/ 17 h 553"/>
                  <a:gd name="T20" fmla="*/ 106 w 177"/>
                  <a:gd name="T21" fmla="*/ 53 h 553"/>
                  <a:gd name="T22" fmla="*/ 96 w 177"/>
                  <a:gd name="T23" fmla="*/ 71 h 553"/>
                  <a:gd name="T24" fmla="*/ 128 w 177"/>
                  <a:gd name="T25" fmla="*/ 93 h 553"/>
                  <a:gd name="T26" fmla="*/ 131 w 177"/>
                  <a:gd name="T27" fmla="*/ 287 h 553"/>
                  <a:gd name="T28" fmla="*/ 126 w 177"/>
                  <a:gd name="T29" fmla="*/ 287 h 553"/>
                  <a:gd name="T30" fmla="*/ 127 w 177"/>
                  <a:gd name="T31" fmla="*/ 306 h 553"/>
                  <a:gd name="T32" fmla="*/ 131 w 177"/>
                  <a:gd name="T33" fmla="*/ 410 h 553"/>
                  <a:gd name="T34" fmla="*/ 123 w 177"/>
                  <a:gd name="T35" fmla="*/ 411 h 553"/>
                  <a:gd name="T36" fmla="*/ 119 w 177"/>
                  <a:gd name="T37" fmla="*/ 480 h 553"/>
                  <a:gd name="T38" fmla="*/ 123 w 177"/>
                  <a:gd name="T39" fmla="*/ 527 h 553"/>
                  <a:gd name="T40" fmla="*/ 94 w 177"/>
                  <a:gd name="T41" fmla="*/ 529 h 553"/>
                  <a:gd name="T42" fmla="*/ 88 w 177"/>
                  <a:gd name="T43" fmla="*/ 495 h 553"/>
                  <a:gd name="T44" fmla="*/ 89 w 177"/>
                  <a:gd name="T45" fmla="*/ 442 h 553"/>
                  <a:gd name="T46" fmla="*/ 75 w 177"/>
                  <a:gd name="T47" fmla="*/ 325 h 553"/>
                  <a:gd name="T48" fmla="*/ 62 w 177"/>
                  <a:gd name="T49" fmla="*/ 350 h 553"/>
                  <a:gd name="T50" fmla="*/ 47 w 177"/>
                  <a:gd name="T51" fmla="*/ 468 h 553"/>
                  <a:gd name="T52" fmla="*/ 50 w 177"/>
                  <a:gd name="T53" fmla="*/ 488 h 553"/>
                  <a:gd name="T54" fmla="*/ 41 w 177"/>
                  <a:gd name="T55" fmla="*/ 524 h 553"/>
                  <a:gd name="T56" fmla="*/ 14 w 177"/>
                  <a:gd name="T57" fmla="*/ 550 h 553"/>
                  <a:gd name="T58" fmla="*/ 18 w 177"/>
                  <a:gd name="T59" fmla="*/ 505 h 553"/>
                  <a:gd name="T60" fmla="*/ 16 w 177"/>
                  <a:gd name="T61" fmla="*/ 478 h 553"/>
                  <a:gd name="T62" fmla="*/ 14 w 177"/>
                  <a:gd name="T63" fmla="*/ 378 h 553"/>
                  <a:gd name="T64" fmla="*/ 15 w 177"/>
                  <a:gd name="T65" fmla="*/ 275 h 553"/>
                  <a:gd name="T66" fmla="*/ 9 w 177"/>
                  <a:gd name="T67" fmla="*/ 258 h 553"/>
                  <a:gd name="T68" fmla="*/ 3 w 177"/>
                  <a:gd name="T69" fmla="*/ 212 h 553"/>
                  <a:gd name="T70" fmla="*/ 10 w 177"/>
                  <a:gd name="T71" fmla="*/ 122 h 553"/>
                  <a:gd name="T72" fmla="*/ 59 w 177"/>
                  <a:gd name="T73" fmla="*/ 83 h 553"/>
                  <a:gd name="T74" fmla="*/ 61 w 177"/>
                  <a:gd name="T75" fmla="*/ 56 h 553"/>
                  <a:gd name="T76" fmla="*/ 54 w 177"/>
                  <a:gd name="T77" fmla="*/ 38 h 553"/>
                  <a:gd name="T78" fmla="*/ 57 w 177"/>
                  <a:gd name="T79" fmla="*/ 17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 h="553">
                    <a:moveTo>
                      <a:pt x="131" y="94"/>
                    </a:moveTo>
                    <a:cubicBezTo>
                      <a:pt x="140" y="97"/>
                      <a:pt x="147" y="100"/>
                      <a:pt x="147" y="112"/>
                    </a:cubicBezTo>
                    <a:cubicBezTo>
                      <a:pt x="148" y="125"/>
                      <a:pt x="149" y="151"/>
                      <a:pt x="151" y="169"/>
                    </a:cubicBezTo>
                    <a:cubicBezTo>
                      <a:pt x="153" y="186"/>
                      <a:pt x="158" y="224"/>
                      <a:pt x="158" y="236"/>
                    </a:cubicBezTo>
                    <a:cubicBezTo>
                      <a:pt x="158" y="248"/>
                      <a:pt x="160" y="273"/>
                      <a:pt x="159" y="276"/>
                    </a:cubicBezTo>
                    <a:cubicBezTo>
                      <a:pt x="159" y="279"/>
                      <a:pt x="157" y="278"/>
                      <a:pt x="158" y="283"/>
                    </a:cubicBezTo>
                    <a:cubicBezTo>
                      <a:pt x="159" y="288"/>
                      <a:pt x="159" y="292"/>
                      <a:pt x="156" y="295"/>
                    </a:cubicBezTo>
                    <a:cubicBezTo>
                      <a:pt x="154" y="298"/>
                      <a:pt x="155" y="302"/>
                      <a:pt x="155" y="302"/>
                    </a:cubicBezTo>
                    <a:cubicBezTo>
                      <a:pt x="177" y="301"/>
                      <a:pt x="177" y="301"/>
                      <a:pt x="177" y="301"/>
                    </a:cubicBezTo>
                    <a:cubicBezTo>
                      <a:pt x="175" y="388"/>
                      <a:pt x="175" y="388"/>
                      <a:pt x="175" y="388"/>
                    </a:cubicBezTo>
                    <a:cubicBezTo>
                      <a:pt x="141" y="414"/>
                      <a:pt x="141" y="414"/>
                      <a:pt x="141" y="414"/>
                    </a:cubicBezTo>
                    <a:cubicBezTo>
                      <a:pt x="141" y="414"/>
                      <a:pt x="136" y="411"/>
                      <a:pt x="131" y="410"/>
                    </a:cubicBezTo>
                    <a:cubicBezTo>
                      <a:pt x="131" y="305"/>
                      <a:pt x="131" y="305"/>
                      <a:pt x="131" y="305"/>
                    </a:cubicBezTo>
                    <a:cubicBezTo>
                      <a:pt x="135" y="304"/>
                      <a:pt x="135" y="304"/>
                      <a:pt x="135" y="304"/>
                    </a:cubicBezTo>
                    <a:cubicBezTo>
                      <a:pt x="135" y="304"/>
                      <a:pt x="134" y="298"/>
                      <a:pt x="136" y="294"/>
                    </a:cubicBezTo>
                    <a:cubicBezTo>
                      <a:pt x="137" y="290"/>
                      <a:pt x="136" y="286"/>
                      <a:pt x="136" y="282"/>
                    </a:cubicBezTo>
                    <a:cubicBezTo>
                      <a:pt x="136" y="282"/>
                      <a:pt x="134" y="286"/>
                      <a:pt x="131" y="287"/>
                    </a:cubicBezTo>
                    <a:lnTo>
                      <a:pt x="131" y="94"/>
                    </a:lnTo>
                    <a:close/>
                    <a:moveTo>
                      <a:pt x="83" y="0"/>
                    </a:moveTo>
                    <a:cubicBezTo>
                      <a:pt x="93" y="0"/>
                      <a:pt x="104" y="7"/>
                      <a:pt x="105" y="17"/>
                    </a:cubicBezTo>
                    <a:cubicBezTo>
                      <a:pt x="106" y="27"/>
                      <a:pt x="106" y="41"/>
                      <a:pt x="106" y="41"/>
                    </a:cubicBezTo>
                    <a:cubicBezTo>
                      <a:pt x="106" y="41"/>
                      <a:pt x="109" y="48"/>
                      <a:pt x="106" y="53"/>
                    </a:cubicBezTo>
                    <a:cubicBezTo>
                      <a:pt x="104" y="59"/>
                      <a:pt x="97" y="58"/>
                      <a:pt x="97" y="58"/>
                    </a:cubicBezTo>
                    <a:cubicBezTo>
                      <a:pt x="97" y="58"/>
                      <a:pt x="96" y="66"/>
                      <a:pt x="96" y="71"/>
                    </a:cubicBezTo>
                    <a:cubicBezTo>
                      <a:pt x="96" y="75"/>
                      <a:pt x="96" y="78"/>
                      <a:pt x="100" y="81"/>
                    </a:cubicBezTo>
                    <a:cubicBezTo>
                      <a:pt x="103" y="84"/>
                      <a:pt x="117" y="90"/>
                      <a:pt x="128" y="93"/>
                    </a:cubicBezTo>
                    <a:cubicBezTo>
                      <a:pt x="129" y="94"/>
                      <a:pt x="130" y="94"/>
                      <a:pt x="131" y="94"/>
                    </a:cubicBezTo>
                    <a:cubicBezTo>
                      <a:pt x="131" y="287"/>
                      <a:pt x="131" y="287"/>
                      <a:pt x="131" y="287"/>
                    </a:cubicBezTo>
                    <a:cubicBezTo>
                      <a:pt x="131" y="287"/>
                      <a:pt x="131" y="287"/>
                      <a:pt x="131" y="287"/>
                    </a:cubicBezTo>
                    <a:cubicBezTo>
                      <a:pt x="127" y="287"/>
                      <a:pt x="126" y="287"/>
                      <a:pt x="126" y="287"/>
                    </a:cubicBezTo>
                    <a:cubicBezTo>
                      <a:pt x="126" y="287"/>
                      <a:pt x="127" y="292"/>
                      <a:pt x="127" y="297"/>
                    </a:cubicBezTo>
                    <a:cubicBezTo>
                      <a:pt x="127" y="301"/>
                      <a:pt x="127" y="306"/>
                      <a:pt x="127" y="306"/>
                    </a:cubicBezTo>
                    <a:cubicBezTo>
                      <a:pt x="131" y="305"/>
                      <a:pt x="131" y="305"/>
                      <a:pt x="131" y="305"/>
                    </a:cubicBezTo>
                    <a:cubicBezTo>
                      <a:pt x="131" y="410"/>
                      <a:pt x="131" y="410"/>
                      <a:pt x="131" y="410"/>
                    </a:cubicBezTo>
                    <a:cubicBezTo>
                      <a:pt x="131" y="410"/>
                      <a:pt x="131" y="410"/>
                      <a:pt x="130" y="410"/>
                    </a:cubicBezTo>
                    <a:cubicBezTo>
                      <a:pt x="125" y="410"/>
                      <a:pt x="123" y="411"/>
                      <a:pt x="123" y="411"/>
                    </a:cubicBezTo>
                    <a:cubicBezTo>
                      <a:pt x="123" y="411"/>
                      <a:pt x="124" y="436"/>
                      <a:pt x="124" y="446"/>
                    </a:cubicBezTo>
                    <a:cubicBezTo>
                      <a:pt x="124" y="457"/>
                      <a:pt x="123" y="473"/>
                      <a:pt x="119" y="480"/>
                    </a:cubicBezTo>
                    <a:cubicBezTo>
                      <a:pt x="114" y="488"/>
                      <a:pt x="114" y="490"/>
                      <a:pt x="114" y="497"/>
                    </a:cubicBezTo>
                    <a:cubicBezTo>
                      <a:pt x="114" y="503"/>
                      <a:pt x="123" y="521"/>
                      <a:pt x="123" y="527"/>
                    </a:cubicBezTo>
                    <a:cubicBezTo>
                      <a:pt x="123" y="533"/>
                      <a:pt x="121" y="542"/>
                      <a:pt x="111" y="542"/>
                    </a:cubicBezTo>
                    <a:cubicBezTo>
                      <a:pt x="102" y="541"/>
                      <a:pt x="94" y="537"/>
                      <a:pt x="94" y="529"/>
                    </a:cubicBezTo>
                    <a:cubicBezTo>
                      <a:pt x="94" y="521"/>
                      <a:pt x="95" y="516"/>
                      <a:pt x="92" y="513"/>
                    </a:cubicBezTo>
                    <a:cubicBezTo>
                      <a:pt x="89" y="510"/>
                      <a:pt x="94" y="503"/>
                      <a:pt x="88" y="495"/>
                    </a:cubicBezTo>
                    <a:cubicBezTo>
                      <a:pt x="82" y="488"/>
                      <a:pt x="89" y="487"/>
                      <a:pt x="87" y="480"/>
                    </a:cubicBezTo>
                    <a:cubicBezTo>
                      <a:pt x="86" y="472"/>
                      <a:pt x="88" y="451"/>
                      <a:pt x="89" y="442"/>
                    </a:cubicBezTo>
                    <a:cubicBezTo>
                      <a:pt x="90" y="433"/>
                      <a:pt x="88" y="423"/>
                      <a:pt x="84" y="386"/>
                    </a:cubicBezTo>
                    <a:cubicBezTo>
                      <a:pt x="79" y="349"/>
                      <a:pt x="76" y="333"/>
                      <a:pt x="75" y="325"/>
                    </a:cubicBezTo>
                    <a:cubicBezTo>
                      <a:pt x="74" y="317"/>
                      <a:pt x="72" y="307"/>
                      <a:pt x="72" y="307"/>
                    </a:cubicBezTo>
                    <a:cubicBezTo>
                      <a:pt x="72" y="307"/>
                      <a:pt x="66" y="341"/>
                      <a:pt x="62" y="350"/>
                    </a:cubicBezTo>
                    <a:cubicBezTo>
                      <a:pt x="57" y="359"/>
                      <a:pt x="52" y="402"/>
                      <a:pt x="50" y="414"/>
                    </a:cubicBezTo>
                    <a:cubicBezTo>
                      <a:pt x="49" y="427"/>
                      <a:pt x="50" y="464"/>
                      <a:pt x="47" y="468"/>
                    </a:cubicBezTo>
                    <a:cubicBezTo>
                      <a:pt x="44" y="471"/>
                      <a:pt x="42" y="477"/>
                      <a:pt x="42" y="477"/>
                    </a:cubicBezTo>
                    <a:cubicBezTo>
                      <a:pt x="42" y="477"/>
                      <a:pt x="50" y="481"/>
                      <a:pt x="50" y="488"/>
                    </a:cubicBezTo>
                    <a:cubicBezTo>
                      <a:pt x="50" y="494"/>
                      <a:pt x="44" y="499"/>
                      <a:pt x="45" y="507"/>
                    </a:cubicBezTo>
                    <a:cubicBezTo>
                      <a:pt x="45" y="515"/>
                      <a:pt x="44" y="522"/>
                      <a:pt x="41" y="524"/>
                    </a:cubicBezTo>
                    <a:cubicBezTo>
                      <a:pt x="37" y="525"/>
                      <a:pt x="38" y="539"/>
                      <a:pt x="34" y="544"/>
                    </a:cubicBezTo>
                    <a:cubicBezTo>
                      <a:pt x="30" y="549"/>
                      <a:pt x="23" y="553"/>
                      <a:pt x="14" y="550"/>
                    </a:cubicBezTo>
                    <a:cubicBezTo>
                      <a:pt x="6" y="548"/>
                      <a:pt x="6" y="537"/>
                      <a:pt x="10" y="526"/>
                    </a:cubicBezTo>
                    <a:cubicBezTo>
                      <a:pt x="14" y="516"/>
                      <a:pt x="20" y="509"/>
                      <a:pt x="18" y="505"/>
                    </a:cubicBezTo>
                    <a:cubicBezTo>
                      <a:pt x="17" y="500"/>
                      <a:pt x="15" y="494"/>
                      <a:pt x="19" y="490"/>
                    </a:cubicBezTo>
                    <a:cubicBezTo>
                      <a:pt x="23" y="486"/>
                      <a:pt x="19" y="481"/>
                      <a:pt x="16" y="478"/>
                    </a:cubicBezTo>
                    <a:cubicBezTo>
                      <a:pt x="14" y="474"/>
                      <a:pt x="14" y="457"/>
                      <a:pt x="14" y="449"/>
                    </a:cubicBezTo>
                    <a:cubicBezTo>
                      <a:pt x="14" y="440"/>
                      <a:pt x="15" y="395"/>
                      <a:pt x="14" y="378"/>
                    </a:cubicBezTo>
                    <a:cubicBezTo>
                      <a:pt x="14" y="362"/>
                      <a:pt x="12" y="313"/>
                      <a:pt x="14" y="299"/>
                    </a:cubicBezTo>
                    <a:cubicBezTo>
                      <a:pt x="17" y="285"/>
                      <a:pt x="15" y="275"/>
                      <a:pt x="15" y="275"/>
                    </a:cubicBezTo>
                    <a:cubicBezTo>
                      <a:pt x="15" y="275"/>
                      <a:pt x="9" y="278"/>
                      <a:pt x="9" y="273"/>
                    </a:cubicBezTo>
                    <a:cubicBezTo>
                      <a:pt x="9" y="268"/>
                      <a:pt x="11" y="267"/>
                      <a:pt x="9" y="258"/>
                    </a:cubicBezTo>
                    <a:cubicBezTo>
                      <a:pt x="7" y="249"/>
                      <a:pt x="6" y="241"/>
                      <a:pt x="3" y="234"/>
                    </a:cubicBezTo>
                    <a:cubicBezTo>
                      <a:pt x="1" y="227"/>
                      <a:pt x="0" y="215"/>
                      <a:pt x="3" y="212"/>
                    </a:cubicBezTo>
                    <a:cubicBezTo>
                      <a:pt x="7" y="208"/>
                      <a:pt x="2" y="188"/>
                      <a:pt x="5" y="174"/>
                    </a:cubicBezTo>
                    <a:cubicBezTo>
                      <a:pt x="8" y="159"/>
                      <a:pt x="10" y="135"/>
                      <a:pt x="10" y="122"/>
                    </a:cubicBezTo>
                    <a:cubicBezTo>
                      <a:pt x="11" y="109"/>
                      <a:pt x="11" y="100"/>
                      <a:pt x="28" y="96"/>
                    </a:cubicBezTo>
                    <a:cubicBezTo>
                      <a:pt x="45" y="92"/>
                      <a:pt x="57" y="87"/>
                      <a:pt x="59" y="83"/>
                    </a:cubicBezTo>
                    <a:cubicBezTo>
                      <a:pt x="62" y="80"/>
                      <a:pt x="62" y="70"/>
                      <a:pt x="62" y="66"/>
                    </a:cubicBezTo>
                    <a:cubicBezTo>
                      <a:pt x="61" y="62"/>
                      <a:pt x="61" y="59"/>
                      <a:pt x="61" y="56"/>
                    </a:cubicBezTo>
                    <a:cubicBezTo>
                      <a:pt x="61" y="54"/>
                      <a:pt x="56" y="58"/>
                      <a:pt x="55" y="53"/>
                    </a:cubicBezTo>
                    <a:cubicBezTo>
                      <a:pt x="54" y="49"/>
                      <a:pt x="53" y="39"/>
                      <a:pt x="54" y="38"/>
                    </a:cubicBezTo>
                    <a:cubicBezTo>
                      <a:pt x="55" y="37"/>
                      <a:pt x="55" y="37"/>
                      <a:pt x="57" y="38"/>
                    </a:cubicBezTo>
                    <a:cubicBezTo>
                      <a:pt x="56" y="36"/>
                      <a:pt x="56" y="27"/>
                      <a:pt x="57" y="17"/>
                    </a:cubicBezTo>
                    <a:cubicBezTo>
                      <a:pt x="57" y="8"/>
                      <a:pt x="66" y="1"/>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33"/>
              <p:cNvSpPr/>
              <p:nvPr/>
            </p:nvSpPr>
            <p:spPr bwMode="auto">
              <a:xfrm>
                <a:off x="2744788" y="2444750"/>
                <a:ext cx="71438" cy="68262"/>
              </a:xfrm>
              <a:custGeom>
                <a:avLst/>
                <a:gdLst>
                  <a:gd name="T0" fmla="*/ 4 w 19"/>
                  <a:gd name="T1" fmla="*/ 18 h 18"/>
                  <a:gd name="T2" fmla="*/ 4 w 19"/>
                  <a:gd name="T3" fmla="*/ 5 h 18"/>
                  <a:gd name="T4" fmla="*/ 19 w 19"/>
                  <a:gd name="T5" fmla="*/ 4 h 18"/>
                  <a:gd name="T6" fmla="*/ 8 w 19"/>
                  <a:gd name="T7" fmla="*/ 7 h 18"/>
                  <a:gd name="T8" fmla="*/ 4 w 19"/>
                  <a:gd name="T9" fmla="*/ 18 h 18"/>
                </a:gdLst>
                <a:ahLst/>
                <a:cxnLst>
                  <a:cxn ang="0">
                    <a:pos x="T0" y="T1"/>
                  </a:cxn>
                  <a:cxn ang="0">
                    <a:pos x="T2" y="T3"/>
                  </a:cxn>
                  <a:cxn ang="0">
                    <a:pos x="T4" y="T5"/>
                  </a:cxn>
                  <a:cxn ang="0">
                    <a:pos x="T6" y="T7"/>
                  </a:cxn>
                  <a:cxn ang="0">
                    <a:pos x="T8" y="T9"/>
                  </a:cxn>
                </a:cxnLst>
                <a:rect l="0" t="0" r="r" b="b"/>
                <a:pathLst>
                  <a:path w="19" h="18">
                    <a:moveTo>
                      <a:pt x="4" y="18"/>
                    </a:moveTo>
                    <a:cubicBezTo>
                      <a:pt x="4" y="18"/>
                      <a:pt x="0" y="11"/>
                      <a:pt x="4" y="5"/>
                    </a:cubicBezTo>
                    <a:cubicBezTo>
                      <a:pt x="9" y="0"/>
                      <a:pt x="19" y="4"/>
                      <a:pt x="19" y="4"/>
                    </a:cubicBezTo>
                    <a:cubicBezTo>
                      <a:pt x="19" y="4"/>
                      <a:pt x="12" y="4"/>
                      <a:pt x="8" y="7"/>
                    </a:cubicBezTo>
                    <a:cubicBezTo>
                      <a:pt x="4" y="10"/>
                      <a:pt x="5" y="13"/>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34"/>
              <p:cNvSpPr/>
              <p:nvPr/>
            </p:nvSpPr>
            <p:spPr bwMode="auto">
              <a:xfrm>
                <a:off x="3225801" y="2535238"/>
                <a:ext cx="82550" cy="30162"/>
              </a:xfrm>
              <a:custGeom>
                <a:avLst/>
                <a:gdLst>
                  <a:gd name="T0" fmla="*/ 0 w 22"/>
                  <a:gd name="T1" fmla="*/ 7 h 8"/>
                  <a:gd name="T2" fmla="*/ 10 w 22"/>
                  <a:gd name="T3" fmla="*/ 0 h 8"/>
                  <a:gd name="T4" fmla="*/ 22 w 22"/>
                  <a:gd name="T5" fmla="*/ 8 h 8"/>
                  <a:gd name="T6" fmla="*/ 9 w 22"/>
                  <a:gd name="T7" fmla="*/ 4 h 8"/>
                  <a:gd name="T8" fmla="*/ 0 w 22"/>
                  <a:gd name="T9" fmla="*/ 7 h 8"/>
                </a:gdLst>
                <a:ahLst/>
                <a:cxnLst>
                  <a:cxn ang="0">
                    <a:pos x="T0" y="T1"/>
                  </a:cxn>
                  <a:cxn ang="0">
                    <a:pos x="T2" y="T3"/>
                  </a:cxn>
                  <a:cxn ang="0">
                    <a:pos x="T4" y="T5"/>
                  </a:cxn>
                  <a:cxn ang="0">
                    <a:pos x="T6" y="T7"/>
                  </a:cxn>
                  <a:cxn ang="0">
                    <a:pos x="T8" y="T9"/>
                  </a:cxn>
                </a:cxnLst>
                <a:rect l="0" t="0" r="r" b="b"/>
                <a:pathLst>
                  <a:path w="22" h="8">
                    <a:moveTo>
                      <a:pt x="0" y="7"/>
                    </a:moveTo>
                    <a:cubicBezTo>
                      <a:pt x="0" y="7"/>
                      <a:pt x="0" y="0"/>
                      <a:pt x="10" y="0"/>
                    </a:cubicBezTo>
                    <a:cubicBezTo>
                      <a:pt x="20" y="0"/>
                      <a:pt x="22" y="8"/>
                      <a:pt x="22" y="8"/>
                    </a:cubicBezTo>
                    <a:cubicBezTo>
                      <a:pt x="22" y="8"/>
                      <a:pt x="16" y="4"/>
                      <a:pt x="9" y="4"/>
                    </a:cubicBezTo>
                    <a:cubicBezTo>
                      <a:pt x="3" y="4"/>
                      <a:pt x="3"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35"/>
              <p:cNvSpPr/>
              <p:nvPr/>
            </p:nvSpPr>
            <p:spPr bwMode="auto">
              <a:xfrm>
                <a:off x="2860676" y="1793875"/>
                <a:ext cx="222250" cy="582612"/>
              </a:xfrm>
              <a:custGeom>
                <a:avLst/>
                <a:gdLst>
                  <a:gd name="T0" fmla="*/ 57 w 59"/>
                  <a:gd name="T1" fmla="*/ 0 h 155"/>
                  <a:gd name="T2" fmla="*/ 59 w 59"/>
                  <a:gd name="T3" fmla="*/ 4 h 155"/>
                  <a:gd name="T4" fmla="*/ 51 w 59"/>
                  <a:gd name="T5" fmla="*/ 73 h 155"/>
                  <a:gd name="T6" fmla="*/ 54 w 59"/>
                  <a:gd name="T7" fmla="*/ 154 h 155"/>
                  <a:gd name="T8" fmla="*/ 38 w 59"/>
                  <a:gd name="T9" fmla="*/ 155 h 155"/>
                  <a:gd name="T10" fmla="*/ 0 w 59"/>
                  <a:gd name="T11" fmla="*/ 147 h 155"/>
                  <a:gd name="T12" fmla="*/ 8 w 59"/>
                  <a:gd name="T13" fmla="*/ 130 h 155"/>
                  <a:gd name="T14" fmla="*/ 19 w 59"/>
                  <a:gd name="T15" fmla="*/ 41 h 155"/>
                  <a:gd name="T16" fmla="*/ 19 w 59"/>
                  <a:gd name="T17" fmla="*/ 8 h 155"/>
                  <a:gd name="T18" fmla="*/ 20 w 59"/>
                  <a:gd name="T19" fmla="*/ 7 h 155"/>
                  <a:gd name="T20" fmla="*/ 22 w 59"/>
                  <a:gd name="T21" fmla="*/ 2 h 155"/>
                  <a:gd name="T22" fmla="*/ 41 w 59"/>
                  <a:gd name="T23" fmla="*/ 17 h 155"/>
                  <a:gd name="T24" fmla="*/ 57 w 59"/>
                  <a:gd name="T2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155">
                    <a:moveTo>
                      <a:pt x="57" y="0"/>
                    </a:moveTo>
                    <a:cubicBezTo>
                      <a:pt x="58" y="2"/>
                      <a:pt x="58" y="3"/>
                      <a:pt x="59" y="4"/>
                    </a:cubicBezTo>
                    <a:cubicBezTo>
                      <a:pt x="57" y="15"/>
                      <a:pt x="53" y="48"/>
                      <a:pt x="51" y="73"/>
                    </a:cubicBezTo>
                    <a:cubicBezTo>
                      <a:pt x="49" y="100"/>
                      <a:pt x="54" y="154"/>
                      <a:pt x="54" y="154"/>
                    </a:cubicBezTo>
                    <a:cubicBezTo>
                      <a:pt x="54" y="154"/>
                      <a:pt x="50" y="155"/>
                      <a:pt x="38" y="155"/>
                    </a:cubicBezTo>
                    <a:cubicBezTo>
                      <a:pt x="25" y="155"/>
                      <a:pt x="0" y="147"/>
                      <a:pt x="0" y="147"/>
                    </a:cubicBezTo>
                    <a:cubicBezTo>
                      <a:pt x="0" y="147"/>
                      <a:pt x="4" y="139"/>
                      <a:pt x="8" y="130"/>
                    </a:cubicBezTo>
                    <a:cubicBezTo>
                      <a:pt x="11" y="120"/>
                      <a:pt x="17" y="77"/>
                      <a:pt x="19" y="41"/>
                    </a:cubicBezTo>
                    <a:cubicBezTo>
                      <a:pt x="20" y="23"/>
                      <a:pt x="20" y="14"/>
                      <a:pt x="19" y="8"/>
                    </a:cubicBezTo>
                    <a:cubicBezTo>
                      <a:pt x="19" y="8"/>
                      <a:pt x="20" y="8"/>
                      <a:pt x="20" y="7"/>
                    </a:cubicBezTo>
                    <a:cubicBezTo>
                      <a:pt x="21" y="6"/>
                      <a:pt x="22" y="4"/>
                      <a:pt x="22" y="2"/>
                    </a:cubicBezTo>
                    <a:cubicBezTo>
                      <a:pt x="26" y="10"/>
                      <a:pt x="35" y="17"/>
                      <a:pt x="41" y="17"/>
                    </a:cubicBezTo>
                    <a:cubicBezTo>
                      <a:pt x="46" y="17"/>
                      <a:pt x="54" y="6"/>
                      <a:pt x="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36"/>
              <p:cNvSpPr/>
              <p:nvPr/>
            </p:nvSpPr>
            <p:spPr bwMode="auto">
              <a:xfrm>
                <a:off x="2965451" y="1865313"/>
                <a:ext cx="90488" cy="571500"/>
              </a:xfrm>
              <a:custGeom>
                <a:avLst/>
                <a:gdLst>
                  <a:gd name="T0" fmla="*/ 0 w 24"/>
                  <a:gd name="T1" fmla="*/ 7 h 152"/>
                  <a:gd name="T2" fmla="*/ 11 w 24"/>
                  <a:gd name="T3" fmla="*/ 0 h 152"/>
                  <a:gd name="T4" fmla="*/ 24 w 24"/>
                  <a:gd name="T5" fmla="*/ 7 h 152"/>
                  <a:gd name="T6" fmla="*/ 16 w 24"/>
                  <a:gd name="T7" fmla="*/ 10 h 152"/>
                  <a:gd name="T8" fmla="*/ 19 w 24"/>
                  <a:gd name="T9" fmla="*/ 63 h 152"/>
                  <a:gd name="T10" fmla="*/ 18 w 24"/>
                  <a:gd name="T11" fmla="*/ 139 h 152"/>
                  <a:gd name="T12" fmla="*/ 8 w 24"/>
                  <a:gd name="T13" fmla="*/ 140 h 152"/>
                  <a:gd name="T14" fmla="*/ 8 w 24"/>
                  <a:gd name="T15" fmla="*/ 52 h 152"/>
                  <a:gd name="T16" fmla="*/ 9 w 24"/>
                  <a:gd name="T17" fmla="*/ 11 h 152"/>
                  <a:gd name="T18" fmla="*/ 0 w 24"/>
                  <a:gd name="T19"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2">
                    <a:moveTo>
                      <a:pt x="0" y="7"/>
                    </a:moveTo>
                    <a:cubicBezTo>
                      <a:pt x="0" y="7"/>
                      <a:pt x="4" y="0"/>
                      <a:pt x="11" y="0"/>
                    </a:cubicBezTo>
                    <a:cubicBezTo>
                      <a:pt x="19" y="0"/>
                      <a:pt x="24" y="7"/>
                      <a:pt x="24" y="7"/>
                    </a:cubicBezTo>
                    <a:cubicBezTo>
                      <a:pt x="24" y="7"/>
                      <a:pt x="16" y="5"/>
                      <a:pt x="16" y="10"/>
                    </a:cubicBezTo>
                    <a:cubicBezTo>
                      <a:pt x="16" y="16"/>
                      <a:pt x="19" y="44"/>
                      <a:pt x="19" y="63"/>
                    </a:cubicBezTo>
                    <a:cubicBezTo>
                      <a:pt x="19" y="82"/>
                      <a:pt x="20" y="130"/>
                      <a:pt x="18" y="139"/>
                    </a:cubicBezTo>
                    <a:cubicBezTo>
                      <a:pt x="16" y="149"/>
                      <a:pt x="10" y="152"/>
                      <a:pt x="8" y="140"/>
                    </a:cubicBezTo>
                    <a:cubicBezTo>
                      <a:pt x="7" y="128"/>
                      <a:pt x="7" y="64"/>
                      <a:pt x="8" y="52"/>
                    </a:cubicBezTo>
                    <a:cubicBezTo>
                      <a:pt x="8" y="40"/>
                      <a:pt x="10" y="14"/>
                      <a:pt x="9" y="11"/>
                    </a:cubicBezTo>
                    <a:cubicBezTo>
                      <a:pt x="7" y="7"/>
                      <a:pt x="4" y="5"/>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2" name="Group 21"/>
            <p:cNvGrpSpPr/>
            <p:nvPr/>
          </p:nvGrpSpPr>
          <p:grpSpPr>
            <a:xfrm>
              <a:off x="5492365" y="2300071"/>
              <a:ext cx="388328" cy="1579612"/>
              <a:chOff x="3754438" y="1587500"/>
              <a:chExt cx="398463" cy="1620837"/>
            </a:xfrm>
            <a:solidFill>
              <a:srgbClr val="9BBC57"/>
            </a:solidFill>
          </p:grpSpPr>
          <p:sp>
            <p:nvSpPr>
              <p:cNvPr id="33" name="Freeform 37"/>
              <p:cNvSpPr/>
              <p:nvPr/>
            </p:nvSpPr>
            <p:spPr bwMode="auto">
              <a:xfrm>
                <a:off x="3754438" y="1587500"/>
                <a:ext cx="398463" cy="1620837"/>
              </a:xfrm>
              <a:custGeom>
                <a:avLst/>
                <a:gdLst>
                  <a:gd name="T0" fmla="*/ 67 w 106"/>
                  <a:gd name="T1" fmla="*/ 8 h 431"/>
                  <a:gd name="T2" fmla="*/ 79 w 106"/>
                  <a:gd name="T3" fmla="*/ 50 h 431"/>
                  <a:gd name="T4" fmla="*/ 91 w 106"/>
                  <a:gd name="T5" fmla="*/ 70 h 431"/>
                  <a:gd name="T6" fmla="*/ 104 w 106"/>
                  <a:gd name="T7" fmla="*/ 101 h 431"/>
                  <a:gd name="T8" fmla="*/ 90 w 106"/>
                  <a:gd name="T9" fmla="*/ 144 h 431"/>
                  <a:gd name="T10" fmla="*/ 95 w 106"/>
                  <a:gd name="T11" fmla="*/ 167 h 431"/>
                  <a:gd name="T12" fmla="*/ 98 w 106"/>
                  <a:gd name="T13" fmla="*/ 199 h 431"/>
                  <a:gd name="T14" fmla="*/ 93 w 106"/>
                  <a:gd name="T15" fmla="*/ 268 h 431"/>
                  <a:gd name="T16" fmla="*/ 86 w 106"/>
                  <a:gd name="T17" fmla="*/ 317 h 431"/>
                  <a:gd name="T18" fmla="*/ 74 w 106"/>
                  <a:gd name="T19" fmla="*/ 388 h 431"/>
                  <a:gd name="T20" fmla="*/ 76 w 106"/>
                  <a:gd name="T21" fmla="*/ 410 h 431"/>
                  <a:gd name="T22" fmla="*/ 55 w 106"/>
                  <a:gd name="T23" fmla="*/ 431 h 431"/>
                  <a:gd name="T24" fmla="*/ 57 w 106"/>
                  <a:gd name="T25" fmla="*/ 407 h 431"/>
                  <a:gd name="T26" fmla="*/ 62 w 106"/>
                  <a:gd name="T27" fmla="*/ 363 h 431"/>
                  <a:gd name="T28" fmla="*/ 61 w 106"/>
                  <a:gd name="T29" fmla="*/ 316 h 431"/>
                  <a:gd name="T30" fmla="*/ 42 w 106"/>
                  <a:gd name="T31" fmla="*/ 329 h 431"/>
                  <a:gd name="T32" fmla="*/ 43 w 106"/>
                  <a:gd name="T33" fmla="*/ 390 h 431"/>
                  <a:gd name="T34" fmla="*/ 44 w 106"/>
                  <a:gd name="T35" fmla="*/ 421 h 431"/>
                  <a:gd name="T36" fmla="*/ 39 w 106"/>
                  <a:gd name="T37" fmla="*/ 424 h 431"/>
                  <a:gd name="T38" fmla="*/ 40 w 106"/>
                  <a:gd name="T39" fmla="*/ 412 h 431"/>
                  <a:gd name="T40" fmla="*/ 26 w 106"/>
                  <a:gd name="T41" fmla="*/ 429 h 431"/>
                  <a:gd name="T42" fmla="*/ 16 w 106"/>
                  <a:gd name="T43" fmla="*/ 419 h 431"/>
                  <a:gd name="T44" fmla="*/ 27 w 106"/>
                  <a:gd name="T45" fmla="*/ 385 h 431"/>
                  <a:gd name="T46" fmla="*/ 17 w 106"/>
                  <a:gd name="T47" fmla="*/ 313 h 431"/>
                  <a:gd name="T48" fmla="*/ 9 w 106"/>
                  <a:gd name="T49" fmla="*/ 282 h 431"/>
                  <a:gd name="T50" fmla="*/ 13 w 106"/>
                  <a:gd name="T51" fmla="*/ 203 h 431"/>
                  <a:gd name="T52" fmla="*/ 14 w 106"/>
                  <a:gd name="T53" fmla="*/ 173 h 431"/>
                  <a:gd name="T54" fmla="*/ 2 w 106"/>
                  <a:gd name="T55" fmla="*/ 153 h 431"/>
                  <a:gd name="T56" fmla="*/ 1 w 106"/>
                  <a:gd name="T57" fmla="*/ 136 h 431"/>
                  <a:gd name="T58" fmla="*/ 14 w 106"/>
                  <a:gd name="T59" fmla="*/ 88 h 431"/>
                  <a:gd name="T60" fmla="*/ 28 w 106"/>
                  <a:gd name="T61" fmla="*/ 70 h 431"/>
                  <a:gd name="T62" fmla="*/ 30 w 106"/>
                  <a:gd name="T63" fmla="*/ 2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 h="431">
                    <a:moveTo>
                      <a:pt x="56" y="6"/>
                    </a:moveTo>
                    <a:cubicBezTo>
                      <a:pt x="56" y="6"/>
                      <a:pt x="63" y="4"/>
                      <a:pt x="67" y="8"/>
                    </a:cubicBezTo>
                    <a:cubicBezTo>
                      <a:pt x="70" y="13"/>
                      <a:pt x="73" y="23"/>
                      <a:pt x="75" y="29"/>
                    </a:cubicBezTo>
                    <a:cubicBezTo>
                      <a:pt x="76" y="34"/>
                      <a:pt x="75" y="47"/>
                      <a:pt x="79" y="50"/>
                    </a:cubicBezTo>
                    <a:cubicBezTo>
                      <a:pt x="85" y="54"/>
                      <a:pt x="78" y="61"/>
                      <a:pt x="83" y="62"/>
                    </a:cubicBezTo>
                    <a:cubicBezTo>
                      <a:pt x="89" y="64"/>
                      <a:pt x="91" y="70"/>
                      <a:pt x="91" y="70"/>
                    </a:cubicBezTo>
                    <a:cubicBezTo>
                      <a:pt x="91" y="70"/>
                      <a:pt x="102" y="68"/>
                      <a:pt x="104" y="74"/>
                    </a:cubicBezTo>
                    <a:cubicBezTo>
                      <a:pt x="106" y="79"/>
                      <a:pt x="104" y="95"/>
                      <a:pt x="104" y="101"/>
                    </a:cubicBezTo>
                    <a:cubicBezTo>
                      <a:pt x="103" y="106"/>
                      <a:pt x="95" y="131"/>
                      <a:pt x="95" y="136"/>
                    </a:cubicBezTo>
                    <a:cubicBezTo>
                      <a:pt x="95" y="140"/>
                      <a:pt x="90" y="144"/>
                      <a:pt x="90" y="144"/>
                    </a:cubicBezTo>
                    <a:cubicBezTo>
                      <a:pt x="90" y="144"/>
                      <a:pt x="90" y="151"/>
                      <a:pt x="93" y="158"/>
                    </a:cubicBezTo>
                    <a:cubicBezTo>
                      <a:pt x="95" y="164"/>
                      <a:pt x="95" y="167"/>
                      <a:pt x="95" y="167"/>
                    </a:cubicBezTo>
                    <a:cubicBezTo>
                      <a:pt x="95" y="167"/>
                      <a:pt x="98" y="183"/>
                      <a:pt x="100" y="189"/>
                    </a:cubicBezTo>
                    <a:cubicBezTo>
                      <a:pt x="102" y="196"/>
                      <a:pt x="102" y="197"/>
                      <a:pt x="98" y="199"/>
                    </a:cubicBezTo>
                    <a:cubicBezTo>
                      <a:pt x="94" y="200"/>
                      <a:pt x="92" y="203"/>
                      <a:pt x="92" y="210"/>
                    </a:cubicBezTo>
                    <a:cubicBezTo>
                      <a:pt x="92" y="217"/>
                      <a:pt x="96" y="243"/>
                      <a:pt x="93" y="268"/>
                    </a:cubicBezTo>
                    <a:cubicBezTo>
                      <a:pt x="90" y="293"/>
                      <a:pt x="90" y="317"/>
                      <a:pt x="90" y="317"/>
                    </a:cubicBezTo>
                    <a:cubicBezTo>
                      <a:pt x="86" y="317"/>
                      <a:pt x="86" y="317"/>
                      <a:pt x="86" y="317"/>
                    </a:cubicBezTo>
                    <a:cubicBezTo>
                      <a:pt x="86" y="317"/>
                      <a:pt x="88" y="336"/>
                      <a:pt x="83" y="352"/>
                    </a:cubicBezTo>
                    <a:cubicBezTo>
                      <a:pt x="79" y="368"/>
                      <a:pt x="74" y="383"/>
                      <a:pt x="74" y="388"/>
                    </a:cubicBezTo>
                    <a:cubicBezTo>
                      <a:pt x="74" y="392"/>
                      <a:pt x="74" y="395"/>
                      <a:pt x="75" y="397"/>
                    </a:cubicBezTo>
                    <a:cubicBezTo>
                      <a:pt x="76" y="400"/>
                      <a:pt x="79" y="404"/>
                      <a:pt x="76" y="410"/>
                    </a:cubicBezTo>
                    <a:cubicBezTo>
                      <a:pt x="73" y="416"/>
                      <a:pt x="72" y="420"/>
                      <a:pt x="72" y="424"/>
                    </a:cubicBezTo>
                    <a:cubicBezTo>
                      <a:pt x="72" y="427"/>
                      <a:pt x="62" y="431"/>
                      <a:pt x="55" y="431"/>
                    </a:cubicBezTo>
                    <a:cubicBezTo>
                      <a:pt x="47" y="430"/>
                      <a:pt x="47" y="425"/>
                      <a:pt x="49" y="421"/>
                    </a:cubicBezTo>
                    <a:cubicBezTo>
                      <a:pt x="52" y="418"/>
                      <a:pt x="55" y="414"/>
                      <a:pt x="57" y="407"/>
                    </a:cubicBezTo>
                    <a:cubicBezTo>
                      <a:pt x="58" y="401"/>
                      <a:pt x="57" y="397"/>
                      <a:pt x="59" y="391"/>
                    </a:cubicBezTo>
                    <a:cubicBezTo>
                      <a:pt x="61" y="385"/>
                      <a:pt x="62" y="379"/>
                      <a:pt x="62" y="363"/>
                    </a:cubicBezTo>
                    <a:cubicBezTo>
                      <a:pt x="62" y="347"/>
                      <a:pt x="62" y="340"/>
                      <a:pt x="62" y="331"/>
                    </a:cubicBezTo>
                    <a:cubicBezTo>
                      <a:pt x="62" y="321"/>
                      <a:pt x="61" y="316"/>
                      <a:pt x="61" y="316"/>
                    </a:cubicBezTo>
                    <a:cubicBezTo>
                      <a:pt x="39" y="314"/>
                      <a:pt x="39" y="314"/>
                      <a:pt x="39" y="314"/>
                    </a:cubicBezTo>
                    <a:cubicBezTo>
                      <a:pt x="39" y="314"/>
                      <a:pt x="41" y="323"/>
                      <a:pt x="42" y="329"/>
                    </a:cubicBezTo>
                    <a:cubicBezTo>
                      <a:pt x="44" y="335"/>
                      <a:pt x="43" y="349"/>
                      <a:pt x="42" y="362"/>
                    </a:cubicBezTo>
                    <a:cubicBezTo>
                      <a:pt x="42" y="375"/>
                      <a:pt x="41" y="388"/>
                      <a:pt x="43" y="390"/>
                    </a:cubicBezTo>
                    <a:cubicBezTo>
                      <a:pt x="45" y="393"/>
                      <a:pt x="48" y="400"/>
                      <a:pt x="47" y="405"/>
                    </a:cubicBezTo>
                    <a:cubicBezTo>
                      <a:pt x="45" y="411"/>
                      <a:pt x="43" y="418"/>
                      <a:pt x="44" y="421"/>
                    </a:cubicBezTo>
                    <a:cubicBezTo>
                      <a:pt x="44" y="424"/>
                      <a:pt x="43" y="424"/>
                      <a:pt x="43" y="424"/>
                    </a:cubicBezTo>
                    <a:cubicBezTo>
                      <a:pt x="39" y="424"/>
                      <a:pt x="39" y="424"/>
                      <a:pt x="39" y="424"/>
                    </a:cubicBezTo>
                    <a:cubicBezTo>
                      <a:pt x="39" y="424"/>
                      <a:pt x="41" y="419"/>
                      <a:pt x="41" y="416"/>
                    </a:cubicBezTo>
                    <a:cubicBezTo>
                      <a:pt x="41" y="413"/>
                      <a:pt x="40" y="412"/>
                      <a:pt x="40" y="412"/>
                    </a:cubicBezTo>
                    <a:cubicBezTo>
                      <a:pt x="40" y="412"/>
                      <a:pt x="35" y="418"/>
                      <a:pt x="34" y="421"/>
                    </a:cubicBezTo>
                    <a:cubicBezTo>
                      <a:pt x="33" y="424"/>
                      <a:pt x="34" y="429"/>
                      <a:pt x="26" y="429"/>
                    </a:cubicBezTo>
                    <a:cubicBezTo>
                      <a:pt x="17" y="430"/>
                      <a:pt x="11" y="430"/>
                      <a:pt x="10" y="427"/>
                    </a:cubicBezTo>
                    <a:cubicBezTo>
                      <a:pt x="9" y="424"/>
                      <a:pt x="11" y="422"/>
                      <a:pt x="16" y="419"/>
                    </a:cubicBezTo>
                    <a:cubicBezTo>
                      <a:pt x="20" y="416"/>
                      <a:pt x="23" y="410"/>
                      <a:pt x="26" y="405"/>
                    </a:cubicBezTo>
                    <a:cubicBezTo>
                      <a:pt x="28" y="401"/>
                      <a:pt x="29" y="393"/>
                      <a:pt x="27" y="385"/>
                    </a:cubicBezTo>
                    <a:cubicBezTo>
                      <a:pt x="26" y="377"/>
                      <a:pt x="17" y="343"/>
                      <a:pt x="17" y="333"/>
                    </a:cubicBezTo>
                    <a:cubicBezTo>
                      <a:pt x="16" y="322"/>
                      <a:pt x="17" y="313"/>
                      <a:pt x="17" y="313"/>
                    </a:cubicBezTo>
                    <a:cubicBezTo>
                      <a:pt x="17" y="313"/>
                      <a:pt x="11" y="313"/>
                      <a:pt x="9" y="313"/>
                    </a:cubicBezTo>
                    <a:cubicBezTo>
                      <a:pt x="8" y="313"/>
                      <a:pt x="9" y="295"/>
                      <a:pt x="9" y="282"/>
                    </a:cubicBezTo>
                    <a:cubicBezTo>
                      <a:pt x="9" y="269"/>
                      <a:pt x="11" y="222"/>
                      <a:pt x="12" y="215"/>
                    </a:cubicBezTo>
                    <a:cubicBezTo>
                      <a:pt x="13" y="207"/>
                      <a:pt x="13" y="203"/>
                      <a:pt x="13" y="203"/>
                    </a:cubicBezTo>
                    <a:cubicBezTo>
                      <a:pt x="13" y="203"/>
                      <a:pt x="9" y="204"/>
                      <a:pt x="10" y="200"/>
                    </a:cubicBezTo>
                    <a:cubicBezTo>
                      <a:pt x="11" y="195"/>
                      <a:pt x="14" y="179"/>
                      <a:pt x="14" y="173"/>
                    </a:cubicBezTo>
                    <a:cubicBezTo>
                      <a:pt x="14" y="167"/>
                      <a:pt x="14" y="161"/>
                      <a:pt x="14" y="161"/>
                    </a:cubicBezTo>
                    <a:cubicBezTo>
                      <a:pt x="14" y="161"/>
                      <a:pt x="2" y="160"/>
                      <a:pt x="2" y="153"/>
                    </a:cubicBezTo>
                    <a:cubicBezTo>
                      <a:pt x="2" y="146"/>
                      <a:pt x="2" y="146"/>
                      <a:pt x="1" y="144"/>
                    </a:cubicBezTo>
                    <a:cubicBezTo>
                      <a:pt x="0" y="142"/>
                      <a:pt x="0" y="140"/>
                      <a:pt x="1" y="136"/>
                    </a:cubicBezTo>
                    <a:cubicBezTo>
                      <a:pt x="2" y="132"/>
                      <a:pt x="5" y="128"/>
                      <a:pt x="7" y="117"/>
                    </a:cubicBezTo>
                    <a:cubicBezTo>
                      <a:pt x="10" y="105"/>
                      <a:pt x="14" y="93"/>
                      <a:pt x="14" y="88"/>
                    </a:cubicBezTo>
                    <a:cubicBezTo>
                      <a:pt x="14" y="83"/>
                      <a:pt x="16" y="82"/>
                      <a:pt x="21" y="80"/>
                    </a:cubicBezTo>
                    <a:cubicBezTo>
                      <a:pt x="27" y="77"/>
                      <a:pt x="22" y="75"/>
                      <a:pt x="28" y="70"/>
                    </a:cubicBezTo>
                    <a:cubicBezTo>
                      <a:pt x="33" y="64"/>
                      <a:pt x="24" y="61"/>
                      <a:pt x="28" y="52"/>
                    </a:cubicBezTo>
                    <a:cubicBezTo>
                      <a:pt x="33" y="42"/>
                      <a:pt x="29" y="28"/>
                      <a:pt x="30" y="21"/>
                    </a:cubicBezTo>
                    <a:cubicBezTo>
                      <a:pt x="31" y="13"/>
                      <a:pt x="40" y="0"/>
                      <a:pt x="5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38"/>
              <p:cNvSpPr/>
              <p:nvPr/>
            </p:nvSpPr>
            <p:spPr bwMode="auto">
              <a:xfrm>
                <a:off x="3894138" y="1816100"/>
                <a:ext cx="123825" cy="249237"/>
              </a:xfrm>
              <a:custGeom>
                <a:avLst/>
                <a:gdLst>
                  <a:gd name="T0" fmla="*/ 8 w 33"/>
                  <a:gd name="T1" fmla="*/ 4 h 66"/>
                  <a:gd name="T2" fmla="*/ 0 w 33"/>
                  <a:gd name="T3" fmla="*/ 15 h 66"/>
                  <a:gd name="T4" fmla="*/ 4 w 33"/>
                  <a:gd name="T5" fmla="*/ 20 h 66"/>
                  <a:gd name="T6" fmla="*/ 5 w 33"/>
                  <a:gd name="T7" fmla="*/ 34 h 66"/>
                  <a:gd name="T8" fmla="*/ 5 w 33"/>
                  <a:gd name="T9" fmla="*/ 61 h 66"/>
                  <a:gd name="T10" fmla="*/ 6 w 33"/>
                  <a:gd name="T11" fmla="*/ 66 h 66"/>
                  <a:gd name="T12" fmla="*/ 12 w 33"/>
                  <a:gd name="T13" fmla="*/ 45 h 66"/>
                  <a:gd name="T14" fmla="*/ 25 w 33"/>
                  <a:gd name="T15" fmla="*/ 18 h 66"/>
                  <a:gd name="T16" fmla="*/ 33 w 33"/>
                  <a:gd name="T17" fmla="*/ 4 h 66"/>
                  <a:gd name="T18" fmla="*/ 30 w 33"/>
                  <a:gd name="T19" fmla="*/ 0 h 66"/>
                  <a:gd name="T20" fmla="*/ 22 w 33"/>
                  <a:gd name="T21" fmla="*/ 7 h 66"/>
                  <a:gd name="T22" fmla="*/ 14 w 33"/>
                  <a:gd name="T23" fmla="*/ 12 h 66"/>
                  <a:gd name="T24" fmla="*/ 19 w 33"/>
                  <a:gd name="T25" fmla="*/ 21 h 66"/>
                  <a:gd name="T26" fmla="*/ 13 w 33"/>
                  <a:gd name="T27" fmla="*/ 33 h 66"/>
                  <a:gd name="T28" fmla="*/ 12 w 33"/>
                  <a:gd name="T29" fmla="*/ 22 h 66"/>
                  <a:gd name="T30" fmla="*/ 8 w 33"/>
                  <a:gd name="T31"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66">
                    <a:moveTo>
                      <a:pt x="8" y="4"/>
                    </a:moveTo>
                    <a:cubicBezTo>
                      <a:pt x="0" y="15"/>
                      <a:pt x="0" y="15"/>
                      <a:pt x="0" y="15"/>
                    </a:cubicBezTo>
                    <a:cubicBezTo>
                      <a:pt x="0" y="15"/>
                      <a:pt x="3" y="19"/>
                      <a:pt x="4" y="20"/>
                    </a:cubicBezTo>
                    <a:cubicBezTo>
                      <a:pt x="5" y="21"/>
                      <a:pt x="5" y="27"/>
                      <a:pt x="5" y="34"/>
                    </a:cubicBezTo>
                    <a:cubicBezTo>
                      <a:pt x="5" y="42"/>
                      <a:pt x="5" y="58"/>
                      <a:pt x="5" y="61"/>
                    </a:cubicBezTo>
                    <a:cubicBezTo>
                      <a:pt x="6" y="64"/>
                      <a:pt x="6" y="66"/>
                      <a:pt x="6" y="66"/>
                    </a:cubicBezTo>
                    <a:cubicBezTo>
                      <a:pt x="6" y="66"/>
                      <a:pt x="10" y="54"/>
                      <a:pt x="12" y="45"/>
                    </a:cubicBezTo>
                    <a:cubicBezTo>
                      <a:pt x="15" y="35"/>
                      <a:pt x="21" y="24"/>
                      <a:pt x="25" y="18"/>
                    </a:cubicBezTo>
                    <a:cubicBezTo>
                      <a:pt x="29" y="12"/>
                      <a:pt x="33" y="4"/>
                      <a:pt x="33" y="4"/>
                    </a:cubicBezTo>
                    <a:cubicBezTo>
                      <a:pt x="30" y="0"/>
                      <a:pt x="30" y="0"/>
                      <a:pt x="30" y="0"/>
                    </a:cubicBezTo>
                    <a:cubicBezTo>
                      <a:pt x="30" y="0"/>
                      <a:pt x="25" y="4"/>
                      <a:pt x="22" y="7"/>
                    </a:cubicBezTo>
                    <a:cubicBezTo>
                      <a:pt x="18" y="10"/>
                      <a:pt x="14" y="12"/>
                      <a:pt x="14" y="12"/>
                    </a:cubicBezTo>
                    <a:cubicBezTo>
                      <a:pt x="14" y="12"/>
                      <a:pt x="21" y="16"/>
                      <a:pt x="19" y="21"/>
                    </a:cubicBezTo>
                    <a:cubicBezTo>
                      <a:pt x="17" y="27"/>
                      <a:pt x="14" y="27"/>
                      <a:pt x="13" y="33"/>
                    </a:cubicBezTo>
                    <a:cubicBezTo>
                      <a:pt x="12" y="39"/>
                      <a:pt x="14" y="26"/>
                      <a:pt x="12" y="22"/>
                    </a:cubicBezTo>
                    <a:cubicBezTo>
                      <a:pt x="10" y="17"/>
                      <a:pt x="6" y="2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39"/>
              <p:cNvSpPr/>
              <p:nvPr/>
            </p:nvSpPr>
            <p:spPr bwMode="auto">
              <a:xfrm>
                <a:off x="3894138" y="2192338"/>
                <a:ext cx="19050" cy="26987"/>
              </a:xfrm>
              <a:custGeom>
                <a:avLst/>
                <a:gdLst>
                  <a:gd name="T0" fmla="*/ 7 w 12"/>
                  <a:gd name="T1" fmla="*/ 0 h 17"/>
                  <a:gd name="T2" fmla="*/ 0 w 12"/>
                  <a:gd name="T3" fmla="*/ 17 h 17"/>
                  <a:gd name="T4" fmla="*/ 12 w 12"/>
                  <a:gd name="T5" fmla="*/ 17 h 17"/>
                  <a:gd name="T6" fmla="*/ 7 w 12"/>
                  <a:gd name="T7" fmla="*/ 0 h 17"/>
                </a:gdLst>
                <a:ahLst/>
                <a:cxnLst>
                  <a:cxn ang="0">
                    <a:pos x="T0" y="T1"/>
                  </a:cxn>
                  <a:cxn ang="0">
                    <a:pos x="T2" y="T3"/>
                  </a:cxn>
                  <a:cxn ang="0">
                    <a:pos x="T4" y="T5"/>
                  </a:cxn>
                  <a:cxn ang="0">
                    <a:pos x="T6" y="T7"/>
                  </a:cxn>
                </a:cxnLst>
                <a:rect l="0" t="0" r="r" b="b"/>
                <a:pathLst>
                  <a:path w="12" h="17">
                    <a:moveTo>
                      <a:pt x="7" y="0"/>
                    </a:moveTo>
                    <a:lnTo>
                      <a:pt x="0" y="17"/>
                    </a:lnTo>
                    <a:lnTo>
                      <a:pt x="12" y="17"/>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59"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64" name="Text Box 7"/>
          <p:cNvSpPr txBox="1">
            <a:spLocks noChangeArrowheads="1"/>
          </p:cNvSpPr>
          <p:nvPr/>
        </p:nvSpPr>
        <p:spPr bwMode="auto">
          <a:xfrm>
            <a:off x="609600" y="5998082"/>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lumMod val="50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65" name="Group 64"/>
          <p:cNvGrpSpPr/>
          <p:nvPr/>
        </p:nvGrpSpPr>
        <p:grpSpPr>
          <a:xfrm>
            <a:off x="745927" y="5735914"/>
            <a:ext cx="10661949" cy="140901"/>
            <a:chOff x="745927" y="5494178"/>
            <a:chExt cx="10661949" cy="140901"/>
          </a:xfrm>
        </p:grpSpPr>
        <p:cxnSp>
          <p:nvCxnSpPr>
            <p:cNvPr id="66" name="Straight Connector 65"/>
            <p:cNvCxnSpPr/>
            <p:nvPr/>
          </p:nvCxnSpPr>
          <p:spPr>
            <a:xfrm>
              <a:off x="745927" y="5562600"/>
              <a:ext cx="10661949" cy="0"/>
            </a:xfrm>
            <a:prstGeom prst="line">
              <a:avLst/>
            </a:prstGeom>
            <a:ln w="34925" cmpd="dbl">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4430272" y="5494178"/>
              <a:ext cx="3293258" cy="140901"/>
              <a:chOff x="3978245" y="5494178"/>
              <a:chExt cx="3293258" cy="140901"/>
            </a:xfrm>
          </p:grpSpPr>
          <p:sp>
            <p:nvSpPr>
              <p:cNvPr id="68" name="Rectangle 67"/>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69" name="Rectangle 68"/>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1" name="Rectangle 70"/>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73" name="Rectangle 72"/>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77" name="Rectangle 76"/>
          <p:cNvSpPr/>
          <p:nvPr/>
        </p:nvSpPr>
        <p:spPr>
          <a:xfrm>
            <a:off x="7858465" y="1910495"/>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Life Cycle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82" name="Rectangle 81"/>
          <p:cNvSpPr/>
          <p:nvPr/>
        </p:nvSpPr>
        <p:spPr>
          <a:xfrm>
            <a:off x="7858465" y="2967987"/>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Quality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87" name="Rectangle 86"/>
          <p:cNvSpPr/>
          <p:nvPr/>
        </p:nvSpPr>
        <p:spPr>
          <a:xfrm>
            <a:off x="7858465" y="4025964"/>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Brand</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grpSp>
        <p:nvGrpSpPr>
          <p:cNvPr id="13" name="Group 12"/>
          <p:cNvGrpSpPr/>
          <p:nvPr/>
        </p:nvGrpSpPr>
        <p:grpSpPr>
          <a:xfrm>
            <a:off x="7068963" y="2082600"/>
            <a:ext cx="711213" cy="715677"/>
            <a:chOff x="7068963" y="2082600"/>
            <a:chExt cx="711213" cy="715677"/>
          </a:xfrm>
        </p:grpSpPr>
        <p:sp>
          <p:nvSpPr>
            <p:cNvPr id="75" name="Oval 74"/>
            <p:cNvSpPr/>
            <p:nvPr/>
          </p:nvSpPr>
          <p:spPr>
            <a:xfrm>
              <a:off x="7068963" y="2082600"/>
              <a:ext cx="711213" cy="715677"/>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88" name="Group 87"/>
            <p:cNvGrpSpPr/>
            <p:nvPr/>
          </p:nvGrpSpPr>
          <p:grpSpPr>
            <a:xfrm>
              <a:off x="7233025" y="2246099"/>
              <a:ext cx="383088" cy="388678"/>
              <a:chOff x="2360613" y="2686051"/>
              <a:chExt cx="217488" cy="220662"/>
            </a:xfrm>
            <a:solidFill>
              <a:schemeClr val="bg1"/>
            </a:solidFill>
          </p:grpSpPr>
          <p:sp>
            <p:nvSpPr>
              <p:cNvPr id="89"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4"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5"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4" name="Group 13"/>
          <p:cNvGrpSpPr/>
          <p:nvPr/>
        </p:nvGrpSpPr>
        <p:grpSpPr>
          <a:xfrm>
            <a:off x="7068963" y="3140092"/>
            <a:ext cx="711213" cy="715677"/>
            <a:chOff x="7068963" y="3140092"/>
            <a:chExt cx="711213" cy="715677"/>
          </a:xfrm>
        </p:grpSpPr>
        <p:sp>
          <p:nvSpPr>
            <p:cNvPr id="79" name="Oval 78"/>
            <p:cNvSpPr/>
            <p:nvPr/>
          </p:nvSpPr>
          <p:spPr>
            <a:xfrm>
              <a:off x="7068963" y="3140092"/>
              <a:ext cx="711213" cy="715677"/>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96" name="Freeform 58"/>
            <p:cNvSpPr/>
            <p:nvPr/>
          </p:nvSpPr>
          <p:spPr bwMode="auto">
            <a:xfrm>
              <a:off x="7254239" y="3321369"/>
              <a:ext cx="340660" cy="353122"/>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5 h 142"/>
                <a:gd name="T16" fmla="*/ 62 w 137"/>
                <a:gd name="T17" fmla="*/ 6 h 142"/>
                <a:gd name="T18" fmla="*/ 44 w 137"/>
                <a:gd name="T19" fmla="*/ 57 h 142"/>
                <a:gd name="T20" fmla="*/ 64 w 137"/>
                <a:gd name="T21" fmla="*/ 57 h 142"/>
                <a:gd name="T22" fmla="*/ 64 w 137"/>
                <a:gd name="T23" fmla="*/ 123 h 142"/>
                <a:gd name="T24" fmla="*/ 64 w 137"/>
                <a:gd name="T25" fmla="*/ 125 h 142"/>
                <a:gd name="T26" fmla="*/ 64 w 137"/>
                <a:gd name="T27" fmla="*/ 130 h 142"/>
                <a:gd name="T28" fmla="*/ 76 w 137"/>
                <a:gd name="T29" fmla="*/ 142 h 142"/>
                <a:gd name="T30" fmla="*/ 88 w 137"/>
                <a:gd name="T31" fmla="*/ 130 h 142"/>
                <a:gd name="T32" fmla="*/ 88 w 137"/>
                <a:gd name="T33" fmla="*/ 125 h 142"/>
                <a:gd name="T34" fmla="*/ 79 w 137"/>
                <a:gd name="T35" fmla="*/ 125 h 142"/>
                <a:gd name="T36" fmla="*/ 79 w 137"/>
                <a:gd name="T37" fmla="*/ 127 h 142"/>
                <a:gd name="T38" fmla="*/ 79 w 137"/>
                <a:gd name="T39" fmla="*/ 130 h 142"/>
                <a:gd name="T40" fmla="*/ 76 w 137"/>
                <a:gd name="T41" fmla="*/ 134 h 142"/>
                <a:gd name="T42" fmla="*/ 72 w 137"/>
                <a:gd name="T43" fmla="*/ 130 h 142"/>
                <a:gd name="T44" fmla="*/ 72 w 137"/>
                <a:gd name="T45" fmla="*/ 127 h 142"/>
                <a:gd name="T46" fmla="*/ 72 w 137"/>
                <a:gd name="T47" fmla="*/ 125 h 142"/>
                <a:gd name="T48" fmla="*/ 72 w 137"/>
                <a:gd name="T49" fmla="*/ 112 h 142"/>
                <a:gd name="T50" fmla="*/ 72 w 137"/>
                <a:gd name="T51" fmla="*/ 57 h 142"/>
                <a:gd name="T52" fmla="*/ 94 w 137"/>
                <a:gd name="T53" fmla="*/ 57 h 142"/>
                <a:gd name="T54" fmla="*/ 76 w 137"/>
                <a:gd name="T55" fmla="*/ 6 h 142"/>
                <a:gd name="T56" fmla="*/ 76 w 137"/>
                <a:gd name="T57" fmla="*/ 5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9"/>
                    <a:pt x="105" y="7"/>
                    <a:pt x="76" y="4"/>
                  </a:cubicBezTo>
                  <a:cubicBezTo>
                    <a:pt x="74" y="2"/>
                    <a:pt x="72" y="0"/>
                    <a:pt x="69" y="0"/>
                  </a:cubicBezTo>
                  <a:cubicBezTo>
                    <a:pt x="66" y="0"/>
                    <a:pt x="64" y="2"/>
                    <a:pt x="62" y="4"/>
                  </a:cubicBezTo>
                  <a:cubicBezTo>
                    <a:pt x="32" y="7"/>
                    <a:pt x="7" y="28"/>
                    <a:pt x="0" y="57"/>
                  </a:cubicBezTo>
                  <a:cubicBezTo>
                    <a:pt x="39" y="57"/>
                    <a:pt x="39" y="57"/>
                    <a:pt x="39" y="57"/>
                  </a:cubicBezTo>
                  <a:cubicBezTo>
                    <a:pt x="39" y="24"/>
                    <a:pt x="58" y="8"/>
                    <a:pt x="62" y="5"/>
                  </a:cubicBezTo>
                  <a:cubicBezTo>
                    <a:pt x="62" y="5"/>
                    <a:pt x="62" y="5"/>
                    <a:pt x="62" y="6"/>
                  </a:cubicBezTo>
                  <a:cubicBezTo>
                    <a:pt x="41" y="32"/>
                    <a:pt x="44" y="57"/>
                    <a:pt x="44" y="57"/>
                  </a:cubicBezTo>
                  <a:cubicBezTo>
                    <a:pt x="64" y="57"/>
                    <a:pt x="64" y="57"/>
                    <a:pt x="64" y="57"/>
                  </a:cubicBezTo>
                  <a:cubicBezTo>
                    <a:pt x="64" y="123"/>
                    <a:pt x="64" y="123"/>
                    <a:pt x="64" y="123"/>
                  </a:cubicBezTo>
                  <a:cubicBezTo>
                    <a:pt x="64" y="125"/>
                    <a:pt x="64" y="125"/>
                    <a:pt x="64" y="125"/>
                  </a:cubicBezTo>
                  <a:cubicBezTo>
                    <a:pt x="64" y="130"/>
                    <a:pt x="64" y="130"/>
                    <a:pt x="64" y="130"/>
                  </a:cubicBezTo>
                  <a:cubicBezTo>
                    <a:pt x="64" y="137"/>
                    <a:pt x="69" y="142"/>
                    <a:pt x="76" y="142"/>
                  </a:cubicBezTo>
                  <a:cubicBezTo>
                    <a:pt x="82" y="142"/>
                    <a:pt x="88" y="137"/>
                    <a:pt x="88" y="130"/>
                  </a:cubicBezTo>
                  <a:cubicBezTo>
                    <a:pt x="88" y="125"/>
                    <a:pt x="88" y="125"/>
                    <a:pt x="88" y="125"/>
                  </a:cubicBezTo>
                  <a:cubicBezTo>
                    <a:pt x="79" y="125"/>
                    <a:pt x="79" y="125"/>
                    <a:pt x="79" y="125"/>
                  </a:cubicBezTo>
                  <a:cubicBezTo>
                    <a:pt x="79" y="127"/>
                    <a:pt x="79" y="127"/>
                    <a:pt x="79" y="127"/>
                  </a:cubicBezTo>
                  <a:cubicBezTo>
                    <a:pt x="79" y="130"/>
                    <a:pt x="79" y="130"/>
                    <a:pt x="79" y="130"/>
                  </a:cubicBezTo>
                  <a:cubicBezTo>
                    <a:pt x="79" y="132"/>
                    <a:pt x="78" y="134"/>
                    <a:pt x="76" y="134"/>
                  </a:cubicBezTo>
                  <a:cubicBezTo>
                    <a:pt x="74" y="134"/>
                    <a:pt x="72" y="132"/>
                    <a:pt x="72" y="130"/>
                  </a:cubicBezTo>
                  <a:cubicBezTo>
                    <a:pt x="72" y="127"/>
                    <a:pt x="72" y="127"/>
                    <a:pt x="72" y="127"/>
                  </a:cubicBezTo>
                  <a:cubicBezTo>
                    <a:pt x="72" y="125"/>
                    <a:pt x="72" y="125"/>
                    <a:pt x="72" y="125"/>
                  </a:cubicBezTo>
                  <a:cubicBezTo>
                    <a:pt x="72" y="112"/>
                    <a:pt x="72" y="112"/>
                    <a:pt x="72" y="112"/>
                  </a:cubicBezTo>
                  <a:cubicBezTo>
                    <a:pt x="72" y="57"/>
                    <a:pt x="72" y="57"/>
                    <a:pt x="72" y="57"/>
                  </a:cubicBezTo>
                  <a:cubicBezTo>
                    <a:pt x="94" y="57"/>
                    <a:pt x="94" y="57"/>
                    <a:pt x="94" y="57"/>
                  </a:cubicBezTo>
                  <a:cubicBezTo>
                    <a:pt x="94" y="57"/>
                    <a:pt x="97" y="32"/>
                    <a:pt x="76" y="6"/>
                  </a:cubicBezTo>
                  <a:cubicBezTo>
                    <a:pt x="76" y="5"/>
                    <a:pt x="76" y="5"/>
                    <a:pt x="76" y="5"/>
                  </a:cubicBezTo>
                  <a:cubicBezTo>
                    <a:pt x="80" y="8"/>
                    <a:pt x="99" y="24"/>
                    <a:pt x="99" y="57"/>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6" name="Group 15"/>
          <p:cNvGrpSpPr/>
          <p:nvPr/>
        </p:nvGrpSpPr>
        <p:grpSpPr>
          <a:xfrm>
            <a:off x="7068963" y="4197584"/>
            <a:ext cx="711213" cy="715677"/>
            <a:chOff x="7068963" y="4197584"/>
            <a:chExt cx="711213" cy="715677"/>
          </a:xfrm>
        </p:grpSpPr>
        <p:sp>
          <p:nvSpPr>
            <p:cNvPr id="86" name="Oval 85"/>
            <p:cNvSpPr/>
            <p:nvPr/>
          </p:nvSpPr>
          <p:spPr>
            <a:xfrm>
              <a:off x="7068963" y="4197584"/>
              <a:ext cx="711213" cy="715677"/>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97" name="Group 96"/>
            <p:cNvGrpSpPr/>
            <p:nvPr/>
          </p:nvGrpSpPr>
          <p:grpSpPr>
            <a:xfrm>
              <a:off x="7190180" y="4394977"/>
              <a:ext cx="468779" cy="320891"/>
              <a:chOff x="2324100" y="1814513"/>
              <a:chExt cx="266700" cy="182563"/>
            </a:xfrm>
            <a:solidFill>
              <a:schemeClr val="bg1"/>
            </a:solidFill>
          </p:grpSpPr>
          <p:sp>
            <p:nvSpPr>
              <p:cNvPr id="98"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9"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271322895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0063693" y="2048934"/>
            <a:ext cx="599017" cy="2273300"/>
            <a:chOff x="10063693" y="2048934"/>
            <a:chExt cx="599017" cy="2273300"/>
          </a:xfrm>
        </p:grpSpPr>
        <p:sp>
          <p:nvSpPr>
            <p:cNvPr id="6" name="Freeform 6"/>
            <p:cNvSpPr>
              <a:spLocks noEditPoints="1"/>
            </p:cNvSpPr>
            <p:nvPr/>
          </p:nvSpPr>
          <p:spPr bwMode="auto">
            <a:xfrm>
              <a:off x="10063693" y="2048934"/>
              <a:ext cx="599017" cy="2273300"/>
            </a:xfrm>
            <a:custGeom>
              <a:avLst/>
              <a:gdLst>
                <a:gd name="T0" fmla="*/ 120 w 243"/>
                <a:gd name="T1" fmla="*/ 923 h 923"/>
                <a:gd name="T2" fmla="*/ 21 w 243"/>
                <a:gd name="T3" fmla="*/ 823 h 923"/>
                <a:gd name="T4" fmla="*/ 21 w 243"/>
                <a:gd name="T5" fmla="*/ 151 h 923"/>
                <a:gd name="T6" fmla="*/ 22 w 243"/>
                <a:gd name="T7" fmla="*/ 138 h 923"/>
                <a:gd name="T8" fmla="*/ 22 w 243"/>
                <a:gd name="T9" fmla="*/ 71 h 923"/>
                <a:gd name="T10" fmla="*/ 1 w 243"/>
                <a:gd name="T11" fmla="*/ 17 h 923"/>
                <a:gd name="T12" fmla="*/ 10 w 243"/>
                <a:gd name="T13" fmla="*/ 0 h 923"/>
                <a:gd name="T14" fmla="*/ 12 w 243"/>
                <a:gd name="T15" fmla="*/ 0 h 923"/>
                <a:gd name="T16" fmla="*/ 232 w 243"/>
                <a:gd name="T17" fmla="*/ 0 h 923"/>
                <a:gd name="T18" fmla="*/ 233 w 243"/>
                <a:gd name="T19" fmla="*/ 0 h 923"/>
                <a:gd name="T20" fmla="*/ 243 w 243"/>
                <a:gd name="T21" fmla="*/ 17 h 923"/>
                <a:gd name="T22" fmla="*/ 221 w 243"/>
                <a:gd name="T23" fmla="*/ 71 h 923"/>
                <a:gd name="T24" fmla="*/ 221 w 243"/>
                <a:gd name="T25" fmla="*/ 551 h 923"/>
                <a:gd name="T26" fmla="*/ 222 w 243"/>
                <a:gd name="T27" fmla="*/ 824 h 923"/>
                <a:gd name="T28" fmla="*/ 120 w 243"/>
                <a:gd name="T29" fmla="*/ 923 h 923"/>
                <a:gd name="T30" fmla="*/ 16 w 243"/>
                <a:gd name="T31" fmla="*/ 16 h 923"/>
                <a:gd name="T32" fmla="*/ 16 w 243"/>
                <a:gd name="T33" fmla="*/ 17 h 923"/>
                <a:gd name="T34" fmla="*/ 37 w 243"/>
                <a:gd name="T35" fmla="*/ 65 h 923"/>
                <a:gd name="T36" fmla="*/ 38 w 243"/>
                <a:gd name="T37" fmla="*/ 67 h 923"/>
                <a:gd name="T38" fmla="*/ 38 w 243"/>
                <a:gd name="T39" fmla="*/ 139 h 923"/>
                <a:gd name="T40" fmla="*/ 37 w 243"/>
                <a:gd name="T41" fmla="*/ 151 h 923"/>
                <a:gd name="T42" fmla="*/ 37 w 243"/>
                <a:gd name="T43" fmla="*/ 823 h 923"/>
                <a:gd name="T44" fmla="*/ 120 w 243"/>
                <a:gd name="T45" fmla="*/ 907 h 923"/>
                <a:gd name="T46" fmla="*/ 181 w 243"/>
                <a:gd name="T47" fmla="*/ 884 h 923"/>
                <a:gd name="T48" fmla="*/ 206 w 243"/>
                <a:gd name="T49" fmla="*/ 824 h 923"/>
                <a:gd name="T50" fmla="*/ 206 w 243"/>
                <a:gd name="T51" fmla="*/ 551 h 923"/>
                <a:gd name="T52" fmla="*/ 206 w 243"/>
                <a:gd name="T53" fmla="*/ 67 h 923"/>
                <a:gd name="T54" fmla="*/ 207 w 243"/>
                <a:gd name="T55" fmla="*/ 65 h 923"/>
                <a:gd name="T56" fmla="*/ 226 w 243"/>
                <a:gd name="T57" fmla="*/ 17 h 923"/>
                <a:gd name="T58" fmla="*/ 226 w 243"/>
                <a:gd name="T59" fmla="*/ 16 h 923"/>
                <a:gd name="T60" fmla="*/ 16 w 243"/>
                <a:gd name="T61" fmla="*/ 16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3" h="923">
                  <a:moveTo>
                    <a:pt x="120" y="923"/>
                  </a:moveTo>
                  <a:cubicBezTo>
                    <a:pt x="65" y="923"/>
                    <a:pt x="21" y="879"/>
                    <a:pt x="21" y="823"/>
                  </a:cubicBezTo>
                  <a:cubicBezTo>
                    <a:pt x="21" y="151"/>
                    <a:pt x="21" y="151"/>
                    <a:pt x="21" y="151"/>
                  </a:cubicBezTo>
                  <a:cubicBezTo>
                    <a:pt x="21" y="148"/>
                    <a:pt x="21" y="143"/>
                    <a:pt x="22" y="138"/>
                  </a:cubicBezTo>
                  <a:cubicBezTo>
                    <a:pt x="22" y="71"/>
                    <a:pt x="22" y="71"/>
                    <a:pt x="22" y="71"/>
                  </a:cubicBezTo>
                  <a:cubicBezTo>
                    <a:pt x="16" y="63"/>
                    <a:pt x="0" y="33"/>
                    <a:pt x="1" y="17"/>
                  </a:cubicBezTo>
                  <a:cubicBezTo>
                    <a:pt x="1" y="7"/>
                    <a:pt x="7" y="2"/>
                    <a:pt x="10" y="0"/>
                  </a:cubicBezTo>
                  <a:cubicBezTo>
                    <a:pt x="12" y="0"/>
                    <a:pt x="12" y="0"/>
                    <a:pt x="12" y="0"/>
                  </a:cubicBezTo>
                  <a:cubicBezTo>
                    <a:pt x="232" y="0"/>
                    <a:pt x="232" y="0"/>
                    <a:pt x="232" y="0"/>
                  </a:cubicBezTo>
                  <a:cubicBezTo>
                    <a:pt x="233" y="0"/>
                    <a:pt x="233" y="0"/>
                    <a:pt x="233" y="0"/>
                  </a:cubicBezTo>
                  <a:cubicBezTo>
                    <a:pt x="237" y="2"/>
                    <a:pt x="243" y="7"/>
                    <a:pt x="243" y="17"/>
                  </a:cubicBezTo>
                  <a:cubicBezTo>
                    <a:pt x="243" y="33"/>
                    <a:pt x="226" y="63"/>
                    <a:pt x="221" y="71"/>
                  </a:cubicBezTo>
                  <a:cubicBezTo>
                    <a:pt x="221" y="551"/>
                    <a:pt x="221" y="551"/>
                    <a:pt x="221" y="551"/>
                  </a:cubicBezTo>
                  <a:cubicBezTo>
                    <a:pt x="222" y="824"/>
                    <a:pt x="222" y="824"/>
                    <a:pt x="222" y="824"/>
                  </a:cubicBezTo>
                  <a:cubicBezTo>
                    <a:pt x="222" y="879"/>
                    <a:pt x="176" y="923"/>
                    <a:pt x="120" y="923"/>
                  </a:cubicBezTo>
                  <a:close/>
                  <a:moveTo>
                    <a:pt x="16" y="16"/>
                  </a:moveTo>
                  <a:cubicBezTo>
                    <a:pt x="16" y="16"/>
                    <a:pt x="16" y="16"/>
                    <a:pt x="16" y="17"/>
                  </a:cubicBezTo>
                  <a:cubicBezTo>
                    <a:pt x="16" y="27"/>
                    <a:pt x="28" y="52"/>
                    <a:pt x="37" y="65"/>
                  </a:cubicBezTo>
                  <a:cubicBezTo>
                    <a:pt x="38" y="67"/>
                    <a:pt x="38" y="67"/>
                    <a:pt x="38" y="67"/>
                  </a:cubicBezTo>
                  <a:cubicBezTo>
                    <a:pt x="38" y="139"/>
                    <a:pt x="38" y="139"/>
                    <a:pt x="38" y="139"/>
                  </a:cubicBezTo>
                  <a:cubicBezTo>
                    <a:pt x="37" y="144"/>
                    <a:pt x="37" y="148"/>
                    <a:pt x="37" y="151"/>
                  </a:cubicBezTo>
                  <a:cubicBezTo>
                    <a:pt x="37" y="823"/>
                    <a:pt x="37" y="823"/>
                    <a:pt x="37" y="823"/>
                  </a:cubicBezTo>
                  <a:cubicBezTo>
                    <a:pt x="37" y="869"/>
                    <a:pt x="73" y="907"/>
                    <a:pt x="120" y="907"/>
                  </a:cubicBezTo>
                  <a:cubicBezTo>
                    <a:pt x="143" y="907"/>
                    <a:pt x="164" y="899"/>
                    <a:pt x="181" y="884"/>
                  </a:cubicBezTo>
                  <a:cubicBezTo>
                    <a:pt x="197" y="867"/>
                    <a:pt x="206" y="847"/>
                    <a:pt x="206" y="824"/>
                  </a:cubicBezTo>
                  <a:cubicBezTo>
                    <a:pt x="206" y="551"/>
                    <a:pt x="206" y="551"/>
                    <a:pt x="206" y="551"/>
                  </a:cubicBezTo>
                  <a:cubicBezTo>
                    <a:pt x="206" y="67"/>
                    <a:pt x="206" y="67"/>
                    <a:pt x="206" y="67"/>
                  </a:cubicBezTo>
                  <a:cubicBezTo>
                    <a:pt x="207" y="65"/>
                    <a:pt x="207" y="65"/>
                    <a:pt x="207" y="65"/>
                  </a:cubicBezTo>
                  <a:cubicBezTo>
                    <a:pt x="214" y="52"/>
                    <a:pt x="227" y="27"/>
                    <a:pt x="226" y="17"/>
                  </a:cubicBezTo>
                  <a:cubicBezTo>
                    <a:pt x="226" y="16"/>
                    <a:pt x="226" y="16"/>
                    <a:pt x="226" y="16"/>
                  </a:cubicBezTo>
                  <a:lnTo>
                    <a:pt x="16" y="16"/>
                  </a:lnTo>
                  <a:close/>
                </a:path>
              </a:pathLst>
            </a:custGeom>
            <a:solidFill>
              <a:srgbClr val="297F9D"/>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 name="Freeform 7"/>
            <p:cNvSpPr/>
            <p:nvPr/>
          </p:nvSpPr>
          <p:spPr bwMode="auto">
            <a:xfrm>
              <a:off x="10194926" y="4032250"/>
              <a:ext cx="332317" cy="205317"/>
            </a:xfrm>
            <a:custGeom>
              <a:avLst/>
              <a:gdLst>
                <a:gd name="T0" fmla="*/ 66 w 135"/>
                <a:gd name="T1" fmla="*/ 83 h 83"/>
                <a:gd name="T2" fmla="*/ 0 w 135"/>
                <a:gd name="T3" fmla="*/ 16 h 83"/>
                <a:gd name="T4" fmla="*/ 0 w 135"/>
                <a:gd name="T5" fmla="*/ 0 h 83"/>
                <a:gd name="T6" fmla="*/ 135 w 135"/>
                <a:gd name="T7" fmla="*/ 0 h 83"/>
                <a:gd name="T8" fmla="*/ 135 w 135"/>
                <a:gd name="T9" fmla="*/ 17 h 83"/>
                <a:gd name="T10" fmla="*/ 66 w 135"/>
                <a:gd name="T11" fmla="*/ 83 h 83"/>
              </a:gdLst>
              <a:ahLst/>
              <a:cxnLst>
                <a:cxn ang="0">
                  <a:pos x="T0" y="T1"/>
                </a:cxn>
                <a:cxn ang="0">
                  <a:pos x="T2" y="T3"/>
                </a:cxn>
                <a:cxn ang="0">
                  <a:pos x="T4" y="T5"/>
                </a:cxn>
                <a:cxn ang="0">
                  <a:pos x="T6" y="T7"/>
                </a:cxn>
                <a:cxn ang="0">
                  <a:pos x="T8" y="T9"/>
                </a:cxn>
                <a:cxn ang="0">
                  <a:pos x="T10" y="T11"/>
                </a:cxn>
              </a:cxnLst>
              <a:rect l="0" t="0" r="r" b="b"/>
              <a:pathLst>
                <a:path w="135" h="83">
                  <a:moveTo>
                    <a:pt x="66" y="83"/>
                  </a:moveTo>
                  <a:cubicBezTo>
                    <a:pt x="30" y="83"/>
                    <a:pt x="0" y="54"/>
                    <a:pt x="0" y="16"/>
                  </a:cubicBezTo>
                  <a:cubicBezTo>
                    <a:pt x="0" y="0"/>
                    <a:pt x="0" y="0"/>
                    <a:pt x="0" y="0"/>
                  </a:cubicBezTo>
                  <a:cubicBezTo>
                    <a:pt x="135" y="0"/>
                    <a:pt x="135" y="0"/>
                    <a:pt x="135" y="0"/>
                  </a:cubicBezTo>
                  <a:cubicBezTo>
                    <a:pt x="135" y="17"/>
                    <a:pt x="135" y="17"/>
                    <a:pt x="135" y="17"/>
                  </a:cubicBezTo>
                  <a:cubicBezTo>
                    <a:pt x="135" y="54"/>
                    <a:pt x="104" y="83"/>
                    <a:pt x="66" y="83"/>
                  </a:cubicBezTo>
                  <a:close/>
                </a:path>
              </a:pathLst>
            </a:custGeom>
            <a:solidFill>
              <a:srgbClr val="297F9D"/>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 name="Freeform 8"/>
            <p:cNvSpPr/>
            <p:nvPr/>
          </p:nvSpPr>
          <p:spPr bwMode="auto">
            <a:xfrm>
              <a:off x="10194926" y="3831167"/>
              <a:ext cx="332317" cy="201084"/>
            </a:xfrm>
            <a:custGeom>
              <a:avLst/>
              <a:gdLst>
                <a:gd name="T0" fmla="*/ 0 w 135"/>
                <a:gd name="T1" fmla="*/ 82 h 82"/>
                <a:gd name="T2" fmla="*/ 0 w 135"/>
                <a:gd name="T3" fmla="*/ 0 h 82"/>
                <a:gd name="T4" fmla="*/ 135 w 135"/>
                <a:gd name="T5" fmla="*/ 0 h 82"/>
                <a:gd name="T6" fmla="*/ 135 w 135"/>
                <a:gd name="T7" fmla="*/ 82 h 82"/>
                <a:gd name="T8" fmla="*/ 0 w 135"/>
                <a:gd name="T9" fmla="*/ 82 h 82"/>
              </a:gdLst>
              <a:ahLst/>
              <a:cxnLst>
                <a:cxn ang="0">
                  <a:pos x="T0" y="T1"/>
                </a:cxn>
                <a:cxn ang="0">
                  <a:pos x="T2" y="T3"/>
                </a:cxn>
                <a:cxn ang="0">
                  <a:pos x="T4" y="T5"/>
                </a:cxn>
                <a:cxn ang="0">
                  <a:pos x="T6" y="T7"/>
                </a:cxn>
                <a:cxn ang="0">
                  <a:pos x="T8" y="T9"/>
                </a:cxn>
              </a:cxnLst>
              <a:rect l="0" t="0" r="r" b="b"/>
              <a:pathLst>
                <a:path w="135" h="82">
                  <a:moveTo>
                    <a:pt x="0" y="82"/>
                  </a:moveTo>
                  <a:cubicBezTo>
                    <a:pt x="0" y="55"/>
                    <a:pt x="0" y="28"/>
                    <a:pt x="0" y="0"/>
                  </a:cubicBezTo>
                  <a:cubicBezTo>
                    <a:pt x="135" y="0"/>
                    <a:pt x="135" y="0"/>
                    <a:pt x="135" y="0"/>
                  </a:cubicBezTo>
                  <a:cubicBezTo>
                    <a:pt x="135" y="82"/>
                    <a:pt x="135" y="82"/>
                    <a:pt x="135" y="82"/>
                  </a:cubicBezTo>
                  <a:lnTo>
                    <a:pt x="0" y="82"/>
                  </a:lnTo>
                  <a:close/>
                </a:path>
              </a:pathLst>
            </a:custGeom>
            <a:solidFill>
              <a:srgbClr val="297F9D"/>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 name="Freeform 9"/>
            <p:cNvSpPr/>
            <p:nvPr/>
          </p:nvSpPr>
          <p:spPr bwMode="auto">
            <a:xfrm>
              <a:off x="10194926" y="3630083"/>
              <a:ext cx="332317" cy="201084"/>
            </a:xfrm>
            <a:custGeom>
              <a:avLst/>
              <a:gdLst>
                <a:gd name="T0" fmla="*/ 0 w 135"/>
                <a:gd name="T1" fmla="*/ 81 h 81"/>
                <a:gd name="T2" fmla="*/ 0 w 135"/>
                <a:gd name="T3" fmla="*/ 0 h 81"/>
                <a:gd name="T4" fmla="*/ 134 w 135"/>
                <a:gd name="T5" fmla="*/ 0 h 81"/>
                <a:gd name="T6" fmla="*/ 135 w 135"/>
                <a:gd name="T7" fmla="*/ 81 h 81"/>
                <a:gd name="T8" fmla="*/ 0 w 135"/>
                <a:gd name="T9" fmla="*/ 81 h 81"/>
              </a:gdLst>
              <a:ahLst/>
              <a:cxnLst>
                <a:cxn ang="0">
                  <a:pos x="T0" y="T1"/>
                </a:cxn>
                <a:cxn ang="0">
                  <a:pos x="T2" y="T3"/>
                </a:cxn>
                <a:cxn ang="0">
                  <a:pos x="T4" y="T5"/>
                </a:cxn>
                <a:cxn ang="0">
                  <a:pos x="T6" y="T7"/>
                </a:cxn>
                <a:cxn ang="0">
                  <a:pos x="T8" y="T9"/>
                </a:cxn>
              </a:cxnLst>
              <a:rect l="0" t="0" r="r" b="b"/>
              <a:pathLst>
                <a:path w="135" h="81">
                  <a:moveTo>
                    <a:pt x="0" y="81"/>
                  </a:moveTo>
                  <a:cubicBezTo>
                    <a:pt x="0" y="54"/>
                    <a:pt x="0" y="27"/>
                    <a:pt x="0" y="0"/>
                  </a:cubicBezTo>
                  <a:cubicBezTo>
                    <a:pt x="134" y="0"/>
                    <a:pt x="134" y="0"/>
                    <a:pt x="134" y="0"/>
                  </a:cubicBezTo>
                  <a:cubicBezTo>
                    <a:pt x="135" y="81"/>
                    <a:pt x="135" y="81"/>
                    <a:pt x="135" y="81"/>
                  </a:cubicBezTo>
                  <a:lnTo>
                    <a:pt x="0" y="81"/>
                  </a:lnTo>
                  <a:close/>
                </a:path>
              </a:pathLst>
            </a:custGeom>
            <a:solidFill>
              <a:srgbClr val="297F9D"/>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0" name="Freeform 10"/>
            <p:cNvSpPr/>
            <p:nvPr/>
          </p:nvSpPr>
          <p:spPr bwMode="auto">
            <a:xfrm>
              <a:off x="10197042" y="3429001"/>
              <a:ext cx="328084" cy="201084"/>
            </a:xfrm>
            <a:custGeom>
              <a:avLst/>
              <a:gdLst>
                <a:gd name="T0" fmla="*/ 0 w 133"/>
                <a:gd name="T1" fmla="*/ 82 h 82"/>
                <a:gd name="T2" fmla="*/ 0 w 133"/>
                <a:gd name="T3" fmla="*/ 0 h 82"/>
                <a:gd name="T4" fmla="*/ 133 w 133"/>
                <a:gd name="T5" fmla="*/ 0 h 82"/>
                <a:gd name="T6" fmla="*/ 133 w 133"/>
                <a:gd name="T7" fmla="*/ 79 h 82"/>
                <a:gd name="T8" fmla="*/ 133 w 133"/>
                <a:gd name="T9" fmla="*/ 82 h 82"/>
                <a:gd name="T10" fmla="*/ 0 w 133"/>
                <a:gd name="T11" fmla="*/ 82 h 82"/>
              </a:gdLst>
              <a:ahLst/>
              <a:cxnLst>
                <a:cxn ang="0">
                  <a:pos x="T0" y="T1"/>
                </a:cxn>
                <a:cxn ang="0">
                  <a:pos x="T2" y="T3"/>
                </a:cxn>
                <a:cxn ang="0">
                  <a:pos x="T4" y="T5"/>
                </a:cxn>
                <a:cxn ang="0">
                  <a:pos x="T6" y="T7"/>
                </a:cxn>
                <a:cxn ang="0">
                  <a:pos x="T8" y="T9"/>
                </a:cxn>
                <a:cxn ang="0">
                  <a:pos x="T10" y="T11"/>
                </a:cxn>
              </a:cxnLst>
              <a:rect l="0" t="0" r="r" b="b"/>
              <a:pathLst>
                <a:path w="133" h="82">
                  <a:moveTo>
                    <a:pt x="0" y="82"/>
                  </a:moveTo>
                  <a:cubicBezTo>
                    <a:pt x="0" y="55"/>
                    <a:pt x="0" y="27"/>
                    <a:pt x="0" y="0"/>
                  </a:cubicBezTo>
                  <a:cubicBezTo>
                    <a:pt x="133" y="0"/>
                    <a:pt x="133" y="0"/>
                    <a:pt x="133" y="0"/>
                  </a:cubicBezTo>
                  <a:cubicBezTo>
                    <a:pt x="133" y="27"/>
                    <a:pt x="133" y="53"/>
                    <a:pt x="133" y="79"/>
                  </a:cubicBezTo>
                  <a:cubicBezTo>
                    <a:pt x="133" y="82"/>
                    <a:pt x="133" y="82"/>
                    <a:pt x="133" y="82"/>
                  </a:cubicBezTo>
                  <a:lnTo>
                    <a:pt x="0" y="82"/>
                  </a:lnTo>
                  <a:close/>
                </a:path>
              </a:pathLst>
            </a:custGeom>
            <a:solidFill>
              <a:srgbClr val="297F9D"/>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1" name="Freeform 11"/>
            <p:cNvSpPr/>
            <p:nvPr/>
          </p:nvSpPr>
          <p:spPr bwMode="auto">
            <a:xfrm>
              <a:off x="10197042" y="3230034"/>
              <a:ext cx="328084" cy="198967"/>
            </a:xfrm>
            <a:custGeom>
              <a:avLst/>
              <a:gdLst>
                <a:gd name="T0" fmla="*/ 0 w 133"/>
                <a:gd name="T1" fmla="*/ 81 h 81"/>
                <a:gd name="T2" fmla="*/ 0 w 133"/>
                <a:gd name="T3" fmla="*/ 0 h 81"/>
                <a:gd name="T4" fmla="*/ 133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0"/>
                    <a:pt x="0" y="0"/>
                    <a:pt x="0" y="0"/>
                  </a:cubicBezTo>
                  <a:cubicBezTo>
                    <a:pt x="133" y="0"/>
                    <a:pt x="133" y="0"/>
                    <a:pt x="133" y="0"/>
                  </a:cubicBezTo>
                  <a:cubicBezTo>
                    <a:pt x="133" y="27"/>
                    <a:pt x="133" y="54"/>
                    <a:pt x="133" y="81"/>
                  </a:cubicBezTo>
                  <a:lnTo>
                    <a:pt x="0" y="81"/>
                  </a:lnTo>
                  <a:close/>
                </a:path>
              </a:pathLst>
            </a:custGeom>
            <a:solidFill>
              <a:srgbClr val="297F9D"/>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2"/>
            <p:cNvSpPr/>
            <p:nvPr/>
          </p:nvSpPr>
          <p:spPr bwMode="auto">
            <a:xfrm>
              <a:off x="10197042" y="3026834"/>
              <a:ext cx="328084" cy="203200"/>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0"/>
                    <a:pt x="0" y="0"/>
                    <a:pt x="0" y="0"/>
                  </a:cubicBezTo>
                  <a:cubicBezTo>
                    <a:pt x="133" y="0"/>
                    <a:pt x="133" y="0"/>
                    <a:pt x="133" y="0"/>
                  </a:cubicBezTo>
                  <a:cubicBezTo>
                    <a:pt x="133" y="27"/>
                    <a:pt x="133" y="54"/>
                    <a:pt x="133" y="82"/>
                  </a:cubicBezTo>
                  <a:lnTo>
                    <a:pt x="0" y="82"/>
                  </a:lnTo>
                  <a:close/>
                </a:path>
              </a:pathLst>
            </a:custGeom>
            <a:solidFill>
              <a:srgbClr val="297F9D"/>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3"/>
            <p:cNvSpPr/>
            <p:nvPr/>
          </p:nvSpPr>
          <p:spPr bwMode="auto">
            <a:xfrm>
              <a:off x="10197042" y="2825750"/>
              <a:ext cx="328084" cy="201084"/>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0"/>
                    <a:pt x="0" y="0"/>
                    <a:pt x="0" y="0"/>
                  </a:cubicBezTo>
                  <a:cubicBezTo>
                    <a:pt x="133" y="0"/>
                    <a:pt x="133" y="0"/>
                    <a:pt x="133" y="0"/>
                  </a:cubicBezTo>
                  <a:cubicBezTo>
                    <a:pt x="133" y="28"/>
                    <a:pt x="133" y="55"/>
                    <a:pt x="133" y="82"/>
                  </a:cubicBezTo>
                  <a:lnTo>
                    <a:pt x="0" y="82"/>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4"/>
            <p:cNvSpPr/>
            <p:nvPr/>
          </p:nvSpPr>
          <p:spPr bwMode="auto">
            <a:xfrm>
              <a:off x="10197042" y="2626783"/>
              <a:ext cx="328084" cy="198967"/>
            </a:xfrm>
            <a:custGeom>
              <a:avLst/>
              <a:gdLst>
                <a:gd name="T0" fmla="*/ 0 w 133"/>
                <a:gd name="T1" fmla="*/ 81 h 81"/>
                <a:gd name="T2" fmla="*/ 0 w 133"/>
                <a:gd name="T3" fmla="*/ 0 h 81"/>
                <a:gd name="T4" fmla="*/ 133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54"/>
                    <a:pt x="0" y="27"/>
                    <a:pt x="0" y="0"/>
                  </a:cubicBezTo>
                  <a:cubicBezTo>
                    <a:pt x="133" y="0"/>
                    <a:pt x="133" y="0"/>
                    <a:pt x="133" y="0"/>
                  </a:cubicBezTo>
                  <a:cubicBezTo>
                    <a:pt x="133" y="27"/>
                    <a:pt x="133" y="54"/>
                    <a:pt x="133" y="81"/>
                  </a:cubicBezTo>
                  <a:lnTo>
                    <a:pt x="0" y="81"/>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Freeform 15"/>
            <p:cNvSpPr/>
            <p:nvPr/>
          </p:nvSpPr>
          <p:spPr bwMode="auto">
            <a:xfrm>
              <a:off x="10197042" y="2423583"/>
              <a:ext cx="328084" cy="203200"/>
            </a:xfrm>
            <a:custGeom>
              <a:avLst/>
              <a:gdLst>
                <a:gd name="T0" fmla="*/ 0 w 133"/>
                <a:gd name="T1" fmla="*/ 82 h 82"/>
                <a:gd name="T2" fmla="*/ 0 w 133"/>
                <a:gd name="T3" fmla="*/ 0 h 82"/>
                <a:gd name="T4" fmla="*/ 133 w 133"/>
                <a:gd name="T5" fmla="*/ 0 h 82"/>
                <a:gd name="T6" fmla="*/ 133 w 133"/>
                <a:gd name="T7" fmla="*/ 82 h 82"/>
                <a:gd name="T8" fmla="*/ 0 w 133"/>
                <a:gd name="T9" fmla="*/ 82 h 82"/>
              </a:gdLst>
              <a:ahLst/>
              <a:cxnLst>
                <a:cxn ang="0">
                  <a:pos x="T0" y="T1"/>
                </a:cxn>
                <a:cxn ang="0">
                  <a:pos x="T2" y="T3"/>
                </a:cxn>
                <a:cxn ang="0">
                  <a:pos x="T4" y="T5"/>
                </a:cxn>
                <a:cxn ang="0">
                  <a:pos x="T6" y="T7"/>
                </a:cxn>
                <a:cxn ang="0">
                  <a:pos x="T8" y="T9"/>
                </a:cxn>
              </a:cxnLst>
              <a:rect l="0" t="0" r="r" b="b"/>
              <a:pathLst>
                <a:path w="133" h="82">
                  <a:moveTo>
                    <a:pt x="0" y="82"/>
                  </a:moveTo>
                  <a:cubicBezTo>
                    <a:pt x="0" y="55"/>
                    <a:pt x="0" y="27"/>
                    <a:pt x="0" y="0"/>
                  </a:cubicBezTo>
                  <a:cubicBezTo>
                    <a:pt x="133" y="0"/>
                    <a:pt x="133" y="0"/>
                    <a:pt x="133" y="0"/>
                  </a:cubicBezTo>
                  <a:cubicBezTo>
                    <a:pt x="133" y="27"/>
                    <a:pt x="133" y="55"/>
                    <a:pt x="133" y="82"/>
                  </a:cubicBezTo>
                  <a:lnTo>
                    <a:pt x="0" y="82"/>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6" name="Freeform 16"/>
            <p:cNvSpPr/>
            <p:nvPr/>
          </p:nvSpPr>
          <p:spPr bwMode="auto">
            <a:xfrm>
              <a:off x="10197042" y="2224617"/>
              <a:ext cx="328084" cy="198967"/>
            </a:xfrm>
            <a:custGeom>
              <a:avLst/>
              <a:gdLst>
                <a:gd name="T0" fmla="*/ 0 w 133"/>
                <a:gd name="T1" fmla="*/ 81 h 81"/>
                <a:gd name="T2" fmla="*/ 0 w 133"/>
                <a:gd name="T3" fmla="*/ 0 h 81"/>
                <a:gd name="T4" fmla="*/ 132 w 133"/>
                <a:gd name="T5" fmla="*/ 0 h 81"/>
                <a:gd name="T6" fmla="*/ 133 w 133"/>
                <a:gd name="T7" fmla="*/ 81 h 81"/>
                <a:gd name="T8" fmla="*/ 0 w 133"/>
                <a:gd name="T9" fmla="*/ 81 h 81"/>
              </a:gdLst>
              <a:ahLst/>
              <a:cxnLst>
                <a:cxn ang="0">
                  <a:pos x="T0" y="T1"/>
                </a:cxn>
                <a:cxn ang="0">
                  <a:pos x="T2" y="T3"/>
                </a:cxn>
                <a:cxn ang="0">
                  <a:pos x="T4" y="T5"/>
                </a:cxn>
                <a:cxn ang="0">
                  <a:pos x="T6" y="T7"/>
                </a:cxn>
                <a:cxn ang="0">
                  <a:pos x="T8" y="T9"/>
                </a:cxn>
              </a:cxnLst>
              <a:rect l="0" t="0" r="r" b="b"/>
              <a:pathLst>
                <a:path w="133" h="81">
                  <a:moveTo>
                    <a:pt x="0" y="81"/>
                  </a:moveTo>
                  <a:cubicBezTo>
                    <a:pt x="0" y="54"/>
                    <a:pt x="0" y="27"/>
                    <a:pt x="0" y="0"/>
                  </a:cubicBezTo>
                  <a:cubicBezTo>
                    <a:pt x="132" y="0"/>
                    <a:pt x="132" y="0"/>
                    <a:pt x="132" y="0"/>
                  </a:cubicBezTo>
                  <a:cubicBezTo>
                    <a:pt x="132" y="27"/>
                    <a:pt x="133" y="54"/>
                    <a:pt x="133" y="81"/>
                  </a:cubicBezTo>
                  <a:lnTo>
                    <a:pt x="0" y="81"/>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 name="Group 2"/>
          <p:cNvGrpSpPr/>
          <p:nvPr/>
        </p:nvGrpSpPr>
        <p:grpSpPr>
          <a:xfrm>
            <a:off x="6786034" y="2065867"/>
            <a:ext cx="1667933" cy="2256367"/>
            <a:chOff x="6786034" y="2065867"/>
            <a:chExt cx="1667933" cy="2256367"/>
          </a:xfrm>
        </p:grpSpPr>
        <p:sp>
          <p:nvSpPr>
            <p:cNvPr id="17" name="Freeform 17"/>
            <p:cNvSpPr/>
            <p:nvPr/>
          </p:nvSpPr>
          <p:spPr bwMode="auto">
            <a:xfrm>
              <a:off x="7052734" y="4028018"/>
              <a:ext cx="1140884" cy="198967"/>
            </a:xfrm>
            <a:custGeom>
              <a:avLst/>
              <a:gdLst>
                <a:gd name="T0" fmla="*/ 347 w 463"/>
                <a:gd name="T1" fmla="*/ 81 h 81"/>
                <a:gd name="T2" fmla="*/ 319 w 463"/>
                <a:gd name="T3" fmla="*/ 81 h 81"/>
                <a:gd name="T4" fmla="*/ 316 w 463"/>
                <a:gd name="T5" fmla="*/ 81 h 81"/>
                <a:gd name="T6" fmla="*/ 306 w 463"/>
                <a:gd name="T7" fmla="*/ 81 h 81"/>
                <a:gd name="T8" fmla="*/ 297 w 463"/>
                <a:gd name="T9" fmla="*/ 81 h 81"/>
                <a:gd name="T10" fmla="*/ 288 w 463"/>
                <a:gd name="T11" fmla="*/ 81 h 81"/>
                <a:gd name="T12" fmla="*/ 279 w 463"/>
                <a:gd name="T13" fmla="*/ 81 h 81"/>
                <a:gd name="T14" fmla="*/ 270 w 463"/>
                <a:gd name="T15" fmla="*/ 81 h 81"/>
                <a:gd name="T16" fmla="*/ 262 w 463"/>
                <a:gd name="T17" fmla="*/ 81 h 81"/>
                <a:gd name="T18" fmla="*/ 254 w 463"/>
                <a:gd name="T19" fmla="*/ 81 h 81"/>
                <a:gd name="T20" fmla="*/ 247 w 463"/>
                <a:gd name="T21" fmla="*/ 81 h 81"/>
                <a:gd name="T22" fmla="*/ 239 w 463"/>
                <a:gd name="T23" fmla="*/ 81 h 81"/>
                <a:gd name="T24" fmla="*/ 232 w 463"/>
                <a:gd name="T25" fmla="*/ 81 h 81"/>
                <a:gd name="T26" fmla="*/ 226 w 463"/>
                <a:gd name="T27" fmla="*/ 81 h 81"/>
                <a:gd name="T28" fmla="*/ 219 w 463"/>
                <a:gd name="T29" fmla="*/ 81 h 81"/>
                <a:gd name="T30" fmla="*/ 213 w 463"/>
                <a:gd name="T31" fmla="*/ 81 h 81"/>
                <a:gd name="T32" fmla="*/ 207 w 463"/>
                <a:gd name="T33" fmla="*/ 81 h 81"/>
                <a:gd name="T34" fmla="*/ 201 w 463"/>
                <a:gd name="T35" fmla="*/ 81 h 81"/>
                <a:gd name="T36" fmla="*/ 196 w 463"/>
                <a:gd name="T37" fmla="*/ 81 h 81"/>
                <a:gd name="T38" fmla="*/ 190 w 463"/>
                <a:gd name="T39" fmla="*/ 81 h 81"/>
                <a:gd name="T40" fmla="*/ 185 w 463"/>
                <a:gd name="T41" fmla="*/ 81 h 81"/>
                <a:gd name="T42" fmla="*/ 181 w 463"/>
                <a:gd name="T43" fmla="*/ 81 h 81"/>
                <a:gd name="T44" fmla="*/ 176 w 463"/>
                <a:gd name="T45" fmla="*/ 81 h 81"/>
                <a:gd name="T46" fmla="*/ 172 w 463"/>
                <a:gd name="T47" fmla="*/ 81 h 81"/>
                <a:gd name="T48" fmla="*/ 167 w 463"/>
                <a:gd name="T49" fmla="*/ 81 h 81"/>
                <a:gd name="T50" fmla="*/ 164 w 463"/>
                <a:gd name="T51" fmla="*/ 81 h 81"/>
                <a:gd name="T52" fmla="*/ 160 w 463"/>
                <a:gd name="T53" fmla="*/ 81 h 81"/>
                <a:gd name="T54" fmla="*/ 156 w 463"/>
                <a:gd name="T55" fmla="*/ 81 h 81"/>
                <a:gd name="T56" fmla="*/ 153 w 463"/>
                <a:gd name="T57" fmla="*/ 81 h 81"/>
                <a:gd name="T58" fmla="*/ 150 w 463"/>
                <a:gd name="T59" fmla="*/ 81 h 81"/>
                <a:gd name="T60" fmla="*/ 147 w 463"/>
                <a:gd name="T61" fmla="*/ 81 h 81"/>
                <a:gd name="T62" fmla="*/ 144 w 463"/>
                <a:gd name="T63" fmla="*/ 81 h 81"/>
                <a:gd name="T64" fmla="*/ 141 w 463"/>
                <a:gd name="T65" fmla="*/ 81 h 81"/>
                <a:gd name="T66" fmla="*/ 139 w 463"/>
                <a:gd name="T67" fmla="*/ 81 h 81"/>
                <a:gd name="T68" fmla="*/ 137 w 463"/>
                <a:gd name="T69" fmla="*/ 81 h 81"/>
                <a:gd name="T70" fmla="*/ 134 w 463"/>
                <a:gd name="T71" fmla="*/ 81 h 81"/>
                <a:gd name="T72" fmla="*/ 134 w 463"/>
                <a:gd name="T73" fmla="*/ 81 h 81"/>
                <a:gd name="T74" fmla="*/ 115 w 463"/>
                <a:gd name="T75" fmla="*/ 81 h 81"/>
                <a:gd name="T76" fmla="*/ 36 w 463"/>
                <a:gd name="T77" fmla="*/ 38 h 81"/>
                <a:gd name="T78" fmla="*/ 36 w 463"/>
                <a:gd name="T79" fmla="*/ 38 h 81"/>
                <a:gd name="T80" fmla="*/ 36 w 463"/>
                <a:gd name="T81" fmla="*/ 38 h 81"/>
                <a:gd name="T82" fmla="*/ 0 w 463"/>
                <a:gd name="T83" fmla="*/ 0 h 81"/>
                <a:gd name="T84" fmla="*/ 463 w 463"/>
                <a:gd name="T85" fmla="*/ 0 h 81"/>
                <a:gd name="T86" fmla="*/ 403 w 463"/>
                <a:gd name="T87" fmla="*/ 56 h 81"/>
                <a:gd name="T88" fmla="*/ 403 w 463"/>
                <a:gd name="T89" fmla="*/ 56 h 81"/>
                <a:gd name="T90" fmla="*/ 403 w 463"/>
                <a:gd name="T91" fmla="*/ 56 h 81"/>
                <a:gd name="T92" fmla="*/ 348 w 463"/>
                <a:gd name="T93" fmla="*/ 81 h 81"/>
                <a:gd name="T94" fmla="*/ 347 w 463"/>
                <a:gd name="T9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2" h="81">
                  <a:moveTo>
                    <a:pt x="347" y="81"/>
                  </a:moveTo>
                  <a:cubicBezTo>
                    <a:pt x="319" y="81"/>
                    <a:pt x="319" y="81"/>
                    <a:pt x="319" y="81"/>
                  </a:cubicBezTo>
                  <a:cubicBezTo>
                    <a:pt x="316" y="81"/>
                    <a:pt x="316" y="81"/>
                    <a:pt x="316" y="81"/>
                  </a:cubicBezTo>
                  <a:cubicBezTo>
                    <a:pt x="306" y="81"/>
                    <a:pt x="306" y="81"/>
                    <a:pt x="306" y="81"/>
                  </a:cubicBezTo>
                  <a:cubicBezTo>
                    <a:pt x="297" y="81"/>
                    <a:pt x="297" y="81"/>
                    <a:pt x="297" y="81"/>
                  </a:cubicBezTo>
                  <a:cubicBezTo>
                    <a:pt x="288" y="81"/>
                    <a:pt x="288" y="81"/>
                    <a:pt x="288" y="81"/>
                  </a:cubicBezTo>
                  <a:cubicBezTo>
                    <a:pt x="279" y="81"/>
                    <a:pt x="279" y="81"/>
                    <a:pt x="279" y="81"/>
                  </a:cubicBezTo>
                  <a:cubicBezTo>
                    <a:pt x="270" y="81"/>
                    <a:pt x="270" y="81"/>
                    <a:pt x="270" y="81"/>
                  </a:cubicBezTo>
                  <a:cubicBezTo>
                    <a:pt x="262" y="81"/>
                    <a:pt x="262" y="81"/>
                    <a:pt x="262" y="81"/>
                  </a:cubicBezTo>
                  <a:cubicBezTo>
                    <a:pt x="254" y="81"/>
                    <a:pt x="254" y="81"/>
                    <a:pt x="254" y="81"/>
                  </a:cubicBezTo>
                  <a:cubicBezTo>
                    <a:pt x="247" y="81"/>
                    <a:pt x="247" y="81"/>
                    <a:pt x="247" y="81"/>
                  </a:cubicBezTo>
                  <a:cubicBezTo>
                    <a:pt x="239" y="81"/>
                    <a:pt x="239" y="81"/>
                    <a:pt x="239" y="81"/>
                  </a:cubicBezTo>
                  <a:cubicBezTo>
                    <a:pt x="232" y="81"/>
                    <a:pt x="232" y="81"/>
                    <a:pt x="232" y="81"/>
                  </a:cubicBezTo>
                  <a:cubicBezTo>
                    <a:pt x="226" y="81"/>
                    <a:pt x="226" y="81"/>
                    <a:pt x="226" y="81"/>
                  </a:cubicBezTo>
                  <a:cubicBezTo>
                    <a:pt x="219" y="81"/>
                    <a:pt x="219" y="81"/>
                    <a:pt x="219" y="81"/>
                  </a:cubicBezTo>
                  <a:cubicBezTo>
                    <a:pt x="213" y="81"/>
                    <a:pt x="213" y="81"/>
                    <a:pt x="213" y="81"/>
                  </a:cubicBezTo>
                  <a:cubicBezTo>
                    <a:pt x="207" y="81"/>
                    <a:pt x="207" y="81"/>
                    <a:pt x="207" y="81"/>
                  </a:cubicBezTo>
                  <a:cubicBezTo>
                    <a:pt x="201" y="81"/>
                    <a:pt x="201" y="81"/>
                    <a:pt x="201" y="81"/>
                  </a:cubicBezTo>
                  <a:cubicBezTo>
                    <a:pt x="196" y="81"/>
                    <a:pt x="196" y="81"/>
                    <a:pt x="196" y="81"/>
                  </a:cubicBezTo>
                  <a:cubicBezTo>
                    <a:pt x="190" y="81"/>
                    <a:pt x="190" y="81"/>
                    <a:pt x="190" y="81"/>
                  </a:cubicBezTo>
                  <a:cubicBezTo>
                    <a:pt x="185" y="81"/>
                    <a:pt x="185" y="81"/>
                    <a:pt x="185" y="81"/>
                  </a:cubicBezTo>
                  <a:cubicBezTo>
                    <a:pt x="181" y="81"/>
                    <a:pt x="181" y="81"/>
                    <a:pt x="181" y="81"/>
                  </a:cubicBezTo>
                  <a:cubicBezTo>
                    <a:pt x="176" y="81"/>
                    <a:pt x="176" y="81"/>
                    <a:pt x="176" y="81"/>
                  </a:cubicBezTo>
                  <a:cubicBezTo>
                    <a:pt x="172" y="81"/>
                    <a:pt x="172" y="81"/>
                    <a:pt x="172" y="81"/>
                  </a:cubicBezTo>
                  <a:cubicBezTo>
                    <a:pt x="167" y="81"/>
                    <a:pt x="167" y="81"/>
                    <a:pt x="167" y="81"/>
                  </a:cubicBezTo>
                  <a:cubicBezTo>
                    <a:pt x="164" y="81"/>
                    <a:pt x="164" y="81"/>
                    <a:pt x="164" y="81"/>
                  </a:cubicBezTo>
                  <a:cubicBezTo>
                    <a:pt x="160" y="81"/>
                    <a:pt x="160" y="81"/>
                    <a:pt x="160" y="81"/>
                  </a:cubicBezTo>
                  <a:cubicBezTo>
                    <a:pt x="156" y="81"/>
                    <a:pt x="156" y="81"/>
                    <a:pt x="156" y="81"/>
                  </a:cubicBezTo>
                  <a:cubicBezTo>
                    <a:pt x="153" y="81"/>
                    <a:pt x="153" y="81"/>
                    <a:pt x="153" y="81"/>
                  </a:cubicBezTo>
                  <a:cubicBezTo>
                    <a:pt x="150" y="81"/>
                    <a:pt x="150" y="81"/>
                    <a:pt x="150" y="81"/>
                  </a:cubicBezTo>
                  <a:cubicBezTo>
                    <a:pt x="147" y="81"/>
                    <a:pt x="147" y="81"/>
                    <a:pt x="147" y="81"/>
                  </a:cubicBezTo>
                  <a:cubicBezTo>
                    <a:pt x="144" y="81"/>
                    <a:pt x="144" y="81"/>
                    <a:pt x="144" y="81"/>
                  </a:cubicBezTo>
                  <a:cubicBezTo>
                    <a:pt x="141" y="81"/>
                    <a:pt x="141" y="81"/>
                    <a:pt x="141" y="81"/>
                  </a:cubicBezTo>
                  <a:cubicBezTo>
                    <a:pt x="139" y="81"/>
                    <a:pt x="139" y="81"/>
                    <a:pt x="139" y="81"/>
                  </a:cubicBezTo>
                  <a:cubicBezTo>
                    <a:pt x="137" y="81"/>
                    <a:pt x="137" y="81"/>
                    <a:pt x="137" y="81"/>
                  </a:cubicBezTo>
                  <a:cubicBezTo>
                    <a:pt x="134" y="81"/>
                    <a:pt x="134" y="81"/>
                    <a:pt x="134" y="81"/>
                  </a:cubicBezTo>
                  <a:cubicBezTo>
                    <a:pt x="134" y="81"/>
                    <a:pt x="134" y="81"/>
                    <a:pt x="134" y="81"/>
                  </a:cubicBezTo>
                  <a:cubicBezTo>
                    <a:pt x="115" y="81"/>
                    <a:pt x="115" y="81"/>
                    <a:pt x="115" y="81"/>
                  </a:cubicBezTo>
                  <a:cubicBezTo>
                    <a:pt x="97" y="77"/>
                    <a:pt x="65" y="63"/>
                    <a:pt x="36" y="38"/>
                  </a:cubicBezTo>
                  <a:cubicBezTo>
                    <a:pt x="36" y="38"/>
                    <a:pt x="36" y="38"/>
                    <a:pt x="36" y="38"/>
                  </a:cubicBezTo>
                  <a:cubicBezTo>
                    <a:pt x="36" y="38"/>
                    <a:pt x="36" y="38"/>
                    <a:pt x="36" y="38"/>
                  </a:cubicBezTo>
                  <a:cubicBezTo>
                    <a:pt x="23" y="27"/>
                    <a:pt x="11" y="15"/>
                    <a:pt x="0" y="0"/>
                  </a:cubicBezTo>
                  <a:cubicBezTo>
                    <a:pt x="463" y="0"/>
                    <a:pt x="463" y="0"/>
                    <a:pt x="463" y="0"/>
                  </a:cubicBezTo>
                  <a:cubicBezTo>
                    <a:pt x="445" y="24"/>
                    <a:pt x="424" y="43"/>
                    <a:pt x="403" y="56"/>
                  </a:cubicBezTo>
                  <a:cubicBezTo>
                    <a:pt x="403" y="56"/>
                    <a:pt x="403" y="56"/>
                    <a:pt x="403" y="56"/>
                  </a:cubicBezTo>
                  <a:cubicBezTo>
                    <a:pt x="403" y="56"/>
                    <a:pt x="403" y="56"/>
                    <a:pt x="403" y="56"/>
                  </a:cubicBezTo>
                  <a:cubicBezTo>
                    <a:pt x="382" y="70"/>
                    <a:pt x="361" y="78"/>
                    <a:pt x="348" y="81"/>
                  </a:cubicBezTo>
                  <a:lnTo>
                    <a:pt x="347" y="81"/>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8"/>
            <p:cNvSpPr/>
            <p:nvPr/>
          </p:nvSpPr>
          <p:spPr bwMode="auto">
            <a:xfrm>
              <a:off x="6961717" y="3831167"/>
              <a:ext cx="1325033" cy="196851"/>
            </a:xfrm>
            <a:custGeom>
              <a:avLst/>
              <a:gdLst>
                <a:gd name="T0" fmla="*/ 37 w 538"/>
                <a:gd name="T1" fmla="*/ 80 h 80"/>
                <a:gd name="T2" fmla="*/ 7 w 538"/>
                <a:gd name="T3" fmla="*/ 25 h 80"/>
                <a:gd name="T4" fmla="*/ 7 w 538"/>
                <a:gd name="T5" fmla="*/ 25 h 80"/>
                <a:gd name="T6" fmla="*/ 7 w 538"/>
                <a:gd name="T7" fmla="*/ 25 h 80"/>
                <a:gd name="T8" fmla="*/ 0 w 538"/>
                <a:gd name="T9" fmla="*/ 0 h 80"/>
                <a:gd name="T10" fmla="*/ 538 w 538"/>
                <a:gd name="T11" fmla="*/ 0 h 80"/>
                <a:gd name="T12" fmla="*/ 513 w 538"/>
                <a:gd name="T13" fmla="*/ 61 h 80"/>
                <a:gd name="T14" fmla="*/ 513 w 538"/>
                <a:gd name="T15" fmla="*/ 62 h 80"/>
                <a:gd name="T16" fmla="*/ 513 w 538"/>
                <a:gd name="T17" fmla="*/ 62 h 80"/>
                <a:gd name="T18" fmla="*/ 500 w 538"/>
                <a:gd name="T19" fmla="*/ 80 h 80"/>
                <a:gd name="T20" fmla="*/ 37 w 538"/>
                <a:gd name="T2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8" h="80">
                  <a:moveTo>
                    <a:pt x="37" y="80"/>
                  </a:moveTo>
                  <a:cubicBezTo>
                    <a:pt x="25" y="64"/>
                    <a:pt x="14" y="46"/>
                    <a:pt x="7" y="25"/>
                  </a:cubicBezTo>
                  <a:cubicBezTo>
                    <a:pt x="7" y="25"/>
                    <a:pt x="7" y="25"/>
                    <a:pt x="7" y="25"/>
                  </a:cubicBezTo>
                  <a:cubicBezTo>
                    <a:pt x="7" y="25"/>
                    <a:pt x="7" y="25"/>
                    <a:pt x="7" y="25"/>
                  </a:cubicBezTo>
                  <a:cubicBezTo>
                    <a:pt x="4" y="17"/>
                    <a:pt x="2" y="8"/>
                    <a:pt x="0" y="0"/>
                  </a:cubicBezTo>
                  <a:cubicBezTo>
                    <a:pt x="538" y="0"/>
                    <a:pt x="538" y="0"/>
                    <a:pt x="538" y="0"/>
                  </a:cubicBezTo>
                  <a:cubicBezTo>
                    <a:pt x="532" y="23"/>
                    <a:pt x="523" y="44"/>
                    <a:pt x="513" y="61"/>
                  </a:cubicBezTo>
                  <a:cubicBezTo>
                    <a:pt x="513" y="62"/>
                    <a:pt x="513" y="62"/>
                    <a:pt x="513" y="62"/>
                  </a:cubicBezTo>
                  <a:cubicBezTo>
                    <a:pt x="513" y="62"/>
                    <a:pt x="513" y="62"/>
                    <a:pt x="513" y="62"/>
                  </a:cubicBezTo>
                  <a:cubicBezTo>
                    <a:pt x="509" y="68"/>
                    <a:pt x="505" y="75"/>
                    <a:pt x="500" y="80"/>
                  </a:cubicBezTo>
                  <a:lnTo>
                    <a:pt x="37" y="80"/>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9" name="Freeform 19"/>
            <p:cNvSpPr/>
            <p:nvPr/>
          </p:nvSpPr>
          <p:spPr bwMode="auto">
            <a:xfrm>
              <a:off x="6940550" y="3632201"/>
              <a:ext cx="1363133" cy="198967"/>
            </a:xfrm>
            <a:custGeom>
              <a:avLst/>
              <a:gdLst>
                <a:gd name="T0" fmla="*/ 7 w 553"/>
                <a:gd name="T1" fmla="*/ 81 h 81"/>
                <a:gd name="T2" fmla="*/ 3 w 553"/>
                <a:gd name="T3" fmla="*/ 0 h 81"/>
                <a:gd name="T4" fmla="*/ 551 w 553"/>
                <a:gd name="T5" fmla="*/ 0 h 81"/>
                <a:gd name="T6" fmla="*/ 549 w 553"/>
                <a:gd name="T7" fmla="*/ 64 h 81"/>
                <a:gd name="T8" fmla="*/ 549 w 553"/>
                <a:gd name="T9" fmla="*/ 64 h 81"/>
                <a:gd name="T10" fmla="*/ 549 w 553"/>
                <a:gd name="T11" fmla="*/ 64 h 81"/>
                <a:gd name="T12" fmla="*/ 545 w 553"/>
                <a:gd name="T13" fmla="*/ 81 h 81"/>
                <a:gd name="T14" fmla="*/ 7 w 553"/>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3" h="81">
                  <a:moveTo>
                    <a:pt x="7" y="81"/>
                  </a:moveTo>
                  <a:cubicBezTo>
                    <a:pt x="2" y="57"/>
                    <a:pt x="0" y="30"/>
                    <a:pt x="3" y="0"/>
                  </a:cubicBezTo>
                  <a:cubicBezTo>
                    <a:pt x="551" y="0"/>
                    <a:pt x="551" y="0"/>
                    <a:pt x="551" y="0"/>
                  </a:cubicBezTo>
                  <a:cubicBezTo>
                    <a:pt x="553" y="23"/>
                    <a:pt x="552" y="44"/>
                    <a:pt x="549" y="64"/>
                  </a:cubicBezTo>
                  <a:cubicBezTo>
                    <a:pt x="549" y="64"/>
                    <a:pt x="549" y="64"/>
                    <a:pt x="549" y="64"/>
                  </a:cubicBezTo>
                  <a:cubicBezTo>
                    <a:pt x="549" y="64"/>
                    <a:pt x="549" y="64"/>
                    <a:pt x="549" y="64"/>
                  </a:cubicBezTo>
                  <a:cubicBezTo>
                    <a:pt x="548" y="70"/>
                    <a:pt x="547" y="75"/>
                    <a:pt x="545" y="81"/>
                  </a:cubicBezTo>
                  <a:lnTo>
                    <a:pt x="7" y="81"/>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20"/>
            <p:cNvSpPr/>
            <p:nvPr/>
          </p:nvSpPr>
          <p:spPr bwMode="auto">
            <a:xfrm>
              <a:off x="6949017" y="3431118"/>
              <a:ext cx="1350433" cy="201084"/>
            </a:xfrm>
            <a:custGeom>
              <a:avLst/>
              <a:gdLst>
                <a:gd name="T0" fmla="*/ 0 w 548"/>
                <a:gd name="T1" fmla="*/ 81 h 81"/>
                <a:gd name="T2" fmla="*/ 0 w 548"/>
                <a:gd name="T3" fmla="*/ 79 h 81"/>
                <a:gd name="T4" fmla="*/ 20 w 548"/>
                <a:gd name="T5" fmla="*/ 0 h 81"/>
                <a:gd name="T6" fmla="*/ 526 w 548"/>
                <a:gd name="T7" fmla="*/ 0 h 81"/>
                <a:gd name="T8" fmla="*/ 527 w 548"/>
                <a:gd name="T9" fmla="*/ 2 h 81"/>
                <a:gd name="T10" fmla="*/ 527 w 548"/>
                <a:gd name="T11" fmla="*/ 2 h 81"/>
                <a:gd name="T12" fmla="*/ 527 w 548"/>
                <a:gd name="T13" fmla="*/ 3 h 81"/>
                <a:gd name="T14" fmla="*/ 547 w 548"/>
                <a:gd name="T15" fmla="*/ 79 h 81"/>
                <a:gd name="T16" fmla="*/ 548 w 548"/>
                <a:gd name="T17" fmla="*/ 81 h 81"/>
                <a:gd name="T18" fmla="*/ 0 w 548"/>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8" h="81">
                  <a:moveTo>
                    <a:pt x="0" y="81"/>
                  </a:moveTo>
                  <a:cubicBezTo>
                    <a:pt x="0" y="79"/>
                    <a:pt x="0" y="79"/>
                    <a:pt x="0" y="79"/>
                  </a:cubicBezTo>
                  <a:cubicBezTo>
                    <a:pt x="2" y="49"/>
                    <a:pt x="10" y="23"/>
                    <a:pt x="20" y="0"/>
                  </a:cubicBezTo>
                  <a:cubicBezTo>
                    <a:pt x="526" y="0"/>
                    <a:pt x="526" y="0"/>
                    <a:pt x="526" y="0"/>
                  </a:cubicBezTo>
                  <a:cubicBezTo>
                    <a:pt x="527" y="1"/>
                    <a:pt x="527" y="2"/>
                    <a:pt x="527" y="2"/>
                  </a:cubicBezTo>
                  <a:cubicBezTo>
                    <a:pt x="527" y="2"/>
                    <a:pt x="527" y="2"/>
                    <a:pt x="527" y="2"/>
                  </a:cubicBezTo>
                  <a:cubicBezTo>
                    <a:pt x="527" y="3"/>
                    <a:pt x="527" y="3"/>
                    <a:pt x="527" y="3"/>
                  </a:cubicBezTo>
                  <a:cubicBezTo>
                    <a:pt x="538" y="25"/>
                    <a:pt x="545" y="50"/>
                    <a:pt x="547" y="79"/>
                  </a:cubicBezTo>
                  <a:cubicBezTo>
                    <a:pt x="548" y="81"/>
                    <a:pt x="548" y="81"/>
                    <a:pt x="548" y="81"/>
                  </a:cubicBezTo>
                  <a:lnTo>
                    <a:pt x="0" y="81"/>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21"/>
            <p:cNvSpPr/>
            <p:nvPr/>
          </p:nvSpPr>
          <p:spPr bwMode="auto">
            <a:xfrm>
              <a:off x="6997701" y="3234267"/>
              <a:ext cx="1248833" cy="196851"/>
            </a:xfrm>
            <a:custGeom>
              <a:avLst/>
              <a:gdLst>
                <a:gd name="T0" fmla="*/ 0 w 507"/>
                <a:gd name="T1" fmla="*/ 80 h 80"/>
                <a:gd name="T2" fmla="*/ 62 w 507"/>
                <a:gd name="T3" fmla="*/ 0 h 80"/>
                <a:gd name="T4" fmla="*/ 445 w 507"/>
                <a:gd name="T5" fmla="*/ 0 h 80"/>
                <a:gd name="T6" fmla="*/ 507 w 507"/>
                <a:gd name="T7" fmla="*/ 80 h 80"/>
                <a:gd name="T8" fmla="*/ 0 w 507"/>
                <a:gd name="T9" fmla="*/ 80 h 80"/>
              </a:gdLst>
              <a:ahLst/>
              <a:cxnLst>
                <a:cxn ang="0">
                  <a:pos x="T0" y="T1"/>
                </a:cxn>
                <a:cxn ang="0">
                  <a:pos x="T2" y="T3"/>
                </a:cxn>
                <a:cxn ang="0">
                  <a:pos x="T4" y="T5"/>
                </a:cxn>
                <a:cxn ang="0">
                  <a:pos x="T6" y="T7"/>
                </a:cxn>
                <a:cxn ang="0">
                  <a:pos x="T8" y="T9"/>
                </a:cxn>
              </a:cxnLst>
              <a:rect l="0" t="0" r="r" b="b"/>
              <a:pathLst>
                <a:path w="507" h="80">
                  <a:moveTo>
                    <a:pt x="0" y="80"/>
                  </a:moveTo>
                  <a:cubicBezTo>
                    <a:pt x="16" y="46"/>
                    <a:pt x="39" y="20"/>
                    <a:pt x="62" y="0"/>
                  </a:cubicBezTo>
                  <a:cubicBezTo>
                    <a:pt x="445" y="0"/>
                    <a:pt x="445" y="0"/>
                    <a:pt x="445" y="0"/>
                  </a:cubicBezTo>
                  <a:cubicBezTo>
                    <a:pt x="468" y="20"/>
                    <a:pt x="491" y="46"/>
                    <a:pt x="507" y="80"/>
                  </a:cubicBezTo>
                  <a:lnTo>
                    <a:pt x="0" y="80"/>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2" name="Freeform 22"/>
            <p:cNvSpPr/>
            <p:nvPr/>
          </p:nvSpPr>
          <p:spPr bwMode="auto">
            <a:xfrm>
              <a:off x="7150101" y="3035300"/>
              <a:ext cx="944033" cy="198967"/>
            </a:xfrm>
            <a:custGeom>
              <a:avLst/>
              <a:gdLst>
                <a:gd name="T0" fmla="*/ 0 w 383"/>
                <a:gd name="T1" fmla="*/ 81 h 81"/>
                <a:gd name="T2" fmla="*/ 97 w 383"/>
                <a:gd name="T3" fmla="*/ 25 h 81"/>
                <a:gd name="T4" fmla="*/ 117 w 383"/>
                <a:gd name="T5" fmla="*/ 17 h 81"/>
                <a:gd name="T6" fmla="*/ 117 w 383"/>
                <a:gd name="T7" fmla="*/ 0 h 81"/>
                <a:gd name="T8" fmla="*/ 267 w 383"/>
                <a:gd name="T9" fmla="*/ 0 h 81"/>
                <a:gd name="T10" fmla="*/ 267 w 383"/>
                <a:gd name="T11" fmla="*/ 19 h 81"/>
                <a:gd name="T12" fmla="*/ 286 w 383"/>
                <a:gd name="T13" fmla="*/ 25 h 81"/>
                <a:gd name="T14" fmla="*/ 383 w 383"/>
                <a:gd name="T15" fmla="*/ 81 h 81"/>
                <a:gd name="T16" fmla="*/ 0 w 383"/>
                <a:gd name="T1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81">
                  <a:moveTo>
                    <a:pt x="0" y="81"/>
                  </a:moveTo>
                  <a:cubicBezTo>
                    <a:pt x="40" y="46"/>
                    <a:pt x="83" y="30"/>
                    <a:pt x="97" y="25"/>
                  </a:cubicBezTo>
                  <a:cubicBezTo>
                    <a:pt x="117" y="17"/>
                    <a:pt x="117" y="17"/>
                    <a:pt x="117" y="17"/>
                  </a:cubicBezTo>
                  <a:cubicBezTo>
                    <a:pt x="117" y="0"/>
                    <a:pt x="117" y="0"/>
                    <a:pt x="117" y="0"/>
                  </a:cubicBezTo>
                  <a:cubicBezTo>
                    <a:pt x="267" y="0"/>
                    <a:pt x="267" y="0"/>
                    <a:pt x="267" y="0"/>
                  </a:cubicBezTo>
                  <a:cubicBezTo>
                    <a:pt x="267" y="19"/>
                    <a:pt x="267" y="19"/>
                    <a:pt x="267" y="19"/>
                  </a:cubicBezTo>
                  <a:cubicBezTo>
                    <a:pt x="286" y="25"/>
                    <a:pt x="286" y="25"/>
                    <a:pt x="286" y="25"/>
                  </a:cubicBezTo>
                  <a:cubicBezTo>
                    <a:pt x="300" y="30"/>
                    <a:pt x="343" y="46"/>
                    <a:pt x="383" y="81"/>
                  </a:cubicBezTo>
                  <a:lnTo>
                    <a:pt x="0" y="81"/>
                  </a:ln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Rectangle 23"/>
            <p:cNvSpPr>
              <a:spLocks noChangeArrowheads="1"/>
            </p:cNvSpPr>
            <p:nvPr/>
          </p:nvSpPr>
          <p:spPr bwMode="auto">
            <a:xfrm>
              <a:off x="7437967" y="2836334"/>
              <a:ext cx="368300" cy="198967"/>
            </a:xfrm>
            <a:prstGeom prst="rect">
              <a:avLst/>
            </a:pr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Rectangle 24"/>
            <p:cNvSpPr>
              <a:spLocks noChangeArrowheads="1"/>
            </p:cNvSpPr>
            <p:nvPr/>
          </p:nvSpPr>
          <p:spPr bwMode="auto">
            <a:xfrm>
              <a:off x="7437967" y="2639484"/>
              <a:ext cx="368300" cy="196851"/>
            </a:xfrm>
            <a:prstGeom prst="rect">
              <a:avLst/>
            </a:pr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5" name="Rectangle 25"/>
            <p:cNvSpPr>
              <a:spLocks noChangeArrowheads="1"/>
            </p:cNvSpPr>
            <p:nvPr/>
          </p:nvSpPr>
          <p:spPr bwMode="auto">
            <a:xfrm>
              <a:off x="7437967" y="2438400"/>
              <a:ext cx="368300" cy="201084"/>
            </a:xfrm>
            <a:prstGeom prst="rect">
              <a:avLst/>
            </a:pr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6"/>
            <p:cNvSpPr>
              <a:spLocks noChangeArrowheads="1"/>
            </p:cNvSpPr>
            <p:nvPr/>
          </p:nvSpPr>
          <p:spPr bwMode="auto">
            <a:xfrm>
              <a:off x="7437967" y="2239434"/>
              <a:ext cx="368300" cy="198967"/>
            </a:xfrm>
            <a:prstGeom prst="rect">
              <a:avLst/>
            </a:pr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7" name="Freeform 27"/>
            <p:cNvSpPr>
              <a:spLocks noEditPoints="1"/>
            </p:cNvSpPr>
            <p:nvPr/>
          </p:nvSpPr>
          <p:spPr bwMode="auto">
            <a:xfrm>
              <a:off x="6786034" y="2065867"/>
              <a:ext cx="1667933" cy="2256367"/>
            </a:xfrm>
            <a:custGeom>
              <a:avLst/>
              <a:gdLst>
                <a:gd name="T0" fmla="*/ 474 w 677"/>
                <a:gd name="T1" fmla="*/ 916 h 916"/>
                <a:gd name="T2" fmla="*/ 202 w 677"/>
                <a:gd name="T3" fmla="*/ 916 h 916"/>
                <a:gd name="T4" fmla="*/ 19 w 677"/>
                <a:gd name="T5" fmla="*/ 630 h 916"/>
                <a:gd name="T6" fmla="*/ 228 w 677"/>
                <a:gd name="T7" fmla="*/ 379 h 916"/>
                <a:gd name="T8" fmla="*/ 228 w 677"/>
                <a:gd name="T9" fmla="*/ 53 h 916"/>
                <a:gd name="T10" fmla="*/ 215 w 677"/>
                <a:gd name="T11" fmla="*/ 7 h 916"/>
                <a:gd name="T12" fmla="*/ 227 w 677"/>
                <a:gd name="T13" fmla="*/ 0 h 916"/>
                <a:gd name="T14" fmla="*/ 450 w 677"/>
                <a:gd name="T15" fmla="*/ 0 h 916"/>
                <a:gd name="T16" fmla="*/ 462 w 677"/>
                <a:gd name="T17" fmla="*/ 7 h 916"/>
                <a:gd name="T18" fmla="*/ 449 w 677"/>
                <a:gd name="T19" fmla="*/ 53 h 916"/>
                <a:gd name="T20" fmla="*/ 449 w 677"/>
                <a:gd name="T21" fmla="*/ 379 h 916"/>
                <a:gd name="T22" fmla="*/ 659 w 677"/>
                <a:gd name="T23" fmla="*/ 630 h 916"/>
                <a:gd name="T24" fmla="*/ 475 w 677"/>
                <a:gd name="T25" fmla="*/ 916 h 916"/>
                <a:gd name="T26" fmla="*/ 474 w 677"/>
                <a:gd name="T27" fmla="*/ 916 h 916"/>
                <a:gd name="T28" fmla="*/ 204 w 677"/>
                <a:gd name="T29" fmla="*/ 901 h 916"/>
                <a:gd name="T30" fmla="*/ 472 w 677"/>
                <a:gd name="T31" fmla="*/ 901 h 916"/>
                <a:gd name="T32" fmla="*/ 643 w 677"/>
                <a:gd name="T33" fmla="*/ 631 h 916"/>
                <a:gd name="T34" fmla="*/ 439 w 677"/>
                <a:gd name="T35" fmla="*/ 392 h 916"/>
                <a:gd name="T36" fmla="*/ 433 w 677"/>
                <a:gd name="T37" fmla="*/ 391 h 916"/>
                <a:gd name="T38" fmla="*/ 433 w 677"/>
                <a:gd name="T39" fmla="*/ 49 h 916"/>
                <a:gd name="T40" fmla="*/ 434 w 677"/>
                <a:gd name="T41" fmla="*/ 47 h 916"/>
                <a:gd name="T42" fmla="*/ 449 w 677"/>
                <a:gd name="T43" fmla="*/ 16 h 916"/>
                <a:gd name="T44" fmla="*/ 445 w 677"/>
                <a:gd name="T45" fmla="*/ 16 h 916"/>
                <a:gd name="T46" fmla="*/ 229 w 677"/>
                <a:gd name="T47" fmla="*/ 16 h 916"/>
                <a:gd name="T48" fmla="*/ 243 w 677"/>
                <a:gd name="T49" fmla="*/ 47 h 916"/>
                <a:gd name="T50" fmla="*/ 244 w 677"/>
                <a:gd name="T51" fmla="*/ 49 h 916"/>
                <a:gd name="T52" fmla="*/ 244 w 677"/>
                <a:gd name="T53" fmla="*/ 391 h 916"/>
                <a:gd name="T54" fmla="*/ 238 w 677"/>
                <a:gd name="T55" fmla="*/ 392 h 916"/>
                <a:gd name="T56" fmla="*/ 34 w 677"/>
                <a:gd name="T57" fmla="*/ 631 h 916"/>
                <a:gd name="T58" fmla="*/ 204 w 677"/>
                <a:gd name="T59" fmla="*/ 901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7" h="916">
                  <a:moveTo>
                    <a:pt x="474" y="916"/>
                  </a:moveTo>
                  <a:cubicBezTo>
                    <a:pt x="202" y="916"/>
                    <a:pt x="202" y="916"/>
                    <a:pt x="202" y="916"/>
                  </a:cubicBezTo>
                  <a:cubicBezTo>
                    <a:pt x="148" y="903"/>
                    <a:pt x="0" y="823"/>
                    <a:pt x="19" y="630"/>
                  </a:cubicBezTo>
                  <a:cubicBezTo>
                    <a:pt x="34" y="453"/>
                    <a:pt x="195" y="390"/>
                    <a:pt x="228" y="379"/>
                  </a:cubicBezTo>
                  <a:cubicBezTo>
                    <a:pt x="228" y="53"/>
                    <a:pt x="228" y="53"/>
                    <a:pt x="228" y="53"/>
                  </a:cubicBezTo>
                  <a:cubicBezTo>
                    <a:pt x="220" y="40"/>
                    <a:pt x="209" y="18"/>
                    <a:pt x="215" y="7"/>
                  </a:cubicBezTo>
                  <a:cubicBezTo>
                    <a:pt x="216" y="5"/>
                    <a:pt x="220" y="0"/>
                    <a:pt x="227" y="0"/>
                  </a:cubicBezTo>
                  <a:cubicBezTo>
                    <a:pt x="450" y="0"/>
                    <a:pt x="450" y="0"/>
                    <a:pt x="450" y="0"/>
                  </a:cubicBezTo>
                  <a:cubicBezTo>
                    <a:pt x="457" y="0"/>
                    <a:pt x="461" y="5"/>
                    <a:pt x="462" y="7"/>
                  </a:cubicBezTo>
                  <a:cubicBezTo>
                    <a:pt x="468" y="18"/>
                    <a:pt x="457" y="40"/>
                    <a:pt x="449" y="53"/>
                  </a:cubicBezTo>
                  <a:cubicBezTo>
                    <a:pt x="449" y="379"/>
                    <a:pt x="449" y="379"/>
                    <a:pt x="449" y="379"/>
                  </a:cubicBezTo>
                  <a:cubicBezTo>
                    <a:pt x="482" y="390"/>
                    <a:pt x="643" y="453"/>
                    <a:pt x="659" y="630"/>
                  </a:cubicBezTo>
                  <a:cubicBezTo>
                    <a:pt x="677" y="823"/>
                    <a:pt x="528" y="903"/>
                    <a:pt x="475" y="916"/>
                  </a:cubicBezTo>
                  <a:lnTo>
                    <a:pt x="474" y="916"/>
                  </a:lnTo>
                  <a:close/>
                  <a:moveTo>
                    <a:pt x="204" y="901"/>
                  </a:moveTo>
                  <a:cubicBezTo>
                    <a:pt x="472" y="901"/>
                    <a:pt x="472" y="901"/>
                    <a:pt x="472" y="901"/>
                  </a:cubicBezTo>
                  <a:cubicBezTo>
                    <a:pt x="522" y="888"/>
                    <a:pt x="661" y="813"/>
                    <a:pt x="643" y="631"/>
                  </a:cubicBezTo>
                  <a:cubicBezTo>
                    <a:pt x="626" y="446"/>
                    <a:pt x="441" y="393"/>
                    <a:pt x="439" y="392"/>
                  </a:cubicBezTo>
                  <a:cubicBezTo>
                    <a:pt x="433" y="391"/>
                    <a:pt x="433" y="391"/>
                    <a:pt x="433" y="391"/>
                  </a:cubicBezTo>
                  <a:cubicBezTo>
                    <a:pt x="433" y="49"/>
                    <a:pt x="433" y="49"/>
                    <a:pt x="433" y="49"/>
                  </a:cubicBezTo>
                  <a:cubicBezTo>
                    <a:pt x="434" y="47"/>
                    <a:pt x="434" y="47"/>
                    <a:pt x="434" y="47"/>
                  </a:cubicBezTo>
                  <a:cubicBezTo>
                    <a:pt x="441" y="35"/>
                    <a:pt x="447" y="22"/>
                    <a:pt x="449" y="16"/>
                  </a:cubicBezTo>
                  <a:cubicBezTo>
                    <a:pt x="445" y="16"/>
                    <a:pt x="445" y="16"/>
                    <a:pt x="445" y="16"/>
                  </a:cubicBezTo>
                  <a:cubicBezTo>
                    <a:pt x="229" y="16"/>
                    <a:pt x="229" y="16"/>
                    <a:pt x="229" y="16"/>
                  </a:cubicBezTo>
                  <a:cubicBezTo>
                    <a:pt x="229" y="22"/>
                    <a:pt x="235" y="35"/>
                    <a:pt x="243" y="47"/>
                  </a:cubicBezTo>
                  <a:cubicBezTo>
                    <a:pt x="244" y="49"/>
                    <a:pt x="244" y="49"/>
                    <a:pt x="244" y="49"/>
                  </a:cubicBezTo>
                  <a:cubicBezTo>
                    <a:pt x="244" y="391"/>
                    <a:pt x="244" y="391"/>
                    <a:pt x="244" y="391"/>
                  </a:cubicBezTo>
                  <a:cubicBezTo>
                    <a:pt x="238" y="392"/>
                    <a:pt x="238" y="392"/>
                    <a:pt x="238" y="392"/>
                  </a:cubicBezTo>
                  <a:cubicBezTo>
                    <a:pt x="235" y="393"/>
                    <a:pt x="51" y="446"/>
                    <a:pt x="34" y="631"/>
                  </a:cubicBezTo>
                  <a:cubicBezTo>
                    <a:pt x="18" y="813"/>
                    <a:pt x="155" y="888"/>
                    <a:pt x="204" y="901"/>
                  </a:cubicBezTo>
                  <a:close/>
                </a:path>
              </a:pathLst>
            </a:custGeom>
            <a:solidFill>
              <a:srgbClr val="15A18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2" name="Group 31"/>
          <p:cNvGrpSpPr/>
          <p:nvPr/>
        </p:nvGrpSpPr>
        <p:grpSpPr>
          <a:xfrm>
            <a:off x="1186393" y="2129366"/>
            <a:ext cx="1894417" cy="2192867"/>
            <a:chOff x="1186393" y="2129366"/>
            <a:chExt cx="1894417" cy="2192867"/>
          </a:xfrm>
        </p:grpSpPr>
        <p:sp>
          <p:nvSpPr>
            <p:cNvPr id="28" name="Freeform 28"/>
            <p:cNvSpPr>
              <a:spLocks noEditPoints="1"/>
            </p:cNvSpPr>
            <p:nvPr/>
          </p:nvSpPr>
          <p:spPr bwMode="auto">
            <a:xfrm>
              <a:off x="1347260" y="4011082"/>
              <a:ext cx="1579033" cy="198967"/>
            </a:xfrm>
            <a:custGeom>
              <a:avLst/>
              <a:gdLst>
                <a:gd name="T0" fmla="*/ 577 w 641"/>
                <a:gd name="T1" fmla="*/ 81 h 81"/>
                <a:gd name="T2" fmla="*/ 63 w 641"/>
                <a:gd name="T3" fmla="*/ 81 h 81"/>
                <a:gd name="T4" fmla="*/ 0 w 641"/>
                <a:gd name="T5" fmla="*/ 30 h 81"/>
                <a:gd name="T6" fmla="*/ 4 w 641"/>
                <a:gd name="T7" fmla="*/ 0 h 81"/>
                <a:gd name="T8" fmla="*/ 636 w 641"/>
                <a:gd name="T9" fmla="*/ 0 h 81"/>
                <a:gd name="T10" fmla="*/ 641 w 641"/>
                <a:gd name="T11" fmla="*/ 30 h 81"/>
                <a:gd name="T12" fmla="*/ 577 w 641"/>
                <a:gd name="T13" fmla="*/ 81 h 81"/>
                <a:gd name="T14" fmla="*/ 31 w 641"/>
                <a:gd name="T15" fmla="*/ 61 h 81"/>
                <a:gd name="T16" fmla="*/ 18 w 641"/>
                <a:gd name="T17" fmla="*/ 49 h 81"/>
                <a:gd name="T18" fmla="*/ 31 w 641"/>
                <a:gd name="T19" fmla="*/ 6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1" h="81">
                  <a:moveTo>
                    <a:pt x="577" y="81"/>
                  </a:moveTo>
                  <a:cubicBezTo>
                    <a:pt x="63" y="81"/>
                    <a:pt x="63" y="81"/>
                    <a:pt x="63" y="81"/>
                  </a:cubicBezTo>
                  <a:cubicBezTo>
                    <a:pt x="26" y="81"/>
                    <a:pt x="0" y="60"/>
                    <a:pt x="0" y="30"/>
                  </a:cubicBezTo>
                  <a:cubicBezTo>
                    <a:pt x="0" y="18"/>
                    <a:pt x="2" y="8"/>
                    <a:pt x="4" y="0"/>
                  </a:cubicBezTo>
                  <a:cubicBezTo>
                    <a:pt x="636" y="0"/>
                    <a:pt x="636" y="0"/>
                    <a:pt x="636" y="0"/>
                  </a:cubicBezTo>
                  <a:cubicBezTo>
                    <a:pt x="638" y="8"/>
                    <a:pt x="641" y="18"/>
                    <a:pt x="641" y="30"/>
                  </a:cubicBezTo>
                  <a:cubicBezTo>
                    <a:pt x="641" y="60"/>
                    <a:pt x="614" y="81"/>
                    <a:pt x="577" y="81"/>
                  </a:cubicBezTo>
                  <a:close/>
                  <a:moveTo>
                    <a:pt x="31" y="61"/>
                  </a:moveTo>
                  <a:cubicBezTo>
                    <a:pt x="18" y="49"/>
                    <a:pt x="18" y="49"/>
                    <a:pt x="18" y="49"/>
                  </a:cubicBezTo>
                  <a:cubicBezTo>
                    <a:pt x="21" y="54"/>
                    <a:pt x="26" y="58"/>
                    <a:pt x="31" y="61"/>
                  </a:cubicBezTo>
                  <a:close/>
                </a:path>
              </a:pathLst>
            </a:custGeom>
            <a:solidFill>
              <a:srgbClr val="F49D15"/>
            </a:solidFill>
            <a:ln w="9525">
              <a:noFill/>
              <a:round/>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Freeform 29"/>
            <p:cNvSpPr/>
            <p:nvPr/>
          </p:nvSpPr>
          <p:spPr bwMode="auto">
            <a:xfrm>
              <a:off x="1359960" y="3816349"/>
              <a:ext cx="1553633" cy="198967"/>
            </a:xfrm>
            <a:custGeom>
              <a:avLst/>
              <a:gdLst>
                <a:gd name="T0" fmla="*/ 0 w 631"/>
                <a:gd name="T1" fmla="*/ 81 h 81"/>
                <a:gd name="T2" fmla="*/ 8 w 631"/>
                <a:gd name="T3" fmla="*/ 63 h 81"/>
                <a:gd name="T4" fmla="*/ 44 w 631"/>
                <a:gd name="T5" fmla="*/ 0 h 81"/>
                <a:gd name="T6" fmla="*/ 586 w 631"/>
                <a:gd name="T7" fmla="*/ 0 h 81"/>
                <a:gd name="T8" fmla="*/ 623 w 631"/>
                <a:gd name="T9" fmla="*/ 63 h 81"/>
                <a:gd name="T10" fmla="*/ 631 w 631"/>
                <a:gd name="T11" fmla="*/ 81 h 81"/>
                <a:gd name="T12" fmla="*/ 0 w 631"/>
                <a:gd name="T13" fmla="*/ 81 h 81"/>
              </a:gdLst>
              <a:ahLst/>
              <a:cxnLst>
                <a:cxn ang="0">
                  <a:pos x="T0" y="T1"/>
                </a:cxn>
                <a:cxn ang="0">
                  <a:pos x="T2" y="T3"/>
                </a:cxn>
                <a:cxn ang="0">
                  <a:pos x="T4" y="T5"/>
                </a:cxn>
                <a:cxn ang="0">
                  <a:pos x="T6" y="T7"/>
                </a:cxn>
                <a:cxn ang="0">
                  <a:pos x="T8" y="T9"/>
                </a:cxn>
                <a:cxn ang="0">
                  <a:pos x="T10" y="T11"/>
                </a:cxn>
                <a:cxn ang="0">
                  <a:pos x="T12" y="T13"/>
                </a:cxn>
              </a:cxnLst>
              <a:rect l="0" t="0" r="r" b="b"/>
              <a:pathLst>
                <a:path w="631" h="81">
                  <a:moveTo>
                    <a:pt x="0" y="81"/>
                  </a:moveTo>
                  <a:cubicBezTo>
                    <a:pt x="3" y="71"/>
                    <a:pt x="7" y="65"/>
                    <a:pt x="8" y="63"/>
                  </a:cubicBezTo>
                  <a:cubicBezTo>
                    <a:pt x="20" y="42"/>
                    <a:pt x="32" y="21"/>
                    <a:pt x="44" y="0"/>
                  </a:cubicBezTo>
                  <a:cubicBezTo>
                    <a:pt x="586" y="0"/>
                    <a:pt x="586" y="0"/>
                    <a:pt x="586" y="0"/>
                  </a:cubicBezTo>
                  <a:cubicBezTo>
                    <a:pt x="598" y="21"/>
                    <a:pt x="611" y="42"/>
                    <a:pt x="623" y="63"/>
                  </a:cubicBezTo>
                  <a:cubicBezTo>
                    <a:pt x="624" y="65"/>
                    <a:pt x="627" y="71"/>
                    <a:pt x="631" y="81"/>
                  </a:cubicBezTo>
                  <a:lnTo>
                    <a:pt x="0" y="81"/>
                  </a:lnTo>
                  <a:close/>
                </a:path>
              </a:pathLst>
            </a:custGeom>
            <a:solidFill>
              <a:srgbClr val="F49D15"/>
            </a:solidFill>
            <a:ln w="9525">
              <a:noFill/>
              <a:round/>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30"/>
            <p:cNvSpPr/>
            <p:nvPr/>
          </p:nvSpPr>
          <p:spPr bwMode="auto">
            <a:xfrm>
              <a:off x="1467909" y="3619500"/>
              <a:ext cx="1335617" cy="198967"/>
            </a:xfrm>
            <a:custGeom>
              <a:avLst/>
              <a:gdLst>
                <a:gd name="T0" fmla="*/ 0 w 542"/>
                <a:gd name="T1" fmla="*/ 81 h 81"/>
                <a:gd name="T2" fmla="*/ 47 w 542"/>
                <a:gd name="T3" fmla="*/ 0 h 81"/>
                <a:gd name="T4" fmla="*/ 495 w 542"/>
                <a:gd name="T5" fmla="*/ 0 h 81"/>
                <a:gd name="T6" fmla="*/ 542 w 542"/>
                <a:gd name="T7" fmla="*/ 81 h 81"/>
                <a:gd name="T8" fmla="*/ 0 w 542"/>
                <a:gd name="T9" fmla="*/ 81 h 81"/>
              </a:gdLst>
              <a:ahLst/>
              <a:cxnLst>
                <a:cxn ang="0">
                  <a:pos x="T0" y="T1"/>
                </a:cxn>
                <a:cxn ang="0">
                  <a:pos x="T2" y="T3"/>
                </a:cxn>
                <a:cxn ang="0">
                  <a:pos x="T4" y="T5"/>
                </a:cxn>
                <a:cxn ang="0">
                  <a:pos x="T6" y="T7"/>
                </a:cxn>
                <a:cxn ang="0">
                  <a:pos x="T8" y="T9"/>
                </a:cxn>
              </a:cxnLst>
              <a:rect l="0" t="0" r="r" b="b"/>
              <a:pathLst>
                <a:path w="542" h="81">
                  <a:moveTo>
                    <a:pt x="0" y="81"/>
                  </a:moveTo>
                  <a:cubicBezTo>
                    <a:pt x="16" y="54"/>
                    <a:pt x="31" y="27"/>
                    <a:pt x="47" y="0"/>
                  </a:cubicBezTo>
                  <a:cubicBezTo>
                    <a:pt x="495" y="0"/>
                    <a:pt x="495" y="0"/>
                    <a:pt x="495" y="0"/>
                  </a:cubicBezTo>
                  <a:cubicBezTo>
                    <a:pt x="542" y="81"/>
                    <a:pt x="542" y="81"/>
                    <a:pt x="542" y="81"/>
                  </a:cubicBezTo>
                  <a:lnTo>
                    <a:pt x="0" y="81"/>
                  </a:lnTo>
                  <a:close/>
                </a:path>
              </a:pathLst>
            </a:custGeom>
            <a:solidFill>
              <a:srgbClr val="F49D15"/>
            </a:solidFill>
            <a:ln w="9525">
              <a:noFill/>
              <a:round/>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31"/>
            <p:cNvSpPr/>
            <p:nvPr/>
          </p:nvSpPr>
          <p:spPr bwMode="auto">
            <a:xfrm>
              <a:off x="1582209" y="3422649"/>
              <a:ext cx="1104900" cy="196851"/>
            </a:xfrm>
            <a:custGeom>
              <a:avLst/>
              <a:gdLst>
                <a:gd name="T0" fmla="*/ 0 w 448"/>
                <a:gd name="T1" fmla="*/ 80 h 80"/>
                <a:gd name="T2" fmla="*/ 46 w 448"/>
                <a:gd name="T3" fmla="*/ 0 h 80"/>
                <a:gd name="T4" fmla="*/ 401 w 448"/>
                <a:gd name="T5" fmla="*/ 0 h 80"/>
                <a:gd name="T6" fmla="*/ 448 w 448"/>
                <a:gd name="T7" fmla="*/ 80 h 80"/>
                <a:gd name="T8" fmla="*/ 0 w 448"/>
                <a:gd name="T9" fmla="*/ 80 h 80"/>
              </a:gdLst>
              <a:ahLst/>
              <a:cxnLst>
                <a:cxn ang="0">
                  <a:pos x="T0" y="T1"/>
                </a:cxn>
                <a:cxn ang="0">
                  <a:pos x="T2" y="T3"/>
                </a:cxn>
                <a:cxn ang="0">
                  <a:pos x="T4" y="T5"/>
                </a:cxn>
                <a:cxn ang="0">
                  <a:pos x="T6" y="T7"/>
                </a:cxn>
                <a:cxn ang="0">
                  <a:pos x="T8" y="T9"/>
                </a:cxn>
              </a:cxnLst>
              <a:rect l="0" t="0" r="r" b="b"/>
              <a:pathLst>
                <a:path w="448" h="80">
                  <a:moveTo>
                    <a:pt x="0" y="80"/>
                  </a:moveTo>
                  <a:cubicBezTo>
                    <a:pt x="16" y="53"/>
                    <a:pt x="31" y="27"/>
                    <a:pt x="46" y="0"/>
                  </a:cubicBezTo>
                  <a:cubicBezTo>
                    <a:pt x="401" y="0"/>
                    <a:pt x="401" y="0"/>
                    <a:pt x="401" y="0"/>
                  </a:cubicBezTo>
                  <a:cubicBezTo>
                    <a:pt x="448" y="80"/>
                    <a:pt x="448" y="80"/>
                    <a:pt x="448" y="80"/>
                  </a:cubicBezTo>
                  <a:lnTo>
                    <a:pt x="0" y="80"/>
                  </a:lnTo>
                  <a:close/>
                </a:path>
              </a:pathLst>
            </a:custGeom>
            <a:solidFill>
              <a:srgbClr val="F49D15"/>
            </a:solidFill>
            <a:ln w="9525">
              <a:noFill/>
              <a:round/>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0" name="Freeform 32"/>
            <p:cNvSpPr/>
            <p:nvPr/>
          </p:nvSpPr>
          <p:spPr bwMode="auto">
            <a:xfrm>
              <a:off x="1698626" y="3223682"/>
              <a:ext cx="872067" cy="198967"/>
            </a:xfrm>
            <a:custGeom>
              <a:avLst/>
              <a:gdLst>
                <a:gd name="T0" fmla="*/ 0 w 354"/>
                <a:gd name="T1" fmla="*/ 81 h 81"/>
                <a:gd name="T2" fmla="*/ 46 w 354"/>
                <a:gd name="T3" fmla="*/ 0 h 81"/>
                <a:gd name="T4" fmla="*/ 307 w 354"/>
                <a:gd name="T5" fmla="*/ 0 h 81"/>
                <a:gd name="T6" fmla="*/ 354 w 354"/>
                <a:gd name="T7" fmla="*/ 81 h 81"/>
                <a:gd name="T8" fmla="*/ 0 w 354"/>
                <a:gd name="T9" fmla="*/ 81 h 81"/>
              </a:gdLst>
              <a:ahLst/>
              <a:cxnLst>
                <a:cxn ang="0">
                  <a:pos x="T0" y="T1"/>
                </a:cxn>
                <a:cxn ang="0">
                  <a:pos x="T2" y="T3"/>
                </a:cxn>
                <a:cxn ang="0">
                  <a:pos x="T4" y="T5"/>
                </a:cxn>
                <a:cxn ang="0">
                  <a:pos x="T6" y="T7"/>
                </a:cxn>
                <a:cxn ang="0">
                  <a:pos x="T8" y="T9"/>
                </a:cxn>
              </a:cxnLst>
              <a:rect l="0" t="0" r="r" b="b"/>
              <a:pathLst>
                <a:path w="354" h="81">
                  <a:moveTo>
                    <a:pt x="0" y="81"/>
                  </a:moveTo>
                  <a:cubicBezTo>
                    <a:pt x="15" y="54"/>
                    <a:pt x="31" y="27"/>
                    <a:pt x="46" y="0"/>
                  </a:cubicBezTo>
                  <a:cubicBezTo>
                    <a:pt x="307" y="0"/>
                    <a:pt x="307" y="0"/>
                    <a:pt x="307" y="0"/>
                  </a:cubicBezTo>
                  <a:cubicBezTo>
                    <a:pt x="354" y="81"/>
                    <a:pt x="354" y="81"/>
                    <a:pt x="354" y="81"/>
                  </a:cubicBezTo>
                  <a:lnTo>
                    <a:pt x="0" y="81"/>
                  </a:lnTo>
                  <a:close/>
                </a:path>
              </a:pathLst>
            </a:custGeom>
            <a:solidFill>
              <a:srgbClr val="F49D15"/>
            </a:solidFill>
            <a:ln w="9525">
              <a:noFill/>
              <a:round/>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1" name="Freeform 33"/>
            <p:cNvSpPr/>
            <p:nvPr/>
          </p:nvSpPr>
          <p:spPr bwMode="auto">
            <a:xfrm>
              <a:off x="1815042" y="2976033"/>
              <a:ext cx="643467" cy="247651"/>
            </a:xfrm>
            <a:custGeom>
              <a:avLst/>
              <a:gdLst>
                <a:gd name="T0" fmla="*/ 0 w 261"/>
                <a:gd name="T1" fmla="*/ 100 h 100"/>
                <a:gd name="T2" fmla="*/ 58 w 261"/>
                <a:gd name="T3" fmla="*/ 0 h 100"/>
                <a:gd name="T4" fmla="*/ 63 w 261"/>
                <a:gd name="T5" fmla="*/ 0 h 100"/>
                <a:gd name="T6" fmla="*/ 68 w 261"/>
                <a:gd name="T7" fmla="*/ 0 h 100"/>
                <a:gd name="T8" fmla="*/ 68 w 261"/>
                <a:gd name="T9" fmla="*/ 0 h 100"/>
                <a:gd name="T10" fmla="*/ 75 w 261"/>
                <a:gd name="T11" fmla="*/ 0 h 100"/>
                <a:gd name="T12" fmla="*/ 192 w 261"/>
                <a:gd name="T13" fmla="*/ 0 h 100"/>
                <a:gd name="T14" fmla="*/ 192 w 261"/>
                <a:gd name="T15" fmla="*/ 0 h 100"/>
                <a:gd name="T16" fmla="*/ 202 w 261"/>
                <a:gd name="T17" fmla="*/ 0 h 100"/>
                <a:gd name="T18" fmla="*/ 261 w 261"/>
                <a:gd name="T19" fmla="*/ 100 h 100"/>
                <a:gd name="T20" fmla="*/ 0 w 261"/>
                <a:gd name="T21"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100">
                  <a:moveTo>
                    <a:pt x="0" y="100"/>
                  </a:moveTo>
                  <a:cubicBezTo>
                    <a:pt x="19" y="66"/>
                    <a:pt x="38" y="33"/>
                    <a:pt x="58" y="0"/>
                  </a:cubicBezTo>
                  <a:cubicBezTo>
                    <a:pt x="63" y="0"/>
                    <a:pt x="63" y="0"/>
                    <a:pt x="63" y="0"/>
                  </a:cubicBezTo>
                  <a:cubicBezTo>
                    <a:pt x="68" y="0"/>
                    <a:pt x="68" y="0"/>
                    <a:pt x="68" y="0"/>
                  </a:cubicBezTo>
                  <a:cubicBezTo>
                    <a:pt x="68" y="0"/>
                    <a:pt x="68" y="0"/>
                    <a:pt x="68" y="0"/>
                  </a:cubicBezTo>
                  <a:cubicBezTo>
                    <a:pt x="75" y="0"/>
                    <a:pt x="75" y="0"/>
                    <a:pt x="75" y="0"/>
                  </a:cubicBezTo>
                  <a:cubicBezTo>
                    <a:pt x="192" y="0"/>
                    <a:pt x="192" y="0"/>
                    <a:pt x="192" y="0"/>
                  </a:cubicBezTo>
                  <a:cubicBezTo>
                    <a:pt x="192" y="0"/>
                    <a:pt x="192" y="0"/>
                    <a:pt x="192" y="0"/>
                  </a:cubicBezTo>
                  <a:cubicBezTo>
                    <a:pt x="202" y="0"/>
                    <a:pt x="202" y="0"/>
                    <a:pt x="202" y="0"/>
                  </a:cubicBezTo>
                  <a:cubicBezTo>
                    <a:pt x="222" y="33"/>
                    <a:pt x="241" y="67"/>
                    <a:pt x="261" y="100"/>
                  </a:cubicBezTo>
                  <a:lnTo>
                    <a:pt x="0" y="100"/>
                  </a:lnTo>
                  <a:close/>
                </a:path>
              </a:pathLst>
            </a:custGeom>
            <a:solidFill>
              <a:srgbClr val="F49D15"/>
            </a:solidFill>
            <a:ln w="9525">
              <a:noFill/>
              <a:round/>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3" name="Freeform 34"/>
            <p:cNvSpPr>
              <a:spLocks noEditPoints="1"/>
            </p:cNvSpPr>
            <p:nvPr/>
          </p:nvSpPr>
          <p:spPr bwMode="auto">
            <a:xfrm>
              <a:off x="1186393" y="2129366"/>
              <a:ext cx="1894417" cy="2192867"/>
            </a:xfrm>
            <a:custGeom>
              <a:avLst/>
              <a:gdLst>
                <a:gd name="T0" fmla="*/ 693 w 769"/>
                <a:gd name="T1" fmla="*/ 890 h 890"/>
                <a:gd name="T2" fmla="*/ 76 w 769"/>
                <a:gd name="T3" fmla="*/ 890 h 890"/>
                <a:gd name="T4" fmla="*/ 0 w 769"/>
                <a:gd name="T5" fmla="*/ 829 h 890"/>
                <a:gd name="T6" fmla="*/ 15 w 769"/>
                <a:gd name="T7" fmla="*/ 772 h 890"/>
                <a:gd name="T8" fmla="*/ 267 w 769"/>
                <a:gd name="T9" fmla="*/ 341 h 890"/>
                <a:gd name="T10" fmla="*/ 267 w 769"/>
                <a:gd name="T11" fmla="*/ 61 h 890"/>
                <a:gd name="T12" fmla="*/ 240 w 769"/>
                <a:gd name="T13" fmla="*/ 12 h 890"/>
                <a:gd name="T14" fmla="*/ 259 w 769"/>
                <a:gd name="T15" fmla="*/ 1 h 890"/>
                <a:gd name="T16" fmla="*/ 263 w 769"/>
                <a:gd name="T17" fmla="*/ 1 h 890"/>
                <a:gd name="T18" fmla="*/ 274 w 769"/>
                <a:gd name="T19" fmla="*/ 0 h 890"/>
                <a:gd name="T20" fmla="*/ 290 w 769"/>
                <a:gd name="T21" fmla="*/ 1 h 890"/>
                <a:gd name="T22" fmla="*/ 479 w 769"/>
                <a:gd name="T23" fmla="*/ 1 h 890"/>
                <a:gd name="T24" fmla="*/ 494 w 769"/>
                <a:gd name="T25" fmla="*/ 0 h 890"/>
                <a:gd name="T26" fmla="*/ 506 w 769"/>
                <a:gd name="T27" fmla="*/ 1 h 890"/>
                <a:gd name="T28" fmla="*/ 508 w 769"/>
                <a:gd name="T29" fmla="*/ 1 h 890"/>
                <a:gd name="T30" fmla="*/ 529 w 769"/>
                <a:gd name="T31" fmla="*/ 12 h 890"/>
                <a:gd name="T32" fmla="*/ 501 w 769"/>
                <a:gd name="T33" fmla="*/ 61 h 890"/>
                <a:gd name="T34" fmla="*/ 501 w 769"/>
                <a:gd name="T35" fmla="*/ 341 h 890"/>
                <a:gd name="T36" fmla="*/ 754 w 769"/>
                <a:gd name="T37" fmla="*/ 772 h 890"/>
                <a:gd name="T38" fmla="*/ 769 w 769"/>
                <a:gd name="T39" fmla="*/ 829 h 890"/>
                <a:gd name="T40" fmla="*/ 693 w 769"/>
                <a:gd name="T41" fmla="*/ 890 h 890"/>
                <a:gd name="T42" fmla="*/ 255 w 769"/>
                <a:gd name="T43" fmla="*/ 18 h 890"/>
                <a:gd name="T44" fmla="*/ 281 w 769"/>
                <a:gd name="T45" fmla="*/ 52 h 890"/>
                <a:gd name="T46" fmla="*/ 282 w 769"/>
                <a:gd name="T47" fmla="*/ 55 h 890"/>
                <a:gd name="T48" fmla="*/ 282 w 769"/>
                <a:gd name="T49" fmla="*/ 345 h 890"/>
                <a:gd name="T50" fmla="*/ 28 w 769"/>
                <a:gd name="T51" fmla="*/ 781 h 890"/>
                <a:gd name="T52" fmla="*/ 15 w 769"/>
                <a:gd name="T53" fmla="*/ 829 h 890"/>
                <a:gd name="T54" fmla="*/ 76 w 769"/>
                <a:gd name="T55" fmla="*/ 874 h 890"/>
                <a:gd name="T56" fmla="*/ 693 w 769"/>
                <a:gd name="T57" fmla="*/ 874 h 890"/>
                <a:gd name="T58" fmla="*/ 754 w 769"/>
                <a:gd name="T59" fmla="*/ 829 h 890"/>
                <a:gd name="T60" fmla="*/ 741 w 769"/>
                <a:gd name="T61" fmla="*/ 781 h 890"/>
                <a:gd name="T62" fmla="*/ 739 w 769"/>
                <a:gd name="T63" fmla="*/ 780 h 890"/>
                <a:gd name="T64" fmla="*/ 486 w 769"/>
                <a:gd name="T65" fmla="*/ 345 h 890"/>
                <a:gd name="T66" fmla="*/ 486 w 769"/>
                <a:gd name="T67" fmla="*/ 55 h 890"/>
                <a:gd name="T68" fmla="*/ 488 w 769"/>
                <a:gd name="T69" fmla="*/ 52 h 890"/>
                <a:gd name="T70" fmla="*/ 514 w 769"/>
                <a:gd name="T71" fmla="*/ 18 h 890"/>
                <a:gd name="T72" fmla="*/ 508 w 769"/>
                <a:gd name="T73" fmla="*/ 17 h 890"/>
                <a:gd name="T74" fmla="*/ 506 w 769"/>
                <a:gd name="T75" fmla="*/ 17 h 890"/>
                <a:gd name="T76" fmla="*/ 505 w 769"/>
                <a:gd name="T77" fmla="*/ 17 h 890"/>
                <a:gd name="T78" fmla="*/ 504 w 769"/>
                <a:gd name="T79" fmla="*/ 17 h 890"/>
                <a:gd name="T80" fmla="*/ 494 w 769"/>
                <a:gd name="T81" fmla="*/ 15 h 890"/>
                <a:gd name="T82" fmla="*/ 480 w 769"/>
                <a:gd name="T83" fmla="*/ 17 h 890"/>
                <a:gd name="T84" fmla="*/ 479 w 769"/>
                <a:gd name="T85" fmla="*/ 17 h 890"/>
                <a:gd name="T86" fmla="*/ 289 w 769"/>
                <a:gd name="T87" fmla="*/ 17 h 890"/>
                <a:gd name="T88" fmla="*/ 274 w 769"/>
                <a:gd name="T89" fmla="*/ 15 h 890"/>
                <a:gd name="T90" fmla="*/ 265 w 769"/>
                <a:gd name="T91" fmla="*/ 17 h 890"/>
                <a:gd name="T92" fmla="*/ 264 w 769"/>
                <a:gd name="T93" fmla="*/ 17 h 890"/>
                <a:gd name="T94" fmla="*/ 262 w 769"/>
                <a:gd name="T95" fmla="*/ 17 h 890"/>
                <a:gd name="T96" fmla="*/ 259 w 769"/>
                <a:gd name="T97" fmla="*/ 17 h 890"/>
                <a:gd name="T98" fmla="*/ 255 w 769"/>
                <a:gd name="T99" fmla="*/ 18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9" h="890">
                  <a:moveTo>
                    <a:pt x="693" y="890"/>
                  </a:moveTo>
                  <a:cubicBezTo>
                    <a:pt x="76" y="890"/>
                    <a:pt x="76" y="890"/>
                    <a:pt x="76" y="890"/>
                  </a:cubicBezTo>
                  <a:cubicBezTo>
                    <a:pt x="32" y="890"/>
                    <a:pt x="0" y="865"/>
                    <a:pt x="0" y="829"/>
                  </a:cubicBezTo>
                  <a:cubicBezTo>
                    <a:pt x="0" y="797"/>
                    <a:pt x="13" y="775"/>
                    <a:pt x="15" y="772"/>
                  </a:cubicBezTo>
                  <a:cubicBezTo>
                    <a:pt x="267" y="341"/>
                    <a:pt x="267" y="341"/>
                    <a:pt x="267" y="341"/>
                  </a:cubicBezTo>
                  <a:cubicBezTo>
                    <a:pt x="267" y="61"/>
                    <a:pt x="267" y="61"/>
                    <a:pt x="267" y="61"/>
                  </a:cubicBezTo>
                  <a:cubicBezTo>
                    <a:pt x="244" y="38"/>
                    <a:pt x="236" y="23"/>
                    <a:pt x="240" y="12"/>
                  </a:cubicBezTo>
                  <a:cubicBezTo>
                    <a:pt x="242" y="7"/>
                    <a:pt x="246" y="1"/>
                    <a:pt x="259" y="1"/>
                  </a:cubicBezTo>
                  <a:cubicBezTo>
                    <a:pt x="261" y="1"/>
                    <a:pt x="262" y="1"/>
                    <a:pt x="263" y="1"/>
                  </a:cubicBezTo>
                  <a:cubicBezTo>
                    <a:pt x="265" y="0"/>
                    <a:pt x="270" y="0"/>
                    <a:pt x="274" y="0"/>
                  </a:cubicBezTo>
                  <a:cubicBezTo>
                    <a:pt x="282" y="0"/>
                    <a:pt x="288" y="1"/>
                    <a:pt x="290" y="1"/>
                  </a:cubicBezTo>
                  <a:cubicBezTo>
                    <a:pt x="479" y="1"/>
                    <a:pt x="479" y="1"/>
                    <a:pt x="479" y="1"/>
                  </a:cubicBezTo>
                  <a:cubicBezTo>
                    <a:pt x="480" y="1"/>
                    <a:pt x="487" y="0"/>
                    <a:pt x="494" y="0"/>
                  </a:cubicBezTo>
                  <a:cubicBezTo>
                    <a:pt x="499" y="0"/>
                    <a:pt x="502" y="0"/>
                    <a:pt x="506" y="1"/>
                  </a:cubicBezTo>
                  <a:cubicBezTo>
                    <a:pt x="507" y="1"/>
                    <a:pt x="508" y="1"/>
                    <a:pt x="508" y="1"/>
                  </a:cubicBezTo>
                  <a:cubicBezTo>
                    <a:pt x="523" y="1"/>
                    <a:pt x="526" y="7"/>
                    <a:pt x="529" y="12"/>
                  </a:cubicBezTo>
                  <a:cubicBezTo>
                    <a:pt x="533" y="23"/>
                    <a:pt x="525" y="38"/>
                    <a:pt x="501" y="61"/>
                  </a:cubicBezTo>
                  <a:cubicBezTo>
                    <a:pt x="501" y="341"/>
                    <a:pt x="501" y="341"/>
                    <a:pt x="501" y="341"/>
                  </a:cubicBezTo>
                  <a:cubicBezTo>
                    <a:pt x="754" y="772"/>
                    <a:pt x="754" y="772"/>
                    <a:pt x="754" y="772"/>
                  </a:cubicBezTo>
                  <a:cubicBezTo>
                    <a:pt x="755" y="775"/>
                    <a:pt x="769" y="797"/>
                    <a:pt x="769" y="829"/>
                  </a:cubicBezTo>
                  <a:cubicBezTo>
                    <a:pt x="769" y="865"/>
                    <a:pt x="737" y="890"/>
                    <a:pt x="693" y="890"/>
                  </a:cubicBezTo>
                  <a:close/>
                  <a:moveTo>
                    <a:pt x="255" y="18"/>
                  </a:moveTo>
                  <a:cubicBezTo>
                    <a:pt x="255" y="18"/>
                    <a:pt x="253" y="26"/>
                    <a:pt x="281" y="52"/>
                  </a:cubicBezTo>
                  <a:cubicBezTo>
                    <a:pt x="282" y="55"/>
                    <a:pt x="282" y="55"/>
                    <a:pt x="282" y="55"/>
                  </a:cubicBezTo>
                  <a:cubicBezTo>
                    <a:pt x="282" y="345"/>
                    <a:pt x="282" y="345"/>
                    <a:pt x="282" y="345"/>
                  </a:cubicBezTo>
                  <a:cubicBezTo>
                    <a:pt x="28" y="781"/>
                    <a:pt x="28" y="781"/>
                    <a:pt x="28" y="781"/>
                  </a:cubicBezTo>
                  <a:cubicBezTo>
                    <a:pt x="28" y="781"/>
                    <a:pt x="15" y="800"/>
                    <a:pt x="15" y="829"/>
                  </a:cubicBezTo>
                  <a:cubicBezTo>
                    <a:pt x="15" y="860"/>
                    <a:pt x="46" y="874"/>
                    <a:pt x="76" y="874"/>
                  </a:cubicBezTo>
                  <a:cubicBezTo>
                    <a:pt x="693" y="874"/>
                    <a:pt x="693" y="874"/>
                    <a:pt x="693" y="874"/>
                  </a:cubicBezTo>
                  <a:cubicBezTo>
                    <a:pt x="721" y="874"/>
                    <a:pt x="754" y="860"/>
                    <a:pt x="754" y="829"/>
                  </a:cubicBezTo>
                  <a:cubicBezTo>
                    <a:pt x="754" y="799"/>
                    <a:pt x="741" y="781"/>
                    <a:pt x="741" y="781"/>
                  </a:cubicBezTo>
                  <a:cubicBezTo>
                    <a:pt x="739" y="780"/>
                    <a:pt x="739" y="780"/>
                    <a:pt x="739" y="780"/>
                  </a:cubicBezTo>
                  <a:cubicBezTo>
                    <a:pt x="486" y="345"/>
                    <a:pt x="486" y="345"/>
                    <a:pt x="486" y="345"/>
                  </a:cubicBezTo>
                  <a:cubicBezTo>
                    <a:pt x="486" y="55"/>
                    <a:pt x="486" y="55"/>
                    <a:pt x="486" y="55"/>
                  </a:cubicBezTo>
                  <a:cubicBezTo>
                    <a:pt x="488" y="52"/>
                    <a:pt x="488" y="52"/>
                    <a:pt x="488" y="52"/>
                  </a:cubicBezTo>
                  <a:cubicBezTo>
                    <a:pt x="515" y="25"/>
                    <a:pt x="514" y="18"/>
                    <a:pt x="514" y="18"/>
                  </a:cubicBezTo>
                  <a:cubicBezTo>
                    <a:pt x="514" y="18"/>
                    <a:pt x="512" y="17"/>
                    <a:pt x="508" y="17"/>
                  </a:cubicBezTo>
                  <a:cubicBezTo>
                    <a:pt x="507" y="17"/>
                    <a:pt x="507" y="17"/>
                    <a:pt x="506" y="17"/>
                  </a:cubicBezTo>
                  <a:cubicBezTo>
                    <a:pt x="505" y="17"/>
                    <a:pt x="505" y="17"/>
                    <a:pt x="505" y="17"/>
                  </a:cubicBezTo>
                  <a:cubicBezTo>
                    <a:pt x="504" y="17"/>
                    <a:pt x="504" y="17"/>
                    <a:pt x="504" y="17"/>
                  </a:cubicBezTo>
                  <a:cubicBezTo>
                    <a:pt x="502" y="17"/>
                    <a:pt x="499" y="15"/>
                    <a:pt x="494" y="15"/>
                  </a:cubicBezTo>
                  <a:cubicBezTo>
                    <a:pt x="487" y="15"/>
                    <a:pt x="480" y="17"/>
                    <a:pt x="480" y="17"/>
                  </a:cubicBezTo>
                  <a:cubicBezTo>
                    <a:pt x="479" y="17"/>
                    <a:pt x="479" y="17"/>
                    <a:pt x="479" y="17"/>
                  </a:cubicBezTo>
                  <a:cubicBezTo>
                    <a:pt x="289" y="17"/>
                    <a:pt x="289" y="17"/>
                    <a:pt x="289" y="17"/>
                  </a:cubicBezTo>
                  <a:cubicBezTo>
                    <a:pt x="289" y="17"/>
                    <a:pt x="282" y="15"/>
                    <a:pt x="274" y="15"/>
                  </a:cubicBezTo>
                  <a:cubicBezTo>
                    <a:pt x="269" y="15"/>
                    <a:pt x="267" y="17"/>
                    <a:pt x="265" y="17"/>
                  </a:cubicBezTo>
                  <a:cubicBezTo>
                    <a:pt x="264" y="17"/>
                    <a:pt x="264" y="17"/>
                    <a:pt x="264" y="17"/>
                  </a:cubicBezTo>
                  <a:cubicBezTo>
                    <a:pt x="262" y="17"/>
                    <a:pt x="262" y="17"/>
                    <a:pt x="262" y="17"/>
                  </a:cubicBezTo>
                  <a:cubicBezTo>
                    <a:pt x="262" y="17"/>
                    <a:pt x="261" y="17"/>
                    <a:pt x="259" y="17"/>
                  </a:cubicBezTo>
                  <a:cubicBezTo>
                    <a:pt x="257" y="17"/>
                    <a:pt x="255" y="18"/>
                    <a:pt x="255" y="18"/>
                  </a:cubicBezTo>
                  <a:close/>
                </a:path>
              </a:pathLst>
            </a:custGeom>
            <a:solidFill>
              <a:srgbClr val="F49D15"/>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4" name="Rectangle 35"/>
            <p:cNvSpPr>
              <a:spLocks noChangeArrowheads="1"/>
            </p:cNvSpPr>
            <p:nvPr/>
          </p:nvSpPr>
          <p:spPr bwMode="auto">
            <a:xfrm>
              <a:off x="1956860" y="2808815"/>
              <a:ext cx="357717" cy="169333"/>
            </a:xfrm>
            <a:prstGeom prst="rect">
              <a:avLst/>
            </a:prstGeom>
            <a:solidFill>
              <a:srgbClr val="F49D15"/>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5" name="Rectangle 36"/>
            <p:cNvSpPr>
              <a:spLocks noChangeArrowheads="1"/>
            </p:cNvSpPr>
            <p:nvPr/>
          </p:nvSpPr>
          <p:spPr bwMode="auto">
            <a:xfrm>
              <a:off x="1956860" y="2641599"/>
              <a:ext cx="357717" cy="167217"/>
            </a:xfrm>
            <a:prstGeom prst="rect">
              <a:avLst/>
            </a:prstGeom>
            <a:solidFill>
              <a:srgbClr val="F49D15"/>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6" name="Rectangle 37"/>
            <p:cNvSpPr>
              <a:spLocks noChangeArrowheads="1"/>
            </p:cNvSpPr>
            <p:nvPr/>
          </p:nvSpPr>
          <p:spPr bwMode="auto">
            <a:xfrm>
              <a:off x="1956860" y="2472266"/>
              <a:ext cx="357717" cy="169333"/>
            </a:xfrm>
            <a:prstGeom prst="rect">
              <a:avLst/>
            </a:prstGeom>
            <a:solidFill>
              <a:srgbClr val="F49D15"/>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7" name="Rectangle 38"/>
            <p:cNvSpPr>
              <a:spLocks noChangeArrowheads="1"/>
            </p:cNvSpPr>
            <p:nvPr/>
          </p:nvSpPr>
          <p:spPr bwMode="auto">
            <a:xfrm>
              <a:off x="1956860" y="2305049"/>
              <a:ext cx="357717" cy="167217"/>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 name="Group 3"/>
          <p:cNvGrpSpPr/>
          <p:nvPr/>
        </p:nvGrpSpPr>
        <p:grpSpPr>
          <a:xfrm>
            <a:off x="3988859" y="2163233"/>
            <a:ext cx="1775884" cy="2159000"/>
            <a:chOff x="3988859" y="2163233"/>
            <a:chExt cx="1775884" cy="2159000"/>
          </a:xfrm>
        </p:grpSpPr>
        <p:sp>
          <p:nvSpPr>
            <p:cNvPr id="5" name="Freeform 5"/>
            <p:cNvSpPr>
              <a:spLocks noEditPoints="1"/>
            </p:cNvSpPr>
            <p:nvPr/>
          </p:nvSpPr>
          <p:spPr bwMode="auto">
            <a:xfrm>
              <a:off x="3988859" y="2163233"/>
              <a:ext cx="1775884" cy="2159000"/>
            </a:xfrm>
            <a:custGeom>
              <a:avLst/>
              <a:gdLst>
                <a:gd name="T0" fmla="*/ 611 w 721"/>
                <a:gd name="T1" fmla="*/ 876 h 876"/>
                <a:gd name="T2" fmla="*/ 176 w 721"/>
                <a:gd name="T3" fmla="*/ 876 h 876"/>
                <a:gd name="T4" fmla="*/ 114 w 721"/>
                <a:gd name="T5" fmla="*/ 852 h 876"/>
                <a:gd name="T6" fmla="*/ 114 w 721"/>
                <a:gd name="T7" fmla="*/ 851 h 876"/>
                <a:gd name="T8" fmla="*/ 114 w 721"/>
                <a:gd name="T9" fmla="*/ 238 h 876"/>
                <a:gd name="T10" fmla="*/ 112 w 721"/>
                <a:gd name="T11" fmla="*/ 167 h 876"/>
                <a:gd name="T12" fmla="*/ 8 w 721"/>
                <a:gd name="T13" fmla="*/ 8 h 876"/>
                <a:gd name="T14" fmla="*/ 116 w 721"/>
                <a:gd name="T15" fmla="*/ 0 h 876"/>
                <a:gd name="T16" fmla="*/ 397 w 721"/>
                <a:gd name="T17" fmla="*/ 1 h 876"/>
                <a:gd name="T18" fmla="*/ 701 w 721"/>
                <a:gd name="T19" fmla="*/ 1 h 876"/>
                <a:gd name="T20" fmla="*/ 705 w 721"/>
                <a:gd name="T21" fmla="*/ 1 h 876"/>
                <a:gd name="T22" fmla="*/ 717 w 721"/>
                <a:gd name="T23" fmla="*/ 8 h 876"/>
                <a:gd name="T24" fmla="*/ 706 w 721"/>
                <a:gd name="T25" fmla="*/ 40 h 876"/>
                <a:gd name="T26" fmla="*/ 697 w 721"/>
                <a:gd name="T27" fmla="*/ 55 h 876"/>
                <a:gd name="T28" fmla="*/ 673 w 721"/>
                <a:gd name="T29" fmla="*/ 124 h 876"/>
                <a:gd name="T30" fmla="*/ 673 w 721"/>
                <a:gd name="T31" fmla="*/ 853 h 876"/>
                <a:gd name="T32" fmla="*/ 672 w 721"/>
                <a:gd name="T33" fmla="*/ 854 h 876"/>
                <a:gd name="T34" fmla="*/ 611 w 721"/>
                <a:gd name="T35" fmla="*/ 876 h 876"/>
                <a:gd name="T36" fmla="*/ 130 w 721"/>
                <a:gd name="T37" fmla="*/ 850 h 876"/>
                <a:gd name="T38" fmla="*/ 176 w 721"/>
                <a:gd name="T39" fmla="*/ 860 h 876"/>
                <a:gd name="T40" fmla="*/ 611 w 721"/>
                <a:gd name="T41" fmla="*/ 860 h 876"/>
                <a:gd name="T42" fmla="*/ 657 w 721"/>
                <a:gd name="T43" fmla="*/ 847 h 876"/>
                <a:gd name="T44" fmla="*/ 657 w 721"/>
                <a:gd name="T45" fmla="*/ 124 h 876"/>
                <a:gd name="T46" fmla="*/ 684 w 721"/>
                <a:gd name="T47" fmla="*/ 46 h 876"/>
                <a:gd name="T48" fmla="*/ 694 w 721"/>
                <a:gd name="T49" fmla="*/ 32 h 876"/>
                <a:gd name="T50" fmla="*/ 701 w 721"/>
                <a:gd name="T51" fmla="*/ 17 h 876"/>
                <a:gd name="T52" fmla="*/ 397 w 721"/>
                <a:gd name="T53" fmla="*/ 17 h 876"/>
                <a:gd name="T54" fmla="*/ 116 w 721"/>
                <a:gd name="T55" fmla="*/ 15 h 876"/>
                <a:gd name="T56" fmla="*/ 24 w 721"/>
                <a:gd name="T57" fmla="*/ 16 h 876"/>
                <a:gd name="T58" fmla="*/ 125 w 721"/>
                <a:gd name="T59" fmla="*/ 158 h 876"/>
                <a:gd name="T60" fmla="*/ 127 w 721"/>
                <a:gd name="T61" fmla="*/ 160 h 876"/>
                <a:gd name="T62" fmla="*/ 127 w 721"/>
                <a:gd name="T63" fmla="*/ 164 h 876"/>
                <a:gd name="T64" fmla="*/ 130 w 721"/>
                <a:gd name="T65" fmla="*/ 238 h 876"/>
                <a:gd name="T66" fmla="*/ 130 w 721"/>
                <a:gd name="T67" fmla="*/ 850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1" h="876">
                  <a:moveTo>
                    <a:pt x="611" y="876"/>
                  </a:moveTo>
                  <a:cubicBezTo>
                    <a:pt x="176" y="876"/>
                    <a:pt x="176" y="876"/>
                    <a:pt x="176" y="876"/>
                  </a:cubicBezTo>
                  <a:cubicBezTo>
                    <a:pt x="122" y="876"/>
                    <a:pt x="116" y="856"/>
                    <a:pt x="114" y="852"/>
                  </a:cubicBezTo>
                  <a:cubicBezTo>
                    <a:pt x="114" y="851"/>
                    <a:pt x="114" y="851"/>
                    <a:pt x="114" y="851"/>
                  </a:cubicBezTo>
                  <a:cubicBezTo>
                    <a:pt x="114" y="238"/>
                    <a:pt x="114" y="238"/>
                    <a:pt x="114" y="238"/>
                  </a:cubicBezTo>
                  <a:cubicBezTo>
                    <a:pt x="114" y="198"/>
                    <a:pt x="113" y="176"/>
                    <a:pt x="112" y="167"/>
                  </a:cubicBezTo>
                  <a:cubicBezTo>
                    <a:pt x="93" y="150"/>
                    <a:pt x="0" y="59"/>
                    <a:pt x="8" y="8"/>
                  </a:cubicBezTo>
                  <a:cubicBezTo>
                    <a:pt x="11" y="0"/>
                    <a:pt x="11" y="0"/>
                    <a:pt x="116" y="0"/>
                  </a:cubicBezTo>
                  <a:cubicBezTo>
                    <a:pt x="228" y="0"/>
                    <a:pt x="395" y="1"/>
                    <a:pt x="397" y="1"/>
                  </a:cubicBezTo>
                  <a:cubicBezTo>
                    <a:pt x="701" y="1"/>
                    <a:pt x="701" y="1"/>
                    <a:pt x="701" y="1"/>
                  </a:cubicBezTo>
                  <a:cubicBezTo>
                    <a:pt x="701" y="1"/>
                    <a:pt x="703" y="1"/>
                    <a:pt x="705" y="1"/>
                  </a:cubicBezTo>
                  <a:cubicBezTo>
                    <a:pt x="710" y="1"/>
                    <a:pt x="714" y="3"/>
                    <a:pt x="717" y="8"/>
                  </a:cubicBezTo>
                  <a:cubicBezTo>
                    <a:pt x="721" y="15"/>
                    <a:pt x="717" y="24"/>
                    <a:pt x="706" y="40"/>
                  </a:cubicBezTo>
                  <a:cubicBezTo>
                    <a:pt x="703" y="46"/>
                    <a:pt x="699" y="51"/>
                    <a:pt x="697" y="55"/>
                  </a:cubicBezTo>
                  <a:cubicBezTo>
                    <a:pt x="681" y="76"/>
                    <a:pt x="673" y="86"/>
                    <a:pt x="673" y="124"/>
                  </a:cubicBezTo>
                  <a:cubicBezTo>
                    <a:pt x="673" y="853"/>
                    <a:pt x="673" y="853"/>
                    <a:pt x="673" y="853"/>
                  </a:cubicBezTo>
                  <a:cubicBezTo>
                    <a:pt x="672" y="854"/>
                    <a:pt x="672" y="854"/>
                    <a:pt x="672" y="854"/>
                  </a:cubicBezTo>
                  <a:cubicBezTo>
                    <a:pt x="670" y="857"/>
                    <a:pt x="657" y="876"/>
                    <a:pt x="611" y="876"/>
                  </a:cubicBezTo>
                  <a:close/>
                  <a:moveTo>
                    <a:pt x="130" y="850"/>
                  </a:moveTo>
                  <a:cubicBezTo>
                    <a:pt x="132" y="853"/>
                    <a:pt x="144" y="860"/>
                    <a:pt x="176" y="860"/>
                  </a:cubicBezTo>
                  <a:cubicBezTo>
                    <a:pt x="611" y="860"/>
                    <a:pt x="611" y="860"/>
                    <a:pt x="611" y="860"/>
                  </a:cubicBezTo>
                  <a:cubicBezTo>
                    <a:pt x="641" y="860"/>
                    <a:pt x="654" y="851"/>
                    <a:pt x="657" y="847"/>
                  </a:cubicBezTo>
                  <a:cubicBezTo>
                    <a:pt x="657" y="124"/>
                    <a:pt x="657" y="124"/>
                    <a:pt x="657" y="124"/>
                  </a:cubicBezTo>
                  <a:cubicBezTo>
                    <a:pt x="657" y="82"/>
                    <a:pt x="668" y="67"/>
                    <a:pt x="684" y="46"/>
                  </a:cubicBezTo>
                  <a:cubicBezTo>
                    <a:pt x="687" y="41"/>
                    <a:pt x="691" y="36"/>
                    <a:pt x="694" y="32"/>
                  </a:cubicBezTo>
                  <a:cubicBezTo>
                    <a:pt x="699" y="24"/>
                    <a:pt x="701" y="20"/>
                    <a:pt x="701" y="17"/>
                  </a:cubicBezTo>
                  <a:cubicBezTo>
                    <a:pt x="397" y="17"/>
                    <a:pt x="397" y="17"/>
                    <a:pt x="397" y="17"/>
                  </a:cubicBezTo>
                  <a:cubicBezTo>
                    <a:pt x="395" y="17"/>
                    <a:pt x="226" y="15"/>
                    <a:pt x="116" y="15"/>
                  </a:cubicBezTo>
                  <a:cubicBezTo>
                    <a:pt x="56" y="15"/>
                    <a:pt x="32" y="15"/>
                    <a:pt x="24" y="16"/>
                  </a:cubicBezTo>
                  <a:cubicBezTo>
                    <a:pt x="24" y="55"/>
                    <a:pt x="97" y="132"/>
                    <a:pt x="125" y="158"/>
                  </a:cubicBezTo>
                  <a:cubicBezTo>
                    <a:pt x="127" y="160"/>
                    <a:pt x="127" y="160"/>
                    <a:pt x="127" y="160"/>
                  </a:cubicBezTo>
                  <a:cubicBezTo>
                    <a:pt x="127" y="164"/>
                    <a:pt x="127" y="164"/>
                    <a:pt x="127" y="164"/>
                  </a:cubicBezTo>
                  <a:cubicBezTo>
                    <a:pt x="127" y="164"/>
                    <a:pt x="130" y="189"/>
                    <a:pt x="130" y="238"/>
                  </a:cubicBezTo>
                  <a:lnTo>
                    <a:pt x="130" y="850"/>
                  </a:lnTo>
                  <a:close/>
                </a:path>
              </a:pathLst>
            </a:custGeom>
            <a:solidFill>
              <a:srgbClr val="9BBC57"/>
            </a:solid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8" name="Freeform 39"/>
            <p:cNvSpPr/>
            <p:nvPr/>
          </p:nvSpPr>
          <p:spPr bwMode="auto">
            <a:xfrm>
              <a:off x="4160310" y="2349500"/>
              <a:ext cx="1411817" cy="188384"/>
            </a:xfrm>
            <a:custGeom>
              <a:avLst/>
              <a:gdLst>
                <a:gd name="T0" fmla="*/ 74 w 573"/>
                <a:gd name="T1" fmla="*/ 77 h 77"/>
                <a:gd name="T2" fmla="*/ 0 w 573"/>
                <a:gd name="T3" fmla="*/ 0 h 77"/>
                <a:gd name="T4" fmla="*/ 573 w 573"/>
                <a:gd name="T5" fmla="*/ 0 h 77"/>
                <a:gd name="T6" fmla="*/ 573 w 573"/>
                <a:gd name="T7" fmla="*/ 0 h 77"/>
                <a:gd name="T8" fmla="*/ 573 w 573"/>
                <a:gd name="T9" fmla="*/ 48 h 77"/>
                <a:gd name="T10" fmla="*/ 573 w 573"/>
                <a:gd name="T11" fmla="*/ 77 h 77"/>
                <a:gd name="T12" fmla="*/ 568 w 573"/>
                <a:gd name="T13" fmla="*/ 77 h 77"/>
                <a:gd name="T14" fmla="*/ 559 w 573"/>
                <a:gd name="T15" fmla="*/ 77 h 77"/>
                <a:gd name="T16" fmla="*/ 92 w 573"/>
                <a:gd name="T17" fmla="*/ 77 h 77"/>
                <a:gd name="T18" fmla="*/ 81 w 573"/>
                <a:gd name="T19" fmla="*/ 77 h 77"/>
                <a:gd name="T20" fmla="*/ 74 w 573"/>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3" h="77">
                  <a:moveTo>
                    <a:pt x="74" y="77"/>
                  </a:moveTo>
                  <a:cubicBezTo>
                    <a:pt x="58" y="64"/>
                    <a:pt x="20" y="31"/>
                    <a:pt x="0" y="0"/>
                  </a:cubicBezTo>
                  <a:cubicBezTo>
                    <a:pt x="191" y="0"/>
                    <a:pt x="383" y="0"/>
                    <a:pt x="573" y="0"/>
                  </a:cubicBezTo>
                  <a:cubicBezTo>
                    <a:pt x="573" y="0"/>
                    <a:pt x="573" y="0"/>
                    <a:pt x="573" y="0"/>
                  </a:cubicBezTo>
                  <a:cubicBezTo>
                    <a:pt x="573" y="48"/>
                    <a:pt x="573" y="48"/>
                    <a:pt x="573" y="48"/>
                  </a:cubicBezTo>
                  <a:cubicBezTo>
                    <a:pt x="573" y="77"/>
                    <a:pt x="573" y="77"/>
                    <a:pt x="573" y="77"/>
                  </a:cubicBezTo>
                  <a:cubicBezTo>
                    <a:pt x="568" y="77"/>
                    <a:pt x="568" y="77"/>
                    <a:pt x="568" y="77"/>
                  </a:cubicBezTo>
                  <a:cubicBezTo>
                    <a:pt x="559" y="77"/>
                    <a:pt x="559" y="77"/>
                    <a:pt x="559" y="77"/>
                  </a:cubicBezTo>
                  <a:cubicBezTo>
                    <a:pt x="92" y="77"/>
                    <a:pt x="92" y="77"/>
                    <a:pt x="92" y="77"/>
                  </a:cubicBezTo>
                  <a:cubicBezTo>
                    <a:pt x="81" y="77"/>
                    <a:pt x="81" y="77"/>
                    <a:pt x="81" y="77"/>
                  </a:cubicBezTo>
                  <a:lnTo>
                    <a:pt x="74" y="77"/>
                  </a:lnTo>
                  <a:close/>
                </a:path>
              </a:pathLst>
            </a:custGeom>
            <a:noFill/>
            <a:ln w="2" cap="flat">
              <a:noFill/>
              <a:prstDash val="solid"/>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89" name="Rectangle 40"/>
            <p:cNvSpPr>
              <a:spLocks noChangeArrowheads="1"/>
            </p:cNvSpPr>
            <p:nvPr/>
          </p:nvSpPr>
          <p:spPr bwMode="auto">
            <a:xfrm>
              <a:off x="4344459" y="2537882"/>
              <a:ext cx="1229784" cy="188384"/>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0" name="Rectangle 41"/>
            <p:cNvSpPr>
              <a:spLocks noChangeArrowheads="1"/>
            </p:cNvSpPr>
            <p:nvPr/>
          </p:nvSpPr>
          <p:spPr bwMode="auto">
            <a:xfrm>
              <a:off x="4344459" y="2726266"/>
              <a:ext cx="1229784" cy="188384"/>
            </a:xfrm>
            <a:prstGeom prst="rect">
              <a:avLst/>
            </a:prstGeom>
            <a:no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1" name="Rectangle 42"/>
            <p:cNvSpPr>
              <a:spLocks noChangeArrowheads="1"/>
            </p:cNvSpPr>
            <p:nvPr/>
          </p:nvSpPr>
          <p:spPr bwMode="auto">
            <a:xfrm>
              <a:off x="4344459" y="2914649"/>
              <a:ext cx="1229784" cy="190500"/>
            </a:xfrm>
            <a:prstGeom prst="rect">
              <a:avLst/>
            </a:prstGeom>
            <a:solidFill>
              <a:srgbClr val="9BBC57"/>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2" name="Rectangle 43"/>
            <p:cNvSpPr>
              <a:spLocks noChangeArrowheads="1"/>
            </p:cNvSpPr>
            <p:nvPr/>
          </p:nvSpPr>
          <p:spPr bwMode="auto">
            <a:xfrm>
              <a:off x="4344459" y="3105149"/>
              <a:ext cx="1229784" cy="186267"/>
            </a:xfrm>
            <a:prstGeom prst="rect">
              <a:avLst/>
            </a:prstGeom>
            <a:solidFill>
              <a:srgbClr val="9BBC57"/>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3" name="Rectangle 44"/>
            <p:cNvSpPr>
              <a:spLocks noChangeArrowheads="1"/>
            </p:cNvSpPr>
            <p:nvPr/>
          </p:nvSpPr>
          <p:spPr bwMode="auto">
            <a:xfrm>
              <a:off x="4344459" y="3291416"/>
              <a:ext cx="1229784" cy="190500"/>
            </a:xfrm>
            <a:prstGeom prst="rect">
              <a:avLst/>
            </a:prstGeom>
            <a:solidFill>
              <a:srgbClr val="9BBC57"/>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4" name="Rectangle 45"/>
            <p:cNvSpPr>
              <a:spLocks noChangeArrowheads="1"/>
            </p:cNvSpPr>
            <p:nvPr/>
          </p:nvSpPr>
          <p:spPr bwMode="auto">
            <a:xfrm>
              <a:off x="4344459" y="3481916"/>
              <a:ext cx="1229784" cy="190500"/>
            </a:xfrm>
            <a:prstGeom prst="rect">
              <a:avLst/>
            </a:prstGeom>
            <a:solidFill>
              <a:srgbClr val="9BBC57"/>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5" name="Rectangle 46"/>
            <p:cNvSpPr>
              <a:spLocks noChangeArrowheads="1"/>
            </p:cNvSpPr>
            <p:nvPr/>
          </p:nvSpPr>
          <p:spPr bwMode="auto">
            <a:xfrm>
              <a:off x="4344459" y="3672416"/>
              <a:ext cx="1229784" cy="186267"/>
            </a:xfrm>
            <a:prstGeom prst="rect">
              <a:avLst/>
            </a:prstGeom>
            <a:solidFill>
              <a:srgbClr val="9BBC57"/>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6" name="Rectangle 47"/>
            <p:cNvSpPr>
              <a:spLocks noChangeArrowheads="1"/>
            </p:cNvSpPr>
            <p:nvPr/>
          </p:nvSpPr>
          <p:spPr bwMode="auto">
            <a:xfrm>
              <a:off x="4344459" y="3858682"/>
              <a:ext cx="1229784" cy="190500"/>
            </a:xfrm>
            <a:prstGeom prst="rect">
              <a:avLst/>
            </a:prstGeom>
            <a:solidFill>
              <a:srgbClr val="9BBC57"/>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71697" name="Rectangle 48"/>
            <p:cNvSpPr>
              <a:spLocks noChangeArrowheads="1"/>
            </p:cNvSpPr>
            <p:nvPr/>
          </p:nvSpPr>
          <p:spPr bwMode="auto">
            <a:xfrm>
              <a:off x="4344459" y="4049182"/>
              <a:ext cx="1229784" cy="188384"/>
            </a:xfrm>
            <a:prstGeom prst="rect">
              <a:avLst/>
            </a:prstGeom>
            <a:solidFill>
              <a:srgbClr val="9BBC57"/>
            </a:solidFill>
            <a:ln w="9525">
              <a:noFill/>
              <a:miter lim="800000"/>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sp>
        <p:nvSpPr>
          <p:cNvPr id="50" name="Text Box 7"/>
          <p:cNvSpPr txBox="1">
            <a:spLocks noChangeArrowheads="1"/>
          </p:cNvSpPr>
          <p:nvPr/>
        </p:nvSpPr>
        <p:spPr bwMode="auto">
          <a:xfrm>
            <a:off x="812801" y="495181"/>
            <a:ext cx="4654800"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Product in Charge</a:t>
            </a:r>
          </a:p>
        </p:txBody>
      </p:sp>
      <p:sp>
        <p:nvSpPr>
          <p:cNvPr id="52" name="Rectangle 51"/>
          <p:cNvSpPr/>
          <p:nvPr/>
        </p:nvSpPr>
        <p:spPr>
          <a:xfrm>
            <a:off x="812800" y="4749800"/>
            <a:ext cx="2641600" cy="1559338"/>
          </a:xfrm>
          <a:prstGeom prst="rect">
            <a:avLst/>
          </a:prstGeom>
        </p:spPr>
        <p:txBody>
          <a:bodyPr wrap="square">
            <a:spAutoFit/>
          </a:bodyPr>
          <a:lstStyle/>
          <a:p>
            <a:pPr algn="ctr"/>
            <a:r>
              <a:rPr lang="en-US" sz="3733">
                <a:solidFill>
                  <a:srgbClr val="F49D1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90%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Share</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53" name="Rectangle 52"/>
          <p:cNvSpPr/>
          <p:nvPr/>
        </p:nvSpPr>
        <p:spPr>
          <a:xfrm>
            <a:off x="3556000" y="4749800"/>
            <a:ext cx="2641600" cy="1559338"/>
          </a:xfrm>
          <a:prstGeom prst="rect">
            <a:avLst/>
          </a:prstGeom>
        </p:spPr>
        <p:txBody>
          <a:bodyPr wrap="square">
            <a:spAutoFit/>
          </a:bodyPr>
          <a:lstStyle/>
          <a:p>
            <a:pPr algn="ctr"/>
            <a:r>
              <a:rPr lang="en-US" sz="3733">
                <a:solidFill>
                  <a:srgbClr val="9BBC57"/>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70%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Investment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54" name="Rectangle 53"/>
          <p:cNvSpPr/>
          <p:nvPr/>
        </p:nvSpPr>
        <p:spPr>
          <a:xfrm>
            <a:off x="6299200" y="4749800"/>
            <a:ext cx="2641600" cy="1559338"/>
          </a:xfrm>
          <a:prstGeom prst="rect">
            <a:avLst/>
          </a:prstGeom>
        </p:spPr>
        <p:txBody>
          <a:bodyPr wrap="square">
            <a:spAutoFit/>
          </a:bodyPr>
          <a:lstStyle/>
          <a:p>
            <a:pPr algn="ctr"/>
            <a:r>
              <a:rPr lang="en-US" sz="3733">
                <a:solidFill>
                  <a:srgbClr val="15A185"/>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Cost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55" name="Rectangle 54"/>
          <p:cNvSpPr/>
          <p:nvPr/>
        </p:nvSpPr>
        <p:spPr>
          <a:xfrm>
            <a:off x="9042400" y="4749800"/>
            <a:ext cx="2641600" cy="1559338"/>
          </a:xfrm>
          <a:prstGeom prst="rect">
            <a:avLst/>
          </a:prstGeom>
        </p:spPr>
        <p:txBody>
          <a:bodyPr wrap="square">
            <a:spAutoFit/>
          </a:bodyPr>
          <a:lstStyle/>
          <a:p>
            <a:pPr algn="ctr"/>
            <a:r>
              <a:rPr lang="en-US" sz="3733">
                <a:solidFill>
                  <a:srgbClr val="297F9D"/>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60%</a:t>
            </a:r>
          </a:p>
          <a:p>
            <a:pPr algn="ct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Office</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56"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322902835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7"/>
          <p:cNvSpPr txBox="1">
            <a:spLocks noChangeArrowheads="1"/>
          </p:cNvSpPr>
          <p:nvPr/>
        </p:nvSpPr>
        <p:spPr bwMode="auto">
          <a:xfrm>
            <a:off x="812800" y="495181"/>
            <a:ext cx="5849037"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Achivement Disclosure</a:t>
            </a:r>
          </a:p>
        </p:txBody>
      </p:sp>
      <p:grpSp>
        <p:nvGrpSpPr>
          <p:cNvPr id="152" name="Group 151"/>
          <p:cNvGrpSpPr/>
          <p:nvPr/>
        </p:nvGrpSpPr>
        <p:grpSpPr>
          <a:xfrm>
            <a:off x="5820833" y="3314700"/>
            <a:ext cx="1382184" cy="3553883"/>
            <a:chOff x="4365625" y="2486025"/>
            <a:chExt cx="1036638" cy="2665412"/>
          </a:xfrm>
        </p:grpSpPr>
        <p:sp>
          <p:nvSpPr>
            <p:cNvPr id="13" name="Rectangle 12"/>
            <p:cNvSpPr>
              <a:spLocks noChangeArrowheads="1"/>
            </p:cNvSpPr>
            <p:nvPr/>
          </p:nvSpPr>
          <p:spPr bwMode="auto">
            <a:xfrm>
              <a:off x="4365625" y="2486025"/>
              <a:ext cx="493713" cy="2130425"/>
            </a:xfrm>
            <a:prstGeom prst="rect">
              <a:avLst/>
            </a:prstGeom>
            <a:solidFill>
              <a:srgbClr val="297F9D"/>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5" name="Freeform 14"/>
            <p:cNvSpPr/>
            <p:nvPr/>
          </p:nvSpPr>
          <p:spPr bwMode="auto">
            <a:xfrm>
              <a:off x="4365625" y="4616450"/>
              <a:ext cx="1036638" cy="534987"/>
            </a:xfrm>
            <a:custGeom>
              <a:avLst/>
              <a:gdLst>
                <a:gd name="T0" fmla="*/ 311 w 653"/>
                <a:gd name="T1" fmla="*/ 0 h 337"/>
                <a:gd name="T2" fmla="*/ 653 w 653"/>
                <a:gd name="T3" fmla="*/ 337 h 337"/>
                <a:gd name="T4" fmla="*/ 311 w 653"/>
                <a:gd name="T5" fmla="*/ 337 h 337"/>
                <a:gd name="T6" fmla="*/ 0 w 653"/>
                <a:gd name="T7" fmla="*/ 0 h 337"/>
                <a:gd name="T8" fmla="*/ 311 w 653"/>
                <a:gd name="T9" fmla="*/ 0 h 337"/>
              </a:gdLst>
              <a:ahLst/>
              <a:cxnLst>
                <a:cxn ang="0">
                  <a:pos x="T0" y="T1"/>
                </a:cxn>
                <a:cxn ang="0">
                  <a:pos x="T2" y="T3"/>
                </a:cxn>
                <a:cxn ang="0">
                  <a:pos x="T4" y="T5"/>
                </a:cxn>
                <a:cxn ang="0">
                  <a:pos x="T6" y="T7"/>
                </a:cxn>
                <a:cxn ang="0">
                  <a:pos x="T8" y="T9"/>
                </a:cxn>
              </a:cxnLst>
              <a:rect l="0" t="0" r="r" b="b"/>
              <a:pathLst>
                <a:path w="653" h="337">
                  <a:moveTo>
                    <a:pt x="311" y="0"/>
                  </a:moveTo>
                  <a:lnTo>
                    <a:pt x="653" y="337"/>
                  </a:lnTo>
                  <a:lnTo>
                    <a:pt x="311" y="337"/>
                  </a:lnTo>
                  <a:lnTo>
                    <a:pt x="0" y="0"/>
                  </a:lnTo>
                  <a:lnTo>
                    <a:pt x="311" y="0"/>
                  </a:lnTo>
                  <a:close/>
                </a:path>
              </a:pathLst>
            </a:custGeom>
            <a:solidFill>
              <a:srgbClr val="297F9D">
                <a:alpha val="89000"/>
              </a:srgbClr>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93" name="Group 92"/>
            <p:cNvGrpSpPr/>
            <p:nvPr/>
          </p:nvGrpSpPr>
          <p:grpSpPr>
            <a:xfrm>
              <a:off x="4517138" y="2613147"/>
              <a:ext cx="194743" cy="294019"/>
              <a:chOff x="549275" y="4406901"/>
              <a:chExt cx="161926" cy="244475"/>
            </a:xfrm>
            <a:solidFill>
              <a:schemeClr val="bg1"/>
            </a:solidFill>
          </p:grpSpPr>
          <p:sp>
            <p:nvSpPr>
              <p:cNvPr id="94" name="Freeform 62"/>
              <p:cNvSpPr>
                <a:spLocks noEditPoints="1"/>
              </p:cNvSpPr>
              <p:nvPr/>
            </p:nvSpPr>
            <p:spPr bwMode="auto">
              <a:xfrm>
                <a:off x="549275" y="4406901"/>
                <a:ext cx="138113" cy="244475"/>
              </a:xfrm>
              <a:custGeom>
                <a:avLst/>
                <a:gdLst>
                  <a:gd name="T0" fmla="*/ 66 w 73"/>
                  <a:gd name="T1" fmla="*/ 105 h 129"/>
                  <a:gd name="T2" fmla="*/ 7 w 73"/>
                  <a:gd name="T3" fmla="*/ 105 h 129"/>
                  <a:gd name="T4" fmla="*/ 7 w 73"/>
                  <a:gd name="T5" fmla="*/ 16 h 129"/>
                  <a:gd name="T6" fmla="*/ 66 w 73"/>
                  <a:gd name="T7" fmla="*/ 16 h 129"/>
                  <a:gd name="T8" fmla="*/ 66 w 73"/>
                  <a:gd name="T9" fmla="*/ 35 h 129"/>
                  <a:gd name="T10" fmla="*/ 73 w 73"/>
                  <a:gd name="T11" fmla="*/ 35 h 129"/>
                  <a:gd name="T12" fmla="*/ 73 w 73"/>
                  <a:gd name="T13" fmla="*/ 10 h 129"/>
                  <a:gd name="T14" fmla="*/ 63 w 73"/>
                  <a:gd name="T15" fmla="*/ 0 h 129"/>
                  <a:gd name="T16" fmla="*/ 9 w 73"/>
                  <a:gd name="T17" fmla="*/ 0 h 129"/>
                  <a:gd name="T18" fmla="*/ 0 w 73"/>
                  <a:gd name="T19" fmla="*/ 10 h 129"/>
                  <a:gd name="T20" fmla="*/ 0 w 73"/>
                  <a:gd name="T21" fmla="*/ 120 h 129"/>
                  <a:gd name="T22" fmla="*/ 9 w 73"/>
                  <a:gd name="T23" fmla="*/ 129 h 129"/>
                  <a:gd name="T24" fmla="*/ 63 w 73"/>
                  <a:gd name="T25" fmla="*/ 129 h 129"/>
                  <a:gd name="T26" fmla="*/ 73 w 73"/>
                  <a:gd name="T27" fmla="*/ 120 h 129"/>
                  <a:gd name="T28" fmla="*/ 73 w 73"/>
                  <a:gd name="T29" fmla="*/ 79 h 129"/>
                  <a:gd name="T30" fmla="*/ 66 w 73"/>
                  <a:gd name="T31" fmla="*/ 79 h 129"/>
                  <a:gd name="T32" fmla="*/ 66 w 73"/>
                  <a:gd name="T33" fmla="*/ 105 h 129"/>
                  <a:gd name="T34" fmla="*/ 57 w 73"/>
                  <a:gd name="T35" fmla="*/ 6 h 129"/>
                  <a:gd name="T36" fmla="*/ 60 w 73"/>
                  <a:gd name="T37" fmla="*/ 9 h 129"/>
                  <a:gd name="T38" fmla="*/ 57 w 73"/>
                  <a:gd name="T39" fmla="*/ 11 h 129"/>
                  <a:gd name="T40" fmla="*/ 55 w 73"/>
                  <a:gd name="T41" fmla="*/ 9 h 129"/>
                  <a:gd name="T42" fmla="*/ 57 w 73"/>
                  <a:gd name="T43" fmla="*/ 6 h 129"/>
                  <a:gd name="T44" fmla="*/ 24 w 73"/>
                  <a:gd name="T45" fmla="*/ 7 h 129"/>
                  <a:gd name="T46" fmla="*/ 49 w 73"/>
                  <a:gd name="T47" fmla="*/ 7 h 129"/>
                  <a:gd name="T48" fmla="*/ 49 w 73"/>
                  <a:gd name="T49" fmla="*/ 10 h 129"/>
                  <a:gd name="T50" fmla="*/ 24 w 73"/>
                  <a:gd name="T51" fmla="*/ 10 h 129"/>
                  <a:gd name="T52" fmla="*/ 24 w 73"/>
                  <a:gd name="T53" fmla="*/ 7 h 129"/>
                  <a:gd name="T54" fmla="*/ 48 w 73"/>
                  <a:gd name="T55" fmla="*/ 119 h 129"/>
                  <a:gd name="T56" fmla="*/ 25 w 73"/>
                  <a:gd name="T57" fmla="*/ 119 h 129"/>
                  <a:gd name="T58" fmla="*/ 25 w 73"/>
                  <a:gd name="T59" fmla="*/ 112 h 129"/>
                  <a:gd name="T60" fmla="*/ 48 w 73"/>
                  <a:gd name="T61" fmla="*/ 112 h 129"/>
                  <a:gd name="T62" fmla="*/ 48 w 73"/>
                  <a:gd name="T63"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129">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95" name="Freeform 63"/>
              <p:cNvSpPr/>
              <p:nvPr/>
            </p:nvSpPr>
            <p:spPr bwMode="auto">
              <a:xfrm>
                <a:off x="608013" y="4478338"/>
                <a:ext cx="103188" cy="98425"/>
              </a:xfrm>
              <a:custGeom>
                <a:avLst/>
                <a:gdLst>
                  <a:gd name="T0" fmla="*/ 0 w 65"/>
                  <a:gd name="T1" fmla="*/ 44 h 62"/>
                  <a:gd name="T2" fmla="*/ 8 w 65"/>
                  <a:gd name="T3" fmla="*/ 44 h 62"/>
                  <a:gd name="T4" fmla="*/ 0 w 65"/>
                  <a:gd name="T5" fmla="*/ 62 h 62"/>
                  <a:gd name="T6" fmla="*/ 22 w 65"/>
                  <a:gd name="T7" fmla="*/ 44 h 62"/>
                  <a:gd name="T8" fmla="*/ 65 w 65"/>
                  <a:gd name="T9" fmla="*/ 44 h 62"/>
                  <a:gd name="T10" fmla="*/ 65 w 65"/>
                  <a:gd name="T11" fmla="*/ 0 h 62"/>
                  <a:gd name="T12" fmla="*/ 0 w 65"/>
                  <a:gd name="T13" fmla="*/ 0 h 62"/>
                  <a:gd name="T14" fmla="*/ 0 w 65"/>
                  <a:gd name="T15" fmla="*/ 4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2">
                    <a:moveTo>
                      <a:pt x="0" y="44"/>
                    </a:moveTo>
                    <a:lnTo>
                      <a:pt x="8" y="44"/>
                    </a:lnTo>
                    <a:lnTo>
                      <a:pt x="0" y="62"/>
                    </a:lnTo>
                    <a:lnTo>
                      <a:pt x="22" y="44"/>
                    </a:lnTo>
                    <a:lnTo>
                      <a:pt x="65" y="44"/>
                    </a:lnTo>
                    <a:lnTo>
                      <a:pt x="65" y="0"/>
                    </a:lnTo>
                    <a:lnTo>
                      <a:pt x="0" y="0"/>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125" name="Rectangle 124"/>
            <p:cNvSpPr/>
            <p:nvPr/>
          </p:nvSpPr>
          <p:spPr>
            <a:xfrm rot="16200000">
              <a:off x="3906887" y="3720398"/>
              <a:ext cx="1411189" cy="253916"/>
            </a:xfrm>
            <a:prstGeom prst="rect">
              <a:avLst/>
            </a:prstGeom>
          </p:spPr>
          <p:txBody>
            <a:bodyPr wrap="square">
              <a:spAutoFit/>
            </a:bodyPr>
            <a:lstStyle/>
            <a:p>
              <a:r>
                <a:rPr lang="en-US" sz="16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MOBILE</a:t>
              </a:r>
              <a:endParaRPr lang="en-US" sz="1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53" name="Group 152"/>
          <p:cNvGrpSpPr/>
          <p:nvPr/>
        </p:nvGrpSpPr>
        <p:grpSpPr>
          <a:xfrm>
            <a:off x="5162551" y="2870201"/>
            <a:ext cx="1316567" cy="3998383"/>
            <a:chOff x="3871913" y="2152650"/>
            <a:chExt cx="987425" cy="2998787"/>
          </a:xfrm>
        </p:grpSpPr>
        <p:sp>
          <p:nvSpPr>
            <p:cNvPr id="11" name="Rectangle 10"/>
            <p:cNvSpPr>
              <a:spLocks noChangeArrowheads="1"/>
            </p:cNvSpPr>
            <p:nvPr/>
          </p:nvSpPr>
          <p:spPr bwMode="auto">
            <a:xfrm>
              <a:off x="3871913" y="2152650"/>
              <a:ext cx="493713" cy="2463800"/>
            </a:xfrm>
            <a:prstGeom prst="rect">
              <a:avLst/>
            </a:prstGeom>
            <a:solidFill>
              <a:srgbClr val="15A185"/>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9" name="Freeform 18"/>
            <p:cNvSpPr/>
            <p:nvPr/>
          </p:nvSpPr>
          <p:spPr bwMode="auto">
            <a:xfrm>
              <a:off x="3871913" y="4616450"/>
              <a:ext cx="987425" cy="534987"/>
            </a:xfrm>
            <a:custGeom>
              <a:avLst/>
              <a:gdLst>
                <a:gd name="T0" fmla="*/ 311 w 622"/>
                <a:gd name="T1" fmla="*/ 0 h 337"/>
                <a:gd name="T2" fmla="*/ 622 w 622"/>
                <a:gd name="T3" fmla="*/ 337 h 337"/>
                <a:gd name="T4" fmla="*/ 171 w 622"/>
                <a:gd name="T5" fmla="*/ 337 h 337"/>
                <a:gd name="T6" fmla="*/ 0 w 622"/>
                <a:gd name="T7" fmla="*/ 0 h 337"/>
                <a:gd name="T8" fmla="*/ 311 w 622"/>
                <a:gd name="T9" fmla="*/ 0 h 337"/>
              </a:gdLst>
              <a:ahLst/>
              <a:cxnLst>
                <a:cxn ang="0">
                  <a:pos x="T0" y="T1"/>
                </a:cxn>
                <a:cxn ang="0">
                  <a:pos x="T2" y="T3"/>
                </a:cxn>
                <a:cxn ang="0">
                  <a:pos x="T4" y="T5"/>
                </a:cxn>
                <a:cxn ang="0">
                  <a:pos x="T6" y="T7"/>
                </a:cxn>
                <a:cxn ang="0">
                  <a:pos x="T8" y="T9"/>
                </a:cxn>
              </a:cxnLst>
              <a:rect l="0" t="0" r="r" b="b"/>
              <a:pathLst>
                <a:path w="622" h="337">
                  <a:moveTo>
                    <a:pt x="311" y="0"/>
                  </a:moveTo>
                  <a:lnTo>
                    <a:pt x="622" y="337"/>
                  </a:lnTo>
                  <a:lnTo>
                    <a:pt x="171" y="337"/>
                  </a:lnTo>
                  <a:lnTo>
                    <a:pt x="0" y="0"/>
                  </a:lnTo>
                  <a:lnTo>
                    <a:pt x="311" y="0"/>
                  </a:lnTo>
                  <a:close/>
                </a:path>
              </a:pathLst>
            </a:custGeom>
            <a:solidFill>
              <a:srgbClr val="15A185">
                <a:alpha val="89000"/>
              </a:srgbClr>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92" name="Freeform 32"/>
            <p:cNvSpPr/>
            <p:nvPr/>
          </p:nvSpPr>
          <p:spPr bwMode="auto">
            <a:xfrm>
              <a:off x="3959379" y="2287011"/>
              <a:ext cx="309810" cy="273696"/>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26" name="Rectangle 125"/>
            <p:cNvSpPr/>
            <p:nvPr/>
          </p:nvSpPr>
          <p:spPr>
            <a:xfrm rot="16200000">
              <a:off x="3413175" y="3720397"/>
              <a:ext cx="1411189" cy="253915"/>
            </a:xfrm>
            <a:prstGeom prst="rect">
              <a:avLst/>
            </a:prstGeom>
          </p:spPr>
          <p:txBody>
            <a:bodyPr wrap="square">
              <a:spAutoFit/>
            </a:bodyPr>
            <a:lstStyle/>
            <a:p>
              <a:r>
                <a:rPr lang="en-US" sz="16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DEVELOPMENT</a:t>
              </a:r>
              <a:endParaRPr lang="en-US" sz="1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51" name="Group 150"/>
          <p:cNvGrpSpPr/>
          <p:nvPr/>
        </p:nvGrpSpPr>
        <p:grpSpPr>
          <a:xfrm>
            <a:off x="4510618" y="2349500"/>
            <a:ext cx="1013884" cy="4519083"/>
            <a:chOff x="3382963" y="1762125"/>
            <a:chExt cx="760413" cy="3389312"/>
          </a:xfrm>
        </p:grpSpPr>
        <p:sp>
          <p:nvSpPr>
            <p:cNvPr id="9" name="Rectangle 8"/>
            <p:cNvSpPr>
              <a:spLocks noChangeArrowheads="1"/>
            </p:cNvSpPr>
            <p:nvPr/>
          </p:nvSpPr>
          <p:spPr bwMode="auto">
            <a:xfrm>
              <a:off x="3382963" y="1762125"/>
              <a:ext cx="488950" cy="2854325"/>
            </a:xfrm>
            <a:prstGeom prst="rect">
              <a:avLst/>
            </a:prstGeom>
            <a:solidFill>
              <a:srgbClr val="9BBC57"/>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1" name="Freeform 20"/>
            <p:cNvSpPr/>
            <p:nvPr/>
          </p:nvSpPr>
          <p:spPr bwMode="auto">
            <a:xfrm>
              <a:off x="3382963" y="4616450"/>
              <a:ext cx="760413" cy="534987"/>
            </a:xfrm>
            <a:custGeom>
              <a:avLst/>
              <a:gdLst>
                <a:gd name="T0" fmla="*/ 308 w 479"/>
                <a:gd name="T1" fmla="*/ 0 h 337"/>
                <a:gd name="T2" fmla="*/ 479 w 479"/>
                <a:gd name="T3" fmla="*/ 337 h 337"/>
                <a:gd name="T4" fmla="*/ 111 w 479"/>
                <a:gd name="T5" fmla="*/ 337 h 337"/>
                <a:gd name="T6" fmla="*/ 0 w 479"/>
                <a:gd name="T7" fmla="*/ 0 h 337"/>
                <a:gd name="T8" fmla="*/ 308 w 479"/>
                <a:gd name="T9" fmla="*/ 0 h 337"/>
              </a:gdLst>
              <a:ahLst/>
              <a:cxnLst>
                <a:cxn ang="0">
                  <a:pos x="T0" y="T1"/>
                </a:cxn>
                <a:cxn ang="0">
                  <a:pos x="T2" y="T3"/>
                </a:cxn>
                <a:cxn ang="0">
                  <a:pos x="T4" y="T5"/>
                </a:cxn>
                <a:cxn ang="0">
                  <a:pos x="T6" y="T7"/>
                </a:cxn>
                <a:cxn ang="0">
                  <a:pos x="T8" y="T9"/>
                </a:cxn>
              </a:cxnLst>
              <a:rect l="0" t="0" r="r" b="b"/>
              <a:pathLst>
                <a:path w="479" h="337">
                  <a:moveTo>
                    <a:pt x="308" y="0"/>
                  </a:moveTo>
                  <a:lnTo>
                    <a:pt x="479" y="337"/>
                  </a:lnTo>
                  <a:lnTo>
                    <a:pt x="111" y="337"/>
                  </a:lnTo>
                  <a:lnTo>
                    <a:pt x="0" y="0"/>
                  </a:lnTo>
                  <a:lnTo>
                    <a:pt x="308" y="0"/>
                  </a:lnTo>
                  <a:close/>
                </a:path>
              </a:pathLst>
            </a:custGeom>
            <a:solidFill>
              <a:srgbClr val="9BBC57">
                <a:alpha val="89000"/>
              </a:srgbClr>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96" name="Group 95"/>
            <p:cNvGrpSpPr/>
            <p:nvPr/>
          </p:nvGrpSpPr>
          <p:grpSpPr>
            <a:xfrm>
              <a:off x="3480328" y="1861098"/>
              <a:ext cx="294219" cy="298512"/>
              <a:chOff x="2360613" y="2686051"/>
              <a:chExt cx="217488" cy="220662"/>
            </a:xfrm>
            <a:solidFill>
              <a:schemeClr val="bg1"/>
            </a:solidFill>
          </p:grpSpPr>
          <p:sp>
            <p:nvSpPr>
              <p:cNvPr id="97"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98"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99"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127" name="Rectangle 126"/>
            <p:cNvSpPr/>
            <p:nvPr/>
          </p:nvSpPr>
          <p:spPr>
            <a:xfrm rot="16200000">
              <a:off x="2916671" y="3720398"/>
              <a:ext cx="1411189" cy="253916"/>
            </a:xfrm>
            <a:prstGeom prst="rect">
              <a:avLst/>
            </a:prstGeom>
          </p:spPr>
          <p:txBody>
            <a:bodyPr wrap="square">
              <a:spAutoFit/>
            </a:bodyPr>
            <a:lstStyle/>
            <a:p>
              <a:r>
                <a:rPr lang="en-US" sz="16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RESEARCH</a:t>
              </a:r>
              <a:endParaRPr lang="en-US" sz="1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50" name="Group 149"/>
          <p:cNvGrpSpPr/>
          <p:nvPr/>
        </p:nvGrpSpPr>
        <p:grpSpPr>
          <a:xfrm>
            <a:off x="3386667" y="1953684"/>
            <a:ext cx="1358900" cy="4914899"/>
            <a:chOff x="2540000" y="1465263"/>
            <a:chExt cx="1019175" cy="3686174"/>
          </a:xfrm>
        </p:grpSpPr>
        <p:sp>
          <p:nvSpPr>
            <p:cNvPr id="7" name="Rectangle 6"/>
            <p:cNvSpPr>
              <a:spLocks noChangeArrowheads="1"/>
            </p:cNvSpPr>
            <p:nvPr/>
          </p:nvSpPr>
          <p:spPr bwMode="auto">
            <a:xfrm>
              <a:off x="2720975" y="1465263"/>
              <a:ext cx="661988" cy="3151187"/>
            </a:xfrm>
            <a:prstGeom prst="rect">
              <a:avLst/>
            </a:prstGeom>
            <a:solidFill>
              <a:srgbClr val="F49D15"/>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4" name="Freeform 23"/>
            <p:cNvSpPr/>
            <p:nvPr/>
          </p:nvSpPr>
          <p:spPr bwMode="auto">
            <a:xfrm>
              <a:off x="2540000" y="4616450"/>
              <a:ext cx="1019175" cy="534987"/>
            </a:xfrm>
            <a:custGeom>
              <a:avLst/>
              <a:gdLst>
                <a:gd name="T0" fmla="*/ 114 w 642"/>
                <a:gd name="T1" fmla="*/ 0 h 337"/>
                <a:gd name="T2" fmla="*/ 0 w 642"/>
                <a:gd name="T3" fmla="*/ 337 h 337"/>
                <a:gd name="T4" fmla="*/ 642 w 642"/>
                <a:gd name="T5" fmla="*/ 337 h 337"/>
                <a:gd name="T6" fmla="*/ 531 w 642"/>
                <a:gd name="T7" fmla="*/ 0 h 337"/>
                <a:gd name="T8" fmla="*/ 114 w 642"/>
                <a:gd name="T9" fmla="*/ 0 h 337"/>
              </a:gdLst>
              <a:ahLst/>
              <a:cxnLst>
                <a:cxn ang="0">
                  <a:pos x="T0" y="T1"/>
                </a:cxn>
                <a:cxn ang="0">
                  <a:pos x="T2" y="T3"/>
                </a:cxn>
                <a:cxn ang="0">
                  <a:pos x="T4" y="T5"/>
                </a:cxn>
                <a:cxn ang="0">
                  <a:pos x="T6" y="T7"/>
                </a:cxn>
                <a:cxn ang="0">
                  <a:pos x="T8" y="T9"/>
                </a:cxn>
              </a:cxnLst>
              <a:rect l="0" t="0" r="r" b="b"/>
              <a:pathLst>
                <a:path w="642" h="337">
                  <a:moveTo>
                    <a:pt x="114" y="0"/>
                  </a:moveTo>
                  <a:lnTo>
                    <a:pt x="0" y="337"/>
                  </a:lnTo>
                  <a:lnTo>
                    <a:pt x="642" y="337"/>
                  </a:lnTo>
                  <a:lnTo>
                    <a:pt x="531" y="0"/>
                  </a:lnTo>
                  <a:lnTo>
                    <a:pt x="114" y="0"/>
                  </a:lnTo>
                  <a:close/>
                </a:path>
              </a:pathLst>
            </a:custGeom>
            <a:solidFill>
              <a:srgbClr val="F49D15">
                <a:alpha val="89000"/>
              </a:srgbClr>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100" name="Group 99"/>
            <p:cNvGrpSpPr/>
            <p:nvPr/>
          </p:nvGrpSpPr>
          <p:grpSpPr>
            <a:xfrm>
              <a:off x="2882130" y="1589639"/>
              <a:ext cx="304225" cy="294536"/>
              <a:chOff x="2339975" y="3200401"/>
              <a:chExt cx="249238" cy="241300"/>
            </a:xfrm>
            <a:solidFill>
              <a:schemeClr val="bg1"/>
            </a:solidFill>
          </p:grpSpPr>
          <p:sp>
            <p:nvSpPr>
              <p:cNvPr id="101" name="Rectangle 18"/>
              <p:cNvSpPr>
                <a:spLocks noChangeArrowheads="1"/>
              </p:cNvSpPr>
              <p:nvPr/>
            </p:nvSpPr>
            <p:spPr bwMode="auto">
              <a:xfrm>
                <a:off x="2428875" y="3297238"/>
                <a:ext cx="285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2" name="Rectangle 19"/>
              <p:cNvSpPr>
                <a:spLocks noChangeArrowheads="1"/>
              </p:cNvSpPr>
              <p:nvPr/>
            </p:nvSpPr>
            <p:spPr bwMode="auto">
              <a:xfrm>
                <a:off x="2473325" y="3297238"/>
                <a:ext cx="285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3" name="Rectangle 20"/>
              <p:cNvSpPr>
                <a:spLocks noChangeArrowheads="1"/>
              </p:cNvSpPr>
              <p:nvPr/>
            </p:nvSpPr>
            <p:spPr bwMode="auto">
              <a:xfrm>
                <a:off x="2516188" y="3297238"/>
                <a:ext cx="28575"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4" name="Rectangle 21"/>
              <p:cNvSpPr>
                <a:spLocks noChangeArrowheads="1"/>
              </p:cNvSpPr>
              <p:nvPr/>
            </p:nvSpPr>
            <p:spPr bwMode="auto">
              <a:xfrm>
                <a:off x="2428875" y="3338513"/>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5" name="Rectangle 22"/>
              <p:cNvSpPr>
                <a:spLocks noChangeArrowheads="1"/>
              </p:cNvSpPr>
              <p:nvPr/>
            </p:nvSpPr>
            <p:spPr bwMode="auto">
              <a:xfrm>
                <a:off x="2473325" y="3338513"/>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6" name="Rectangle 23"/>
              <p:cNvSpPr>
                <a:spLocks noChangeArrowheads="1"/>
              </p:cNvSpPr>
              <p:nvPr/>
            </p:nvSpPr>
            <p:spPr bwMode="auto">
              <a:xfrm>
                <a:off x="2516188" y="3338513"/>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7" name="Rectangle 24"/>
              <p:cNvSpPr>
                <a:spLocks noChangeArrowheads="1"/>
              </p:cNvSpPr>
              <p:nvPr/>
            </p:nvSpPr>
            <p:spPr bwMode="auto">
              <a:xfrm>
                <a:off x="2428875"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8" name="Rectangle 25"/>
              <p:cNvSpPr>
                <a:spLocks noChangeArrowheads="1"/>
              </p:cNvSpPr>
              <p:nvPr/>
            </p:nvSpPr>
            <p:spPr bwMode="auto">
              <a:xfrm>
                <a:off x="2386013" y="3338513"/>
                <a:ext cx="254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09" name="Rectangle 26"/>
              <p:cNvSpPr>
                <a:spLocks noChangeArrowheads="1"/>
              </p:cNvSpPr>
              <p:nvPr/>
            </p:nvSpPr>
            <p:spPr bwMode="auto">
              <a:xfrm>
                <a:off x="2386013"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0" name="Rectangle 27"/>
              <p:cNvSpPr>
                <a:spLocks noChangeArrowheads="1"/>
              </p:cNvSpPr>
              <p:nvPr/>
            </p:nvSpPr>
            <p:spPr bwMode="auto">
              <a:xfrm>
                <a:off x="2473325"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1" name="Rectangle 28"/>
              <p:cNvSpPr>
                <a:spLocks noChangeArrowheads="1"/>
              </p:cNvSpPr>
              <p:nvPr/>
            </p:nvSpPr>
            <p:spPr bwMode="auto">
              <a:xfrm>
                <a:off x="2516188" y="3378201"/>
                <a:ext cx="285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2" name="Freeform 29"/>
              <p:cNvSpPr>
                <a:spLocks noEditPoints="1"/>
              </p:cNvSpPr>
              <p:nvPr/>
            </p:nvSpPr>
            <p:spPr bwMode="auto">
              <a:xfrm>
                <a:off x="2339975" y="3217863"/>
                <a:ext cx="249238" cy="223838"/>
              </a:xfrm>
              <a:custGeom>
                <a:avLst/>
                <a:gdLst>
                  <a:gd name="T0" fmla="*/ 157 w 157"/>
                  <a:gd name="T1" fmla="*/ 0 h 141"/>
                  <a:gd name="T2" fmla="*/ 135 w 157"/>
                  <a:gd name="T3" fmla="*/ 0 h 141"/>
                  <a:gd name="T4" fmla="*/ 135 w 157"/>
                  <a:gd name="T5" fmla="*/ 15 h 141"/>
                  <a:gd name="T6" fmla="*/ 114 w 157"/>
                  <a:gd name="T7" fmla="*/ 15 h 141"/>
                  <a:gd name="T8" fmla="*/ 114 w 157"/>
                  <a:gd name="T9" fmla="*/ 0 h 141"/>
                  <a:gd name="T10" fmla="*/ 47 w 157"/>
                  <a:gd name="T11" fmla="*/ 0 h 141"/>
                  <a:gd name="T12" fmla="*/ 47 w 157"/>
                  <a:gd name="T13" fmla="*/ 15 h 141"/>
                  <a:gd name="T14" fmla="*/ 25 w 157"/>
                  <a:gd name="T15" fmla="*/ 15 h 141"/>
                  <a:gd name="T16" fmla="*/ 25 w 157"/>
                  <a:gd name="T17" fmla="*/ 0 h 141"/>
                  <a:gd name="T18" fmla="*/ 0 w 157"/>
                  <a:gd name="T19" fmla="*/ 0 h 141"/>
                  <a:gd name="T20" fmla="*/ 0 w 157"/>
                  <a:gd name="T21" fmla="*/ 141 h 141"/>
                  <a:gd name="T22" fmla="*/ 12 w 157"/>
                  <a:gd name="T23" fmla="*/ 141 h 141"/>
                  <a:gd name="T24" fmla="*/ 146 w 157"/>
                  <a:gd name="T25" fmla="*/ 141 h 141"/>
                  <a:gd name="T26" fmla="*/ 157 w 157"/>
                  <a:gd name="T27" fmla="*/ 141 h 141"/>
                  <a:gd name="T28" fmla="*/ 157 w 157"/>
                  <a:gd name="T29" fmla="*/ 0 h 141"/>
                  <a:gd name="T30" fmla="*/ 146 w 157"/>
                  <a:gd name="T31" fmla="*/ 129 h 141"/>
                  <a:gd name="T32" fmla="*/ 12 w 157"/>
                  <a:gd name="T33" fmla="*/ 129 h 141"/>
                  <a:gd name="T34" fmla="*/ 12 w 157"/>
                  <a:gd name="T35" fmla="*/ 40 h 141"/>
                  <a:gd name="T36" fmla="*/ 146 w 157"/>
                  <a:gd name="T37" fmla="*/ 40 h 141"/>
                  <a:gd name="T38" fmla="*/ 146 w 157"/>
                  <a:gd name="T39"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141">
                    <a:moveTo>
                      <a:pt x="157" y="0"/>
                    </a:moveTo>
                    <a:lnTo>
                      <a:pt x="135" y="0"/>
                    </a:lnTo>
                    <a:lnTo>
                      <a:pt x="135" y="15"/>
                    </a:lnTo>
                    <a:lnTo>
                      <a:pt x="114" y="15"/>
                    </a:lnTo>
                    <a:lnTo>
                      <a:pt x="114" y="0"/>
                    </a:lnTo>
                    <a:lnTo>
                      <a:pt x="47" y="0"/>
                    </a:lnTo>
                    <a:lnTo>
                      <a:pt x="47" y="15"/>
                    </a:lnTo>
                    <a:lnTo>
                      <a:pt x="25" y="15"/>
                    </a:lnTo>
                    <a:lnTo>
                      <a:pt x="25" y="0"/>
                    </a:lnTo>
                    <a:lnTo>
                      <a:pt x="0" y="0"/>
                    </a:lnTo>
                    <a:lnTo>
                      <a:pt x="0" y="141"/>
                    </a:lnTo>
                    <a:lnTo>
                      <a:pt x="12" y="141"/>
                    </a:lnTo>
                    <a:lnTo>
                      <a:pt x="146" y="141"/>
                    </a:lnTo>
                    <a:lnTo>
                      <a:pt x="157" y="141"/>
                    </a:lnTo>
                    <a:lnTo>
                      <a:pt x="157" y="0"/>
                    </a:lnTo>
                    <a:close/>
                    <a:moveTo>
                      <a:pt x="146" y="129"/>
                    </a:moveTo>
                    <a:lnTo>
                      <a:pt x="12" y="129"/>
                    </a:lnTo>
                    <a:lnTo>
                      <a:pt x="12" y="40"/>
                    </a:lnTo>
                    <a:lnTo>
                      <a:pt x="146" y="40"/>
                    </a:lnTo>
                    <a:lnTo>
                      <a:pt x="14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3" name="Rectangle 30"/>
              <p:cNvSpPr>
                <a:spLocks noChangeArrowheads="1"/>
              </p:cNvSpPr>
              <p:nvPr/>
            </p:nvSpPr>
            <p:spPr bwMode="auto">
              <a:xfrm>
                <a:off x="2387600" y="3200401"/>
                <a:ext cx="206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4" name="Rectangle 31"/>
              <p:cNvSpPr>
                <a:spLocks noChangeArrowheads="1"/>
              </p:cNvSpPr>
              <p:nvPr/>
            </p:nvSpPr>
            <p:spPr bwMode="auto">
              <a:xfrm>
                <a:off x="2525713" y="3200401"/>
                <a:ext cx="23813"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128" name="Rectangle 127"/>
            <p:cNvSpPr/>
            <p:nvPr/>
          </p:nvSpPr>
          <p:spPr>
            <a:xfrm rot="16200000">
              <a:off x="2343993" y="3720398"/>
              <a:ext cx="1411189" cy="253916"/>
            </a:xfrm>
            <a:prstGeom prst="rect">
              <a:avLst/>
            </a:prstGeom>
          </p:spPr>
          <p:txBody>
            <a:bodyPr wrap="square">
              <a:spAutoFit/>
            </a:bodyPr>
            <a:lstStyle/>
            <a:p>
              <a:r>
                <a:rPr lang="en-US" sz="16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TIMELINE</a:t>
              </a:r>
              <a:endParaRPr lang="en-US" sz="1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25" name="Group 24"/>
          <p:cNvGrpSpPr/>
          <p:nvPr/>
        </p:nvGrpSpPr>
        <p:grpSpPr>
          <a:xfrm>
            <a:off x="931334" y="3314700"/>
            <a:ext cx="1386417" cy="3553883"/>
            <a:chOff x="698500" y="2486025"/>
            <a:chExt cx="1039813" cy="2665412"/>
          </a:xfrm>
        </p:grpSpPr>
        <p:sp>
          <p:nvSpPr>
            <p:cNvPr id="12" name="Rectangle 11"/>
            <p:cNvSpPr>
              <a:spLocks noChangeArrowheads="1"/>
            </p:cNvSpPr>
            <p:nvPr/>
          </p:nvSpPr>
          <p:spPr bwMode="auto">
            <a:xfrm>
              <a:off x="1244600" y="2486025"/>
              <a:ext cx="493713" cy="2130425"/>
            </a:xfrm>
            <a:prstGeom prst="rect">
              <a:avLst/>
            </a:prstGeom>
            <a:solidFill>
              <a:srgbClr val="297F9D"/>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4" name="Freeform 13"/>
            <p:cNvSpPr/>
            <p:nvPr/>
          </p:nvSpPr>
          <p:spPr bwMode="auto">
            <a:xfrm>
              <a:off x="698500" y="4616450"/>
              <a:ext cx="1039813" cy="534987"/>
            </a:xfrm>
            <a:custGeom>
              <a:avLst/>
              <a:gdLst>
                <a:gd name="T0" fmla="*/ 344 w 655"/>
                <a:gd name="T1" fmla="*/ 0 h 337"/>
                <a:gd name="T2" fmla="*/ 0 w 655"/>
                <a:gd name="T3" fmla="*/ 337 h 337"/>
                <a:gd name="T4" fmla="*/ 342 w 655"/>
                <a:gd name="T5" fmla="*/ 337 h 337"/>
                <a:gd name="T6" fmla="*/ 655 w 655"/>
                <a:gd name="T7" fmla="*/ 0 h 337"/>
                <a:gd name="T8" fmla="*/ 344 w 655"/>
                <a:gd name="T9" fmla="*/ 0 h 337"/>
              </a:gdLst>
              <a:ahLst/>
              <a:cxnLst>
                <a:cxn ang="0">
                  <a:pos x="T0" y="T1"/>
                </a:cxn>
                <a:cxn ang="0">
                  <a:pos x="T2" y="T3"/>
                </a:cxn>
                <a:cxn ang="0">
                  <a:pos x="T4" y="T5"/>
                </a:cxn>
                <a:cxn ang="0">
                  <a:pos x="T6" y="T7"/>
                </a:cxn>
                <a:cxn ang="0">
                  <a:pos x="T8" y="T9"/>
                </a:cxn>
              </a:cxnLst>
              <a:rect l="0" t="0" r="r" b="b"/>
              <a:pathLst>
                <a:path w="655" h="337">
                  <a:moveTo>
                    <a:pt x="344" y="0"/>
                  </a:moveTo>
                  <a:lnTo>
                    <a:pt x="0" y="337"/>
                  </a:lnTo>
                  <a:lnTo>
                    <a:pt x="342" y="337"/>
                  </a:lnTo>
                  <a:lnTo>
                    <a:pt x="655" y="0"/>
                  </a:lnTo>
                  <a:lnTo>
                    <a:pt x="344" y="0"/>
                  </a:lnTo>
                  <a:close/>
                </a:path>
              </a:pathLst>
            </a:custGeom>
            <a:solidFill>
              <a:srgbClr val="297F9D">
                <a:alpha val="89000"/>
              </a:srgbClr>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115" name="Group 114"/>
            <p:cNvGrpSpPr/>
            <p:nvPr/>
          </p:nvGrpSpPr>
          <p:grpSpPr>
            <a:xfrm>
              <a:off x="1332080" y="2571750"/>
              <a:ext cx="318751" cy="335416"/>
              <a:chOff x="1641475" y="2428876"/>
              <a:chExt cx="242888" cy="255587"/>
            </a:xfrm>
            <a:solidFill>
              <a:schemeClr val="bg1"/>
            </a:solidFill>
          </p:grpSpPr>
          <p:sp>
            <p:nvSpPr>
              <p:cNvPr id="116" name="Freeform 49"/>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7" name="Freeform 50"/>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8" name="Freeform 51"/>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19" name="Freeform 52"/>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20" name="Freeform 53"/>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129" name="Rectangle 128"/>
            <p:cNvSpPr/>
            <p:nvPr/>
          </p:nvSpPr>
          <p:spPr>
            <a:xfrm rot="16200000">
              <a:off x="768599" y="3720397"/>
              <a:ext cx="1411189" cy="253916"/>
            </a:xfrm>
            <a:prstGeom prst="rect">
              <a:avLst/>
            </a:prstGeom>
          </p:spPr>
          <p:txBody>
            <a:bodyPr wrap="square">
              <a:spAutoFit/>
            </a:bodyPr>
            <a:lstStyle/>
            <a:p>
              <a:r>
                <a:rPr lang="en-US" sz="16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SURROUNDING</a:t>
              </a:r>
              <a:endParaRPr lang="en-US" sz="1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49" name="Group 148"/>
          <p:cNvGrpSpPr/>
          <p:nvPr/>
        </p:nvGrpSpPr>
        <p:grpSpPr>
          <a:xfrm>
            <a:off x="2614085" y="2349500"/>
            <a:ext cx="1013884" cy="4519083"/>
            <a:chOff x="1960563" y="1762125"/>
            <a:chExt cx="760413" cy="3389312"/>
          </a:xfrm>
        </p:grpSpPr>
        <p:sp>
          <p:nvSpPr>
            <p:cNvPr id="8" name="Rectangle 7"/>
            <p:cNvSpPr>
              <a:spLocks noChangeArrowheads="1"/>
            </p:cNvSpPr>
            <p:nvPr/>
          </p:nvSpPr>
          <p:spPr bwMode="auto">
            <a:xfrm>
              <a:off x="2227263" y="1762125"/>
              <a:ext cx="493713" cy="2854325"/>
            </a:xfrm>
            <a:prstGeom prst="rect">
              <a:avLst/>
            </a:prstGeom>
            <a:solidFill>
              <a:srgbClr val="9BBC57"/>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20" name="Freeform 19"/>
            <p:cNvSpPr/>
            <p:nvPr/>
          </p:nvSpPr>
          <p:spPr bwMode="auto">
            <a:xfrm>
              <a:off x="1960563" y="4616450"/>
              <a:ext cx="760413" cy="534987"/>
            </a:xfrm>
            <a:custGeom>
              <a:avLst/>
              <a:gdLst>
                <a:gd name="T0" fmla="*/ 168 w 479"/>
                <a:gd name="T1" fmla="*/ 0 h 337"/>
                <a:gd name="T2" fmla="*/ 0 w 479"/>
                <a:gd name="T3" fmla="*/ 337 h 337"/>
                <a:gd name="T4" fmla="*/ 365 w 479"/>
                <a:gd name="T5" fmla="*/ 337 h 337"/>
                <a:gd name="T6" fmla="*/ 479 w 479"/>
                <a:gd name="T7" fmla="*/ 0 h 337"/>
                <a:gd name="T8" fmla="*/ 168 w 479"/>
                <a:gd name="T9" fmla="*/ 0 h 337"/>
              </a:gdLst>
              <a:ahLst/>
              <a:cxnLst>
                <a:cxn ang="0">
                  <a:pos x="T0" y="T1"/>
                </a:cxn>
                <a:cxn ang="0">
                  <a:pos x="T2" y="T3"/>
                </a:cxn>
                <a:cxn ang="0">
                  <a:pos x="T4" y="T5"/>
                </a:cxn>
                <a:cxn ang="0">
                  <a:pos x="T6" y="T7"/>
                </a:cxn>
                <a:cxn ang="0">
                  <a:pos x="T8" y="T9"/>
                </a:cxn>
              </a:cxnLst>
              <a:rect l="0" t="0" r="r" b="b"/>
              <a:pathLst>
                <a:path w="479" h="337">
                  <a:moveTo>
                    <a:pt x="168" y="0"/>
                  </a:moveTo>
                  <a:lnTo>
                    <a:pt x="0" y="337"/>
                  </a:lnTo>
                  <a:lnTo>
                    <a:pt x="365" y="337"/>
                  </a:lnTo>
                  <a:lnTo>
                    <a:pt x="479" y="0"/>
                  </a:lnTo>
                  <a:lnTo>
                    <a:pt x="168" y="0"/>
                  </a:lnTo>
                  <a:close/>
                </a:path>
              </a:pathLst>
            </a:custGeom>
            <a:solidFill>
              <a:srgbClr val="9BBC57">
                <a:alpha val="89000"/>
              </a:srgbClr>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21" name="Freeform 58"/>
            <p:cNvSpPr/>
            <p:nvPr/>
          </p:nvSpPr>
          <p:spPr bwMode="auto">
            <a:xfrm>
              <a:off x="2308176" y="1897481"/>
              <a:ext cx="331886" cy="34402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5 h 142"/>
                <a:gd name="T16" fmla="*/ 62 w 137"/>
                <a:gd name="T17" fmla="*/ 6 h 142"/>
                <a:gd name="T18" fmla="*/ 44 w 137"/>
                <a:gd name="T19" fmla="*/ 57 h 142"/>
                <a:gd name="T20" fmla="*/ 64 w 137"/>
                <a:gd name="T21" fmla="*/ 57 h 142"/>
                <a:gd name="T22" fmla="*/ 64 w 137"/>
                <a:gd name="T23" fmla="*/ 123 h 142"/>
                <a:gd name="T24" fmla="*/ 64 w 137"/>
                <a:gd name="T25" fmla="*/ 125 h 142"/>
                <a:gd name="T26" fmla="*/ 64 w 137"/>
                <a:gd name="T27" fmla="*/ 130 h 142"/>
                <a:gd name="T28" fmla="*/ 76 w 137"/>
                <a:gd name="T29" fmla="*/ 142 h 142"/>
                <a:gd name="T30" fmla="*/ 88 w 137"/>
                <a:gd name="T31" fmla="*/ 130 h 142"/>
                <a:gd name="T32" fmla="*/ 88 w 137"/>
                <a:gd name="T33" fmla="*/ 125 h 142"/>
                <a:gd name="T34" fmla="*/ 79 w 137"/>
                <a:gd name="T35" fmla="*/ 125 h 142"/>
                <a:gd name="T36" fmla="*/ 79 w 137"/>
                <a:gd name="T37" fmla="*/ 127 h 142"/>
                <a:gd name="T38" fmla="*/ 79 w 137"/>
                <a:gd name="T39" fmla="*/ 130 h 142"/>
                <a:gd name="T40" fmla="*/ 76 w 137"/>
                <a:gd name="T41" fmla="*/ 134 h 142"/>
                <a:gd name="T42" fmla="*/ 72 w 137"/>
                <a:gd name="T43" fmla="*/ 130 h 142"/>
                <a:gd name="T44" fmla="*/ 72 w 137"/>
                <a:gd name="T45" fmla="*/ 127 h 142"/>
                <a:gd name="T46" fmla="*/ 72 w 137"/>
                <a:gd name="T47" fmla="*/ 125 h 142"/>
                <a:gd name="T48" fmla="*/ 72 w 137"/>
                <a:gd name="T49" fmla="*/ 112 h 142"/>
                <a:gd name="T50" fmla="*/ 72 w 137"/>
                <a:gd name="T51" fmla="*/ 57 h 142"/>
                <a:gd name="T52" fmla="*/ 94 w 137"/>
                <a:gd name="T53" fmla="*/ 57 h 142"/>
                <a:gd name="T54" fmla="*/ 76 w 137"/>
                <a:gd name="T55" fmla="*/ 6 h 142"/>
                <a:gd name="T56" fmla="*/ 76 w 137"/>
                <a:gd name="T57" fmla="*/ 5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9"/>
                    <a:pt x="105" y="7"/>
                    <a:pt x="76" y="4"/>
                  </a:cubicBezTo>
                  <a:cubicBezTo>
                    <a:pt x="74" y="2"/>
                    <a:pt x="72" y="0"/>
                    <a:pt x="69" y="0"/>
                  </a:cubicBezTo>
                  <a:cubicBezTo>
                    <a:pt x="66" y="0"/>
                    <a:pt x="64" y="2"/>
                    <a:pt x="62" y="4"/>
                  </a:cubicBezTo>
                  <a:cubicBezTo>
                    <a:pt x="32" y="7"/>
                    <a:pt x="7" y="28"/>
                    <a:pt x="0" y="57"/>
                  </a:cubicBezTo>
                  <a:cubicBezTo>
                    <a:pt x="39" y="57"/>
                    <a:pt x="39" y="57"/>
                    <a:pt x="39" y="57"/>
                  </a:cubicBezTo>
                  <a:cubicBezTo>
                    <a:pt x="39" y="24"/>
                    <a:pt x="58" y="8"/>
                    <a:pt x="62" y="5"/>
                  </a:cubicBezTo>
                  <a:cubicBezTo>
                    <a:pt x="62" y="5"/>
                    <a:pt x="62" y="5"/>
                    <a:pt x="62" y="6"/>
                  </a:cubicBezTo>
                  <a:cubicBezTo>
                    <a:pt x="41" y="32"/>
                    <a:pt x="44" y="57"/>
                    <a:pt x="44" y="57"/>
                  </a:cubicBezTo>
                  <a:cubicBezTo>
                    <a:pt x="64" y="57"/>
                    <a:pt x="64" y="57"/>
                    <a:pt x="64" y="57"/>
                  </a:cubicBezTo>
                  <a:cubicBezTo>
                    <a:pt x="64" y="123"/>
                    <a:pt x="64" y="123"/>
                    <a:pt x="64" y="123"/>
                  </a:cubicBezTo>
                  <a:cubicBezTo>
                    <a:pt x="64" y="125"/>
                    <a:pt x="64" y="125"/>
                    <a:pt x="64" y="125"/>
                  </a:cubicBezTo>
                  <a:cubicBezTo>
                    <a:pt x="64" y="130"/>
                    <a:pt x="64" y="130"/>
                    <a:pt x="64" y="130"/>
                  </a:cubicBezTo>
                  <a:cubicBezTo>
                    <a:pt x="64" y="137"/>
                    <a:pt x="69" y="142"/>
                    <a:pt x="76" y="142"/>
                  </a:cubicBezTo>
                  <a:cubicBezTo>
                    <a:pt x="82" y="142"/>
                    <a:pt x="88" y="137"/>
                    <a:pt x="88" y="130"/>
                  </a:cubicBezTo>
                  <a:cubicBezTo>
                    <a:pt x="88" y="125"/>
                    <a:pt x="88" y="125"/>
                    <a:pt x="88" y="125"/>
                  </a:cubicBezTo>
                  <a:cubicBezTo>
                    <a:pt x="79" y="125"/>
                    <a:pt x="79" y="125"/>
                    <a:pt x="79" y="125"/>
                  </a:cubicBezTo>
                  <a:cubicBezTo>
                    <a:pt x="79" y="127"/>
                    <a:pt x="79" y="127"/>
                    <a:pt x="79" y="127"/>
                  </a:cubicBezTo>
                  <a:cubicBezTo>
                    <a:pt x="79" y="130"/>
                    <a:pt x="79" y="130"/>
                    <a:pt x="79" y="130"/>
                  </a:cubicBezTo>
                  <a:cubicBezTo>
                    <a:pt x="79" y="132"/>
                    <a:pt x="78" y="134"/>
                    <a:pt x="76" y="134"/>
                  </a:cubicBezTo>
                  <a:cubicBezTo>
                    <a:pt x="74" y="134"/>
                    <a:pt x="72" y="132"/>
                    <a:pt x="72" y="130"/>
                  </a:cubicBezTo>
                  <a:cubicBezTo>
                    <a:pt x="72" y="127"/>
                    <a:pt x="72" y="127"/>
                    <a:pt x="72" y="127"/>
                  </a:cubicBezTo>
                  <a:cubicBezTo>
                    <a:pt x="72" y="125"/>
                    <a:pt x="72" y="125"/>
                    <a:pt x="72" y="125"/>
                  </a:cubicBezTo>
                  <a:cubicBezTo>
                    <a:pt x="72" y="112"/>
                    <a:pt x="72" y="112"/>
                    <a:pt x="72" y="112"/>
                  </a:cubicBezTo>
                  <a:cubicBezTo>
                    <a:pt x="72" y="57"/>
                    <a:pt x="72" y="57"/>
                    <a:pt x="72" y="57"/>
                  </a:cubicBezTo>
                  <a:cubicBezTo>
                    <a:pt x="94" y="57"/>
                    <a:pt x="94" y="57"/>
                    <a:pt x="94" y="57"/>
                  </a:cubicBezTo>
                  <a:cubicBezTo>
                    <a:pt x="94" y="57"/>
                    <a:pt x="97" y="32"/>
                    <a:pt x="76" y="6"/>
                  </a:cubicBezTo>
                  <a:cubicBezTo>
                    <a:pt x="76" y="5"/>
                    <a:pt x="76" y="5"/>
                    <a:pt x="76" y="5"/>
                  </a:cubicBezTo>
                  <a:cubicBezTo>
                    <a:pt x="80" y="8"/>
                    <a:pt x="99" y="24"/>
                    <a:pt x="99" y="57"/>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30" name="Rectangle 129"/>
            <p:cNvSpPr/>
            <p:nvPr/>
          </p:nvSpPr>
          <p:spPr>
            <a:xfrm rot="16200000">
              <a:off x="1750335" y="3720398"/>
              <a:ext cx="1411189" cy="253916"/>
            </a:xfrm>
            <a:prstGeom prst="rect">
              <a:avLst/>
            </a:prstGeom>
          </p:spPr>
          <p:txBody>
            <a:bodyPr wrap="square">
              <a:spAutoFit/>
            </a:bodyPr>
            <a:lstStyle/>
            <a:p>
              <a:r>
                <a:rPr lang="en-US" sz="16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DEFENDING</a:t>
              </a:r>
              <a:endParaRPr lang="en-US" sz="1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grpSp>
        <p:nvGrpSpPr>
          <p:cNvPr id="148" name="Group 147"/>
          <p:cNvGrpSpPr/>
          <p:nvPr/>
        </p:nvGrpSpPr>
        <p:grpSpPr>
          <a:xfrm>
            <a:off x="1655233" y="2870201"/>
            <a:ext cx="1314451" cy="3998383"/>
            <a:chOff x="1241425" y="2152650"/>
            <a:chExt cx="985838" cy="2998787"/>
          </a:xfrm>
        </p:grpSpPr>
        <p:sp>
          <p:nvSpPr>
            <p:cNvPr id="10" name="Rectangle 9"/>
            <p:cNvSpPr>
              <a:spLocks noChangeArrowheads="1"/>
            </p:cNvSpPr>
            <p:nvPr/>
          </p:nvSpPr>
          <p:spPr bwMode="auto">
            <a:xfrm>
              <a:off x="1738313" y="2152650"/>
              <a:ext cx="488950" cy="2463800"/>
            </a:xfrm>
            <a:prstGeom prst="rect">
              <a:avLst/>
            </a:prstGeom>
            <a:solidFill>
              <a:srgbClr val="15A185"/>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8" name="Freeform 17"/>
            <p:cNvSpPr/>
            <p:nvPr/>
          </p:nvSpPr>
          <p:spPr bwMode="auto">
            <a:xfrm>
              <a:off x="1241425" y="4616450"/>
              <a:ext cx="985838" cy="534987"/>
            </a:xfrm>
            <a:custGeom>
              <a:avLst/>
              <a:gdLst>
                <a:gd name="T0" fmla="*/ 313 w 621"/>
                <a:gd name="T1" fmla="*/ 0 h 337"/>
                <a:gd name="T2" fmla="*/ 0 w 621"/>
                <a:gd name="T3" fmla="*/ 337 h 337"/>
                <a:gd name="T4" fmla="*/ 453 w 621"/>
                <a:gd name="T5" fmla="*/ 337 h 337"/>
                <a:gd name="T6" fmla="*/ 621 w 621"/>
                <a:gd name="T7" fmla="*/ 0 h 337"/>
                <a:gd name="T8" fmla="*/ 313 w 621"/>
                <a:gd name="T9" fmla="*/ 0 h 337"/>
              </a:gdLst>
              <a:ahLst/>
              <a:cxnLst>
                <a:cxn ang="0">
                  <a:pos x="T0" y="T1"/>
                </a:cxn>
                <a:cxn ang="0">
                  <a:pos x="T2" y="T3"/>
                </a:cxn>
                <a:cxn ang="0">
                  <a:pos x="T4" y="T5"/>
                </a:cxn>
                <a:cxn ang="0">
                  <a:pos x="T6" y="T7"/>
                </a:cxn>
                <a:cxn ang="0">
                  <a:pos x="T8" y="T9"/>
                </a:cxn>
              </a:cxnLst>
              <a:rect l="0" t="0" r="r" b="b"/>
              <a:pathLst>
                <a:path w="621" h="337">
                  <a:moveTo>
                    <a:pt x="313" y="0"/>
                  </a:moveTo>
                  <a:lnTo>
                    <a:pt x="0" y="337"/>
                  </a:lnTo>
                  <a:lnTo>
                    <a:pt x="453" y="337"/>
                  </a:lnTo>
                  <a:lnTo>
                    <a:pt x="621" y="0"/>
                  </a:lnTo>
                  <a:lnTo>
                    <a:pt x="313" y="0"/>
                  </a:lnTo>
                  <a:close/>
                </a:path>
              </a:pathLst>
            </a:custGeom>
            <a:solidFill>
              <a:srgbClr val="15A185">
                <a:alpha val="89000"/>
              </a:srgbClr>
            </a:solidFill>
            <a:ln w="5" cap="flat">
              <a:noFill/>
              <a:prstDash val="solid"/>
              <a:miter lim="800000"/>
            </a:ln>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nvGrpSpPr>
            <p:cNvPr id="122" name="Group 121"/>
            <p:cNvGrpSpPr/>
            <p:nvPr/>
          </p:nvGrpSpPr>
          <p:grpSpPr>
            <a:xfrm>
              <a:off x="1804184" y="2241508"/>
              <a:ext cx="357207" cy="244517"/>
              <a:chOff x="2324100" y="1814513"/>
              <a:chExt cx="266700" cy="182563"/>
            </a:xfrm>
            <a:solidFill>
              <a:schemeClr val="bg1"/>
            </a:solidFill>
          </p:grpSpPr>
          <p:sp>
            <p:nvSpPr>
              <p:cNvPr id="123"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124"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800">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131" name="Rectangle 130"/>
            <p:cNvSpPr/>
            <p:nvPr/>
          </p:nvSpPr>
          <p:spPr>
            <a:xfrm rot="16200000">
              <a:off x="1277194" y="3720397"/>
              <a:ext cx="1411189" cy="253915"/>
            </a:xfrm>
            <a:prstGeom prst="rect">
              <a:avLst/>
            </a:prstGeom>
          </p:spPr>
          <p:txBody>
            <a:bodyPr wrap="square">
              <a:spAutoFit/>
            </a:bodyPr>
            <a:lstStyle/>
            <a:p>
              <a:r>
                <a:rPr lang="en-US" sz="16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REPAIR</a:t>
              </a:r>
              <a:endParaRPr lang="en-US" sz="1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grpSp>
      <p:sp>
        <p:nvSpPr>
          <p:cNvPr id="73"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
        <p:nvSpPr>
          <p:cNvPr id="75" name="Rectangle 74"/>
          <p:cNvSpPr/>
          <p:nvPr/>
        </p:nvSpPr>
        <p:spPr>
          <a:xfrm>
            <a:off x="8315727" y="1854075"/>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Life Cycle</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77" name="Rectangle 76"/>
          <p:cNvSpPr/>
          <p:nvPr/>
        </p:nvSpPr>
        <p:spPr>
          <a:xfrm>
            <a:off x="8315727" y="3048283"/>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Quality</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79" name="Rectangle 78"/>
          <p:cNvSpPr/>
          <p:nvPr/>
        </p:nvSpPr>
        <p:spPr>
          <a:xfrm>
            <a:off x="8315727" y="4241348"/>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Brand</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sp>
        <p:nvSpPr>
          <p:cNvPr id="81" name="Rectangle 80"/>
          <p:cNvSpPr/>
          <p:nvPr/>
        </p:nvSpPr>
        <p:spPr>
          <a:xfrm>
            <a:off x="8315727" y="5435556"/>
            <a:ext cx="2916616" cy="830997"/>
          </a:xfrm>
          <a:prstGeom prst="rect">
            <a:avLst/>
          </a:prstGeom>
        </p:spPr>
        <p:txBody>
          <a:bodyPr wrap="square">
            <a:spAutoFit/>
          </a:bodyPr>
          <a:lstStyle/>
          <a:p>
            <a:pP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Self Market</a:t>
            </a:r>
            <a:endParaRPr lang="en-US" sz="14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a:p>
            <a:r>
              <a:rPr lang="en-US" sz="12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Mauris quam dolor, cursus at porta et, luctus eget cuortois lendraable purus.</a:t>
            </a:r>
          </a:p>
        </p:txBody>
      </p:sp>
      <p:grpSp>
        <p:nvGrpSpPr>
          <p:cNvPr id="2" name="Group 1"/>
          <p:cNvGrpSpPr/>
          <p:nvPr/>
        </p:nvGrpSpPr>
        <p:grpSpPr>
          <a:xfrm>
            <a:off x="7299727" y="1798260"/>
            <a:ext cx="937712" cy="943598"/>
            <a:chOff x="7299727" y="1798260"/>
            <a:chExt cx="937712" cy="943598"/>
          </a:xfrm>
        </p:grpSpPr>
        <p:sp>
          <p:nvSpPr>
            <p:cNvPr id="74" name="Oval 73"/>
            <p:cNvSpPr/>
            <p:nvPr/>
          </p:nvSpPr>
          <p:spPr>
            <a:xfrm>
              <a:off x="7299727" y="1798260"/>
              <a:ext cx="937712" cy="943598"/>
            </a:xfrm>
            <a:prstGeom prst="ellipse">
              <a:avLst/>
            </a:prstGeom>
            <a:solidFill>
              <a:srgbClr val="F49D1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82" name="Group 81"/>
            <p:cNvGrpSpPr/>
            <p:nvPr/>
          </p:nvGrpSpPr>
          <p:grpSpPr>
            <a:xfrm>
              <a:off x="7516038" y="2013343"/>
              <a:ext cx="505090" cy="512460"/>
              <a:chOff x="2360613" y="2686051"/>
              <a:chExt cx="217488" cy="220662"/>
            </a:xfrm>
            <a:solidFill>
              <a:schemeClr val="bg1"/>
            </a:solidFill>
          </p:grpSpPr>
          <p:sp>
            <p:nvSpPr>
              <p:cNvPr id="83"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4" name="Freeform 35"/>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7" h="57">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5" name="Freeform 36"/>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16" name="Group 15"/>
          <p:cNvGrpSpPr/>
          <p:nvPr/>
        </p:nvGrpSpPr>
        <p:grpSpPr>
          <a:xfrm>
            <a:off x="7299727" y="5379256"/>
            <a:ext cx="937712" cy="943598"/>
            <a:chOff x="7299727" y="5379256"/>
            <a:chExt cx="937712" cy="943598"/>
          </a:xfrm>
        </p:grpSpPr>
        <p:sp>
          <p:nvSpPr>
            <p:cNvPr id="80" name="Oval 79"/>
            <p:cNvSpPr/>
            <p:nvPr/>
          </p:nvSpPr>
          <p:spPr>
            <a:xfrm>
              <a:off x="7299727" y="5379256"/>
              <a:ext cx="937712" cy="943598"/>
            </a:xfrm>
            <a:prstGeom prst="ellipse">
              <a:avLst/>
            </a:prstGeom>
            <a:solidFill>
              <a:srgbClr val="297F9D"/>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86" name="Group 85"/>
            <p:cNvGrpSpPr/>
            <p:nvPr/>
          </p:nvGrpSpPr>
          <p:grpSpPr>
            <a:xfrm>
              <a:off x="7542945" y="5647582"/>
              <a:ext cx="451276" cy="382823"/>
              <a:chOff x="1112838" y="3203576"/>
              <a:chExt cx="282575" cy="239712"/>
            </a:xfrm>
            <a:solidFill>
              <a:schemeClr val="bg1"/>
            </a:solidFill>
          </p:grpSpPr>
          <p:sp>
            <p:nvSpPr>
              <p:cNvPr id="87" name="Freeform 12"/>
              <p:cNvSpPr/>
              <p:nvPr/>
            </p:nvSpPr>
            <p:spPr bwMode="auto">
              <a:xfrm>
                <a:off x="1201738" y="3343276"/>
                <a:ext cx="50800" cy="50800"/>
              </a:xfrm>
              <a:custGeom>
                <a:avLst/>
                <a:gdLst>
                  <a:gd name="T0" fmla="*/ 32 w 32"/>
                  <a:gd name="T1" fmla="*/ 18 h 32"/>
                  <a:gd name="T2" fmla="*/ 15 w 32"/>
                  <a:gd name="T3" fmla="*/ 0 h 32"/>
                  <a:gd name="T4" fmla="*/ 15 w 32"/>
                  <a:gd name="T5" fmla="*/ 0 h 32"/>
                  <a:gd name="T6" fmla="*/ 0 w 32"/>
                  <a:gd name="T7" fmla="*/ 32 h 32"/>
                  <a:gd name="T8" fmla="*/ 32 w 32"/>
                  <a:gd name="T9" fmla="*/ 18 h 32"/>
                </a:gdLst>
                <a:ahLst/>
                <a:cxnLst>
                  <a:cxn ang="0">
                    <a:pos x="T0" y="T1"/>
                  </a:cxn>
                  <a:cxn ang="0">
                    <a:pos x="T2" y="T3"/>
                  </a:cxn>
                  <a:cxn ang="0">
                    <a:pos x="T4" y="T5"/>
                  </a:cxn>
                  <a:cxn ang="0">
                    <a:pos x="T6" y="T7"/>
                  </a:cxn>
                  <a:cxn ang="0">
                    <a:pos x="T8" y="T9"/>
                  </a:cxn>
                </a:cxnLst>
                <a:rect l="0" t="0" r="r" b="b"/>
                <a:pathLst>
                  <a:path w="32" h="32">
                    <a:moveTo>
                      <a:pt x="32" y="18"/>
                    </a:moveTo>
                    <a:lnTo>
                      <a:pt x="15" y="0"/>
                    </a:lnTo>
                    <a:lnTo>
                      <a:pt x="15" y="0"/>
                    </a:lnTo>
                    <a:lnTo>
                      <a:pt x="0" y="32"/>
                    </a:lnTo>
                    <a:lnTo>
                      <a:pt x="3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8" name="Rectangle 13"/>
              <p:cNvSpPr>
                <a:spLocks noChangeArrowheads="1"/>
              </p:cNvSpPr>
              <p:nvPr/>
            </p:nvSpPr>
            <p:spPr bwMode="auto">
              <a:xfrm>
                <a:off x="1252538" y="3371851"/>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89" name="Freeform 14"/>
              <p:cNvSpPr/>
              <p:nvPr/>
            </p:nvSpPr>
            <p:spPr bwMode="auto">
              <a:xfrm>
                <a:off x="1231900" y="3219451"/>
                <a:ext cx="127000" cy="127000"/>
              </a:xfrm>
              <a:custGeom>
                <a:avLst/>
                <a:gdLst>
                  <a:gd name="T0" fmla="*/ 73 w 80"/>
                  <a:gd name="T1" fmla="*/ 0 h 80"/>
                  <a:gd name="T2" fmla="*/ 0 w 80"/>
                  <a:gd name="T3" fmla="*/ 73 h 80"/>
                  <a:gd name="T4" fmla="*/ 7 w 80"/>
                  <a:gd name="T5" fmla="*/ 80 h 80"/>
                  <a:gd name="T6" fmla="*/ 80 w 80"/>
                  <a:gd name="T7" fmla="*/ 8 h 80"/>
                  <a:gd name="T8" fmla="*/ 73 w 80"/>
                  <a:gd name="T9" fmla="*/ 0 h 80"/>
                </a:gdLst>
                <a:ahLst/>
                <a:cxnLst>
                  <a:cxn ang="0">
                    <a:pos x="T0" y="T1"/>
                  </a:cxn>
                  <a:cxn ang="0">
                    <a:pos x="T2" y="T3"/>
                  </a:cxn>
                  <a:cxn ang="0">
                    <a:pos x="T4" y="T5"/>
                  </a:cxn>
                  <a:cxn ang="0">
                    <a:pos x="T6" y="T7"/>
                  </a:cxn>
                  <a:cxn ang="0">
                    <a:pos x="T8" y="T9"/>
                  </a:cxn>
                </a:cxnLst>
                <a:rect l="0" t="0" r="r" b="b"/>
                <a:pathLst>
                  <a:path w="80" h="80">
                    <a:moveTo>
                      <a:pt x="73" y="0"/>
                    </a:moveTo>
                    <a:lnTo>
                      <a:pt x="0" y="73"/>
                    </a:lnTo>
                    <a:lnTo>
                      <a:pt x="7" y="80"/>
                    </a:lnTo>
                    <a:lnTo>
                      <a:pt x="80" y="8"/>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0" name="Freeform 15"/>
              <p:cNvSpPr/>
              <p:nvPr/>
            </p:nvSpPr>
            <p:spPr bwMode="auto">
              <a:xfrm>
                <a:off x="1249363" y="3236913"/>
                <a:ext cx="128588" cy="128588"/>
              </a:xfrm>
              <a:custGeom>
                <a:avLst/>
                <a:gdLst>
                  <a:gd name="T0" fmla="*/ 0 w 81"/>
                  <a:gd name="T1" fmla="*/ 74 h 81"/>
                  <a:gd name="T2" fmla="*/ 7 w 81"/>
                  <a:gd name="T3" fmla="*/ 81 h 81"/>
                  <a:gd name="T4" fmla="*/ 81 w 81"/>
                  <a:gd name="T5" fmla="*/ 9 h 81"/>
                  <a:gd name="T6" fmla="*/ 74 w 81"/>
                  <a:gd name="T7" fmla="*/ 0 h 81"/>
                  <a:gd name="T8" fmla="*/ 0 w 81"/>
                  <a:gd name="T9" fmla="*/ 74 h 81"/>
                </a:gdLst>
                <a:ahLst/>
                <a:cxnLst>
                  <a:cxn ang="0">
                    <a:pos x="T0" y="T1"/>
                  </a:cxn>
                  <a:cxn ang="0">
                    <a:pos x="T2" y="T3"/>
                  </a:cxn>
                  <a:cxn ang="0">
                    <a:pos x="T4" y="T5"/>
                  </a:cxn>
                  <a:cxn ang="0">
                    <a:pos x="T6" y="T7"/>
                  </a:cxn>
                  <a:cxn ang="0">
                    <a:pos x="T8" y="T9"/>
                  </a:cxn>
                </a:cxnLst>
                <a:rect l="0" t="0" r="r" b="b"/>
                <a:pathLst>
                  <a:path w="81" h="81">
                    <a:moveTo>
                      <a:pt x="0" y="74"/>
                    </a:moveTo>
                    <a:lnTo>
                      <a:pt x="7" y="81"/>
                    </a:lnTo>
                    <a:lnTo>
                      <a:pt x="81" y="9"/>
                    </a:lnTo>
                    <a:lnTo>
                      <a:pt x="74" y="0"/>
                    </a:lnTo>
                    <a:lnTo>
                      <a:pt x="0"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91" name="Freeform 16"/>
              <p:cNvSpPr/>
              <p:nvPr/>
            </p:nvSpPr>
            <p:spPr bwMode="auto">
              <a:xfrm>
                <a:off x="1355725" y="3203576"/>
                <a:ext cx="39688" cy="3810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2" name="Freeform 17"/>
              <p:cNvSpPr/>
              <p:nvPr/>
            </p:nvSpPr>
            <p:spPr bwMode="auto">
              <a:xfrm>
                <a:off x="1112838" y="3208338"/>
                <a:ext cx="238125" cy="234950"/>
              </a:xfrm>
              <a:custGeom>
                <a:avLst/>
                <a:gdLst>
                  <a:gd name="T0" fmla="*/ 132 w 150"/>
                  <a:gd name="T1" fmla="*/ 131 h 148"/>
                  <a:gd name="T2" fmla="*/ 18 w 150"/>
                  <a:gd name="T3" fmla="*/ 131 h 148"/>
                  <a:gd name="T4" fmla="*/ 18 w 150"/>
                  <a:gd name="T5" fmla="*/ 18 h 148"/>
                  <a:gd name="T6" fmla="*/ 124 w 150"/>
                  <a:gd name="T7" fmla="*/ 18 h 148"/>
                  <a:gd name="T8" fmla="*/ 144 w 150"/>
                  <a:gd name="T9" fmla="*/ 0 h 148"/>
                  <a:gd name="T10" fmla="*/ 0 w 150"/>
                  <a:gd name="T11" fmla="*/ 0 h 148"/>
                  <a:gd name="T12" fmla="*/ 0 w 150"/>
                  <a:gd name="T13" fmla="*/ 148 h 148"/>
                  <a:gd name="T14" fmla="*/ 150 w 150"/>
                  <a:gd name="T15" fmla="*/ 148 h 148"/>
                  <a:gd name="T16" fmla="*/ 150 w 150"/>
                  <a:gd name="T17" fmla="*/ 55 h 148"/>
                  <a:gd name="T18" fmla="*/ 132 w 150"/>
                  <a:gd name="T19" fmla="*/ 73 h 148"/>
                  <a:gd name="T20" fmla="*/ 132 w 150"/>
                  <a:gd name="T21" fmla="*/ 13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48">
                    <a:moveTo>
                      <a:pt x="132" y="131"/>
                    </a:moveTo>
                    <a:lnTo>
                      <a:pt x="18" y="131"/>
                    </a:lnTo>
                    <a:lnTo>
                      <a:pt x="18" y="18"/>
                    </a:lnTo>
                    <a:lnTo>
                      <a:pt x="124" y="18"/>
                    </a:lnTo>
                    <a:lnTo>
                      <a:pt x="144" y="0"/>
                    </a:lnTo>
                    <a:lnTo>
                      <a:pt x="0" y="0"/>
                    </a:lnTo>
                    <a:lnTo>
                      <a:pt x="0" y="148"/>
                    </a:lnTo>
                    <a:lnTo>
                      <a:pt x="150" y="148"/>
                    </a:lnTo>
                    <a:lnTo>
                      <a:pt x="150" y="55"/>
                    </a:lnTo>
                    <a:lnTo>
                      <a:pt x="132" y="73"/>
                    </a:lnTo>
                    <a:lnTo>
                      <a:pt x="132"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5" name="Group 4"/>
          <p:cNvGrpSpPr/>
          <p:nvPr/>
        </p:nvGrpSpPr>
        <p:grpSpPr>
          <a:xfrm>
            <a:off x="7299727" y="2992468"/>
            <a:ext cx="937712" cy="943598"/>
            <a:chOff x="7299727" y="2992468"/>
            <a:chExt cx="937712" cy="943598"/>
          </a:xfrm>
        </p:grpSpPr>
        <p:sp>
          <p:nvSpPr>
            <p:cNvPr id="76" name="Oval 75"/>
            <p:cNvSpPr/>
            <p:nvPr/>
          </p:nvSpPr>
          <p:spPr>
            <a:xfrm>
              <a:off x="7299727" y="2992468"/>
              <a:ext cx="937712" cy="943598"/>
            </a:xfrm>
            <a:prstGeom prst="ellipse">
              <a:avLst/>
            </a:prstGeom>
            <a:solidFill>
              <a:srgbClr val="9BBC57"/>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33" name="Freeform 58"/>
            <p:cNvSpPr/>
            <p:nvPr/>
          </p:nvSpPr>
          <p:spPr bwMode="auto">
            <a:xfrm>
              <a:off x="7544009" y="3255568"/>
              <a:ext cx="449149" cy="465580"/>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5 h 142"/>
                <a:gd name="T16" fmla="*/ 62 w 137"/>
                <a:gd name="T17" fmla="*/ 6 h 142"/>
                <a:gd name="T18" fmla="*/ 44 w 137"/>
                <a:gd name="T19" fmla="*/ 57 h 142"/>
                <a:gd name="T20" fmla="*/ 64 w 137"/>
                <a:gd name="T21" fmla="*/ 57 h 142"/>
                <a:gd name="T22" fmla="*/ 64 w 137"/>
                <a:gd name="T23" fmla="*/ 123 h 142"/>
                <a:gd name="T24" fmla="*/ 64 w 137"/>
                <a:gd name="T25" fmla="*/ 125 h 142"/>
                <a:gd name="T26" fmla="*/ 64 w 137"/>
                <a:gd name="T27" fmla="*/ 130 h 142"/>
                <a:gd name="T28" fmla="*/ 76 w 137"/>
                <a:gd name="T29" fmla="*/ 142 h 142"/>
                <a:gd name="T30" fmla="*/ 88 w 137"/>
                <a:gd name="T31" fmla="*/ 130 h 142"/>
                <a:gd name="T32" fmla="*/ 88 w 137"/>
                <a:gd name="T33" fmla="*/ 125 h 142"/>
                <a:gd name="T34" fmla="*/ 79 w 137"/>
                <a:gd name="T35" fmla="*/ 125 h 142"/>
                <a:gd name="T36" fmla="*/ 79 w 137"/>
                <a:gd name="T37" fmla="*/ 127 h 142"/>
                <a:gd name="T38" fmla="*/ 79 w 137"/>
                <a:gd name="T39" fmla="*/ 130 h 142"/>
                <a:gd name="T40" fmla="*/ 76 w 137"/>
                <a:gd name="T41" fmla="*/ 134 h 142"/>
                <a:gd name="T42" fmla="*/ 72 w 137"/>
                <a:gd name="T43" fmla="*/ 130 h 142"/>
                <a:gd name="T44" fmla="*/ 72 w 137"/>
                <a:gd name="T45" fmla="*/ 127 h 142"/>
                <a:gd name="T46" fmla="*/ 72 w 137"/>
                <a:gd name="T47" fmla="*/ 125 h 142"/>
                <a:gd name="T48" fmla="*/ 72 w 137"/>
                <a:gd name="T49" fmla="*/ 112 h 142"/>
                <a:gd name="T50" fmla="*/ 72 w 137"/>
                <a:gd name="T51" fmla="*/ 57 h 142"/>
                <a:gd name="T52" fmla="*/ 94 w 137"/>
                <a:gd name="T53" fmla="*/ 57 h 142"/>
                <a:gd name="T54" fmla="*/ 76 w 137"/>
                <a:gd name="T55" fmla="*/ 6 h 142"/>
                <a:gd name="T56" fmla="*/ 76 w 137"/>
                <a:gd name="T57" fmla="*/ 5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9"/>
                    <a:pt x="105" y="7"/>
                    <a:pt x="76" y="4"/>
                  </a:cubicBezTo>
                  <a:cubicBezTo>
                    <a:pt x="74" y="2"/>
                    <a:pt x="72" y="0"/>
                    <a:pt x="69" y="0"/>
                  </a:cubicBezTo>
                  <a:cubicBezTo>
                    <a:pt x="66" y="0"/>
                    <a:pt x="64" y="2"/>
                    <a:pt x="62" y="4"/>
                  </a:cubicBezTo>
                  <a:cubicBezTo>
                    <a:pt x="32" y="7"/>
                    <a:pt x="7" y="28"/>
                    <a:pt x="0" y="57"/>
                  </a:cubicBezTo>
                  <a:cubicBezTo>
                    <a:pt x="39" y="57"/>
                    <a:pt x="39" y="57"/>
                    <a:pt x="39" y="57"/>
                  </a:cubicBezTo>
                  <a:cubicBezTo>
                    <a:pt x="39" y="24"/>
                    <a:pt x="58" y="8"/>
                    <a:pt x="62" y="5"/>
                  </a:cubicBezTo>
                  <a:cubicBezTo>
                    <a:pt x="62" y="5"/>
                    <a:pt x="62" y="5"/>
                    <a:pt x="62" y="6"/>
                  </a:cubicBezTo>
                  <a:cubicBezTo>
                    <a:pt x="41" y="32"/>
                    <a:pt x="44" y="57"/>
                    <a:pt x="44" y="57"/>
                  </a:cubicBezTo>
                  <a:cubicBezTo>
                    <a:pt x="64" y="57"/>
                    <a:pt x="64" y="57"/>
                    <a:pt x="64" y="57"/>
                  </a:cubicBezTo>
                  <a:cubicBezTo>
                    <a:pt x="64" y="123"/>
                    <a:pt x="64" y="123"/>
                    <a:pt x="64" y="123"/>
                  </a:cubicBezTo>
                  <a:cubicBezTo>
                    <a:pt x="64" y="125"/>
                    <a:pt x="64" y="125"/>
                    <a:pt x="64" y="125"/>
                  </a:cubicBezTo>
                  <a:cubicBezTo>
                    <a:pt x="64" y="130"/>
                    <a:pt x="64" y="130"/>
                    <a:pt x="64" y="130"/>
                  </a:cubicBezTo>
                  <a:cubicBezTo>
                    <a:pt x="64" y="137"/>
                    <a:pt x="69" y="142"/>
                    <a:pt x="76" y="142"/>
                  </a:cubicBezTo>
                  <a:cubicBezTo>
                    <a:pt x="82" y="142"/>
                    <a:pt x="88" y="137"/>
                    <a:pt x="88" y="130"/>
                  </a:cubicBezTo>
                  <a:cubicBezTo>
                    <a:pt x="88" y="125"/>
                    <a:pt x="88" y="125"/>
                    <a:pt x="88" y="125"/>
                  </a:cubicBezTo>
                  <a:cubicBezTo>
                    <a:pt x="79" y="125"/>
                    <a:pt x="79" y="125"/>
                    <a:pt x="79" y="125"/>
                  </a:cubicBezTo>
                  <a:cubicBezTo>
                    <a:pt x="79" y="127"/>
                    <a:pt x="79" y="127"/>
                    <a:pt x="79" y="127"/>
                  </a:cubicBezTo>
                  <a:cubicBezTo>
                    <a:pt x="79" y="130"/>
                    <a:pt x="79" y="130"/>
                    <a:pt x="79" y="130"/>
                  </a:cubicBezTo>
                  <a:cubicBezTo>
                    <a:pt x="79" y="132"/>
                    <a:pt x="78" y="134"/>
                    <a:pt x="76" y="134"/>
                  </a:cubicBezTo>
                  <a:cubicBezTo>
                    <a:pt x="74" y="134"/>
                    <a:pt x="72" y="132"/>
                    <a:pt x="72" y="130"/>
                  </a:cubicBezTo>
                  <a:cubicBezTo>
                    <a:pt x="72" y="127"/>
                    <a:pt x="72" y="127"/>
                    <a:pt x="72" y="127"/>
                  </a:cubicBezTo>
                  <a:cubicBezTo>
                    <a:pt x="72" y="125"/>
                    <a:pt x="72" y="125"/>
                    <a:pt x="72" y="125"/>
                  </a:cubicBezTo>
                  <a:cubicBezTo>
                    <a:pt x="72" y="112"/>
                    <a:pt x="72" y="112"/>
                    <a:pt x="72" y="112"/>
                  </a:cubicBezTo>
                  <a:cubicBezTo>
                    <a:pt x="72" y="57"/>
                    <a:pt x="72" y="57"/>
                    <a:pt x="72" y="57"/>
                  </a:cubicBezTo>
                  <a:cubicBezTo>
                    <a:pt x="94" y="57"/>
                    <a:pt x="94" y="57"/>
                    <a:pt x="94" y="57"/>
                  </a:cubicBezTo>
                  <a:cubicBezTo>
                    <a:pt x="94" y="57"/>
                    <a:pt x="97" y="32"/>
                    <a:pt x="76" y="6"/>
                  </a:cubicBezTo>
                  <a:cubicBezTo>
                    <a:pt x="76" y="5"/>
                    <a:pt x="76" y="5"/>
                    <a:pt x="76" y="5"/>
                  </a:cubicBezTo>
                  <a:cubicBezTo>
                    <a:pt x="80" y="8"/>
                    <a:pt x="99" y="24"/>
                    <a:pt x="99" y="57"/>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Group 5"/>
          <p:cNvGrpSpPr/>
          <p:nvPr/>
        </p:nvGrpSpPr>
        <p:grpSpPr>
          <a:xfrm>
            <a:off x="7299727" y="4185048"/>
            <a:ext cx="937712" cy="943598"/>
            <a:chOff x="7299727" y="4185048"/>
            <a:chExt cx="937712" cy="943598"/>
          </a:xfrm>
        </p:grpSpPr>
        <p:sp>
          <p:nvSpPr>
            <p:cNvPr id="78" name="Oval 77"/>
            <p:cNvSpPr/>
            <p:nvPr/>
          </p:nvSpPr>
          <p:spPr>
            <a:xfrm>
              <a:off x="7299727" y="4185048"/>
              <a:ext cx="937712" cy="943598"/>
            </a:xfrm>
            <a:prstGeom prst="ellipse">
              <a:avLst/>
            </a:prstGeom>
            <a:solidFill>
              <a:srgbClr val="15A185"/>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a:defRPr/>
              </a:pPr>
              <a:endParaRPr lang="en-US" sz="11733">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134" name="Group 133"/>
            <p:cNvGrpSpPr/>
            <p:nvPr/>
          </p:nvGrpSpPr>
          <p:grpSpPr>
            <a:xfrm>
              <a:off x="7459548" y="4445303"/>
              <a:ext cx="618071" cy="423085"/>
              <a:chOff x="2324100" y="1814513"/>
              <a:chExt cx="266700" cy="182563"/>
            </a:xfrm>
            <a:solidFill>
              <a:schemeClr val="bg1"/>
            </a:solidFill>
          </p:grpSpPr>
          <p:sp>
            <p:nvSpPr>
              <p:cNvPr id="135"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6"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271898960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xmlns:p15="http://schemas.microsoft.com/office/powerpoint/2012/main">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Straight Connector 21"/>
          <p:cNvCxnSpPr>
            <a:stCxn id="20" idx="0"/>
            <a:endCxn id="19" idx="4"/>
          </p:cNvCxnSpPr>
          <p:nvPr/>
        </p:nvCxnSpPr>
        <p:spPr>
          <a:xfrm flipH="1" flipV="1">
            <a:off x="2108200" y="3886200"/>
            <a:ext cx="0" cy="137160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stCxn id="24" idx="0"/>
            <a:endCxn id="23" idx="4"/>
          </p:cNvCxnSpPr>
          <p:nvPr/>
        </p:nvCxnSpPr>
        <p:spPr>
          <a:xfrm flipH="1" flipV="1">
            <a:off x="4734689" y="4445000"/>
            <a:ext cx="0" cy="35560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29" idx="0"/>
          </p:cNvCxnSpPr>
          <p:nvPr/>
        </p:nvCxnSpPr>
        <p:spPr>
          <a:xfrm flipH="1" flipV="1">
            <a:off x="7376288" y="4445000"/>
            <a:ext cx="0" cy="76200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a:stCxn id="33" idx="0"/>
            <a:endCxn id="32" idx="4"/>
          </p:cNvCxnSpPr>
          <p:nvPr/>
        </p:nvCxnSpPr>
        <p:spPr>
          <a:xfrm flipH="1" flipV="1">
            <a:off x="9982200" y="3886200"/>
            <a:ext cx="0" cy="96520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 name="Text Box 7"/>
          <p:cNvSpPr txBox="1">
            <a:spLocks noChangeArrowheads="1"/>
          </p:cNvSpPr>
          <p:nvPr/>
        </p:nvSpPr>
        <p:spPr bwMode="auto">
          <a:xfrm>
            <a:off x="812801" y="495181"/>
            <a:ext cx="3917419" cy="800219"/>
          </a:xfrm>
          <a:prstGeom prst="rect">
            <a:avLst/>
          </a:prstGeom>
          <a:noFill/>
          <a:ln w="9525">
            <a:noFill/>
            <a:miter lim="800000"/>
          </a:ln>
        </p:spPr>
        <p:txBody>
          <a:bodyPr wrap="none" lIns="60960" tIns="30480" rIns="60960" bIns="30480">
            <a:spAutoFit/>
          </a:bodyPr>
          <a:lstStyle/>
          <a:p>
            <a:pPr defTabSz="1450940"/>
            <a:r>
              <a:rPr lang="en-CA" sz="4800" spc="-200">
                <a:solidFill>
                  <a:schemeClr val="tx1">
                    <a:lumMod val="65000"/>
                    <a:lumOff val="35000"/>
                  </a:schemeClr>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Safety Detailed</a:t>
            </a:r>
          </a:p>
        </p:txBody>
      </p:sp>
      <p:sp>
        <p:nvSpPr>
          <p:cNvPr id="11" name="Freeform 9"/>
          <p:cNvSpPr/>
          <p:nvPr/>
        </p:nvSpPr>
        <p:spPr bwMode="auto">
          <a:xfrm>
            <a:off x="599017" y="2774950"/>
            <a:ext cx="2779184" cy="764117"/>
          </a:xfrm>
          <a:custGeom>
            <a:avLst/>
            <a:gdLst>
              <a:gd name="T0" fmla="*/ 313 w 555"/>
              <a:gd name="T1" fmla="*/ 51 h 152"/>
              <a:gd name="T2" fmla="*/ 277 w 555"/>
              <a:gd name="T3" fmla="*/ 101 h 152"/>
              <a:gd name="T4" fmla="*/ 320 w 555"/>
              <a:gd name="T5" fmla="*/ 152 h 152"/>
              <a:gd name="T6" fmla="*/ 363 w 555"/>
              <a:gd name="T7" fmla="*/ 101 h 152"/>
              <a:gd name="T8" fmla="*/ 333 w 555"/>
              <a:gd name="T9" fmla="*/ 52 h 152"/>
              <a:gd name="T10" fmla="*/ 362 w 555"/>
              <a:gd name="T11" fmla="*/ 55 h 152"/>
              <a:gd name="T12" fmla="*/ 362 w 555"/>
              <a:gd name="T13" fmla="*/ 55 h 152"/>
              <a:gd name="T14" fmla="*/ 555 w 555"/>
              <a:gd name="T15" fmla="*/ 71 h 152"/>
              <a:gd name="T16" fmla="*/ 555 w 555"/>
              <a:gd name="T17" fmla="*/ 34 h 152"/>
              <a:gd name="T18" fmla="*/ 42 w 555"/>
              <a:gd name="T19" fmla="*/ 2 h 152"/>
              <a:gd name="T20" fmla="*/ 36 w 555"/>
              <a:gd name="T21" fmla="*/ 27 h 152"/>
              <a:gd name="T22" fmla="*/ 257 w 555"/>
              <a:gd name="T23" fmla="*/ 46 h 152"/>
              <a:gd name="T24" fmla="*/ 313 w 555"/>
              <a:gd name="T25" fmla="*/ 5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5" h="152">
                <a:moveTo>
                  <a:pt x="313" y="51"/>
                </a:moveTo>
                <a:cubicBezTo>
                  <a:pt x="293" y="55"/>
                  <a:pt x="277" y="76"/>
                  <a:pt x="277" y="101"/>
                </a:cubicBezTo>
                <a:cubicBezTo>
                  <a:pt x="277" y="129"/>
                  <a:pt x="297" y="152"/>
                  <a:pt x="320" y="152"/>
                </a:cubicBezTo>
                <a:cubicBezTo>
                  <a:pt x="344" y="152"/>
                  <a:pt x="363" y="129"/>
                  <a:pt x="363" y="101"/>
                </a:cubicBezTo>
                <a:cubicBezTo>
                  <a:pt x="363" y="78"/>
                  <a:pt x="351" y="59"/>
                  <a:pt x="333" y="52"/>
                </a:cubicBezTo>
                <a:cubicBezTo>
                  <a:pt x="362" y="55"/>
                  <a:pt x="362" y="55"/>
                  <a:pt x="362" y="55"/>
                </a:cubicBezTo>
                <a:cubicBezTo>
                  <a:pt x="362" y="55"/>
                  <a:pt x="362" y="55"/>
                  <a:pt x="362" y="55"/>
                </a:cubicBezTo>
                <a:cubicBezTo>
                  <a:pt x="555" y="71"/>
                  <a:pt x="555" y="71"/>
                  <a:pt x="555" y="71"/>
                </a:cubicBezTo>
                <a:cubicBezTo>
                  <a:pt x="555" y="34"/>
                  <a:pt x="555" y="34"/>
                  <a:pt x="555" y="34"/>
                </a:cubicBezTo>
                <a:cubicBezTo>
                  <a:pt x="42" y="2"/>
                  <a:pt x="42" y="2"/>
                  <a:pt x="42" y="2"/>
                </a:cubicBezTo>
                <a:cubicBezTo>
                  <a:pt x="0" y="0"/>
                  <a:pt x="5" y="24"/>
                  <a:pt x="36" y="27"/>
                </a:cubicBezTo>
                <a:cubicBezTo>
                  <a:pt x="257" y="46"/>
                  <a:pt x="257" y="46"/>
                  <a:pt x="257" y="46"/>
                </a:cubicBezTo>
                <a:lnTo>
                  <a:pt x="313" y="51"/>
                </a:lnTo>
                <a:close/>
              </a:path>
            </a:pathLst>
          </a:cu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2" name="Freeform 10"/>
          <p:cNvSpPr/>
          <p:nvPr/>
        </p:nvSpPr>
        <p:spPr bwMode="auto">
          <a:xfrm>
            <a:off x="8809569" y="2774950"/>
            <a:ext cx="2774951" cy="764117"/>
          </a:xfrm>
          <a:custGeom>
            <a:avLst/>
            <a:gdLst>
              <a:gd name="T0" fmla="*/ 241 w 554"/>
              <a:gd name="T1" fmla="*/ 51 h 152"/>
              <a:gd name="T2" fmla="*/ 277 w 554"/>
              <a:gd name="T3" fmla="*/ 101 h 152"/>
              <a:gd name="T4" fmla="*/ 235 w 554"/>
              <a:gd name="T5" fmla="*/ 152 h 152"/>
              <a:gd name="T6" fmla="*/ 192 w 554"/>
              <a:gd name="T7" fmla="*/ 101 h 152"/>
              <a:gd name="T8" fmla="*/ 222 w 554"/>
              <a:gd name="T9" fmla="*/ 52 h 152"/>
              <a:gd name="T10" fmla="*/ 193 w 554"/>
              <a:gd name="T11" fmla="*/ 55 h 152"/>
              <a:gd name="T12" fmla="*/ 193 w 554"/>
              <a:gd name="T13" fmla="*/ 55 h 152"/>
              <a:gd name="T14" fmla="*/ 0 w 554"/>
              <a:gd name="T15" fmla="*/ 71 h 152"/>
              <a:gd name="T16" fmla="*/ 0 w 554"/>
              <a:gd name="T17" fmla="*/ 34 h 152"/>
              <a:gd name="T18" fmla="*/ 513 w 554"/>
              <a:gd name="T19" fmla="*/ 2 h 152"/>
              <a:gd name="T20" fmla="*/ 519 w 554"/>
              <a:gd name="T21" fmla="*/ 27 h 152"/>
              <a:gd name="T22" fmla="*/ 298 w 554"/>
              <a:gd name="T23" fmla="*/ 46 h 152"/>
              <a:gd name="T24" fmla="*/ 241 w 554"/>
              <a:gd name="T25" fmla="*/ 5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4" h="152">
                <a:moveTo>
                  <a:pt x="241" y="51"/>
                </a:moveTo>
                <a:cubicBezTo>
                  <a:pt x="262" y="55"/>
                  <a:pt x="277" y="76"/>
                  <a:pt x="277" y="101"/>
                </a:cubicBezTo>
                <a:cubicBezTo>
                  <a:pt x="277" y="129"/>
                  <a:pt x="258" y="152"/>
                  <a:pt x="235" y="152"/>
                </a:cubicBezTo>
                <a:cubicBezTo>
                  <a:pt x="211" y="152"/>
                  <a:pt x="192" y="129"/>
                  <a:pt x="192" y="101"/>
                </a:cubicBezTo>
                <a:cubicBezTo>
                  <a:pt x="192" y="78"/>
                  <a:pt x="204" y="59"/>
                  <a:pt x="222" y="52"/>
                </a:cubicBezTo>
                <a:cubicBezTo>
                  <a:pt x="193" y="55"/>
                  <a:pt x="193" y="55"/>
                  <a:pt x="193" y="55"/>
                </a:cubicBezTo>
                <a:cubicBezTo>
                  <a:pt x="193" y="55"/>
                  <a:pt x="193" y="55"/>
                  <a:pt x="193" y="55"/>
                </a:cubicBezTo>
                <a:cubicBezTo>
                  <a:pt x="0" y="71"/>
                  <a:pt x="0" y="71"/>
                  <a:pt x="0" y="71"/>
                </a:cubicBezTo>
                <a:cubicBezTo>
                  <a:pt x="0" y="34"/>
                  <a:pt x="0" y="34"/>
                  <a:pt x="0" y="34"/>
                </a:cubicBezTo>
                <a:cubicBezTo>
                  <a:pt x="513" y="2"/>
                  <a:pt x="513" y="2"/>
                  <a:pt x="513" y="2"/>
                </a:cubicBezTo>
                <a:cubicBezTo>
                  <a:pt x="554" y="0"/>
                  <a:pt x="550" y="24"/>
                  <a:pt x="519" y="27"/>
                </a:cubicBezTo>
                <a:cubicBezTo>
                  <a:pt x="298" y="46"/>
                  <a:pt x="298" y="46"/>
                  <a:pt x="298" y="46"/>
                </a:cubicBezTo>
                <a:lnTo>
                  <a:pt x="241" y="51"/>
                </a:lnTo>
                <a:close/>
              </a:path>
            </a:pathLst>
          </a:custGeom>
          <a:solidFill>
            <a:srgbClr val="297F9D"/>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3" name="Freeform 11"/>
          <p:cNvSpPr>
            <a:spLocks noEditPoints="1"/>
          </p:cNvSpPr>
          <p:nvPr/>
        </p:nvSpPr>
        <p:spPr bwMode="auto">
          <a:xfrm>
            <a:off x="3378202" y="1600200"/>
            <a:ext cx="2713567" cy="2482851"/>
          </a:xfrm>
          <a:custGeom>
            <a:avLst/>
            <a:gdLst>
              <a:gd name="T0" fmla="*/ 97 w 542"/>
              <a:gd name="T1" fmla="*/ 386 h 494"/>
              <a:gd name="T2" fmla="*/ 182 w 542"/>
              <a:gd name="T3" fmla="*/ 321 h 494"/>
              <a:gd name="T4" fmla="*/ 272 w 542"/>
              <a:gd name="T5" fmla="*/ 285 h 494"/>
              <a:gd name="T6" fmla="*/ 480 w 542"/>
              <a:gd name="T7" fmla="*/ 123 h 494"/>
              <a:gd name="T8" fmla="*/ 481 w 542"/>
              <a:gd name="T9" fmla="*/ 366 h 494"/>
              <a:gd name="T10" fmla="*/ 480 w 542"/>
              <a:gd name="T11" fmla="*/ 365 h 494"/>
              <a:gd name="T12" fmla="*/ 540 w 542"/>
              <a:gd name="T13" fmla="*/ 464 h 494"/>
              <a:gd name="T14" fmla="*/ 536 w 542"/>
              <a:gd name="T15" fmla="*/ 460 h 494"/>
              <a:gd name="T16" fmla="*/ 533 w 542"/>
              <a:gd name="T17" fmla="*/ 453 h 494"/>
              <a:gd name="T18" fmla="*/ 518 w 542"/>
              <a:gd name="T19" fmla="*/ 453 h 494"/>
              <a:gd name="T20" fmla="*/ 528 w 542"/>
              <a:gd name="T21" fmla="*/ 485 h 494"/>
              <a:gd name="T22" fmla="*/ 535 w 542"/>
              <a:gd name="T23" fmla="*/ 473 h 494"/>
              <a:gd name="T24" fmla="*/ 538 w 542"/>
              <a:gd name="T25" fmla="*/ 469 h 494"/>
              <a:gd name="T26" fmla="*/ 542 w 542"/>
              <a:gd name="T27" fmla="*/ 469 h 494"/>
              <a:gd name="T28" fmla="*/ 537 w 542"/>
              <a:gd name="T29" fmla="*/ 0 h 494"/>
              <a:gd name="T30" fmla="*/ 480 w 542"/>
              <a:gd name="T31" fmla="*/ 123 h 494"/>
              <a:gd name="T32" fmla="*/ 475 w 542"/>
              <a:gd name="T33" fmla="*/ 362 h 494"/>
              <a:gd name="T34" fmla="*/ 473 w 542"/>
              <a:gd name="T35" fmla="*/ 401 h 494"/>
              <a:gd name="T36" fmla="*/ 479 w 542"/>
              <a:gd name="T37" fmla="*/ 364 h 494"/>
              <a:gd name="T38" fmla="*/ 480 w 542"/>
              <a:gd name="T39" fmla="*/ 365 h 494"/>
              <a:gd name="T40" fmla="*/ 445 w 542"/>
              <a:gd name="T41" fmla="*/ 154 h 494"/>
              <a:gd name="T42" fmla="*/ 445 w 542"/>
              <a:gd name="T43" fmla="*/ 334 h 494"/>
              <a:gd name="T44" fmla="*/ 445 w 542"/>
              <a:gd name="T45" fmla="*/ 398 h 494"/>
              <a:gd name="T46" fmla="*/ 473 w 542"/>
              <a:gd name="T47" fmla="*/ 361 h 494"/>
              <a:gd name="T48" fmla="*/ 473 w 542"/>
              <a:gd name="T49" fmla="*/ 361 h 494"/>
              <a:gd name="T50" fmla="*/ 336 w 542"/>
              <a:gd name="T51" fmla="*/ 431 h 494"/>
              <a:gd name="T52" fmla="*/ 329 w 542"/>
              <a:gd name="T53" fmla="*/ 431 h 494"/>
              <a:gd name="T54" fmla="*/ 317 w 542"/>
              <a:gd name="T55" fmla="*/ 452 h 494"/>
              <a:gd name="T56" fmla="*/ 312 w 542"/>
              <a:gd name="T57" fmla="*/ 459 h 494"/>
              <a:gd name="T58" fmla="*/ 336 w 542"/>
              <a:gd name="T59" fmla="*/ 384 h 494"/>
              <a:gd name="T60" fmla="*/ 308 w 542"/>
              <a:gd name="T61" fmla="*/ 341 h 494"/>
              <a:gd name="T62" fmla="*/ 308 w 542"/>
              <a:gd name="T63" fmla="*/ 337 h 494"/>
              <a:gd name="T64" fmla="*/ 336 w 542"/>
              <a:gd name="T65" fmla="*/ 289 h 494"/>
              <a:gd name="T66" fmla="*/ 285 w 542"/>
              <a:gd name="T67" fmla="*/ 330 h 494"/>
              <a:gd name="T68" fmla="*/ 297 w 542"/>
              <a:gd name="T69" fmla="*/ 459 h 494"/>
              <a:gd name="T70" fmla="*/ 290 w 542"/>
              <a:gd name="T71" fmla="*/ 452 h 494"/>
              <a:gd name="T72" fmla="*/ 284 w 542"/>
              <a:gd name="T73" fmla="*/ 471 h 494"/>
              <a:gd name="T74" fmla="*/ 293 w 542"/>
              <a:gd name="T75" fmla="*/ 471 h 494"/>
              <a:gd name="T76" fmla="*/ 308 w 542"/>
              <a:gd name="T77" fmla="*/ 467 h 494"/>
              <a:gd name="T78" fmla="*/ 315 w 542"/>
              <a:gd name="T79" fmla="*/ 473 h 494"/>
              <a:gd name="T80" fmla="*/ 320 w 542"/>
              <a:gd name="T81" fmla="*/ 486 h 494"/>
              <a:gd name="T82" fmla="*/ 337 w 542"/>
              <a:gd name="T83" fmla="*/ 494 h 494"/>
              <a:gd name="T84" fmla="*/ 337 w 542"/>
              <a:gd name="T85" fmla="*/ 431 h 494"/>
              <a:gd name="T86" fmla="*/ 336 w 542"/>
              <a:gd name="T87" fmla="*/ 222 h 494"/>
              <a:gd name="T88" fmla="*/ 415 w 542"/>
              <a:gd name="T89" fmla="*/ 261 h 494"/>
              <a:gd name="T90" fmla="*/ 336 w 542"/>
              <a:gd name="T91" fmla="*/ 334 h 494"/>
              <a:gd name="T92" fmla="*/ 336 w 542"/>
              <a:gd name="T93" fmla="*/ 353 h 494"/>
              <a:gd name="T94" fmla="*/ 336 w 542"/>
              <a:gd name="T95" fmla="*/ 375 h 494"/>
              <a:gd name="T96" fmla="*/ 412 w 542"/>
              <a:gd name="T97" fmla="*/ 341 h 494"/>
              <a:gd name="T98" fmla="*/ 444 w 542"/>
              <a:gd name="T99" fmla="*/ 343 h 494"/>
              <a:gd name="T100" fmla="*/ 419 w 542"/>
              <a:gd name="T101" fmla="*/ 208 h 494"/>
              <a:gd name="T102" fmla="*/ 272 w 542"/>
              <a:gd name="T103" fmla="*/ 431 h 494"/>
              <a:gd name="T104" fmla="*/ 284 w 542"/>
              <a:gd name="T105" fmla="*/ 486 h 494"/>
              <a:gd name="T106" fmla="*/ 272 w 542"/>
              <a:gd name="T107" fmla="*/ 431 h 494"/>
              <a:gd name="T108" fmla="*/ 259 w 542"/>
              <a:gd name="T109" fmla="*/ 486 h 494"/>
              <a:gd name="T110" fmla="*/ 272 w 542"/>
              <a:gd name="T111" fmla="*/ 431 h 494"/>
              <a:gd name="T112" fmla="*/ 336 w 542"/>
              <a:gd name="T113" fmla="*/ 222 h 494"/>
              <a:gd name="T114" fmla="*/ 272 w 542"/>
              <a:gd name="T115" fmla="*/ 216 h 494"/>
              <a:gd name="T116" fmla="*/ 188 w 542"/>
              <a:gd name="T117" fmla="*/ 20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2" h="493">
                <a:moveTo>
                  <a:pt x="0" y="305"/>
                </a:moveTo>
                <a:cubicBezTo>
                  <a:pt x="140" y="317"/>
                  <a:pt x="140" y="317"/>
                  <a:pt x="140" y="317"/>
                </a:cubicBezTo>
                <a:cubicBezTo>
                  <a:pt x="115" y="326"/>
                  <a:pt x="97" y="354"/>
                  <a:pt x="97" y="386"/>
                </a:cubicBezTo>
                <a:cubicBezTo>
                  <a:pt x="97" y="426"/>
                  <a:pt x="124" y="459"/>
                  <a:pt x="157" y="459"/>
                </a:cubicBezTo>
                <a:cubicBezTo>
                  <a:pt x="190" y="459"/>
                  <a:pt x="218" y="426"/>
                  <a:pt x="218" y="386"/>
                </a:cubicBezTo>
                <a:cubicBezTo>
                  <a:pt x="218" y="357"/>
                  <a:pt x="203" y="332"/>
                  <a:pt x="182" y="321"/>
                </a:cubicBezTo>
                <a:cubicBezTo>
                  <a:pt x="253" y="327"/>
                  <a:pt x="253" y="327"/>
                  <a:pt x="253" y="327"/>
                </a:cubicBezTo>
                <a:cubicBezTo>
                  <a:pt x="272" y="329"/>
                  <a:pt x="272" y="329"/>
                  <a:pt x="272" y="329"/>
                </a:cubicBezTo>
                <a:cubicBezTo>
                  <a:pt x="272" y="285"/>
                  <a:pt x="272" y="285"/>
                  <a:pt x="272" y="285"/>
                </a:cubicBezTo>
                <a:cubicBezTo>
                  <a:pt x="0" y="268"/>
                  <a:pt x="0" y="268"/>
                  <a:pt x="0" y="268"/>
                </a:cubicBezTo>
                <a:lnTo>
                  <a:pt x="0" y="305"/>
                </a:lnTo>
                <a:close/>
                <a:moveTo>
                  <a:pt x="480" y="123"/>
                </a:moveTo>
                <a:cubicBezTo>
                  <a:pt x="480" y="365"/>
                  <a:pt x="480" y="365"/>
                  <a:pt x="480" y="365"/>
                </a:cubicBezTo>
                <a:cubicBezTo>
                  <a:pt x="482" y="367"/>
                  <a:pt x="482" y="367"/>
                  <a:pt x="482" y="367"/>
                </a:cubicBezTo>
                <a:cubicBezTo>
                  <a:pt x="481" y="366"/>
                  <a:pt x="481" y="366"/>
                  <a:pt x="481" y="366"/>
                </a:cubicBezTo>
                <a:cubicBezTo>
                  <a:pt x="480" y="365"/>
                  <a:pt x="480" y="365"/>
                  <a:pt x="480" y="365"/>
                </a:cubicBezTo>
                <a:cubicBezTo>
                  <a:pt x="480" y="365"/>
                  <a:pt x="480" y="365"/>
                  <a:pt x="480" y="365"/>
                </a:cubicBezTo>
                <a:cubicBezTo>
                  <a:pt x="480" y="365"/>
                  <a:pt x="480" y="365"/>
                  <a:pt x="480" y="365"/>
                </a:cubicBezTo>
                <a:cubicBezTo>
                  <a:pt x="480" y="401"/>
                  <a:pt x="480" y="401"/>
                  <a:pt x="480" y="401"/>
                </a:cubicBezTo>
                <a:cubicBezTo>
                  <a:pt x="498" y="401"/>
                  <a:pt x="509" y="396"/>
                  <a:pt x="540" y="396"/>
                </a:cubicBezTo>
                <a:cubicBezTo>
                  <a:pt x="540" y="464"/>
                  <a:pt x="540" y="464"/>
                  <a:pt x="540" y="464"/>
                </a:cubicBezTo>
                <a:cubicBezTo>
                  <a:pt x="538" y="464"/>
                  <a:pt x="538" y="464"/>
                  <a:pt x="538" y="464"/>
                </a:cubicBezTo>
                <a:cubicBezTo>
                  <a:pt x="538" y="462"/>
                  <a:pt x="538" y="462"/>
                  <a:pt x="538" y="462"/>
                </a:cubicBezTo>
                <a:cubicBezTo>
                  <a:pt x="538" y="461"/>
                  <a:pt x="537" y="460"/>
                  <a:pt x="536" y="460"/>
                </a:cubicBezTo>
                <a:cubicBezTo>
                  <a:pt x="535" y="460"/>
                  <a:pt x="535" y="460"/>
                  <a:pt x="535" y="460"/>
                </a:cubicBezTo>
                <a:cubicBezTo>
                  <a:pt x="534" y="460"/>
                  <a:pt x="533" y="461"/>
                  <a:pt x="533" y="462"/>
                </a:cubicBezTo>
                <a:cubicBezTo>
                  <a:pt x="533" y="453"/>
                  <a:pt x="533" y="453"/>
                  <a:pt x="533" y="453"/>
                </a:cubicBezTo>
                <a:cubicBezTo>
                  <a:pt x="533" y="450"/>
                  <a:pt x="531" y="448"/>
                  <a:pt x="528" y="448"/>
                </a:cubicBezTo>
                <a:cubicBezTo>
                  <a:pt x="523" y="448"/>
                  <a:pt x="523" y="448"/>
                  <a:pt x="523" y="448"/>
                </a:cubicBezTo>
                <a:cubicBezTo>
                  <a:pt x="521" y="448"/>
                  <a:pt x="518" y="450"/>
                  <a:pt x="518" y="453"/>
                </a:cubicBezTo>
                <a:cubicBezTo>
                  <a:pt x="518" y="480"/>
                  <a:pt x="518" y="480"/>
                  <a:pt x="518" y="480"/>
                </a:cubicBezTo>
                <a:cubicBezTo>
                  <a:pt x="518" y="483"/>
                  <a:pt x="521" y="485"/>
                  <a:pt x="523" y="485"/>
                </a:cubicBezTo>
                <a:cubicBezTo>
                  <a:pt x="528" y="485"/>
                  <a:pt x="528" y="485"/>
                  <a:pt x="528" y="485"/>
                </a:cubicBezTo>
                <a:cubicBezTo>
                  <a:pt x="531" y="485"/>
                  <a:pt x="533" y="483"/>
                  <a:pt x="533" y="480"/>
                </a:cubicBezTo>
                <a:cubicBezTo>
                  <a:pt x="533" y="471"/>
                  <a:pt x="533" y="471"/>
                  <a:pt x="533" y="471"/>
                </a:cubicBezTo>
                <a:cubicBezTo>
                  <a:pt x="533" y="472"/>
                  <a:pt x="534" y="473"/>
                  <a:pt x="535" y="473"/>
                </a:cubicBezTo>
                <a:cubicBezTo>
                  <a:pt x="536" y="473"/>
                  <a:pt x="536" y="473"/>
                  <a:pt x="536" y="473"/>
                </a:cubicBezTo>
                <a:cubicBezTo>
                  <a:pt x="537" y="473"/>
                  <a:pt x="538" y="472"/>
                  <a:pt x="538" y="471"/>
                </a:cubicBezTo>
                <a:cubicBezTo>
                  <a:pt x="538" y="469"/>
                  <a:pt x="538" y="469"/>
                  <a:pt x="538" y="469"/>
                </a:cubicBezTo>
                <a:cubicBezTo>
                  <a:pt x="540" y="469"/>
                  <a:pt x="540" y="469"/>
                  <a:pt x="540" y="469"/>
                </a:cubicBezTo>
                <a:cubicBezTo>
                  <a:pt x="542" y="469"/>
                  <a:pt x="542" y="469"/>
                  <a:pt x="542" y="469"/>
                </a:cubicBezTo>
                <a:cubicBezTo>
                  <a:pt x="542" y="469"/>
                  <a:pt x="542" y="469"/>
                  <a:pt x="542" y="469"/>
                </a:cubicBezTo>
                <a:cubicBezTo>
                  <a:pt x="542" y="0"/>
                  <a:pt x="542" y="0"/>
                  <a:pt x="542" y="0"/>
                </a:cubicBezTo>
                <a:cubicBezTo>
                  <a:pt x="542" y="0"/>
                  <a:pt x="542" y="0"/>
                  <a:pt x="542" y="0"/>
                </a:cubicBezTo>
                <a:cubicBezTo>
                  <a:pt x="537" y="0"/>
                  <a:pt x="537" y="0"/>
                  <a:pt x="537" y="0"/>
                </a:cubicBezTo>
                <a:cubicBezTo>
                  <a:pt x="535" y="105"/>
                  <a:pt x="535" y="105"/>
                  <a:pt x="535" y="105"/>
                </a:cubicBezTo>
                <a:cubicBezTo>
                  <a:pt x="535" y="105"/>
                  <a:pt x="535" y="105"/>
                  <a:pt x="535" y="105"/>
                </a:cubicBezTo>
                <a:cubicBezTo>
                  <a:pt x="515" y="106"/>
                  <a:pt x="496" y="113"/>
                  <a:pt x="480" y="123"/>
                </a:cubicBezTo>
                <a:close/>
                <a:moveTo>
                  <a:pt x="473" y="127"/>
                </a:moveTo>
                <a:cubicBezTo>
                  <a:pt x="473" y="361"/>
                  <a:pt x="473" y="361"/>
                  <a:pt x="473" y="361"/>
                </a:cubicBezTo>
                <a:cubicBezTo>
                  <a:pt x="475" y="362"/>
                  <a:pt x="475" y="362"/>
                  <a:pt x="475" y="362"/>
                </a:cubicBezTo>
                <a:cubicBezTo>
                  <a:pt x="474" y="362"/>
                  <a:pt x="474" y="362"/>
                  <a:pt x="474" y="362"/>
                </a:cubicBezTo>
                <a:cubicBezTo>
                  <a:pt x="473" y="361"/>
                  <a:pt x="473" y="361"/>
                  <a:pt x="473" y="361"/>
                </a:cubicBezTo>
                <a:cubicBezTo>
                  <a:pt x="473" y="401"/>
                  <a:pt x="473" y="401"/>
                  <a:pt x="473" y="401"/>
                </a:cubicBezTo>
                <a:cubicBezTo>
                  <a:pt x="475" y="401"/>
                  <a:pt x="477" y="401"/>
                  <a:pt x="480" y="401"/>
                </a:cubicBezTo>
                <a:cubicBezTo>
                  <a:pt x="480" y="365"/>
                  <a:pt x="480" y="365"/>
                  <a:pt x="480" y="365"/>
                </a:cubicBezTo>
                <a:cubicBezTo>
                  <a:pt x="479" y="364"/>
                  <a:pt x="479" y="364"/>
                  <a:pt x="479" y="364"/>
                </a:cubicBezTo>
                <a:cubicBezTo>
                  <a:pt x="478" y="364"/>
                  <a:pt x="478" y="364"/>
                  <a:pt x="477" y="364"/>
                </a:cubicBezTo>
                <a:cubicBezTo>
                  <a:pt x="477" y="363"/>
                  <a:pt x="477" y="363"/>
                  <a:pt x="477" y="363"/>
                </a:cubicBezTo>
                <a:cubicBezTo>
                  <a:pt x="480" y="365"/>
                  <a:pt x="480" y="365"/>
                  <a:pt x="480" y="365"/>
                </a:cubicBezTo>
                <a:cubicBezTo>
                  <a:pt x="480" y="123"/>
                  <a:pt x="480" y="123"/>
                  <a:pt x="480" y="123"/>
                </a:cubicBezTo>
                <a:cubicBezTo>
                  <a:pt x="477" y="124"/>
                  <a:pt x="475" y="126"/>
                  <a:pt x="473" y="127"/>
                </a:cubicBezTo>
                <a:close/>
                <a:moveTo>
                  <a:pt x="445" y="154"/>
                </a:moveTo>
                <a:cubicBezTo>
                  <a:pt x="445" y="339"/>
                  <a:pt x="445" y="339"/>
                  <a:pt x="445" y="339"/>
                </a:cubicBezTo>
                <a:cubicBezTo>
                  <a:pt x="445" y="334"/>
                  <a:pt x="445" y="334"/>
                  <a:pt x="445" y="334"/>
                </a:cubicBezTo>
                <a:cubicBezTo>
                  <a:pt x="445" y="334"/>
                  <a:pt x="445" y="334"/>
                  <a:pt x="445" y="334"/>
                </a:cubicBezTo>
                <a:cubicBezTo>
                  <a:pt x="445" y="334"/>
                  <a:pt x="445" y="334"/>
                  <a:pt x="445" y="334"/>
                </a:cubicBezTo>
                <a:cubicBezTo>
                  <a:pt x="445" y="337"/>
                  <a:pt x="445" y="339"/>
                  <a:pt x="445" y="341"/>
                </a:cubicBezTo>
                <a:cubicBezTo>
                  <a:pt x="445" y="398"/>
                  <a:pt x="445" y="398"/>
                  <a:pt x="445" y="398"/>
                </a:cubicBezTo>
                <a:cubicBezTo>
                  <a:pt x="446" y="398"/>
                  <a:pt x="448" y="399"/>
                  <a:pt x="450" y="399"/>
                </a:cubicBezTo>
                <a:cubicBezTo>
                  <a:pt x="460" y="400"/>
                  <a:pt x="467" y="401"/>
                  <a:pt x="473" y="401"/>
                </a:cubicBezTo>
                <a:cubicBezTo>
                  <a:pt x="473" y="361"/>
                  <a:pt x="473" y="361"/>
                  <a:pt x="473" y="361"/>
                </a:cubicBezTo>
                <a:cubicBezTo>
                  <a:pt x="473" y="361"/>
                  <a:pt x="473" y="361"/>
                  <a:pt x="473" y="361"/>
                </a:cubicBezTo>
                <a:cubicBezTo>
                  <a:pt x="472" y="360"/>
                  <a:pt x="472" y="360"/>
                  <a:pt x="471" y="360"/>
                </a:cubicBezTo>
                <a:cubicBezTo>
                  <a:pt x="473" y="361"/>
                  <a:pt x="473" y="361"/>
                  <a:pt x="473" y="361"/>
                </a:cubicBezTo>
                <a:cubicBezTo>
                  <a:pt x="473" y="127"/>
                  <a:pt x="473" y="127"/>
                  <a:pt x="473" y="127"/>
                </a:cubicBezTo>
                <a:cubicBezTo>
                  <a:pt x="462" y="135"/>
                  <a:pt x="453" y="144"/>
                  <a:pt x="445" y="154"/>
                </a:cubicBezTo>
                <a:close/>
                <a:moveTo>
                  <a:pt x="336" y="431"/>
                </a:moveTo>
                <a:cubicBezTo>
                  <a:pt x="336" y="494"/>
                  <a:pt x="336" y="494"/>
                  <a:pt x="336" y="494"/>
                </a:cubicBezTo>
                <a:cubicBezTo>
                  <a:pt x="336" y="431"/>
                  <a:pt x="336" y="431"/>
                  <a:pt x="336" y="431"/>
                </a:cubicBezTo>
                <a:cubicBezTo>
                  <a:pt x="329" y="431"/>
                  <a:pt x="329" y="431"/>
                  <a:pt x="329" y="431"/>
                </a:cubicBezTo>
                <a:cubicBezTo>
                  <a:pt x="324" y="431"/>
                  <a:pt x="320" y="435"/>
                  <a:pt x="320" y="440"/>
                </a:cubicBezTo>
                <a:cubicBezTo>
                  <a:pt x="320" y="455"/>
                  <a:pt x="320" y="455"/>
                  <a:pt x="320" y="455"/>
                </a:cubicBezTo>
                <a:cubicBezTo>
                  <a:pt x="320" y="453"/>
                  <a:pt x="319" y="452"/>
                  <a:pt x="317" y="452"/>
                </a:cubicBezTo>
                <a:cubicBezTo>
                  <a:pt x="315" y="452"/>
                  <a:pt x="315" y="452"/>
                  <a:pt x="315" y="452"/>
                </a:cubicBezTo>
                <a:cubicBezTo>
                  <a:pt x="313" y="452"/>
                  <a:pt x="312" y="453"/>
                  <a:pt x="312" y="455"/>
                </a:cubicBezTo>
                <a:cubicBezTo>
                  <a:pt x="312" y="459"/>
                  <a:pt x="312" y="459"/>
                  <a:pt x="312" y="459"/>
                </a:cubicBezTo>
                <a:cubicBezTo>
                  <a:pt x="308" y="459"/>
                  <a:pt x="308" y="459"/>
                  <a:pt x="308" y="459"/>
                </a:cubicBezTo>
                <a:cubicBezTo>
                  <a:pt x="308" y="422"/>
                  <a:pt x="308" y="422"/>
                  <a:pt x="308" y="422"/>
                </a:cubicBezTo>
                <a:cubicBezTo>
                  <a:pt x="336" y="384"/>
                  <a:pt x="336" y="384"/>
                  <a:pt x="336" y="384"/>
                </a:cubicBezTo>
                <a:cubicBezTo>
                  <a:pt x="336" y="375"/>
                  <a:pt x="336" y="375"/>
                  <a:pt x="336" y="375"/>
                </a:cubicBezTo>
                <a:cubicBezTo>
                  <a:pt x="308" y="413"/>
                  <a:pt x="308" y="413"/>
                  <a:pt x="308" y="413"/>
                </a:cubicBezTo>
                <a:cubicBezTo>
                  <a:pt x="308" y="341"/>
                  <a:pt x="308" y="341"/>
                  <a:pt x="308" y="341"/>
                </a:cubicBezTo>
                <a:cubicBezTo>
                  <a:pt x="336" y="357"/>
                  <a:pt x="336" y="357"/>
                  <a:pt x="336" y="357"/>
                </a:cubicBezTo>
                <a:cubicBezTo>
                  <a:pt x="336" y="353"/>
                  <a:pt x="336" y="353"/>
                  <a:pt x="336" y="353"/>
                </a:cubicBezTo>
                <a:cubicBezTo>
                  <a:pt x="308" y="337"/>
                  <a:pt x="308" y="337"/>
                  <a:pt x="308" y="337"/>
                </a:cubicBezTo>
                <a:cubicBezTo>
                  <a:pt x="308" y="332"/>
                  <a:pt x="308" y="332"/>
                  <a:pt x="308" y="332"/>
                </a:cubicBezTo>
                <a:cubicBezTo>
                  <a:pt x="336" y="334"/>
                  <a:pt x="336" y="334"/>
                  <a:pt x="336" y="334"/>
                </a:cubicBezTo>
                <a:cubicBezTo>
                  <a:pt x="336" y="289"/>
                  <a:pt x="336" y="289"/>
                  <a:pt x="336" y="289"/>
                </a:cubicBezTo>
                <a:cubicBezTo>
                  <a:pt x="272" y="285"/>
                  <a:pt x="272" y="285"/>
                  <a:pt x="272" y="285"/>
                </a:cubicBezTo>
                <a:cubicBezTo>
                  <a:pt x="272" y="329"/>
                  <a:pt x="272" y="329"/>
                  <a:pt x="272" y="329"/>
                </a:cubicBezTo>
                <a:cubicBezTo>
                  <a:pt x="285" y="330"/>
                  <a:pt x="285" y="330"/>
                  <a:pt x="285" y="330"/>
                </a:cubicBezTo>
                <a:cubicBezTo>
                  <a:pt x="285" y="410"/>
                  <a:pt x="285" y="410"/>
                  <a:pt x="285" y="410"/>
                </a:cubicBezTo>
                <a:cubicBezTo>
                  <a:pt x="297" y="439"/>
                  <a:pt x="297" y="439"/>
                  <a:pt x="297" y="439"/>
                </a:cubicBezTo>
                <a:cubicBezTo>
                  <a:pt x="297" y="459"/>
                  <a:pt x="297" y="459"/>
                  <a:pt x="297" y="459"/>
                </a:cubicBezTo>
                <a:cubicBezTo>
                  <a:pt x="293" y="459"/>
                  <a:pt x="293" y="459"/>
                  <a:pt x="293" y="459"/>
                </a:cubicBezTo>
                <a:cubicBezTo>
                  <a:pt x="293" y="455"/>
                  <a:pt x="293" y="455"/>
                  <a:pt x="293" y="455"/>
                </a:cubicBezTo>
                <a:cubicBezTo>
                  <a:pt x="293" y="453"/>
                  <a:pt x="291" y="452"/>
                  <a:pt x="290" y="452"/>
                </a:cubicBezTo>
                <a:cubicBezTo>
                  <a:pt x="287" y="452"/>
                  <a:pt x="287" y="452"/>
                  <a:pt x="287" y="452"/>
                </a:cubicBezTo>
                <a:cubicBezTo>
                  <a:pt x="286" y="452"/>
                  <a:pt x="284" y="453"/>
                  <a:pt x="284" y="455"/>
                </a:cubicBezTo>
                <a:cubicBezTo>
                  <a:pt x="284" y="471"/>
                  <a:pt x="284" y="471"/>
                  <a:pt x="284" y="471"/>
                </a:cubicBezTo>
                <a:cubicBezTo>
                  <a:pt x="284" y="472"/>
                  <a:pt x="286" y="473"/>
                  <a:pt x="287" y="473"/>
                </a:cubicBezTo>
                <a:cubicBezTo>
                  <a:pt x="290" y="473"/>
                  <a:pt x="290" y="473"/>
                  <a:pt x="290" y="473"/>
                </a:cubicBezTo>
                <a:cubicBezTo>
                  <a:pt x="291" y="473"/>
                  <a:pt x="293" y="472"/>
                  <a:pt x="293" y="471"/>
                </a:cubicBezTo>
                <a:cubicBezTo>
                  <a:pt x="293" y="467"/>
                  <a:pt x="293" y="467"/>
                  <a:pt x="293" y="467"/>
                </a:cubicBezTo>
                <a:cubicBezTo>
                  <a:pt x="297" y="467"/>
                  <a:pt x="297" y="467"/>
                  <a:pt x="297" y="467"/>
                </a:cubicBezTo>
                <a:cubicBezTo>
                  <a:pt x="308" y="467"/>
                  <a:pt x="308" y="467"/>
                  <a:pt x="308" y="467"/>
                </a:cubicBezTo>
                <a:cubicBezTo>
                  <a:pt x="312" y="467"/>
                  <a:pt x="312" y="467"/>
                  <a:pt x="312" y="467"/>
                </a:cubicBezTo>
                <a:cubicBezTo>
                  <a:pt x="312" y="471"/>
                  <a:pt x="312" y="471"/>
                  <a:pt x="312" y="471"/>
                </a:cubicBezTo>
                <a:cubicBezTo>
                  <a:pt x="312" y="472"/>
                  <a:pt x="313" y="473"/>
                  <a:pt x="315" y="473"/>
                </a:cubicBezTo>
                <a:cubicBezTo>
                  <a:pt x="317" y="473"/>
                  <a:pt x="317" y="473"/>
                  <a:pt x="317" y="473"/>
                </a:cubicBezTo>
                <a:cubicBezTo>
                  <a:pt x="319" y="473"/>
                  <a:pt x="320" y="472"/>
                  <a:pt x="320" y="471"/>
                </a:cubicBezTo>
                <a:cubicBezTo>
                  <a:pt x="320" y="486"/>
                  <a:pt x="320" y="486"/>
                  <a:pt x="320" y="486"/>
                </a:cubicBezTo>
                <a:cubicBezTo>
                  <a:pt x="320" y="490"/>
                  <a:pt x="324" y="494"/>
                  <a:pt x="329" y="494"/>
                </a:cubicBezTo>
                <a:cubicBezTo>
                  <a:pt x="336" y="494"/>
                  <a:pt x="336" y="494"/>
                  <a:pt x="336" y="494"/>
                </a:cubicBezTo>
                <a:cubicBezTo>
                  <a:pt x="337" y="494"/>
                  <a:pt x="337" y="494"/>
                  <a:pt x="337" y="494"/>
                </a:cubicBezTo>
                <a:cubicBezTo>
                  <a:pt x="341" y="494"/>
                  <a:pt x="345" y="490"/>
                  <a:pt x="345" y="486"/>
                </a:cubicBezTo>
                <a:cubicBezTo>
                  <a:pt x="345" y="440"/>
                  <a:pt x="345" y="440"/>
                  <a:pt x="345" y="440"/>
                </a:cubicBezTo>
                <a:cubicBezTo>
                  <a:pt x="345" y="435"/>
                  <a:pt x="341" y="431"/>
                  <a:pt x="337" y="431"/>
                </a:cubicBezTo>
                <a:lnTo>
                  <a:pt x="336" y="431"/>
                </a:lnTo>
                <a:close/>
                <a:moveTo>
                  <a:pt x="336" y="201"/>
                </a:moveTo>
                <a:cubicBezTo>
                  <a:pt x="336" y="222"/>
                  <a:pt x="336" y="222"/>
                  <a:pt x="336" y="222"/>
                </a:cubicBezTo>
                <a:cubicBezTo>
                  <a:pt x="415" y="230"/>
                  <a:pt x="415" y="230"/>
                  <a:pt x="415" y="230"/>
                </a:cubicBezTo>
                <a:cubicBezTo>
                  <a:pt x="414" y="235"/>
                  <a:pt x="414" y="239"/>
                  <a:pt x="414" y="244"/>
                </a:cubicBezTo>
                <a:cubicBezTo>
                  <a:pt x="414" y="250"/>
                  <a:pt x="415" y="256"/>
                  <a:pt x="415" y="261"/>
                </a:cubicBezTo>
                <a:cubicBezTo>
                  <a:pt x="416" y="276"/>
                  <a:pt x="410" y="286"/>
                  <a:pt x="405" y="294"/>
                </a:cubicBezTo>
                <a:cubicBezTo>
                  <a:pt x="336" y="289"/>
                  <a:pt x="336" y="289"/>
                  <a:pt x="336" y="289"/>
                </a:cubicBezTo>
                <a:cubicBezTo>
                  <a:pt x="336" y="334"/>
                  <a:pt x="336" y="334"/>
                  <a:pt x="336" y="334"/>
                </a:cubicBezTo>
                <a:cubicBezTo>
                  <a:pt x="364" y="336"/>
                  <a:pt x="364" y="336"/>
                  <a:pt x="364" y="336"/>
                </a:cubicBezTo>
                <a:cubicBezTo>
                  <a:pt x="347" y="360"/>
                  <a:pt x="347" y="360"/>
                  <a:pt x="347" y="360"/>
                </a:cubicBezTo>
                <a:cubicBezTo>
                  <a:pt x="336" y="353"/>
                  <a:pt x="336" y="353"/>
                  <a:pt x="336" y="353"/>
                </a:cubicBezTo>
                <a:cubicBezTo>
                  <a:pt x="336" y="357"/>
                  <a:pt x="336" y="357"/>
                  <a:pt x="336" y="357"/>
                </a:cubicBezTo>
                <a:cubicBezTo>
                  <a:pt x="345" y="362"/>
                  <a:pt x="345" y="362"/>
                  <a:pt x="345" y="362"/>
                </a:cubicBezTo>
                <a:cubicBezTo>
                  <a:pt x="336" y="375"/>
                  <a:pt x="336" y="375"/>
                  <a:pt x="336" y="375"/>
                </a:cubicBezTo>
                <a:cubicBezTo>
                  <a:pt x="336" y="384"/>
                  <a:pt x="336" y="384"/>
                  <a:pt x="336" y="384"/>
                </a:cubicBezTo>
                <a:cubicBezTo>
                  <a:pt x="370" y="337"/>
                  <a:pt x="370" y="337"/>
                  <a:pt x="370" y="337"/>
                </a:cubicBezTo>
                <a:cubicBezTo>
                  <a:pt x="412" y="341"/>
                  <a:pt x="412" y="341"/>
                  <a:pt x="412" y="341"/>
                </a:cubicBezTo>
                <a:cubicBezTo>
                  <a:pt x="420" y="357"/>
                  <a:pt x="412" y="389"/>
                  <a:pt x="445" y="398"/>
                </a:cubicBezTo>
                <a:cubicBezTo>
                  <a:pt x="445" y="341"/>
                  <a:pt x="445" y="341"/>
                  <a:pt x="445" y="341"/>
                </a:cubicBezTo>
                <a:cubicBezTo>
                  <a:pt x="445" y="342"/>
                  <a:pt x="445" y="343"/>
                  <a:pt x="444" y="343"/>
                </a:cubicBezTo>
                <a:cubicBezTo>
                  <a:pt x="445" y="339"/>
                  <a:pt x="445" y="339"/>
                  <a:pt x="445" y="339"/>
                </a:cubicBezTo>
                <a:cubicBezTo>
                  <a:pt x="445" y="154"/>
                  <a:pt x="445" y="154"/>
                  <a:pt x="445" y="154"/>
                </a:cubicBezTo>
                <a:cubicBezTo>
                  <a:pt x="433" y="170"/>
                  <a:pt x="423" y="188"/>
                  <a:pt x="419" y="208"/>
                </a:cubicBezTo>
                <a:cubicBezTo>
                  <a:pt x="419" y="208"/>
                  <a:pt x="419" y="208"/>
                  <a:pt x="419" y="208"/>
                </a:cubicBezTo>
                <a:lnTo>
                  <a:pt x="336" y="201"/>
                </a:lnTo>
                <a:close/>
                <a:moveTo>
                  <a:pt x="272" y="431"/>
                </a:moveTo>
                <a:cubicBezTo>
                  <a:pt x="276" y="431"/>
                  <a:pt x="276" y="431"/>
                  <a:pt x="276" y="431"/>
                </a:cubicBezTo>
                <a:cubicBezTo>
                  <a:pt x="280" y="431"/>
                  <a:pt x="284" y="435"/>
                  <a:pt x="284" y="440"/>
                </a:cubicBezTo>
                <a:cubicBezTo>
                  <a:pt x="284" y="486"/>
                  <a:pt x="284" y="486"/>
                  <a:pt x="284" y="486"/>
                </a:cubicBezTo>
                <a:cubicBezTo>
                  <a:pt x="284" y="490"/>
                  <a:pt x="280" y="494"/>
                  <a:pt x="276" y="494"/>
                </a:cubicBezTo>
                <a:cubicBezTo>
                  <a:pt x="272" y="494"/>
                  <a:pt x="272" y="494"/>
                  <a:pt x="272" y="494"/>
                </a:cubicBezTo>
                <a:cubicBezTo>
                  <a:pt x="272" y="431"/>
                  <a:pt x="272" y="431"/>
                  <a:pt x="272" y="431"/>
                </a:cubicBezTo>
                <a:cubicBezTo>
                  <a:pt x="268" y="431"/>
                  <a:pt x="268" y="431"/>
                  <a:pt x="268" y="431"/>
                </a:cubicBezTo>
                <a:cubicBezTo>
                  <a:pt x="263" y="431"/>
                  <a:pt x="259" y="435"/>
                  <a:pt x="259" y="440"/>
                </a:cubicBezTo>
                <a:cubicBezTo>
                  <a:pt x="259" y="486"/>
                  <a:pt x="259" y="486"/>
                  <a:pt x="259" y="486"/>
                </a:cubicBezTo>
                <a:cubicBezTo>
                  <a:pt x="259" y="490"/>
                  <a:pt x="263" y="494"/>
                  <a:pt x="268" y="494"/>
                </a:cubicBezTo>
                <a:cubicBezTo>
                  <a:pt x="272" y="494"/>
                  <a:pt x="272" y="494"/>
                  <a:pt x="272" y="494"/>
                </a:cubicBezTo>
                <a:lnTo>
                  <a:pt x="272" y="431"/>
                </a:lnTo>
                <a:close/>
                <a:moveTo>
                  <a:pt x="272" y="195"/>
                </a:moveTo>
                <a:cubicBezTo>
                  <a:pt x="272" y="216"/>
                  <a:pt x="272" y="216"/>
                  <a:pt x="272" y="216"/>
                </a:cubicBezTo>
                <a:cubicBezTo>
                  <a:pt x="336" y="222"/>
                  <a:pt x="336" y="222"/>
                  <a:pt x="336" y="222"/>
                </a:cubicBezTo>
                <a:cubicBezTo>
                  <a:pt x="336" y="201"/>
                  <a:pt x="336" y="201"/>
                  <a:pt x="336" y="201"/>
                </a:cubicBezTo>
                <a:lnTo>
                  <a:pt x="272" y="195"/>
                </a:lnTo>
                <a:close/>
                <a:moveTo>
                  <a:pt x="272" y="216"/>
                </a:moveTo>
                <a:cubicBezTo>
                  <a:pt x="272" y="195"/>
                  <a:pt x="272" y="195"/>
                  <a:pt x="272" y="195"/>
                </a:cubicBezTo>
                <a:cubicBezTo>
                  <a:pt x="193" y="189"/>
                  <a:pt x="193" y="189"/>
                  <a:pt x="193" y="189"/>
                </a:cubicBezTo>
                <a:cubicBezTo>
                  <a:pt x="161" y="186"/>
                  <a:pt x="164" y="205"/>
                  <a:pt x="188" y="207"/>
                </a:cubicBezTo>
                <a:lnTo>
                  <a:pt x="272" y="216"/>
                </a:lnTo>
                <a:close/>
              </a:path>
            </a:pathLst>
          </a:custGeom>
          <a:solidFill>
            <a:srgbClr val="9BBC57"/>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12"/>
          <p:cNvSpPr>
            <a:spLocks noEditPoints="1"/>
          </p:cNvSpPr>
          <p:nvPr/>
        </p:nvSpPr>
        <p:spPr bwMode="auto">
          <a:xfrm>
            <a:off x="6091768" y="1600200"/>
            <a:ext cx="2717800" cy="2482851"/>
          </a:xfrm>
          <a:custGeom>
            <a:avLst/>
            <a:gdLst>
              <a:gd name="T0" fmla="*/ 446 w 543"/>
              <a:gd name="T1" fmla="*/ 386 h 494"/>
              <a:gd name="T2" fmla="*/ 361 w 543"/>
              <a:gd name="T3" fmla="*/ 321 h 494"/>
              <a:gd name="T4" fmla="*/ 271 w 543"/>
              <a:gd name="T5" fmla="*/ 285 h 494"/>
              <a:gd name="T6" fmla="*/ 63 w 543"/>
              <a:gd name="T7" fmla="*/ 123 h 494"/>
              <a:gd name="T8" fmla="*/ 62 w 543"/>
              <a:gd name="T9" fmla="*/ 366 h 494"/>
              <a:gd name="T10" fmla="*/ 63 w 543"/>
              <a:gd name="T11" fmla="*/ 365 h 494"/>
              <a:gd name="T12" fmla="*/ 3 w 543"/>
              <a:gd name="T13" fmla="*/ 464 h 494"/>
              <a:gd name="T14" fmla="*/ 7 w 543"/>
              <a:gd name="T15" fmla="*/ 460 h 494"/>
              <a:gd name="T16" fmla="*/ 10 w 543"/>
              <a:gd name="T17" fmla="*/ 453 h 494"/>
              <a:gd name="T18" fmla="*/ 24 w 543"/>
              <a:gd name="T19" fmla="*/ 453 h 494"/>
              <a:gd name="T20" fmla="*/ 15 w 543"/>
              <a:gd name="T21" fmla="*/ 485 h 494"/>
              <a:gd name="T22" fmla="*/ 8 w 543"/>
              <a:gd name="T23" fmla="*/ 473 h 494"/>
              <a:gd name="T24" fmla="*/ 5 w 543"/>
              <a:gd name="T25" fmla="*/ 469 h 494"/>
              <a:gd name="T26" fmla="*/ 0 w 543"/>
              <a:gd name="T27" fmla="*/ 469 h 494"/>
              <a:gd name="T28" fmla="*/ 6 w 543"/>
              <a:gd name="T29" fmla="*/ 0 h 494"/>
              <a:gd name="T30" fmla="*/ 63 w 543"/>
              <a:gd name="T31" fmla="*/ 123 h 494"/>
              <a:gd name="T32" fmla="*/ 68 w 543"/>
              <a:gd name="T33" fmla="*/ 362 h 494"/>
              <a:gd name="T34" fmla="*/ 70 w 543"/>
              <a:gd name="T35" fmla="*/ 401 h 494"/>
              <a:gd name="T36" fmla="*/ 64 w 543"/>
              <a:gd name="T37" fmla="*/ 364 h 494"/>
              <a:gd name="T38" fmla="*/ 63 w 543"/>
              <a:gd name="T39" fmla="*/ 365 h 494"/>
              <a:gd name="T40" fmla="*/ 98 w 543"/>
              <a:gd name="T41" fmla="*/ 154 h 494"/>
              <a:gd name="T42" fmla="*/ 98 w 543"/>
              <a:gd name="T43" fmla="*/ 334 h 494"/>
              <a:gd name="T44" fmla="*/ 98 w 543"/>
              <a:gd name="T45" fmla="*/ 398 h 494"/>
              <a:gd name="T46" fmla="*/ 70 w 543"/>
              <a:gd name="T47" fmla="*/ 361 h 494"/>
              <a:gd name="T48" fmla="*/ 70 w 543"/>
              <a:gd name="T49" fmla="*/ 361 h 494"/>
              <a:gd name="T50" fmla="*/ 207 w 543"/>
              <a:gd name="T51" fmla="*/ 431 h 494"/>
              <a:gd name="T52" fmla="*/ 214 w 543"/>
              <a:gd name="T53" fmla="*/ 431 h 494"/>
              <a:gd name="T54" fmla="*/ 225 w 543"/>
              <a:gd name="T55" fmla="*/ 452 h 494"/>
              <a:gd name="T56" fmla="*/ 231 w 543"/>
              <a:gd name="T57" fmla="*/ 459 h 494"/>
              <a:gd name="T58" fmla="*/ 207 w 543"/>
              <a:gd name="T59" fmla="*/ 384 h 494"/>
              <a:gd name="T60" fmla="*/ 235 w 543"/>
              <a:gd name="T61" fmla="*/ 341 h 494"/>
              <a:gd name="T62" fmla="*/ 235 w 543"/>
              <a:gd name="T63" fmla="*/ 337 h 494"/>
              <a:gd name="T64" fmla="*/ 207 w 543"/>
              <a:gd name="T65" fmla="*/ 289 h 494"/>
              <a:gd name="T66" fmla="*/ 258 w 543"/>
              <a:gd name="T67" fmla="*/ 330 h 494"/>
              <a:gd name="T68" fmla="*/ 246 w 543"/>
              <a:gd name="T69" fmla="*/ 459 h 494"/>
              <a:gd name="T70" fmla="*/ 253 w 543"/>
              <a:gd name="T71" fmla="*/ 452 h 494"/>
              <a:gd name="T72" fmla="*/ 259 w 543"/>
              <a:gd name="T73" fmla="*/ 471 h 494"/>
              <a:gd name="T74" fmla="*/ 250 w 543"/>
              <a:gd name="T75" fmla="*/ 471 h 494"/>
              <a:gd name="T76" fmla="*/ 235 w 543"/>
              <a:gd name="T77" fmla="*/ 467 h 494"/>
              <a:gd name="T78" fmla="*/ 228 w 543"/>
              <a:gd name="T79" fmla="*/ 473 h 494"/>
              <a:gd name="T80" fmla="*/ 222 w 543"/>
              <a:gd name="T81" fmla="*/ 486 h 494"/>
              <a:gd name="T82" fmla="*/ 206 w 543"/>
              <a:gd name="T83" fmla="*/ 494 h 494"/>
              <a:gd name="T84" fmla="*/ 206 w 543"/>
              <a:gd name="T85" fmla="*/ 431 h 494"/>
              <a:gd name="T86" fmla="*/ 207 w 543"/>
              <a:gd name="T87" fmla="*/ 222 h 494"/>
              <a:gd name="T88" fmla="*/ 128 w 543"/>
              <a:gd name="T89" fmla="*/ 261 h 494"/>
              <a:gd name="T90" fmla="*/ 207 w 543"/>
              <a:gd name="T91" fmla="*/ 334 h 494"/>
              <a:gd name="T92" fmla="*/ 207 w 543"/>
              <a:gd name="T93" fmla="*/ 353 h 494"/>
              <a:gd name="T94" fmla="*/ 207 w 543"/>
              <a:gd name="T95" fmla="*/ 375 h 494"/>
              <a:gd name="T96" fmla="*/ 130 w 543"/>
              <a:gd name="T97" fmla="*/ 341 h 494"/>
              <a:gd name="T98" fmla="*/ 98 w 543"/>
              <a:gd name="T99" fmla="*/ 343 h 494"/>
              <a:gd name="T100" fmla="*/ 124 w 543"/>
              <a:gd name="T101" fmla="*/ 208 h 494"/>
              <a:gd name="T102" fmla="*/ 271 w 543"/>
              <a:gd name="T103" fmla="*/ 431 h 494"/>
              <a:gd name="T104" fmla="*/ 259 w 543"/>
              <a:gd name="T105" fmla="*/ 486 h 494"/>
              <a:gd name="T106" fmla="*/ 271 w 543"/>
              <a:gd name="T107" fmla="*/ 431 h 494"/>
              <a:gd name="T108" fmla="*/ 283 w 543"/>
              <a:gd name="T109" fmla="*/ 486 h 494"/>
              <a:gd name="T110" fmla="*/ 271 w 543"/>
              <a:gd name="T111" fmla="*/ 431 h 494"/>
              <a:gd name="T112" fmla="*/ 207 w 543"/>
              <a:gd name="T113" fmla="*/ 222 h 494"/>
              <a:gd name="T114" fmla="*/ 271 w 543"/>
              <a:gd name="T115" fmla="*/ 216 h 494"/>
              <a:gd name="T116" fmla="*/ 355 w 543"/>
              <a:gd name="T117" fmla="*/ 20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3" h="493">
                <a:moveTo>
                  <a:pt x="543" y="305"/>
                </a:moveTo>
                <a:cubicBezTo>
                  <a:pt x="403" y="317"/>
                  <a:pt x="403" y="317"/>
                  <a:pt x="403" y="317"/>
                </a:cubicBezTo>
                <a:cubicBezTo>
                  <a:pt x="428" y="326"/>
                  <a:pt x="446" y="354"/>
                  <a:pt x="446" y="386"/>
                </a:cubicBezTo>
                <a:cubicBezTo>
                  <a:pt x="446" y="426"/>
                  <a:pt x="419" y="459"/>
                  <a:pt x="386" y="459"/>
                </a:cubicBezTo>
                <a:cubicBezTo>
                  <a:pt x="352" y="459"/>
                  <a:pt x="325" y="426"/>
                  <a:pt x="325" y="386"/>
                </a:cubicBezTo>
                <a:cubicBezTo>
                  <a:pt x="325" y="357"/>
                  <a:pt x="340" y="332"/>
                  <a:pt x="361" y="321"/>
                </a:cubicBezTo>
                <a:cubicBezTo>
                  <a:pt x="290" y="327"/>
                  <a:pt x="290" y="327"/>
                  <a:pt x="290" y="327"/>
                </a:cubicBezTo>
                <a:cubicBezTo>
                  <a:pt x="271" y="329"/>
                  <a:pt x="271" y="329"/>
                  <a:pt x="271" y="329"/>
                </a:cubicBezTo>
                <a:cubicBezTo>
                  <a:pt x="271" y="285"/>
                  <a:pt x="271" y="285"/>
                  <a:pt x="271" y="285"/>
                </a:cubicBezTo>
                <a:cubicBezTo>
                  <a:pt x="543" y="268"/>
                  <a:pt x="543" y="268"/>
                  <a:pt x="543" y="268"/>
                </a:cubicBezTo>
                <a:lnTo>
                  <a:pt x="543" y="305"/>
                </a:lnTo>
                <a:close/>
                <a:moveTo>
                  <a:pt x="63" y="123"/>
                </a:moveTo>
                <a:cubicBezTo>
                  <a:pt x="63" y="365"/>
                  <a:pt x="63" y="365"/>
                  <a:pt x="63" y="365"/>
                </a:cubicBezTo>
                <a:cubicBezTo>
                  <a:pt x="61" y="367"/>
                  <a:pt x="61" y="367"/>
                  <a:pt x="61" y="367"/>
                </a:cubicBezTo>
                <a:cubicBezTo>
                  <a:pt x="62" y="366"/>
                  <a:pt x="62" y="366"/>
                  <a:pt x="62" y="366"/>
                </a:cubicBezTo>
                <a:cubicBezTo>
                  <a:pt x="63" y="365"/>
                  <a:pt x="63" y="365"/>
                  <a:pt x="63" y="365"/>
                </a:cubicBezTo>
                <a:cubicBezTo>
                  <a:pt x="63" y="365"/>
                  <a:pt x="63" y="365"/>
                  <a:pt x="63" y="365"/>
                </a:cubicBezTo>
                <a:cubicBezTo>
                  <a:pt x="63" y="365"/>
                  <a:pt x="63" y="365"/>
                  <a:pt x="63" y="365"/>
                </a:cubicBezTo>
                <a:cubicBezTo>
                  <a:pt x="63" y="401"/>
                  <a:pt x="63" y="401"/>
                  <a:pt x="63" y="401"/>
                </a:cubicBezTo>
                <a:cubicBezTo>
                  <a:pt x="44" y="401"/>
                  <a:pt x="34" y="396"/>
                  <a:pt x="3" y="396"/>
                </a:cubicBezTo>
                <a:cubicBezTo>
                  <a:pt x="3" y="464"/>
                  <a:pt x="3" y="464"/>
                  <a:pt x="3" y="464"/>
                </a:cubicBezTo>
                <a:cubicBezTo>
                  <a:pt x="5" y="464"/>
                  <a:pt x="5" y="464"/>
                  <a:pt x="5" y="464"/>
                </a:cubicBezTo>
                <a:cubicBezTo>
                  <a:pt x="5" y="462"/>
                  <a:pt x="5" y="462"/>
                  <a:pt x="5" y="462"/>
                </a:cubicBezTo>
                <a:cubicBezTo>
                  <a:pt x="5" y="461"/>
                  <a:pt x="6" y="460"/>
                  <a:pt x="7" y="460"/>
                </a:cubicBezTo>
                <a:cubicBezTo>
                  <a:pt x="8" y="460"/>
                  <a:pt x="8" y="460"/>
                  <a:pt x="8" y="460"/>
                </a:cubicBezTo>
                <a:cubicBezTo>
                  <a:pt x="9" y="460"/>
                  <a:pt x="10" y="461"/>
                  <a:pt x="10" y="462"/>
                </a:cubicBezTo>
                <a:cubicBezTo>
                  <a:pt x="10" y="453"/>
                  <a:pt x="10" y="453"/>
                  <a:pt x="10" y="453"/>
                </a:cubicBezTo>
                <a:cubicBezTo>
                  <a:pt x="10" y="450"/>
                  <a:pt x="12" y="448"/>
                  <a:pt x="15" y="448"/>
                </a:cubicBezTo>
                <a:cubicBezTo>
                  <a:pt x="19" y="448"/>
                  <a:pt x="19" y="448"/>
                  <a:pt x="19" y="448"/>
                </a:cubicBezTo>
                <a:cubicBezTo>
                  <a:pt x="22" y="448"/>
                  <a:pt x="24" y="450"/>
                  <a:pt x="24" y="453"/>
                </a:cubicBezTo>
                <a:cubicBezTo>
                  <a:pt x="24" y="480"/>
                  <a:pt x="24" y="480"/>
                  <a:pt x="24" y="480"/>
                </a:cubicBezTo>
                <a:cubicBezTo>
                  <a:pt x="24" y="483"/>
                  <a:pt x="22" y="485"/>
                  <a:pt x="19" y="485"/>
                </a:cubicBezTo>
                <a:cubicBezTo>
                  <a:pt x="15" y="485"/>
                  <a:pt x="15" y="485"/>
                  <a:pt x="15" y="485"/>
                </a:cubicBezTo>
                <a:cubicBezTo>
                  <a:pt x="12" y="485"/>
                  <a:pt x="10" y="483"/>
                  <a:pt x="10" y="480"/>
                </a:cubicBezTo>
                <a:cubicBezTo>
                  <a:pt x="10" y="471"/>
                  <a:pt x="10" y="471"/>
                  <a:pt x="10" y="471"/>
                </a:cubicBezTo>
                <a:cubicBezTo>
                  <a:pt x="10" y="472"/>
                  <a:pt x="9" y="473"/>
                  <a:pt x="8" y="473"/>
                </a:cubicBezTo>
                <a:cubicBezTo>
                  <a:pt x="7" y="473"/>
                  <a:pt x="7" y="473"/>
                  <a:pt x="7" y="473"/>
                </a:cubicBezTo>
                <a:cubicBezTo>
                  <a:pt x="6" y="473"/>
                  <a:pt x="5" y="472"/>
                  <a:pt x="5" y="471"/>
                </a:cubicBezTo>
                <a:cubicBezTo>
                  <a:pt x="5" y="469"/>
                  <a:pt x="5" y="469"/>
                  <a:pt x="5" y="469"/>
                </a:cubicBezTo>
                <a:cubicBezTo>
                  <a:pt x="3" y="469"/>
                  <a:pt x="3" y="469"/>
                  <a:pt x="3" y="469"/>
                </a:cubicBezTo>
                <a:cubicBezTo>
                  <a:pt x="1" y="469"/>
                  <a:pt x="1" y="469"/>
                  <a:pt x="1" y="469"/>
                </a:cubicBezTo>
                <a:cubicBezTo>
                  <a:pt x="0" y="469"/>
                  <a:pt x="0" y="469"/>
                  <a:pt x="0" y="469"/>
                </a:cubicBezTo>
                <a:cubicBezTo>
                  <a:pt x="0" y="0"/>
                  <a:pt x="0" y="0"/>
                  <a:pt x="0" y="0"/>
                </a:cubicBezTo>
                <a:cubicBezTo>
                  <a:pt x="1" y="0"/>
                  <a:pt x="1" y="0"/>
                  <a:pt x="1" y="0"/>
                </a:cubicBezTo>
                <a:cubicBezTo>
                  <a:pt x="6" y="0"/>
                  <a:pt x="6" y="0"/>
                  <a:pt x="6" y="0"/>
                </a:cubicBezTo>
                <a:cubicBezTo>
                  <a:pt x="7" y="105"/>
                  <a:pt x="7" y="105"/>
                  <a:pt x="7" y="105"/>
                </a:cubicBezTo>
                <a:cubicBezTo>
                  <a:pt x="7" y="105"/>
                  <a:pt x="7" y="105"/>
                  <a:pt x="7" y="105"/>
                </a:cubicBezTo>
                <a:cubicBezTo>
                  <a:pt x="28" y="106"/>
                  <a:pt x="47" y="113"/>
                  <a:pt x="63" y="123"/>
                </a:cubicBezTo>
                <a:close/>
                <a:moveTo>
                  <a:pt x="70" y="127"/>
                </a:moveTo>
                <a:cubicBezTo>
                  <a:pt x="70" y="361"/>
                  <a:pt x="70" y="361"/>
                  <a:pt x="70" y="361"/>
                </a:cubicBezTo>
                <a:cubicBezTo>
                  <a:pt x="68" y="362"/>
                  <a:pt x="68" y="362"/>
                  <a:pt x="68" y="362"/>
                </a:cubicBezTo>
                <a:cubicBezTo>
                  <a:pt x="69" y="362"/>
                  <a:pt x="69" y="362"/>
                  <a:pt x="69" y="362"/>
                </a:cubicBezTo>
                <a:cubicBezTo>
                  <a:pt x="70" y="361"/>
                  <a:pt x="70" y="361"/>
                  <a:pt x="70" y="361"/>
                </a:cubicBezTo>
                <a:cubicBezTo>
                  <a:pt x="70" y="401"/>
                  <a:pt x="70" y="401"/>
                  <a:pt x="70" y="401"/>
                </a:cubicBezTo>
                <a:cubicBezTo>
                  <a:pt x="68" y="401"/>
                  <a:pt x="65" y="401"/>
                  <a:pt x="63" y="401"/>
                </a:cubicBezTo>
                <a:cubicBezTo>
                  <a:pt x="63" y="365"/>
                  <a:pt x="63" y="365"/>
                  <a:pt x="63" y="365"/>
                </a:cubicBezTo>
                <a:cubicBezTo>
                  <a:pt x="64" y="364"/>
                  <a:pt x="64" y="364"/>
                  <a:pt x="64" y="364"/>
                </a:cubicBezTo>
                <a:cubicBezTo>
                  <a:pt x="65" y="364"/>
                  <a:pt x="65" y="364"/>
                  <a:pt x="66" y="364"/>
                </a:cubicBezTo>
                <a:cubicBezTo>
                  <a:pt x="66" y="363"/>
                  <a:pt x="66" y="363"/>
                  <a:pt x="66" y="363"/>
                </a:cubicBezTo>
                <a:cubicBezTo>
                  <a:pt x="63" y="365"/>
                  <a:pt x="63" y="365"/>
                  <a:pt x="63" y="365"/>
                </a:cubicBezTo>
                <a:cubicBezTo>
                  <a:pt x="63" y="123"/>
                  <a:pt x="63" y="123"/>
                  <a:pt x="63" y="123"/>
                </a:cubicBezTo>
                <a:cubicBezTo>
                  <a:pt x="66" y="124"/>
                  <a:pt x="68" y="126"/>
                  <a:pt x="70" y="127"/>
                </a:cubicBezTo>
                <a:close/>
                <a:moveTo>
                  <a:pt x="98" y="154"/>
                </a:moveTo>
                <a:cubicBezTo>
                  <a:pt x="98" y="339"/>
                  <a:pt x="98" y="339"/>
                  <a:pt x="98" y="339"/>
                </a:cubicBezTo>
                <a:cubicBezTo>
                  <a:pt x="98" y="334"/>
                  <a:pt x="98" y="334"/>
                  <a:pt x="98" y="334"/>
                </a:cubicBezTo>
                <a:cubicBezTo>
                  <a:pt x="98" y="334"/>
                  <a:pt x="98" y="334"/>
                  <a:pt x="98" y="334"/>
                </a:cubicBezTo>
                <a:cubicBezTo>
                  <a:pt x="98" y="334"/>
                  <a:pt x="98" y="334"/>
                  <a:pt x="98" y="334"/>
                </a:cubicBezTo>
                <a:cubicBezTo>
                  <a:pt x="98" y="337"/>
                  <a:pt x="98" y="339"/>
                  <a:pt x="98" y="341"/>
                </a:cubicBezTo>
                <a:cubicBezTo>
                  <a:pt x="98" y="398"/>
                  <a:pt x="98" y="398"/>
                  <a:pt x="98" y="398"/>
                </a:cubicBezTo>
                <a:cubicBezTo>
                  <a:pt x="96" y="398"/>
                  <a:pt x="94" y="399"/>
                  <a:pt x="92" y="399"/>
                </a:cubicBezTo>
                <a:cubicBezTo>
                  <a:pt x="83" y="400"/>
                  <a:pt x="76" y="401"/>
                  <a:pt x="70" y="401"/>
                </a:cubicBezTo>
                <a:cubicBezTo>
                  <a:pt x="70" y="361"/>
                  <a:pt x="70" y="361"/>
                  <a:pt x="70" y="361"/>
                </a:cubicBezTo>
                <a:cubicBezTo>
                  <a:pt x="70" y="361"/>
                  <a:pt x="70" y="361"/>
                  <a:pt x="70" y="361"/>
                </a:cubicBezTo>
                <a:cubicBezTo>
                  <a:pt x="71" y="360"/>
                  <a:pt x="71" y="360"/>
                  <a:pt x="71" y="360"/>
                </a:cubicBezTo>
                <a:cubicBezTo>
                  <a:pt x="70" y="361"/>
                  <a:pt x="70" y="361"/>
                  <a:pt x="70" y="361"/>
                </a:cubicBezTo>
                <a:cubicBezTo>
                  <a:pt x="70" y="127"/>
                  <a:pt x="70" y="127"/>
                  <a:pt x="70" y="127"/>
                </a:cubicBezTo>
                <a:cubicBezTo>
                  <a:pt x="81" y="135"/>
                  <a:pt x="90" y="144"/>
                  <a:pt x="98" y="154"/>
                </a:cubicBezTo>
                <a:close/>
                <a:moveTo>
                  <a:pt x="207" y="431"/>
                </a:moveTo>
                <a:cubicBezTo>
                  <a:pt x="207" y="494"/>
                  <a:pt x="207" y="494"/>
                  <a:pt x="207" y="494"/>
                </a:cubicBezTo>
                <a:cubicBezTo>
                  <a:pt x="207" y="431"/>
                  <a:pt x="207" y="431"/>
                  <a:pt x="207" y="431"/>
                </a:cubicBezTo>
                <a:cubicBezTo>
                  <a:pt x="214" y="431"/>
                  <a:pt x="214" y="431"/>
                  <a:pt x="214" y="431"/>
                </a:cubicBezTo>
                <a:cubicBezTo>
                  <a:pt x="219" y="431"/>
                  <a:pt x="222" y="435"/>
                  <a:pt x="222" y="440"/>
                </a:cubicBezTo>
                <a:cubicBezTo>
                  <a:pt x="222" y="455"/>
                  <a:pt x="222" y="455"/>
                  <a:pt x="222" y="455"/>
                </a:cubicBezTo>
                <a:cubicBezTo>
                  <a:pt x="222" y="453"/>
                  <a:pt x="224" y="452"/>
                  <a:pt x="225" y="452"/>
                </a:cubicBezTo>
                <a:cubicBezTo>
                  <a:pt x="228" y="452"/>
                  <a:pt x="228" y="452"/>
                  <a:pt x="228" y="452"/>
                </a:cubicBezTo>
                <a:cubicBezTo>
                  <a:pt x="230" y="452"/>
                  <a:pt x="231" y="453"/>
                  <a:pt x="231" y="455"/>
                </a:cubicBezTo>
                <a:cubicBezTo>
                  <a:pt x="231" y="459"/>
                  <a:pt x="231" y="459"/>
                  <a:pt x="231" y="459"/>
                </a:cubicBezTo>
                <a:cubicBezTo>
                  <a:pt x="235" y="459"/>
                  <a:pt x="235" y="459"/>
                  <a:pt x="235" y="459"/>
                </a:cubicBezTo>
                <a:cubicBezTo>
                  <a:pt x="235" y="422"/>
                  <a:pt x="235" y="422"/>
                  <a:pt x="235" y="422"/>
                </a:cubicBezTo>
                <a:cubicBezTo>
                  <a:pt x="207" y="384"/>
                  <a:pt x="207" y="384"/>
                  <a:pt x="207" y="384"/>
                </a:cubicBezTo>
                <a:cubicBezTo>
                  <a:pt x="207" y="375"/>
                  <a:pt x="207" y="375"/>
                  <a:pt x="207" y="375"/>
                </a:cubicBezTo>
                <a:cubicBezTo>
                  <a:pt x="235" y="413"/>
                  <a:pt x="235" y="413"/>
                  <a:pt x="235" y="413"/>
                </a:cubicBezTo>
                <a:cubicBezTo>
                  <a:pt x="235" y="341"/>
                  <a:pt x="235" y="341"/>
                  <a:pt x="235" y="341"/>
                </a:cubicBezTo>
                <a:cubicBezTo>
                  <a:pt x="207" y="357"/>
                  <a:pt x="207" y="357"/>
                  <a:pt x="207" y="357"/>
                </a:cubicBezTo>
                <a:cubicBezTo>
                  <a:pt x="207" y="353"/>
                  <a:pt x="207" y="353"/>
                  <a:pt x="207" y="353"/>
                </a:cubicBezTo>
                <a:cubicBezTo>
                  <a:pt x="235" y="337"/>
                  <a:pt x="235" y="337"/>
                  <a:pt x="235" y="337"/>
                </a:cubicBezTo>
                <a:cubicBezTo>
                  <a:pt x="235" y="332"/>
                  <a:pt x="235" y="332"/>
                  <a:pt x="235" y="332"/>
                </a:cubicBezTo>
                <a:cubicBezTo>
                  <a:pt x="207" y="334"/>
                  <a:pt x="207" y="334"/>
                  <a:pt x="207" y="334"/>
                </a:cubicBezTo>
                <a:cubicBezTo>
                  <a:pt x="207" y="289"/>
                  <a:pt x="207" y="289"/>
                  <a:pt x="207" y="289"/>
                </a:cubicBezTo>
                <a:cubicBezTo>
                  <a:pt x="271" y="285"/>
                  <a:pt x="271" y="285"/>
                  <a:pt x="271" y="285"/>
                </a:cubicBezTo>
                <a:cubicBezTo>
                  <a:pt x="271" y="329"/>
                  <a:pt x="271" y="329"/>
                  <a:pt x="271" y="329"/>
                </a:cubicBezTo>
                <a:cubicBezTo>
                  <a:pt x="258" y="330"/>
                  <a:pt x="258" y="330"/>
                  <a:pt x="258" y="330"/>
                </a:cubicBezTo>
                <a:cubicBezTo>
                  <a:pt x="258" y="410"/>
                  <a:pt x="258" y="410"/>
                  <a:pt x="258" y="410"/>
                </a:cubicBezTo>
                <a:cubicBezTo>
                  <a:pt x="246" y="439"/>
                  <a:pt x="246" y="439"/>
                  <a:pt x="246" y="439"/>
                </a:cubicBezTo>
                <a:cubicBezTo>
                  <a:pt x="246" y="459"/>
                  <a:pt x="246" y="459"/>
                  <a:pt x="246" y="459"/>
                </a:cubicBezTo>
                <a:cubicBezTo>
                  <a:pt x="250" y="459"/>
                  <a:pt x="250" y="459"/>
                  <a:pt x="250" y="459"/>
                </a:cubicBezTo>
                <a:cubicBezTo>
                  <a:pt x="250" y="455"/>
                  <a:pt x="250" y="455"/>
                  <a:pt x="250" y="455"/>
                </a:cubicBezTo>
                <a:cubicBezTo>
                  <a:pt x="250" y="453"/>
                  <a:pt x="251" y="452"/>
                  <a:pt x="253" y="452"/>
                </a:cubicBezTo>
                <a:cubicBezTo>
                  <a:pt x="256" y="452"/>
                  <a:pt x="256" y="452"/>
                  <a:pt x="256" y="452"/>
                </a:cubicBezTo>
                <a:cubicBezTo>
                  <a:pt x="257" y="452"/>
                  <a:pt x="259" y="453"/>
                  <a:pt x="259" y="455"/>
                </a:cubicBezTo>
                <a:cubicBezTo>
                  <a:pt x="259" y="471"/>
                  <a:pt x="259" y="471"/>
                  <a:pt x="259" y="471"/>
                </a:cubicBezTo>
                <a:cubicBezTo>
                  <a:pt x="259" y="472"/>
                  <a:pt x="257" y="473"/>
                  <a:pt x="256" y="473"/>
                </a:cubicBezTo>
                <a:cubicBezTo>
                  <a:pt x="253" y="473"/>
                  <a:pt x="253" y="473"/>
                  <a:pt x="253" y="473"/>
                </a:cubicBezTo>
                <a:cubicBezTo>
                  <a:pt x="251" y="473"/>
                  <a:pt x="250" y="472"/>
                  <a:pt x="250" y="471"/>
                </a:cubicBezTo>
                <a:cubicBezTo>
                  <a:pt x="250" y="467"/>
                  <a:pt x="250" y="467"/>
                  <a:pt x="250" y="467"/>
                </a:cubicBezTo>
                <a:cubicBezTo>
                  <a:pt x="246" y="467"/>
                  <a:pt x="246" y="467"/>
                  <a:pt x="246" y="467"/>
                </a:cubicBezTo>
                <a:cubicBezTo>
                  <a:pt x="235" y="467"/>
                  <a:pt x="235" y="467"/>
                  <a:pt x="235" y="467"/>
                </a:cubicBezTo>
                <a:cubicBezTo>
                  <a:pt x="231" y="467"/>
                  <a:pt x="231" y="467"/>
                  <a:pt x="231" y="467"/>
                </a:cubicBezTo>
                <a:cubicBezTo>
                  <a:pt x="231" y="471"/>
                  <a:pt x="231" y="471"/>
                  <a:pt x="231" y="471"/>
                </a:cubicBezTo>
                <a:cubicBezTo>
                  <a:pt x="231" y="472"/>
                  <a:pt x="230" y="473"/>
                  <a:pt x="228" y="473"/>
                </a:cubicBezTo>
                <a:cubicBezTo>
                  <a:pt x="225" y="473"/>
                  <a:pt x="225" y="473"/>
                  <a:pt x="225" y="473"/>
                </a:cubicBezTo>
                <a:cubicBezTo>
                  <a:pt x="224" y="473"/>
                  <a:pt x="222" y="472"/>
                  <a:pt x="222" y="471"/>
                </a:cubicBezTo>
                <a:cubicBezTo>
                  <a:pt x="222" y="486"/>
                  <a:pt x="222" y="486"/>
                  <a:pt x="222" y="486"/>
                </a:cubicBezTo>
                <a:cubicBezTo>
                  <a:pt x="222" y="490"/>
                  <a:pt x="219" y="494"/>
                  <a:pt x="214" y="494"/>
                </a:cubicBezTo>
                <a:cubicBezTo>
                  <a:pt x="207" y="494"/>
                  <a:pt x="207" y="494"/>
                  <a:pt x="207" y="494"/>
                </a:cubicBezTo>
                <a:cubicBezTo>
                  <a:pt x="206" y="494"/>
                  <a:pt x="206" y="494"/>
                  <a:pt x="206" y="494"/>
                </a:cubicBezTo>
                <a:cubicBezTo>
                  <a:pt x="201" y="494"/>
                  <a:pt x="198" y="490"/>
                  <a:pt x="198" y="486"/>
                </a:cubicBezTo>
                <a:cubicBezTo>
                  <a:pt x="198" y="440"/>
                  <a:pt x="198" y="440"/>
                  <a:pt x="198" y="440"/>
                </a:cubicBezTo>
                <a:cubicBezTo>
                  <a:pt x="198" y="435"/>
                  <a:pt x="201" y="431"/>
                  <a:pt x="206" y="431"/>
                </a:cubicBezTo>
                <a:lnTo>
                  <a:pt x="207" y="431"/>
                </a:lnTo>
                <a:close/>
                <a:moveTo>
                  <a:pt x="207" y="201"/>
                </a:moveTo>
                <a:cubicBezTo>
                  <a:pt x="207" y="222"/>
                  <a:pt x="207" y="222"/>
                  <a:pt x="207" y="222"/>
                </a:cubicBezTo>
                <a:cubicBezTo>
                  <a:pt x="128" y="230"/>
                  <a:pt x="128" y="230"/>
                  <a:pt x="128" y="230"/>
                </a:cubicBezTo>
                <a:cubicBezTo>
                  <a:pt x="128" y="235"/>
                  <a:pt x="129" y="239"/>
                  <a:pt x="129" y="244"/>
                </a:cubicBezTo>
                <a:cubicBezTo>
                  <a:pt x="129" y="250"/>
                  <a:pt x="128" y="256"/>
                  <a:pt x="128" y="261"/>
                </a:cubicBezTo>
                <a:cubicBezTo>
                  <a:pt x="127" y="276"/>
                  <a:pt x="132" y="286"/>
                  <a:pt x="138" y="294"/>
                </a:cubicBezTo>
                <a:cubicBezTo>
                  <a:pt x="207" y="289"/>
                  <a:pt x="207" y="289"/>
                  <a:pt x="207" y="289"/>
                </a:cubicBezTo>
                <a:cubicBezTo>
                  <a:pt x="207" y="334"/>
                  <a:pt x="207" y="334"/>
                  <a:pt x="207" y="334"/>
                </a:cubicBezTo>
                <a:cubicBezTo>
                  <a:pt x="179" y="336"/>
                  <a:pt x="179" y="336"/>
                  <a:pt x="179" y="336"/>
                </a:cubicBezTo>
                <a:cubicBezTo>
                  <a:pt x="196" y="360"/>
                  <a:pt x="196" y="360"/>
                  <a:pt x="196" y="360"/>
                </a:cubicBezTo>
                <a:cubicBezTo>
                  <a:pt x="207" y="353"/>
                  <a:pt x="207" y="353"/>
                  <a:pt x="207" y="353"/>
                </a:cubicBezTo>
                <a:cubicBezTo>
                  <a:pt x="207" y="357"/>
                  <a:pt x="207" y="357"/>
                  <a:pt x="207" y="357"/>
                </a:cubicBezTo>
                <a:cubicBezTo>
                  <a:pt x="198" y="362"/>
                  <a:pt x="198" y="362"/>
                  <a:pt x="198" y="362"/>
                </a:cubicBezTo>
                <a:cubicBezTo>
                  <a:pt x="207" y="375"/>
                  <a:pt x="207" y="375"/>
                  <a:pt x="207" y="375"/>
                </a:cubicBezTo>
                <a:cubicBezTo>
                  <a:pt x="207" y="384"/>
                  <a:pt x="207" y="384"/>
                  <a:pt x="207" y="384"/>
                </a:cubicBezTo>
                <a:cubicBezTo>
                  <a:pt x="173" y="337"/>
                  <a:pt x="173" y="337"/>
                  <a:pt x="173" y="337"/>
                </a:cubicBezTo>
                <a:cubicBezTo>
                  <a:pt x="130" y="341"/>
                  <a:pt x="130" y="341"/>
                  <a:pt x="130" y="341"/>
                </a:cubicBezTo>
                <a:cubicBezTo>
                  <a:pt x="122" y="357"/>
                  <a:pt x="131" y="389"/>
                  <a:pt x="98" y="398"/>
                </a:cubicBezTo>
                <a:cubicBezTo>
                  <a:pt x="98" y="341"/>
                  <a:pt x="98" y="341"/>
                  <a:pt x="98" y="341"/>
                </a:cubicBezTo>
                <a:cubicBezTo>
                  <a:pt x="98" y="342"/>
                  <a:pt x="98" y="343"/>
                  <a:pt x="98" y="343"/>
                </a:cubicBezTo>
                <a:cubicBezTo>
                  <a:pt x="98" y="339"/>
                  <a:pt x="98" y="339"/>
                  <a:pt x="98" y="339"/>
                </a:cubicBezTo>
                <a:cubicBezTo>
                  <a:pt x="98" y="154"/>
                  <a:pt x="98" y="154"/>
                  <a:pt x="98" y="154"/>
                </a:cubicBezTo>
                <a:cubicBezTo>
                  <a:pt x="110" y="170"/>
                  <a:pt x="119" y="188"/>
                  <a:pt x="124" y="208"/>
                </a:cubicBezTo>
                <a:cubicBezTo>
                  <a:pt x="124" y="208"/>
                  <a:pt x="124" y="208"/>
                  <a:pt x="124" y="208"/>
                </a:cubicBezTo>
                <a:lnTo>
                  <a:pt x="207" y="201"/>
                </a:lnTo>
                <a:close/>
                <a:moveTo>
                  <a:pt x="271" y="431"/>
                </a:moveTo>
                <a:cubicBezTo>
                  <a:pt x="267" y="431"/>
                  <a:pt x="267" y="431"/>
                  <a:pt x="267" y="431"/>
                </a:cubicBezTo>
                <a:cubicBezTo>
                  <a:pt x="262" y="431"/>
                  <a:pt x="259" y="435"/>
                  <a:pt x="259" y="440"/>
                </a:cubicBezTo>
                <a:cubicBezTo>
                  <a:pt x="259" y="486"/>
                  <a:pt x="259" y="486"/>
                  <a:pt x="259" y="486"/>
                </a:cubicBezTo>
                <a:cubicBezTo>
                  <a:pt x="259" y="490"/>
                  <a:pt x="262" y="494"/>
                  <a:pt x="267" y="494"/>
                </a:cubicBezTo>
                <a:cubicBezTo>
                  <a:pt x="271" y="494"/>
                  <a:pt x="271" y="494"/>
                  <a:pt x="271" y="494"/>
                </a:cubicBezTo>
                <a:cubicBezTo>
                  <a:pt x="271" y="431"/>
                  <a:pt x="271" y="431"/>
                  <a:pt x="271" y="431"/>
                </a:cubicBezTo>
                <a:cubicBezTo>
                  <a:pt x="275" y="431"/>
                  <a:pt x="275" y="431"/>
                  <a:pt x="275" y="431"/>
                </a:cubicBezTo>
                <a:cubicBezTo>
                  <a:pt x="280" y="431"/>
                  <a:pt x="283" y="435"/>
                  <a:pt x="283" y="440"/>
                </a:cubicBezTo>
                <a:cubicBezTo>
                  <a:pt x="283" y="486"/>
                  <a:pt x="283" y="486"/>
                  <a:pt x="283" y="486"/>
                </a:cubicBezTo>
                <a:cubicBezTo>
                  <a:pt x="283" y="490"/>
                  <a:pt x="280" y="494"/>
                  <a:pt x="275" y="494"/>
                </a:cubicBezTo>
                <a:cubicBezTo>
                  <a:pt x="271" y="494"/>
                  <a:pt x="271" y="494"/>
                  <a:pt x="271" y="494"/>
                </a:cubicBezTo>
                <a:lnTo>
                  <a:pt x="271" y="431"/>
                </a:lnTo>
                <a:close/>
                <a:moveTo>
                  <a:pt x="271" y="195"/>
                </a:moveTo>
                <a:cubicBezTo>
                  <a:pt x="271" y="216"/>
                  <a:pt x="271" y="216"/>
                  <a:pt x="271" y="216"/>
                </a:cubicBezTo>
                <a:cubicBezTo>
                  <a:pt x="207" y="222"/>
                  <a:pt x="207" y="222"/>
                  <a:pt x="207" y="222"/>
                </a:cubicBezTo>
                <a:cubicBezTo>
                  <a:pt x="207" y="201"/>
                  <a:pt x="207" y="201"/>
                  <a:pt x="207" y="201"/>
                </a:cubicBezTo>
                <a:lnTo>
                  <a:pt x="271" y="195"/>
                </a:lnTo>
                <a:close/>
                <a:moveTo>
                  <a:pt x="271" y="216"/>
                </a:moveTo>
                <a:cubicBezTo>
                  <a:pt x="271" y="195"/>
                  <a:pt x="271" y="195"/>
                  <a:pt x="271" y="195"/>
                </a:cubicBezTo>
                <a:cubicBezTo>
                  <a:pt x="350" y="189"/>
                  <a:pt x="350" y="189"/>
                  <a:pt x="350" y="189"/>
                </a:cubicBezTo>
                <a:cubicBezTo>
                  <a:pt x="382" y="186"/>
                  <a:pt x="378" y="205"/>
                  <a:pt x="355" y="207"/>
                </a:cubicBezTo>
                <a:lnTo>
                  <a:pt x="271" y="216"/>
                </a:lnTo>
                <a:close/>
              </a:path>
            </a:pathLst>
          </a:custGeom>
          <a:solidFill>
            <a:srgbClr val="15A185"/>
          </a:solidFill>
          <a:ln>
            <a:noFill/>
          </a:ln>
        </p:spPr>
        <p:txBody>
          <a:bodyPr vert="horz" wrap="square" lIns="121920" tIns="60960" rIns="121920" bIns="60960" numCol="1" anchor="t" anchorCtr="0" compatLnSpc="1">
            <a:prstTxWarp prst="textNoShape">
              <a:avLst/>
            </a:prstTxWarp>
          </a:bodyPr>
          <a:lstStyle/>
          <a:p>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4"/>
          <p:cNvSpPr/>
          <p:nvPr/>
        </p:nvSpPr>
        <p:spPr>
          <a:xfrm>
            <a:off x="812801" y="5384393"/>
            <a:ext cx="2560577"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Fly Away</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16" name="Rectangle 15"/>
          <p:cNvSpPr/>
          <p:nvPr/>
        </p:nvSpPr>
        <p:spPr>
          <a:xfrm>
            <a:off x="3454402" y="4977993"/>
            <a:ext cx="2560577"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Standard</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a:t>
            </a:r>
          </a:p>
        </p:txBody>
      </p:sp>
      <p:sp>
        <p:nvSpPr>
          <p:cNvPr id="17" name="Rectangle 16"/>
          <p:cNvSpPr/>
          <p:nvPr/>
        </p:nvSpPr>
        <p:spPr>
          <a:xfrm>
            <a:off x="6096001" y="5384394"/>
            <a:ext cx="2560577"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System</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18" name="Rectangle 17"/>
          <p:cNvSpPr/>
          <p:nvPr/>
        </p:nvSpPr>
        <p:spPr>
          <a:xfrm>
            <a:off x="8737602" y="4977994"/>
            <a:ext cx="2560577" cy="1107996"/>
          </a:xfrm>
          <a:prstGeom prst="rect">
            <a:avLst/>
          </a:prstGeom>
        </p:spPr>
        <p:txBody>
          <a:bodyPr wrap="square">
            <a:spAutoFit/>
          </a:bodyPr>
          <a:lstStyle/>
          <a:p>
            <a:pPr algn="ctr">
              <a:lnSpc>
                <a:spcPct val="150000"/>
              </a:lnSpc>
            </a:pPr>
            <a:r>
              <a:rPr lang="en-US" sz="1600" b="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Development</a:t>
            </a:r>
          </a:p>
          <a:p>
            <a:pPr algn="ctr"/>
            <a:r>
              <a:rPr lang="en-US" sz="1400" err="1">
                <a:solidFill>
                  <a:schemeClr val="tx1">
                    <a:lumMod val="65000"/>
                    <a:lumOff val="35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Nullam eu tempor purus. Nunc a leo magna, sit amet consequat risus. </a:t>
            </a:r>
          </a:p>
        </p:txBody>
      </p:sp>
      <p:sp>
        <p:nvSpPr>
          <p:cNvPr id="19" name="Oval 18"/>
          <p:cNvSpPr/>
          <p:nvPr/>
        </p:nvSpPr>
        <p:spPr>
          <a:xfrm>
            <a:off x="2032000" y="3733800"/>
            <a:ext cx="152400" cy="152400"/>
          </a:xfrm>
          <a:prstGeom prst="ellipse">
            <a:avLst/>
          </a:prstGeom>
          <a:noFill/>
          <a:ln w="7620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0" name="Oval 19"/>
          <p:cNvSpPr/>
          <p:nvPr/>
        </p:nvSpPr>
        <p:spPr>
          <a:xfrm>
            <a:off x="2032000" y="5257800"/>
            <a:ext cx="152400" cy="152400"/>
          </a:xfrm>
          <a:prstGeom prst="ellipse">
            <a:avLst/>
          </a:prstGeom>
          <a:noFill/>
          <a:ln w="76200">
            <a:solidFill>
              <a:srgbClr val="F49D1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3" name="Oval 22"/>
          <p:cNvSpPr/>
          <p:nvPr/>
        </p:nvSpPr>
        <p:spPr>
          <a:xfrm>
            <a:off x="4658489" y="4292600"/>
            <a:ext cx="152400" cy="152400"/>
          </a:xfrm>
          <a:prstGeom prst="ellipse">
            <a:avLst/>
          </a:prstGeom>
          <a:noFill/>
          <a:ln w="76200">
            <a:solidFill>
              <a:srgbClr val="9BBC5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4" name="Oval 23"/>
          <p:cNvSpPr/>
          <p:nvPr/>
        </p:nvSpPr>
        <p:spPr>
          <a:xfrm>
            <a:off x="4658489" y="4800600"/>
            <a:ext cx="152400" cy="152400"/>
          </a:xfrm>
          <a:prstGeom prst="ellipse">
            <a:avLst/>
          </a:prstGeom>
          <a:noFill/>
          <a:ln w="76200">
            <a:solidFill>
              <a:srgbClr val="9BBC5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8" name="Oval 27"/>
          <p:cNvSpPr/>
          <p:nvPr/>
        </p:nvSpPr>
        <p:spPr>
          <a:xfrm>
            <a:off x="7300088" y="4292600"/>
            <a:ext cx="152400" cy="152400"/>
          </a:xfrm>
          <a:prstGeom prst="ellipse">
            <a:avLst/>
          </a:prstGeom>
          <a:noFill/>
          <a:ln w="76200">
            <a:solidFill>
              <a:srgbClr val="15A18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29" name="Oval 28"/>
          <p:cNvSpPr/>
          <p:nvPr/>
        </p:nvSpPr>
        <p:spPr>
          <a:xfrm>
            <a:off x="7300088" y="5207000"/>
            <a:ext cx="152400" cy="152400"/>
          </a:xfrm>
          <a:prstGeom prst="ellipse">
            <a:avLst/>
          </a:prstGeom>
          <a:noFill/>
          <a:ln w="76200">
            <a:solidFill>
              <a:srgbClr val="15A18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2" name="Oval 31"/>
          <p:cNvSpPr/>
          <p:nvPr/>
        </p:nvSpPr>
        <p:spPr>
          <a:xfrm>
            <a:off x="9906000" y="3733800"/>
            <a:ext cx="152400" cy="152400"/>
          </a:xfrm>
          <a:prstGeom prst="ellipse">
            <a:avLst/>
          </a:prstGeom>
          <a:noFill/>
          <a:ln w="76200">
            <a:solidFill>
              <a:srgbClr val="297F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3" name="Oval 32"/>
          <p:cNvSpPr/>
          <p:nvPr/>
        </p:nvSpPr>
        <p:spPr>
          <a:xfrm>
            <a:off x="9906000" y="4851400"/>
            <a:ext cx="152400" cy="152400"/>
          </a:xfrm>
          <a:prstGeom prst="ellipse">
            <a:avLst/>
          </a:prstGeom>
          <a:noFill/>
          <a:ln w="76200">
            <a:solidFill>
              <a:srgbClr val="297F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ea typeface="微软雅黑" panose="020B0503020204020204" pitchFamily="34" charset="-122"/>
              <a:sym typeface="Arial" panose="020B0604020202020204" pitchFamily="34" charset="0"/>
            </a:endParaRPr>
          </a:p>
        </p:txBody>
      </p:sp>
      <p:sp>
        <p:nvSpPr>
          <p:cNvPr id="31" name="Text Box 7"/>
          <p:cNvSpPr txBox="1">
            <a:spLocks noChangeArrowheads="1"/>
          </p:cNvSpPr>
          <p:nvPr/>
        </p:nvSpPr>
        <p:spPr bwMode="auto">
          <a:xfrm>
            <a:off x="812800" y="1223474"/>
            <a:ext cx="6400800" cy="276999"/>
          </a:xfrm>
          <a:prstGeom prst="rect">
            <a:avLst/>
          </a:prstGeom>
          <a:noFill/>
          <a:ln w="9525">
            <a:noFill/>
            <a:miter lim="800000"/>
          </a:ln>
        </p:spPr>
        <p:txBody>
          <a:bodyPr wrap="square" lIns="60960" tIns="30480" rIns="60960" bIns="30480" anchor="ctr">
            <a:spAutoFit/>
          </a:bodyPr>
          <a:lstStyle/>
          <a:p>
            <a:pPr defTabSz="1450940"/>
            <a:r>
              <a:rPr lang="en-US" sz="1400" i="1" err="1">
                <a:solidFill>
                  <a:schemeClr val="bg1">
                    <a:lumMod val="50000"/>
                  </a:schemeClr>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Vivamus quam dolor, tempor ac gravida sit amet, porta fermentum magna. </a:t>
            </a:r>
          </a:p>
        </p:txBody>
      </p:sp>
    </p:spTree>
    <p:extLst>
      <p:ext uri="{BB962C8B-B14F-4D97-AF65-F5344CB8AC3E}">
        <p14:creationId xmlns:p14="http://schemas.microsoft.com/office/powerpoint/2010/main" val="3864115656"/>
      </p:ext>
    </p:extLst>
  </p:cSld>
  <p:clrMapOvr>
    <a:masterClrMapping/>
  </p:clrMapOvr>
  <p:transition spd="slow">
    <p:push dir="u"/>
  </p:transition>
</p:sld>
</file>

<file path=ppt/slides/slide58.xml><?xml version="1.0" encoding="utf-8"?>
<p:sld xmlns:a="http://schemas.openxmlformats.org/drawingml/2006/main" xmlns:r="http://schemas.openxmlformats.org/officeDocument/2006/relationships" xmlns:p="http://schemas.openxmlformats.org/presentationml/2006/main" showMasterSp="0">
  <p:cSld>
    <p:bg>
      <p:bgPr>
        <a:blipFill dpi="0" rotWithShape="1">
          <a:blip r:embed="rId4">
            <a:lum/>
          </a:blip>
          <a:stretch>
            <a:fillRect t="-6000" b="-6000"/>
          </a:stretch>
        </a:blipFill>
        <a:effectLst/>
      </p:bgPr>
    </p:bg>
    <p:spTree>
      <p:nvGrpSpPr>
        <p:cNvPr id="1" name=""/>
        <p:cNvGrpSpPr/>
        <p:nvPr/>
      </p:nvGrpSpPr>
      <p:grpSpPr>
        <a:xfrm>
          <a:off x="0" y="0"/>
          <a:ext cx="0" cy="0"/>
          <a:chOff x="0" y="0"/>
          <a:chExt cx="0" cy="0"/>
        </a:xfrm>
      </p:grpSpPr>
      <p:sp>
        <p:nvSpPr>
          <p:cNvPr id="3" name="Rectangle 2"/>
          <p:cNvSpPr/>
          <p:nvPr/>
        </p:nvSpPr>
        <p:spPr>
          <a:xfrm>
            <a:off x="2967392" y="2454509"/>
            <a:ext cx="6219019" cy="1231106"/>
          </a:xfrm>
          <a:prstGeom prst="rect">
            <a:avLst/>
          </a:prstGeom>
        </p:spPr>
        <p:txBody>
          <a:bodyPr wrap="square" lIns="0" tIns="0" rIns="0" bIns="0">
            <a:spAutoFit/>
          </a:bodyPr>
          <a:lstStyle/>
          <a:p>
            <a:pPr algn="ctr"/>
            <a:r>
              <a:rPr lang="en-US" sz="8000" smtClean="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rPr>
              <a:t>THANKS</a:t>
            </a:r>
            <a:endParaRPr lang="en-US" sz="6600">
              <a:solidFill>
                <a:schemeClr val="bg1"/>
              </a:solidFill>
              <a:latin typeface="Arial" panose="020B0604020202020204" pitchFamily="34" charset="0"/>
              <a:ea typeface="微软雅黑" panose="020B0503020204020204" pitchFamily="34" charset="-122"/>
              <a:cs typeface="Open Sans" pitchFamily="34" charset="0"/>
              <a:sym typeface="Arial" panose="020B0604020202020204" pitchFamily="34" charset="0"/>
            </a:endParaRPr>
          </a:p>
        </p:txBody>
      </p:sp>
      <p:sp>
        <p:nvSpPr>
          <p:cNvPr id="4" name="Text Box 7"/>
          <p:cNvSpPr txBox="1">
            <a:spLocks noChangeArrowheads="1"/>
          </p:cNvSpPr>
          <p:nvPr/>
        </p:nvSpPr>
        <p:spPr bwMode="auto">
          <a:xfrm>
            <a:off x="609600" y="4050749"/>
            <a:ext cx="10972800" cy="492443"/>
          </a:xfrm>
          <a:prstGeom prst="rect">
            <a:avLst/>
          </a:prstGeom>
          <a:noFill/>
          <a:ln w="9525">
            <a:noFill/>
            <a:miter lim="800000"/>
          </a:ln>
        </p:spPr>
        <p:txBody>
          <a:bodyPr wrap="square" lIns="60960" tIns="30480" rIns="60960" bIns="30480" anchor="ctr">
            <a:spAutoFit/>
          </a:bodyPr>
          <a:lstStyle/>
          <a:p>
            <a:pPr algn="ctr" defTabSz="1450940"/>
            <a:r>
              <a:rPr lang="en-US" sz="1400" err="1">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Lorem ipsum dolor sit amet, consectetur adipiscing elit. Sed et consectetur lacus. Sed sit amet nulla vel dolor gravida bibendum. Nunc odio massa, sodales et consectetur a, iaculis eget sapien. Mauris dignissim, arcu id faucibus laoreet, justo tortor imperdiet </a:t>
            </a:r>
            <a:r>
              <a:rPr lang="en-US" sz="1400" err="1" smtClean="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tellus</a:t>
            </a:r>
            <a:r>
              <a:rPr lang="en-US" sz="1400">
                <a:solidFill>
                  <a:schemeClr val="bg1"/>
                </a:solidFill>
                <a:latin typeface="Arial" panose="020B0604020202020204" pitchFamily="34" charset="0"/>
                <a:ea typeface="微软雅黑" panose="020B0503020204020204" pitchFamily="34" charset="-122"/>
                <a:cs typeface="Open Sans Light" pitchFamily="34" charset="0"/>
                <a:sym typeface="Arial" panose="020B0604020202020204" pitchFamily="34" charset="0"/>
              </a:rPr>
              <a:t>.</a:t>
            </a:r>
          </a:p>
        </p:txBody>
      </p:sp>
      <p:grpSp>
        <p:nvGrpSpPr>
          <p:cNvPr id="5" name="Group 4"/>
          <p:cNvGrpSpPr/>
          <p:nvPr/>
        </p:nvGrpSpPr>
        <p:grpSpPr>
          <a:xfrm>
            <a:off x="745927" y="3788581"/>
            <a:ext cx="10661949" cy="140901"/>
            <a:chOff x="745927" y="5494178"/>
            <a:chExt cx="10661949" cy="140901"/>
          </a:xfrm>
        </p:grpSpPr>
        <p:cxnSp>
          <p:nvCxnSpPr>
            <p:cNvPr id="6" name="Straight Connector 5"/>
            <p:cNvCxnSpPr/>
            <p:nvPr/>
          </p:nvCxnSpPr>
          <p:spPr>
            <a:xfrm>
              <a:off x="745927" y="5562600"/>
              <a:ext cx="10661949" cy="0"/>
            </a:xfrm>
            <a:prstGeom prst="line">
              <a:avLst/>
            </a:prstGeom>
            <a:ln w="34925" cmpd="dbl">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4430272" y="5494178"/>
              <a:ext cx="3293258" cy="140901"/>
              <a:chOff x="3978245" y="5494178"/>
              <a:chExt cx="3293258" cy="140901"/>
            </a:xfrm>
          </p:grpSpPr>
          <p:sp>
            <p:nvSpPr>
              <p:cNvPr id="8" name="Rectangle 7"/>
              <p:cNvSpPr/>
              <p:nvPr/>
            </p:nvSpPr>
            <p:spPr>
              <a:xfrm>
                <a:off x="3978245" y="5494178"/>
                <a:ext cx="784124" cy="140901"/>
              </a:xfrm>
              <a:prstGeom prst="rect">
                <a:avLst/>
              </a:prstGeom>
              <a:solidFill>
                <a:srgbClr val="F49D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9" name="Rectangle 8"/>
              <p:cNvSpPr/>
              <p:nvPr/>
            </p:nvSpPr>
            <p:spPr>
              <a:xfrm>
                <a:off x="4817532" y="5494178"/>
                <a:ext cx="784124" cy="140901"/>
              </a:xfrm>
              <a:prstGeom prst="rect">
                <a:avLst/>
              </a:prstGeom>
              <a:solidFill>
                <a:srgbClr val="9BBC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0" name="Rectangle 9"/>
              <p:cNvSpPr/>
              <p:nvPr/>
            </p:nvSpPr>
            <p:spPr>
              <a:xfrm>
                <a:off x="5648092" y="5494178"/>
                <a:ext cx="784124" cy="140901"/>
              </a:xfrm>
              <a:prstGeom prst="rect">
                <a:avLst/>
              </a:prstGeom>
              <a:solidFill>
                <a:srgbClr val="15A1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sp>
            <p:nvSpPr>
              <p:cNvPr id="11" name="Rectangle 10"/>
              <p:cNvSpPr/>
              <p:nvPr/>
            </p:nvSpPr>
            <p:spPr>
              <a:xfrm>
                <a:off x="6487379" y="5494178"/>
                <a:ext cx="784124" cy="140901"/>
              </a:xfrm>
              <a:prstGeom prst="rect">
                <a:avLst/>
              </a:prstGeom>
              <a:solidFill>
                <a:srgbClr val="297F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538530012"/>
      </p:ext>
    </p:extLst>
  </p:cSld>
  <p:clrMapOvr>
    <a:masterClrMapping/>
  </p:clrMapOvr>
  <p:transition spd="slow">
    <p:push dir="u"/>
  </p:transition>
</p:sld>
</file>

<file path=ppt/tags/tag1.xml><?xml version="1.0" encoding="utf-8"?>
<p:tagLst xmlns:a="http://schemas.openxmlformats.org/drawingml/2006/main" xmlns:r="http://schemas.openxmlformats.org/officeDocument/2006/relationships" xmlns:p="http://schemas.openxmlformats.org/presentationml/2006/main">
  <p:tag name="AS_NET" val="2.0.50727.5485"/>
  <p:tag name="AS_OS" val="Microsoft Windows NT 6.1.7601 Service Pack 1"/>
  <p:tag name="AS_RELEASE_DATE" val="2018.04.09"/>
  <p:tag name="AS_TITLE" val="Aspose.Slides for .NET 2.0"/>
  <p:tag name="AS_VERSION" val="18.4"/>
</p:tagLst>
</file>

<file path=ppt/theme/theme1.xml><?xml version="1.0" encoding="utf-8"?>
<a:theme xmlns:a="http://schemas.openxmlformats.org/drawingml/2006/main" name="Office Theme">
  <a:themeElements>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fontScheme name="Office">
      <a:majorFont>
        <a:latin typeface="Calibri Light"/>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r="http://schemas.openxmlformats.org/officeDocument/2006/relationships"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r="http://schemas.openxmlformats.org/officeDocument/2006/relationships"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r="http://schemas.openxmlformats.org/officeDocument/2006/relationships" xmlns:thm15="http://schemas.microsoft.com/office/thememl/2012/main" xmlns="" name="Office Theme" id="{62F939B6-93AF-4DB8-9C6B-D6C7DFDC589F}" vid="{4A3C46E8-61CC-4603-A589-7422A47A8E4A}"/>
    </a:ext>
  </a:extLst>
</a:theme>
</file>

<file path=ppt/theme/themeOverride1.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6.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7.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8.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9.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0.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1.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2.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3.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4.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5.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6.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7.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8.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19.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0.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1.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2.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3.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4.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5.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6.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7.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8.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29.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0.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1.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2.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3.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4.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5.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6.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7.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8.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39.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0.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1.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2.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3.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4.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5.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6.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7.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8.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49.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0.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1.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2.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3.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4.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5.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6.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7.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ppt/theme/themeOverride58.xml><?xml version="1.0" encoding="utf-8"?>
<a:themeOverride xmlns:a="http://schemas.openxmlformats.org/drawingml/2006/main">
  <a:clrScheme name="Office">
    <a:dk1>
      <a:srgbClr val="000000"/>
    </a:dk1>
    <a:lt1>
      <a:srgbClr val="FFFFFF"/>
    </a:lt1>
    <a:dk2>
      <a:srgbClr val="36303B"/>
    </a:dk2>
    <a:lt2>
      <a:srgbClr val="E2DFCC"/>
    </a:lt2>
    <a:accent1>
      <a:srgbClr val="49404F"/>
    </a:accent1>
    <a:accent2>
      <a:srgbClr val="948A54"/>
    </a:accent2>
    <a:accent3>
      <a:srgbClr val="1C7B64"/>
    </a:accent3>
    <a:accent4>
      <a:srgbClr val="A9BD8B"/>
    </a:accent4>
    <a:accent5>
      <a:srgbClr val="596166"/>
    </a:accent5>
    <a:accent6>
      <a:srgbClr val="BFBFBF"/>
    </a:accent6>
    <a:hlink>
      <a:srgbClr val="36303B"/>
    </a:hlink>
    <a:folHlink>
      <a:srgbClr val="948A54"/>
    </a:folHlink>
  </a:clrScheme>
</a:themeOverride>
</file>

<file path=docProps/app.xml><?xml version="1.0" encoding="utf-8"?>
<Properties xmlns="http://schemas.openxmlformats.org/officeDocument/2006/extended-properties" xmlns:vt="http://schemas.openxmlformats.org/officeDocument/2006/docPropsVTypes">
  <TotalTime>4236</TotalTime>
  <Words>5502</Words>
  <Application>Microsoft Office PowerPoint</Application>
  <PresentationFormat>自定义</PresentationFormat>
  <Paragraphs>710</Paragraphs>
  <Slides>58</Slides>
  <Notes>58</Notes>
  <HiddenSlides>0</HiddenSlides>
  <MMClips>0</MMClips>
  <ScaleCrop>false</ScaleCrop>
  <HeadingPairs>
    <vt:vector size="4" baseType="variant">
      <vt:variant>
        <vt:lpstr>主题</vt:lpstr>
      </vt:variant>
      <vt:variant>
        <vt:i4>2</vt:i4>
      </vt:variant>
      <vt:variant>
        <vt:lpstr>幻灯片标题</vt:lpstr>
      </vt:variant>
      <vt:variant>
        <vt:i4>58</vt:i4>
      </vt:variant>
    </vt:vector>
  </HeadingPairs>
  <TitlesOfParts>
    <vt:vector size="60" baseType="lpstr">
      <vt:lpstr>Office Theme</vt:lpstr>
      <vt:lpstr>Custom Design</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风云办公</Manager>
  <Company>上海剑姬网络科技有限公司</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风云办公PPT模板</dc:title>
  <dc:creator>风云办公</dc:creator>
  <cp:keywords>风云办公</cp:keywords>
  <dc:description>风云办公 http://www.ppt118.com</dc:description>
  <cp:lastModifiedBy>DELL</cp:lastModifiedBy>
  <cp:revision>280</cp:revision>
  <dcterms:created xsi:type="dcterms:W3CDTF">2015-02-04T13:10:03Z</dcterms:created>
  <dcterms:modified xsi:type="dcterms:W3CDTF">2022-03-23T15:25:53Z</dcterms:modified>
</cp:coreProperties>
</file>