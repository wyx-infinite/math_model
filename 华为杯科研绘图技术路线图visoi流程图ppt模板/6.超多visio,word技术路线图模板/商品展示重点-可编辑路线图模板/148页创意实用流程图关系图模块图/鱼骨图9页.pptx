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4" r:id="rId2"/>
    <p:sldId id="296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BB59"/>
    <a:srgbClr val="2B9AED"/>
    <a:srgbClr val="198CFF"/>
    <a:srgbClr val="C0392B"/>
    <a:srgbClr val="113753"/>
    <a:srgbClr val="071621"/>
    <a:srgbClr val="2980B9"/>
    <a:srgbClr val="1AB2FD"/>
    <a:srgbClr val="F39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2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-55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5ABC0-1996-4F80-9158-DC6ADECBB410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DECD8-244A-4910-B187-CBC0FD45BE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89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163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613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783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503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850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139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663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36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38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9616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38109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1539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8365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65239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41226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2B9AED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72464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05937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4"/>
            <a:ext cx="12192000" cy="6824453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3596640"/>
            <a:ext cx="12192000" cy="3261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8620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26841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90737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1978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59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_文本框 6"/>
          <p:cNvSpPr txBox="1"/>
          <p:nvPr>
            <p:custDataLst>
              <p:tags r:id="rId2"/>
            </p:custDataLst>
          </p:nvPr>
        </p:nvSpPr>
        <p:spPr>
          <a:xfrm>
            <a:off x="2316760" y="2347513"/>
            <a:ext cx="755847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鱼骨图图表</a:t>
            </a:r>
          </a:p>
        </p:txBody>
      </p:sp>
      <p:sp>
        <p:nvSpPr>
          <p:cNvPr id="10" name="PA_矩形 9"/>
          <p:cNvSpPr/>
          <p:nvPr>
            <p:custDataLst>
              <p:tags r:id="rId3"/>
            </p:custDataLst>
          </p:nvPr>
        </p:nvSpPr>
        <p:spPr>
          <a:xfrm>
            <a:off x="1811383" y="1741714"/>
            <a:ext cx="8482148" cy="3135086"/>
          </a:xfrm>
          <a:prstGeom prst="rect">
            <a:avLst/>
          </a:prstGeom>
          <a:noFill/>
          <a:ln w="63500" cap="sq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_等腰三角形 10"/>
          <p:cNvSpPr/>
          <p:nvPr>
            <p:custDataLst>
              <p:tags r:id="rId4"/>
            </p:custDataLst>
          </p:nvPr>
        </p:nvSpPr>
        <p:spPr>
          <a:xfrm rot="16200000">
            <a:off x="9850835" y="1870623"/>
            <a:ext cx="353894" cy="305081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121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/>
        </p:nvSpPr>
        <p:spPr>
          <a:xfrm>
            <a:off x="2377440" y="5257464"/>
            <a:ext cx="3997235" cy="400110"/>
          </a:xfrm>
          <a:prstGeom prst="parallelogram">
            <a:avLst/>
          </a:prstGeom>
          <a:solidFill>
            <a:srgbClr val="2B9A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/>
        </p:nvSpPr>
        <p:spPr>
          <a:xfrm>
            <a:off x="6339839" y="5257464"/>
            <a:ext cx="3317965" cy="400110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94795" y="4232366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solidFill>
                  <a:srgbClr val="2B9AE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这页可以作为您品管圈的封面哦</a:t>
            </a:r>
          </a:p>
        </p:txBody>
      </p:sp>
      <p:sp>
        <p:nvSpPr>
          <p:cNvPr id="4" name="六边形 3"/>
          <p:cNvSpPr/>
          <p:nvPr/>
        </p:nvSpPr>
        <p:spPr>
          <a:xfrm>
            <a:off x="3910149" y="1733007"/>
            <a:ext cx="1602377" cy="1402080"/>
          </a:xfrm>
          <a:prstGeom prst="hexagon">
            <a:avLst>
              <a:gd name="adj" fmla="val 27484"/>
              <a:gd name="vf" fmla="val 115470"/>
            </a:avLst>
          </a:prstGeom>
          <a:solidFill>
            <a:schemeClr val="bg1"/>
          </a:solidFill>
          <a:ln>
            <a:solidFill>
              <a:srgbClr val="2B9A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72755" y="2110881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圈徽加</a:t>
            </a:r>
            <a:endParaRPr lang="en-US" altLang="zh-CN" sz="20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63565" y="5257464"/>
            <a:ext cx="3724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汇报单位：空空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设计工作室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560800" y="5257464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汇报小组：蓝色天使小组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96000" y="3838210"/>
            <a:ext cx="433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如果有副标题可以添加在这里哦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559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" grpId="0"/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4"/>
          <p:cNvSpPr/>
          <p:nvPr/>
        </p:nvSpPr>
        <p:spPr bwMode="auto">
          <a:xfrm>
            <a:off x="7591425" y="2247900"/>
            <a:ext cx="1189567" cy="3837517"/>
          </a:xfrm>
          <a:custGeom>
            <a:avLst/>
            <a:gdLst>
              <a:gd name="T0" fmla="*/ 25 w 405"/>
              <a:gd name="T1" fmla="*/ 1290 h 1305"/>
              <a:gd name="T2" fmla="*/ 53 w 405"/>
              <a:gd name="T3" fmla="*/ 1272 h 1305"/>
              <a:gd name="T4" fmla="*/ 137 w 405"/>
              <a:gd name="T5" fmla="*/ 1200 h 1305"/>
              <a:gd name="T6" fmla="*/ 154 w 405"/>
              <a:gd name="T7" fmla="*/ 1182 h 1305"/>
              <a:gd name="T8" fmla="*/ 171 w 405"/>
              <a:gd name="T9" fmla="*/ 1163 h 1305"/>
              <a:gd name="T10" fmla="*/ 221 w 405"/>
              <a:gd name="T11" fmla="*/ 1095 h 1305"/>
              <a:gd name="T12" fmla="*/ 263 w 405"/>
              <a:gd name="T13" fmla="*/ 1022 h 1305"/>
              <a:gd name="T14" fmla="*/ 279 w 405"/>
              <a:gd name="T15" fmla="*/ 986 h 1305"/>
              <a:gd name="T16" fmla="*/ 292 w 405"/>
              <a:gd name="T17" fmla="*/ 956 h 1305"/>
              <a:gd name="T18" fmla="*/ 303 w 405"/>
              <a:gd name="T19" fmla="*/ 925 h 1305"/>
              <a:gd name="T20" fmla="*/ 316 w 405"/>
              <a:gd name="T21" fmla="*/ 885 h 1305"/>
              <a:gd name="T22" fmla="*/ 326 w 405"/>
              <a:gd name="T23" fmla="*/ 843 h 1305"/>
              <a:gd name="T24" fmla="*/ 333 w 405"/>
              <a:gd name="T25" fmla="*/ 809 h 1305"/>
              <a:gd name="T26" fmla="*/ 339 w 405"/>
              <a:gd name="T27" fmla="*/ 775 h 1305"/>
              <a:gd name="T28" fmla="*/ 344 w 405"/>
              <a:gd name="T29" fmla="*/ 731 h 1305"/>
              <a:gd name="T30" fmla="*/ 346 w 405"/>
              <a:gd name="T31" fmla="*/ 687 h 1305"/>
              <a:gd name="T32" fmla="*/ 347 w 405"/>
              <a:gd name="T33" fmla="*/ 653 h 1305"/>
              <a:gd name="T34" fmla="*/ 346 w 405"/>
              <a:gd name="T35" fmla="*/ 617 h 1305"/>
              <a:gd name="T36" fmla="*/ 344 w 405"/>
              <a:gd name="T37" fmla="*/ 573 h 1305"/>
              <a:gd name="T38" fmla="*/ 339 w 405"/>
              <a:gd name="T39" fmla="*/ 529 h 1305"/>
              <a:gd name="T40" fmla="*/ 333 w 405"/>
              <a:gd name="T41" fmla="*/ 495 h 1305"/>
              <a:gd name="T42" fmla="*/ 326 w 405"/>
              <a:gd name="T43" fmla="*/ 461 h 1305"/>
              <a:gd name="T44" fmla="*/ 316 w 405"/>
              <a:gd name="T45" fmla="*/ 420 h 1305"/>
              <a:gd name="T46" fmla="*/ 303 w 405"/>
              <a:gd name="T47" fmla="*/ 380 h 1305"/>
              <a:gd name="T48" fmla="*/ 292 w 405"/>
              <a:gd name="T49" fmla="*/ 348 h 1305"/>
              <a:gd name="T50" fmla="*/ 279 w 405"/>
              <a:gd name="T51" fmla="*/ 318 h 1305"/>
              <a:gd name="T52" fmla="*/ 263 w 405"/>
              <a:gd name="T53" fmla="*/ 282 h 1305"/>
              <a:gd name="T54" fmla="*/ 221 w 405"/>
              <a:gd name="T55" fmla="*/ 209 h 1305"/>
              <a:gd name="T56" fmla="*/ 171 w 405"/>
              <a:gd name="T57" fmla="*/ 142 h 1305"/>
              <a:gd name="T58" fmla="*/ 146 w 405"/>
              <a:gd name="T59" fmla="*/ 113 h 1305"/>
              <a:gd name="T60" fmla="*/ 120 w 405"/>
              <a:gd name="T61" fmla="*/ 88 h 1305"/>
              <a:gd name="T62" fmla="*/ 46 w 405"/>
              <a:gd name="T63" fmla="*/ 28 h 1305"/>
              <a:gd name="T64" fmla="*/ 16 w 405"/>
              <a:gd name="T65" fmla="*/ 9 h 1305"/>
              <a:gd name="T66" fmla="*/ 17 w 405"/>
              <a:gd name="T67" fmla="*/ 6 h 1305"/>
              <a:gd name="T68" fmla="*/ 51 w 405"/>
              <a:gd name="T69" fmla="*/ 21 h 1305"/>
              <a:gd name="T70" fmla="*/ 82 w 405"/>
              <a:gd name="T71" fmla="*/ 37 h 1305"/>
              <a:gd name="T72" fmla="*/ 107 w 405"/>
              <a:gd name="T73" fmla="*/ 53 h 1305"/>
              <a:gd name="T74" fmla="*/ 214 w 405"/>
              <a:gd name="T75" fmla="*/ 144 h 1305"/>
              <a:gd name="T76" fmla="*/ 234 w 405"/>
              <a:gd name="T77" fmla="*/ 166 h 1305"/>
              <a:gd name="T78" fmla="*/ 290 w 405"/>
              <a:gd name="T79" fmla="*/ 242 h 1305"/>
              <a:gd name="T80" fmla="*/ 307 w 405"/>
              <a:gd name="T81" fmla="*/ 271 h 1305"/>
              <a:gd name="T82" fmla="*/ 327 w 405"/>
              <a:gd name="T83" fmla="*/ 309 h 1305"/>
              <a:gd name="T84" fmla="*/ 345 w 405"/>
              <a:gd name="T85" fmla="*/ 348 h 1305"/>
              <a:gd name="T86" fmla="*/ 358 w 405"/>
              <a:gd name="T87" fmla="*/ 381 h 1305"/>
              <a:gd name="T88" fmla="*/ 369 w 405"/>
              <a:gd name="T89" fmla="*/ 415 h 1305"/>
              <a:gd name="T90" fmla="*/ 393 w 405"/>
              <a:gd name="T91" fmla="*/ 513 h 1305"/>
              <a:gd name="T92" fmla="*/ 401 w 405"/>
              <a:gd name="T93" fmla="*/ 578 h 1305"/>
              <a:gd name="T94" fmla="*/ 404 w 405"/>
              <a:gd name="T95" fmla="*/ 625 h 1305"/>
              <a:gd name="T96" fmla="*/ 404 w 405"/>
              <a:gd name="T97" fmla="*/ 671 h 1305"/>
              <a:gd name="T98" fmla="*/ 403 w 405"/>
              <a:gd name="T99" fmla="*/ 708 h 1305"/>
              <a:gd name="T100" fmla="*/ 394 w 405"/>
              <a:gd name="T101" fmla="*/ 782 h 1305"/>
              <a:gd name="T102" fmla="*/ 374 w 405"/>
              <a:gd name="T103" fmla="*/ 872 h 1305"/>
              <a:gd name="T104" fmla="*/ 363 w 405"/>
              <a:gd name="T105" fmla="*/ 906 h 1305"/>
              <a:gd name="T106" fmla="*/ 348 w 405"/>
              <a:gd name="T107" fmla="*/ 948 h 1305"/>
              <a:gd name="T108" fmla="*/ 330 w 405"/>
              <a:gd name="T109" fmla="*/ 988 h 1305"/>
              <a:gd name="T110" fmla="*/ 315 w 405"/>
              <a:gd name="T111" fmla="*/ 1019 h 1305"/>
              <a:gd name="T112" fmla="*/ 298 w 405"/>
              <a:gd name="T113" fmla="*/ 1048 h 1305"/>
              <a:gd name="T114" fmla="*/ 135 w 405"/>
              <a:gd name="T115" fmla="*/ 1231 h 1305"/>
              <a:gd name="T116" fmla="*/ 103 w 405"/>
              <a:gd name="T117" fmla="*/ 1254 h 1305"/>
              <a:gd name="T118" fmla="*/ 66 w 405"/>
              <a:gd name="T119" fmla="*/ 1276 h 1305"/>
              <a:gd name="T120" fmla="*/ 38 w 405"/>
              <a:gd name="T121" fmla="*/ 1289 h 1305"/>
              <a:gd name="T122" fmla="*/ 0 w 405"/>
              <a:gd name="T123" fmla="*/ 1305 h 1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05" h="1305">
                <a:moveTo>
                  <a:pt x="0" y="1305"/>
                </a:moveTo>
                <a:cubicBezTo>
                  <a:pt x="0" y="1305"/>
                  <a:pt x="5" y="1302"/>
                  <a:pt x="16" y="1295"/>
                </a:cubicBezTo>
                <a:cubicBezTo>
                  <a:pt x="19" y="1294"/>
                  <a:pt x="21" y="1292"/>
                  <a:pt x="25" y="1290"/>
                </a:cubicBezTo>
                <a:cubicBezTo>
                  <a:pt x="28" y="1288"/>
                  <a:pt x="31" y="1286"/>
                  <a:pt x="35" y="1284"/>
                </a:cubicBezTo>
                <a:cubicBezTo>
                  <a:pt x="38" y="1282"/>
                  <a:pt x="42" y="1279"/>
                  <a:pt x="46" y="1276"/>
                </a:cubicBezTo>
                <a:cubicBezTo>
                  <a:pt x="48" y="1275"/>
                  <a:pt x="50" y="1273"/>
                  <a:pt x="53" y="1272"/>
                </a:cubicBezTo>
                <a:cubicBezTo>
                  <a:pt x="55" y="1270"/>
                  <a:pt x="57" y="1269"/>
                  <a:pt x="59" y="1267"/>
                </a:cubicBezTo>
                <a:cubicBezTo>
                  <a:pt x="77" y="1254"/>
                  <a:pt x="98" y="1237"/>
                  <a:pt x="120" y="1216"/>
                </a:cubicBezTo>
                <a:cubicBezTo>
                  <a:pt x="126" y="1211"/>
                  <a:pt x="131" y="1206"/>
                  <a:pt x="137" y="1200"/>
                </a:cubicBezTo>
                <a:cubicBezTo>
                  <a:pt x="139" y="1199"/>
                  <a:pt x="140" y="1197"/>
                  <a:pt x="141" y="1196"/>
                </a:cubicBezTo>
                <a:cubicBezTo>
                  <a:pt x="143" y="1194"/>
                  <a:pt x="144" y="1193"/>
                  <a:pt x="146" y="1191"/>
                </a:cubicBezTo>
                <a:cubicBezTo>
                  <a:pt x="148" y="1188"/>
                  <a:pt x="151" y="1185"/>
                  <a:pt x="154" y="1182"/>
                </a:cubicBezTo>
                <a:cubicBezTo>
                  <a:pt x="156" y="1180"/>
                  <a:pt x="157" y="1179"/>
                  <a:pt x="158" y="1177"/>
                </a:cubicBezTo>
                <a:cubicBezTo>
                  <a:pt x="160" y="1176"/>
                  <a:pt x="161" y="1174"/>
                  <a:pt x="163" y="1172"/>
                </a:cubicBezTo>
                <a:cubicBezTo>
                  <a:pt x="165" y="1169"/>
                  <a:pt x="168" y="1166"/>
                  <a:pt x="171" y="1163"/>
                </a:cubicBezTo>
                <a:cubicBezTo>
                  <a:pt x="174" y="1159"/>
                  <a:pt x="177" y="1156"/>
                  <a:pt x="180" y="1152"/>
                </a:cubicBezTo>
                <a:cubicBezTo>
                  <a:pt x="182" y="1149"/>
                  <a:pt x="185" y="1145"/>
                  <a:pt x="188" y="1142"/>
                </a:cubicBezTo>
                <a:cubicBezTo>
                  <a:pt x="199" y="1127"/>
                  <a:pt x="210" y="1112"/>
                  <a:pt x="221" y="1095"/>
                </a:cubicBezTo>
                <a:cubicBezTo>
                  <a:pt x="232" y="1079"/>
                  <a:pt x="242" y="1061"/>
                  <a:pt x="252" y="1043"/>
                </a:cubicBezTo>
                <a:cubicBezTo>
                  <a:pt x="254" y="1039"/>
                  <a:pt x="257" y="1034"/>
                  <a:pt x="259" y="1029"/>
                </a:cubicBezTo>
                <a:cubicBezTo>
                  <a:pt x="260" y="1027"/>
                  <a:pt x="261" y="1025"/>
                  <a:pt x="263" y="1022"/>
                </a:cubicBezTo>
                <a:cubicBezTo>
                  <a:pt x="264" y="1020"/>
                  <a:pt x="265" y="1018"/>
                  <a:pt x="266" y="1015"/>
                </a:cubicBezTo>
                <a:cubicBezTo>
                  <a:pt x="268" y="1011"/>
                  <a:pt x="271" y="1006"/>
                  <a:pt x="273" y="1001"/>
                </a:cubicBezTo>
                <a:cubicBezTo>
                  <a:pt x="275" y="996"/>
                  <a:pt x="277" y="991"/>
                  <a:pt x="279" y="986"/>
                </a:cubicBezTo>
                <a:cubicBezTo>
                  <a:pt x="280" y="984"/>
                  <a:pt x="282" y="981"/>
                  <a:pt x="283" y="979"/>
                </a:cubicBezTo>
                <a:cubicBezTo>
                  <a:pt x="284" y="976"/>
                  <a:pt x="285" y="974"/>
                  <a:pt x="286" y="971"/>
                </a:cubicBezTo>
                <a:cubicBezTo>
                  <a:pt x="288" y="966"/>
                  <a:pt x="290" y="961"/>
                  <a:pt x="292" y="956"/>
                </a:cubicBezTo>
                <a:cubicBezTo>
                  <a:pt x="294" y="951"/>
                  <a:pt x="296" y="946"/>
                  <a:pt x="298" y="941"/>
                </a:cubicBezTo>
                <a:cubicBezTo>
                  <a:pt x="298" y="938"/>
                  <a:pt x="299" y="935"/>
                  <a:pt x="300" y="933"/>
                </a:cubicBezTo>
                <a:cubicBezTo>
                  <a:pt x="301" y="930"/>
                  <a:pt x="302" y="927"/>
                  <a:pt x="303" y="925"/>
                </a:cubicBezTo>
                <a:cubicBezTo>
                  <a:pt x="305" y="920"/>
                  <a:pt x="307" y="914"/>
                  <a:pt x="308" y="909"/>
                </a:cubicBezTo>
                <a:cubicBezTo>
                  <a:pt x="310" y="904"/>
                  <a:pt x="312" y="898"/>
                  <a:pt x="313" y="893"/>
                </a:cubicBezTo>
                <a:cubicBezTo>
                  <a:pt x="314" y="890"/>
                  <a:pt x="315" y="887"/>
                  <a:pt x="316" y="885"/>
                </a:cubicBezTo>
                <a:cubicBezTo>
                  <a:pt x="316" y="882"/>
                  <a:pt x="317" y="879"/>
                  <a:pt x="318" y="876"/>
                </a:cubicBezTo>
                <a:cubicBezTo>
                  <a:pt x="319" y="871"/>
                  <a:pt x="321" y="865"/>
                  <a:pt x="322" y="860"/>
                </a:cubicBezTo>
                <a:cubicBezTo>
                  <a:pt x="323" y="854"/>
                  <a:pt x="325" y="849"/>
                  <a:pt x="326" y="843"/>
                </a:cubicBezTo>
                <a:cubicBezTo>
                  <a:pt x="327" y="840"/>
                  <a:pt x="327" y="838"/>
                  <a:pt x="328" y="835"/>
                </a:cubicBezTo>
                <a:cubicBezTo>
                  <a:pt x="328" y="832"/>
                  <a:pt x="329" y="829"/>
                  <a:pt x="330" y="826"/>
                </a:cubicBezTo>
                <a:cubicBezTo>
                  <a:pt x="331" y="821"/>
                  <a:pt x="332" y="815"/>
                  <a:pt x="333" y="809"/>
                </a:cubicBezTo>
                <a:cubicBezTo>
                  <a:pt x="334" y="804"/>
                  <a:pt x="335" y="798"/>
                  <a:pt x="336" y="792"/>
                </a:cubicBezTo>
                <a:cubicBezTo>
                  <a:pt x="336" y="789"/>
                  <a:pt x="337" y="787"/>
                  <a:pt x="337" y="784"/>
                </a:cubicBezTo>
                <a:cubicBezTo>
                  <a:pt x="339" y="775"/>
                  <a:pt x="339" y="775"/>
                  <a:pt x="339" y="775"/>
                </a:cubicBezTo>
                <a:cubicBezTo>
                  <a:pt x="339" y="769"/>
                  <a:pt x="340" y="763"/>
                  <a:pt x="341" y="758"/>
                </a:cubicBezTo>
                <a:cubicBezTo>
                  <a:pt x="341" y="752"/>
                  <a:pt x="342" y="746"/>
                  <a:pt x="343" y="740"/>
                </a:cubicBezTo>
                <a:cubicBezTo>
                  <a:pt x="343" y="737"/>
                  <a:pt x="343" y="734"/>
                  <a:pt x="344" y="731"/>
                </a:cubicBezTo>
                <a:cubicBezTo>
                  <a:pt x="344" y="723"/>
                  <a:pt x="344" y="723"/>
                  <a:pt x="344" y="723"/>
                </a:cubicBezTo>
                <a:cubicBezTo>
                  <a:pt x="345" y="717"/>
                  <a:pt x="345" y="711"/>
                  <a:pt x="346" y="705"/>
                </a:cubicBezTo>
                <a:cubicBezTo>
                  <a:pt x="346" y="699"/>
                  <a:pt x="346" y="693"/>
                  <a:pt x="346" y="687"/>
                </a:cubicBezTo>
                <a:cubicBezTo>
                  <a:pt x="347" y="679"/>
                  <a:pt x="347" y="679"/>
                  <a:pt x="347" y="679"/>
                </a:cubicBezTo>
                <a:cubicBezTo>
                  <a:pt x="347" y="670"/>
                  <a:pt x="347" y="670"/>
                  <a:pt x="347" y="670"/>
                </a:cubicBezTo>
                <a:cubicBezTo>
                  <a:pt x="347" y="653"/>
                  <a:pt x="347" y="653"/>
                  <a:pt x="347" y="653"/>
                </a:cubicBezTo>
                <a:cubicBezTo>
                  <a:pt x="347" y="634"/>
                  <a:pt x="347" y="634"/>
                  <a:pt x="347" y="634"/>
                </a:cubicBezTo>
                <a:cubicBezTo>
                  <a:pt x="347" y="625"/>
                  <a:pt x="347" y="625"/>
                  <a:pt x="347" y="625"/>
                </a:cubicBezTo>
                <a:cubicBezTo>
                  <a:pt x="346" y="617"/>
                  <a:pt x="346" y="617"/>
                  <a:pt x="346" y="617"/>
                </a:cubicBezTo>
                <a:cubicBezTo>
                  <a:pt x="346" y="611"/>
                  <a:pt x="346" y="605"/>
                  <a:pt x="346" y="599"/>
                </a:cubicBezTo>
                <a:cubicBezTo>
                  <a:pt x="345" y="593"/>
                  <a:pt x="345" y="588"/>
                  <a:pt x="344" y="582"/>
                </a:cubicBezTo>
                <a:cubicBezTo>
                  <a:pt x="344" y="573"/>
                  <a:pt x="344" y="573"/>
                  <a:pt x="344" y="573"/>
                </a:cubicBezTo>
                <a:cubicBezTo>
                  <a:pt x="343" y="570"/>
                  <a:pt x="343" y="567"/>
                  <a:pt x="343" y="564"/>
                </a:cubicBezTo>
                <a:cubicBezTo>
                  <a:pt x="342" y="558"/>
                  <a:pt x="341" y="553"/>
                  <a:pt x="341" y="547"/>
                </a:cubicBezTo>
                <a:cubicBezTo>
                  <a:pt x="340" y="541"/>
                  <a:pt x="339" y="535"/>
                  <a:pt x="339" y="529"/>
                </a:cubicBezTo>
                <a:cubicBezTo>
                  <a:pt x="337" y="521"/>
                  <a:pt x="337" y="521"/>
                  <a:pt x="337" y="521"/>
                </a:cubicBezTo>
                <a:cubicBezTo>
                  <a:pt x="337" y="518"/>
                  <a:pt x="336" y="515"/>
                  <a:pt x="336" y="512"/>
                </a:cubicBezTo>
                <a:cubicBezTo>
                  <a:pt x="335" y="506"/>
                  <a:pt x="334" y="501"/>
                  <a:pt x="333" y="495"/>
                </a:cubicBezTo>
                <a:cubicBezTo>
                  <a:pt x="332" y="489"/>
                  <a:pt x="331" y="484"/>
                  <a:pt x="330" y="478"/>
                </a:cubicBezTo>
                <a:cubicBezTo>
                  <a:pt x="329" y="475"/>
                  <a:pt x="328" y="472"/>
                  <a:pt x="328" y="470"/>
                </a:cubicBezTo>
                <a:cubicBezTo>
                  <a:pt x="327" y="467"/>
                  <a:pt x="327" y="464"/>
                  <a:pt x="326" y="461"/>
                </a:cubicBezTo>
                <a:cubicBezTo>
                  <a:pt x="325" y="456"/>
                  <a:pt x="323" y="450"/>
                  <a:pt x="322" y="444"/>
                </a:cubicBezTo>
                <a:cubicBezTo>
                  <a:pt x="321" y="439"/>
                  <a:pt x="319" y="433"/>
                  <a:pt x="318" y="428"/>
                </a:cubicBezTo>
                <a:cubicBezTo>
                  <a:pt x="317" y="425"/>
                  <a:pt x="316" y="422"/>
                  <a:pt x="316" y="420"/>
                </a:cubicBezTo>
                <a:cubicBezTo>
                  <a:pt x="315" y="417"/>
                  <a:pt x="314" y="414"/>
                  <a:pt x="313" y="412"/>
                </a:cubicBezTo>
                <a:cubicBezTo>
                  <a:pt x="311" y="406"/>
                  <a:pt x="310" y="401"/>
                  <a:pt x="308" y="395"/>
                </a:cubicBezTo>
                <a:cubicBezTo>
                  <a:pt x="306" y="390"/>
                  <a:pt x="305" y="385"/>
                  <a:pt x="303" y="380"/>
                </a:cubicBezTo>
                <a:cubicBezTo>
                  <a:pt x="302" y="377"/>
                  <a:pt x="301" y="374"/>
                  <a:pt x="300" y="372"/>
                </a:cubicBezTo>
                <a:cubicBezTo>
                  <a:pt x="299" y="369"/>
                  <a:pt x="298" y="366"/>
                  <a:pt x="297" y="364"/>
                </a:cubicBezTo>
                <a:cubicBezTo>
                  <a:pt x="296" y="359"/>
                  <a:pt x="294" y="353"/>
                  <a:pt x="292" y="348"/>
                </a:cubicBezTo>
                <a:cubicBezTo>
                  <a:pt x="290" y="343"/>
                  <a:pt x="288" y="338"/>
                  <a:pt x="286" y="333"/>
                </a:cubicBezTo>
                <a:cubicBezTo>
                  <a:pt x="285" y="331"/>
                  <a:pt x="284" y="328"/>
                  <a:pt x="283" y="326"/>
                </a:cubicBezTo>
                <a:cubicBezTo>
                  <a:pt x="281" y="323"/>
                  <a:pt x="280" y="321"/>
                  <a:pt x="279" y="318"/>
                </a:cubicBezTo>
                <a:cubicBezTo>
                  <a:pt x="277" y="313"/>
                  <a:pt x="275" y="308"/>
                  <a:pt x="273" y="303"/>
                </a:cubicBezTo>
                <a:cubicBezTo>
                  <a:pt x="271" y="299"/>
                  <a:pt x="268" y="294"/>
                  <a:pt x="266" y="289"/>
                </a:cubicBezTo>
                <a:cubicBezTo>
                  <a:pt x="265" y="287"/>
                  <a:pt x="264" y="284"/>
                  <a:pt x="263" y="282"/>
                </a:cubicBezTo>
                <a:cubicBezTo>
                  <a:pt x="261" y="280"/>
                  <a:pt x="260" y="277"/>
                  <a:pt x="259" y="275"/>
                </a:cubicBezTo>
                <a:cubicBezTo>
                  <a:pt x="256" y="270"/>
                  <a:pt x="254" y="266"/>
                  <a:pt x="252" y="261"/>
                </a:cubicBezTo>
                <a:cubicBezTo>
                  <a:pt x="242" y="243"/>
                  <a:pt x="232" y="226"/>
                  <a:pt x="221" y="209"/>
                </a:cubicBezTo>
                <a:cubicBezTo>
                  <a:pt x="210" y="193"/>
                  <a:pt x="199" y="177"/>
                  <a:pt x="188" y="163"/>
                </a:cubicBezTo>
                <a:cubicBezTo>
                  <a:pt x="185" y="159"/>
                  <a:pt x="182" y="156"/>
                  <a:pt x="180" y="152"/>
                </a:cubicBezTo>
                <a:cubicBezTo>
                  <a:pt x="177" y="149"/>
                  <a:pt x="174" y="145"/>
                  <a:pt x="171" y="142"/>
                </a:cubicBezTo>
                <a:cubicBezTo>
                  <a:pt x="168" y="138"/>
                  <a:pt x="165" y="135"/>
                  <a:pt x="163" y="132"/>
                </a:cubicBezTo>
                <a:cubicBezTo>
                  <a:pt x="160" y="129"/>
                  <a:pt x="157" y="125"/>
                  <a:pt x="154" y="122"/>
                </a:cubicBezTo>
                <a:cubicBezTo>
                  <a:pt x="151" y="119"/>
                  <a:pt x="148" y="116"/>
                  <a:pt x="146" y="113"/>
                </a:cubicBezTo>
                <a:cubicBezTo>
                  <a:pt x="144" y="112"/>
                  <a:pt x="143" y="110"/>
                  <a:pt x="141" y="109"/>
                </a:cubicBezTo>
                <a:cubicBezTo>
                  <a:pt x="140" y="107"/>
                  <a:pt x="139" y="106"/>
                  <a:pt x="137" y="104"/>
                </a:cubicBezTo>
                <a:cubicBezTo>
                  <a:pt x="131" y="99"/>
                  <a:pt x="126" y="93"/>
                  <a:pt x="120" y="88"/>
                </a:cubicBezTo>
                <a:cubicBezTo>
                  <a:pt x="98" y="67"/>
                  <a:pt x="77" y="50"/>
                  <a:pt x="59" y="37"/>
                </a:cubicBezTo>
                <a:cubicBezTo>
                  <a:pt x="57" y="36"/>
                  <a:pt x="55" y="34"/>
                  <a:pt x="53" y="33"/>
                </a:cubicBezTo>
                <a:cubicBezTo>
                  <a:pt x="50" y="31"/>
                  <a:pt x="48" y="30"/>
                  <a:pt x="46" y="28"/>
                </a:cubicBezTo>
                <a:cubicBezTo>
                  <a:pt x="42" y="26"/>
                  <a:pt x="38" y="23"/>
                  <a:pt x="35" y="21"/>
                </a:cubicBezTo>
                <a:cubicBezTo>
                  <a:pt x="31" y="18"/>
                  <a:pt x="28" y="16"/>
                  <a:pt x="24" y="14"/>
                </a:cubicBezTo>
                <a:cubicBezTo>
                  <a:pt x="21" y="12"/>
                  <a:pt x="18" y="10"/>
                  <a:pt x="16" y="9"/>
                </a:cubicBezTo>
                <a:cubicBezTo>
                  <a:pt x="5" y="3"/>
                  <a:pt x="0" y="0"/>
                  <a:pt x="0" y="0"/>
                </a:cubicBezTo>
                <a:cubicBezTo>
                  <a:pt x="0" y="0"/>
                  <a:pt x="1" y="0"/>
                  <a:pt x="4" y="1"/>
                </a:cubicBezTo>
                <a:cubicBezTo>
                  <a:pt x="7" y="2"/>
                  <a:pt x="12" y="4"/>
                  <a:pt x="17" y="6"/>
                </a:cubicBezTo>
                <a:cubicBezTo>
                  <a:pt x="20" y="7"/>
                  <a:pt x="23" y="9"/>
                  <a:pt x="27" y="10"/>
                </a:cubicBezTo>
                <a:cubicBezTo>
                  <a:pt x="30" y="12"/>
                  <a:pt x="34" y="13"/>
                  <a:pt x="38" y="15"/>
                </a:cubicBezTo>
                <a:cubicBezTo>
                  <a:pt x="42" y="17"/>
                  <a:pt x="47" y="19"/>
                  <a:pt x="51" y="21"/>
                </a:cubicBezTo>
                <a:cubicBezTo>
                  <a:pt x="54" y="22"/>
                  <a:pt x="56" y="24"/>
                  <a:pt x="58" y="25"/>
                </a:cubicBezTo>
                <a:cubicBezTo>
                  <a:pt x="61" y="26"/>
                  <a:pt x="63" y="27"/>
                  <a:pt x="66" y="29"/>
                </a:cubicBezTo>
                <a:cubicBezTo>
                  <a:pt x="71" y="31"/>
                  <a:pt x="76" y="34"/>
                  <a:pt x="82" y="37"/>
                </a:cubicBezTo>
                <a:cubicBezTo>
                  <a:pt x="87" y="41"/>
                  <a:pt x="93" y="44"/>
                  <a:pt x="99" y="48"/>
                </a:cubicBezTo>
                <a:cubicBezTo>
                  <a:pt x="100" y="49"/>
                  <a:pt x="102" y="50"/>
                  <a:pt x="103" y="51"/>
                </a:cubicBezTo>
                <a:cubicBezTo>
                  <a:pt x="105" y="51"/>
                  <a:pt x="106" y="52"/>
                  <a:pt x="107" y="53"/>
                </a:cubicBezTo>
                <a:cubicBezTo>
                  <a:pt x="110" y="55"/>
                  <a:pt x="113" y="58"/>
                  <a:pt x="117" y="60"/>
                </a:cubicBezTo>
                <a:cubicBezTo>
                  <a:pt x="123" y="64"/>
                  <a:pt x="129" y="68"/>
                  <a:pt x="135" y="73"/>
                </a:cubicBezTo>
                <a:cubicBezTo>
                  <a:pt x="161" y="92"/>
                  <a:pt x="188" y="116"/>
                  <a:pt x="214" y="144"/>
                </a:cubicBezTo>
                <a:cubicBezTo>
                  <a:pt x="217" y="148"/>
                  <a:pt x="221" y="151"/>
                  <a:pt x="224" y="155"/>
                </a:cubicBezTo>
                <a:cubicBezTo>
                  <a:pt x="226" y="157"/>
                  <a:pt x="227" y="159"/>
                  <a:pt x="229" y="160"/>
                </a:cubicBezTo>
                <a:cubicBezTo>
                  <a:pt x="231" y="162"/>
                  <a:pt x="232" y="164"/>
                  <a:pt x="234" y="166"/>
                </a:cubicBezTo>
                <a:cubicBezTo>
                  <a:pt x="237" y="170"/>
                  <a:pt x="240" y="174"/>
                  <a:pt x="244" y="178"/>
                </a:cubicBezTo>
                <a:cubicBezTo>
                  <a:pt x="247" y="182"/>
                  <a:pt x="250" y="186"/>
                  <a:pt x="253" y="190"/>
                </a:cubicBezTo>
                <a:cubicBezTo>
                  <a:pt x="266" y="206"/>
                  <a:pt x="278" y="224"/>
                  <a:pt x="290" y="242"/>
                </a:cubicBezTo>
                <a:cubicBezTo>
                  <a:pt x="293" y="247"/>
                  <a:pt x="296" y="252"/>
                  <a:pt x="298" y="257"/>
                </a:cubicBezTo>
                <a:cubicBezTo>
                  <a:pt x="300" y="259"/>
                  <a:pt x="301" y="261"/>
                  <a:pt x="303" y="264"/>
                </a:cubicBezTo>
                <a:cubicBezTo>
                  <a:pt x="304" y="266"/>
                  <a:pt x="305" y="269"/>
                  <a:pt x="307" y="271"/>
                </a:cubicBezTo>
                <a:cubicBezTo>
                  <a:pt x="310" y="276"/>
                  <a:pt x="312" y="281"/>
                  <a:pt x="315" y="286"/>
                </a:cubicBezTo>
                <a:cubicBezTo>
                  <a:pt x="318" y="291"/>
                  <a:pt x="320" y="296"/>
                  <a:pt x="323" y="301"/>
                </a:cubicBezTo>
                <a:cubicBezTo>
                  <a:pt x="324" y="304"/>
                  <a:pt x="325" y="306"/>
                  <a:pt x="327" y="309"/>
                </a:cubicBezTo>
                <a:cubicBezTo>
                  <a:pt x="328" y="311"/>
                  <a:pt x="329" y="314"/>
                  <a:pt x="330" y="316"/>
                </a:cubicBezTo>
                <a:cubicBezTo>
                  <a:pt x="333" y="322"/>
                  <a:pt x="335" y="327"/>
                  <a:pt x="338" y="332"/>
                </a:cubicBezTo>
                <a:cubicBezTo>
                  <a:pt x="340" y="338"/>
                  <a:pt x="342" y="343"/>
                  <a:pt x="345" y="348"/>
                </a:cubicBezTo>
                <a:cubicBezTo>
                  <a:pt x="346" y="351"/>
                  <a:pt x="347" y="354"/>
                  <a:pt x="348" y="356"/>
                </a:cubicBezTo>
                <a:cubicBezTo>
                  <a:pt x="349" y="359"/>
                  <a:pt x="350" y="362"/>
                  <a:pt x="351" y="365"/>
                </a:cubicBezTo>
                <a:cubicBezTo>
                  <a:pt x="353" y="370"/>
                  <a:pt x="355" y="376"/>
                  <a:pt x="358" y="381"/>
                </a:cubicBezTo>
                <a:cubicBezTo>
                  <a:pt x="360" y="387"/>
                  <a:pt x="361" y="393"/>
                  <a:pt x="363" y="398"/>
                </a:cubicBezTo>
                <a:cubicBezTo>
                  <a:pt x="364" y="401"/>
                  <a:pt x="365" y="404"/>
                  <a:pt x="366" y="407"/>
                </a:cubicBezTo>
                <a:cubicBezTo>
                  <a:pt x="367" y="410"/>
                  <a:pt x="368" y="412"/>
                  <a:pt x="369" y="415"/>
                </a:cubicBezTo>
                <a:cubicBezTo>
                  <a:pt x="371" y="421"/>
                  <a:pt x="372" y="427"/>
                  <a:pt x="374" y="433"/>
                </a:cubicBezTo>
                <a:cubicBezTo>
                  <a:pt x="381" y="456"/>
                  <a:pt x="387" y="480"/>
                  <a:pt x="391" y="504"/>
                </a:cubicBezTo>
                <a:cubicBezTo>
                  <a:pt x="391" y="507"/>
                  <a:pt x="392" y="510"/>
                  <a:pt x="393" y="513"/>
                </a:cubicBezTo>
                <a:cubicBezTo>
                  <a:pt x="394" y="522"/>
                  <a:pt x="394" y="522"/>
                  <a:pt x="394" y="522"/>
                </a:cubicBezTo>
                <a:cubicBezTo>
                  <a:pt x="395" y="528"/>
                  <a:pt x="396" y="534"/>
                  <a:pt x="397" y="541"/>
                </a:cubicBezTo>
                <a:cubicBezTo>
                  <a:pt x="398" y="553"/>
                  <a:pt x="400" y="565"/>
                  <a:pt x="401" y="578"/>
                </a:cubicBezTo>
                <a:cubicBezTo>
                  <a:pt x="402" y="584"/>
                  <a:pt x="402" y="590"/>
                  <a:pt x="403" y="596"/>
                </a:cubicBezTo>
                <a:cubicBezTo>
                  <a:pt x="403" y="602"/>
                  <a:pt x="403" y="609"/>
                  <a:pt x="404" y="615"/>
                </a:cubicBezTo>
                <a:cubicBezTo>
                  <a:pt x="404" y="625"/>
                  <a:pt x="404" y="625"/>
                  <a:pt x="404" y="625"/>
                </a:cubicBezTo>
                <a:cubicBezTo>
                  <a:pt x="404" y="634"/>
                  <a:pt x="404" y="634"/>
                  <a:pt x="404" y="634"/>
                </a:cubicBezTo>
                <a:cubicBezTo>
                  <a:pt x="405" y="652"/>
                  <a:pt x="405" y="652"/>
                  <a:pt x="405" y="652"/>
                </a:cubicBezTo>
                <a:cubicBezTo>
                  <a:pt x="404" y="671"/>
                  <a:pt x="404" y="671"/>
                  <a:pt x="404" y="671"/>
                </a:cubicBezTo>
                <a:cubicBezTo>
                  <a:pt x="404" y="680"/>
                  <a:pt x="404" y="680"/>
                  <a:pt x="404" y="680"/>
                </a:cubicBezTo>
                <a:cubicBezTo>
                  <a:pt x="404" y="690"/>
                  <a:pt x="404" y="690"/>
                  <a:pt x="404" y="690"/>
                </a:cubicBezTo>
                <a:cubicBezTo>
                  <a:pt x="403" y="696"/>
                  <a:pt x="403" y="702"/>
                  <a:pt x="403" y="708"/>
                </a:cubicBezTo>
                <a:cubicBezTo>
                  <a:pt x="402" y="714"/>
                  <a:pt x="402" y="721"/>
                  <a:pt x="401" y="727"/>
                </a:cubicBezTo>
                <a:cubicBezTo>
                  <a:pt x="400" y="739"/>
                  <a:pt x="398" y="751"/>
                  <a:pt x="397" y="764"/>
                </a:cubicBezTo>
                <a:cubicBezTo>
                  <a:pt x="396" y="770"/>
                  <a:pt x="395" y="776"/>
                  <a:pt x="394" y="782"/>
                </a:cubicBezTo>
                <a:cubicBezTo>
                  <a:pt x="393" y="791"/>
                  <a:pt x="393" y="791"/>
                  <a:pt x="393" y="791"/>
                </a:cubicBezTo>
                <a:cubicBezTo>
                  <a:pt x="392" y="794"/>
                  <a:pt x="391" y="797"/>
                  <a:pt x="391" y="800"/>
                </a:cubicBezTo>
                <a:cubicBezTo>
                  <a:pt x="387" y="825"/>
                  <a:pt x="381" y="848"/>
                  <a:pt x="374" y="872"/>
                </a:cubicBezTo>
                <a:cubicBezTo>
                  <a:pt x="372" y="877"/>
                  <a:pt x="371" y="883"/>
                  <a:pt x="369" y="889"/>
                </a:cubicBezTo>
                <a:cubicBezTo>
                  <a:pt x="368" y="892"/>
                  <a:pt x="367" y="895"/>
                  <a:pt x="366" y="898"/>
                </a:cubicBezTo>
                <a:cubicBezTo>
                  <a:pt x="365" y="900"/>
                  <a:pt x="364" y="903"/>
                  <a:pt x="363" y="906"/>
                </a:cubicBezTo>
                <a:cubicBezTo>
                  <a:pt x="361" y="912"/>
                  <a:pt x="359" y="917"/>
                  <a:pt x="358" y="923"/>
                </a:cubicBezTo>
                <a:cubicBezTo>
                  <a:pt x="355" y="929"/>
                  <a:pt x="353" y="934"/>
                  <a:pt x="351" y="940"/>
                </a:cubicBezTo>
                <a:cubicBezTo>
                  <a:pt x="350" y="942"/>
                  <a:pt x="349" y="945"/>
                  <a:pt x="348" y="948"/>
                </a:cubicBezTo>
                <a:cubicBezTo>
                  <a:pt x="347" y="951"/>
                  <a:pt x="346" y="953"/>
                  <a:pt x="345" y="956"/>
                </a:cubicBezTo>
                <a:cubicBezTo>
                  <a:pt x="342" y="961"/>
                  <a:pt x="340" y="967"/>
                  <a:pt x="338" y="972"/>
                </a:cubicBezTo>
                <a:cubicBezTo>
                  <a:pt x="335" y="977"/>
                  <a:pt x="333" y="983"/>
                  <a:pt x="330" y="988"/>
                </a:cubicBezTo>
                <a:cubicBezTo>
                  <a:pt x="329" y="990"/>
                  <a:pt x="328" y="993"/>
                  <a:pt x="327" y="996"/>
                </a:cubicBezTo>
                <a:cubicBezTo>
                  <a:pt x="325" y="998"/>
                  <a:pt x="324" y="1001"/>
                  <a:pt x="323" y="1003"/>
                </a:cubicBezTo>
                <a:cubicBezTo>
                  <a:pt x="320" y="1008"/>
                  <a:pt x="318" y="1013"/>
                  <a:pt x="315" y="1019"/>
                </a:cubicBezTo>
                <a:cubicBezTo>
                  <a:pt x="312" y="1023"/>
                  <a:pt x="309" y="1028"/>
                  <a:pt x="307" y="1033"/>
                </a:cubicBezTo>
                <a:cubicBezTo>
                  <a:pt x="305" y="1036"/>
                  <a:pt x="304" y="1038"/>
                  <a:pt x="303" y="1041"/>
                </a:cubicBezTo>
                <a:cubicBezTo>
                  <a:pt x="301" y="1043"/>
                  <a:pt x="300" y="1045"/>
                  <a:pt x="298" y="1048"/>
                </a:cubicBezTo>
                <a:cubicBezTo>
                  <a:pt x="295" y="1052"/>
                  <a:pt x="293" y="1057"/>
                  <a:pt x="290" y="1062"/>
                </a:cubicBezTo>
                <a:cubicBezTo>
                  <a:pt x="266" y="1099"/>
                  <a:pt x="240" y="1132"/>
                  <a:pt x="214" y="1160"/>
                </a:cubicBezTo>
                <a:cubicBezTo>
                  <a:pt x="188" y="1189"/>
                  <a:pt x="161" y="1212"/>
                  <a:pt x="135" y="1231"/>
                </a:cubicBezTo>
                <a:cubicBezTo>
                  <a:pt x="129" y="1236"/>
                  <a:pt x="123" y="1241"/>
                  <a:pt x="117" y="1245"/>
                </a:cubicBezTo>
                <a:cubicBezTo>
                  <a:pt x="113" y="1247"/>
                  <a:pt x="110" y="1249"/>
                  <a:pt x="107" y="1251"/>
                </a:cubicBezTo>
                <a:cubicBezTo>
                  <a:pt x="106" y="1252"/>
                  <a:pt x="104" y="1253"/>
                  <a:pt x="103" y="1254"/>
                </a:cubicBezTo>
                <a:cubicBezTo>
                  <a:pt x="102" y="1255"/>
                  <a:pt x="100" y="1256"/>
                  <a:pt x="99" y="1257"/>
                </a:cubicBezTo>
                <a:cubicBezTo>
                  <a:pt x="93" y="1260"/>
                  <a:pt x="87" y="1264"/>
                  <a:pt x="82" y="1267"/>
                </a:cubicBezTo>
                <a:cubicBezTo>
                  <a:pt x="76" y="1270"/>
                  <a:pt x="71" y="1273"/>
                  <a:pt x="66" y="1276"/>
                </a:cubicBezTo>
                <a:cubicBezTo>
                  <a:pt x="63" y="1277"/>
                  <a:pt x="61" y="1278"/>
                  <a:pt x="58" y="1280"/>
                </a:cubicBezTo>
                <a:cubicBezTo>
                  <a:pt x="56" y="1281"/>
                  <a:pt x="54" y="1282"/>
                  <a:pt x="51" y="1283"/>
                </a:cubicBezTo>
                <a:cubicBezTo>
                  <a:pt x="47" y="1285"/>
                  <a:pt x="42" y="1287"/>
                  <a:pt x="38" y="1289"/>
                </a:cubicBezTo>
                <a:cubicBezTo>
                  <a:pt x="34" y="1291"/>
                  <a:pt x="30" y="1293"/>
                  <a:pt x="27" y="1294"/>
                </a:cubicBezTo>
                <a:cubicBezTo>
                  <a:pt x="23" y="1296"/>
                  <a:pt x="20" y="1297"/>
                  <a:pt x="17" y="1298"/>
                </a:cubicBezTo>
                <a:cubicBezTo>
                  <a:pt x="6" y="1303"/>
                  <a:pt x="0" y="1305"/>
                  <a:pt x="0" y="1305"/>
                </a:cubicBezTo>
                <a:close/>
              </a:path>
            </a:pathLst>
          </a:custGeom>
          <a:solidFill>
            <a:srgbClr val="3F3F3F">
              <a:lumMod val="40000"/>
              <a:lumOff val="60000"/>
            </a:srgb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3" name="Freeform 15"/>
          <p:cNvSpPr/>
          <p:nvPr/>
        </p:nvSpPr>
        <p:spPr bwMode="auto">
          <a:xfrm>
            <a:off x="5866341" y="2404533"/>
            <a:ext cx="1092200" cy="3524251"/>
          </a:xfrm>
          <a:custGeom>
            <a:avLst/>
            <a:gdLst>
              <a:gd name="T0" fmla="*/ 23 w 372"/>
              <a:gd name="T1" fmla="*/ 1185 h 1199"/>
              <a:gd name="T2" fmla="*/ 49 w 372"/>
              <a:gd name="T3" fmla="*/ 1168 h 1199"/>
              <a:gd name="T4" fmla="*/ 142 w 372"/>
              <a:gd name="T5" fmla="*/ 1086 h 1199"/>
              <a:gd name="T6" fmla="*/ 165 w 372"/>
              <a:gd name="T7" fmla="*/ 1058 h 1199"/>
              <a:gd name="T8" fmla="*/ 231 w 372"/>
              <a:gd name="T9" fmla="*/ 958 h 1199"/>
              <a:gd name="T10" fmla="*/ 244 w 372"/>
              <a:gd name="T11" fmla="*/ 933 h 1199"/>
              <a:gd name="T12" fmla="*/ 260 w 372"/>
              <a:gd name="T13" fmla="*/ 899 h 1199"/>
              <a:gd name="T14" fmla="*/ 273 w 372"/>
              <a:gd name="T15" fmla="*/ 864 h 1199"/>
              <a:gd name="T16" fmla="*/ 283 w 372"/>
              <a:gd name="T17" fmla="*/ 835 h 1199"/>
              <a:gd name="T18" fmla="*/ 292 w 372"/>
              <a:gd name="T19" fmla="*/ 805 h 1199"/>
              <a:gd name="T20" fmla="*/ 301 w 372"/>
              <a:gd name="T21" fmla="*/ 767 h 1199"/>
              <a:gd name="T22" fmla="*/ 309 w 372"/>
              <a:gd name="T23" fmla="*/ 728 h 1199"/>
              <a:gd name="T24" fmla="*/ 313 w 372"/>
              <a:gd name="T25" fmla="*/ 696 h 1199"/>
              <a:gd name="T26" fmla="*/ 316 w 372"/>
              <a:gd name="T27" fmla="*/ 664 h 1199"/>
              <a:gd name="T28" fmla="*/ 319 w 372"/>
              <a:gd name="T29" fmla="*/ 624 h 1199"/>
              <a:gd name="T30" fmla="*/ 319 w 372"/>
              <a:gd name="T31" fmla="*/ 583 h 1199"/>
              <a:gd name="T32" fmla="*/ 317 w 372"/>
              <a:gd name="T33" fmla="*/ 551 h 1199"/>
              <a:gd name="T34" fmla="*/ 315 w 372"/>
              <a:gd name="T35" fmla="*/ 518 h 1199"/>
              <a:gd name="T36" fmla="*/ 310 w 372"/>
              <a:gd name="T37" fmla="*/ 478 h 1199"/>
              <a:gd name="T38" fmla="*/ 303 w 372"/>
              <a:gd name="T39" fmla="*/ 439 h 1199"/>
              <a:gd name="T40" fmla="*/ 296 w 372"/>
              <a:gd name="T41" fmla="*/ 408 h 1199"/>
              <a:gd name="T42" fmla="*/ 288 w 372"/>
              <a:gd name="T43" fmla="*/ 378 h 1199"/>
              <a:gd name="T44" fmla="*/ 276 w 372"/>
              <a:gd name="T45" fmla="*/ 342 h 1199"/>
              <a:gd name="T46" fmla="*/ 262 w 372"/>
              <a:gd name="T47" fmla="*/ 306 h 1199"/>
              <a:gd name="T48" fmla="*/ 251 w 372"/>
              <a:gd name="T49" fmla="*/ 279 h 1199"/>
              <a:gd name="T50" fmla="*/ 238 w 372"/>
              <a:gd name="T51" fmla="*/ 253 h 1199"/>
              <a:gd name="T52" fmla="*/ 173 w 372"/>
              <a:gd name="T53" fmla="*/ 150 h 1199"/>
              <a:gd name="T54" fmla="*/ 149 w 372"/>
              <a:gd name="T55" fmla="*/ 121 h 1199"/>
              <a:gd name="T56" fmla="*/ 55 w 372"/>
              <a:gd name="T57" fmla="*/ 35 h 1199"/>
              <a:gd name="T58" fmla="*/ 32 w 372"/>
              <a:gd name="T59" fmla="*/ 19 h 1199"/>
              <a:gd name="T60" fmla="*/ 0 w 372"/>
              <a:gd name="T61" fmla="*/ 0 h 1199"/>
              <a:gd name="T62" fmla="*/ 25 w 372"/>
              <a:gd name="T63" fmla="*/ 9 h 1199"/>
              <a:gd name="T64" fmla="*/ 54 w 372"/>
              <a:gd name="T65" fmla="*/ 23 h 1199"/>
              <a:gd name="T66" fmla="*/ 91 w 372"/>
              <a:gd name="T67" fmla="*/ 44 h 1199"/>
              <a:gd name="T68" fmla="*/ 107 w 372"/>
              <a:gd name="T69" fmla="*/ 55 h 1199"/>
              <a:gd name="T70" fmla="*/ 206 w 372"/>
              <a:gd name="T71" fmla="*/ 142 h 1199"/>
              <a:gd name="T72" fmla="*/ 224 w 372"/>
              <a:gd name="T73" fmla="*/ 163 h 1199"/>
              <a:gd name="T74" fmla="*/ 275 w 372"/>
              <a:gd name="T75" fmla="*/ 236 h 1199"/>
              <a:gd name="T76" fmla="*/ 290 w 372"/>
              <a:gd name="T77" fmla="*/ 263 h 1199"/>
              <a:gd name="T78" fmla="*/ 304 w 372"/>
              <a:gd name="T79" fmla="*/ 291 h 1199"/>
              <a:gd name="T80" fmla="*/ 320 w 372"/>
              <a:gd name="T81" fmla="*/ 327 h 1199"/>
              <a:gd name="T82" fmla="*/ 361 w 372"/>
              <a:gd name="T83" fmla="*/ 471 h 1199"/>
              <a:gd name="T84" fmla="*/ 369 w 372"/>
              <a:gd name="T85" fmla="*/ 531 h 1199"/>
              <a:gd name="T86" fmla="*/ 372 w 372"/>
              <a:gd name="T87" fmla="*/ 574 h 1199"/>
              <a:gd name="T88" fmla="*/ 372 w 372"/>
              <a:gd name="T89" fmla="*/ 616 h 1199"/>
              <a:gd name="T90" fmla="*/ 371 w 372"/>
              <a:gd name="T91" fmla="*/ 651 h 1199"/>
              <a:gd name="T92" fmla="*/ 363 w 372"/>
              <a:gd name="T93" fmla="*/ 719 h 1199"/>
              <a:gd name="T94" fmla="*/ 344 w 372"/>
              <a:gd name="T95" fmla="*/ 801 h 1199"/>
              <a:gd name="T96" fmla="*/ 335 w 372"/>
              <a:gd name="T97" fmla="*/ 833 h 1199"/>
              <a:gd name="T98" fmla="*/ 320 w 372"/>
              <a:gd name="T99" fmla="*/ 871 h 1199"/>
              <a:gd name="T100" fmla="*/ 304 w 372"/>
              <a:gd name="T101" fmla="*/ 908 h 1199"/>
              <a:gd name="T102" fmla="*/ 290 w 372"/>
              <a:gd name="T103" fmla="*/ 936 h 1199"/>
              <a:gd name="T104" fmla="*/ 275 w 372"/>
              <a:gd name="T105" fmla="*/ 963 h 1199"/>
              <a:gd name="T106" fmla="*/ 125 w 372"/>
              <a:gd name="T107" fmla="*/ 1131 h 1199"/>
              <a:gd name="T108" fmla="*/ 95 w 372"/>
              <a:gd name="T109" fmla="*/ 1152 h 1199"/>
              <a:gd name="T110" fmla="*/ 61 w 372"/>
              <a:gd name="T111" fmla="*/ 1172 h 1199"/>
              <a:gd name="T112" fmla="*/ 35 w 372"/>
              <a:gd name="T113" fmla="*/ 1184 h 1199"/>
              <a:gd name="T114" fmla="*/ 0 w 372"/>
              <a:gd name="T115" fmla="*/ 1199 h 1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72" h="1199">
                <a:moveTo>
                  <a:pt x="0" y="1199"/>
                </a:moveTo>
                <a:cubicBezTo>
                  <a:pt x="0" y="1199"/>
                  <a:pt x="5" y="1196"/>
                  <a:pt x="15" y="1190"/>
                </a:cubicBezTo>
                <a:cubicBezTo>
                  <a:pt x="17" y="1189"/>
                  <a:pt x="20" y="1187"/>
                  <a:pt x="23" y="1185"/>
                </a:cubicBezTo>
                <a:cubicBezTo>
                  <a:pt x="26" y="1183"/>
                  <a:pt x="29" y="1181"/>
                  <a:pt x="32" y="1179"/>
                </a:cubicBezTo>
                <a:cubicBezTo>
                  <a:pt x="36" y="1177"/>
                  <a:pt x="39" y="1175"/>
                  <a:pt x="43" y="1172"/>
                </a:cubicBezTo>
                <a:cubicBezTo>
                  <a:pt x="45" y="1171"/>
                  <a:pt x="47" y="1170"/>
                  <a:pt x="49" y="1168"/>
                </a:cubicBezTo>
                <a:cubicBezTo>
                  <a:pt x="51" y="1167"/>
                  <a:pt x="53" y="1165"/>
                  <a:pt x="55" y="1164"/>
                </a:cubicBezTo>
                <a:cubicBezTo>
                  <a:pt x="71" y="1152"/>
                  <a:pt x="91" y="1136"/>
                  <a:pt x="111" y="1117"/>
                </a:cubicBezTo>
                <a:cubicBezTo>
                  <a:pt x="121" y="1108"/>
                  <a:pt x="131" y="1097"/>
                  <a:pt x="142" y="1086"/>
                </a:cubicBezTo>
                <a:cubicBezTo>
                  <a:pt x="144" y="1083"/>
                  <a:pt x="147" y="1080"/>
                  <a:pt x="150" y="1077"/>
                </a:cubicBezTo>
                <a:cubicBezTo>
                  <a:pt x="152" y="1074"/>
                  <a:pt x="155" y="1071"/>
                  <a:pt x="157" y="1068"/>
                </a:cubicBezTo>
                <a:cubicBezTo>
                  <a:pt x="160" y="1065"/>
                  <a:pt x="163" y="1062"/>
                  <a:pt x="165" y="1058"/>
                </a:cubicBezTo>
                <a:cubicBezTo>
                  <a:pt x="168" y="1055"/>
                  <a:pt x="170" y="1052"/>
                  <a:pt x="173" y="1049"/>
                </a:cubicBezTo>
                <a:cubicBezTo>
                  <a:pt x="183" y="1035"/>
                  <a:pt x="193" y="1021"/>
                  <a:pt x="203" y="1006"/>
                </a:cubicBezTo>
                <a:cubicBezTo>
                  <a:pt x="213" y="991"/>
                  <a:pt x="222" y="975"/>
                  <a:pt x="231" y="958"/>
                </a:cubicBezTo>
                <a:cubicBezTo>
                  <a:pt x="234" y="954"/>
                  <a:pt x="236" y="950"/>
                  <a:pt x="238" y="946"/>
                </a:cubicBezTo>
                <a:cubicBezTo>
                  <a:pt x="239" y="943"/>
                  <a:pt x="240" y="941"/>
                  <a:pt x="241" y="939"/>
                </a:cubicBezTo>
                <a:cubicBezTo>
                  <a:pt x="242" y="937"/>
                  <a:pt x="243" y="935"/>
                  <a:pt x="244" y="933"/>
                </a:cubicBezTo>
                <a:cubicBezTo>
                  <a:pt x="246" y="928"/>
                  <a:pt x="249" y="924"/>
                  <a:pt x="251" y="919"/>
                </a:cubicBezTo>
                <a:cubicBezTo>
                  <a:pt x="253" y="915"/>
                  <a:pt x="255" y="910"/>
                  <a:pt x="257" y="906"/>
                </a:cubicBezTo>
                <a:cubicBezTo>
                  <a:pt x="258" y="904"/>
                  <a:pt x="259" y="901"/>
                  <a:pt x="260" y="899"/>
                </a:cubicBezTo>
                <a:cubicBezTo>
                  <a:pt x="261" y="897"/>
                  <a:pt x="261" y="894"/>
                  <a:pt x="262" y="892"/>
                </a:cubicBezTo>
                <a:cubicBezTo>
                  <a:pt x="264" y="888"/>
                  <a:pt x="266" y="883"/>
                  <a:pt x="268" y="878"/>
                </a:cubicBezTo>
                <a:cubicBezTo>
                  <a:pt x="270" y="873"/>
                  <a:pt x="272" y="869"/>
                  <a:pt x="273" y="864"/>
                </a:cubicBezTo>
                <a:cubicBezTo>
                  <a:pt x="274" y="862"/>
                  <a:pt x="275" y="859"/>
                  <a:pt x="276" y="857"/>
                </a:cubicBezTo>
                <a:cubicBezTo>
                  <a:pt x="277" y="854"/>
                  <a:pt x="278" y="852"/>
                  <a:pt x="278" y="850"/>
                </a:cubicBezTo>
                <a:cubicBezTo>
                  <a:pt x="280" y="845"/>
                  <a:pt x="282" y="840"/>
                  <a:pt x="283" y="835"/>
                </a:cubicBezTo>
                <a:cubicBezTo>
                  <a:pt x="285" y="830"/>
                  <a:pt x="286" y="825"/>
                  <a:pt x="288" y="820"/>
                </a:cubicBezTo>
                <a:cubicBezTo>
                  <a:pt x="288" y="818"/>
                  <a:pt x="289" y="815"/>
                  <a:pt x="290" y="813"/>
                </a:cubicBezTo>
                <a:cubicBezTo>
                  <a:pt x="290" y="810"/>
                  <a:pt x="291" y="808"/>
                  <a:pt x="292" y="805"/>
                </a:cubicBezTo>
                <a:cubicBezTo>
                  <a:pt x="293" y="800"/>
                  <a:pt x="295" y="795"/>
                  <a:pt x="296" y="790"/>
                </a:cubicBezTo>
                <a:cubicBezTo>
                  <a:pt x="297" y="785"/>
                  <a:pt x="298" y="780"/>
                  <a:pt x="299" y="775"/>
                </a:cubicBezTo>
                <a:cubicBezTo>
                  <a:pt x="300" y="772"/>
                  <a:pt x="301" y="769"/>
                  <a:pt x="301" y="767"/>
                </a:cubicBezTo>
                <a:cubicBezTo>
                  <a:pt x="302" y="764"/>
                  <a:pt x="302" y="762"/>
                  <a:pt x="303" y="759"/>
                </a:cubicBezTo>
                <a:cubicBezTo>
                  <a:pt x="304" y="754"/>
                  <a:pt x="305" y="749"/>
                  <a:pt x="306" y="744"/>
                </a:cubicBezTo>
                <a:cubicBezTo>
                  <a:pt x="307" y="738"/>
                  <a:pt x="308" y="733"/>
                  <a:pt x="309" y="728"/>
                </a:cubicBezTo>
                <a:cubicBezTo>
                  <a:pt x="309" y="725"/>
                  <a:pt x="309" y="723"/>
                  <a:pt x="310" y="720"/>
                </a:cubicBezTo>
                <a:cubicBezTo>
                  <a:pt x="311" y="712"/>
                  <a:pt x="311" y="712"/>
                  <a:pt x="311" y="712"/>
                </a:cubicBezTo>
                <a:cubicBezTo>
                  <a:pt x="312" y="707"/>
                  <a:pt x="312" y="701"/>
                  <a:pt x="313" y="696"/>
                </a:cubicBezTo>
                <a:cubicBezTo>
                  <a:pt x="314" y="691"/>
                  <a:pt x="314" y="685"/>
                  <a:pt x="315" y="680"/>
                </a:cubicBezTo>
                <a:cubicBezTo>
                  <a:pt x="315" y="677"/>
                  <a:pt x="315" y="675"/>
                  <a:pt x="316" y="672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7" y="659"/>
                  <a:pt x="317" y="653"/>
                  <a:pt x="317" y="648"/>
                </a:cubicBezTo>
                <a:cubicBezTo>
                  <a:pt x="318" y="642"/>
                  <a:pt x="318" y="637"/>
                  <a:pt x="318" y="632"/>
                </a:cubicBezTo>
                <a:cubicBezTo>
                  <a:pt x="319" y="624"/>
                  <a:pt x="319" y="624"/>
                  <a:pt x="319" y="624"/>
                </a:cubicBezTo>
                <a:cubicBezTo>
                  <a:pt x="319" y="615"/>
                  <a:pt x="319" y="615"/>
                  <a:pt x="319" y="615"/>
                </a:cubicBezTo>
                <a:cubicBezTo>
                  <a:pt x="319" y="600"/>
                  <a:pt x="319" y="600"/>
                  <a:pt x="319" y="600"/>
                </a:cubicBezTo>
                <a:cubicBezTo>
                  <a:pt x="319" y="583"/>
                  <a:pt x="319" y="583"/>
                  <a:pt x="319" y="583"/>
                </a:cubicBezTo>
                <a:cubicBezTo>
                  <a:pt x="318" y="574"/>
                  <a:pt x="318" y="574"/>
                  <a:pt x="318" y="574"/>
                </a:cubicBezTo>
                <a:cubicBezTo>
                  <a:pt x="318" y="566"/>
                  <a:pt x="318" y="566"/>
                  <a:pt x="318" y="566"/>
                </a:cubicBezTo>
                <a:cubicBezTo>
                  <a:pt x="318" y="561"/>
                  <a:pt x="318" y="556"/>
                  <a:pt x="317" y="551"/>
                </a:cubicBezTo>
                <a:cubicBezTo>
                  <a:pt x="317" y="545"/>
                  <a:pt x="317" y="540"/>
                  <a:pt x="316" y="534"/>
                </a:cubicBezTo>
                <a:cubicBezTo>
                  <a:pt x="316" y="526"/>
                  <a:pt x="316" y="526"/>
                  <a:pt x="316" y="526"/>
                </a:cubicBezTo>
                <a:cubicBezTo>
                  <a:pt x="315" y="524"/>
                  <a:pt x="315" y="521"/>
                  <a:pt x="315" y="518"/>
                </a:cubicBezTo>
                <a:cubicBezTo>
                  <a:pt x="314" y="513"/>
                  <a:pt x="314" y="508"/>
                  <a:pt x="313" y="502"/>
                </a:cubicBezTo>
                <a:cubicBezTo>
                  <a:pt x="312" y="497"/>
                  <a:pt x="312" y="492"/>
                  <a:pt x="311" y="486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09" y="476"/>
                  <a:pt x="309" y="473"/>
                  <a:pt x="308" y="471"/>
                </a:cubicBezTo>
                <a:cubicBezTo>
                  <a:pt x="308" y="465"/>
                  <a:pt x="307" y="460"/>
                  <a:pt x="306" y="455"/>
                </a:cubicBezTo>
                <a:cubicBezTo>
                  <a:pt x="305" y="450"/>
                  <a:pt x="304" y="444"/>
                  <a:pt x="303" y="439"/>
                </a:cubicBezTo>
                <a:cubicBezTo>
                  <a:pt x="302" y="437"/>
                  <a:pt x="302" y="434"/>
                  <a:pt x="301" y="431"/>
                </a:cubicBezTo>
                <a:cubicBezTo>
                  <a:pt x="301" y="429"/>
                  <a:pt x="300" y="426"/>
                  <a:pt x="299" y="424"/>
                </a:cubicBezTo>
                <a:cubicBezTo>
                  <a:pt x="298" y="419"/>
                  <a:pt x="297" y="414"/>
                  <a:pt x="296" y="408"/>
                </a:cubicBezTo>
                <a:cubicBezTo>
                  <a:pt x="294" y="403"/>
                  <a:pt x="293" y="398"/>
                  <a:pt x="292" y="393"/>
                </a:cubicBezTo>
                <a:cubicBezTo>
                  <a:pt x="291" y="391"/>
                  <a:pt x="290" y="388"/>
                  <a:pt x="290" y="386"/>
                </a:cubicBezTo>
                <a:cubicBezTo>
                  <a:pt x="289" y="383"/>
                  <a:pt x="288" y="381"/>
                  <a:pt x="288" y="378"/>
                </a:cubicBezTo>
                <a:cubicBezTo>
                  <a:pt x="286" y="373"/>
                  <a:pt x="285" y="368"/>
                  <a:pt x="283" y="363"/>
                </a:cubicBezTo>
                <a:cubicBezTo>
                  <a:pt x="281" y="359"/>
                  <a:pt x="280" y="354"/>
                  <a:pt x="278" y="349"/>
                </a:cubicBezTo>
                <a:cubicBezTo>
                  <a:pt x="277" y="346"/>
                  <a:pt x="277" y="344"/>
                  <a:pt x="276" y="342"/>
                </a:cubicBezTo>
                <a:cubicBezTo>
                  <a:pt x="275" y="339"/>
                  <a:pt x="274" y="337"/>
                  <a:pt x="273" y="334"/>
                </a:cubicBezTo>
                <a:cubicBezTo>
                  <a:pt x="271" y="330"/>
                  <a:pt x="270" y="325"/>
                  <a:pt x="268" y="320"/>
                </a:cubicBezTo>
                <a:cubicBezTo>
                  <a:pt x="266" y="316"/>
                  <a:pt x="264" y="311"/>
                  <a:pt x="262" y="306"/>
                </a:cubicBezTo>
                <a:cubicBezTo>
                  <a:pt x="261" y="304"/>
                  <a:pt x="260" y="302"/>
                  <a:pt x="260" y="299"/>
                </a:cubicBezTo>
                <a:cubicBezTo>
                  <a:pt x="259" y="297"/>
                  <a:pt x="258" y="295"/>
                  <a:pt x="257" y="292"/>
                </a:cubicBezTo>
                <a:cubicBezTo>
                  <a:pt x="255" y="288"/>
                  <a:pt x="253" y="283"/>
                  <a:pt x="251" y="279"/>
                </a:cubicBezTo>
                <a:cubicBezTo>
                  <a:pt x="249" y="275"/>
                  <a:pt x="246" y="270"/>
                  <a:pt x="244" y="266"/>
                </a:cubicBezTo>
                <a:cubicBezTo>
                  <a:pt x="243" y="264"/>
                  <a:pt x="242" y="261"/>
                  <a:pt x="241" y="259"/>
                </a:cubicBezTo>
                <a:cubicBezTo>
                  <a:pt x="240" y="257"/>
                  <a:pt x="239" y="255"/>
                  <a:pt x="238" y="253"/>
                </a:cubicBezTo>
                <a:cubicBezTo>
                  <a:pt x="236" y="249"/>
                  <a:pt x="233" y="244"/>
                  <a:pt x="231" y="240"/>
                </a:cubicBezTo>
                <a:cubicBezTo>
                  <a:pt x="222" y="223"/>
                  <a:pt x="213" y="207"/>
                  <a:pt x="203" y="192"/>
                </a:cubicBezTo>
                <a:cubicBezTo>
                  <a:pt x="193" y="177"/>
                  <a:pt x="183" y="163"/>
                  <a:pt x="173" y="150"/>
                </a:cubicBezTo>
                <a:cubicBezTo>
                  <a:pt x="170" y="146"/>
                  <a:pt x="168" y="143"/>
                  <a:pt x="165" y="140"/>
                </a:cubicBezTo>
                <a:cubicBezTo>
                  <a:pt x="162" y="137"/>
                  <a:pt x="160" y="134"/>
                  <a:pt x="157" y="130"/>
                </a:cubicBezTo>
                <a:cubicBezTo>
                  <a:pt x="155" y="127"/>
                  <a:pt x="152" y="124"/>
                  <a:pt x="149" y="121"/>
                </a:cubicBezTo>
                <a:cubicBezTo>
                  <a:pt x="147" y="118"/>
                  <a:pt x="144" y="115"/>
                  <a:pt x="142" y="113"/>
                </a:cubicBezTo>
                <a:cubicBezTo>
                  <a:pt x="131" y="101"/>
                  <a:pt x="121" y="91"/>
                  <a:pt x="111" y="81"/>
                </a:cubicBezTo>
                <a:cubicBezTo>
                  <a:pt x="90" y="62"/>
                  <a:pt x="71" y="46"/>
                  <a:pt x="55" y="35"/>
                </a:cubicBezTo>
                <a:cubicBezTo>
                  <a:pt x="53" y="33"/>
                  <a:pt x="51" y="32"/>
                  <a:pt x="49" y="30"/>
                </a:cubicBezTo>
                <a:cubicBezTo>
                  <a:pt x="47" y="29"/>
                  <a:pt x="45" y="28"/>
                  <a:pt x="43" y="26"/>
                </a:cubicBezTo>
                <a:cubicBezTo>
                  <a:pt x="39" y="24"/>
                  <a:pt x="36" y="21"/>
                  <a:pt x="32" y="19"/>
                </a:cubicBezTo>
                <a:cubicBezTo>
                  <a:pt x="29" y="17"/>
                  <a:pt x="26" y="15"/>
                  <a:pt x="23" y="13"/>
                </a:cubicBezTo>
                <a:cubicBezTo>
                  <a:pt x="20" y="11"/>
                  <a:pt x="17" y="10"/>
                  <a:pt x="15" y="8"/>
                </a:cubicBezTo>
                <a:cubicBezTo>
                  <a:pt x="5" y="3"/>
                  <a:pt x="0" y="0"/>
                  <a:pt x="0" y="0"/>
                </a:cubicBezTo>
                <a:cubicBezTo>
                  <a:pt x="0" y="0"/>
                  <a:pt x="2" y="0"/>
                  <a:pt x="4" y="1"/>
                </a:cubicBezTo>
                <a:cubicBezTo>
                  <a:pt x="7" y="2"/>
                  <a:pt x="11" y="4"/>
                  <a:pt x="16" y="6"/>
                </a:cubicBezTo>
                <a:cubicBezTo>
                  <a:pt x="19" y="7"/>
                  <a:pt x="22" y="8"/>
                  <a:pt x="25" y="9"/>
                </a:cubicBezTo>
                <a:cubicBezTo>
                  <a:pt x="28" y="11"/>
                  <a:pt x="32" y="12"/>
                  <a:pt x="35" y="14"/>
                </a:cubicBezTo>
                <a:cubicBezTo>
                  <a:pt x="39" y="16"/>
                  <a:pt x="43" y="18"/>
                  <a:pt x="47" y="20"/>
                </a:cubicBezTo>
                <a:cubicBezTo>
                  <a:pt x="50" y="21"/>
                  <a:pt x="52" y="22"/>
                  <a:pt x="54" y="23"/>
                </a:cubicBezTo>
                <a:cubicBezTo>
                  <a:pt x="56" y="24"/>
                  <a:pt x="58" y="25"/>
                  <a:pt x="61" y="26"/>
                </a:cubicBezTo>
                <a:cubicBezTo>
                  <a:pt x="65" y="29"/>
                  <a:pt x="70" y="32"/>
                  <a:pt x="75" y="34"/>
                </a:cubicBezTo>
                <a:cubicBezTo>
                  <a:pt x="80" y="37"/>
                  <a:pt x="86" y="41"/>
                  <a:pt x="91" y="44"/>
                </a:cubicBezTo>
                <a:cubicBezTo>
                  <a:pt x="92" y="45"/>
                  <a:pt x="94" y="46"/>
                  <a:pt x="95" y="46"/>
                </a:cubicBezTo>
                <a:cubicBezTo>
                  <a:pt x="96" y="47"/>
                  <a:pt x="98" y="48"/>
                  <a:pt x="99" y="49"/>
                </a:cubicBezTo>
                <a:cubicBezTo>
                  <a:pt x="102" y="51"/>
                  <a:pt x="105" y="53"/>
                  <a:pt x="107" y="55"/>
                </a:cubicBezTo>
                <a:cubicBezTo>
                  <a:pt x="113" y="58"/>
                  <a:pt x="119" y="63"/>
                  <a:pt x="125" y="67"/>
                </a:cubicBezTo>
                <a:cubicBezTo>
                  <a:pt x="148" y="85"/>
                  <a:pt x="173" y="106"/>
                  <a:pt x="197" y="132"/>
                </a:cubicBezTo>
                <a:cubicBezTo>
                  <a:pt x="200" y="136"/>
                  <a:pt x="203" y="139"/>
                  <a:pt x="206" y="142"/>
                </a:cubicBezTo>
                <a:cubicBezTo>
                  <a:pt x="208" y="144"/>
                  <a:pt x="209" y="146"/>
                  <a:pt x="211" y="147"/>
                </a:cubicBezTo>
                <a:cubicBezTo>
                  <a:pt x="212" y="149"/>
                  <a:pt x="214" y="151"/>
                  <a:pt x="215" y="153"/>
                </a:cubicBezTo>
                <a:cubicBezTo>
                  <a:pt x="218" y="156"/>
                  <a:pt x="221" y="160"/>
                  <a:pt x="224" y="163"/>
                </a:cubicBezTo>
                <a:cubicBezTo>
                  <a:pt x="227" y="167"/>
                  <a:pt x="230" y="171"/>
                  <a:pt x="233" y="174"/>
                </a:cubicBezTo>
                <a:cubicBezTo>
                  <a:pt x="245" y="189"/>
                  <a:pt x="256" y="206"/>
                  <a:pt x="267" y="223"/>
                </a:cubicBezTo>
                <a:cubicBezTo>
                  <a:pt x="269" y="227"/>
                  <a:pt x="272" y="231"/>
                  <a:pt x="275" y="236"/>
                </a:cubicBezTo>
                <a:cubicBezTo>
                  <a:pt x="276" y="238"/>
                  <a:pt x="277" y="240"/>
                  <a:pt x="279" y="242"/>
                </a:cubicBezTo>
                <a:cubicBezTo>
                  <a:pt x="280" y="244"/>
                  <a:pt x="281" y="247"/>
                  <a:pt x="282" y="249"/>
                </a:cubicBezTo>
                <a:cubicBezTo>
                  <a:pt x="285" y="253"/>
                  <a:pt x="287" y="258"/>
                  <a:pt x="290" y="263"/>
                </a:cubicBezTo>
                <a:cubicBezTo>
                  <a:pt x="292" y="267"/>
                  <a:pt x="295" y="272"/>
                  <a:pt x="297" y="276"/>
                </a:cubicBezTo>
                <a:cubicBezTo>
                  <a:pt x="298" y="279"/>
                  <a:pt x="300" y="281"/>
                  <a:pt x="301" y="283"/>
                </a:cubicBezTo>
                <a:cubicBezTo>
                  <a:pt x="302" y="286"/>
                  <a:pt x="303" y="288"/>
                  <a:pt x="304" y="291"/>
                </a:cubicBezTo>
                <a:cubicBezTo>
                  <a:pt x="306" y="295"/>
                  <a:pt x="309" y="300"/>
                  <a:pt x="311" y="305"/>
                </a:cubicBezTo>
                <a:cubicBezTo>
                  <a:pt x="313" y="310"/>
                  <a:pt x="315" y="315"/>
                  <a:pt x="317" y="320"/>
                </a:cubicBezTo>
                <a:cubicBezTo>
                  <a:pt x="318" y="322"/>
                  <a:pt x="319" y="325"/>
                  <a:pt x="320" y="327"/>
                </a:cubicBezTo>
                <a:cubicBezTo>
                  <a:pt x="321" y="330"/>
                  <a:pt x="322" y="332"/>
                  <a:pt x="323" y="335"/>
                </a:cubicBezTo>
                <a:cubicBezTo>
                  <a:pt x="339" y="375"/>
                  <a:pt x="352" y="419"/>
                  <a:pt x="360" y="463"/>
                </a:cubicBezTo>
                <a:cubicBezTo>
                  <a:pt x="360" y="466"/>
                  <a:pt x="361" y="469"/>
                  <a:pt x="361" y="471"/>
                </a:cubicBezTo>
                <a:cubicBezTo>
                  <a:pt x="363" y="480"/>
                  <a:pt x="363" y="480"/>
                  <a:pt x="363" y="480"/>
                </a:cubicBezTo>
                <a:cubicBezTo>
                  <a:pt x="364" y="485"/>
                  <a:pt x="365" y="491"/>
                  <a:pt x="365" y="497"/>
                </a:cubicBezTo>
                <a:cubicBezTo>
                  <a:pt x="367" y="508"/>
                  <a:pt x="368" y="519"/>
                  <a:pt x="369" y="531"/>
                </a:cubicBezTo>
                <a:cubicBezTo>
                  <a:pt x="370" y="536"/>
                  <a:pt x="370" y="542"/>
                  <a:pt x="371" y="548"/>
                </a:cubicBezTo>
                <a:cubicBezTo>
                  <a:pt x="371" y="554"/>
                  <a:pt x="371" y="559"/>
                  <a:pt x="371" y="565"/>
                </a:cubicBezTo>
                <a:cubicBezTo>
                  <a:pt x="372" y="574"/>
                  <a:pt x="372" y="574"/>
                  <a:pt x="372" y="574"/>
                </a:cubicBezTo>
                <a:cubicBezTo>
                  <a:pt x="372" y="582"/>
                  <a:pt x="372" y="582"/>
                  <a:pt x="372" y="582"/>
                </a:cubicBezTo>
                <a:cubicBezTo>
                  <a:pt x="372" y="599"/>
                  <a:pt x="372" y="599"/>
                  <a:pt x="372" y="599"/>
                </a:cubicBezTo>
                <a:cubicBezTo>
                  <a:pt x="372" y="616"/>
                  <a:pt x="372" y="616"/>
                  <a:pt x="372" y="616"/>
                </a:cubicBezTo>
                <a:cubicBezTo>
                  <a:pt x="372" y="625"/>
                  <a:pt x="372" y="625"/>
                  <a:pt x="372" y="625"/>
                </a:cubicBezTo>
                <a:cubicBezTo>
                  <a:pt x="371" y="634"/>
                  <a:pt x="371" y="634"/>
                  <a:pt x="371" y="634"/>
                </a:cubicBezTo>
                <a:cubicBezTo>
                  <a:pt x="371" y="639"/>
                  <a:pt x="371" y="645"/>
                  <a:pt x="371" y="651"/>
                </a:cubicBezTo>
                <a:cubicBezTo>
                  <a:pt x="370" y="656"/>
                  <a:pt x="370" y="662"/>
                  <a:pt x="369" y="668"/>
                </a:cubicBezTo>
                <a:cubicBezTo>
                  <a:pt x="368" y="679"/>
                  <a:pt x="367" y="690"/>
                  <a:pt x="365" y="702"/>
                </a:cubicBezTo>
                <a:cubicBezTo>
                  <a:pt x="364" y="707"/>
                  <a:pt x="364" y="713"/>
                  <a:pt x="363" y="719"/>
                </a:cubicBezTo>
                <a:cubicBezTo>
                  <a:pt x="361" y="727"/>
                  <a:pt x="361" y="727"/>
                  <a:pt x="361" y="727"/>
                </a:cubicBezTo>
                <a:cubicBezTo>
                  <a:pt x="361" y="730"/>
                  <a:pt x="360" y="733"/>
                  <a:pt x="360" y="735"/>
                </a:cubicBezTo>
                <a:cubicBezTo>
                  <a:pt x="356" y="758"/>
                  <a:pt x="350" y="779"/>
                  <a:pt x="344" y="801"/>
                </a:cubicBezTo>
                <a:cubicBezTo>
                  <a:pt x="343" y="806"/>
                  <a:pt x="341" y="811"/>
                  <a:pt x="340" y="817"/>
                </a:cubicBezTo>
                <a:cubicBezTo>
                  <a:pt x="339" y="819"/>
                  <a:pt x="338" y="822"/>
                  <a:pt x="337" y="825"/>
                </a:cubicBezTo>
                <a:cubicBezTo>
                  <a:pt x="336" y="827"/>
                  <a:pt x="335" y="830"/>
                  <a:pt x="335" y="833"/>
                </a:cubicBezTo>
                <a:cubicBezTo>
                  <a:pt x="333" y="838"/>
                  <a:pt x="331" y="843"/>
                  <a:pt x="329" y="848"/>
                </a:cubicBezTo>
                <a:cubicBezTo>
                  <a:pt x="327" y="853"/>
                  <a:pt x="325" y="858"/>
                  <a:pt x="323" y="863"/>
                </a:cubicBezTo>
                <a:cubicBezTo>
                  <a:pt x="322" y="866"/>
                  <a:pt x="321" y="868"/>
                  <a:pt x="320" y="871"/>
                </a:cubicBezTo>
                <a:cubicBezTo>
                  <a:pt x="319" y="873"/>
                  <a:pt x="318" y="876"/>
                  <a:pt x="317" y="878"/>
                </a:cubicBezTo>
                <a:cubicBezTo>
                  <a:pt x="315" y="883"/>
                  <a:pt x="313" y="888"/>
                  <a:pt x="311" y="893"/>
                </a:cubicBezTo>
                <a:cubicBezTo>
                  <a:pt x="309" y="898"/>
                  <a:pt x="306" y="903"/>
                  <a:pt x="304" y="908"/>
                </a:cubicBezTo>
                <a:cubicBezTo>
                  <a:pt x="303" y="910"/>
                  <a:pt x="302" y="912"/>
                  <a:pt x="301" y="915"/>
                </a:cubicBezTo>
                <a:cubicBezTo>
                  <a:pt x="300" y="917"/>
                  <a:pt x="298" y="920"/>
                  <a:pt x="297" y="922"/>
                </a:cubicBezTo>
                <a:cubicBezTo>
                  <a:pt x="295" y="927"/>
                  <a:pt x="292" y="931"/>
                  <a:pt x="290" y="936"/>
                </a:cubicBezTo>
                <a:cubicBezTo>
                  <a:pt x="287" y="940"/>
                  <a:pt x="285" y="945"/>
                  <a:pt x="282" y="949"/>
                </a:cubicBezTo>
                <a:cubicBezTo>
                  <a:pt x="281" y="952"/>
                  <a:pt x="280" y="954"/>
                  <a:pt x="279" y="956"/>
                </a:cubicBezTo>
                <a:cubicBezTo>
                  <a:pt x="277" y="958"/>
                  <a:pt x="276" y="961"/>
                  <a:pt x="275" y="963"/>
                </a:cubicBezTo>
                <a:cubicBezTo>
                  <a:pt x="272" y="967"/>
                  <a:pt x="269" y="971"/>
                  <a:pt x="267" y="976"/>
                </a:cubicBezTo>
                <a:cubicBezTo>
                  <a:pt x="245" y="1010"/>
                  <a:pt x="221" y="1040"/>
                  <a:pt x="197" y="1066"/>
                </a:cubicBezTo>
                <a:cubicBezTo>
                  <a:pt x="173" y="1092"/>
                  <a:pt x="148" y="1114"/>
                  <a:pt x="125" y="1131"/>
                </a:cubicBezTo>
                <a:cubicBezTo>
                  <a:pt x="119" y="1136"/>
                  <a:pt x="113" y="1140"/>
                  <a:pt x="107" y="1144"/>
                </a:cubicBezTo>
                <a:cubicBezTo>
                  <a:pt x="105" y="1145"/>
                  <a:pt x="102" y="1147"/>
                  <a:pt x="99" y="1149"/>
                </a:cubicBezTo>
                <a:cubicBezTo>
                  <a:pt x="98" y="1150"/>
                  <a:pt x="96" y="1151"/>
                  <a:pt x="95" y="1152"/>
                </a:cubicBezTo>
                <a:cubicBezTo>
                  <a:pt x="94" y="1153"/>
                  <a:pt x="92" y="1154"/>
                  <a:pt x="91" y="1154"/>
                </a:cubicBezTo>
                <a:cubicBezTo>
                  <a:pt x="86" y="1158"/>
                  <a:pt x="80" y="1161"/>
                  <a:pt x="75" y="1164"/>
                </a:cubicBezTo>
                <a:cubicBezTo>
                  <a:pt x="70" y="1167"/>
                  <a:pt x="65" y="1169"/>
                  <a:pt x="61" y="1172"/>
                </a:cubicBezTo>
                <a:cubicBezTo>
                  <a:pt x="58" y="1173"/>
                  <a:pt x="56" y="1174"/>
                  <a:pt x="54" y="1176"/>
                </a:cubicBezTo>
                <a:cubicBezTo>
                  <a:pt x="52" y="1177"/>
                  <a:pt x="50" y="1178"/>
                  <a:pt x="47" y="1179"/>
                </a:cubicBezTo>
                <a:cubicBezTo>
                  <a:pt x="43" y="1181"/>
                  <a:pt x="39" y="1183"/>
                  <a:pt x="35" y="1184"/>
                </a:cubicBezTo>
                <a:cubicBezTo>
                  <a:pt x="32" y="1186"/>
                  <a:pt x="28" y="1188"/>
                  <a:pt x="25" y="1189"/>
                </a:cubicBezTo>
                <a:cubicBezTo>
                  <a:pt x="22" y="1190"/>
                  <a:pt x="19" y="1192"/>
                  <a:pt x="16" y="1193"/>
                </a:cubicBezTo>
                <a:cubicBezTo>
                  <a:pt x="6" y="1197"/>
                  <a:pt x="0" y="1199"/>
                  <a:pt x="0" y="1199"/>
                </a:cubicBezTo>
                <a:close/>
              </a:path>
            </a:pathLst>
          </a:custGeom>
          <a:solidFill>
            <a:srgbClr val="3F3F3F">
              <a:lumMod val="40000"/>
              <a:lumOff val="60000"/>
            </a:srgb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4" name="Freeform 16"/>
          <p:cNvSpPr/>
          <p:nvPr/>
        </p:nvSpPr>
        <p:spPr bwMode="auto">
          <a:xfrm>
            <a:off x="4179357" y="2559052"/>
            <a:ext cx="999067" cy="3215217"/>
          </a:xfrm>
          <a:custGeom>
            <a:avLst/>
            <a:gdLst>
              <a:gd name="T0" fmla="*/ 21 w 340"/>
              <a:gd name="T1" fmla="*/ 1080 h 1093"/>
              <a:gd name="T2" fmla="*/ 44 w 340"/>
              <a:gd name="T3" fmla="*/ 1065 h 1093"/>
              <a:gd name="T4" fmla="*/ 157 w 340"/>
              <a:gd name="T5" fmla="*/ 956 h 1093"/>
              <a:gd name="T6" fmla="*/ 217 w 340"/>
              <a:gd name="T7" fmla="*/ 862 h 1093"/>
              <a:gd name="T8" fmla="*/ 228 w 340"/>
              <a:gd name="T9" fmla="*/ 838 h 1093"/>
              <a:gd name="T10" fmla="*/ 239 w 340"/>
              <a:gd name="T11" fmla="*/ 813 h 1093"/>
              <a:gd name="T12" fmla="*/ 251 w 340"/>
              <a:gd name="T13" fmla="*/ 781 h 1093"/>
              <a:gd name="T14" fmla="*/ 262 w 340"/>
              <a:gd name="T15" fmla="*/ 747 h 1093"/>
              <a:gd name="T16" fmla="*/ 269 w 340"/>
              <a:gd name="T17" fmla="*/ 720 h 1093"/>
              <a:gd name="T18" fmla="*/ 276 w 340"/>
              <a:gd name="T19" fmla="*/ 692 h 1093"/>
              <a:gd name="T20" fmla="*/ 282 w 340"/>
              <a:gd name="T21" fmla="*/ 656 h 1093"/>
              <a:gd name="T22" fmla="*/ 286 w 340"/>
              <a:gd name="T23" fmla="*/ 620 h 1093"/>
              <a:gd name="T24" fmla="*/ 289 w 340"/>
              <a:gd name="T25" fmla="*/ 590 h 1093"/>
              <a:gd name="T26" fmla="*/ 290 w 340"/>
              <a:gd name="T27" fmla="*/ 561 h 1093"/>
              <a:gd name="T28" fmla="*/ 290 w 340"/>
              <a:gd name="T29" fmla="*/ 524 h 1093"/>
              <a:gd name="T30" fmla="*/ 288 w 340"/>
              <a:gd name="T31" fmla="*/ 487 h 1093"/>
              <a:gd name="T32" fmla="*/ 285 w 340"/>
              <a:gd name="T33" fmla="*/ 458 h 1093"/>
              <a:gd name="T34" fmla="*/ 281 w 340"/>
              <a:gd name="T35" fmla="*/ 429 h 1093"/>
              <a:gd name="T36" fmla="*/ 274 w 340"/>
              <a:gd name="T37" fmla="*/ 393 h 1093"/>
              <a:gd name="T38" fmla="*/ 266 w 340"/>
              <a:gd name="T39" fmla="*/ 359 h 1093"/>
              <a:gd name="T40" fmla="*/ 258 w 340"/>
              <a:gd name="T41" fmla="*/ 331 h 1093"/>
              <a:gd name="T42" fmla="*/ 249 w 340"/>
              <a:gd name="T43" fmla="*/ 305 h 1093"/>
              <a:gd name="T44" fmla="*/ 236 w 340"/>
              <a:gd name="T45" fmla="*/ 273 h 1093"/>
              <a:gd name="T46" fmla="*/ 222 w 340"/>
              <a:gd name="T47" fmla="*/ 242 h 1093"/>
              <a:gd name="T48" fmla="*/ 211 w 340"/>
              <a:gd name="T49" fmla="*/ 219 h 1093"/>
              <a:gd name="T50" fmla="*/ 150 w 340"/>
              <a:gd name="T51" fmla="*/ 128 h 1093"/>
              <a:gd name="T52" fmla="*/ 129 w 340"/>
              <a:gd name="T53" fmla="*/ 103 h 1093"/>
              <a:gd name="T54" fmla="*/ 44 w 340"/>
              <a:gd name="T55" fmla="*/ 28 h 1093"/>
              <a:gd name="T56" fmla="*/ 21 w 340"/>
              <a:gd name="T57" fmla="*/ 12 h 1093"/>
              <a:gd name="T58" fmla="*/ 4 w 340"/>
              <a:gd name="T59" fmla="*/ 1 h 1093"/>
              <a:gd name="T60" fmla="*/ 32 w 340"/>
              <a:gd name="T61" fmla="*/ 13 h 1093"/>
              <a:gd name="T62" fmla="*/ 56 w 340"/>
              <a:gd name="T63" fmla="*/ 24 h 1093"/>
              <a:gd name="T64" fmla="*/ 87 w 340"/>
              <a:gd name="T65" fmla="*/ 42 h 1093"/>
              <a:gd name="T66" fmla="*/ 114 w 340"/>
              <a:gd name="T67" fmla="*/ 61 h 1093"/>
              <a:gd name="T68" fmla="*/ 193 w 340"/>
              <a:gd name="T69" fmla="*/ 134 h 1093"/>
              <a:gd name="T70" fmla="*/ 213 w 340"/>
              <a:gd name="T71" fmla="*/ 159 h 1093"/>
              <a:gd name="T72" fmla="*/ 254 w 340"/>
              <a:gd name="T73" fmla="*/ 221 h 1093"/>
              <a:gd name="T74" fmla="*/ 271 w 340"/>
              <a:gd name="T75" fmla="*/ 252 h 1093"/>
              <a:gd name="T76" fmla="*/ 284 w 340"/>
              <a:gd name="T77" fmla="*/ 278 h 1093"/>
              <a:gd name="T78" fmla="*/ 295 w 340"/>
              <a:gd name="T79" fmla="*/ 305 h 1093"/>
              <a:gd name="T80" fmla="*/ 331 w 340"/>
              <a:gd name="T81" fmla="*/ 437 h 1093"/>
              <a:gd name="T82" fmla="*/ 338 w 340"/>
              <a:gd name="T83" fmla="*/ 499 h 1093"/>
              <a:gd name="T84" fmla="*/ 340 w 340"/>
              <a:gd name="T85" fmla="*/ 531 h 1093"/>
              <a:gd name="T86" fmla="*/ 339 w 340"/>
              <a:gd name="T87" fmla="*/ 570 h 1093"/>
              <a:gd name="T88" fmla="*/ 337 w 340"/>
              <a:gd name="T89" fmla="*/ 609 h 1093"/>
              <a:gd name="T90" fmla="*/ 330 w 340"/>
              <a:gd name="T91" fmla="*/ 663 h 1093"/>
              <a:gd name="T92" fmla="*/ 292 w 340"/>
              <a:gd name="T93" fmla="*/ 794 h 1093"/>
              <a:gd name="T94" fmla="*/ 278 w 340"/>
              <a:gd name="T95" fmla="*/ 827 h 1093"/>
              <a:gd name="T96" fmla="*/ 265 w 340"/>
              <a:gd name="T97" fmla="*/ 853 h 1093"/>
              <a:gd name="T98" fmla="*/ 251 w 340"/>
              <a:gd name="T99" fmla="*/ 878 h 1093"/>
              <a:gd name="T100" fmla="*/ 114 w 340"/>
              <a:gd name="T101" fmla="*/ 1031 h 1093"/>
              <a:gd name="T102" fmla="*/ 87 w 340"/>
              <a:gd name="T103" fmla="*/ 1050 h 1093"/>
              <a:gd name="T104" fmla="*/ 56 w 340"/>
              <a:gd name="T105" fmla="*/ 1068 h 1093"/>
              <a:gd name="T106" fmla="*/ 32 w 340"/>
              <a:gd name="T107" fmla="*/ 1080 h 1093"/>
              <a:gd name="T108" fmla="*/ 0 w 340"/>
              <a:gd name="T109" fmla="*/ 1093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40" h="1093">
                <a:moveTo>
                  <a:pt x="0" y="1093"/>
                </a:moveTo>
                <a:cubicBezTo>
                  <a:pt x="0" y="1093"/>
                  <a:pt x="5" y="1090"/>
                  <a:pt x="14" y="1085"/>
                </a:cubicBezTo>
                <a:cubicBezTo>
                  <a:pt x="16" y="1084"/>
                  <a:pt x="18" y="1082"/>
                  <a:pt x="21" y="1080"/>
                </a:cubicBezTo>
                <a:cubicBezTo>
                  <a:pt x="23" y="1079"/>
                  <a:pt x="26" y="1077"/>
                  <a:pt x="29" y="1075"/>
                </a:cubicBezTo>
                <a:cubicBezTo>
                  <a:pt x="33" y="1073"/>
                  <a:pt x="36" y="1071"/>
                  <a:pt x="39" y="1068"/>
                </a:cubicBezTo>
                <a:cubicBezTo>
                  <a:pt x="41" y="1067"/>
                  <a:pt x="43" y="1066"/>
                  <a:pt x="44" y="1065"/>
                </a:cubicBezTo>
                <a:cubicBezTo>
                  <a:pt x="46" y="1063"/>
                  <a:pt x="48" y="1062"/>
                  <a:pt x="50" y="1061"/>
                </a:cubicBezTo>
                <a:cubicBezTo>
                  <a:pt x="65" y="1050"/>
                  <a:pt x="83" y="1036"/>
                  <a:pt x="101" y="1018"/>
                </a:cubicBezTo>
                <a:cubicBezTo>
                  <a:pt x="119" y="1001"/>
                  <a:pt x="139" y="980"/>
                  <a:pt x="157" y="956"/>
                </a:cubicBezTo>
                <a:cubicBezTo>
                  <a:pt x="167" y="943"/>
                  <a:pt x="176" y="931"/>
                  <a:pt x="185" y="917"/>
                </a:cubicBezTo>
                <a:cubicBezTo>
                  <a:pt x="194" y="903"/>
                  <a:pt x="202" y="888"/>
                  <a:pt x="211" y="873"/>
                </a:cubicBezTo>
                <a:cubicBezTo>
                  <a:pt x="213" y="869"/>
                  <a:pt x="215" y="866"/>
                  <a:pt x="217" y="862"/>
                </a:cubicBezTo>
                <a:cubicBezTo>
                  <a:pt x="218" y="860"/>
                  <a:pt x="219" y="858"/>
                  <a:pt x="220" y="856"/>
                </a:cubicBezTo>
                <a:cubicBezTo>
                  <a:pt x="221" y="854"/>
                  <a:pt x="222" y="852"/>
                  <a:pt x="223" y="850"/>
                </a:cubicBezTo>
                <a:cubicBezTo>
                  <a:pt x="224" y="846"/>
                  <a:pt x="226" y="842"/>
                  <a:pt x="228" y="838"/>
                </a:cubicBezTo>
                <a:cubicBezTo>
                  <a:pt x="230" y="834"/>
                  <a:pt x="232" y="830"/>
                  <a:pt x="234" y="826"/>
                </a:cubicBezTo>
                <a:cubicBezTo>
                  <a:pt x="235" y="824"/>
                  <a:pt x="235" y="821"/>
                  <a:pt x="236" y="819"/>
                </a:cubicBezTo>
                <a:cubicBezTo>
                  <a:pt x="237" y="817"/>
                  <a:pt x="238" y="815"/>
                  <a:pt x="239" y="813"/>
                </a:cubicBezTo>
                <a:cubicBezTo>
                  <a:pt x="241" y="809"/>
                  <a:pt x="242" y="805"/>
                  <a:pt x="244" y="800"/>
                </a:cubicBezTo>
                <a:cubicBezTo>
                  <a:pt x="246" y="796"/>
                  <a:pt x="247" y="792"/>
                  <a:pt x="249" y="787"/>
                </a:cubicBezTo>
                <a:cubicBezTo>
                  <a:pt x="250" y="785"/>
                  <a:pt x="250" y="783"/>
                  <a:pt x="251" y="781"/>
                </a:cubicBezTo>
                <a:cubicBezTo>
                  <a:pt x="252" y="779"/>
                  <a:pt x="253" y="776"/>
                  <a:pt x="253" y="774"/>
                </a:cubicBezTo>
                <a:cubicBezTo>
                  <a:pt x="255" y="770"/>
                  <a:pt x="256" y="765"/>
                  <a:pt x="258" y="761"/>
                </a:cubicBezTo>
                <a:cubicBezTo>
                  <a:pt x="259" y="756"/>
                  <a:pt x="260" y="752"/>
                  <a:pt x="262" y="747"/>
                </a:cubicBezTo>
                <a:cubicBezTo>
                  <a:pt x="262" y="745"/>
                  <a:pt x="263" y="743"/>
                  <a:pt x="264" y="741"/>
                </a:cubicBezTo>
                <a:cubicBezTo>
                  <a:pt x="264" y="738"/>
                  <a:pt x="265" y="736"/>
                  <a:pt x="266" y="734"/>
                </a:cubicBezTo>
                <a:cubicBezTo>
                  <a:pt x="267" y="729"/>
                  <a:pt x="268" y="725"/>
                  <a:pt x="269" y="720"/>
                </a:cubicBezTo>
                <a:cubicBezTo>
                  <a:pt x="270" y="715"/>
                  <a:pt x="271" y="711"/>
                  <a:pt x="273" y="706"/>
                </a:cubicBezTo>
                <a:cubicBezTo>
                  <a:pt x="273" y="704"/>
                  <a:pt x="274" y="701"/>
                  <a:pt x="274" y="699"/>
                </a:cubicBezTo>
                <a:cubicBezTo>
                  <a:pt x="275" y="697"/>
                  <a:pt x="275" y="694"/>
                  <a:pt x="276" y="692"/>
                </a:cubicBezTo>
                <a:cubicBezTo>
                  <a:pt x="276" y="687"/>
                  <a:pt x="277" y="682"/>
                  <a:pt x="278" y="678"/>
                </a:cubicBezTo>
                <a:cubicBezTo>
                  <a:pt x="279" y="673"/>
                  <a:pt x="280" y="668"/>
                  <a:pt x="281" y="663"/>
                </a:cubicBezTo>
                <a:cubicBezTo>
                  <a:pt x="281" y="661"/>
                  <a:pt x="282" y="659"/>
                  <a:pt x="282" y="656"/>
                </a:cubicBezTo>
                <a:cubicBezTo>
                  <a:pt x="283" y="649"/>
                  <a:pt x="283" y="649"/>
                  <a:pt x="283" y="649"/>
                </a:cubicBezTo>
                <a:cubicBezTo>
                  <a:pt x="284" y="644"/>
                  <a:pt x="284" y="639"/>
                  <a:pt x="285" y="634"/>
                </a:cubicBezTo>
                <a:cubicBezTo>
                  <a:pt x="285" y="630"/>
                  <a:pt x="286" y="625"/>
                  <a:pt x="286" y="620"/>
                </a:cubicBezTo>
                <a:cubicBezTo>
                  <a:pt x="287" y="617"/>
                  <a:pt x="287" y="615"/>
                  <a:pt x="287" y="612"/>
                </a:cubicBezTo>
                <a:cubicBezTo>
                  <a:pt x="288" y="605"/>
                  <a:pt x="288" y="605"/>
                  <a:pt x="288" y="605"/>
                </a:cubicBezTo>
                <a:cubicBezTo>
                  <a:pt x="288" y="600"/>
                  <a:pt x="289" y="595"/>
                  <a:pt x="289" y="590"/>
                </a:cubicBezTo>
                <a:cubicBezTo>
                  <a:pt x="289" y="586"/>
                  <a:pt x="289" y="581"/>
                  <a:pt x="290" y="576"/>
                </a:cubicBezTo>
                <a:cubicBezTo>
                  <a:pt x="290" y="568"/>
                  <a:pt x="290" y="568"/>
                  <a:pt x="290" y="568"/>
                </a:cubicBezTo>
                <a:cubicBezTo>
                  <a:pt x="290" y="561"/>
                  <a:pt x="290" y="561"/>
                  <a:pt x="290" y="561"/>
                </a:cubicBezTo>
                <a:cubicBezTo>
                  <a:pt x="290" y="547"/>
                  <a:pt x="290" y="547"/>
                  <a:pt x="290" y="547"/>
                </a:cubicBezTo>
                <a:cubicBezTo>
                  <a:pt x="290" y="531"/>
                  <a:pt x="290" y="531"/>
                  <a:pt x="290" y="531"/>
                </a:cubicBezTo>
                <a:cubicBezTo>
                  <a:pt x="290" y="524"/>
                  <a:pt x="290" y="524"/>
                  <a:pt x="290" y="524"/>
                </a:cubicBezTo>
                <a:cubicBezTo>
                  <a:pt x="290" y="516"/>
                  <a:pt x="290" y="516"/>
                  <a:pt x="290" y="516"/>
                </a:cubicBezTo>
                <a:cubicBezTo>
                  <a:pt x="289" y="512"/>
                  <a:pt x="289" y="507"/>
                  <a:pt x="289" y="502"/>
                </a:cubicBezTo>
                <a:cubicBezTo>
                  <a:pt x="289" y="497"/>
                  <a:pt x="288" y="492"/>
                  <a:pt x="288" y="487"/>
                </a:cubicBezTo>
                <a:cubicBezTo>
                  <a:pt x="287" y="480"/>
                  <a:pt x="287" y="480"/>
                  <a:pt x="287" y="480"/>
                </a:cubicBezTo>
                <a:cubicBezTo>
                  <a:pt x="287" y="477"/>
                  <a:pt x="287" y="475"/>
                  <a:pt x="286" y="473"/>
                </a:cubicBezTo>
                <a:cubicBezTo>
                  <a:pt x="286" y="468"/>
                  <a:pt x="285" y="463"/>
                  <a:pt x="285" y="458"/>
                </a:cubicBezTo>
                <a:cubicBezTo>
                  <a:pt x="284" y="453"/>
                  <a:pt x="284" y="448"/>
                  <a:pt x="283" y="443"/>
                </a:cubicBezTo>
                <a:cubicBezTo>
                  <a:pt x="282" y="436"/>
                  <a:pt x="282" y="436"/>
                  <a:pt x="282" y="436"/>
                </a:cubicBezTo>
                <a:cubicBezTo>
                  <a:pt x="282" y="434"/>
                  <a:pt x="281" y="431"/>
                  <a:pt x="281" y="429"/>
                </a:cubicBezTo>
                <a:cubicBezTo>
                  <a:pt x="280" y="424"/>
                  <a:pt x="279" y="419"/>
                  <a:pt x="278" y="415"/>
                </a:cubicBezTo>
                <a:cubicBezTo>
                  <a:pt x="277" y="410"/>
                  <a:pt x="276" y="405"/>
                  <a:pt x="275" y="401"/>
                </a:cubicBezTo>
                <a:cubicBezTo>
                  <a:pt x="275" y="398"/>
                  <a:pt x="275" y="396"/>
                  <a:pt x="274" y="393"/>
                </a:cubicBezTo>
                <a:cubicBezTo>
                  <a:pt x="274" y="391"/>
                  <a:pt x="273" y="389"/>
                  <a:pt x="272" y="386"/>
                </a:cubicBezTo>
                <a:cubicBezTo>
                  <a:pt x="271" y="382"/>
                  <a:pt x="270" y="377"/>
                  <a:pt x="269" y="372"/>
                </a:cubicBezTo>
                <a:cubicBezTo>
                  <a:pt x="268" y="368"/>
                  <a:pt x="267" y="363"/>
                  <a:pt x="266" y="359"/>
                </a:cubicBezTo>
                <a:cubicBezTo>
                  <a:pt x="265" y="356"/>
                  <a:pt x="264" y="354"/>
                  <a:pt x="264" y="352"/>
                </a:cubicBezTo>
                <a:cubicBezTo>
                  <a:pt x="263" y="349"/>
                  <a:pt x="262" y="347"/>
                  <a:pt x="262" y="345"/>
                </a:cubicBezTo>
                <a:cubicBezTo>
                  <a:pt x="260" y="340"/>
                  <a:pt x="259" y="336"/>
                  <a:pt x="258" y="331"/>
                </a:cubicBezTo>
                <a:cubicBezTo>
                  <a:pt x="256" y="327"/>
                  <a:pt x="255" y="323"/>
                  <a:pt x="253" y="318"/>
                </a:cubicBezTo>
                <a:cubicBezTo>
                  <a:pt x="253" y="316"/>
                  <a:pt x="252" y="314"/>
                  <a:pt x="251" y="311"/>
                </a:cubicBezTo>
                <a:cubicBezTo>
                  <a:pt x="250" y="309"/>
                  <a:pt x="250" y="307"/>
                  <a:pt x="249" y="305"/>
                </a:cubicBezTo>
                <a:cubicBezTo>
                  <a:pt x="247" y="301"/>
                  <a:pt x="246" y="296"/>
                  <a:pt x="244" y="292"/>
                </a:cubicBezTo>
                <a:cubicBezTo>
                  <a:pt x="242" y="288"/>
                  <a:pt x="241" y="284"/>
                  <a:pt x="239" y="279"/>
                </a:cubicBezTo>
                <a:cubicBezTo>
                  <a:pt x="238" y="277"/>
                  <a:pt x="237" y="275"/>
                  <a:pt x="236" y="273"/>
                </a:cubicBezTo>
                <a:cubicBezTo>
                  <a:pt x="235" y="271"/>
                  <a:pt x="234" y="269"/>
                  <a:pt x="234" y="267"/>
                </a:cubicBezTo>
                <a:cubicBezTo>
                  <a:pt x="232" y="263"/>
                  <a:pt x="230" y="259"/>
                  <a:pt x="228" y="254"/>
                </a:cubicBezTo>
                <a:cubicBezTo>
                  <a:pt x="226" y="250"/>
                  <a:pt x="224" y="246"/>
                  <a:pt x="222" y="242"/>
                </a:cubicBezTo>
                <a:cubicBezTo>
                  <a:pt x="221" y="240"/>
                  <a:pt x="221" y="238"/>
                  <a:pt x="220" y="237"/>
                </a:cubicBezTo>
                <a:cubicBezTo>
                  <a:pt x="219" y="235"/>
                  <a:pt x="218" y="233"/>
                  <a:pt x="217" y="231"/>
                </a:cubicBezTo>
                <a:cubicBezTo>
                  <a:pt x="215" y="227"/>
                  <a:pt x="213" y="223"/>
                  <a:pt x="211" y="219"/>
                </a:cubicBezTo>
                <a:cubicBezTo>
                  <a:pt x="202" y="204"/>
                  <a:pt x="194" y="189"/>
                  <a:pt x="185" y="176"/>
                </a:cubicBezTo>
                <a:cubicBezTo>
                  <a:pt x="176" y="162"/>
                  <a:pt x="167" y="149"/>
                  <a:pt x="157" y="137"/>
                </a:cubicBezTo>
                <a:cubicBezTo>
                  <a:pt x="155" y="134"/>
                  <a:pt x="153" y="131"/>
                  <a:pt x="150" y="128"/>
                </a:cubicBezTo>
                <a:cubicBezTo>
                  <a:pt x="148" y="125"/>
                  <a:pt x="146" y="122"/>
                  <a:pt x="143" y="119"/>
                </a:cubicBezTo>
                <a:cubicBezTo>
                  <a:pt x="141" y="116"/>
                  <a:pt x="139" y="114"/>
                  <a:pt x="136" y="111"/>
                </a:cubicBezTo>
                <a:cubicBezTo>
                  <a:pt x="134" y="108"/>
                  <a:pt x="132" y="105"/>
                  <a:pt x="129" y="103"/>
                </a:cubicBezTo>
                <a:cubicBezTo>
                  <a:pt x="120" y="92"/>
                  <a:pt x="110" y="83"/>
                  <a:pt x="101" y="74"/>
                </a:cubicBezTo>
                <a:cubicBezTo>
                  <a:pt x="82" y="57"/>
                  <a:pt x="65" y="43"/>
                  <a:pt x="50" y="32"/>
                </a:cubicBezTo>
                <a:cubicBezTo>
                  <a:pt x="48" y="30"/>
                  <a:pt x="46" y="29"/>
                  <a:pt x="44" y="28"/>
                </a:cubicBezTo>
                <a:cubicBezTo>
                  <a:pt x="43" y="26"/>
                  <a:pt x="41" y="25"/>
                  <a:pt x="39" y="24"/>
                </a:cubicBezTo>
                <a:cubicBezTo>
                  <a:pt x="36" y="22"/>
                  <a:pt x="33" y="19"/>
                  <a:pt x="29" y="17"/>
                </a:cubicBezTo>
                <a:cubicBezTo>
                  <a:pt x="26" y="16"/>
                  <a:pt x="23" y="14"/>
                  <a:pt x="21" y="12"/>
                </a:cubicBezTo>
                <a:cubicBezTo>
                  <a:pt x="18" y="10"/>
                  <a:pt x="16" y="9"/>
                  <a:pt x="14" y="8"/>
                </a:cubicBezTo>
                <a:cubicBezTo>
                  <a:pt x="5" y="2"/>
                  <a:pt x="0" y="0"/>
                  <a:pt x="0" y="0"/>
                </a:cubicBezTo>
                <a:cubicBezTo>
                  <a:pt x="0" y="0"/>
                  <a:pt x="1" y="0"/>
                  <a:pt x="4" y="1"/>
                </a:cubicBezTo>
                <a:cubicBezTo>
                  <a:pt x="6" y="2"/>
                  <a:pt x="10" y="3"/>
                  <a:pt x="15" y="5"/>
                </a:cubicBezTo>
                <a:cubicBezTo>
                  <a:pt x="17" y="6"/>
                  <a:pt x="20" y="7"/>
                  <a:pt x="23" y="9"/>
                </a:cubicBezTo>
                <a:cubicBezTo>
                  <a:pt x="26" y="10"/>
                  <a:pt x="29" y="11"/>
                  <a:pt x="32" y="13"/>
                </a:cubicBezTo>
                <a:cubicBezTo>
                  <a:pt x="36" y="14"/>
                  <a:pt x="39" y="16"/>
                  <a:pt x="43" y="18"/>
                </a:cubicBezTo>
                <a:cubicBezTo>
                  <a:pt x="45" y="19"/>
                  <a:pt x="47" y="20"/>
                  <a:pt x="49" y="21"/>
                </a:cubicBezTo>
                <a:cubicBezTo>
                  <a:pt x="51" y="22"/>
                  <a:pt x="53" y="23"/>
                  <a:pt x="56" y="24"/>
                </a:cubicBezTo>
                <a:cubicBezTo>
                  <a:pt x="60" y="26"/>
                  <a:pt x="64" y="29"/>
                  <a:pt x="69" y="31"/>
                </a:cubicBezTo>
                <a:cubicBezTo>
                  <a:pt x="73" y="34"/>
                  <a:pt x="78" y="37"/>
                  <a:pt x="83" y="40"/>
                </a:cubicBezTo>
                <a:cubicBezTo>
                  <a:pt x="84" y="41"/>
                  <a:pt x="86" y="41"/>
                  <a:pt x="87" y="42"/>
                </a:cubicBezTo>
                <a:cubicBezTo>
                  <a:pt x="88" y="43"/>
                  <a:pt x="89" y="44"/>
                  <a:pt x="91" y="45"/>
                </a:cubicBezTo>
                <a:cubicBezTo>
                  <a:pt x="93" y="46"/>
                  <a:pt x="96" y="48"/>
                  <a:pt x="98" y="50"/>
                </a:cubicBezTo>
                <a:cubicBezTo>
                  <a:pt x="103" y="53"/>
                  <a:pt x="109" y="57"/>
                  <a:pt x="114" y="61"/>
                </a:cubicBezTo>
                <a:cubicBezTo>
                  <a:pt x="135" y="77"/>
                  <a:pt x="158" y="97"/>
                  <a:pt x="180" y="120"/>
                </a:cubicBezTo>
                <a:cubicBezTo>
                  <a:pt x="183" y="123"/>
                  <a:pt x="186" y="127"/>
                  <a:pt x="188" y="130"/>
                </a:cubicBezTo>
                <a:cubicBezTo>
                  <a:pt x="190" y="131"/>
                  <a:pt x="191" y="133"/>
                  <a:pt x="193" y="134"/>
                </a:cubicBezTo>
                <a:cubicBezTo>
                  <a:pt x="194" y="136"/>
                  <a:pt x="195" y="137"/>
                  <a:pt x="197" y="139"/>
                </a:cubicBezTo>
                <a:cubicBezTo>
                  <a:pt x="199" y="142"/>
                  <a:pt x="202" y="146"/>
                  <a:pt x="205" y="149"/>
                </a:cubicBezTo>
                <a:cubicBezTo>
                  <a:pt x="208" y="152"/>
                  <a:pt x="210" y="156"/>
                  <a:pt x="213" y="159"/>
                </a:cubicBezTo>
                <a:cubicBezTo>
                  <a:pt x="224" y="173"/>
                  <a:pt x="234" y="187"/>
                  <a:pt x="244" y="203"/>
                </a:cubicBezTo>
                <a:cubicBezTo>
                  <a:pt x="246" y="207"/>
                  <a:pt x="248" y="211"/>
                  <a:pt x="251" y="215"/>
                </a:cubicBezTo>
                <a:cubicBezTo>
                  <a:pt x="252" y="217"/>
                  <a:pt x="253" y="219"/>
                  <a:pt x="254" y="221"/>
                </a:cubicBezTo>
                <a:cubicBezTo>
                  <a:pt x="256" y="223"/>
                  <a:pt x="257" y="225"/>
                  <a:pt x="258" y="227"/>
                </a:cubicBezTo>
                <a:cubicBezTo>
                  <a:pt x="260" y="231"/>
                  <a:pt x="262" y="235"/>
                  <a:pt x="265" y="239"/>
                </a:cubicBezTo>
                <a:cubicBezTo>
                  <a:pt x="267" y="243"/>
                  <a:pt x="269" y="248"/>
                  <a:pt x="271" y="252"/>
                </a:cubicBezTo>
                <a:cubicBezTo>
                  <a:pt x="272" y="254"/>
                  <a:pt x="274" y="256"/>
                  <a:pt x="275" y="258"/>
                </a:cubicBezTo>
                <a:cubicBezTo>
                  <a:pt x="276" y="260"/>
                  <a:pt x="277" y="263"/>
                  <a:pt x="278" y="265"/>
                </a:cubicBezTo>
                <a:cubicBezTo>
                  <a:pt x="280" y="269"/>
                  <a:pt x="282" y="274"/>
                  <a:pt x="284" y="278"/>
                </a:cubicBezTo>
                <a:cubicBezTo>
                  <a:pt x="286" y="283"/>
                  <a:pt x="288" y="287"/>
                  <a:pt x="290" y="292"/>
                </a:cubicBezTo>
                <a:cubicBezTo>
                  <a:pt x="291" y="294"/>
                  <a:pt x="292" y="296"/>
                  <a:pt x="292" y="298"/>
                </a:cubicBezTo>
                <a:cubicBezTo>
                  <a:pt x="293" y="301"/>
                  <a:pt x="294" y="303"/>
                  <a:pt x="295" y="305"/>
                </a:cubicBezTo>
                <a:cubicBezTo>
                  <a:pt x="310" y="342"/>
                  <a:pt x="321" y="381"/>
                  <a:pt x="328" y="422"/>
                </a:cubicBezTo>
                <a:cubicBezTo>
                  <a:pt x="329" y="425"/>
                  <a:pt x="329" y="427"/>
                  <a:pt x="330" y="430"/>
                </a:cubicBezTo>
                <a:cubicBezTo>
                  <a:pt x="331" y="437"/>
                  <a:pt x="331" y="437"/>
                  <a:pt x="331" y="437"/>
                </a:cubicBezTo>
                <a:cubicBezTo>
                  <a:pt x="332" y="442"/>
                  <a:pt x="333" y="448"/>
                  <a:pt x="333" y="453"/>
                </a:cubicBezTo>
                <a:cubicBezTo>
                  <a:pt x="335" y="463"/>
                  <a:pt x="336" y="473"/>
                  <a:pt x="337" y="484"/>
                </a:cubicBezTo>
                <a:cubicBezTo>
                  <a:pt x="337" y="489"/>
                  <a:pt x="338" y="494"/>
                  <a:pt x="338" y="499"/>
                </a:cubicBezTo>
                <a:cubicBezTo>
                  <a:pt x="339" y="505"/>
                  <a:pt x="339" y="510"/>
                  <a:pt x="339" y="515"/>
                </a:cubicBezTo>
                <a:cubicBezTo>
                  <a:pt x="339" y="523"/>
                  <a:pt x="339" y="523"/>
                  <a:pt x="339" y="523"/>
                </a:cubicBezTo>
                <a:cubicBezTo>
                  <a:pt x="340" y="531"/>
                  <a:pt x="340" y="531"/>
                  <a:pt x="340" y="531"/>
                </a:cubicBezTo>
                <a:cubicBezTo>
                  <a:pt x="340" y="546"/>
                  <a:pt x="340" y="546"/>
                  <a:pt x="340" y="546"/>
                </a:cubicBezTo>
                <a:cubicBezTo>
                  <a:pt x="340" y="562"/>
                  <a:pt x="340" y="562"/>
                  <a:pt x="340" y="562"/>
                </a:cubicBezTo>
                <a:cubicBezTo>
                  <a:pt x="339" y="570"/>
                  <a:pt x="339" y="570"/>
                  <a:pt x="339" y="570"/>
                </a:cubicBezTo>
                <a:cubicBezTo>
                  <a:pt x="339" y="577"/>
                  <a:pt x="339" y="577"/>
                  <a:pt x="339" y="577"/>
                </a:cubicBezTo>
                <a:cubicBezTo>
                  <a:pt x="339" y="583"/>
                  <a:pt x="339" y="588"/>
                  <a:pt x="338" y="593"/>
                </a:cubicBezTo>
                <a:cubicBezTo>
                  <a:pt x="338" y="598"/>
                  <a:pt x="337" y="604"/>
                  <a:pt x="337" y="609"/>
                </a:cubicBezTo>
                <a:cubicBezTo>
                  <a:pt x="336" y="619"/>
                  <a:pt x="335" y="629"/>
                  <a:pt x="333" y="640"/>
                </a:cubicBezTo>
                <a:cubicBezTo>
                  <a:pt x="333" y="645"/>
                  <a:pt x="332" y="650"/>
                  <a:pt x="331" y="655"/>
                </a:cubicBezTo>
                <a:cubicBezTo>
                  <a:pt x="330" y="663"/>
                  <a:pt x="330" y="663"/>
                  <a:pt x="330" y="663"/>
                </a:cubicBezTo>
                <a:cubicBezTo>
                  <a:pt x="329" y="665"/>
                  <a:pt x="329" y="668"/>
                  <a:pt x="328" y="670"/>
                </a:cubicBezTo>
                <a:cubicBezTo>
                  <a:pt x="321" y="711"/>
                  <a:pt x="310" y="750"/>
                  <a:pt x="295" y="787"/>
                </a:cubicBezTo>
                <a:cubicBezTo>
                  <a:pt x="294" y="789"/>
                  <a:pt x="293" y="792"/>
                  <a:pt x="292" y="794"/>
                </a:cubicBezTo>
                <a:cubicBezTo>
                  <a:pt x="291" y="796"/>
                  <a:pt x="290" y="799"/>
                  <a:pt x="290" y="801"/>
                </a:cubicBezTo>
                <a:cubicBezTo>
                  <a:pt x="288" y="805"/>
                  <a:pt x="286" y="810"/>
                  <a:pt x="284" y="814"/>
                </a:cubicBezTo>
                <a:cubicBezTo>
                  <a:pt x="282" y="819"/>
                  <a:pt x="280" y="823"/>
                  <a:pt x="278" y="827"/>
                </a:cubicBezTo>
                <a:cubicBezTo>
                  <a:pt x="277" y="830"/>
                  <a:pt x="276" y="832"/>
                  <a:pt x="275" y="834"/>
                </a:cubicBezTo>
                <a:cubicBezTo>
                  <a:pt x="273" y="836"/>
                  <a:pt x="272" y="838"/>
                  <a:pt x="271" y="840"/>
                </a:cubicBezTo>
                <a:cubicBezTo>
                  <a:pt x="269" y="845"/>
                  <a:pt x="267" y="849"/>
                  <a:pt x="265" y="853"/>
                </a:cubicBezTo>
                <a:cubicBezTo>
                  <a:pt x="262" y="857"/>
                  <a:pt x="260" y="861"/>
                  <a:pt x="258" y="866"/>
                </a:cubicBezTo>
                <a:cubicBezTo>
                  <a:pt x="257" y="868"/>
                  <a:pt x="256" y="870"/>
                  <a:pt x="254" y="872"/>
                </a:cubicBezTo>
                <a:cubicBezTo>
                  <a:pt x="253" y="874"/>
                  <a:pt x="252" y="876"/>
                  <a:pt x="251" y="878"/>
                </a:cubicBezTo>
                <a:cubicBezTo>
                  <a:pt x="248" y="882"/>
                  <a:pt x="246" y="886"/>
                  <a:pt x="244" y="889"/>
                </a:cubicBezTo>
                <a:cubicBezTo>
                  <a:pt x="224" y="920"/>
                  <a:pt x="202" y="948"/>
                  <a:pt x="180" y="972"/>
                </a:cubicBezTo>
                <a:cubicBezTo>
                  <a:pt x="158" y="996"/>
                  <a:pt x="135" y="1015"/>
                  <a:pt x="114" y="1031"/>
                </a:cubicBezTo>
                <a:cubicBezTo>
                  <a:pt x="108" y="1035"/>
                  <a:pt x="103" y="1039"/>
                  <a:pt x="98" y="1042"/>
                </a:cubicBezTo>
                <a:cubicBezTo>
                  <a:pt x="96" y="1044"/>
                  <a:pt x="93" y="1046"/>
                  <a:pt x="91" y="1048"/>
                </a:cubicBezTo>
                <a:cubicBezTo>
                  <a:pt x="89" y="1048"/>
                  <a:pt x="88" y="1049"/>
                  <a:pt x="87" y="1050"/>
                </a:cubicBezTo>
                <a:cubicBezTo>
                  <a:pt x="86" y="1051"/>
                  <a:pt x="84" y="1052"/>
                  <a:pt x="83" y="1052"/>
                </a:cubicBezTo>
                <a:cubicBezTo>
                  <a:pt x="78" y="1055"/>
                  <a:pt x="73" y="1058"/>
                  <a:pt x="69" y="1061"/>
                </a:cubicBezTo>
                <a:cubicBezTo>
                  <a:pt x="64" y="1064"/>
                  <a:pt x="60" y="1066"/>
                  <a:pt x="56" y="1068"/>
                </a:cubicBezTo>
                <a:cubicBezTo>
                  <a:pt x="53" y="1069"/>
                  <a:pt x="51" y="1071"/>
                  <a:pt x="49" y="1072"/>
                </a:cubicBezTo>
                <a:cubicBezTo>
                  <a:pt x="47" y="1073"/>
                  <a:pt x="45" y="1074"/>
                  <a:pt x="43" y="1074"/>
                </a:cubicBezTo>
                <a:cubicBezTo>
                  <a:pt x="39" y="1076"/>
                  <a:pt x="36" y="1078"/>
                  <a:pt x="32" y="1080"/>
                </a:cubicBezTo>
                <a:cubicBezTo>
                  <a:pt x="29" y="1081"/>
                  <a:pt x="26" y="1082"/>
                  <a:pt x="23" y="1084"/>
                </a:cubicBezTo>
                <a:cubicBezTo>
                  <a:pt x="20" y="1085"/>
                  <a:pt x="17" y="1086"/>
                  <a:pt x="15" y="1087"/>
                </a:cubicBezTo>
                <a:cubicBezTo>
                  <a:pt x="5" y="1091"/>
                  <a:pt x="0" y="1093"/>
                  <a:pt x="0" y="1093"/>
                </a:cubicBezTo>
                <a:close/>
              </a:path>
            </a:pathLst>
          </a:custGeom>
          <a:solidFill>
            <a:srgbClr val="3F3F3F">
              <a:lumMod val="40000"/>
              <a:lumOff val="60000"/>
            </a:srgb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" name="Freeform 17"/>
          <p:cNvSpPr/>
          <p:nvPr/>
        </p:nvSpPr>
        <p:spPr bwMode="auto">
          <a:xfrm>
            <a:off x="2660650" y="2904067"/>
            <a:ext cx="783167" cy="2525184"/>
          </a:xfrm>
          <a:custGeom>
            <a:avLst/>
            <a:gdLst>
              <a:gd name="T0" fmla="*/ 16 w 267"/>
              <a:gd name="T1" fmla="*/ 849 h 859"/>
              <a:gd name="T2" fmla="*/ 35 w 267"/>
              <a:gd name="T3" fmla="*/ 837 h 859"/>
              <a:gd name="T4" fmla="*/ 124 w 267"/>
              <a:gd name="T5" fmla="*/ 751 h 859"/>
              <a:gd name="T6" fmla="*/ 170 w 267"/>
              <a:gd name="T7" fmla="*/ 677 h 859"/>
              <a:gd name="T8" fmla="*/ 179 w 267"/>
              <a:gd name="T9" fmla="*/ 658 h 859"/>
              <a:gd name="T10" fmla="*/ 188 w 267"/>
              <a:gd name="T11" fmla="*/ 639 h 859"/>
              <a:gd name="T12" fmla="*/ 197 w 267"/>
              <a:gd name="T13" fmla="*/ 614 h 859"/>
              <a:gd name="T14" fmla="*/ 206 w 267"/>
              <a:gd name="T15" fmla="*/ 587 h 859"/>
              <a:gd name="T16" fmla="*/ 212 w 267"/>
              <a:gd name="T17" fmla="*/ 566 h 859"/>
              <a:gd name="T18" fmla="*/ 217 w 267"/>
              <a:gd name="T19" fmla="*/ 544 h 859"/>
              <a:gd name="T20" fmla="*/ 222 w 267"/>
              <a:gd name="T21" fmla="*/ 516 h 859"/>
              <a:gd name="T22" fmla="*/ 225 w 267"/>
              <a:gd name="T23" fmla="*/ 487 h 859"/>
              <a:gd name="T24" fmla="*/ 227 w 267"/>
              <a:gd name="T25" fmla="*/ 464 h 859"/>
              <a:gd name="T26" fmla="*/ 228 w 267"/>
              <a:gd name="T27" fmla="*/ 441 h 859"/>
              <a:gd name="T28" fmla="*/ 228 w 267"/>
              <a:gd name="T29" fmla="*/ 412 h 859"/>
              <a:gd name="T30" fmla="*/ 226 w 267"/>
              <a:gd name="T31" fmla="*/ 383 h 859"/>
              <a:gd name="T32" fmla="*/ 224 w 267"/>
              <a:gd name="T33" fmla="*/ 360 h 859"/>
              <a:gd name="T34" fmla="*/ 221 w 267"/>
              <a:gd name="T35" fmla="*/ 337 h 859"/>
              <a:gd name="T36" fmla="*/ 215 w 267"/>
              <a:gd name="T37" fmla="*/ 309 h 859"/>
              <a:gd name="T38" fmla="*/ 209 w 267"/>
              <a:gd name="T39" fmla="*/ 282 h 859"/>
              <a:gd name="T40" fmla="*/ 203 w 267"/>
              <a:gd name="T41" fmla="*/ 260 h 859"/>
              <a:gd name="T42" fmla="*/ 196 w 267"/>
              <a:gd name="T43" fmla="*/ 240 h 859"/>
              <a:gd name="T44" fmla="*/ 186 w 267"/>
              <a:gd name="T45" fmla="*/ 214 h 859"/>
              <a:gd name="T46" fmla="*/ 175 w 267"/>
              <a:gd name="T47" fmla="*/ 190 h 859"/>
              <a:gd name="T48" fmla="*/ 166 w 267"/>
              <a:gd name="T49" fmla="*/ 172 h 859"/>
              <a:gd name="T50" fmla="*/ 118 w 267"/>
              <a:gd name="T51" fmla="*/ 100 h 859"/>
              <a:gd name="T52" fmla="*/ 101 w 267"/>
              <a:gd name="T53" fmla="*/ 81 h 859"/>
              <a:gd name="T54" fmla="*/ 35 w 267"/>
              <a:gd name="T55" fmla="*/ 22 h 859"/>
              <a:gd name="T56" fmla="*/ 16 w 267"/>
              <a:gd name="T57" fmla="*/ 9 h 859"/>
              <a:gd name="T58" fmla="*/ 3 w 267"/>
              <a:gd name="T59" fmla="*/ 1 h 859"/>
              <a:gd name="T60" fmla="*/ 26 w 267"/>
              <a:gd name="T61" fmla="*/ 10 h 859"/>
              <a:gd name="T62" fmla="*/ 44 w 267"/>
              <a:gd name="T63" fmla="*/ 19 h 859"/>
              <a:gd name="T64" fmla="*/ 68 w 267"/>
              <a:gd name="T65" fmla="*/ 33 h 859"/>
              <a:gd name="T66" fmla="*/ 90 w 267"/>
              <a:gd name="T67" fmla="*/ 48 h 859"/>
              <a:gd name="T68" fmla="*/ 151 w 267"/>
              <a:gd name="T69" fmla="*/ 105 h 859"/>
              <a:gd name="T70" fmla="*/ 167 w 267"/>
              <a:gd name="T71" fmla="*/ 125 h 859"/>
              <a:gd name="T72" fmla="*/ 200 w 267"/>
              <a:gd name="T73" fmla="*/ 173 h 859"/>
              <a:gd name="T74" fmla="*/ 213 w 267"/>
              <a:gd name="T75" fmla="*/ 198 h 859"/>
              <a:gd name="T76" fmla="*/ 223 w 267"/>
              <a:gd name="T77" fmla="*/ 218 h 859"/>
              <a:gd name="T78" fmla="*/ 232 w 267"/>
              <a:gd name="T79" fmla="*/ 240 h 859"/>
              <a:gd name="T80" fmla="*/ 260 w 267"/>
              <a:gd name="T81" fmla="*/ 344 h 859"/>
              <a:gd name="T82" fmla="*/ 266 w 267"/>
              <a:gd name="T83" fmla="*/ 392 h 859"/>
              <a:gd name="T84" fmla="*/ 267 w 267"/>
              <a:gd name="T85" fmla="*/ 417 h 859"/>
              <a:gd name="T86" fmla="*/ 267 w 267"/>
              <a:gd name="T87" fmla="*/ 448 h 859"/>
              <a:gd name="T88" fmla="*/ 265 w 267"/>
              <a:gd name="T89" fmla="*/ 478 h 859"/>
              <a:gd name="T90" fmla="*/ 259 w 267"/>
              <a:gd name="T91" fmla="*/ 521 h 859"/>
              <a:gd name="T92" fmla="*/ 230 w 267"/>
              <a:gd name="T93" fmla="*/ 624 h 859"/>
              <a:gd name="T94" fmla="*/ 218 w 267"/>
              <a:gd name="T95" fmla="*/ 650 h 859"/>
              <a:gd name="T96" fmla="*/ 208 w 267"/>
              <a:gd name="T97" fmla="*/ 670 h 859"/>
              <a:gd name="T98" fmla="*/ 197 w 267"/>
              <a:gd name="T99" fmla="*/ 690 h 859"/>
              <a:gd name="T100" fmla="*/ 90 w 267"/>
              <a:gd name="T101" fmla="*/ 810 h 859"/>
              <a:gd name="T102" fmla="*/ 68 w 267"/>
              <a:gd name="T103" fmla="*/ 825 h 859"/>
              <a:gd name="T104" fmla="*/ 44 w 267"/>
              <a:gd name="T105" fmla="*/ 840 h 859"/>
              <a:gd name="T106" fmla="*/ 26 w 267"/>
              <a:gd name="T107" fmla="*/ 848 h 859"/>
              <a:gd name="T108" fmla="*/ 0 w 267"/>
              <a:gd name="T109" fmla="*/ 859 h 8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67" h="859">
                <a:moveTo>
                  <a:pt x="0" y="859"/>
                </a:moveTo>
                <a:cubicBezTo>
                  <a:pt x="0" y="859"/>
                  <a:pt x="4" y="857"/>
                  <a:pt x="11" y="853"/>
                </a:cubicBezTo>
                <a:cubicBezTo>
                  <a:pt x="13" y="852"/>
                  <a:pt x="14" y="850"/>
                  <a:pt x="16" y="849"/>
                </a:cubicBezTo>
                <a:cubicBezTo>
                  <a:pt x="18" y="848"/>
                  <a:pt x="21" y="846"/>
                  <a:pt x="23" y="845"/>
                </a:cubicBezTo>
                <a:cubicBezTo>
                  <a:pt x="26" y="843"/>
                  <a:pt x="28" y="841"/>
                  <a:pt x="31" y="840"/>
                </a:cubicBezTo>
                <a:cubicBezTo>
                  <a:pt x="32" y="839"/>
                  <a:pt x="33" y="838"/>
                  <a:pt x="35" y="837"/>
                </a:cubicBezTo>
                <a:cubicBezTo>
                  <a:pt x="36" y="836"/>
                  <a:pt x="38" y="835"/>
                  <a:pt x="39" y="834"/>
                </a:cubicBezTo>
                <a:cubicBezTo>
                  <a:pt x="51" y="825"/>
                  <a:pt x="65" y="814"/>
                  <a:pt x="79" y="800"/>
                </a:cubicBezTo>
                <a:cubicBezTo>
                  <a:pt x="94" y="787"/>
                  <a:pt x="109" y="770"/>
                  <a:pt x="124" y="751"/>
                </a:cubicBezTo>
                <a:cubicBezTo>
                  <a:pt x="131" y="741"/>
                  <a:pt x="139" y="731"/>
                  <a:pt x="145" y="720"/>
                </a:cubicBezTo>
                <a:cubicBezTo>
                  <a:pt x="152" y="710"/>
                  <a:pt x="159" y="698"/>
                  <a:pt x="166" y="686"/>
                </a:cubicBezTo>
                <a:cubicBezTo>
                  <a:pt x="167" y="683"/>
                  <a:pt x="169" y="680"/>
                  <a:pt x="170" y="677"/>
                </a:cubicBezTo>
                <a:cubicBezTo>
                  <a:pt x="171" y="676"/>
                  <a:pt x="172" y="674"/>
                  <a:pt x="173" y="673"/>
                </a:cubicBezTo>
                <a:cubicBezTo>
                  <a:pt x="173" y="671"/>
                  <a:pt x="174" y="669"/>
                  <a:pt x="175" y="668"/>
                </a:cubicBezTo>
                <a:cubicBezTo>
                  <a:pt x="176" y="665"/>
                  <a:pt x="178" y="662"/>
                  <a:pt x="179" y="658"/>
                </a:cubicBezTo>
                <a:cubicBezTo>
                  <a:pt x="181" y="655"/>
                  <a:pt x="182" y="652"/>
                  <a:pt x="184" y="649"/>
                </a:cubicBezTo>
                <a:cubicBezTo>
                  <a:pt x="184" y="647"/>
                  <a:pt x="185" y="646"/>
                  <a:pt x="186" y="644"/>
                </a:cubicBezTo>
                <a:cubicBezTo>
                  <a:pt x="186" y="642"/>
                  <a:pt x="187" y="641"/>
                  <a:pt x="188" y="639"/>
                </a:cubicBezTo>
                <a:cubicBezTo>
                  <a:pt x="189" y="636"/>
                  <a:pt x="190" y="632"/>
                  <a:pt x="192" y="629"/>
                </a:cubicBezTo>
                <a:cubicBezTo>
                  <a:pt x="193" y="626"/>
                  <a:pt x="194" y="622"/>
                  <a:pt x="196" y="619"/>
                </a:cubicBezTo>
                <a:cubicBezTo>
                  <a:pt x="196" y="617"/>
                  <a:pt x="197" y="615"/>
                  <a:pt x="197" y="614"/>
                </a:cubicBezTo>
                <a:cubicBezTo>
                  <a:pt x="198" y="612"/>
                  <a:pt x="199" y="610"/>
                  <a:pt x="199" y="608"/>
                </a:cubicBezTo>
                <a:cubicBezTo>
                  <a:pt x="200" y="605"/>
                  <a:pt x="202" y="601"/>
                  <a:pt x="203" y="598"/>
                </a:cubicBezTo>
                <a:cubicBezTo>
                  <a:pt x="204" y="594"/>
                  <a:pt x="205" y="591"/>
                  <a:pt x="206" y="587"/>
                </a:cubicBezTo>
                <a:cubicBezTo>
                  <a:pt x="206" y="586"/>
                  <a:pt x="207" y="584"/>
                  <a:pt x="207" y="582"/>
                </a:cubicBezTo>
                <a:cubicBezTo>
                  <a:pt x="208" y="580"/>
                  <a:pt x="208" y="578"/>
                  <a:pt x="209" y="577"/>
                </a:cubicBezTo>
                <a:cubicBezTo>
                  <a:pt x="210" y="573"/>
                  <a:pt x="211" y="569"/>
                  <a:pt x="212" y="566"/>
                </a:cubicBezTo>
                <a:cubicBezTo>
                  <a:pt x="213" y="562"/>
                  <a:pt x="213" y="558"/>
                  <a:pt x="214" y="555"/>
                </a:cubicBezTo>
                <a:cubicBezTo>
                  <a:pt x="215" y="553"/>
                  <a:pt x="215" y="551"/>
                  <a:pt x="216" y="549"/>
                </a:cubicBezTo>
                <a:cubicBezTo>
                  <a:pt x="216" y="547"/>
                  <a:pt x="216" y="546"/>
                  <a:pt x="217" y="544"/>
                </a:cubicBezTo>
                <a:cubicBezTo>
                  <a:pt x="217" y="540"/>
                  <a:pt x="218" y="536"/>
                  <a:pt x="219" y="533"/>
                </a:cubicBezTo>
                <a:cubicBezTo>
                  <a:pt x="219" y="529"/>
                  <a:pt x="220" y="525"/>
                  <a:pt x="221" y="521"/>
                </a:cubicBezTo>
                <a:cubicBezTo>
                  <a:pt x="221" y="519"/>
                  <a:pt x="221" y="517"/>
                  <a:pt x="222" y="516"/>
                </a:cubicBezTo>
                <a:cubicBezTo>
                  <a:pt x="222" y="510"/>
                  <a:pt x="222" y="510"/>
                  <a:pt x="222" y="510"/>
                </a:cubicBezTo>
                <a:cubicBezTo>
                  <a:pt x="223" y="506"/>
                  <a:pt x="224" y="502"/>
                  <a:pt x="224" y="499"/>
                </a:cubicBezTo>
                <a:cubicBezTo>
                  <a:pt x="224" y="495"/>
                  <a:pt x="225" y="491"/>
                  <a:pt x="225" y="487"/>
                </a:cubicBezTo>
                <a:cubicBezTo>
                  <a:pt x="225" y="485"/>
                  <a:pt x="226" y="483"/>
                  <a:pt x="226" y="481"/>
                </a:cubicBezTo>
                <a:cubicBezTo>
                  <a:pt x="226" y="476"/>
                  <a:pt x="226" y="476"/>
                  <a:pt x="226" y="476"/>
                </a:cubicBezTo>
                <a:cubicBezTo>
                  <a:pt x="227" y="472"/>
                  <a:pt x="227" y="468"/>
                  <a:pt x="227" y="464"/>
                </a:cubicBezTo>
                <a:cubicBezTo>
                  <a:pt x="227" y="460"/>
                  <a:pt x="227" y="456"/>
                  <a:pt x="228" y="452"/>
                </a:cubicBezTo>
                <a:cubicBezTo>
                  <a:pt x="228" y="447"/>
                  <a:pt x="228" y="447"/>
                  <a:pt x="228" y="447"/>
                </a:cubicBezTo>
                <a:cubicBezTo>
                  <a:pt x="228" y="441"/>
                  <a:pt x="228" y="441"/>
                  <a:pt x="228" y="441"/>
                </a:cubicBezTo>
                <a:cubicBezTo>
                  <a:pt x="228" y="429"/>
                  <a:pt x="228" y="429"/>
                  <a:pt x="228" y="429"/>
                </a:cubicBezTo>
                <a:cubicBezTo>
                  <a:pt x="228" y="417"/>
                  <a:pt x="228" y="417"/>
                  <a:pt x="228" y="417"/>
                </a:cubicBezTo>
                <a:cubicBezTo>
                  <a:pt x="228" y="412"/>
                  <a:pt x="228" y="412"/>
                  <a:pt x="228" y="412"/>
                </a:cubicBezTo>
                <a:cubicBezTo>
                  <a:pt x="228" y="406"/>
                  <a:pt x="228" y="406"/>
                  <a:pt x="228" y="406"/>
                </a:cubicBezTo>
                <a:cubicBezTo>
                  <a:pt x="227" y="402"/>
                  <a:pt x="227" y="398"/>
                  <a:pt x="227" y="394"/>
                </a:cubicBezTo>
                <a:cubicBezTo>
                  <a:pt x="227" y="391"/>
                  <a:pt x="227" y="387"/>
                  <a:pt x="226" y="383"/>
                </a:cubicBezTo>
                <a:cubicBezTo>
                  <a:pt x="226" y="377"/>
                  <a:pt x="226" y="377"/>
                  <a:pt x="226" y="377"/>
                </a:cubicBezTo>
                <a:cubicBezTo>
                  <a:pt x="226" y="375"/>
                  <a:pt x="225" y="373"/>
                  <a:pt x="225" y="371"/>
                </a:cubicBezTo>
                <a:cubicBezTo>
                  <a:pt x="225" y="367"/>
                  <a:pt x="224" y="364"/>
                  <a:pt x="224" y="360"/>
                </a:cubicBezTo>
                <a:cubicBezTo>
                  <a:pt x="224" y="356"/>
                  <a:pt x="223" y="352"/>
                  <a:pt x="222" y="348"/>
                </a:cubicBezTo>
                <a:cubicBezTo>
                  <a:pt x="222" y="343"/>
                  <a:pt x="222" y="343"/>
                  <a:pt x="222" y="343"/>
                </a:cubicBezTo>
                <a:cubicBezTo>
                  <a:pt x="221" y="341"/>
                  <a:pt x="221" y="339"/>
                  <a:pt x="221" y="337"/>
                </a:cubicBezTo>
                <a:cubicBezTo>
                  <a:pt x="220" y="333"/>
                  <a:pt x="219" y="330"/>
                  <a:pt x="219" y="326"/>
                </a:cubicBezTo>
                <a:cubicBezTo>
                  <a:pt x="218" y="322"/>
                  <a:pt x="217" y="318"/>
                  <a:pt x="217" y="315"/>
                </a:cubicBezTo>
                <a:cubicBezTo>
                  <a:pt x="216" y="313"/>
                  <a:pt x="216" y="311"/>
                  <a:pt x="215" y="309"/>
                </a:cubicBezTo>
                <a:cubicBezTo>
                  <a:pt x="215" y="307"/>
                  <a:pt x="215" y="305"/>
                  <a:pt x="214" y="304"/>
                </a:cubicBezTo>
                <a:cubicBezTo>
                  <a:pt x="213" y="300"/>
                  <a:pt x="213" y="296"/>
                  <a:pt x="212" y="293"/>
                </a:cubicBezTo>
                <a:cubicBezTo>
                  <a:pt x="211" y="289"/>
                  <a:pt x="210" y="285"/>
                  <a:pt x="209" y="282"/>
                </a:cubicBezTo>
                <a:cubicBezTo>
                  <a:pt x="208" y="280"/>
                  <a:pt x="208" y="278"/>
                  <a:pt x="207" y="276"/>
                </a:cubicBezTo>
                <a:cubicBezTo>
                  <a:pt x="207" y="275"/>
                  <a:pt x="206" y="273"/>
                  <a:pt x="206" y="271"/>
                </a:cubicBezTo>
                <a:cubicBezTo>
                  <a:pt x="205" y="267"/>
                  <a:pt x="204" y="264"/>
                  <a:pt x="203" y="260"/>
                </a:cubicBezTo>
                <a:cubicBezTo>
                  <a:pt x="201" y="257"/>
                  <a:pt x="200" y="253"/>
                  <a:pt x="199" y="250"/>
                </a:cubicBezTo>
                <a:cubicBezTo>
                  <a:pt x="199" y="248"/>
                  <a:pt x="198" y="246"/>
                  <a:pt x="197" y="245"/>
                </a:cubicBezTo>
                <a:cubicBezTo>
                  <a:pt x="197" y="243"/>
                  <a:pt x="196" y="241"/>
                  <a:pt x="196" y="240"/>
                </a:cubicBezTo>
                <a:cubicBezTo>
                  <a:pt x="194" y="236"/>
                  <a:pt x="193" y="233"/>
                  <a:pt x="192" y="229"/>
                </a:cubicBezTo>
                <a:cubicBezTo>
                  <a:pt x="190" y="226"/>
                  <a:pt x="189" y="223"/>
                  <a:pt x="188" y="219"/>
                </a:cubicBezTo>
                <a:cubicBezTo>
                  <a:pt x="187" y="218"/>
                  <a:pt x="186" y="216"/>
                  <a:pt x="186" y="214"/>
                </a:cubicBezTo>
                <a:cubicBezTo>
                  <a:pt x="185" y="213"/>
                  <a:pt x="184" y="211"/>
                  <a:pt x="184" y="210"/>
                </a:cubicBezTo>
                <a:cubicBezTo>
                  <a:pt x="182" y="206"/>
                  <a:pt x="181" y="203"/>
                  <a:pt x="179" y="200"/>
                </a:cubicBezTo>
                <a:cubicBezTo>
                  <a:pt x="178" y="197"/>
                  <a:pt x="176" y="194"/>
                  <a:pt x="175" y="190"/>
                </a:cubicBezTo>
                <a:cubicBezTo>
                  <a:pt x="174" y="189"/>
                  <a:pt x="173" y="187"/>
                  <a:pt x="173" y="186"/>
                </a:cubicBezTo>
                <a:cubicBezTo>
                  <a:pt x="172" y="184"/>
                  <a:pt x="171" y="183"/>
                  <a:pt x="170" y="181"/>
                </a:cubicBezTo>
                <a:cubicBezTo>
                  <a:pt x="169" y="178"/>
                  <a:pt x="167" y="175"/>
                  <a:pt x="166" y="172"/>
                </a:cubicBezTo>
                <a:cubicBezTo>
                  <a:pt x="159" y="160"/>
                  <a:pt x="152" y="149"/>
                  <a:pt x="145" y="138"/>
                </a:cubicBezTo>
                <a:cubicBezTo>
                  <a:pt x="138" y="127"/>
                  <a:pt x="131" y="117"/>
                  <a:pt x="124" y="107"/>
                </a:cubicBezTo>
                <a:cubicBezTo>
                  <a:pt x="122" y="105"/>
                  <a:pt x="120" y="103"/>
                  <a:pt x="118" y="100"/>
                </a:cubicBezTo>
                <a:cubicBezTo>
                  <a:pt x="116" y="98"/>
                  <a:pt x="115" y="96"/>
                  <a:pt x="113" y="94"/>
                </a:cubicBezTo>
                <a:cubicBezTo>
                  <a:pt x="111" y="91"/>
                  <a:pt x="109" y="89"/>
                  <a:pt x="107" y="87"/>
                </a:cubicBezTo>
                <a:cubicBezTo>
                  <a:pt x="105" y="85"/>
                  <a:pt x="103" y="83"/>
                  <a:pt x="101" y="81"/>
                </a:cubicBezTo>
                <a:cubicBezTo>
                  <a:pt x="94" y="73"/>
                  <a:pt x="87" y="65"/>
                  <a:pt x="79" y="58"/>
                </a:cubicBezTo>
                <a:cubicBezTo>
                  <a:pt x="65" y="44"/>
                  <a:pt x="51" y="33"/>
                  <a:pt x="39" y="25"/>
                </a:cubicBezTo>
                <a:cubicBezTo>
                  <a:pt x="38" y="24"/>
                  <a:pt x="36" y="23"/>
                  <a:pt x="35" y="22"/>
                </a:cubicBezTo>
                <a:cubicBezTo>
                  <a:pt x="33" y="21"/>
                  <a:pt x="32" y="20"/>
                  <a:pt x="31" y="19"/>
                </a:cubicBezTo>
                <a:cubicBezTo>
                  <a:pt x="28" y="17"/>
                  <a:pt x="26" y="15"/>
                  <a:pt x="23" y="14"/>
                </a:cubicBezTo>
                <a:cubicBezTo>
                  <a:pt x="21" y="12"/>
                  <a:pt x="18" y="11"/>
                  <a:pt x="16" y="9"/>
                </a:cubicBezTo>
                <a:cubicBezTo>
                  <a:pt x="14" y="8"/>
                  <a:pt x="12" y="7"/>
                  <a:pt x="11" y="6"/>
                </a:cubicBezTo>
                <a:cubicBezTo>
                  <a:pt x="4" y="2"/>
                  <a:pt x="0" y="0"/>
                  <a:pt x="0" y="0"/>
                </a:cubicBezTo>
                <a:cubicBezTo>
                  <a:pt x="0" y="0"/>
                  <a:pt x="1" y="0"/>
                  <a:pt x="3" y="1"/>
                </a:cubicBezTo>
                <a:cubicBezTo>
                  <a:pt x="5" y="1"/>
                  <a:pt x="8" y="3"/>
                  <a:pt x="12" y="4"/>
                </a:cubicBezTo>
                <a:cubicBezTo>
                  <a:pt x="14" y="5"/>
                  <a:pt x="16" y="6"/>
                  <a:pt x="18" y="7"/>
                </a:cubicBezTo>
                <a:cubicBezTo>
                  <a:pt x="20" y="8"/>
                  <a:pt x="23" y="9"/>
                  <a:pt x="26" y="10"/>
                </a:cubicBezTo>
                <a:cubicBezTo>
                  <a:pt x="28" y="11"/>
                  <a:pt x="31" y="12"/>
                  <a:pt x="34" y="14"/>
                </a:cubicBezTo>
                <a:cubicBezTo>
                  <a:pt x="36" y="15"/>
                  <a:pt x="37" y="15"/>
                  <a:pt x="39" y="16"/>
                </a:cubicBezTo>
                <a:cubicBezTo>
                  <a:pt x="40" y="17"/>
                  <a:pt x="42" y="18"/>
                  <a:pt x="44" y="19"/>
                </a:cubicBezTo>
                <a:cubicBezTo>
                  <a:pt x="47" y="21"/>
                  <a:pt x="50" y="23"/>
                  <a:pt x="54" y="25"/>
                </a:cubicBezTo>
                <a:cubicBezTo>
                  <a:pt x="58" y="27"/>
                  <a:pt x="61" y="29"/>
                  <a:pt x="65" y="31"/>
                </a:cubicBezTo>
                <a:cubicBezTo>
                  <a:pt x="66" y="32"/>
                  <a:pt x="67" y="32"/>
                  <a:pt x="68" y="33"/>
                </a:cubicBezTo>
                <a:cubicBezTo>
                  <a:pt x="69" y="34"/>
                  <a:pt x="70" y="34"/>
                  <a:pt x="71" y="35"/>
                </a:cubicBezTo>
                <a:cubicBezTo>
                  <a:pt x="73" y="36"/>
                  <a:pt x="75" y="38"/>
                  <a:pt x="77" y="39"/>
                </a:cubicBezTo>
                <a:cubicBezTo>
                  <a:pt x="81" y="42"/>
                  <a:pt x="85" y="45"/>
                  <a:pt x="90" y="48"/>
                </a:cubicBezTo>
                <a:cubicBezTo>
                  <a:pt x="106" y="60"/>
                  <a:pt x="124" y="76"/>
                  <a:pt x="142" y="95"/>
                </a:cubicBezTo>
                <a:cubicBezTo>
                  <a:pt x="144" y="97"/>
                  <a:pt x="146" y="99"/>
                  <a:pt x="148" y="102"/>
                </a:cubicBezTo>
                <a:cubicBezTo>
                  <a:pt x="149" y="103"/>
                  <a:pt x="150" y="104"/>
                  <a:pt x="151" y="105"/>
                </a:cubicBezTo>
                <a:cubicBezTo>
                  <a:pt x="152" y="107"/>
                  <a:pt x="154" y="108"/>
                  <a:pt x="155" y="109"/>
                </a:cubicBezTo>
                <a:cubicBezTo>
                  <a:pt x="157" y="112"/>
                  <a:pt x="159" y="114"/>
                  <a:pt x="161" y="117"/>
                </a:cubicBezTo>
                <a:cubicBezTo>
                  <a:pt x="163" y="119"/>
                  <a:pt x="165" y="122"/>
                  <a:pt x="167" y="125"/>
                </a:cubicBezTo>
                <a:cubicBezTo>
                  <a:pt x="176" y="136"/>
                  <a:pt x="184" y="147"/>
                  <a:pt x="192" y="159"/>
                </a:cubicBezTo>
                <a:cubicBezTo>
                  <a:pt x="193" y="162"/>
                  <a:pt x="195" y="166"/>
                  <a:pt x="197" y="169"/>
                </a:cubicBezTo>
                <a:cubicBezTo>
                  <a:pt x="198" y="170"/>
                  <a:pt x="199" y="172"/>
                  <a:pt x="200" y="173"/>
                </a:cubicBezTo>
                <a:cubicBezTo>
                  <a:pt x="201" y="175"/>
                  <a:pt x="202" y="177"/>
                  <a:pt x="203" y="178"/>
                </a:cubicBezTo>
                <a:cubicBezTo>
                  <a:pt x="205" y="181"/>
                  <a:pt x="206" y="185"/>
                  <a:pt x="208" y="188"/>
                </a:cubicBezTo>
                <a:cubicBezTo>
                  <a:pt x="210" y="191"/>
                  <a:pt x="212" y="195"/>
                  <a:pt x="213" y="198"/>
                </a:cubicBezTo>
                <a:cubicBezTo>
                  <a:pt x="214" y="200"/>
                  <a:pt x="215" y="201"/>
                  <a:pt x="216" y="203"/>
                </a:cubicBezTo>
                <a:cubicBezTo>
                  <a:pt x="217" y="205"/>
                  <a:pt x="218" y="206"/>
                  <a:pt x="218" y="208"/>
                </a:cubicBezTo>
                <a:cubicBezTo>
                  <a:pt x="220" y="211"/>
                  <a:pt x="222" y="215"/>
                  <a:pt x="223" y="218"/>
                </a:cubicBezTo>
                <a:cubicBezTo>
                  <a:pt x="225" y="222"/>
                  <a:pt x="226" y="225"/>
                  <a:pt x="228" y="229"/>
                </a:cubicBezTo>
                <a:cubicBezTo>
                  <a:pt x="228" y="231"/>
                  <a:pt x="229" y="233"/>
                  <a:pt x="230" y="234"/>
                </a:cubicBezTo>
                <a:cubicBezTo>
                  <a:pt x="231" y="236"/>
                  <a:pt x="231" y="238"/>
                  <a:pt x="232" y="240"/>
                </a:cubicBezTo>
                <a:cubicBezTo>
                  <a:pt x="243" y="269"/>
                  <a:pt x="252" y="300"/>
                  <a:pt x="258" y="332"/>
                </a:cubicBezTo>
                <a:cubicBezTo>
                  <a:pt x="259" y="334"/>
                  <a:pt x="259" y="336"/>
                  <a:pt x="259" y="338"/>
                </a:cubicBezTo>
                <a:cubicBezTo>
                  <a:pt x="260" y="344"/>
                  <a:pt x="260" y="344"/>
                  <a:pt x="260" y="344"/>
                </a:cubicBezTo>
                <a:cubicBezTo>
                  <a:pt x="261" y="348"/>
                  <a:pt x="262" y="352"/>
                  <a:pt x="262" y="356"/>
                </a:cubicBezTo>
                <a:cubicBezTo>
                  <a:pt x="263" y="364"/>
                  <a:pt x="264" y="372"/>
                  <a:pt x="265" y="380"/>
                </a:cubicBezTo>
                <a:cubicBezTo>
                  <a:pt x="265" y="384"/>
                  <a:pt x="266" y="388"/>
                  <a:pt x="266" y="392"/>
                </a:cubicBezTo>
                <a:cubicBezTo>
                  <a:pt x="266" y="396"/>
                  <a:pt x="266" y="401"/>
                  <a:pt x="267" y="405"/>
                </a:cubicBezTo>
                <a:cubicBezTo>
                  <a:pt x="267" y="411"/>
                  <a:pt x="267" y="411"/>
                  <a:pt x="267" y="411"/>
                </a:cubicBezTo>
                <a:cubicBezTo>
                  <a:pt x="267" y="417"/>
                  <a:pt x="267" y="417"/>
                  <a:pt x="267" y="417"/>
                </a:cubicBezTo>
                <a:cubicBezTo>
                  <a:pt x="267" y="429"/>
                  <a:pt x="267" y="429"/>
                  <a:pt x="267" y="429"/>
                </a:cubicBezTo>
                <a:cubicBezTo>
                  <a:pt x="267" y="441"/>
                  <a:pt x="267" y="441"/>
                  <a:pt x="267" y="441"/>
                </a:cubicBezTo>
                <a:cubicBezTo>
                  <a:pt x="267" y="448"/>
                  <a:pt x="267" y="448"/>
                  <a:pt x="267" y="448"/>
                </a:cubicBezTo>
                <a:cubicBezTo>
                  <a:pt x="267" y="454"/>
                  <a:pt x="267" y="454"/>
                  <a:pt x="267" y="454"/>
                </a:cubicBezTo>
                <a:cubicBezTo>
                  <a:pt x="266" y="458"/>
                  <a:pt x="266" y="462"/>
                  <a:pt x="266" y="466"/>
                </a:cubicBezTo>
                <a:cubicBezTo>
                  <a:pt x="266" y="470"/>
                  <a:pt x="265" y="474"/>
                  <a:pt x="265" y="478"/>
                </a:cubicBezTo>
                <a:cubicBezTo>
                  <a:pt x="264" y="486"/>
                  <a:pt x="263" y="495"/>
                  <a:pt x="262" y="503"/>
                </a:cubicBezTo>
                <a:cubicBezTo>
                  <a:pt x="262" y="507"/>
                  <a:pt x="261" y="511"/>
                  <a:pt x="260" y="515"/>
                </a:cubicBezTo>
                <a:cubicBezTo>
                  <a:pt x="259" y="521"/>
                  <a:pt x="259" y="521"/>
                  <a:pt x="259" y="521"/>
                </a:cubicBezTo>
                <a:cubicBezTo>
                  <a:pt x="259" y="523"/>
                  <a:pt x="259" y="525"/>
                  <a:pt x="258" y="527"/>
                </a:cubicBezTo>
                <a:cubicBezTo>
                  <a:pt x="252" y="559"/>
                  <a:pt x="243" y="590"/>
                  <a:pt x="232" y="619"/>
                </a:cubicBezTo>
                <a:cubicBezTo>
                  <a:pt x="231" y="620"/>
                  <a:pt x="231" y="622"/>
                  <a:pt x="230" y="624"/>
                </a:cubicBezTo>
                <a:cubicBezTo>
                  <a:pt x="229" y="626"/>
                  <a:pt x="228" y="628"/>
                  <a:pt x="228" y="629"/>
                </a:cubicBezTo>
                <a:cubicBezTo>
                  <a:pt x="226" y="633"/>
                  <a:pt x="225" y="636"/>
                  <a:pt x="223" y="640"/>
                </a:cubicBezTo>
                <a:cubicBezTo>
                  <a:pt x="221" y="643"/>
                  <a:pt x="220" y="647"/>
                  <a:pt x="218" y="650"/>
                </a:cubicBezTo>
                <a:cubicBezTo>
                  <a:pt x="217" y="652"/>
                  <a:pt x="217" y="654"/>
                  <a:pt x="216" y="655"/>
                </a:cubicBezTo>
                <a:cubicBezTo>
                  <a:pt x="215" y="657"/>
                  <a:pt x="214" y="659"/>
                  <a:pt x="213" y="660"/>
                </a:cubicBezTo>
                <a:cubicBezTo>
                  <a:pt x="212" y="664"/>
                  <a:pt x="210" y="667"/>
                  <a:pt x="208" y="670"/>
                </a:cubicBezTo>
                <a:cubicBezTo>
                  <a:pt x="206" y="674"/>
                  <a:pt x="204" y="677"/>
                  <a:pt x="203" y="680"/>
                </a:cubicBezTo>
                <a:cubicBezTo>
                  <a:pt x="202" y="682"/>
                  <a:pt x="201" y="683"/>
                  <a:pt x="200" y="685"/>
                </a:cubicBezTo>
                <a:cubicBezTo>
                  <a:pt x="199" y="687"/>
                  <a:pt x="198" y="688"/>
                  <a:pt x="197" y="690"/>
                </a:cubicBezTo>
                <a:cubicBezTo>
                  <a:pt x="195" y="693"/>
                  <a:pt x="193" y="696"/>
                  <a:pt x="191" y="699"/>
                </a:cubicBezTo>
                <a:cubicBezTo>
                  <a:pt x="176" y="723"/>
                  <a:pt x="159" y="745"/>
                  <a:pt x="142" y="764"/>
                </a:cubicBezTo>
                <a:cubicBezTo>
                  <a:pt x="124" y="782"/>
                  <a:pt x="106" y="798"/>
                  <a:pt x="90" y="810"/>
                </a:cubicBezTo>
                <a:cubicBezTo>
                  <a:pt x="85" y="814"/>
                  <a:pt x="81" y="817"/>
                  <a:pt x="77" y="819"/>
                </a:cubicBezTo>
                <a:cubicBezTo>
                  <a:pt x="75" y="821"/>
                  <a:pt x="73" y="822"/>
                  <a:pt x="71" y="823"/>
                </a:cubicBezTo>
                <a:cubicBezTo>
                  <a:pt x="70" y="824"/>
                  <a:pt x="69" y="825"/>
                  <a:pt x="68" y="825"/>
                </a:cubicBezTo>
                <a:cubicBezTo>
                  <a:pt x="67" y="826"/>
                  <a:pt x="66" y="826"/>
                  <a:pt x="65" y="827"/>
                </a:cubicBezTo>
                <a:cubicBezTo>
                  <a:pt x="61" y="829"/>
                  <a:pt x="58" y="832"/>
                  <a:pt x="54" y="834"/>
                </a:cubicBezTo>
                <a:cubicBezTo>
                  <a:pt x="50" y="836"/>
                  <a:pt x="47" y="838"/>
                  <a:pt x="44" y="840"/>
                </a:cubicBezTo>
                <a:cubicBezTo>
                  <a:pt x="42" y="841"/>
                  <a:pt x="40" y="841"/>
                  <a:pt x="39" y="842"/>
                </a:cubicBezTo>
                <a:cubicBezTo>
                  <a:pt x="37" y="843"/>
                  <a:pt x="36" y="844"/>
                  <a:pt x="34" y="844"/>
                </a:cubicBezTo>
                <a:cubicBezTo>
                  <a:pt x="31" y="846"/>
                  <a:pt x="28" y="847"/>
                  <a:pt x="26" y="848"/>
                </a:cubicBezTo>
                <a:cubicBezTo>
                  <a:pt x="23" y="850"/>
                  <a:pt x="20" y="851"/>
                  <a:pt x="18" y="852"/>
                </a:cubicBezTo>
                <a:cubicBezTo>
                  <a:pt x="16" y="853"/>
                  <a:pt x="14" y="854"/>
                  <a:pt x="12" y="854"/>
                </a:cubicBezTo>
                <a:cubicBezTo>
                  <a:pt x="4" y="857"/>
                  <a:pt x="0" y="859"/>
                  <a:pt x="0" y="859"/>
                </a:cubicBezTo>
                <a:close/>
              </a:path>
            </a:pathLst>
          </a:custGeom>
          <a:solidFill>
            <a:srgbClr val="3F3F3F">
              <a:lumMod val="40000"/>
              <a:lumOff val="60000"/>
            </a:srgb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grpSp>
        <p:nvGrpSpPr>
          <p:cNvPr id="6" name="Group 7"/>
          <p:cNvGrpSpPr/>
          <p:nvPr/>
        </p:nvGrpSpPr>
        <p:grpSpPr>
          <a:xfrm>
            <a:off x="609070" y="3035301"/>
            <a:ext cx="10962748" cy="2258484"/>
            <a:chOff x="456802" y="2333625"/>
            <a:chExt cx="8222061" cy="1693863"/>
          </a:xfrm>
          <a:solidFill>
            <a:srgbClr val="3F3F3F">
              <a:lumMod val="40000"/>
              <a:lumOff val="60000"/>
            </a:srgbClr>
          </a:solidFill>
        </p:grpSpPr>
        <p:sp>
          <p:nvSpPr>
            <p:cNvPr id="7" name="Freeform 12"/>
            <p:cNvSpPr/>
            <p:nvPr/>
          </p:nvSpPr>
          <p:spPr bwMode="auto">
            <a:xfrm>
              <a:off x="456802" y="2609850"/>
              <a:ext cx="1073150" cy="1143000"/>
            </a:xfrm>
            <a:custGeom>
              <a:avLst/>
              <a:gdLst>
                <a:gd name="T0" fmla="*/ 143 w 487"/>
                <a:gd name="T1" fmla="*/ 0 h 518"/>
                <a:gd name="T2" fmla="*/ 483 w 487"/>
                <a:gd name="T3" fmla="*/ 242 h 518"/>
                <a:gd name="T4" fmla="*/ 487 w 487"/>
                <a:gd name="T5" fmla="*/ 242 h 518"/>
                <a:gd name="T6" fmla="*/ 487 w 487"/>
                <a:gd name="T7" fmla="*/ 276 h 518"/>
                <a:gd name="T8" fmla="*/ 483 w 487"/>
                <a:gd name="T9" fmla="*/ 276 h 518"/>
                <a:gd name="T10" fmla="*/ 143 w 487"/>
                <a:gd name="T11" fmla="*/ 518 h 518"/>
                <a:gd name="T12" fmla="*/ 144 w 487"/>
                <a:gd name="T13" fmla="*/ 259 h 518"/>
                <a:gd name="T14" fmla="*/ 143 w 487"/>
                <a:gd name="T15" fmla="*/ 0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7" h="518">
                  <a:moveTo>
                    <a:pt x="143" y="0"/>
                  </a:moveTo>
                  <a:cubicBezTo>
                    <a:pt x="264" y="0"/>
                    <a:pt x="433" y="185"/>
                    <a:pt x="483" y="242"/>
                  </a:cubicBezTo>
                  <a:cubicBezTo>
                    <a:pt x="487" y="242"/>
                    <a:pt x="487" y="242"/>
                    <a:pt x="487" y="242"/>
                  </a:cubicBezTo>
                  <a:cubicBezTo>
                    <a:pt x="487" y="276"/>
                    <a:pt x="487" y="276"/>
                    <a:pt x="487" y="276"/>
                  </a:cubicBezTo>
                  <a:cubicBezTo>
                    <a:pt x="483" y="276"/>
                    <a:pt x="483" y="276"/>
                    <a:pt x="483" y="276"/>
                  </a:cubicBezTo>
                  <a:cubicBezTo>
                    <a:pt x="433" y="333"/>
                    <a:pt x="264" y="518"/>
                    <a:pt x="143" y="518"/>
                  </a:cubicBezTo>
                  <a:cubicBezTo>
                    <a:pt x="0" y="518"/>
                    <a:pt x="144" y="402"/>
                    <a:pt x="144" y="259"/>
                  </a:cubicBezTo>
                  <a:cubicBezTo>
                    <a:pt x="144" y="116"/>
                    <a:pt x="0" y="0"/>
                    <a:pt x="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Lato Light"/>
              </a:endParaRPr>
            </a:p>
          </p:txBody>
        </p:sp>
        <p:sp>
          <p:nvSpPr>
            <p:cNvPr id="8" name="Freeform 13"/>
            <p:cNvSpPr>
              <a:spLocks noEditPoints="1"/>
            </p:cNvSpPr>
            <p:nvPr/>
          </p:nvSpPr>
          <p:spPr bwMode="auto">
            <a:xfrm>
              <a:off x="6784975" y="2333625"/>
              <a:ext cx="1893888" cy="1693863"/>
            </a:xfrm>
            <a:custGeom>
              <a:avLst/>
              <a:gdLst>
                <a:gd name="T0" fmla="*/ 90 w 860"/>
                <a:gd name="T1" fmla="*/ 435 h 768"/>
                <a:gd name="T2" fmla="*/ 195 w 860"/>
                <a:gd name="T3" fmla="*/ 768 h 768"/>
                <a:gd name="T4" fmla="*/ 860 w 860"/>
                <a:gd name="T5" fmla="*/ 454 h 768"/>
                <a:gd name="T6" fmla="*/ 195 w 860"/>
                <a:gd name="T7" fmla="*/ 0 h 768"/>
                <a:gd name="T8" fmla="*/ 90 w 860"/>
                <a:gd name="T9" fmla="*/ 333 h 768"/>
                <a:gd name="T10" fmla="*/ 27 w 860"/>
                <a:gd name="T11" fmla="*/ 335 h 768"/>
                <a:gd name="T12" fmla="*/ 27 w 860"/>
                <a:gd name="T13" fmla="*/ 433 h 768"/>
                <a:gd name="T14" fmla="*/ 90 w 860"/>
                <a:gd name="T15" fmla="*/ 435 h 768"/>
                <a:gd name="T16" fmla="*/ 444 w 860"/>
                <a:gd name="T17" fmla="*/ 265 h 768"/>
                <a:gd name="T18" fmla="*/ 505 w 860"/>
                <a:gd name="T19" fmla="*/ 203 h 768"/>
                <a:gd name="T20" fmla="*/ 566 w 860"/>
                <a:gd name="T21" fmla="*/ 265 h 768"/>
                <a:gd name="T22" fmla="*/ 505 w 860"/>
                <a:gd name="T23" fmla="*/ 326 h 768"/>
                <a:gd name="T24" fmla="*/ 444 w 860"/>
                <a:gd name="T25" fmla="*/ 265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0" h="768">
                  <a:moveTo>
                    <a:pt x="90" y="435"/>
                  </a:moveTo>
                  <a:cubicBezTo>
                    <a:pt x="76" y="623"/>
                    <a:pt x="0" y="768"/>
                    <a:pt x="195" y="768"/>
                  </a:cubicBezTo>
                  <a:cubicBezTo>
                    <a:pt x="407" y="768"/>
                    <a:pt x="860" y="454"/>
                    <a:pt x="860" y="454"/>
                  </a:cubicBezTo>
                  <a:cubicBezTo>
                    <a:pt x="860" y="243"/>
                    <a:pt x="407" y="0"/>
                    <a:pt x="195" y="0"/>
                  </a:cubicBezTo>
                  <a:cubicBezTo>
                    <a:pt x="0" y="0"/>
                    <a:pt x="76" y="146"/>
                    <a:pt x="90" y="333"/>
                  </a:cubicBezTo>
                  <a:cubicBezTo>
                    <a:pt x="27" y="335"/>
                    <a:pt x="27" y="335"/>
                    <a:pt x="27" y="335"/>
                  </a:cubicBezTo>
                  <a:cubicBezTo>
                    <a:pt x="27" y="433"/>
                    <a:pt x="27" y="433"/>
                    <a:pt x="27" y="433"/>
                  </a:cubicBezTo>
                  <a:lnTo>
                    <a:pt x="90" y="435"/>
                  </a:lnTo>
                  <a:close/>
                  <a:moveTo>
                    <a:pt x="444" y="265"/>
                  </a:moveTo>
                  <a:cubicBezTo>
                    <a:pt x="444" y="231"/>
                    <a:pt x="471" y="203"/>
                    <a:pt x="505" y="203"/>
                  </a:cubicBezTo>
                  <a:cubicBezTo>
                    <a:pt x="539" y="203"/>
                    <a:pt x="566" y="231"/>
                    <a:pt x="566" y="265"/>
                  </a:cubicBezTo>
                  <a:cubicBezTo>
                    <a:pt x="566" y="298"/>
                    <a:pt x="539" y="326"/>
                    <a:pt x="505" y="326"/>
                  </a:cubicBezTo>
                  <a:cubicBezTo>
                    <a:pt x="471" y="326"/>
                    <a:pt x="444" y="298"/>
                    <a:pt x="444" y="26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Lato Light"/>
              </a:endParaRPr>
            </a:p>
          </p:txBody>
        </p:sp>
        <p:sp>
          <p:nvSpPr>
            <p:cNvPr id="9" name="Freeform 18"/>
            <p:cNvSpPr/>
            <p:nvPr/>
          </p:nvSpPr>
          <p:spPr bwMode="auto">
            <a:xfrm>
              <a:off x="1054893" y="2892425"/>
              <a:ext cx="6161088" cy="577850"/>
            </a:xfrm>
            <a:custGeom>
              <a:avLst/>
              <a:gdLst>
                <a:gd name="T0" fmla="*/ 2797 w 2797"/>
                <a:gd name="T1" fmla="*/ 12 h 262"/>
                <a:gd name="T2" fmla="*/ 2684 w 2797"/>
                <a:gd name="T3" fmla="*/ 0 h 262"/>
                <a:gd name="T4" fmla="*/ 0 w 2797"/>
                <a:gd name="T5" fmla="*/ 104 h 262"/>
                <a:gd name="T6" fmla="*/ 0 w 2797"/>
                <a:gd name="T7" fmla="*/ 158 h 262"/>
                <a:gd name="T8" fmla="*/ 2684 w 2797"/>
                <a:gd name="T9" fmla="*/ 262 h 262"/>
                <a:gd name="T10" fmla="*/ 2797 w 2797"/>
                <a:gd name="T11" fmla="*/ 251 h 262"/>
                <a:gd name="T12" fmla="*/ 2797 w 2797"/>
                <a:gd name="T13" fmla="*/ 1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97" h="262">
                  <a:moveTo>
                    <a:pt x="2797" y="12"/>
                  </a:moveTo>
                  <a:cubicBezTo>
                    <a:pt x="2761" y="8"/>
                    <a:pt x="2724" y="4"/>
                    <a:pt x="2684" y="0"/>
                  </a:cubicBezTo>
                  <a:cubicBezTo>
                    <a:pt x="1789" y="35"/>
                    <a:pt x="895" y="69"/>
                    <a:pt x="0" y="10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895" y="193"/>
                    <a:pt x="1790" y="228"/>
                    <a:pt x="2684" y="262"/>
                  </a:cubicBezTo>
                  <a:cubicBezTo>
                    <a:pt x="2724" y="258"/>
                    <a:pt x="2761" y="255"/>
                    <a:pt x="2797" y="251"/>
                  </a:cubicBezTo>
                  <a:lnTo>
                    <a:pt x="2797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Lato Light"/>
              </a:endParaRPr>
            </a:p>
          </p:txBody>
        </p:sp>
      </p:grpSp>
      <p:cxnSp>
        <p:nvCxnSpPr>
          <p:cNvPr id="10" name="Straight Arrow Connector 11"/>
          <p:cNvCxnSpPr/>
          <p:nvPr/>
        </p:nvCxnSpPr>
        <p:spPr>
          <a:xfrm>
            <a:off x="1880040" y="3773295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11" name="TextBox 12"/>
          <p:cNvSpPr txBox="1"/>
          <p:nvPr/>
        </p:nvSpPr>
        <p:spPr>
          <a:xfrm>
            <a:off x="2155527" y="3455628"/>
            <a:ext cx="83317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13C41"/>
                </a:solidFill>
                <a:latin typeface="Lato Light"/>
              </a:rPr>
              <a:t>Text here</a:t>
            </a:r>
          </a:p>
        </p:txBody>
      </p:sp>
      <p:cxnSp>
        <p:nvCxnSpPr>
          <p:cNvPr id="12" name="Straight Arrow Connector 13"/>
          <p:cNvCxnSpPr/>
          <p:nvPr/>
        </p:nvCxnSpPr>
        <p:spPr>
          <a:xfrm>
            <a:off x="1860021" y="4709864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13" name="TextBox 14"/>
          <p:cNvSpPr txBox="1"/>
          <p:nvPr/>
        </p:nvSpPr>
        <p:spPr>
          <a:xfrm>
            <a:off x="2135508" y="4392198"/>
            <a:ext cx="83317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13C41"/>
                </a:solidFill>
                <a:latin typeface="Lato Light"/>
              </a:rPr>
              <a:t>Text here</a:t>
            </a:r>
          </a:p>
        </p:txBody>
      </p:sp>
      <p:cxnSp>
        <p:nvCxnSpPr>
          <p:cNvPr id="14" name="Straight Arrow Connector 15"/>
          <p:cNvCxnSpPr/>
          <p:nvPr/>
        </p:nvCxnSpPr>
        <p:spPr>
          <a:xfrm>
            <a:off x="3543328" y="3493839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15" name="TextBox 16"/>
          <p:cNvSpPr txBox="1"/>
          <p:nvPr/>
        </p:nvSpPr>
        <p:spPr>
          <a:xfrm>
            <a:off x="3818815" y="3176172"/>
            <a:ext cx="83317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13C41"/>
                </a:solidFill>
                <a:latin typeface="Lato Light"/>
              </a:rPr>
              <a:t>Text here</a:t>
            </a:r>
          </a:p>
        </p:txBody>
      </p:sp>
      <p:cxnSp>
        <p:nvCxnSpPr>
          <p:cNvPr id="16" name="Straight Arrow Connector 17"/>
          <p:cNvCxnSpPr/>
          <p:nvPr/>
        </p:nvCxnSpPr>
        <p:spPr>
          <a:xfrm>
            <a:off x="3536009" y="5001908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17" name="TextBox 18"/>
          <p:cNvSpPr txBox="1"/>
          <p:nvPr/>
        </p:nvSpPr>
        <p:spPr>
          <a:xfrm>
            <a:off x="3811496" y="4684242"/>
            <a:ext cx="83317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13C41"/>
                </a:solidFill>
                <a:latin typeface="Lato Light"/>
              </a:rPr>
              <a:t>Text here</a:t>
            </a:r>
          </a:p>
        </p:txBody>
      </p:sp>
      <p:sp>
        <p:nvSpPr>
          <p:cNvPr id="18" name="TextBox 19"/>
          <p:cNvSpPr txBox="1"/>
          <p:nvPr/>
        </p:nvSpPr>
        <p:spPr>
          <a:xfrm>
            <a:off x="9204397" y="3958307"/>
            <a:ext cx="1135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>
                <a:solidFill>
                  <a:prstClr val="white"/>
                </a:solidFill>
                <a:latin typeface="Lato Light"/>
              </a:rPr>
              <a:t>Insert Text</a:t>
            </a:r>
          </a:p>
        </p:txBody>
      </p:sp>
      <p:sp>
        <p:nvSpPr>
          <p:cNvPr id="19" name="TextBox 20"/>
          <p:cNvSpPr txBox="1"/>
          <p:nvPr/>
        </p:nvSpPr>
        <p:spPr>
          <a:xfrm>
            <a:off x="1110611" y="3845167"/>
            <a:ext cx="686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600">
                <a:solidFill>
                  <a:prstClr val="white"/>
                </a:solidFill>
                <a:latin typeface="Lato Light"/>
              </a:rPr>
              <a:t>Insert</a:t>
            </a:r>
          </a:p>
          <a:p>
            <a:pPr algn="ctr"/>
            <a:r>
              <a:rPr lang="id-ID" sz="1600">
                <a:solidFill>
                  <a:prstClr val="white"/>
                </a:solidFill>
                <a:latin typeface="Lato Light"/>
              </a:rPr>
              <a:t>Text</a:t>
            </a:r>
          </a:p>
        </p:txBody>
      </p:sp>
      <p:cxnSp>
        <p:nvCxnSpPr>
          <p:cNvPr id="20" name="Straight Arrow Connector 21"/>
          <p:cNvCxnSpPr/>
          <p:nvPr/>
        </p:nvCxnSpPr>
        <p:spPr>
          <a:xfrm>
            <a:off x="5237809" y="3275736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21" name="TextBox 22"/>
          <p:cNvSpPr txBox="1"/>
          <p:nvPr/>
        </p:nvSpPr>
        <p:spPr>
          <a:xfrm>
            <a:off x="5513296" y="2958070"/>
            <a:ext cx="83317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13C41"/>
                </a:solidFill>
                <a:latin typeface="Lato Light"/>
              </a:rPr>
              <a:t>Text here</a:t>
            </a:r>
          </a:p>
        </p:txBody>
      </p:sp>
      <p:cxnSp>
        <p:nvCxnSpPr>
          <p:cNvPr id="22" name="Straight Arrow Connector 23"/>
          <p:cNvCxnSpPr/>
          <p:nvPr/>
        </p:nvCxnSpPr>
        <p:spPr>
          <a:xfrm>
            <a:off x="5237809" y="5268608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23" name="TextBox 24"/>
          <p:cNvSpPr txBox="1"/>
          <p:nvPr/>
        </p:nvSpPr>
        <p:spPr>
          <a:xfrm>
            <a:off x="5513296" y="4950942"/>
            <a:ext cx="83317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13C41"/>
                </a:solidFill>
                <a:latin typeface="Lato Light"/>
              </a:rPr>
              <a:t>Text here</a:t>
            </a:r>
          </a:p>
        </p:txBody>
      </p:sp>
      <p:cxnSp>
        <p:nvCxnSpPr>
          <p:cNvPr id="24" name="Straight Arrow Connector 25"/>
          <p:cNvCxnSpPr/>
          <p:nvPr/>
        </p:nvCxnSpPr>
        <p:spPr>
          <a:xfrm>
            <a:off x="7129933" y="3565159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25" name="TextBox 26"/>
          <p:cNvSpPr txBox="1"/>
          <p:nvPr/>
        </p:nvSpPr>
        <p:spPr>
          <a:xfrm>
            <a:off x="7343800" y="3247492"/>
            <a:ext cx="89479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F3F3F"/>
                </a:solidFill>
                <a:latin typeface="Lato Light"/>
              </a:rPr>
              <a:t>Text here</a:t>
            </a:r>
          </a:p>
        </p:txBody>
      </p:sp>
      <p:cxnSp>
        <p:nvCxnSpPr>
          <p:cNvPr id="26" name="Straight Arrow Connector 27"/>
          <p:cNvCxnSpPr/>
          <p:nvPr/>
        </p:nvCxnSpPr>
        <p:spPr>
          <a:xfrm>
            <a:off x="6812433" y="5558031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27" name="TextBox 28"/>
          <p:cNvSpPr txBox="1"/>
          <p:nvPr/>
        </p:nvSpPr>
        <p:spPr>
          <a:xfrm>
            <a:off x="7026300" y="5240364"/>
            <a:ext cx="89479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F3F3F"/>
                </a:solidFill>
                <a:latin typeface="Lato Light"/>
              </a:rPr>
              <a:t>Text here</a:t>
            </a:r>
          </a:p>
        </p:txBody>
      </p:sp>
      <p:cxnSp>
        <p:nvCxnSpPr>
          <p:cNvPr id="28" name="Straight Arrow Connector 29"/>
          <p:cNvCxnSpPr/>
          <p:nvPr/>
        </p:nvCxnSpPr>
        <p:spPr>
          <a:xfrm>
            <a:off x="6913564" y="2969444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29" name="TextBox 30"/>
          <p:cNvSpPr txBox="1"/>
          <p:nvPr/>
        </p:nvSpPr>
        <p:spPr>
          <a:xfrm>
            <a:off x="7127431" y="2651778"/>
            <a:ext cx="89479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F3F3F"/>
                </a:solidFill>
                <a:latin typeface="Lato Light"/>
              </a:rPr>
              <a:t>Text here</a:t>
            </a:r>
          </a:p>
        </p:txBody>
      </p:sp>
      <p:cxnSp>
        <p:nvCxnSpPr>
          <p:cNvPr id="30" name="Straight Arrow Connector 31"/>
          <p:cNvCxnSpPr/>
          <p:nvPr/>
        </p:nvCxnSpPr>
        <p:spPr>
          <a:xfrm>
            <a:off x="7015164" y="4962316"/>
            <a:ext cx="1200000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headEnd type="none"/>
            <a:tailEnd type="oval"/>
          </a:ln>
          <a:effectLst/>
        </p:spPr>
      </p:cxnSp>
      <p:sp>
        <p:nvSpPr>
          <p:cNvPr id="31" name="TextBox 32"/>
          <p:cNvSpPr txBox="1"/>
          <p:nvPr/>
        </p:nvSpPr>
        <p:spPr>
          <a:xfrm>
            <a:off x="7229031" y="4644650"/>
            <a:ext cx="89479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333">
                <a:solidFill>
                  <a:srgbClr val="3F3F3F"/>
                </a:solidFill>
                <a:latin typeface="Lato Light"/>
              </a:rPr>
              <a:t>Text here</a:t>
            </a:r>
          </a:p>
        </p:txBody>
      </p:sp>
      <p:grpSp>
        <p:nvGrpSpPr>
          <p:cNvPr id="32" name="Group 33"/>
          <p:cNvGrpSpPr/>
          <p:nvPr/>
        </p:nvGrpSpPr>
        <p:grpSpPr>
          <a:xfrm>
            <a:off x="1885948" y="5010152"/>
            <a:ext cx="1321859" cy="488951"/>
            <a:chOff x="1414461" y="3814762"/>
            <a:chExt cx="991394" cy="366713"/>
          </a:xfrm>
        </p:grpSpPr>
        <p:sp>
          <p:nvSpPr>
            <p:cNvPr id="33" name="Rounded Rectangle 34"/>
            <p:cNvSpPr/>
            <p:nvPr/>
          </p:nvSpPr>
          <p:spPr>
            <a:xfrm>
              <a:off x="1414461" y="3814762"/>
              <a:ext cx="991394" cy="366713"/>
            </a:xfrm>
            <a:prstGeom prst="roundRect">
              <a:avLst/>
            </a:prstGeom>
            <a:solidFill>
              <a:srgbClr val="C0392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" name="TextBox 35"/>
            <p:cNvSpPr txBox="1"/>
            <p:nvPr/>
          </p:nvSpPr>
          <p:spPr>
            <a:xfrm>
              <a:off x="1473213" y="3855660"/>
              <a:ext cx="8040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 Light"/>
                </a:rPr>
                <a:t>Insert Text</a:t>
              </a:r>
            </a:p>
          </p:txBody>
        </p:sp>
      </p:grpSp>
      <p:grpSp>
        <p:nvGrpSpPr>
          <p:cNvPr id="35" name="Group 36"/>
          <p:cNvGrpSpPr/>
          <p:nvPr/>
        </p:nvGrpSpPr>
        <p:grpSpPr>
          <a:xfrm>
            <a:off x="1885948" y="2873905"/>
            <a:ext cx="1321859" cy="488951"/>
            <a:chOff x="1414461" y="2212579"/>
            <a:chExt cx="991394" cy="366713"/>
          </a:xfrm>
        </p:grpSpPr>
        <p:sp>
          <p:nvSpPr>
            <p:cNvPr id="36" name="Rounded Rectangle 37"/>
            <p:cNvSpPr/>
            <p:nvPr/>
          </p:nvSpPr>
          <p:spPr>
            <a:xfrm>
              <a:off x="1414461" y="2212579"/>
              <a:ext cx="991394" cy="366713"/>
            </a:xfrm>
            <a:prstGeom prst="roundRect">
              <a:avLst/>
            </a:prstGeom>
            <a:solidFill>
              <a:srgbClr val="C0392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7" name="TextBox 38"/>
            <p:cNvSpPr txBox="1"/>
            <p:nvPr/>
          </p:nvSpPr>
          <p:spPr>
            <a:xfrm>
              <a:off x="1473213" y="2254901"/>
              <a:ext cx="804066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 Light"/>
                </a:rPr>
                <a:t>Insert Text</a:t>
              </a:r>
            </a:p>
          </p:txBody>
        </p:sp>
      </p:grpSp>
      <p:grpSp>
        <p:nvGrpSpPr>
          <p:cNvPr id="38" name="Group 39"/>
          <p:cNvGrpSpPr/>
          <p:nvPr/>
        </p:nvGrpSpPr>
        <p:grpSpPr>
          <a:xfrm>
            <a:off x="3340628" y="5429246"/>
            <a:ext cx="1321859" cy="488950"/>
            <a:chOff x="2505471" y="4129087"/>
            <a:chExt cx="991394" cy="366713"/>
          </a:xfrm>
        </p:grpSpPr>
        <p:sp>
          <p:nvSpPr>
            <p:cNvPr id="39" name="Rounded Rectangle 40"/>
            <p:cNvSpPr/>
            <p:nvPr/>
          </p:nvSpPr>
          <p:spPr>
            <a:xfrm>
              <a:off x="2505471" y="4129087"/>
              <a:ext cx="991394" cy="366713"/>
            </a:xfrm>
            <a:prstGeom prst="roundRect">
              <a:avLst/>
            </a:prstGeom>
            <a:solidFill>
              <a:srgbClr val="9BBB5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0" name="TextBox 41"/>
            <p:cNvSpPr txBox="1"/>
            <p:nvPr/>
          </p:nvSpPr>
          <p:spPr>
            <a:xfrm>
              <a:off x="2569143" y="4174063"/>
              <a:ext cx="8040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 Light"/>
                </a:rPr>
                <a:t>Insert Text</a:t>
              </a:r>
            </a:p>
          </p:txBody>
        </p:sp>
      </p:grpSp>
      <p:grpSp>
        <p:nvGrpSpPr>
          <p:cNvPr id="41" name="Group 42"/>
          <p:cNvGrpSpPr/>
          <p:nvPr/>
        </p:nvGrpSpPr>
        <p:grpSpPr>
          <a:xfrm>
            <a:off x="3340628" y="2439986"/>
            <a:ext cx="1321859" cy="488950"/>
            <a:chOff x="2505471" y="1887141"/>
            <a:chExt cx="991394" cy="366713"/>
          </a:xfrm>
        </p:grpSpPr>
        <p:sp>
          <p:nvSpPr>
            <p:cNvPr id="42" name="Rounded Rectangle 43"/>
            <p:cNvSpPr/>
            <p:nvPr/>
          </p:nvSpPr>
          <p:spPr>
            <a:xfrm>
              <a:off x="2505471" y="1887141"/>
              <a:ext cx="991394" cy="366713"/>
            </a:xfrm>
            <a:prstGeom prst="roundRect">
              <a:avLst/>
            </a:prstGeom>
            <a:solidFill>
              <a:srgbClr val="9BBB5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3" name="TextBox 44"/>
            <p:cNvSpPr txBox="1"/>
            <p:nvPr/>
          </p:nvSpPr>
          <p:spPr>
            <a:xfrm>
              <a:off x="2569143" y="1935129"/>
              <a:ext cx="8040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 Light"/>
                </a:rPr>
                <a:t>Insert Text</a:t>
              </a:r>
            </a:p>
          </p:txBody>
        </p:sp>
      </p:grpSp>
      <p:grpSp>
        <p:nvGrpSpPr>
          <p:cNvPr id="44" name="Group 45"/>
          <p:cNvGrpSpPr/>
          <p:nvPr/>
        </p:nvGrpSpPr>
        <p:grpSpPr>
          <a:xfrm>
            <a:off x="5057244" y="5581654"/>
            <a:ext cx="1321858" cy="488951"/>
            <a:chOff x="3792933" y="4243387"/>
            <a:chExt cx="991394" cy="366713"/>
          </a:xfrm>
        </p:grpSpPr>
        <p:sp>
          <p:nvSpPr>
            <p:cNvPr id="45" name="Rounded Rectangle 46"/>
            <p:cNvSpPr/>
            <p:nvPr/>
          </p:nvSpPr>
          <p:spPr>
            <a:xfrm>
              <a:off x="3792933" y="4243387"/>
              <a:ext cx="991394" cy="366713"/>
            </a:xfrm>
            <a:prstGeom prst="roundRect">
              <a:avLst/>
            </a:prstGeom>
            <a:solidFill>
              <a:srgbClr val="41B17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6" name="TextBox 47"/>
            <p:cNvSpPr txBox="1"/>
            <p:nvPr/>
          </p:nvSpPr>
          <p:spPr>
            <a:xfrm>
              <a:off x="3863660" y="4283790"/>
              <a:ext cx="8040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 Light"/>
                </a:rPr>
                <a:t>Insert Text</a:t>
              </a:r>
            </a:p>
          </p:txBody>
        </p:sp>
      </p:grpSp>
      <p:grpSp>
        <p:nvGrpSpPr>
          <p:cNvPr id="47" name="Group 48"/>
          <p:cNvGrpSpPr/>
          <p:nvPr/>
        </p:nvGrpSpPr>
        <p:grpSpPr>
          <a:xfrm>
            <a:off x="5057243" y="2274890"/>
            <a:ext cx="1321858" cy="488951"/>
            <a:chOff x="3792933" y="1763316"/>
            <a:chExt cx="991394" cy="366713"/>
          </a:xfrm>
        </p:grpSpPr>
        <p:sp>
          <p:nvSpPr>
            <p:cNvPr id="48" name="Rounded Rectangle 49"/>
            <p:cNvSpPr/>
            <p:nvPr/>
          </p:nvSpPr>
          <p:spPr>
            <a:xfrm>
              <a:off x="3792933" y="1763316"/>
              <a:ext cx="991394" cy="366713"/>
            </a:xfrm>
            <a:prstGeom prst="roundRect">
              <a:avLst/>
            </a:prstGeom>
            <a:solidFill>
              <a:srgbClr val="41B17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9" name="TextBox 50"/>
            <p:cNvSpPr txBox="1"/>
            <p:nvPr/>
          </p:nvSpPr>
          <p:spPr>
            <a:xfrm>
              <a:off x="3854135" y="1816256"/>
              <a:ext cx="8040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 Light"/>
                </a:rPr>
                <a:t>Insert Text</a:t>
              </a:r>
            </a:p>
          </p:txBody>
        </p:sp>
      </p:grpSp>
      <p:grpSp>
        <p:nvGrpSpPr>
          <p:cNvPr id="50" name="Group 51"/>
          <p:cNvGrpSpPr/>
          <p:nvPr/>
        </p:nvGrpSpPr>
        <p:grpSpPr>
          <a:xfrm>
            <a:off x="6784442" y="5723467"/>
            <a:ext cx="1321858" cy="488951"/>
            <a:chOff x="5088333" y="4349750"/>
            <a:chExt cx="991394" cy="366713"/>
          </a:xfrm>
        </p:grpSpPr>
        <p:sp>
          <p:nvSpPr>
            <p:cNvPr id="51" name="Rounded Rectangle 52"/>
            <p:cNvSpPr/>
            <p:nvPr/>
          </p:nvSpPr>
          <p:spPr>
            <a:xfrm>
              <a:off x="5088333" y="4349750"/>
              <a:ext cx="991394" cy="366713"/>
            </a:xfrm>
            <a:prstGeom prst="roundRect">
              <a:avLst/>
            </a:prstGeom>
            <a:solidFill>
              <a:srgbClr val="2980B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2" name="TextBox 53"/>
            <p:cNvSpPr txBox="1"/>
            <p:nvPr/>
          </p:nvSpPr>
          <p:spPr>
            <a:xfrm>
              <a:off x="5149535" y="4388565"/>
              <a:ext cx="804066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 Light"/>
                </a:rPr>
                <a:t>Insert Text</a:t>
              </a:r>
            </a:p>
          </p:txBody>
        </p:sp>
      </p:grpSp>
      <p:grpSp>
        <p:nvGrpSpPr>
          <p:cNvPr id="53" name="Group 54"/>
          <p:cNvGrpSpPr/>
          <p:nvPr/>
        </p:nvGrpSpPr>
        <p:grpSpPr>
          <a:xfrm>
            <a:off x="6784443" y="2070101"/>
            <a:ext cx="1321858" cy="488951"/>
            <a:chOff x="5088333" y="1609725"/>
            <a:chExt cx="991394" cy="366713"/>
          </a:xfrm>
        </p:grpSpPr>
        <p:sp>
          <p:nvSpPr>
            <p:cNvPr id="54" name="Rounded Rectangle 55"/>
            <p:cNvSpPr/>
            <p:nvPr/>
          </p:nvSpPr>
          <p:spPr>
            <a:xfrm>
              <a:off x="5088333" y="1609725"/>
              <a:ext cx="991394" cy="366713"/>
            </a:xfrm>
            <a:prstGeom prst="roundRect">
              <a:avLst/>
            </a:prstGeom>
            <a:solidFill>
              <a:srgbClr val="2980B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5" name="TextBox 56"/>
            <p:cNvSpPr txBox="1"/>
            <p:nvPr/>
          </p:nvSpPr>
          <p:spPr>
            <a:xfrm>
              <a:off x="5140010" y="1654331"/>
              <a:ext cx="8040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ato Light"/>
                </a:rPr>
                <a:t>Insert Text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57" name="文本框 56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鱼骨图图表系列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402450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11" grpId="0"/>
      <p:bldP spid="13" grpId="0"/>
      <p:bldP spid="15" grpId="0"/>
      <p:bldP spid="17" grpId="0"/>
      <p:bldP spid="18" grpId="0"/>
      <p:bldP spid="19" grpId="0"/>
      <p:bldP spid="21" grpId="0"/>
      <p:bldP spid="23" grpId="0"/>
      <p:bldP spid="25" grpId="0"/>
      <p:bldP spid="27" grpId="0"/>
      <p:bldP spid="29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2"/>
          <p:cNvSpPr/>
          <p:nvPr/>
        </p:nvSpPr>
        <p:spPr bwMode="auto">
          <a:xfrm>
            <a:off x="592138" y="3361418"/>
            <a:ext cx="10086975" cy="1171575"/>
          </a:xfrm>
          <a:custGeom>
            <a:avLst/>
            <a:gdLst>
              <a:gd name="T0" fmla="*/ 98 w 6354"/>
              <a:gd name="T1" fmla="*/ 408 h 738"/>
              <a:gd name="T2" fmla="*/ 190 w 6354"/>
              <a:gd name="T3" fmla="*/ 408 h 738"/>
              <a:gd name="T4" fmla="*/ 0 w 6354"/>
              <a:gd name="T5" fmla="*/ 738 h 738"/>
              <a:gd name="T6" fmla="*/ 89 w 6354"/>
              <a:gd name="T7" fmla="*/ 738 h 738"/>
              <a:gd name="T8" fmla="*/ 279 w 6354"/>
              <a:gd name="T9" fmla="*/ 408 h 738"/>
              <a:gd name="T10" fmla="*/ 368 w 6354"/>
              <a:gd name="T11" fmla="*/ 408 h 738"/>
              <a:gd name="T12" fmla="*/ 178 w 6354"/>
              <a:gd name="T13" fmla="*/ 738 h 738"/>
              <a:gd name="T14" fmla="*/ 267 w 6354"/>
              <a:gd name="T15" fmla="*/ 738 h 738"/>
              <a:gd name="T16" fmla="*/ 457 w 6354"/>
              <a:gd name="T17" fmla="*/ 408 h 738"/>
              <a:gd name="T18" fmla="*/ 547 w 6354"/>
              <a:gd name="T19" fmla="*/ 408 h 738"/>
              <a:gd name="T20" fmla="*/ 356 w 6354"/>
              <a:gd name="T21" fmla="*/ 738 h 738"/>
              <a:gd name="T22" fmla="*/ 445 w 6354"/>
              <a:gd name="T23" fmla="*/ 738 h 738"/>
              <a:gd name="T24" fmla="*/ 636 w 6354"/>
              <a:gd name="T25" fmla="*/ 408 h 738"/>
              <a:gd name="T26" fmla="*/ 5716 w 6354"/>
              <a:gd name="T27" fmla="*/ 408 h 738"/>
              <a:gd name="T28" fmla="*/ 5716 w 6354"/>
              <a:gd name="T29" fmla="*/ 738 h 738"/>
              <a:gd name="T30" fmla="*/ 6354 w 6354"/>
              <a:gd name="T31" fmla="*/ 369 h 738"/>
              <a:gd name="T32" fmla="*/ 5716 w 6354"/>
              <a:gd name="T33" fmla="*/ 0 h 738"/>
              <a:gd name="T34" fmla="*/ 5716 w 6354"/>
              <a:gd name="T35" fmla="*/ 330 h 738"/>
              <a:gd name="T36" fmla="*/ 636 w 6354"/>
              <a:gd name="T37" fmla="*/ 330 h 738"/>
              <a:gd name="T38" fmla="*/ 445 w 6354"/>
              <a:gd name="T39" fmla="*/ 0 h 738"/>
              <a:gd name="T40" fmla="*/ 356 w 6354"/>
              <a:gd name="T41" fmla="*/ 0 h 738"/>
              <a:gd name="T42" fmla="*/ 547 w 6354"/>
              <a:gd name="T43" fmla="*/ 330 h 738"/>
              <a:gd name="T44" fmla="*/ 457 w 6354"/>
              <a:gd name="T45" fmla="*/ 330 h 738"/>
              <a:gd name="T46" fmla="*/ 267 w 6354"/>
              <a:gd name="T47" fmla="*/ 0 h 738"/>
              <a:gd name="T48" fmla="*/ 178 w 6354"/>
              <a:gd name="T49" fmla="*/ 0 h 738"/>
              <a:gd name="T50" fmla="*/ 368 w 6354"/>
              <a:gd name="T51" fmla="*/ 330 h 738"/>
              <a:gd name="T52" fmla="*/ 279 w 6354"/>
              <a:gd name="T53" fmla="*/ 330 h 738"/>
              <a:gd name="T54" fmla="*/ 89 w 6354"/>
              <a:gd name="T55" fmla="*/ 0 h 738"/>
              <a:gd name="T56" fmla="*/ 0 w 6354"/>
              <a:gd name="T57" fmla="*/ 0 h 738"/>
              <a:gd name="T58" fmla="*/ 190 w 6354"/>
              <a:gd name="T59" fmla="*/ 330 h 738"/>
              <a:gd name="T60" fmla="*/ 98 w 6354"/>
              <a:gd name="T61" fmla="*/ 330 h 738"/>
              <a:gd name="T62" fmla="*/ 98 w 6354"/>
              <a:gd name="T63" fmla="*/ 408 h 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354" h="738">
                <a:moveTo>
                  <a:pt x="98" y="408"/>
                </a:moveTo>
                <a:lnTo>
                  <a:pt x="190" y="408"/>
                </a:lnTo>
                <a:lnTo>
                  <a:pt x="0" y="738"/>
                </a:lnTo>
                <a:lnTo>
                  <a:pt x="89" y="738"/>
                </a:lnTo>
                <a:lnTo>
                  <a:pt x="279" y="408"/>
                </a:lnTo>
                <a:lnTo>
                  <a:pt x="368" y="408"/>
                </a:lnTo>
                <a:lnTo>
                  <a:pt x="178" y="738"/>
                </a:lnTo>
                <a:lnTo>
                  <a:pt x="267" y="738"/>
                </a:lnTo>
                <a:lnTo>
                  <a:pt x="457" y="408"/>
                </a:lnTo>
                <a:lnTo>
                  <a:pt x="547" y="408"/>
                </a:lnTo>
                <a:lnTo>
                  <a:pt x="356" y="738"/>
                </a:lnTo>
                <a:lnTo>
                  <a:pt x="445" y="738"/>
                </a:lnTo>
                <a:lnTo>
                  <a:pt x="636" y="408"/>
                </a:lnTo>
                <a:lnTo>
                  <a:pt x="5716" y="408"/>
                </a:lnTo>
                <a:lnTo>
                  <a:pt x="5716" y="738"/>
                </a:lnTo>
                <a:lnTo>
                  <a:pt x="6354" y="369"/>
                </a:lnTo>
                <a:lnTo>
                  <a:pt x="5716" y="0"/>
                </a:lnTo>
                <a:lnTo>
                  <a:pt x="5716" y="330"/>
                </a:lnTo>
                <a:lnTo>
                  <a:pt x="636" y="330"/>
                </a:lnTo>
                <a:lnTo>
                  <a:pt x="445" y="0"/>
                </a:lnTo>
                <a:lnTo>
                  <a:pt x="356" y="0"/>
                </a:lnTo>
                <a:lnTo>
                  <a:pt x="547" y="330"/>
                </a:lnTo>
                <a:lnTo>
                  <a:pt x="457" y="330"/>
                </a:lnTo>
                <a:lnTo>
                  <a:pt x="267" y="0"/>
                </a:lnTo>
                <a:lnTo>
                  <a:pt x="178" y="0"/>
                </a:lnTo>
                <a:lnTo>
                  <a:pt x="368" y="330"/>
                </a:lnTo>
                <a:lnTo>
                  <a:pt x="279" y="330"/>
                </a:lnTo>
                <a:lnTo>
                  <a:pt x="89" y="0"/>
                </a:lnTo>
                <a:lnTo>
                  <a:pt x="0" y="0"/>
                </a:lnTo>
                <a:lnTo>
                  <a:pt x="190" y="330"/>
                </a:lnTo>
                <a:lnTo>
                  <a:pt x="98" y="330"/>
                </a:lnTo>
                <a:lnTo>
                  <a:pt x="98" y="408"/>
                </a:lnTo>
                <a:close/>
              </a:path>
            </a:pathLst>
          </a:custGeom>
          <a:solidFill>
            <a:srgbClr val="3F3F3F">
              <a:lumMod val="60000"/>
              <a:lumOff val="4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3" name="Freeform 13"/>
          <p:cNvSpPr/>
          <p:nvPr/>
        </p:nvSpPr>
        <p:spPr bwMode="auto">
          <a:xfrm>
            <a:off x="4894263" y="2485118"/>
            <a:ext cx="1373188" cy="2925763"/>
          </a:xfrm>
          <a:custGeom>
            <a:avLst/>
            <a:gdLst>
              <a:gd name="T0" fmla="*/ 7 w 865"/>
              <a:gd name="T1" fmla="*/ 1843 h 1843"/>
              <a:gd name="T2" fmla="*/ 784 w 865"/>
              <a:gd name="T3" fmla="*/ 926 h 1843"/>
              <a:gd name="T4" fmla="*/ 0 w 865"/>
              <a:gd name="T5" fmla="*/ 0 h 1843"/>
              <a:gd name="T6" fmla="*/ 80 w 865"/>
              <a:gd name="T7" fmla="*/ 0 h 1843"/>
              <a:gd name="T8" fmla="*/ 865 w 865"/>
              <a:gd name="T9" fmla="*/ 926 h 1843"/>
              <a:gd name="T10" fmla="*/ 88 w 865"/>
              <a:gd name="T11" fmla="*/ 1843 h 1843"/>
              <a:gd name="T12" fmla="*/ 7 w 865"/>
              <a:gd name="T13" fmla="*/ 1843 h 18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5" h="1843">
                <a:moveTo>
                  <a:pt x="7" y="1843"/>
                </a:moveTo>
                <a:lnTo>
                  <a:pt x="784" y="926"/>
                </a:lnTo>
                <a:lnTo>
                  <a:pt x="0" y="0"/>
                </a:lnTo>
                <a:lnTo>
                  <a:pt x="80" y="0"/>
                </a:lnTo>
                <a:lnTo>
                  <a:pt x="865" y="926"/>
                </a:lnTo>
                <a:lnTo>
                  <a:pt x="88" y="1843"/>
                </a:lnTo>
                <a:lnTo>
                  <a:pt x="7" y="1843"/>
                </a:lnTo>
                <a:close/>
              </a:path>
            </a:pathLst>
          </a:custGeom>
          <a:solidFill>
            <a:srgbClr val="3F3F3F">
              <a:lumMod val="60000"/>
              <a:lumOff val="4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4" name="Freeform 14"/>
          <p:cNvSpPr/>
          <p:nvPr/>
        </p:nvSpPr>
        <p:spPr bwMode="auto">
          <a:xfrm>
            <a:off x="7432675" y="2485118"/>
            <a:ext cx="1373188" cy="2925763"/>
          </a:xfrm>
          <a:custGeom>
            <a:avLst/>
            <a:gdLst>
              <a:gd name="T0" fmla="*/ 7 w 865"/>
              <a:gd name="T1" fmla="*/ 1843 h 1843"/>
              <a:gd name="T2" fmla="*/ 785 w 865"/>
              <a:gd name="T3" fmla="*/ 926 h 1843"/>
              <a:gd name="T4" fmla="*/ 0 w 865"/>
              <a:gd name="T5" fmla="*/ 0 h 1843"/>
              <a:gd name="T6" fmla="*/ 81 w 865"/>
              <a:gd name="T7" fmla="*/ 0 h 1843"/>
              <a:gd name="T8" fmla="*/ 865 w 865"/>
              <a:gd name="T9" fmla="*/ 926 h 1843"/>
              <a:gd name="T10" fmla="*/ 88 w 865"/>
              <a:gd name="T11" fmla="*/ 1843 h 1843"/>
              <a:gd name="T12" fmla="*/ 7 w 865"/>
              <a:gd name="T13" fmla="*/ 1843 h 18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5" h="1843">
                <a:moveTo>
                  <a:pt x="7" y="1843"/>
                </a:moveTo>
                <a:lnTo>
                  <a:pt x="785" y="926"/>
                </a:lnTo>
                <a:lnTo>
                  <a:pt x="0" y="0"/>
                </a:lnTo>
                <a:lnTo>
                  <a:pt x="81" y="0"/>
                </a:lnTo>
                <a:lnTo>
                  <a:pt x="865" y="926"/>
                </a:lnTo>
                <a:lnTo>
                  <a:pt x="88" y="1843"/>
                </a:lnTo>
                <a:lnTo>
                  <a:pt x="7" y="1843"/>
                </a:lnTo>
                <a:close/>
              </a:path>
            </a:pathLst>
          </a:custGeom>
          <a:solidFill>
            <a:srgbClr val="3F3F3F">
              <a:lumMod val="60000"/>
              <a:lumOff val="4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" name="Freeform 15"/>
          <p:cNvSpPr/>
          <p:nvPr/>
        </p:nvSpPr>
        <p:spPr bwMode="auto">
          <a:xfrm>
            <a:off x="2387600" y="2485118"/>
            <a:ext cx="1373188" cy="2925763"/>
          </a:xfrm>
          <a:custGeom>
            <a:avLst/>
            <a:gdLst>
              <a:gd name="T0" fmla="*/ 6 w 865"/>
              <a:gd name="T1" fmla="*/ 1843 h 1843"/>
              <a:gd name="T2" fmla="*/ 783 w 865"/>
              <a:gd name="T3" fmla="*/ 926 h 1843"/>
              <a:gd name="T4" fmla="*/ 0 w 865"/>
              <a:gd name="T5" fmla="*/ 0 h 1843"/>
              <a:gd name="T6" fmla="*/ 81 w 865"/>
              <a:gd name="T7" fmla="*/ 0 h 1843"/>
              <a:gd name="T8" fmla="*/ 865 w 865"/>
              <a:gd name="T9" fmla="*/ 926 h 1843"/>
              <a:gd name="T10" fmla="*/ 88 w 865"/>
              <a:gd name="T11" fmla="*/ 1843 h 1843"/>
              <a:gd name="T12" fmla="*/ 6 w 865"/>
              <a:gd name="T13" fmla="*/ 1843 h 18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5" h="1843">
                <a:moveTo>
                  <a:pt x="6" y="1843"/>
                </a:moveTo>
                <a:lnTo>
                  <a:pt x="783" y="926"/>
                </a:lnTo>
                <a:lnTo>
                  <a:pt x="0" y="0"/>
                </a:lnTo>
                <a:lnTo>
                  <a:pt x="81" y="0"/>
                </a:lnTo>
                <a:lnTo>
                  <a:pt x="865" y="926"/>
                </a:lnTo>
                <a:lnTo>
                  <a:pt x="88" y="1843"/>
                </a:lnTo>
                <a:lnTo>
                  <a:pt x="6" y="1843"/>
                </a:lnTo>
                <a:close/>
              </a:path>
            </a:pathLst>
          </a:custGeom>
          <a:solidFill>
            <a:srgbClr val="3F3F3F">
              <a:lumMod val="60000"/>
              <a:lumOff val="4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1381508" y="2373058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1</a:t>
            </a:r>
          </a:p>
        </p:txBody>
      </p:sp>
      <p:sp>
        <p:nvSpPr>
          <p:cNvPr id="7" name="TextBox 8"/>
          <p:cNvSpPr txBox="1"/>
          <p:nvPr/>
        </p:nvSpPr>
        <p:spPr>
          <a:xfrm>
            <a:off x="1970819" y="3114044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>
                <a:solidFill>
                  <a:srgbClr val="3F3F3F"/>
                </a:solidFill>
                <a:latin typeface="Lato Light"/>
              </a:rPr>
              <a:t>Trigger 2</a:t>
            </a:r>
          </a:p>
        </p:txBody>
      </p:sp>
      <p:sp>
        <p:nvSpPr>
          <p:cNvPr id="8" name="TextBox 9"/>
          <p:cNvSpPr txBox="1"/>
          <p:nvPr/>
        </p:nvSpPr>
        <p:spPr>
          <a:xfrm>
            <a:off x="3854833" y="2373058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1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4486659" y="3114044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2</a:t>
            </a:r>
          </a:p>
        </p:txBody>
      </p:sp>
      <p:sp>
        <p:nvSpPr>
          <p:cNvPr id="10" name="TextBox 11"/>
          <p:cNvSpPr txBox="1"/>
          <p:nvPr/>
        </p:nvSpPr>
        <p:spPr>
          <a:xfrm>
            <a:off x="6414740" y="2373058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1</a:t>
            </a:r>
          </a:p>
        </p:txBody>
      </p:sp>
      <p:sp>
        <p:nvSpPr>
          <p:cNvPr id="11" name="TextBox 12"/>
          <p:cNvSpPr txBox="1"/>
          <p:nvPr/>
        </p:nvSpPr>
        <p:spPr>
          <a:xfrm>
            <a:off x="7008466" y="3114044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2</a:t>
            </a:r>
          </a:p>
        </p:txBody>
      </p:sp>
      <p:sp>
        <p:nvSpPr>
          <p:cNvPr id="12" name="TextBox 13"/>
          <p:cNvSpPr txBox="1"/>
          <p:nvPr/>
        </p:nvSpPr>
        <p:spPr>
          <a:xfrm>
            <a:off x="10778671" y="3715173"/>
            <a:ext cx="99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b="1">
                <a:solidFill>
                  <a:srgbClr val="3F3F3F"/>
                </a:solidFill>
                <a:latin typeface="Lato Light"/>
              </a:rPr>
              <a:t>Result</a:t>
            </a:r>
          </a:p>
        </p:txBody>
      </p:sp>
      <p:sp>
        <p:nvSpPr>
          <p:cNvPr id="13" name="Oval 14"/>
          <p:cNvSpPr/>
          <p:nvPr/>
        </p:nvSpPr>
        <p:spPr>
          <a:xfrm>
            <a:off x="2390775" y="2418510"/>
            <a:ext cx="247650" cy="247650"/>
          </a:xfrm>
          <a:prstGeom prst="ellipse">
            <a:avLst/>
          </a:prstGeom>
          <a:solidFill>
            <a:srgbClr val="2980B9"/>
          </a:solidFill>
          <a:ln w="38100" cap="flat" cmpd="sng" algn="ctr">
            <a:solidFill>
              <a:srgbClr val="2980B9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4" name="Oval 15"/>
          <p:cNvSpPr/>
          <p:nvPr/>
        </p:nvSpPr>
        <p:spPr>
          <a:xfrm>
            <a:off x="2981325" y="3159496"/>
            <a:ext cx="247650" cy="247650"/>
          </a:xfrm>
          <a:prstGeom prst="ellipse">
            <a:avLst/>
          </a:prstGeom>
          <a:solidFill>
            <a:srgbClr val="2980B9"/>
          </a:solidFill>
          <a:ln w="38100" cap="flat" cmpd="sng" algn="ctr">
            <a:solidFill>
              <a:srgbClr val="2980B9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5" name="Oval 16"/>
          <p:cNvSpPr/>
          <p:nvPr/>
        </p:nvSpPr>
        <p:spPr>
          <a:xfrm>
            <a:off x="4895850" y="2418510"/>
            <a:ext cx="247650" cy="247650"/>
          </a:xfrm>
          <a:prstGeom prst="ellipse">
            <a:avLst/>
          </a:prstGeom>
          <a:solidFill>
            <a:srgbClr val="41B176"/>
          </a:solidFill>
          <a:ln w="38100" cap="flat" cmpd="sng" algn="ctr">
            <a:solidFill>
              <a:srgbClr val="41B176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6" name="Oval 17"/>
          <p:cNvSpPr/>
          <p:nvPr/>
        </p:nvSpPr>
        <p:spPr>
          <a:xfrm>
            <a:off x="5486400" y="3159496"/>
            <a:ext cx="247650" cy="247650"/>
          </a:xfrm>
          <a:prstGeom prst="ellipse">
            <a:avLst/>
          </a:prstGeom>
          <a:solidFill>
            <a:srgbClr val="41B176"/>
          </a:solidFill>
          <a:ln w="38100" cap="flat" cmpd="sng" algn="ctr">
            <a:solidFill>
              <a:srgbClr val="41B176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7" name="Oval 18"/>
          <p:cNvSpPr/>
          <p:nvPr/>
        </p:nvSpPr>
        <p:spPr>
          <a:xfrm>
            <a:off x="7439025" y="2418510"/>
            <a:ext cx="247650" cy="247650"/>
          </a:xfrm>
          <a:prstGeom prst="ellipse">
            <a:avLst/>
          </a:prstGeom>
          <a:solidFill>
            <a:srgbClr val="9BBB59"/>
          </a:solidFill>
          <a:ln w="38100" cap="flat" cmpd="sng" algn="ctr">
            <a:solidFill>
              <a:srgbClr val="9BBB59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8" name="Oval 19"/>
          <p:cNvSpPr/>
          <p:nvPr/>
        </p:nvSpPr>
        <p:spPr>
          <a:xfrm>
            <a:off x="8029575" y="3159496"/>
            <a:ext cx="247650" cy="247650"/>
          </a:xfrm>
          <a:prstGeom prst="ellipse">
            <a:avLst/>
          </a:prstGeom>
          <a:solidFill>
            <a:srgbClr val="9BBB59"/>
          </a:solidFill>
          <a:ln w="38100" cap="flat" cmpd="sng" algn="ctr">
            <a:solidFill>
              <a:srgbClr val="9BBB59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9" name="TextBox 20"/>
          <p:cNvSpPr txBox="1"/>
          <p:nvPr/>
        </p:nvSpPr>
        <p:spPr>
          <a:xfrm>
            <a:off x="2010158" y="4449508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1</a:t>
            </a:r>
          </a:p>
        </p:txBody>
      </p:sp>
      <p:sp>
        <p:nvSpPr>
          <p:cNvPr id="20" name="TextBox 21"/>
          <p:cNvSpPr txBox="1"/>
          <p:nvPr/>
        </p:nvSpPr>
        <p:spPr>
          <a:xfrm>
            <a:off x="1375159" y="5190494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2</a:t>
            </a:r>
          </a:p>
        </p:txBody>
      </p:sp>
      <p:sp>
        <p:nvSpPr>
          <p:cNvPr id="21" name="TextBox 22"/>
          <p:cNvSpPr txBox="1"/>
          <p:nvPr/>
        </p:nvSpPr>
        <p:spPr>
          <a:xfrm>
            <a:off x="4502533" y="4449508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1</a:t>
            </a:r>
          </a:p>
        </p:txBody>
      </p:sp>
      <p:sp>
        <p:nvSpPr>
          <p:cNvPr id="22" name="TextBox 23"/>
          <p:cNvSpPr txBox="1"/>
          <p:nvPr/>
        </p:nvSpPr>
        <p:spPr>
          <a:xfrm>
            <a:off x="3877059" y="5190494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2</a:t>
            </a:r>
          </a:p>
        </p:txBody>
      </p:sp>
      <p:sp>
        <p:nvSpPr>
          <p:cNvPr id="23" name="TextBox 24"/>
          <p:cNvSpPr txBox="1"/>
          <p:nvPr/>
        </p:nvSpPr>
        <p:spPr>
          <a:xfrm>
            <a:off x="7043390" y="4449508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1</a:t>
            </a:r>
          </a:p>
        </p:txBody>
      </p:sp>
      <p:sp>
        <p:nvSpPr>
          <p:cNvPr id="24" name="TextBox 25"/>
          <p:cNvSpPr txBox="1"/>
          <p:nvPr/>
        </p:nvSpPr>
        <p:spPr>
          <a:xfrm>
            <a:off x="6436966" y="5190494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>
                <a:solidFill>
                  <a:srgbClr val="3F3F3F"/>
                </a:solidFill>
                <a:latin typeface="Lato Light"/>
              </a:rPr>
              <a:t>Trigger 2</a:t>
            </a:r>
          </a:p>
        </p:txBody>
      </p:sp>
      <p:sp>
        <p:nvSpPr>
          <p:cNvPr id="25" name="Oval 26"/>
          <p:cNvSpPr/>
          <p:nvPr/>
        </p:nvSpPr>
        <p:spPr>
          <a:xfrm>
            <a:off x="3019425" y="4494960"/>
            <a:ext cx="247650" cy="247650"/>
          </a:xfrm>
          <a:prstGeom prst="ellipse">
            <a:avLst/>
          </a:prstGeom>
          <a:solidFill>
            <a:srgbClr val="2980B9"/>
          </a:solidFill>
          <a:ln w="38100" cap="flat" cmpd="sng" algn="ctr">
            <a:solidFill>
              <a:srgbClr val="2980B9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6" name="Oval 27"/>
          <p:cNvSpPr/>
          <p:nvPr/>
        </p:nvSpPr>
        <p:spPr>
          <a:xfrm>
            <a:off x="2381250" y="5235946"/>
            <a:ext cx="247650" cy="247650"/>
          </a:xfrm>
          <a:prstGeom prst="ellipse">
            <a:avLst/>
          </a:prstGeom>
          <a:solidFill>
            <a:srgbClr val="2980B9"/>
          </a:solidFill>
          <a:ln w="38100" cap="flat" cmpd="sng" algn="ctr">
            <a:solidFill>
              <a:srgbClr val="2980B9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7" name="Oval 28"/>
          <p:cNvSpPr/>
          <p:nvPr/>
        </p:nvSpPr>
        <p:spPr>
          <a:xfrm>
            <a:off x="5524500" y="4494960"/>
            <a:ext cx="247650" cy="247650"/>
          </a:xfrm>
          <a:prstGeom prst="ellipse">
            <a:avLst/>
          </a:prstGeom>
          <a:solidFill>
            <a:srgbClr val="41B176"/>
          </a:solidFill>
          <a:ln w="38100" cap="flat" cmpd="sng" algn="ctr">
            <a:solidFill>
              <a:srgbClr val="41B176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8" name="Oval 29"/>
          <p:cNvSpPr/>
          <p:nvPr/>
        </p:nvSpPr>
        <p:spPr>
          <a:xfrm>
            <a:off x="4886325" y="5235946"/>
            <a:ext cx="247650" cy="247650"/>
          </a:xfrm>
          <a:prstGeom prst="ellipse">
            <a:avLst/>
          </a:prstGeom>
          <a:solidFill>
            <a:srgbClr val="41B176"/>
          </a:solidFill>
          <a:ln w="38100" cap="flat" cmpd="sng" algn="ctr">
            <a:solidFill>
              <a:srgbClr val="41B176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9" name="Oval 30"/>
          <p:cNvSpPr/>
          <p:nvPr/>
        </p:nvSpPr>
        <p:spPr>
          <a:xfrm>
            <a:off x="8067675" y="4494960"/>
            <a:ext cx="247650" cy="247650"/>
          </a:xfrm>
          <a:prstGeom prst="ellipse">
            <a:avLst/>
          </a:prstGeom>
          <a:solidFill>
            <a:srgbClr val="9BBB59"/>
          </a:solidFill>
          <a:ln w="38100" cap="flat" cmpd="sng" algn="ctr">
            <a:solidFill>
              <a:srgbClr val="9BBB59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0" name="Oval 31"/>
          <p:cNvSpPr/>
          <p:nvPr/>
        </p:nvSpPr>
        <p:spPr>
          <a:xfrm>
            <a:off x="7429500" y="5235946"/>
            <a:ext cx="247650" cy="247650"/>
          </a:xfrm>
          <a:prstGeom prst="ellipse">
            <a:avLst/>
          </a:prstGeom>
          <a:solidFill>
            <a:srgbClr val="9BBB59"/>
          </a:solidFill>
          <a:ln w="38100" cap="flat" cmpd="sng" algn="ctr">
            <a:solidFill>
              <a:srgbClr val="9BBB59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32" name="文本框 31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鱼骨图图表系列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976728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1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 3"/>
          <p:cNvSpPr/>
          <p:nvPr/>
        </p:nvSpPr>
        <p:spPr>
          <a:xfrm>
            <a:off x="579538" y="3568700"/>
            <a:ext cx="10926662" cy="736600"/>
          </a:xfrm>
          <a:prstGeom prst="rightArrow">
            <a:avLst/>
          </a:prstGeom>
          <a:solidFill>
            <a:srgbClr val="3F3F3F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9950117" y="3736945"/>
            <a:ext cx="11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err="1">
                <a:solidFill>
                  <a:prstClr val="white"/>
                </a:solidFill>
                <a:latin typeface="Lato Light"/>
              </a:rPr>
              <a:t>Inser Text</a:t>
            </a:r>
            <a:endParaRPr lang="id-ID" b="1">
              <a:solidFill>
                <a:prstClr val="white"/>
              </a:solidFill>
              <a:latin typeface="Lato Light"/>
            </a:endParaRPr>
          </a:p>
        </p:txBody>
      </p:sp>
      <p:sp>
        <p:nvSpPr>
          <p:cNvPr id="4" name="Chevron 5"/>
          <p:cNvSpPr/>
          <p:nvPr/>
        </p:nvSpPr>
        <p:spPr>
          <a:xfrm>
            <a:off x="579538" y="1892300"/>
            <a:ext cx="2006600" cy="469900"/>
          </a:xfrm>
          <a:prstGeom prst="chevron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5" name="Chevron 6"/>
          <p:cNvSpPr/>
          <p:nvPr/>
        </p:nvSpPr>
        <p:spPr>
          <a:xfrm>
            <a:off x="579538" y="5496207"/>
            <a:ext cx="2006600" cy="469900"/>
          </a:xfrm>
          <a:prstGeom prst="chevron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cxnSp>
        <p:nvCxnSpPr>
          <p:cNvPr id="6" name="Straight Arrow Connector 8"/>
          <p:cNvCxnSpPr/>
          <p:nvPr/>
        </p:nvCxnSpPr>
        <p:spPr>
          <a:xfrm>
            <a:off x="2605188" y="2148310"/>
            <a:ext cx="1528662" cy="1528662"/>
          </a:xfrm>
          <a:prstGeom prst="straightConnector1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ysDot"/>
            <a:miter lim="800000"/>
            <a:tailEnd type="triangle"/>
          </a:ln>
          <a:effectLst/>
        </p:spPr>
      </p:cxnSp>
      <p:cxnSp>
        <p:nvCxnSpPr>
          <p:cNvPr id="7" name="Straight Arrow Connector 12"/>
          <p:cNvCxnSpPr/>
          <p:nvPr/>
        </p:nvCxnSpPr>
        <p:spPr>
          <a:xfrm flipH="1">
            <a:off x="2605188" y="4166796"/>
            <a:ext cx="1528662" cy="1528662"/>
          </a:xfrm>
          <a:prstGeom prst="straightConnector1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ysDot"/>
            <a:miter lim="800000"/>
            <a:headEnd type="triangle"/>
            <a:tailEnd type="none"/>
          </a:ln>
          <a:effectLst/>
        </p:spPr>
      </p:cxnSp>
      <p:sp>
        <p:nvSpPr>
          <p:cNvPr id="8" name="Chevron 15"/>
          <p:cNvSpPr/>
          <p:nvPr/>
        </p:nvSpPr>
        <p:spPr>
          <a:xfrm>
            <a:off x="3702050" y="1892300"/>
            <a:ext cx="2006600" cy="469900"/>
          </a:xfrm>
          <a:prstGeom prst="chevron">
            <a:avLst/>
          </a:prstGeom>
          <a:solidFill>
            <a:srgbClr val="41B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9" name="Chevron 16"/>
          <p:cNvSpPr/>
          <p:nvPr/>
        </p:nvSpPr>
        <p:spPr>
          <a:xfrm>
            <a:off x="3702050" y="5496207"/>
            <a:ext cx="2006600" cy="469900"/>
          </a:xfrm>
          <a:prstGeom prst="chevron">
            <a:avLst/>
          </a:prstGeom>
          <a:solidFill>
            <a:srgbClr val="41B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cxnSp>
        <p:nvCxnSpPr>
          <p:cNvPr id="10" name="Straight Arrow Connector 17"/>
          <p:cNvCxnSpPr/>
          <p:nvPr/>
        </p:nvCxnSpPr>
        <p:spPr>
          <a:xfrm>
            <a:off x="5727700" y="2148310"/>
            <a:ext cx="1528662" cy="1528662"/>
          </a:xfrm>
          <a:prstGeom prst="straightConnector1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ysDot"/>
            <a:miter lim="800000"/>
            <a:tailEnd type="triangle"/>
          </a:ln>
          <a:effectLst/>
        </p:spPr>
      </p:cxnSp>
      <p:cxnSp>
        <p:nvCxnSpPr>
          <p:cNvPr id="11" name="Straight Arrow Connector 18"/>
          <p:cNvCxnSpPr/>
          <p:nvPr/>
        </p:nvCxnSpPr>
        <p:spPr>
          <a:xfrm flipH="1">
            <a:off x="5727700" y="4166796"/>
            <a:ext cx="1528662" cy="1528662"/>
          </a:xfrm>
          <a:prstGeom prst="straightConnector1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ysDot"/>
            <a:miter lim="800000"/>
            <a:headEnd type="triangle"/>
            <a:tailEnd type="none"/>
          </a:ln>
          <a:effectLst/>
        </p:spPr>
      </p:cxnSp>
      <p:sp>
        <p:nvSpPr>
          <p:cNvPr id="12" name="Chevron 20"/>
          <p:cNvSpPr/>
          <p:nvPr/>
        </p:nvSpPr>
        <p:spPr>
          <a:xfrm>
            <a:off x="6819900" y="1892300"/>
            <a:ext cx="2006600" cy="469900"/>
          </a:xfrm>
          <a:prstGeom prst="chevron">
            <a:avLst/>
          </a:prstGeom>
          <a:solidFill>
            <a:srgbClr val="9BBB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3" name="Chevron 21"/>
          <p:cNvSpPr/>
          <p:nvPr/>
        </p:nvSpPr>
        <p:spPr>
          <a:xfrm>
            <a:off x="6819900" y="5496207"/>
            <a:ext cx="2006600" cy="469900"/>
          </a:xfrm>
          <a:prstGeom prst="chevron">
            <a:avLst/>
          </a:prstGeom>
          <a:solidFill>
            <a:srgbClr val="9BBB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cxnSp>
        <p:nvCxnSpPr>
          <p:cNvPr id="14" name="Straight Arrow Connector 22"/>
          <p:cNvCxnSpPr/>
          <p:nvPr/>
        </p:nvCxnSpPr>
        <p:spPr>
          <a:xfrm>
            <a:off x="8845550" y="2148310"/>
            <a:ext cx="1528662" cy="1528662"/>
          </a:xfrm>
          <a:prstGeom prst="straightConnector1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ysDot"/>
            <a:miter lim="800000"/>
            <a:tailEnd type="triangle"/>
          </a:ln>
          <a:effectLst/>
        </p:spPr>
      </p:cxnSp>
      <p:cxnSp>
        <p:nvCxnSpPr>
          <p:cNvPr id="15" name="Straight Arrow Connector 23"/>
          <p:cNvCxnSpPr/>
          <p:nvPr/>
        </p:nvCxnSpPr>
        <p:spPr>
          <a:xfrm flipH="1">
            <a:off x="8845550" y="4166796"/>
            <a:ext cx="1528662" cy="1528662"/>
          </a:xfrm>
          <a:prstGeom prst="straightConnector1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ysDot"/>
            <a:miter lim="800000"/>
            <a:headEnd type="triangle"/>
            <a:tailEnd type="none"/>
          </a:ln>
          <a:effectLst/>
        </p:spPr>
      </p:cxnSp>
      <p:sp>
        <p:nvSpPr>
          <p:cNvPr id="16" name="TextBox 25"/>
          <p:cNvSpPr txBox="1"/>
          <p:nvPr/>
        </p:nvSpPr>
        <p:spPr>
          <a:xfrm>
            <a:off x="1335603" y="2520841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17" name="TextBox 26"/>
          <p:cNvSpPr txBox="1"/>
          <p:nvPr/>
        </p:nvSpPr>
        <p:spPr>
          <a:xfrm>
            <a:off x="1620378" y="286581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18" name="TextBox 27"/>
          <p:cNvSpPr txBox="1"/>
          <p:nvPr/>
        </p:nvSpPr>
        <p:spPr>
          <a:xfrm>
            <a:off x="1934447" y="435092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19" name="TextBox 28"/>
          <p:cNvSpPr txBox="1"/>
          <p:nvPr/>
        </p:nvSpPr>
        <p:spPr>
          <a:xfrm>
            <a:off x="1339433" y="4996283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20" name="TextBox 29"/>
          <p:cNvSpPr txBox="1"/>
          <p:nvPr/>
        </p:nvSpPr>
        <p:spPr>
          <a:xfrm>
            <a:off x="2005612" y="3206542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21" name="TextBox 30"/>
          <p:cNvSpPr txBox="1"/>
          <p:nvPr/>
        </p:nvSpPr>
        <p:spPr>
          <a:xfrm>
            <a:off x="1652490" y="4677623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22" name="Straight Arrow Connector 33"/>
          <p:cNvCxnSpPr/>
          <p:nvPr/>
        </p:nvCxnSpPr>
        <p:spPr>
          <a:xfrm>
            <a:off x="2572206" y="2657475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23" name="Straight Arrow Connector 34"/>
          <p:cNvCxnSpPr/>
          <p:nvPr/>
        </p:nvCxnSpPr>
        <p:spPr>
          <a:xfrm>
            <a:off x="2839943" y="3004313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24" name="Straight Arrow Connector 35"/>
          <p:cNvCxnSpPr/>
          <p:nvPr/>
        </p:nvCxnSpPr>
        <p:spPr>
          <a:xfrm>
            <a:off x="3185078" y="3345041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25" name="Straight Arrow Connector 36"/>
          <p:cNvCxnSpPr/>
          <p:nvPr/>
        </p:nvCxnSpPr>
        <p:spPr>
          <a:xfrm>
            <a:off x="2550406" y="5142390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26" name="Straight Arrow Connector 37"/>
          <p:cNvCxnSpPr/>
          <p:nvPr/>
        </p:nvCxnSpPr>
        <p:spPr>
          <a:xfrm>
            <a:off x="2831367" y="4819766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27" name="Straight Arrow Connector 38"/>
          <p:cNvCxnSpPr/>
          <p:nvPr/>
        </p:nvCxnSpPr>
        <p:spPr>
          <a:xfrm>
            <a:off x="3166028" y="4504187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28" name="TextBox 39"/>
          <p:cNvSpPr txBox="1"/>
          <p:nvPr/>
        </p:nvSpPr>
        <p:spPr>
          <a:xfrm>
            <a:off x="4327473" y="2520841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29" name="TextBox 40"/>
          <p:cNvSpPr txBox="1"/>
          <p:nvPr/>
        </p:nvSpPr>
        <p:spPr>
          <a:xfrm>
            <a:off x="4612248" y="286581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30" name="TextBox 41"/>
          <p:cNvSpPr txBox="1"/>
          <p:nvPr/>
        </p:nvSpPr>
        <p:spPr>
          <a:xfrm>
            <a:off x="4926317" y="435092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31" name="TextBox 42"/>
          <p:cNvSpPr txBox="1"/>
          <p:nvPr/>
        </p:nvSpPr>
        <p:spPr>
          <a:xfrm>
            <a:off x="4331303" y="4996283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32" name="TextBox 43"/>
          <p:cNvSpPr txBox="1"/>
          <p:nvPr/>
        </p:nvSpPr>
        <p:spPr>
          <a:xfrm>
            <a:off x="4997482" y="3206542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33" name="TextBox 44"/>
          <p:cNvSpPr txBox="1"/>
          <p:nvPr/>
        </p:nvSpPr>
        <p:spPr>
          <a:xfrm>
            <a:off x="4644360" y="4677623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34" name="Straight Arrow Connector 45"/>
          <p:cNvCxnSpPr/>
          <p:nvPr/>
        </p:nvCxnSpPr>
        <p:spPr>
          <a:xfrm>
            <a:off x="5564076" y="2657475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5" name="Straight Arrow Connector 46"/>
          <p:cNvCxnSpPr/>
          <p:nvPr/>
        </p:nvCxnSpPr>
        <p:spPr>
          <a:xfrm>
            <a:off x="5831813" y="3004313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6" name="Straight Arrow Connector 47"/>
          <p:cNvCxnSpPr/>
          <p:nvPr/>
        </p:nvCxnSpPr>
        <p:spPr>
          <a:xfrm>
            <a:off x="6176948" y="3345041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7" name="Straight Arrow Connector 48"/>
          <p:cNvCxnSpPr/>
          <p:nvPr/>
        </p:nvCxnSpPr>
        <p:spPr>
          <a:xfrm>
            <a:off x="5542276" y="5142390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8" name="Straight Arrow Connector 49"/>
          <p:cNvCxnSpPr/>
          <p:nvPr/>
        </p:nvCxnSpPr>
        <p:spPr>
          <a:xfrm>
            <a:off x="5823237" y="4819766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9" name="Straight Arrow Connector 50"/>
          <p:cNvCxnSpPr/>
          <p:nvPr/>
        </p:nvCxnSpPr>
        <p:spPr>
          <a:xfrm>
            <a:off x="6157898" y="4504187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40" name="TextBox 51"/>
          <p:cNvSpPr txBox="1"/>
          <p:nvPr/>
        </p:nvSpPr>
        <p:spPr>
          <a:xfrm>
            <a:off x="7475680" y="2479180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1" name="TextBox 52"/>
          <p:cNvSpPr txBox="1"/>
          <p:nvPr/>
        </p:nvSpPr>
        <p:spPr>
          <a:xfrm>
            <a:off x="7760455" y="2824153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2" name="TextBox 53"/>
          <p:cNvSpPr txBox="1"/>
          <p:nvPr/>
        </p:nvSpPr>
        <p:spPr>
          <a:xfrm>
            <a:off x="8074524" y="4309263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3" name="TextBox 54"/>
          <p:cNvSpPr txBox="1"/>
          <p:nvPr/>
        </p:nvSpPr>
        <p:spPr>
          <a:xfrm>
            <a:off x="7479510" y="4954622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4" name="TextBox 55"/>
          <p:cNvSpPr txBox="1"/>
          <p:nvPr/>
        </p:nvSpPr>
        <p:spPr>
          <a:xfrm>
            <a:off x="8145689" y="3164881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5" name="TextBox 56"/>
          <p:cNvSpPr txBox="1"/>
          <p:nvPr/>
        </p:nvSpPr>
        <p:spPr>
          <a:xfrm>
            <a:off x="7792567" y="4635962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46" name="Straight Arrow Connector 57"/>
          <p:cNvCxnSpPr/>
          <p:nvPr/>
        </p:nvCxnSpPr>
        <p:spPr>
          <a:xfrm>
            <a:off x="8712283" y="2615814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7" name="Straight Arrow Connector 58"/>
          <p:cNvCxnSpPr/>
          <p:nvPr/>
        </p:nvCxnSpPr>
        <p:spPr>
          <a:xfrm>
            <a:off x="8980020" y="2962652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8" name="Straight Arrow Connector 59"/>
          <p:cNvCxnSpPr/>
          <p:nvPr/>
        </p:nvCxnSpPr>
        <p:spPr>
          <a:xfrm>
            <a:off x="9325155" y="3303380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9" name="Straight Arrow Connector 60"/>
          <p:cNvCxnSpPr/>
          <p:nvPr/>
        </p:nvCxnSpPr>
        <p:spPr>
          <a:xfrm>
            <a:off x="8690483" y="5100729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0" name="Straight Arrow Connector 61"/>
          <p:cNvCxnSpPr/>
          <p:nvPr/>
        </p:nvCxnSpPr>
        <p:spPr>
          <a:xfrm>
            <a:off x="8971444" y="4778105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1" name="Straight Arrow Connector 62"/>
          <p:cNvCxnSpPr/>
          <p:nvPr/>
        </p:nvCxnSpPr>
        <p:spPr>
          <a:xfrm>
            <a:off x="9306105" y="4462526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52" name="TextBox 63"/>
          <p:cNvSpPr txBox="1"/>
          <p:nvPr/>
        </p:nvSpPr>
        <p:spPr>
          <a:xfrm>
            <a:off x="946239" y="1958038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Lato"/>
              </a:rPr>
              <a:t>Description</a:t>
            </a:r>
            <a:endParaRPr lang="id-ID" sz="1600" b="1">
              <a:solidFill>
                <a:srgbClr val="FFFFFF"/>
              </a:solidFill>
              <a:latin typeface="Lato"/>
            </a:endParaRPr>
          </a:p>
        </p:txBody>
      </p:sp>
      <p:sp>
        <p:nvSpPr>
          <p:cNvPr id="53" name="TextBox 64"/>
          <p:cNvSpPr txBox="1"/>
          <p:nvPr/>
        </p:nvSpPr>
        <p:spPr>
          <a:xfrm>
            <a:off x="946239" y="5564281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Lato"/>
              </a:rPr>
              <a:t>Description</a:t>
            </a:r>
            <a:endParaRPr lang="id-ID" sz="1600" b="1">
              <a:solidFill>
                <a:srgbClr val="FFFFFF"/>
              </a:solidFill>
              <a:latin typeface="Lato"/>
            </a:endParaRPr>
          </a:p>
        </p:txBody>
      </p:sp>
      <p:sp>
        <p:nvSpPr>
          <p:cNvPr id="54" name="TextBox 65"/>
          <p:cNvSpPr txBox="1"/>
          <p:nvPr/>
        </p:nvSpPr>
        <p:spPr>
          <a:xfrm>
            <a:off x="4079587" y="1958038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Lato"/>
              </a:rPr>
              <a:t>Description</a:t>
            </a:r>
            <a:endParaRPr lang="id-ID" sz="1600" b="1">
              <a:solidFill>
                <a:srgbClr val="FFFFFF"/>
              </a:solidFill>
              <a:latin typeface="Lato"/>
            </a:endParaRPr>
          </a:p>
        </p:txBody>
      </p:sp>
      <p:sp>
        <p:nvSpPr>
          <p:cNvPr id="55" name="TextBox 66"/>
          <p:cNvSpPr txBox="1"/>
          <p:nvPr/>
        </p:nvSpPr>
        <p:spPr>
          <a:xfrm>
            <a:off x="4079587" y="5564281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Lato"/>
              </a:rPr>
              <a:t>Description</a:t>
            </a:r>
            <a:endParaRPr lang="id-ID" sz="1600" b="1">
              <a:solidFill>
                <a:srgbClr val="FFFFFF"/>
              </a:solidFill>
              <a:latin typeface="Lato"/>
            </a:endParaRPr>
          </a:p>
        </p:txBody>
      </p:sp>
      <p:sp>
        <p:nvSpPr>
          <p:cNvPr id="56" name="TextBox 67"/>
          <p:cNvSpPr txBox="1"/>
          <p:nvPr/>
        </p:nvSpPr>
        <p:spPr>
          <a:xfrm>
            <a:off x="7214947" y="1949060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Lato"/>
              </a:rPr>
              <a:t>Description</a:t>
            </a:r>
            <a:endParaRPr lang="id-ID" sz="1600" b="1">
              <a:solidFill>
                <a:srgbClr val="FFFFFF"/>
              </a:solidFill>
              <a:latin typeface="Lato"/>
            </a:endParaRPr>
          </a:p>
        </p:txBody>
      </p:sp>
      <p:sp>
        <p:nvSpPr>
          <p:cNvPr id="57" name="TextBox 68"/>
          <p:cNvSpPr txBox="1"/>
          <p:nvPr/>
        </p:nvSpPr>
        <p:spPr>
          <a:xfrm>
            <a:off x="7214947" y="5555303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Lato"/>
              </a:rPr>
              <a:t>Description</a:t>
            </a:r>
            <a:endParaRPr lang="id-ID" sz="1600" b="1">
              <a:solidFill>
                <a:srgbClr val="FFFFFF"/>
              </a:solidFill>
              <a:latin typeface="Lato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59" name="文本框 58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鱼骨图图表系列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789224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8" grpId="0" animBg="1"/>
      <p:bldP spid="9" grpId="0" animBg="1"/>
      <p:bldP spid="12" grpId="0" animBg="1"/>
      <p:bldP spid="13" grpId="0" animBg="1"/>
      <p:bldP spid="16" grpId="0"/>
      <p:bldP spid="17" grpId="0"/>
      <p:bldP spid="18" grpId="0"/>
      <p:bldP spid="19" grpId="0"/>
      <p:bldP spid="20" grpId="0"/>
      <p:bldP spid="21" grpId="0"/>
      <p:bldP spid="28" grpId="0"/>
      <p:bldP spid="29" grpId="0"/>
      <p:bldP spid="30" grpId="0"/>
      <p:bldP spid="31" grpId="0"/>
      <p:bldP spid="32" grpId="0"/>
      <p:bldP spid="33" grpId="0"/>
      <p:bldP spid="40" grpId="0"/>
      <p:bldP spid="41" grpId="0"/>
      <p:bldP spid="42" grpId="0"/>
      <p:bldP spid="43" grpId="0"/>
      <p:bldP spid="44" grpId="0"/>
      <p:bldP spid="45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 bwMode="auto">
          <a:xfrm>
            <a:off x="9220201" y="2965450"/>
            <a:ext cx="1123950" cy="1739901"/>
          </a:xfrm>
          <a:custGeom>
            <a:avLst/>
            <a:gdLst>
              <a:gd name="T0" fmla="*/ 162 w 708"/>
              <a:gd name="T1" fmla="*/ 1096 h 1096"/>
              <a:gd name="T2" fmla="*/ 0 w 708"/>
              <a:gd name="T3" fmla="*/ 933 h 1096"/>
              <a:gd name="T4" fmla="*/ 383 w 708"/>
              <a:gd name="T5" fmla="*/ 548 h 1096"/>
              <a:gd name="T6" fmla="*/ 0 w 708"/>
              <a:gd name="T7" fmla="*/ 164 h 1096"/>
              <a:gd name="T8" fmla="*/ 162 w 708"/>
              <a:gd name="T9" fmla="*/ 0 h 1096"/>
              <a:gd name="T10" fmla="*/ 708 w 708"/>
              <a:gd name="T11" fmla="*/ 548 h 1096"/>
              <a:gd name="T12" fmla="*/ 162 w 708"/>
              <a:gd name="T13" fmla="*/ 1096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8" h="1096">
                <a:moveTo>
                  <a:pt x="162" y="1096"/>
                </a:moveTo>
                <a:lnTo>
                  <a:pt x="0" y="933"/>
                </a:lnTo>
                <a:lnTo>
                  <a:pt x="383" y="548"/>
                </a:lnTo>
                <a:lnTo>
                  <a:pt x="0" y="164"/>
                </a:lnTo>
                <a:lnTo>
                  <a:pt x="162" y="0"/>
                </a:lnTo>
                <a:lnTo>
                  <a:pt x="708" y="548"/>
                </a:lnTo>
                <a:lnTo>
                  <a:pt x="162" y="1096"/>
                </a:ln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3" name="Freeform 4"/>
          <p:cNvSpPr/>
          <p:nvPr/>
        </p:nvSpPr>
        <p:spPr bwMode="auto">
          <a:xfrm>
            <a:off x="7431088" y="2965450"/>
            <a:ext cx="1123950" cy="1739901"/>
          </a:xfrm>
          <a:custGeom>
            <a:avLst/>
            <a:gdLst>
              <a:gd name="T0" fmla="*/ 162 w 708"/>
              <a:gd name="T1" fmla="*/ 1096 h 1096"/>
              <a:gd name="T2" fmla="*/ 0 w 708"/>
              <a:gd name="T3" fmla="*/ 933 h 1096"/>
              <a:gd name="T4" fmla="*/ 383 w 708"/>
              <a:gd name="T5" fmla="*/ 548 h 1096"/>
              <a:gd name="T6" fmla="*/ 0 w 708"/>
              <a:gd name="T7" fmla="*/ 164 h 1096"/>
              <a:gd name="T8" fmla="*/ 162 w 708"/>
              <a:gd name="T9" fmla="*/ 0 h 1096"/>
              <a:gd name="T10" fmla="*/ 708 w 708"/>
              <a:gd name="T11" fmla="*/ 548 h 1096"/>
              <a:gd name="T12" fmla="*/ 162 w 708"/>
              <a:gd name="T13" fmla="*/ 1096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8" h="1096">
                <a:moveTo>
                  <a:pt x="162" y="1096"/>
                </a:moveTo>
                <a:lnTo>
                  <a:pt x="0" y="933"/>
                </a:lnTo>
                <a:lnTo>
                  <a:pt x="383" y="548"/>
                </a:lnTo>
                <a:lnTo>
                  <a:pt x="0" y="164"/>
                </a:lnTo>
                <a:lnTo>
                  <a:pt x="162" y="0"/>
                </a:lnTo>
                <a:lnTo>
                  <a:pt x="708" y="548"/>
                </a:lnTo>
                <a:lnTo>
                  <a:pt x="162" y="1096"/>
                </a:lnTo>
                <a:close/>
              </a:path>
            </a:pathLst>
          </a:custGeom>
          <a:solidFill>
            <a:srgbClr val="F39C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4" name="Freeform 5"/>
          <p:cNvSpPr/>
          <p:nvPr/>
        </p:nvSpPr>
        <p:spPr bwMode="auto">
          <a:xfrm>
            <a:off x="2114551" y="2965450"/>
            <a:ext cx="1123950" cy="1739901"/>
          </a:xfrm>
          <a:custGeom>
            <a:avLst/>
            <a:gdLst>
              <a:gd name="T0" fmla="*/ 162 w 708"/>
              <a:gd name="T1" fmla="*/ 1096 h 1096"/>
              <a:gd name="T2" fmla="*/ 0 w 708"/>
              <a:gd name="T3" fmla="*/ 933 h 1096"/>
              <a:gd name="T4" fmla="*/ 383 w 708"/>
              <a:gd name="T5" fmla="*/ 548 h 1096"/>
              <a:gd name="T6" fmla="*/ 0 w 708"/>
              <a:gd name="T7" fmla="*/ 164 h 1096"/>
              <a:gd name="T8" fmla="*/ 162 w 708"/>
              <a:gd name="T9" fmla="*/ 0 h 1096"/>
              <a:gd name="T10" fmla="*/ 708 w 708"/>
              <a:gd name="T11" fmla="*/ 548 h 1096"/>
              <a:gd name="T12" fmla="*/ 162 w 708"/>
              <a:gd name="T13" fmla="*/ 1096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8" h="1096">
                <a:moveTo>
                  <a:pt x="162" y="1096"/>
                </a:moveTo>
                <a:lnTo>
                  <a:pt x="0" y="933"/>
                </a:lnTo>
                <a:lnTo>
                  <a:pt x="383" y="548"/>
                </a:lnTo>
                <a:lnTo>
                  <a:pt x="0" y="164"/>
                </a:lnTo>
                <a:lnTo>
                  <a:pt x="162" y="0"/>
                </a:lnTo>
                <a:lnTo>
                  <a:pt x="708" y="548"/>
                </a:lnTo>
                <a:lnTo>
                  <a:pt x="162" y="1096"/>
                </a:lnTo>
                <a:close/>
              </a:path>
            </a:pathLst>
          </a:custGeom>
          <a:solidFill>
            <a:srgbClr val="2980B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cxnSp>
        <p:nvCxnSpPr>
          <p:cNvPr id="5" name="Straight Connector 6"/>
          <p:cNvCxnSpPr/>
          <p:nvPr/>
        </p:nvCxnSpPr>
        <p:spPr>
          <a:xfrm>
            <a:off x="1804987" y="2669495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2980B9"/>
            </a:solidFill>
            <a:prstDash val="solid"/>
            <a:miter lim="800000"/>
          </a:ln>
          <a:effectLst/>
        </p:spPr>
      </p:cxnSp>
      <p:cxnSp>
        <p:nvCxnSpPr>
          <p:cNvPr id="6" name="Straight Connector 7"/>
          <p:cNvCxnSpPr/>
          <p:nvPr/>
        </p:nvCxnSpPr>
        <p:spPr>
          <a:xfrm flipH="1">
            <a:off x="1814513" y="3946527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2980B9"/>
            </a:solidFill>
            <a:prstDash val="solid"/>
            <a:miter lim="800000"/>
          </a:ln>
          <a:effectLst/>
        </p:spPr>
      </p:cxnSp>
      <p:cxnSp>
        <p:nvCxnSpPr>
          <p:cNvPr id="7" name="Straight Connector 8"/>
          <p:cNvCxnSpPr/>
          <p:nvPr/>
        </p:nvCxnSpPr>
        <p:spPr>
          <a:xfrm>
            <a:off x="3563939" y="2668246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41B176"/>
            </a:solidFill>
            <a:prstDash val="solid"/>
            <a:miter lim="800000"/>
          </a:ln>
          <a:effectLst/>
        </p:spPr>
      </p:cxnSp>
      <p:cxnSp>
        <p:nvCxnSpPr>
          <p:cNvPr id="8" name="Straight Connector 9"/>
          <p:cNvCxnSpPr/>
          <p:nvPr/>
        </p:nvCxnSpPr>
        <p:spPr>
          <a:xfrm flipH="1">
            <a:off x="3573465" y="3945278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41B176"/>
            </a:solidFill>
            <a:prstDash val="solid"/>
            <a:miter lim="800000"/>
          </a:ln>
          <a:effectLst/>
        </p:spPr>
      </p:cxnSp>
      <p:cxnSp>
        <p:nvCxnSpPr>
          <p:cNvPr id="9" name="Straight Connector 10"/>
          <p:cNvCxnSpPr/>
          <p:nvPr/>
        </p:nvCxnSpPr>
        <p:spPr>
          <a:xfrm>
            <a:off x="5332417" y="2669495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9BBB59"/>
            </a:solidFill>
            <a:prstDash val="solid"/>
            <a:miter lim="800000"/>
          </a:ln>
          <a:effectLst/>
        </p:spPr>
      </p:cxnSp>
      <p:cxnSp>
        <p:nvCxnSpPr>
          <p:cNvPr id="10" name="Straight Connector 11"/>
          <p:cNvCxnSpPr/>
          <p:nvPr/>
        </p:nvCxnSpPr>
        <p:spPr>
          <a:xfrm flipH="1">
            <a:off x="5341943" y="3946527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9BBB59"/>
            </a:solidFill>
            <a:prstDash val="solid"/>
            <a:miter lim="800000"/>
          </a:ln>
          <a:effectLst/>
        </p:spPr>
      </p:cxnSp>
      <p:cxnSp>
        <p:nvCxnSpPr>
          <p:cNvPr id="11" name="Straight Connector 12"/>
          <p:cNvCxnSpPr/>
          <p:nvPr/>
        </p:nvCxnSpPr>
        <p:spPr>
          <a:xfrm>
            <a:off x="7126294" y="2668246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F39C12"/>
            </a:solidFill>
            <a:prstDash val="solid"/>
            <a:miter lim="800000"/>
          </a:ln>
          <a:effectLst/>
        </p:spPr>
      </p:cxnSp>
      <p:cxnSp>
        <p:nvCxnSpPr>
          <p:cNvPr id="12" name="Straight Connector 13"/>
          <p:cNvCxnSpPr/>
          <p:nvPr/>
        </p:nvCxnSpPr>
        <p:spPr>
          <a:xfrm flipH="1">
            <a:off x="7135820" y="3945278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F39C12"/>
            </a:solidFill>
            <a:prstDash val="solid"/>
            <a:miter lim="800000"/>
          </a:ln>
          <a:effectLst/>
        </p:spPr>
      </p:cxnSp>
      <p:cxnSp>
        <p:nvCxnSpPr>
          <p:cNvPr id="13" name="Straight Connector 14"/>
          <p:cNvCxnSpPr/>
          <p:nvPr/>
        </p:nvCxnSpPr>
        <p:spPr>
          <a:xfrm>
            <a:off x="8848731" y="2668246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C0392B"/>
            </a:solidFill>
            <a:prstDash val="solid"/>
            <a:miter lim="800000"/>
          </a:ln>
          <a:effectLst/>
        </p:spPr>
      </p:cxnSp>
      <p:cxnSp>
        <p:nvCxnSpPr>
          <p:cNvPr id="14" name="Straight Connector 15"/>
          <p:cNvCxnSpPr/>
          <p:nvPr/>
        </p:nvCxnSpPr>
        <p:spPr>
          <a:xfrm flipH="1">
            <a:off x="8858257" y="3945278"/>
            <a:ext cx="1057275" cy="1057275"/>
          </a:xfrm>
          <a:prstGeom prst="line">
            <a:avLst/>
          </a:prstGeom>
          <a:noFill/>
          <a:ln w="50800" cap="flat" cmpd="sng" algn="ctr">
            <a:solidFill>
              <a:srgbClr val="C0392B"/>
            </a:solidFill>
            <a:prstDash val="solid"/>
            <a:miter lim="800000"/>
          </a:ln>
          <a:effectLst/>
        </p:spPr>
      </p:cxnSp>
      <p:sp>
        <p:nvSpPr>
          <p:cNvPr id="15" name="Oval 16"/>
          <p:cNvSpPr/>
          <p:nvPr/>
        </p:nvSpPr>
        <p:spPr>
          <a:xfrm>
            <a:off x="1289449" y="4870342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2980B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6" name="Oval 17"/>
          <p:cNvSpPr/>
          <p:nvPr/>
        </p:nvSpPr>
        <p:spPr>
          <a:xfrm>
            <a:off x="1289449" y="2251078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2980B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7" name="Freeform 18"/>
          <p:cNvSpPr/>
          <p:nvPr/>
        </p:nvSpPr>
        <p:spPr bwMode="auto">
          <a:xfrm>
            <a:off x="3875088" y="2965450"/>
            <a:ext cx="1123950" cy="1739901"/>
          </a:xfrm>
          <a:custGeom>
            <a:avLst/>
            <a:gdLst>
              <a:gd name="T0" fmla="*/ 162 w 708"/>
              <a:gd name="T1" fmla="*/ 1096 h 1096"/>
              <a:gd name="T2" fmla="*/ 0 w 708"/>
              <a:gd name="T3" fmla="*/ 933 h 1096"/>
              <a:gd name="T4" fmla="*/ 383 w 708"/>
              <a:gd name="T5" fmla="*/ 548 h 1096"/>
              <a:gd name="T6" fmla="*/ 0 w 708"/>
              <a:gd name="T7" fmla="*/ 164 h 1096"/>
              <a:gd name="T8" fmla="*/ 162 w 708"/>
              <a:gd name="T9" fmla="*/ 0 h 1096"/>
              <a:gd name="T10" fmla="*/ 708 w 708"/>
              <a:gd name="T11" fmla="*/ 548 h 1096"/>
              <a:gd name="T12" fmla="*/ 162 w 708"/>
              <a:gd name="T13" fmla="*/ 1096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8" h="1096">
                <a:moveTo>
                  <a:pt x="162" y="1096"/>
                </a:moveTo>
                <a:lnTo>
                  <a:pt x="0" y="933"/>
                </a:lnTo>
                <a:lnTo>
                  <a:pt x="383" y="548"/>
                </a:lnTo>
                <a:lnTo>
                  <a:pt x="0" y="164"/>
                </a:lnTo>
                <a:lnTo>
                  <a:pt x="162" y="0"/>
                </a:lnTo>
                <a:lnTo>
                  <a:pt x="708" y="548"/>
                </a:lnTo>
                <a:lnTo>
                  <a:pt x="162" y="1096"/>
                </a:lnTo>
                <a:close/>
              </a:path>
            </a:pathLst>
          </a:custGeom>
          <a:solidFill>
            <a:srgbClr val="41B1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18" name="Freeform 19"/>
          <p:cNvSpPr/>
          <p:nvPr/>
        </p:nvSpPr>
        <p:spPr bwMode="auto">
          <a:xfrm>
            <a:off x="5635626" y="2965450"/>
            <a:ext cx="1123950" cy="1739901"/>
          </a:xfrm>
          <a:custGeom>
            <a:avLst/>
            <a:gdLst>
              <a:gd name="T0" fmla="*/ 162 w 708"/>
              <a:gd name="T1" fmla="*/ 1096 h 1096"/>
              <a:gd name="T2" fmla="*/ 0 w 708"/>
              <a:gd name="T3" fmla="*/ 933 h 1096"/>
              <a:gd name="T4" fmla="*/ 383 w 708"/>
              <a:gd name="T5" fmla="*/ 548 h 1096"/>
              <a:gd name="T6" fmla="*/ 0 w 708"/>
              <a:gd name="T7" fmla="*/ 164 h 1096"/>
              <a:gd name="T8" fmla="*/ 162 w 708"/>
              <a:gd name="T9" fmla="*/ 0 h 1096"/>
              <a:gd name="T10" fmla="*/ 708 w 708"/>
              <a:gd name="T11" fmla="*/ 548 h 1096"/>
              <a:gd name="T12" fmla="*/ 162 w 708"/>
              <a:gd name="T13" fmla="*/ 1096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8" h="1096">
                <a:moveTo>
                  <a:pt x="162" y="1096"/>
                </a:moveTo>
                <a:lnTo>
                  <a:pt x="0" y="933"/>
                </a:lnTo>
                <a:lnTo>
                  <a:pt x="383" y="548"/>
                </a:lnTo>
                <a:lnTo>
                  <a:pt x="0" y="164"/>
                </a:lnTo>
                <a:lnTo>
                  <a:pt x="162" y="0"/>
                </a:lnTo>
                <a:lnTo>
                  <a:pt x="708" y="548"/>
                </a:lnTo>
                <a:lnTo>
                  <a:pt x="162" y="1096"/>
                </a:lnTo>
                <a:close/>
              </a:path>
            </a:pathLst>
          </a:custGeom>
          <a:solidFill>
            <a:srgbClr val="9BBB5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19" name="Oval 20"/>
          <p:cNvSpPr/>
          <p:nvPr/>
        </p:nvSpPr>
        <p:spPr>
          <a:xfrm>
            <a:off x="3075991" y="4870342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41B17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0" name="Oval 21"/>
          <p:cNvSpPr/>
          <p:nvPr/>
        </p:nvSpPr>
        <p:spPr>
          <a:xfrm>
            <a:off x="3075991" y="2251078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41B17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1" name="Oval 22"/>
          <p:cNvSpPr/>
          <p:nvPr/>
        </p:nvSpPr>
        <p:spPr>
          <a:xfrm>
            <a:off x="4809328" y="4870342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9BBB5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2" name="Oval 23"/>
          <p:cNvSpPr/>
          <p:nvPr/>
        </p:nvSpPr>
        <p:spPr>
          <a:xfrm>
            <a:off x="4809328" y="2251078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9BBB5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3" name="Oval 24"/>
          <p:cNvSpPr/>
          <p:nvPr/>
        </p:nvSpPr>
        <p:spPr>
          <a:xfrm>
            <a:off x="6638936" y="4870342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F39C1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4" name="Oval 25"/>
          <p:cNvSpPr/>
          <p:nvPr/>
        </p:nvSpPr>
        <p:spPr>
          <a:xfrm>
            <a:off x="6638936" y="2251078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F39C1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5" name="Oval 26"/>
          <p:cNvSpPr/>
          <p:nvPr/>
        </p:nvSpPr>
        <p:spPr>
          <a:xfrm>
            <a:off x="8362160" y="4870342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C0392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6" name="Oval 27"/>
          <p:cNvSpPr/>
          <p:nvPr/>
        </p:nvSpPr>
        <p:spPr>
          <a:xfrm>
            <a:off x="8362160" y="2251078"/>
            <a:ext cx="550859" cy="550859"/>
          </a:xfrm>
          <a:prstGeom prst="ellipse">
            <a:avLst/>
          </a:prstGeom>
          <a:noFill/>
          <a:ln w="50800" cap="flat" cmpd="sng" algn="ctr">
            <a:solidFill>
              <a:srgbClr val="C0392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7" name="TextBox 28"/>
          <p:cNvSpPr txBox="1"/>
          <p:nvPr/>
        </p:nvSpPr>
        <p:spPr>
          <a:xfrm>
            <a:off x="370934" y="2389044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1</a:t>
            </a:r>
          </a:p>
        </p:txBody>
      </p:sp>
      <p:sp>
        <p:nvSpPr>
          <p:cNvPr id="28" name="TextBox 29"/>
          <p:cNvSpPr txBox="1"/>
          <p:nvPr/>
        </p:nvSpPr>
        <p:spPr>
          <a:xfrm>
            <a:off x="370934" y="5031128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2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2151025" y="2389044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1</a:t>
            </a:r>
          </a:p>
        </p:txBody>
      </p:sp>
      <p:sp>
        <p:nvSpPr>
          <p:cNvPr id="30" name="TextBox 31"/>
          <p:cNvSpPr txBox="1"/>
          <p:nvPr/>
        </p:nvSpPr>
        <p:spPr>
          <a:xfrm>
            <a:off x="2151025" y="5031128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2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3901681" y="2389044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1</a:t>
            </a:r>
          </a:p>
        </p:txBody>
      </p:sp>
      <p:sp>
        <p:nvSpPr>
          <p:cNvPr id="32" name="TextBox 33"/>
          <p:cNvSpPr txBox="1"/>
          <p:nvPr/>
        </p:nvSpPr>
        <p:spPr>
          <a:xfrm>
            <a:off x="3901681" y="5031128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2</a:t>
            </a:r>
          </a:p>
        </p:txBody>
      </p:sp>
      <p:sp>
        <p:nvSpPr>
          <p:cNvPr id="33" name="TextBox 34"/>
          <p:cNvSpPr txBox="1"/>
          <p:nvPr/>
        </p:nvSpPr>
        <p:spPr>
          <a:xfrm>
            <a:off x="5716697" y="2389044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1</a:t>
            </a:r>
          </a:p>
        </p:txBody>
      </p:sp>
      <p:sp>
        <p:nvSpPr>
          <p:cNvPr id="34" name="TextBox 35"/>
          <p:cNvSpPr txBox="1"/>
          <p:nvPr/>
        </p:nvSpPr>
        <p:spPr>
          <a:xfrm>
            <a:off x="5716697" y="5031128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2</a:t>
            </a:r>
          </a:p>
        </p:txBody>
      </p:sp>
      <p:sp>
        <p:nvSpPr>
          <p:cNvPr id="35" name="TextBox 36"/>
          <p:cNvSpPr txBox="1"/>
          <p:nvPr/>
        </p:nvSpPr>
        <p:spPr>
          <a:xfrm>
            <a:off x="7436842" y="2389044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1</a:t>
            </a:r>
          </a:p>
        </p:txBody>
      </p:sp>
      <p:sp>
        <p:nvSpPr>
          <p:cNvPr id="36" name="TextBox 37"/>
          <p:cNvSpPr txBox="1"/>
          <p:nvPr/>
        </p:nvSpPr>
        <p:spPr>
          <a:xfrm>
            <a:off x="7436842" y="5031128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200" b="1">
                <a:solidFill>
                  <a:srgbClr val="3F3F3F"/>
                </a:solidFill>
                <a:latin typeface="Lato"/>
              </a:rPr>
              <a:t>Content 2</a:t>
            </a:r>
          </a:p>
        </p:txBody>
      </p:sp>
      <p:sp>
        <p:nvSpPr>
          <p:cNvPr id="37" name="TextBox 38"/>
          <p:cNvSpPr txBox="1"/>
          <p:nvPr/>
        </p:nvSpPr>
        <p:spPr>
          <a:xfrm>
            <a:off x="1782350" y="3645888"/>
            <a:ext cx="805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 b="1">
                <a:solidFill>
                  <a:srgbClr val="3F3F3F"/>
                </a:solidFill>
                <a:latin typeface="Lato"/>
              </a:rPr>
              <a:t>Step 1</a:t>
            </a:r>
          </a:p>
        </p:txBody>
      </p:sp>
      <p:sp>
        <p:nvSpPr>
          <p:cNvPr id="38" name="TextBox 39"/>
          <p:cNvSpPr txBox="1"/>
          <p:nvPr/>
        </p:nvSpPr>
        <p:spPr>
          <a:xfrm>
            <a:off x="3493701" y="3645888"/>
            <a:ext cx="805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 b="1">
                <a:solidFill>
                  <a:srgbClr val="3F3F3F"/>
                </a:solidFill>
                <a:latin typeface="Lato"/>
              </a:rPr>
              <a:t>Step 2</a:t>
            </a:r>
          </a:p>
        </p:txBody>
      </p:sp>
      <p:sp>
        <p:nvSpPr>
          <p:cNvPr id="39" name="TextBox 40"/>
          <p:cNvSpPr txBox="1"/>
          <p:nvPr/>
        </p:nvSpPr>
        <p:spPr>
          <a:xfrm>
            <a:off x="5293342" y="3645888"/>
            <a:ext cx="805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 b="1">
                <a:solidFill>
                  <a:srgbClr val="3F3F3F"/>
                </a:solidFill>
                <a:latin typeface="Lato"/>
              </a:rPr>
              <a:t>Step 3</a:t>
            </a:r>
          </a:p>
        </p:txBody>
      </p:sp>
      <p:sp>
        <p:nvSpPr>
          <p:cNvPr id="40" name="TextBox 41"/>
          <p:cNvSpPr txBox="1"/>
          <p:nvPr/>
        </p:nvSpPr>
        <p:spPr>
          <a:xfrm>
            <a:off x="7068193" y="3645888"/>
            <a:ext cx="805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 b="1">
                <a:solidFill>
                  <a:srgbClr val="3F3F3F"/>
                </a:solidFill>
                <a:latin typeface="Lato"/>
              </a:rPr>
              <a:t>Step 4</a:t>
            </a:r>
          </a:p>
        </p:txBody>
      </p:sp>
      <p:sp>
        <p:nvSpPr>
          <p:cNvPr id="41" name="TextBox 42"/>
          <p:cNvSpPr txBox="1"/>
          <p:nvPr/>
        </p:nvSpPr>
        <p:spPr>
          <a:xfrm>
            <a:off x="8811577" y="3645888"/>
            <a:ext cx="805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 b="1">
                <a:solidFill>
                  <a:srgbClr val="3F3F3F"/>
                </a:solidFill>
                <a:latin typeface="Lato"/>
              </a:rPr>
              <a:t>Step 5</a:t>
            </a:r>
          </a:p>
        </p:txBody>
      </p:sp>
      <p:sp>
        <p:nvSpPr>
          <p:cNvPr id="42" name="TextBox 53"/>
          <p:cNvSpPr txBox="1"/>
          <p:nvPr/>
        </p:nvSpPr>
        <p:spPr>
          <a:xfrm>
            <a:off x="10364806" y="3597032"/>
            <a:ext cx="113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2400" b="1">
                <a:solidFill>
                  <a:srgbClr val="3F3F3F"/>
                </a:solidFill>
                <a:latin typeface="Lato"/>
              </a:rPr>
              <a:t>Result</a:t>
            </a:r>
          </a:p>
        </p:txBody>
      </p:sp>
      <p:cxnSp>
        <p:nvCxnSpPr>
          <p:cNvPr id="43" name="Straight Connector 57"/>
          <p:cNvCxnSpPr/>
          <p:nvPr/>
        </p:nvCxnSpPr>
        <p:spPr>
          <a:xfrm>
            <a:off x="660400" y="3832033"/>
            <a:ext cx="1154113" cy="0"/>
          </a:xfrm>
          <a:prstGeom prst="line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44" name="Straight Connector 58"/>
          <p:cNvCxnSpPr/>
          <p:nvPr/>
        </p:nvCxnSpPr>
        <p:spPr>
          <a:xfrm>
            <a:off x="3333363" y="3832033"/>
            <a:ext cx="182880" cy="0"/>
          </a:xfrm>
          <a:prstGeom prst="line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45" name="Straight Connector 62"/>
          <p:cNvCxnSpPr/>
          <p:nvPr/>
        </p:nvCxnSpPr>
        <p:spPr>
          <a:xfrm>
            <a:off x="5110462" y="3832033"/>
            <a:ext cx="182880" cy="0"/>
          </a:xfrm>
          <a:prstGeom prst="line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46" name="Straight Connector 63"/>
          <p:cNvCxnSpPr/>
          <p:nvPr/>
        </p:nvCxnSpPr>
        <p:spPr>
          <a:xfrm>
            <a:off x="6875788" y="3832033"/>
            <a:ext cx="182880" cy="0"/>
          </a:xfrm>
          <a:prstGeom prst="line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47" name="Straight Connector 64"/>
          <p:cNvCxnSpPr/>
          <p:nvPr/>
        </p:nvCxnSpPr>
        <p:spPr>
          <a:xfrm>
            <a:off x="8652887" y="3832033"/>
            <a:ext cx="182880" cy="0"/>
          </a:xfrm>
          <a:prstGeom prst="line">
            <a:avLst/>
          </a:prstGeom>
          <a:noFill/>
          <a:ln w="1905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48" name="Freeform 67"/>
          <p:cNvSpPr>
            <a:spLocks noEditPoints="1"/>
          </p:cNvSpPr>
          <p:nvPr/>
        </p:nvSpPr>
        <p:spPr bwMode="auto">
          <a:xfrm>
            <a:off x="6810738" y="2366800"/>
            <a:ext cx="207254" cy="319414"/>
          </a:xfrm>
          <a:custGeom>
            <a:avLst/>
            <a:gdLst>
              <a:gd name="T0" fmla="*/ 108 w 108"/>
              <a:gd name="T1" fmla="*/ 53 h 166"/>
              <a:gd name="T2" fmla="*/ 94 w 108"/>
              <a:gd name="T3" fmla="*/ 90 h 166"/>
              <a:gd name="T4" fmla="*/ 77 w 108"/>
              <a:gd name="T5" fmla="*/ 123 h 166"/>
              <a:gd name="T6" fmla="*/ 32 w 108"/>
              <a:gd name="T7" fmla="*/ 123 h 166"/>
              <a:gd name="T8" fmla="*/ 15 w 108"/>
              <a:gd name="T9" fmla="*/ 90 h 166"/>
              <a:gd name="T10" fmla="*/ 0 w 108"/>
              <a:gd name="T11" fmla="*/ 53 h 166"/>
              <a:gd name="T12" fmla="*/ 54 w 108"/>
              <a:gd name="T13" fmla="*/ 0 h 166"/>
              <a:gd name="T14" fmla="*/ 54 w 108"/>
              <a:gd name="T15" fmla="*/ 0 h 166"/>
              <a:gd name="T16" fmla="*/ 54 w 108"/>
              <a:gd name="T17" fmla="*/ 0 h 166"/>
              <a:gd name="T18" fmla="*/ 108 w 108"/>
              <a:gd name="T19" fmla="*/ 53 h 166"/>
              <a:gd name="T20" fmla="*/ 75 w 108"/>
              <a:gd name="T21" fmla="*/ 127 h 166"/>
              <a:gd name="T22" fmla="*/ 34 w 108"/>
              <a:gd name="T23" fmla="*/ 127 h 166"/>
              <a:gd name="T24" fmla="*/ 30 w 108"/>
              <a:gd name="T25" fmla="*/ 131 h 166"/>
              <a:gd name="T26" fmla="*/ 30 w 108"/>
              <a:gd name="T27" fmla="*/ 132 h 166"/>
              <a:gd name="T28" fmla="*/ 34 w 108"/>
              <a:gd name="T29" fmla="*/ 136 h 166"/>
              <a:gd name="T30" fmla="*/ 75 w 108"/>
              <a:gd name="T31" fmla="*/ 136 h 166"/>
              <a:gd name="T32" fmla="*/ 79 w 108"/>
              <a:gd name="T33" fmla="*/ 132 h 166"/>
              <a:gd name="T34" fmla="*/ 79 w 108"/>
              <a:gd name="T35" fmla="*/ 131 h 166"/>
              <a:gd name="T36" fmla="*/ 75 w 108"/>
              <a:gd name="T37" fmla="*/ 127 h 166"/>
              <a:gd name="T38" fmla="*/ 75 w 108"/>
              <a:gd name="T39" fmla="*/ 139 h 166"/>
              <a:gd name="T40" fmla="*/ 34 w 108"/>
              <a:gd name="T41" fmla="*/ 139 h 166"/>
              <a:gd name="T42" fmla="*/ 30 w 108"/>
              <a:gd name="T43" fmla="*/ 143 h 166"/>
              <a:gd name="T44" fmla="*/ 30 w 108"/>
              <a:gd name="T45" fmla="*/ 143 h 166"/>
              <a:gd name="T46" fmla="*/ 34 w 108"/>
              <a:gd name="T47" fmla="*/ 147 h 166"/>
              <a:gd name="T48" fmla="*/ 75 w 108"/>
              <a:gd name="T49" fmla="*/ 147 h 166"/>
              <a:gd name="T50" fmla="*/ 79 w 108"/>
              <a:gd name="T51" fmla="*/ 143 h 166"/>
              <a:gd name="T52" fmla="*/ 79 w 108"/>
              <a:gd name="T53" fmla="*/ 143 h 166"/>
              <a:gd name="T54" fmla="*/ 75 w 108"/>
              <a:gd name="T55" fmla="*/ 139 h 166"/>
              <a:gd name="T56" fmla="*/ 75 w 108"/>
              <a:gd name="T57" fmla="*/ 150 h 166"/>
              <a:gd name="T58" fmla="*/ 34 w 108"/>
              <a:gd name="T59" fmla="*/ 150 h 166"/>
              <a:gd name="T60" fmla="*/ 30 w 108"/>
              <a:gd name="T61" fmla="*/ 154 h 166"/>
              <a:gd name="T62" fmla="*/ 30 w 108"/>
              <a:gd name="T63" fmla="*/ 156 h 166"/>
              <a:gd name="T64" fmla="*/ 34 w 108"/>
              <a:gd name="T65" fmla="*/ 160 h 166"/>
              <a:gd name="T66" fmla="*/ 38 w 108"/>
              <a:gd name="T67" fmla="*/ 160 h 166"/>
              <a:gd name="T68" fmla="*/ 38 w 108"/>
              <a:gd name="T69" fmla="*/ 162 h 166"/>
              <a:gd name="T70" fmla="*/ 42 w 108"/>
              <a:gd name="T71" fmla="*/ 166 h 166"/>
              <a:gd name="T72" fmla="*/ 66 w 108"/>
              <a:gd name="T73" fmla="*/ 166 h 166"/>
              <a:gd name="T74" fmla="*/ 70 w 108"/>
              <a:gd name="T75" fmla="*/ 162 h 166"/>
              <a:gd name="T76" fmla="*/ 70 w 108"/>
              <a:gd name="T77" fmla="*/ 160 h 166"/>
              <a:gd name="T78" fmla="*/ 75 w 108"/>
              <a:gd name="T79" fmla="*/ 160 h 166"/>
              <a:gd name="T80" fmla="*/ 79 w 108"/>
              <a:gd name="T81" fmla="*/ 156 h 166"/>
              <a:gd name="T82" fmla="*/ 79 w 108"/>
              <a:gd name="T83" fmla="*/ 154 h 166"/>
              <a:gd name="T84" fmla="*/ 75 w 108"/>
              <a:gd name="T85" fmla="*/ 15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8" h="166">
                <a:moveTo>
                  <a:pt x="108" y="53"/>
                </a:moveTo>
                <a:cubicBezTo>
                  <a:pt x="108" y="68"/>
                  <a:pt x="103" y="81"/>
                  <a:pt x="94" y="90"/>
                </a:cubicBezTo>
                <a:cubicBezTo>
                  <a:pt x="76" y="111"/>
                  <a:pt x="86" y="123"/>
                  <a:pt x="77" y="123"/>
                </a:cubicBezTo>
                <a:cubicBezTo>
                  <a:pt x="32" y="123"/>
                  <a:pt x="32" y="123"/>
                  <a:pt x="32" y="123"/>
                </a:cubicBezTo>
                <a:cubicBezTo>
                  <a:pt x="22" y="123"/>
                  <a:pt x="33" y="111"/>
                  <a:pt x="15" y="90"/>
                </a:cubicBezTo>
                <a:cubicBezTo>
                  <a:pt x="6" y="81"/>
                  <a:pt x="0" y="68"/>
                  <a:pt x="0" y="53"/>
                </a:cubicBezTo>
                <a:cubicBezTo>
                  <a:pt x="0" y="24"/>
                  <a:pt x="25" y="0"/>
                  <a:pt x="54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84" y="0"/>
                  <a:pt x="108" y="24"/>
                  <a:pt x="108" y="53"/>
                </a:cubicBezTo>
                <a:moveTo>
                  <a:pt x="75" y="127"/>
                </a:moveTo>
                <a:cubicBezTo>
                  <a:pt x="34" y="127"/>
                  <a:pt x="34" y="127"/>
                  <a:pt x="34" y="127"/>
                </a:cubicBezTo>
                <a:cubicBezTo>
                  <a:pt x="32" y="127"/>
                  <a:pt x="30" y="129"/>
                  <a:pt x="30" y="131"/>
                </a:cubicBezTo>
                <a:cubicBezTo>
                  <a:pt x="30" y="132"/>
                  <a:pt x="30" y="132"/>
                  <a:pt x="30" y="132"/>
                </a:cubicBezTo>
                <a:cubicBezTo>
                  <a:pt x="30" y="134"/>
                  <a:pt x="32" y="136"/>
                  <a:pt x="34" y="136"/>
                </a:cubicBezTo>
                <a:cubicBezTo>
                  <a:pt x="75" y="136"/>
                  <a:pt x="75" y="136"/>
                  <a:pt x="75" y="136"/>
                </a:cubicBezTo>
                <a:cubicBezTo>
                  <a:pt x="77" y="136"/>
                  <a:pt x="79" y="134"/>
                  <a:pt x="79" y="132"/>
                </a:cubicBezTo>
                <a:cubicBezTo>
                  <a:pt x="79" y="131"/>
                  <a:pt x="79" y="131"/>
                  <a:pt x="79" y="131"/>
                </a:cubicBezTo>
                <a:cubicBezTo>
                  <a:pt x="79" y="129"/>
                  <a:pt x="77" y="127"/>
                  <a:pt x="75" y="127"/>
                </a:cubicBezTo>
                <a:moveTo>
                  <a:pt x="75" y="139"/>
                </a:moveTo>
                <a:cubicBezTo>
                  <a:pt x="34" y="139"/>
                  <a:pt x="34" y="139"/>
                  <a:pt x="34" y="139"/>
                </a:cubicBezTo>
                <a:cubicBezTo>
                  <a:pt x="32" y="139"/>
                  <a:pt x="30" y="141"/>
                  <a:pt x="30" y="143"/>
                </a:cubicBezTo>
                <a:cubicBezTo>
                  <a:pt x="30" y="143"/>
                  <a:pt x="30" y="143"/>
                  <a:pt x="30" y="143"/>
                </a:cubicBezTo>
                <a:cubicBezTo>
                  <a:pt x="30" y="145"/>
                  <a:pt x="32" y="147"/>
                  <a:pt x="34" y="147"/>
                </a:cubicBezTo>
                <a:cubicBezTo>
                  <a:pt x="75" y="147"/>
                  <a:pt x="75" y="147"/>
                  <a:pt x="75" y="147"/>
                </a:cubicBezTo>
                <a:cubicBezTo>
                  <a:pt x="77" y="147"/>
                  <a:pt x="79" y="145"/>
                  <a:pt x="79" y="143"/>
                </a:cubicBezTo>
                <a:cubicBezTo>
                  <a:pt x="79" y="143"/>
                  <a:pt x="79" y="143"/>
                  <a:pt x="79" y="143"/>
                </a:cubicBezTo>
                <a:cubicBezTo>
                  <a:pt x="79" y="141"/>
                  <a:pt x="77" y="139"/>
                  <a:pt x="75" y="139"/>
                </a:cubicBezTo>
                <a:moveTo>
                  <a:pt x="75" y="150"/>
                </a:moveTo>
                <a:cubicBezTo>
                  <a:pt x="34" y="150"/>
                  <a:pt x="34" y="150"/>
                  <a:pt x="34" y="150"/>
                </a:cubicBezTo>
                <a:cubicBezTo>
                  <a:pt x="32" y="150"/>
                  <a:pt x="30" y="152"/>
                  <a:pt x="30" y="154"/>
                </a:cubicBezTo>
                <a:cubicBezTo>
                  <a:pt x="30" y="156"/>
                  <a:pt x="30" y="156"/>
                  <a:pt x="30" y="156"/>
                </a:cubicBezTo>
                <a:cubicBezTo>
                  <a:pt x="30" y="159"/>
                  <a:pt x="32" y="160"/>
                  <a:pt x="34" y="160"/>
                </a:cubicBezTo>
                <a:cubicBezTo>
                  <a:pt x="38" y="160"/>
                  <a:pt x="38" y="160"/>
                  <a:pt x="38" y="160"/>
                </a:cubicBezTo>
                <a:cubicBezTo>
                  <a:pt x="38" y="162"/>
                  <a:pt x="38" y="162"/>
                  <a:pt x="38" y="162"/>
                </a:cubicBezTo>
                <a:cubicBezTo>
                  <a:pt x="38" y="164"/>
                  <a:pt x="40" y="166"/>
                  <a:pt x="42" y="166"/>
                </a:cubicBezTo>
                <a:cubicBezTo>
                  <a:pt x="66" y="166"/>
                  <a:pt x="66" y="166"/>
                  <a:pt x="66" y="166"/>
                </a:cubicBezTo>
                <a:cubicBezTo>
                  <a:pt x="69" y="166"/>
                  <a:pt x="70" y="164"/>
                  <a:pt x="70" y="162"/>
                </a:cubicBezTo>
                <a:cubicBezTo>
                  <a:pt x="70" y="160"/>
                  <a:pt x="70" y="160"/>
                  <a:pt x="70" y="160"/>
                </a:cubicBezTo>
                <a:cubicBezTo>
                  <a:pt x="75" y="160"/>
                  <a:pt x="75" y="160"/>
                  <a:pt x="75" y="160"/>
                </a:cubicBezTo>
                <a:cubicBezTo>
                  <a:pt x="77" y="160"/>
                  <a:pt x="79" y="159"/>
                  <a:pt x="79" y="156"/>
                </a:cubicBezTo>
                <a:cubicBezTo>
                  <a:pt x="79" y="154"/>
                  <a:pt x="79" y="154"/>
                  <a:pt x="79" y="154"/>
                </a:cubicBezTo>
                <a:cubicBezTo>
                  <a:pt x="79" y="152"/>
                  <a:pt x="77" y="150"/>
                  <a:pt x="75" y="150"/>
                </a:cubicBezTo>
              </a:path>
            </a:pathLst>
          </a:custGeom>
          <a:solidFill>
            <a:srgbClr val="F39C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49" name="Freeform 68"/>
          <p:cNvSpPr>
            <a:spLocks noEditPoints="1"/>
          </p:cNvSpPr>
          <p:nvPr/>
        </p:nvSpPr>
        <p:spPr bwMode="auto">
          <a:xfrm>
            <a:off x="6810332" y="4986064"/>
            <a:ext cx="208066" cy="319414"/>
          </a:xfrm>
          <a:custGeom>
            <a:avLst/>
            <a:gdLst>
              <a:gd name="T0" fmla="*/ 78 w 108"/>
              <a:gd name="T1" fmla="*/ 143 h 166"/>
              <a:gd name="T2" fmla="*/ 33 w 108"/>
              <a:gd name="T3" fmla="*/ 147 h 166"/>
              <a:gd name="T4" fmla="*/ 29 w 108"/>
              <a:gd name="T5" fmla="*/ 143 h 166"/>
              <a:gd name="T6" fmla="*/ 74 w 108"/>
              <a:gd name="T7" fmla="*/ 139 h 166"/>
              <a:gd name="T8" fmla="*/ 74 w 108"/>
              <a:gd name="T9" fmla="*/ 150 h 166"/>
              <a:gd name="T10" fmla="*/ 29 w 108"/>
              <a:gd name="T11" fmla="*/ 154 h 166"/>
              <a:gd name="T12" fmla="*/ 33 w 108"/>
              <a:gd name="T13" fmla="*/ 160 h 166"/>
              <a:gd name="T14" fmla="*/ 38 w 108"/>
              <a:gd name="T15" fmla="*/ 162 h 166"/>
              <a:gd name="T16" fmla="*/ 66 w 108"/>
              <a:gd name="T17" fmla="*/ 166 h 166"/>
              <a:gd name="T18" fmla="*/ 70 w 108"/>
              <a:gd name="T19" fmla="*/ 160 h 166"/>
              <a:gd name="T20" fmla="*/ 78 w 108"/>
              <a:gd name="T21" fmla="*/ 156 h 166"/>
              <a:gd name="T22" fmla="*/ 74 w 108"/>
              <a:gd name="T23" fmla="*/ 150 h 166"/>
              <a:gd name="T24" fmla="*/ 33 w 108"/>
              <a:gd name="T25" fmla="*/ 127 h 166"/>
              <a:gd name="T26" fmla="*/ 29 w 108"/>
              <a:gd name="T27" fmla="*/ 132 h 166"/>
              <a:gd name="T28" fmla="*/ 74 w 108"/>
              <a:gd name="T29" fmla="*/ 136 h 166"/>
              <a:gd name="T30" fmla="*/ 78 w 108"/>
              <a:gd name="T31" fmla="*/ 131 h 166"/>
              <a:gd name="T32" fmla="*/ 108 w 108"/>
              <a:gd name="T33" fmla="*/ 53 h 166"/>
              <a:gd name="T34" fmla="*/ 76 w 108"/>
              <a:gd name="T35" fmla="*/ 123 h 166"/>
              <a:gd name="T36" fmla="*/ 15 w 108"/>
              <a:gd name="T37" fmla="*/ 90 h 166"/>
              <a:gd name="T38" fmla="*/ 54 w 108"/>
              <a:gd name="T39" fmla="*/ 0 h 166"/>
              <a:gd name="T40" fmla="*/ 54 w 108"/>
              <a:gd name="T41" fmla="*/ 0 h 166"/>
              <a:gd name="T42" fmla="*/ 61 w 108"/>
              <a:gd name="T43" fmla="*/ 115 h 166"/>
              <a:gd name="T44" fmla="*/ 67 w 108"/>
              <a:gd name="T45" fmla="*/ 73 h 166"/>
              <a:gd name="T46" fmla="*/ 63 w 108"/>
              <a:gd name="T47" fmla="*/ 77 h 166"/>
              <a:gd name="T48" fmla="*/ 54 w 108"/>
              <a:gd name="T49" fmla="*/ 69 h 166"/>
              <a:gd name="T50" fmla="*/ 45 w 108"/>
              <a:gd name="T51" fmla="*/ 76 h 166"/>
              <a:gd name="T52" fmla="*/ 39 w 108"/>
              <a:gd name="T53" fmla="*/ 73 h 166"/>
              <a:gd name="T54" fmla="*/ 61 w 108"/>
              <a:gd name="T55" fmla="*/ 115 h 166"/>
              <a:gd name="T56" fmla="*/ 54 w 108"/>
              <a:gd name="T57" fmla="*/ 8 h 166"/>
              <a:gd name="T58" fmla="*/ 54 w 108"/>
              <a:gd name="T59" fmla="*/ 8 h 166"/>
              <a:gd name="T60" fmla="*/ 20 w 108"/>
              <a:gd name="T61" fmla="*/ 85 h 166"/>
              <a:gd name="T62" fmla="*/ 21 w 108"/>
              <a:gd name="T63" fmla="*/ 85 h 166"/>
              <a:gd name="T64" fmla="*/ 34 w 108"/>
              <a:gd name="T65" fmla="*/ 115 h 166"/>
              <a:gd name="T66" fmla="*/ 35 w 108"/>
              <a:gd name="T67" fmla="*/ 73 h 166"/>
              <a:gd name="T68" fmla="*/ 31 w 108"/>
              <a:gd name="T69" fmla="*/ 72 h 166"/>
              <a:gd name="T70" fmla="*/ 35 w 108"/>
              <a:gd name="T71" fmla="*/ 71 h 166"/>
              <a:gd name="T72" fmla="*/ 36 w 108"/>
              <a:gd name="T73" fmla="*/ 67 h 166"/>
              <a:gd name="T74" fmla="*/ 39 w 108"/>
              <a:gd name="T75" fmla="*/ 71 h 166"/>
              <a:gd name="T76" fmla="*/ 42 w 108"/>
              <a:gd name="T77" fmla="*/ 71 h 166"/>
              <a:gd name="T78" fmla="*/ 53 w 108"/>
              <a:gd name="T79" fmla="*/ 67 h 166"/>
              <a:gd name="T80" fmla="*/ 63 w 108"/>
              <a:gd name="T81" fmla="*/ 74 h 166"/>
              <a:gd name="T82" fmla="*/ 67 w 108"/>
              <a:gd name="T83" fmla="*/ 71 h 166"/>
              <a:gd name="T84" fmla="*/ 69 w 108"/>
              <a:gd name="T85" fmla="*/ 69 h 166"/>
              <a:gd name="T86" fmla="*/ 73 w 108"/>
              <a:gd name="T87" fmla="*/ 69 h 166"/>
              <a:gd name="T88" fmla="*/ 75 w 108"/>
              <a:gd name="T89" fmla="*/ 71 h 166"/>
              <a:gd name="T90" fmla="*/ 75 w 108"/>
              <a:gd name="T91" fmla="*/ 73 h 166"/>
              <a:gd name="T92" fmla="*/ 65 w 108"/>
              <a:gd name="T93" fmla="*/ 115 h 166"/>
              <a:gd name="T94" fmla="*/ 73 w 108"/>
              <a:gd name="T95" fmla="*/ 115 h 166"/>
              <a:gd name="T96" fmla="*/ 87 w 108"/>
              <a:gd name="T97" fmla="*/ 85 h 166"/>
              <a:gd name="T98" fmla="*/ 100 w 108"/>
              <a:gd name="T99" fmla="*/ 53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08" h="166">
                <a:moveTo>
                  <a:pt x="78" y="143"/>
                </a:moveTo>
                <a:cubicBezTo>
                  <a:pt x="78" y="143"/>
                  <a:pt x="78" y="143"/>
                  <a:pt x="78" y="143"/>
                </a:cubicBezTo>
                <a:cubicBezTo>
                  <a:pt x="78" y="145"/>
                  <a:pt x="76" y="147"/>
                  <a:pt x="74" y="147"/>
                </a:cubicBezTo>
                <a:cubicBezTo>
                  <a:pt x="33" y="147"/>
                  <a:pt x="33" y="147"/>
                  <a:pt x="33" y="147"/>
                </a:cubicBezTo>
                <a:cubicBezTo>
                  <a:pt x="31" y="147"/>
                  <a:pt x="29" y="145"/>
                  <a:pt x="29" y="143"/>
                </a:cubicBezTo>
                <a:cubicBezTo>
                  <a:pt x="29" y="143"/>
                  <a:pt x="29" y="143"/>
                  <a:pt x="29" y="143"/>
                </a:cubicBezTo>
                <a:cubicBezTo>
                  <a:pt x="29" y="141"/>
                  <a:pt x="31" y="139"/>
                  <a:pt x="33" y="139"/>
                </a:cubicBezTo>
                <a:cubicBezTo>
                  <a:pt x="74" y="139"/>
                  <a:pt x="74" y="139"/>
                  <a:pt x="74" y="139"/>
                </a:cubicBezTo>
                <a:cubicBezTo>
                  <a:pt x="76" y="139"/>
                  <a:pt x="78" y="141"/>
                  <a:pt x="78" y="143"/>
                </a:cubicBezTo>
                <a:moveTo>
                  <a:pt x="74" y="150"/>
                </a:moveTo>
                <a:cubicBezTo>
                  <a:pt x="33" y="150"/>
                  <a:pt x="33" y="150"/>
                  <a:pt x="33" y="150"/>
                </a:cubicBezTo>
                <a:cubicBezTo>
                  <a:pt x="31" y="150"/>
                  <a:pt x="29" y="152"/>
                  <a:pt x="29" y="154"/>
                </a:cubicBezTo>
                <a:cubicBezTo>
                  <a:pt x="29" y="156"/>
                  <a:pt x="29" y="156"/>
                  <a:pt x="29" y="156"/>
                </a:cubicBezTo>
                <a:cubicBezTo>
                  <a:pt x="29" y="159"/>
                  <a:pt x="31" y="160"/>
                  <a:pt x="33" y="160"/>
                </a:cubicBezTo>
                <a:cubicBezTo>
                  <a:pt x="38" y="160"/>
                  <a:pt x="38" y="160"/>
                  <a:pt x="38" y="160"/>
                </a:cubicBezTo>
                <a:cubicBezTo>
                  <a:pt x="38" y="162"/>
                  <a:pt x="38" y="162"/>
                  <a:pt x="38" y="162"/>
                </a:cubicBezTo>
                <a:cubicBezTo>
                  <a:pt x="38" y="164"/>
                  <a:pt x="39" y="166"/>
                  <a:pt x="42" y="166"/>
                </a:cubicBezTo>
                <a:cubicBezTo>
                  <a:pt x="66" y="166"/>
                  <a:pt x="66" y="166"/>
                  <a:pt x="66" y="166"/>
                </a:cubicBezTo>
                <a:cubicBezTo>
                  <a:pt x="68" y="166"/>
                  <a:pt x="70" y="164"/>
                  <a:pt x="70" y="162"/>
                </a:cubicBezTo>
                <a:cubicBezTo>
                  <a:pt x="70" y="160"/>
                  <a:pt x="70" y="160"/>
                  <a:pt x="70" y="160"/>
                </a:cubicBezTo>
                <a:cubicBezTo>
                  <a:pt x="74" y="160"/>
                  <a:pt x="74" y="160"/>
                  <a:pt x="74" y="160"/>
                </a:cubicBezTo>
                <a:cubicBezTo>
                  <a:pt x="76" y="160"/>
                  <a:pt x="78" y="159"/>
                  <a:pt x="78" y="156"/>
                </a:cubicBezTo>
                <a:cubicBezTo>
                  <a:pt x="78" y="154"/>
                  <a:pt x="78" y="154"/>
                  <a:pt x="78" y="154"/>
                </a:cubicBezTo>
                <a:cubicBezTo>
                  <a:pt x="78" y="152"/>
                  <a:pt x="76" y="150"/>
                  <a:pt x="74" y="150"/>
                </a:cubicBezTo>
                <a:moveTo>
                  <a:pt x="74" y="127"/>
                </a:moveTo>
                <a:cubicBezTo>
                  <a:pt x="33" y="127"/>
                  <a:pt x="33" y="127"/>
                  <a:pt x="33" y="127"/>
                </a:cubicBezTo>
                <a:cubicBezTo>
                  <a:pt x="31" y="127"/>
                  <a:pt x="29" y="129"/>
                  <a:pt x="29" y="131"/>
                </a:cubicBezTo>
                <a:cubicBezTo>
                  <a:pt x="29" y="132"/>
                  <a:pt x="29" y="132"/>
                  <a:pt x="29" y="132"/>
                </a:cubicBezTo>
                <a:cubicBezTo>
                  <a:pt x="29" y="134"/>
                  <a:pt x="31" y="136"/>
                  <a:pt x="33" y="136"/>
                </a:cubicBezTo>
                <a:cubicBezTo>
                  <a:pt x="74" y="136"/>
                  <a:pt x="74" y="136"/>
                  <a:pt x="74" y="136"/>
                </a:cubicBezTo>
                <a:cubicBezTo>
                  <a:pt x="76" y="136"/>
                  <a:pt x="78" y="134"/>
                  <a:pt x="78" y="132"/>
                </a:cubicBezTo>
                <a:cubicBezTo>
                  <a:pt x="78" y="131"/>
                  <a:pt x="78" y="131"/>
                  <a:pt x="78" y="131"/>
                </a:cubicBezTo>
                <a:cubicBezTo>
                  <a:pt x="78" y="129"/>
                  <a:pt x="76" y="127"/>
                  <a:pt x="74" y="127"/>
                </a:cubicBezTo>
                <a:moveTo>
                  <a:pt x="108" y="53"/>
                </a:moveTo>
                <a:cubicBezTo>
                  <a:pt x="108" y="68"/>
                  <a:pt x="102" y="81"/>
                  <a:pt x="93" y="90"/>
                </a:cubicBezTo>
                <a:cubicBezTo>
                  <a:pt x="75" y="111"/>
                  <a:pt x="86" y="123"/>
                  <a:pt x="76" y="123"/>
                </a:cubicBezTo>
                <a:cubicBezTo>
                  <a:pt x="32" y="123"/>
                  <a:pt x="32" y="123"/>
                  <a:pt x="32" y="123"/>
                </a:cubicBezTo>
                <a:cubicBezTo>
                  <a:pt x="22" y="123"/>
                  <a:pt x="32" y="111"/>
                  <a:pt x="15" y="90"/>
                </a:cubicBezTo>
                <a:cubicBezTo>
                  <a:pt x="6" y="81"/>
                  <a:pt x="0" y="68"/>
                  <a:pt x="0" y="53"/>
                </a:cubicBezTo>
                <a:cubicBezTo>
                  <a:pt x="0" y="24"/>
                  <a:pt x="24" y="0"/>
                  <a:pt x="54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84" y="0"/>
                  <a:pt x="108" y="24"/>
                  <a:pt x="108" y="53"/>
                </a:cubicBezTo>
                <a:moveTo>
                  <a:pt x="61" y="115"/>
                </a:moveTo>
                <a:cubicBezTo>
                  <a:pt x="68" y="73"/>
                  <a:pt x="68" y="73"/>
                  <a:pt x="68" y="73"/>
                </a:cubicBezTo>
                <a:cubicBezTo>
                  <a:pt x="67" y="73"/>
                  <a:pt x="67" y="73"/>
                  <a:pt x="67" y="73"/>
                </a:cubicBezTo>
                <a:cubicBezTo>
                  <a:pt x="63" y="76"/>
                  <a:pt x="63" y="76"/>
                  <a:pt x="63" y="76"/>
                </a:cubicBezTo>
                <a:cubicBezTo>
                  <a:pt x="63" y="76"/>
                  <a:pt x="63" y="77"/>
                  <a:pt x="63" y="77"/>
                </a:cubicBezTo>
                <a:cubicBezTo>
                  <a:pt x="62" y="77"/>
                  <a:pt x="62" y="76"/>
                  <a:pt x="62" y="76"/>
                </a:cubicBezTo>
                <a:cubicBezTo>
                  <a:pt x="54" y="69"/>
                  <a:pt x="54" y="69"/>
                  <a:pt x="54" y="69"/>
                </a:cubicBezTo>
                <a:cubicBezTo>
                  <a:pt x="46" y="76"/>
                  <a:pt x="46" y="76"/>
                  <a:pt x="46" y="76"/>
                </a:cubicBezTo>
                <a:cubicBezTo>
                  <a:pt x="46" y="77"/>
                  <a:pt x="45" y="77"/>
                  <a:pt x="45" y="76"/>
                </a:cubicBezTo>
                <a:cubicBezTo>
                  <a:pt x="41" y="73"/>
                  <a:pt x="41" y="73"/>
                  <a:pt x="41" y="73"/>
                </a:cubicBezTo>
                <a:cubicBezTo>
                  <a:pt x="39" y="73"/>
                  <a:pt x="39" y="73"/>
                  <a:pt x="39" y="73"/>
                </a:cubicBezTo>
                <a:cubicBezTo>
                  <a:pt x="47" y="115"/>
                  <a:pt x="47" y="115"/>
                  <a:pt x="47" y="115"/>
                </a:cubicBezTo>
                <a:lnTo>
                  <a:pt x="61" y="115"/>
                </a:lnTo>
                <a:close/>
                <a:moveTo>
                  <a:pt x="100" y="53"/>
                </a:moveTo>
                <a:cubicBezTo>
                  <a:pt x="100" y="28"/>
                  <a:pt x="79" y="8"/>
                  <a:pt x="54" y="8"/>
                </a:cubicBezTo>
                <a:cubicBezTo>
                  <a:pt x="54" y="0"/>
                  <a:pt x="54" y="0"/>
                  <a:pt x="54" y="0"/>
                </a:cubicBezTo>
                <a:cubicBezTo>
                  <a:pt x="54" y="8"/>
                  <a:pt x="54" y="8"/>
                  <a:pt x="54" y="8"/>
                </a:cubicBezTo>
                <a:cubicBezTo>
                  <a:pt x="29" y="8"/>
                  <a:pt x="8" y="28"/>
                  <a:pt x="8" y="53"/>
                </a:cubicBezTo>
                <a:cubicBezTo>
                  <a:pt x="8" y="65"/>
                  <a:pt x="12" y="76"/>
                  <a:pt x="20" y="85"/>
                </a:cubicBezTo>
                <a:cubicBezTo>
                  <a:pt x="21" y="85"/>
                  <a:pt x="21" y="85"/>
                  <a:pt x="21" y="85"/>
                </a:cubicBezTo>
                <a:cubicBezTo>
                  <a:pt x="21" y="85"/>
                  <a:pt x="21" y="85"/>
                  <a:pt x="21" y="85"/>
                </a:cubicBezTo>
                <a:cubicBezTo>
                  <a:pt x="32" y="98"/>
                  <a:pt x="34" y="109"/>
                  <a:pt x="34" y="115"/>
                </a:cubicBezTo>
                <a:cubicBezTo>
                  <a:pt x="34" y="115"/>
                  <a:pt x="34" y="115"/>
                  <a:pt x="34" y="115"/>
                </a:cubicBezTo>
                <a:cubicBezTo>
                  <a:pt x="43" y="115"/>
                  <a:pt x="43" y="115"/>
                  <a:pt x="43" y="115"/>
                </a:cubicBezTo>
                <a:cubicBezTo>
                  <a:pt x="35" y="73"/>
                  <a:pt x="35" y="73"/>
                  <a:pt x="35" y="73"/>
                </a:cubicBezTo>
                <a:cubicBezTo>
                  <a:pt x="32" y="73"/>
                  <a:pt x="32" y="73"/>
                  <a:pt x="32" y="73"/>
                </a:cubicBezTo>
                <a:cubicBezTo>
                  <a:pt x="32" y="73"/>
                  <a:pt x="31" y="72"/>
                  <a:pt x="31" y="72"/>
                </a:cubicBezTo>
                <a:cubicBezTo>
                  <a:pt x="31" y="71"/>
                  <a:pt x="32" y="71"/>
                  <a:pt x="32" y="71"/>
                </a:cubicBezTo>
                <a:cubicBezTo>
                  <a:pt x="35" y="71"/>
                  <a:pt x="35" y="71"/>
                  <a:pt x="35" y="71"/>
                </a:cubicBezTo>
                <a:cubicBezTo>
                  <a:pt x="35" y="69"/>
                  <a:pt x="35" y="69"/>
                  <a:pt x="35" y="69"/>
                </a:cubicBezTo>
                <a:cubicBezTo>
                  <a:pt x="35" y="68"/>
                  <a:pt x="35" y="67"/>
                  <a:pt x="36" y="67"/>
                </a:cubicBezTo>
                <a:cubicBezTo>
                  <a:pt x="37" y="67"/>
                  <a:pt x="39" y="68"/>
                  <a:pt x="39" y="69"/>
                </a:cubicBezTo>
                <a:cubicBezTo>
                  <a:pt x="39" y="71"/>
                  <a:pt x="39" y="71"/>
                  <a:pt x="39" y="71"/>
                </a:cubicBezTo>
                <a:cubicBezTo>
                  <a:pt x="41" y="71"/>
                  <a:pt x="41" y="71"/>
                  <a:pt x="41" y="71"/>
                </a:cubicBezTo>
                <a:cubicBezTo>
                  <a:pt x="42" y="71"/>
                  <a:pt x="42" y="71"/>
                  <a:pt x="42" y="71"/>
                </a:cubicBezTo>
                <a:cubicBezTo>
                  <a:pt x="46" y="74"/>
                  <a:pt x="46" y="74"/>
                  <a:pt x="46" y="74"/>
                </a:cubicBezTo>
                <a:cubicBezTo>
                  <a:pt x="53" y="67"/>
                  <a:pt x="53" y="67"/>
                  <a:pt x="53" y="67"/>
                </a:cubicBezTo>
                <a:cubicBezTo>
                  <a:pt x="54" y="66"/>
                  <a:pt x="54" y="66"/>
                  <a:pt x="55" y="67"/>
                </a:cubicBezTo>
                <a:cubicBezTo>
                  <a:pt x="63" y="74"/>
                  <a:pt x="63" y="74"/>
                  <a:pt x="63" y="74"/>
                </a:cubicBezTo>
                <a:cubicBezTo>
                  <a:pt x="66" y="71"/>
                  <a:pt x="66" y="71"/>
                  <a:pt x="66" y="71"/>
                </a:cubicBezTo>
                <a:cubicBezTo>
                  <a:pt x="66" y="71"/>
                  <a:pt x="67" y="71"/>
                  <a:pt x="67" y="71"/>
                </a:cubicBezTo>
                <a:cubicBezTo>
                  <a:pt x="69" y="71"/>
                  <a:pt x="69" y="71"/>
                  <a:pt x="69" y="71"/>
                </a:cubicBezTo>
                <a:cubicBezTo>
                  <a:pt x="69" y="69"/>
                  <a:pt x="69" y="69"/>
                  <a:pt x="69" y="69"/>
                </a:cubicBezTo>
                <a:cubicBezTo>
                  <a:pt x="69" y="68"/>
                  <a:pt x="70" y="67"/>
                  <a:pt x="71" y="67"/>
                </a:cubicBezTo>
                <a:cubicBezTo>
                  <a:pt x="72" y="67"/>
                  <a:pt x="73" y="68"/>
                  <a:pt x="73" y="69"/>
                </a:cubicBezTo>
                <a:cubicBezTo>
                  <a:pt x="73" y="71"/>
                  <a:pt x="73" y="71"/>
                  <a:pt x="73" y="71"/>
                </a:cubicBezTo>
                <a:cubicBezTo>
                  <a:pt x="75" y="71"/>
                  <a:pt x="75" y="71"/>
                  <a:pt x="75" y="71"/>
                </a:cubicBezTo>
                <a:cubicBezTo>
                  <a:pt x="76" y="71"/>
                  <a:pt x="76" y="71"/>
                  <a:pt x="76" y="72"/>
                </a:cubicBezTo>
                <a:cubicBezTo>
                  <a:pt x="76" y="72"/>
                  <a:pt x="76" y="73"/>
                  <a:pt x="75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65" y="115"/>
                  <a:pt x="65" y="115"/>
                  <a:pt x="65" y="115"/>
                </a:cubicBezTo>
                <a:cubicBezTo>
                  <a:pt x="73" y="115"/>
                  <a:pt x="73" y="115"/>
                  <a:pt x="73" y="115"/>
                </a:cubicBezTo>
                <a:cubicBezTo>
                  <a:pt x="73" y="115"/>
                  <a:pt x="73" y="115"/>
                  <a:pt x="73" y="115"/>
                </a:cubicBezTo>
                <a:cubicBezTo>
                  <a:pt x="74" y="109"/>
                  <a:pt x="76" y="98"/>
                  <a:pt x="87" y="85"/>
                </a:cubicBezTo>
                <a:cubicBezTo>
                  <a:pt x="87" y="85"/>
                  <a:pt x="87" y="85"/>
                  <a:pt x="87" y="85"/>
                </a:cubicBezTo>
                <a:cubicBezTo>
                  <a:pt x="87" y="85"/>
                  <a:pt x="87" y="85"/>
                  <a:pt x="87" y="85"/>
                </a:cubicBezTo>
                <a:cubicBezTo>
                  <a:pt x="95" y="76"/>
                  <a:pt x="100" y="65"/>
                  <a:pt x="100" y="53"/>
                </a:cubicBezTo>
              </a:path>
            </a:pathLst>
          </a:custGeom>
          <a:solidFill>
            <a:srgbClr val="F39C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0" name="Freeform 69"/>
          <p:cNvSpPr>
            <a:spLocks noEditPoints="1"/>
          </p:cNvSpPr>
          <p:nvPr/>
        </p:nvSpPr>
        <p:spPr bwMode="auto">
          <a:xfrm>
            <a:off x="4919724" y="2380466"/>
            <a:ext cx="330067" cy="292083"/>
          </a:xfrm>
          <a:custGeom>
            <a:avLst/>
            <a:gdLst>
              <a:gd name="T0" fmla="*/ 154 w 213"/>
              <a:gd name="T1" fmla="*/ 52 h 188"/>
              <a:gd name="T2" fmla="*/ 115 w 213"/>
              <a:gd name="T3" fmla="*/ 91 h 188"/>
              <a:gd name="T4" fmla="*/ 98 w 213"/>
              <a:gd name="T5" fmla="*/ 91 h 188"/>
              <a:gd name="T6" fmla="*/ 59 w 213"/>
              <a:gd name="T7" fmla="*/ 52 h 188"/>
              <a:gd name="T8" fmla="*/ 59 w 213"/>
              <a:gd name="T9" fmla="*/ 11 h 188"/>
              <a:gd name="T10" fmla="*/ 100 w 213"/>
              <a:gd name="T11" fmla="*/ 11 h 188"/>
              <a:gd name="T12" fmla="*/ 106 w 213"/>
              <a:gd name="T13" fmla="*/ 17 h 188"/>
              <a:gd name="T14" fmla="*/ 113 w 213"/>
              <a:gd name="T15" fmla="*/ 11 h 188"/>
              <a:gd name="T16" fmla="*/ 154 w 213"/>
              <a:gd name="T17" fmla="*/ 11 h 188"/>
              <a:gd name="T18" fmla="*/ 154 w 213"/>
              <a:gd name="T19" fmla="*/ 52 h 188"/>
              <a:gd name="T20" fmla="*/ 73 w 213"/>
              <a:gd name="T21" fmla="*/ 101 h 188"/>
              <a:gd name="T22" fmla="*/ 54 w 213"/>
              <a:gd name="T23" fmla="*/ 84 h 188"/>
              <a:gd name="T24" fmla="*/ 37 w 213"/>
              <a:gd name="T25" fmla="*/ 71 h 188"/>
              <a:gd name="T26" fmla="*/ 32 w 213"/>
              <a:gd name="T27" fmla="*/ 90 h 188"/>
              <a:gd name="T28" fmla="*/ 46 w 213"/>
              <a:gd name="T29" fmla="*/ 106 h 188"/>
              <a:gd name="T30" fmla="*/ 50 w 213"/>
              <a:gd name="T31" fmla="*/ 117 h 188"/>
              <a:gd name="T32" fmla="*/ 42 w 213"/>
              <a:gd name="T33" fmla="*/ 108 h 188"/>
              <a:gd name="T34" fmla="*/ 29 w 213"/>
              <a:gd name="T35" fmla="*/ 93 h 188"/>
              <a:gd name="T36" fmla="*/ 27 w 213"/>
              <a:gd name="T37" fmla="*/ 68 h 188"/>
              <a:gd name="T38" fmla="*/ 32 w 213"/>
              <a:gd name="T39" fmla="*/ 37 h 188"/>
              <a:gd name="T40" fmla="*/ 19 w 213"/>
              <a:gd name="T41" fmla="*/ 25 h 188"/>
              <a:gd name="T42" fmla="*/ 5 w 213"/>
              <a:gd name="T43" fmla="*/ 60 h 188"/>
              <a:gd name="T44" fmla="*/ 0 w 213"/>
              <a:gd name="T45" fmla="*/ 101 h 188"/>
              <a:gd name="T46" fmla="*/ 12 w 213"/>
              <a:gd name="T47" fmla="*/ 124 h 188"/>
              <a:gd name="T48" fmla="*/ 38 w 213"/>
              <a:gd name="T49" fmla="*/ 167 h 188"/>
              <a:gd name="T50" fmla="*/ 38 w 213"/>
              <a:gd name="T51" fmla="*/ 188 h 188"/>
              <a:gd name="T52" fmla="*/ 89 w 213"/>
              <a:gd name="T53" fmla="*/ 188 h 188"/>
              <a:gd name="T54" fmla="*/ 89 w 213"/>
              <a:gd name="T55" fmla="*/ 170 h 188"/>
              <a:gd name="T56" fmla="*/ 90 w 213"/>
              <a:gd name="T57" fmla="*/ 157 h 188"/>
              <a:gd name="T58" fmla="*/ 87 w 213"/>
              <a:gd name="T59" fmla="*/ 133 h 188"/>
              <a:gd name="T60" fmla="*/ 73 w 213"/>
              <a:gd name="T61" fmla="*/ 101 h 188"/>
              <a:gd name="T62" fmla="*/ 208 w 213"/>
              <a:gd name="T63" fmla="*/ 60 h 188"/>
              <a:gd name="T64" fmla="*/ 194 w 213"/>
              <a:gd name="T65" fmla="*/ 25 h 188"/>
              <a:gd name="T66" fmla="*/ 181 w 213"/>
              <a:gd name="T67" fmla="*/ 37 h 188"/>
              <a:gd name="T68" fmla="*/ 186 w 213"/>
              <a:gd name="T69" fmla="*/ 68 h 188"/>
              <a:gd name="T70" fmla="*/ 184 w 213"/>
              <a:gd name="T71" fmla="*/ 93 h 188"/>
              <a:gd name="T72" fmla="*/ 171 w 213"/>
              <a:gd name="T73" fmla="*/ 108 h 188"/>
              <a:gd name="T74" fmla="*/ 163 w 213"/>
              <a:gd name="T75" fmla="*/ 117 h 188"/>
              <a:gd name="T76" fmla="*/ 167 w 213"/>
              <a:gd name="T77" fmla="*/ 106 h 188"/>
              <a:gd name="T78" fmla="*/ 181 w 213"/>
              <a:gd name="T79" fmla="*/ 90 h 188"/>
              <a:gd name="T80" fmla="*/ 175 w 213"/>
              <a:gd name="T81" fmla="*/ 71 h 188"/>
              <a:gd name="T82" fmla="*/ 159 w 213"/>
              <a:gd name="T83" fmla="*/ 84 h 188"/>
              <a:gd name="T84" fmla="*/ 140 w 213"/>
              <a:gd name="T85" fmla="*/ 101 h 188"/>
              <a:gd name="T86" fmla="*/ 125 w 213"/>
              <a:gd name="T87" fmla="*/ 133 h 188"/>
              <a:gd name="T88" fmla="*/ 122 w 213"/>
              <a:gd name="T89" fmla="*/ 157 h 188"/>
              <a:gd name="T90" fmla="*/ 124 w 213"/>
              <a:gd name="T91" fmla="*/ 170 h 188"/>
              <a:gd name="T92" fmla="*/ 124 w 213"/>
              <a:gd name="T93" fmla="*/ 188 h 188"/>
              <a:gd name="T94" fmla="*/ 175 w 213"/>
              <a:gd name="T95" fmla="*/ 188 h 188"/>
              <a:gd name="T96" fmla="*/ 175 w 213"/>
              <a:gd name="T97" fmla="*/ 167 h 188"/>
              <a:gd name="T98" fmla="*/ 201 w 213"/>
              <a:gd name="T99" fmla="*/ 124 h 188"/>
              <a:gd name="T100" fmla="*/ 213 w 213"/>
              <a:gd name="T101" fmla="*/ 101 h 188"/>
              <a:gd name="T102" fmla="*/ 208 w 213"/>
              <a:gd name="T103" fmla="*/ 6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3" h="188">
                <a:moveTo>
                  <a:pt x="154" y="52"/>
                </a:moveTo>
                <a:cubicBezTo>
                  <a:pt x="115" y="91"/>
                  <a:pt x="115" y="91"/>
                  <a:pt x="115" y="91"/>
                </a:cubicBezTo>
                <a:cubicBezTo>
                  <a:pt x="110" y="95"/>
                  <a:pt x="103" y="95"/>
                  <a:pt x="98" y="91"/>
                </a:cubicBezTo>
                <a:cubicBezTo>
                  <a:pt x="59" y="52"/>
                  <a:pt x="59" y="52"/>
                  <a:pt x="59" y="52"/>
                </a:cubicBezTo>
                <a:cubicBezTo>
                  <a:pt x="48" y="40"/>
                  <a:pt x="48" y="22"/>
                  <a:pt x="59" y="11"/>
                </a:cubicBezTo>
                <a:cubicBezTo>
                  <a:pt x="71" y="0"/>
                  <a:pt x="89" y="0"/>
                  <a:pt x="100" y="11"/>
                </a:cubicBezTo>
                <a:cubicBezTo>
                  <a:pt x="106" y="17"/>
                  <a:pt x="106" y="17"/>
                  <a:pt x="106" y="17"/>
                </a:cubicBezTo>
                <a:cubicBezTo>
                  <a:pt x="113" y="11"/>
                  <a:pt x="113" y="11"/>
                  <a:pt x="113" y="11"/>
                </a:cubicBezTo>
                <a:cubicBezTo>
                  <a:pt x="124" y="0"/>
                  <a:pt x="142" y="0"/>
                  <a:pt x="154" y="11"/>
                </a:cubicBezTo>
                <a:cubicBezTo>
                  <a:pt x="165" y="22"/>
                  <a:pt x="165" y="40"/>
                  <a:pt x="154" y="52"/>
                </a:cubicBezTo>
                <a:moveTo>
                  <a:pt x="73" y="101"/>
                </a:moveTo>
                <a:cubicBezTo>
                  <a:pt x="69" y="95"/>
                  <a:pt x="56" y="86"/>
                  <a:pt x="54" y="84"/>
                </a:cubicBezTo>
                <a:cubicBezTo>
                  <a:pt x="51" y="82"/>
                  <a:pt x="40" y="70"/>
                  <a:pt x="37" y="71"/>
                </a:cubicBezTo>
                <a:cubicBezTo>
                  <a:pt x="35" y="72"/>
                  <a:pt x="29" y="79"/>
                  <a:pt x="32" y="90"/>
                </a:cubicBezTo>
                <a:cubicBezTo>
                  <a:pt x="33" y="94"/>
                  <a:pt x="39" y="99"/>
                  <a:pt x="46" y="106"/>
                </a:cubicBezTo>
                <a:cubicBezTo>
                  <a:pt x="51" y="111"/>
                  <a:pt x="50" y="117"/>
                  <a:pt x="50" y="117"/>
                </a:cubicBezTo>
                <a:cubicBezTo>
                  <a:pt x="50" y="117"/>
                  <a:pt x="47" y="113"/>
                  <a:pt x="42" y="108"/>
                </a:cubicBezTo>
                <a:cubicBezTo>
                  <a:pt x="37" y="104"/>
                  <a:pt x="30" y="96"/>
                  <a:pt x="29" y="93"/>
                </a:cubicBezTo>
                <a:cubicBezTo>
                  <a:pt x="27" y="88"/>
                  <a:pt x="26" y="80"/>
                  <a:pt x="27" y="68"/>
                </a:cubicBezTo>
                <a:cubicBezTo>
                  <a:pt x="29" y="55"/>
                  <a:pt x="33" y="49"/>
                  <a:pt x="32" y="37"/>
                </a:cubicBezTo>
                <a:cubicBezTo>
                  <a:pt x="31" y="27"/>
                  <a:pt x="20" y="20"/>
                  <a:pt x="19" y="25"/>
                </a:cubicBezTo>
                <a:cubicBezTo>
                  <a:pt x="17" y="29"/>
                  <a:pt x="6" y="54"/>
                  <a:pt x="5" y="60"/>
                </a:cubicBezTo>
                <a:cubicBezTo>
                  <a:pt x="3" y="65"/>
                  <a:pt x="1" y="94"/>
                  <a:pt x="0" y="101"/>
                </a:cubicBezTo>
                <a:cubicBezTo>
                  <a:pt x="0" y="107"/>
                  <a:pt x="5" y="115"/>
                  <a:pt x="12" y="124"/>
                </a:cubicBezTo>
                <a:cubicBezTo>
                  <a:pt x="19" y="134"/>
                  <a:pt x="37" y="159"/>
                  <a:pt x="38" y="167"/>
                </a:cubicBezTo>
                <a:cubicBezTo>
                  <a:pt x="38" y="188"/>
                  <a:pt x="38" y="188"/>
                  <a:pt x="38" y="188"/>
                </a:cubicBezTo>
                <a:cubicBezTo>
                  <a:pt x="89" y="188"/>
                  <a:pt x="89" y="188"/>
                  <a:pt x="89" y="188"/>
                </a:cubicBezTo>
                <a:cubicBezTo>
                  <a:pt x="89" y="170"/>
                  <a:pt x="89" y="170"/>
                  <a:pt x="89" y="170"/>
                </a:cubicBezTo>
                <a:cubicBezTo>
                  <a:pt x="89" y="165"/>
                  <a:pt x="90" y="162"/>
                  <a:pt x="90" y="157"/>
                </a:cubicBezTo>
                <a:cubicBezTo>
                  <a:pt x="90" y="151"/>
                  <a:pt x="87" y="151"/>
                  <a:pt x="87" y="133"/>
                </a:cubicBezTo>
                <a:cubicBezTo>
                  <a:pt x="87" y="123"/>
                  <a:pt x="78" y="108"/>
                  <a:pt x="73" y="101"/>
                </a:cubicBezTo>
                <a:moveTo>
                  <a:pt x="208" y="60"/>
                </a:moveTo>
                <a:cubicBezTo>
                  <a:pt x="207" y="54"/>
                  <a:pt x="196" y="29"/>
                  <a:pt x="194" y="25"/>
                </a:cubicBezTo>
                <a:cubicBezTo>
                  <a:pt x="193" y="20"/>
                  <a:pt x="182" y="27"/>
                  <a:pt x="181" y="37"/>
                </a:cubicBezTo>
                <a:cubicBezTo>
                  <a:pt x="180" y="49"/>
                  <a:pt x="184" y="55"/>
                  <a:pt x="186" y="68"/>
                </a:cubicBezTo>
                <a:cubicBezTo>
                  <a:pt x="187" y="80"/>
                  <a:pt x="186" y="88"/>
                  <a:pt x="184" y="93"/>
                </a:cubicBezTo>
                <a:cubicBezTo>
                  <a:pt x="183" y="96"/>
                  <a:pt x="176" y="104"/>
                  <a:pt x="171" y="108"/>
                </a:cubicBezTo>
                <a:cubicBezTo>
                  <a:pt x="166" y="113"/>
                  <a:pt x="163" y="117"/>
                  <a:pt x="163" y="117"/>
                </a:cubicBezTo>
                <a:cubicBezTo>
                  <a:pt x="163" y="117"/>
                  <a:pt x="162" y="111"/>
                  <a:pt x="167" y="106"/>
                </a:cubicBezTo>
                <a:cubicBezTo>
                  <a:pt x="174" y="99"/>
                  <a:pt x="179" y="94"/>
                  <a:pt x="181" y="90"/>
                </a:cubicBezTo>
                <a:cubicBezTo>
                  <a:pt x="183" y="79"/>
                  <a:pt x="178" y="72"/>
                  <a:pt x="175" y="71"/>
                </a:cubicBezTo>
                <a:cubicBezTo>
                  <a:pt x="173" y="70"/>
                  <a:pt x="162" y="82"/>
                  <a:pt x="159" y="84"/>
                </a:cubicBezTo>
                <a:cubicBezTo>
                  <a:pt x="156" y="86"/>
                  <a:pt x="144" y="95"/>
                  <a:pt x="140" y="101"/>
                </a:cubicBezTo>
                <a:cubicBezTo>
                  <a:pt x="135" y="108"/>
                  <a:pt x="125" y="123"/>
                  <a:pt x="125" y="133"/>
                </a:cubicBezTo>
                <a:cubicBezTo>
                  <a:pt x="125" y="151"/>
                  <a:pt x="122" y="151"/>
                  <a:pt x="122" y="157"/>
                </a:cubicBezTo>
                <a:cubicBezTo>
                  <a:pt x="122" y="162"/>
                  <a:pt x="124" y="165"/>
                  <a:pt x="124" y="170"/>
                </a:cubicBezTo>
                <a:cubicBezTo>
                  <a:pt x="124" y="188"/>
                  <a:pt x="124" y="188"/>
                  <a:pt x="124" y="188"/>
                </a:cubicBezTo>
                <a:cubicBezTo>
                  <a:pt x="175" y="188"/>
                  <a:pt x="175" y="188"/>
                  <a:pt x="175" y="188"/>
                </a:cubicBezTo>
                <a:cubicBezTo>
                  <a:pt x="175" y="167"/>
                  <a:pt x="175" y="167"/>
                  <a:pt x="175" y="167"/>
                </a:cubicBezTo>
                <a:cubicBezTo>
                  <a:pt x="176" y="159"/>
                  <a:pt x="193" y="134"/>
                  <a:pt x="201" y="124"/>
                </a:cubicBezTo>
                <a:cubicBezTo>
                  <a:pt x="208" y="115"/>
                  <a:pt x="213" y="107"/>
                  <a:pt x="213" y="101"/>
                </a:cubicBezTo>
                <a:cubicBezTo>
                  <a:pt x="212" y="94"/>
                  <a:pt x="210" y="65"/>
                  <a:pt x="208" y="60"/>
                </a:cubicBezTo>
              </a:path>
            </a:pathLst>
          </a:custGeom>
          <a:solidFill>
            <a:srgbClr val="9BBB5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1" name="Freeform 70"/>
          <p:cNvSpPr>
            <a:spLocks noEditPoints="1"/>
          </p:cNvSpPr>
          <p:nvPr/>
        </p:nvSpPr>
        <p:spPr bwMode="auto">
          <a:xfrm>
            <a:off x="4919069" y="4991216"/>
            <a:ext cx="331377" cy="309110"/>
          </a:xfrm>
          <a:custGeom>
            <a:avLst/>
            <a:gdLst>
              <a:gd name="T0" fmla="*/ 88 w 214"/>
              <a:gd name="T1" fmla="*/ 144 h 199"/>
              <a:gd name="T2" fmla="*/ 91 w 214"/>
              <a:gd name="T3" fmla="*/ 168 h 199"/>
              <a:gd name="T4" fmla="*/ 89 w 214"/>
              <a:gd name="T5" fmla="*/ 181 h 199"/>
              <a:gd name="T6" fmla="*/ 89 w 214"/>
              <a:gd name="T7" fmla="*/ 199 h 199"/>
              <a:gd name="T8" fmla="*/ 39 w 214"/>
              <a:gd name="T9" fmla="*/ 199 h 199"/>
              <a:gd name="T10" fmla="*/ 39 w 214"/>
              <a:gd name="T11" fmla="*/ 178 h 199"/>
              <a:gd name="T12" fmla="*/ 13 w 214"/>
              <a:gd name="T13" fmla="*/ 136 h 199"/>
              <a:gd name="T14" fmla="*/ 1 w 214"/>
              <a:gd name="T15" fmla="*/ 112 h 199"/>
              <a:gd name="T16" fmla="*/ 5 w 214"/>
              <a:gd name="T17" fmla="*/ 71 h 199"/>
              <a:gd name="T18" fmla="*/ 19 w 214"/>
              <a:gd name="T19" fmla="*/ 36 h 199"/>
              <a:gd name="T20" fmla="*/ 32 w 214"/>
              <a:gd name="T21" fmla="*/ 48 h 199"/>
              <a:gd name="T22" fmla="*/ 28 w 214"/>
              <a:gd name="T23" fmla="*/ 79 h 199"/>
              <a:gd name="T24" fmla="*/ 29 w 214"/>
              <a:gd name="T25" fmla="*/ 104 h 199"/>
              <a:gd name="T26" fmla="*/ 42 w 214"/>
              <a:gd name="T27" fmla="*/ 119 h 199"/>
              <a:gd name="T28" fmla="*/ 51 w 214"/>
              <a:gd name="T29" fmla="*/ 128 h 199"/>
              <a:gd name="T30" fmla="*/ 46 w 214"/>
              <a:gd name="T31" fmla="*/ 117 h 199"/>
              <a:gd name="T32" fmla="*/ 33 w 214"/>
              <a:gd name="T33" fmla="*/ 101 h 199"/>
              <a:gd name="T34" fmla="*/ 38 w 214"/>
              <a:gd name="T35" fmla="*/ 82 h 199"/>
              <a:gd name="T36" fmla="*/ 54 w 214"/>
              <a:gd name="T37" fmla="*/ 95 h 199"/>
              <a:gd name="T38" fmla="*/ 74 w 214"/>
              <a:gd name="T39" fmla="*/ 113 h 199"/>
              <a:gd name="T40" fmla="*/ 88 w 214"/>
              <a:gd name="T41" fmla="*/ 144 h 199"/>
              <a:gd name="T42" fmla="*/ 209 w 214"/>
              <a:gd name="T43" fmla="*/ 71 h 199"/>
              <a:gd name="T44" fmla="*/ 195 w 214"/>
              <a:gd name="T45" fmla="*/ 36 h 199"/>
              <a:gd name="T46" fmla="*/ 182 w 214"/>
              <a:gd name="T47" fmla="*/ 48 h 199"/>
              <a:gd name="T48" fmla="*/ 186 w 214"/>
              <a:gd name="T49" fmla="*/ 79 h 199"/>
              <a:gd name="T50" fmla="*/ 184 w 214"/>
              <a:gd name="T51" fmla="*/ 104 h 199"/>
              <a:gd name="T52" fmla="*/ 172 w 214"/>
              <a:gd name="T53" fmla="*/ 119 h 199"/>
              <a:gd name="T54" fmla="*/ 163 w 214"/>
              <a:gd name="T55" fmla="*/ 128 h 199"/>
              <a:gd name="T56" fmla="*/ 168 w 214"/>
              <a:gd name="T57" fmla="*/ 117 h 199"/>
              <a:gd name="T58" fmla="*/ 181 w 214"/>
              <a:gd name="T59" fmla="*/ 101 h 199"/>
              <a:gd name="T60" fmla="*/ 176 w 214"/>
              <a:gd name="T61" fmla="*/ 82 h 199"/>
              <a:gd name="T62" fmla="*/ 160 w 214"/>
              <a:gd name="T63" fmla="*/ 95 h 199"/>
              <a:gd name="T64" fmla="*/ 140 w 214"/>
              <a:gd name="T65" fmla="*/ 113 h 199"/>
              <a:gd name="T66" fmla="*/ 126 w 214"/>
              <a:gd name="T67" fmla="*/ 144 h 199"/>
              <a:gd name="T68" fmla="*/ 123 w 214"/>
              <a:gd name="T69" fmla="*/ 168 h 199"/>
              <a:gd name="T70" fmla="*/ 125 w 214"/>
              <a:gd name="T71" fmla="*/ 181 h 199"/>
              <a:gd name="T72" fmla="*/ 125 w 214"/>
              <a:gd name="T73" fmla="*/ 199 h 199"/>
              <a:gd name="T74" fmla="*/ 175 w 214"/>
              <a:gd name="T75" fmla="*/ 199 h 199"/>
              <a:gd name="T76" fmla="*/ 175 w 214"/>
              <a:gd name="T77" fmla="*/ 178 h 199"/>
              <a:gd name="T78" fmla="*/ 201 w 214"/>
              <a:gd name="T79" fmla="*/ 136 h 199"/>
              <a:gd name="T80" fmla="*/ 213 w 214"/>
              <a:gd name="T81" fmla="*/ 112 h 199"/>
              <a:gd name="T82" fmla="*/ 209 w 214"/>
              <a:gd name="T83" fmla="*/ 71 h 199"/>
              <a:gd name="T84" fmla="*/ 137 w 214"/>
              <a:gd name="T85" fmla="*/ 84 h 199"/>
              <a:gd name="T86" fmla="*/ 134 w 214"/>
              <a:gd name="T87" fmla="*/ 66 h 199"/>
              <a:gd name="T88" fmla="*/ 138 w 214"/>
              <a:gd name="T89" fmla="*/ 52 h 199"/>
              <a:gd name="T90" fmla="*/ 151 w 214"/>
              <a:gd name="T91" fmla="*/ 39 h 199"/>
              <a:gd name="T92" fmla="*/ 149 w 214"/>
              <a:gd name="T93" fmla="*/ 32 h 199"/>
              <a:gd name="T94" fmla="*/ 131 w 214"/>
              <a:gd name="T95" fmla="*/ 30 h 199"/>
              <a:gd name="T96" fmla="*/ 119 w 214"/>
              <a:gd name="T97" fmla="*/ 21 h 199"/>
              <a:gd name="T98" fmla="*/ 111 w 214"/>
              <a:gd name="T99" fmla="*/ 4 h 199"/>
              <a:gd name="T100" fmla="*/ 103 w 214"/>
              <a:gd name="T101" fmla="*/ 4 h 199"/>
              <a:gd name="T102" fmla="*/ 95 w 214"/>
              <a:gd name="T103" fmla="*/ 21 h 199"/>
              <a:gd name="T104" fmla="*/ 83 w 214"/>
              <a:gd name="T105" fmla="*/ 30 h 199"/>
              <a:gd name="T106" fmla="*/ 65 w 214"/>
              <a:gd name="T107" fmla="*/ 32 h 199"/>
              <a:gd name="T108" fmla="*/ 63 w 214"/>
              <a:gd name="T109" fmla="*/ 39 h 199"/>
              <a:gd name="T110" fmla="*/ 76 w 214"/>
              <a:gd name="T111" fmla="*/ 52 h 199"/>
              <a:gd name="T112" fmla="*/ 80 w 214"/>
              <a:gd name="T113" fmla="*/ 66 h 199"/>
              <a:gd name="T114" fmla="*/ 77 w 214"/>
              <a:gd name="T115" fmla="*/ 84 h 199"/>
              <a:gd name="T116" fmla="*/ 83 w 214"/>
              <a:gd name="T117" fmla="*/ 89 h 199"/>
              <a:gd name="T118" fmla="*/ 99 w 214"/>
              <a:gd name="T119" fmla="*/ 80 h 199"/>
              <a:gd name="T120" fmla="*/ 114 w 214"/>
              <a:gd name="T121" fmla="*/ 80 h 199"/>
              <a:gd name="T122" fmla="*/ 131 w 214"/>
              <a:gd name="T123" fmla="*/ 89 h 199"/>
              <a:gd name="T124" fmla="*/ 137 w 214"/>
              <a:gd name="T125" fmla="*/ 84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14" h="199">
                <a:moveTo>
                  <a:pt x="88" y="144"/>
                </a:moveTo>
                <a:cubicBezTo>
                  <a:pt x="88" y="163"/>
                  <a:pt x="91" y="162"/>
                  <a:pt x="91" y="168"/>
                </a:cubicBezTo>
                <a:cubicBezTo>
                  <a:pt x="91" y="173"/>
                  <a:pt x="89" y="176"/>
                  <a:pt x="89" y="181"/>
                </a:cubicBezTo>
                <a:cubicBezTo>
                  <a:pt x="89" y="199"/>
                  <a:pt x="89" y="199"/>
                  <a:pt x="89" y="199"/>
                </a:cubicBezTo>
                <a:cubicBezTo>
                  <a:pt x="39" y="199"/>
                  <a:pt x="39" y="199"/>
                  <a:pt x="39" y="199"/>
                </a:cubicBezTo>
                <a:cubicBezTo>
                  <a:pt x="39" y="178"/>
                  <a:pt x="39" y="178"/>
                  <a:pt x="39" y="178"/>
                </a:cubicBezTo>
                <a:cubicBezTo>
                  <a:pt x="37" y="170"/>
                  <a:pt x="20" y="145"/>
                  <a:pt x="13" y="136"/>
                </a:cubicBezTo>
                <a:cubicBezTo>
                  <a:pt x="5" y="126"/>
                  <a:pt x="0" y="118"/>
                  <a:pt x="1" y="112"/>
                </a:cubicBezTo>
                <a:cubicBezTo>
                  <a:pt x="1" y="106"/>
                  <a:pt x="4" y="76"/>
                  <a:pt x="5" y="71"/>
                </a:cubicBezTo>
                <a:cubicBezTo>
                  <a:pt x="7" y="65"/>
                  <a:pt x="17" y="41"/>
                  <a:pt x="19" y="36"/>
                </a:cubicBezTo>
                <a:cubicBezTo>
                  <a:pt x="21" y="31"/>
                  <a:pt x="31" y="38"/>
                  <a:pt x="32" y="48"/>
                </a:cubicBezTo>
                <a:cubicBezTo>
                  <a:pt x="33" y="60"/>
                  <a:pt x="29" y="66"/>
                  <a:pt x="28" y="79"/>
                </a:cubicBezTo>
                <a:cubicBezTo>
                  <a:pt x="26" y="91"/>
                  <a:pt x="27" y="99"/>
                  <a:pt x="29" y="104"/>
                </a:cubicBezTo>
                <a:cubicBezTo>
                  <a:pt x="31" y="107"/>
                  <a:pt x="38" y="115"/>
                  <a:pt x="42" y="119"/>
                </a:cubicBezTo>
                <a:cubicBezTo>
                  <a:pt x="47" y="124"/>
                  <a:pt x="51" y="128"/>
                  <a:pt x="51" y="128"/>
                </a:cubicBezTo>
                <a:cubicBezTo>
                  <a:pt x="51" y="128"/>
                  <a:pt x="51" y="122"/>
                  <a:pt x="46" y="117"/>
                </a:cubicBezTo>
                <a:cubicBezTo>
                  <a:pt x="39" y="110"/>
                  <a:pt x="34" y="106"/>
                  <a:pt x="33" y="101"/>
                </a:cubicBezTo>
                <a:cubicBezTo>
                  <a:pt x="30" y="90"/>
                  <a:pt x="35" y="83"/>
                  <a:pt x="38" y="82"/>
                </a:cubicBezTo>
                <a:cubicBezTo>
                  <a:pt x="40" y="81"/>
                  <a:pt x="51" y="93"/>
                  <a:pt x="54" y="95"/>
                </a:cubicBezTo>
                <a:cubicBezTo>
                  <a:pt x="57" y="98"/>
                  <a:pt x="69" y="106"/>
                  <a:pt x="74" y="113"/>
                </a:cubicBezTo>
                <a:cubicBezTo>
                  <a:pt x="78" y="119"/>
                  <a:pt x="88" y="134"/>
                  <a:pt x="88" y="144"/>
                </a:cubicBezTo>
                <a:moveTo>
                  <a:pt x="209" y="71"/>
                </a:moveTo>
                <a:cubicBezTo>
                  <a:pt x="207" y="65"/>
                  <a:pt x="197" y="41"/>
                  <a:pt x="195" y="36"/>
                </a:cubicBezTo>
                <a:cubicBezTo>
                  <a:pt x="193" y="31"/>
                  <a:pt x="182" y="38"/>
                  <a:pt x="182" y="48"/>
                </a:cubicBezTo>
                <a:cubicBezTo>
                  <a:pt x="181" y="60"/>
                  <a:pt x="185" y="66"/>
                  <a:pt x="186" y="79"/>
                </a:cubicBezTo>
                <a:cubicBezTo>
                  <a:pt x="188" y="91"/>
                  <a:pt x="187" y="99"/>
                  <a:pt x="184" y="104"/>
                </a:cubicBezTo>
                <a:cubicBezTo>
                  <a:pt x="183" y="107"/>
                  <a:pt x="176" y="115"/>
                  <a:pt x="172" y="119"/>
                </a:cubicBezTo>
                <a:cubicBezTo>
                  <a:pt x="167" y="124"/>
                  <a:pt x="163" y="128"/>
                  <a:pt x="163" y="128"/>
                </a:cubicBezTo>
                <a:cubicBezTo>
                  <a:pt x="163" y="128"/>
                  <a:pt x="163" y="122"/>
                  <a:pt x="168" y="117"/>
                </a:cubicBezTo>
                <a:cubicBezTo>
                  <a:pt x="175" y="110"/>
                  <a:pt x="180" y="106"/>
                  <a:pt x="181" y="101"/>
                </a:cubicBezTo>
                <a:cubicBezTo>
                  <a:pt x="184" y="90"/>
                  <a:pt x="179" y="83"/>
                  <a:pt x="176" y="82"/>
                </a:cubicBezTo>
                <a:cubicBezTo>
                  <a:pt x="173" y="81"/>
                  <a:pt x="163" y="93"/>
                  <a:pt x="160" y="95"/>
                </a:cubicBezTo>
                <a:cubicBezTo>
                  <a:pt x="157" y="98"/>
                  <a:pt x="145" y="106"/>
                  <a:pt x="140" y="113"/>
                </a:cubicBezTo>
                <a:cubicBezTo>
                  <a:pt x="136" y="119"/>
                  <a:pt x="126" y="134"/>
                  <a:pt x="126" y="144"/>
                </a:cubicBezTo>
                <a:cubicBezTo>
                  <a:pt x="126" y="163"/>
                  <a:pt x="123" y="162"/>
                  <a:pt x="123" y="168"/>
                </a:cubicBezTo>
                <a:cubicBezTo>
                  <a:pt x="123" y="173"/>
                  <a:pt x="125" y="176"/>
                  <a:pt x="125" y="181"/>
                </a:cubicBezTo>
                <a:cubicBezTo>
                  <a:pt x="125" y="199"/>
                  <a:pt x="125" y="199"/>
                  <a:pt x="125" y="199"/>
                </a:cubicBezTo>
                <a:cubicBezTo>
                  <a:pt x="175" y="199"/>
                  <a:pt x="175" y="199"/>
                  <a:pt x="175" y="199"/>
                </a:cubicBezTo>
                <a:cubicBezTo>
                  <a:pt x="175" y="178"/>
                  <a:pt x="175" y="178"/>
                  <a:pt x="175" y="178"/>
                </a:cubicBezTo>
                <a:cubicBezTo>
                  <a:pt x="177" y="170"/>
                  <a:pt x="194" y="145"/>
                  <a:pt x="201" y="136"/>
                </a:cubicBezTo>
                <a:cubicBezTo>
                  <a:pt x="209" y="126"/>
                  <a:pt x="214" y="118"/>
                  <a:pt x="213" y="112"/>
                </a:cubicBezTo>
                <a:cubicBezTo>
                  <a:pt x="213" y="106"/>
                  <a:pt x="210" y="76"/>
                  <a:pt x="209" y="71"/>
                </a:cubicBezTo>
                <a:moveTo>
                  <a:pt x="137" y="84"/>
                </a:moveTo>
                <a:cubicBezTo>
                  <a:pt x="134" y="66"/>
                  <a:pt x="134" y="66"/>
                  <a:pt x="134" y="66"/>
                </a:cubicBezTo>
                <a:cubicBezTo>
                  <a:pt x="133" y="62"/>
                  <a:pt x="135" y="55"/>
                  <a:pt x="138" y="52"/>
                </a:cubicBezTo>
                <a:cubicBezTo>
                  <a:pt x="151" y="39"/>
                  <a:pt x="151" y="39"/>
                  <a:pt x="151" y="39"/>
                </a:cubicBezTo>
                <a:cubicBezTo>
                  <a:pt x="155" y="36"/>
                  <a:pt x="154" y="33"/>
                  <a:pt x="149" y="32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6" y="29"/>
                  <a:pt x="121" y="25"/>
                  <a:pt x="119" y="21"/>
                </a:cubicBezTo>
                <a:cubicBezTo>
                  <a:pt x="111" y="4"/>
                  <a:pt x="111" y="4"/>
                  <a:pt x="111" y="4"/>
                </a:cubicBezTo>
                <a:cubicBezTo>
                  <a:pt x="109" y="0"/>
                  <a:pt x="105" y="0"/>
                  <a:pt x="103" y="4"/>
                </a:cubicBezTo>
                <a:cubicBezTo>
                  <a:pt x="95" y="21"/>
                  <a:pt x="95" y="21"/>
                  <a:pt x="95" y="21"/>
                </a:cubicBezTo>
                <a:cubicBezTo>
                  <a:pt x="93" y="25"/>
                  <a:pt x="88" y="29"/>
                  <a:pt x="83" y="30"/>
                </a:cubicBezTo>
                <a:cubicBezTo>
                  <a:pt x="65" y="32"/>
                  <a:pt x="65" y="32"/>
                  <a:pt x="65" y="32"/>
                </a:cubicBezTo>
                <a:cubicBezTo>
                  <a:pt x="60" y="33"/>
                  <a:pt x="59" y="36"/>
                  <a:pt x="63" y="39"/>
                </a:cubicBezTo>
                <a:cubicBezTo>
                  <a:pt x="76" y="52"/>
                  <a:pt x="76" y="52"/>
                  <a:pt x="76" y="52"/>
                </a:cubicBezTo>
                <a:cubicBezTo>
                  <a:pt x="79" y="55"/>
                  <a:pt x="81" y="62"/>
                  <a:pt x="80" y="66"/>
                </a:cubicBezTo>
                <a:cubicBezTo>
                  <a:pt x="77" y="84"/>
                  <a:pt x="77" y="84"/>
                  <a:pt x="77" y="84"/>
                </a:cubicBezTo>
                <a:cubicBezTo>
                  <a:pt x="76" y="89"/>
                  <a:pt x="79" y="91"/>
                  <a:pt x="83" y="89"/>
                </a:cubicBezTo>
                <a:cubicBezTo>
                  <a:pt x="99" y="80"/>
                  <a:pt x="99" y="80"/>
                  <a:pt x="99" y="80"/>
                </a:cubicBezTo>
                <a:cubicBezTo>
                  <a:pt x="104" y="78"/>
                  <a:pt x="110" y="78"/>
                  <a:pt x="114" y="80"/>
                </a:cubicBezTo>
                <a:cubicBezTo>
                  <a:pt x="131" y="89"/>
                  <a:pt x="131" y="89"/>
                  <a:pt x="131" y="89"/>
                </a:cubicBezTo>
                <a:cubicBezTo>
                  <a:pt x="135" y="91"/>
                  <a:pt x="138" y="89"/>
                  <a:pt x="137" y="84"/>
                </a:cubicBezTo>
              </a:path>
            </a:pathLst>
          </a:custGeom>
          <a:solidFill>
            <a:srgbClr val="9BBB5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2" name="Freeform 71"/>
          <p:cNvSpPr>
            <a:spLocks noEditPoints="1"/>
          </p:cNvSpPr>
          <p:nvPr/>
        </p:nvSpPr>
        <p:spPr bwMode="auto">
          <a:xfrm>
            <a:off x="3197613" y="5018809"/>
            <a:ext cx="307614" cy="253924"/>
          </a:xfrm>
          <a:custGeom>
            <a:avLst/>
            <a:gdLst>
              <a:gd name="T0" fmla="*/ 70 w 206"/>
              <a:gd name="T1" fmla="*/ 42 h 170"/>
              <a:gd name="T2" fmla="*/ 70 w 206"/>
              <a:gd name="T3" fmla="*/ 9 h 170"/>
              <a:gd name="T4" fmla="*/ 103 w 206"/>
              <a:gd name="T5" fmla="*/ 9 h 170"/>
              <a:gd name="T6" fmla="*/ 108 w 206"/>
              <a:gd name="T7" fmla="*/ 14 h 170"/>
              <a:gd name="T8" fmla="*/ 114 w 206"/>
              <a:gd name="T9" fmla="*/ 9 h 170"/>
              <a:gd name="T10" fmla="*/ 147 w 206"/>
              <a:gd name="T11" fmla="*/ 9 h 170"/>
              <a:gd name="T12" fmla="*/ 147 w 206"/>
              <a:gd name="T13" fmla="*/ 42 h 170"/>
              <a:gd name="T14" fmla="*/ 115 w 206"/>
              <a:gd name="T15" fmla="*/ 74 h 170"/>
              <a:gd name="T16" fmla="*/ 102 w 206"/>
              <a:gd name="T17" fmla="*/ 74 h 170"/>
              <a:gd name="T18" fmla="*/ 70 w 206"/>
              <a:gd name="T19" fmla="*/ 42 h 170"/>
              <a:gd name="T20" fmla="*/ 0 w 206"/>
              <a:gd name="T21" fmla="*/ 99 h 170"/>
              <a:gd name="T22" fmla="*/ 43 w 206"/>
              <a:gd name="T23" fmla="*/ 99 h 170"/>
              <a:gd name="T24" fmla="*/ 43 w 206"/>
              <a:gd name="T25" fmla="*/ 170 h 170"/>
              <a:gd name="T26" fmla="*/ 0 w 206"/>
              <a:gd name="T27" fmla="*/ 170 h 170"/>
              <a:gd name="T28" fmla="*/ 0 w 206"/>
              <a:gd name="T29" fmla="*/ 99 h 170"/>
              <a:gd name="T30" fmla="*/ 8 w 206"/>
              <a:gd name="T31" fmla="*/ 155 h 170"/>
              <a:gd name="T32" fmla="*/ 14 w 206"/>
              <a:gd name="T33" fmla="*/ 161 h 170"/>
              <a:gd name="T34" fmla="*/ 20 w 206"/>
              <a:gd name="T35" fmla="*/ 155 h 170"/>
              <a:gd name="T36" fmla="*/ 14 w 206"/>
              <a:gd name="T37" fmla="*/ 149 h 170"/>
              <a:gd name="T38" fmla="*/ 8 w 206"/>
              <a:gd name="T39" fmla="*/ 155 h 170"/>
              <a:gd name="T40" fmla="*/ 189 w 206"/>
              <a:gd name="T41" fmla="*/ 99 h 170"/>
              <a:gd name="T42" fmla="*/ 153 w 206"/>
              <a:gd name="T43" fmla="*/ 119 h 170"/>
              <a:gd name="T44" fmla="*/ 160 w 206"/>
              <a:gd name="T45" fmla="*/ 125 h 170"/>
              <a:gd name="T46" fmla="*/ 156 w 206"/>
              <a:gd name="T47" fmla="*/ 133 h 170"/>
              <a:gd name="T48" fmla="*/ 129 w 206"/>
              <a:gd name="T49" fmla="*/ 139 h 170"/>
              <a:gd name="T50" fmla="*/ 102 w 206"/>
              <a:gd name="T51" fmla="*/ 124 h 170"/>
              <a:gd name="T52" fmla="*/ 127 w 206"/>
              <a:gd name="T53" fmla="*/ 136 h 170"/>
              <a:gd name="T54" fmla="*/ 150 w 206"/>
              <a:gd name="T55" fmla="*/ 126 h 170"/>
              <a:gd name="T56" fmla="*/ 120 w 206"/>
              <a:gd name="T57" fmla="*/ 106 h 170"/>
              <a:gd name="T58" fmla="*/ 92 w 206"/>
              <a:gd name="T59" fmla="*/ 96 h 170"/>
              <a:gd name="T60" fmla="*/ 55 w 206"/>
              <a:gd name="T61" fmla="*/ 103 h 170"/>
              <a:gd name="T62" fmla="*/ 48 w 206"/>
              <a:gd name="T63" fmla="*/ 103 h 170"/>
              <a:gd name="T64" fmla="*/ 48 w 206"/>
              <a:gd name="T65" fmla="*/ 151 h 170"/>
              <a:gd name="T66" fmla="*/ 62 w 206"/>
              <a:gd name="T67" fmla="*/ 151 h 170"/>
              <a:gd name="T68" fmla="*/ 83 w 206"/>
              <a:gd name="T69" fmla="*/ 153 h 170"/>
              <a:gd name="T70" fmla="*/ 119 w 206"/>
              <a:gd name="T71" fmla="*/ 164 h 170"/>
              <a:gd name="T72" fmla="*/ 145 w 206"/>
              <a:gd name="T73" fmla="*/ 156 h 170"/>
              <a:gd name="T74" fmla="*/ 173 w 206"/>
              <a:gd name="T75" fmla="*/ 136 h 170"/>
              <a:gd name="T76" fmla="*/ 202 w 206"/>
              <a:gd name="T77" fmla="*/ 111 h 170"/>
              <a:gd name="T78" fmla="*/ 189 w 206"/>
              <a:gd name="T79" fmla="*/ 99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06" h="170">
                <a:moveTo>
                  <a:pt x="70" y="42"/>
                </a:moveTo>
                <a:cubicBezTo>
                  <a:pt x="61" y="33"/>
                  <a:pt x="61" y="18"/>
                  <a:pt x="70" y="9"/>
                </a:cubicBezTo>
                <a:cubicBezTo>
                  <a:pt x="79" y="0"/>
                  <a:pt x="94" y="0"/>
                  <a:pt x="103" y="9"/>
                </a:cubicBezTo>
                <a:cubicBezTo>
                  <a:pt x="108" y="14"/>
                  <a:pt x="108" y="14"/>
                  <a:pt x="108" y="14"/>
                </a:cubicBezTo>
                <a:cubicBezTo>
                  <a:pt x="114" y="9"/>
                  <a:pt x="114" y="9"/>
                  <a:pt x="114" y="9"/>
                </a:cubicBezTo>
                <a:cubicBezTo>
                  <a:pt x="123" y="0"/>
                  <a:pt x="138" y="0"/>
                  <a:pt x="147" y="9"/>
                </a:cubicBezTo>
                <a:cubicBezTo>
                  <a:pt x="156" y="18"/>
                  <a:pt x="156" y="33"/>
                  <a:pt x="147" y="42"/>
                </a:cubicBezTo>
                <a:cubicBezTo>
                  <a:pt x="115" y="74"/>
                  <a:pt x="115" y="74"/>
                  <a:pt x="115" y="74"/>
                </a:cubicBezTo>
                <a:cubicBezTo>
                  <a:pt x="111" y="78"/>
                  <a:pt x="105" y="78"/>
                  <a:pt x="102" y="74"/>
                </a:cubicBezTo>
                <a:lnTo>
                  <a:pt x="70" y="42"/>
                </a:lnTo>
                <a:close/>
                <a:moveTo>
                  <a:pt x="0" y="99"/>
                </a:moveTo>
                <a:cubicBezTo>
                  <a:pt x="43" y="99"/>
                  <a:pt x="43" y="99"/>
                  <a:pt x="43" y="99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0" y="170"/>
                  <a:pt x="0" y="170"/>
                  <a:pt x="0" y="170"/>
                </a:cubicBezTo>
                <a:lnTo>
                  <a:pt x="0" y="99"/>
                </a:lnTo>
                <a:close/>
                <a:moveTo>
                  <a:pt x="8" y="155"/>
                </a:moveTo>
                <a:cubicBezTo>
                  <a:pt x="8" y="158"/>
                  <a:pt x="11" y="161"/>
                  <a:pt x="14" y="161"/>
                </a:cubicBezTo>
                <a:cubicBezTo>
                  <a:pt x="17" y="161"/>
                  <a:pt x="20" y="158"/>
                  <a:pt x="20" y="155"/>
                </a:cubicBezTo>
                <a:cubicBezTo>
                  <a:pt x="20" y="151"/>
                  <a:pt x="17" y="149"/>
                  <a:pt x="14" y="149"/>
                </a:cubicBezTo>
                <a:cubicBezTo>
                  <a:pt x="11" y="149"/>
                  <a:pt x="8" y="151"/>
                  <a:pt x="8" y="155"/>
                </a:cubicBezTo>
                <a:moveTo>
                  <a:pt x="189" y="99"/>
                </a:moveTo>
                <a:cubicBezTo>
                  <a:pt x="179" y="98"/>
                  <a:pt x="153" y="119"/>
                  <a:pt x="153" y="119"/>
                </a:cubicBezTo>
                <a:cubicBezTo>
                  <a:pt x="153" y="119"/>
                  <a:pt x="157" y="123"/>
                  <a:pt x="160" y="125"/>
                </a:cubicBezTo>
                <a:cubicBezTo>
                  <a:pt x="162" y="126"/>
                  <a:pt x="159" y="130"/>
                  <a:pt x="156" y="133"/>
                </a:cubicBezTo>
                <a:cubicBezTo>
                  <a:pt x="152" y="135"/>
                  <a:pt x="139" y="142"/>
                  <a:pt x="129" y="139"/>
                </a:cubicBezTo>
                <a:cubicBezTo>
                  <a:pt x="119" y="136"/>
                  <a:pt x="102" y="124"/>
                  <a:pt x="102" y="124"/>
                </a:cubicBezTo>
                <a:cubicBezTo>
                  <a:pt x="102" y="124"/>
                  <a:pt x="118" y="133"/>
                  <a:pt x="127" y="136"/>
                </a:cubicBezTo>
                <a:cubicBezTo>
                  <a:pt x="136" y="139"/>
                  <a:pt x="154" y="129"/>
                  <a:pt x="150" y="126"/>
                </a:cubicBezTo>
                <a:cubicBezTo>
                  <a:pt x="146" y="123"/>
                  <a:pt x="132" y="116"/>
                  <a:pt x="120" y="106"/>
                </a:cubicBezTo>
                <a:cubicBezTo>
                  <a:pt x="115" y="101"/>
                  <a:pt x="102" y="96"/>
                  <a:pt x="92" y="96"/>
                </a:cubicBezTo>
                <a:cubicBezTo>
                  <a:pt x="82" y="96"/>
                  <a:pt x="63" y="103"/>
                  <a:pt x="55" y="103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48" y="151"/>
                  <a:pt x="48" y="151"/>
                  <a:pt x="48" y="151"/>
                </a:cubicBezTo>
                <a:cubicBezTo>
                  <a:pt x="62" y="151"/>
                  <a:pt x="62" y="151"/>
                  <a:pt x="62" y="151"/>
                </a:cubicBezTo>
                <a:cubicBezTo>
                  <a:pt x="69" y="151"/>
                  <a:pt x="79" y="151"/>
                  <a:pt x="83" y="153"/>
                </a:cubicBezTo>
                <a:cubicBezTo>
                  <a:pt x="86" y="155"/>
                  <a:pt x="112" y="164"/>
                  <a:pt x="119" y="164"/>
                </a:cubicBezTo>
                <a:cubicBezTo>
                  <a:pt x="126" y="164"/>
                  <a:pt x="137" y="161"/>
                  <a:pt x="145" y="156"/>
                </a:cubicBezTo>
                <a:cubicBezTo>
                  <a:pt x="153" y="150"/>
                  <a:pt x="167" y="141"/>
                  <a:pt x="173" y="136"/>
                </a:cubicBezTo>
                <a:cubicBezTo>
                  <a:pt x="179" y="131"/>
                  <a:pt x="199" y="115"/>
                  <a:pt x="202" y="111"/>
                </a:cubicBezTo>
                <a:cubicBezTo>
                  <a:pt x="206" y="108"/>
                  <a:pt x="199" y="100"/>
                  <a:pt x="189" y="99"/>
                </a:cubicBezTo>
              </a:path>
            </a:pathLst>
          </a:custGeom>
          <a:solidFill>
            <a:srgbClr val="41B1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3" name="Freeform 72"/>
          <p:cNvSpPr>
            <a:spLocks noEditPoints="1"/>
          </p:cNvSpPr>
          <p:nvPr/>
        </p:nvSpPr>
        <p:spPr bwMode="auto">
          <a:xfrm>
            <a:off x="3197613" y="2389755"/>
            <a:ext cx="307614" cy="273505"/>
          </a:xfrm>
          <a:custGeom>
            <a:avLst/>
            <a:gdLst>
              <a:gd name="T0" fmla="*/ 143 w 206"/>
              <a:gd name="T1" fmla="*/ 93 h 183"/>
              <a:gd name="T2" fmla="*/ 115 w 206"/>
              <a:gd name="T3" fmla="*/ 90 h 183"/>
              <a:gd name="T4" fmla="*/ 117 w 206"/>
              <a:gd name="T5" fmla="*/ 88 h 183"/>
              <a:gd name="T6" fmla="*/ 145 w 206"/>
              <a:gd name="T7" fmla="*/ 90 h 183"/>
              <a:gd name="T8" fmla="*/ 138 w 206"/>
              <a:gd name="T9" fmla="*/ 105 h 183"/>
              <a:gd name="T10" fmla="*/ 140 w 206"/>
              <a:gd name="T11" fmla="*/ 101 h 183"/>
              <a:gd name="T12" fmla="*/ 145 w 206"/>
              <a:gd name="T13" fmla="*/ 99 h 183"/>
              <a:gd name="T14" fmla="*/ 143 w 206"/>
              <a:gd name="T15" fmla="*/ 95 h 183"/>
              <a:gd name="T16" fmla="*/ 115 w 206"/>
              <a:gd name="T17" fmla="*/ 97 h 183"/>
              <a:gd name="T18" fmla="*/ 117 w 206"/>
              <a:gd name="T19" fmla="*/ 101 h 183"/>
              <a:gd name="T20" fmla="*/ 120 w 206"/>
              <a:gd name="T21" fmla="*/ 102 h 183"/>
              <a:gd name="T22" fmla="*/ 116 w 206"/>
              <a:gd name="T23" fmla="*/ 78 h 183"/>
              <a:gd name="T24" fmla="*/ 155 w 206"/>
              <a:gd name="T25" fmla="*/ 57 h 183"/>
              <a:gd name="T26" fmla="*/ 130 w 206"/>
              <a:gd name="T27" fmla="*/ 0 h 183"/>
              <a:gd name="T28" fmla="*/ 105 w 206"/>
              <a:gd name="T29" fmla="*/ 57 h 183"/>
              <a:gd name="T30" fmla="*/ 145 w 206"/>
              <a:gd name="T31" fmla="*/ 83 h 183"/>
              <a:gd name="T32" fmla="*/ 117 w 206"/>
              <a:gd name="T33" fmla="*/ 80 h 183"/>
              <a:gd name="T34" fmla="*/ 115 w 206"/>
              <a:gd name="T35" fmla="*/ 83 h 183"/>
              <a:gd name="T36" fmla="*/ 143 w 206"/>
              <a:gd name="T37" fmla="*/ 86 h 183"/>
              <a:gd name="T38" fmla="*/ 0 w 206"/>
              <a:gd name="T39" fmla="*/ 111 h 183"/>
              <a:gd name="T40" fmla="*/ 43 w 206"/>
              <a:gd name="T41" fmla="*/ 183 h 183"/>
              <a:gd name="T42" fmla="*/ 0 w 206"/>
              <a:gd name="T43" fmla="*/ 111 h 183"/>
              <a:gd name="T44" fmla="*/ 15 w 206"/>
              <a:gd name="T45" fmla="*/ 173 h 183"/>
              <a:gd name="T46" fmla="*/ 15 w 206"/>
              <a:gd name="T47" fmla="*/ 161 h 183"/>
              <a:gd name="T48" fmla="*/ 190 w 206"/>
              <a:gd name="T49" fmla="*/ 111 h 183"/>
              <a:gd name="T50" fmla="*/ 160 w 206"/>
              <a:gd name="T51" fmla="*/ 137 h 183"/>
              <a:gd name="T52" fmla="*/ 130 w 206"/>
              <a:gd name="T53" fmla="*/ 151 h 183"/>
              <a:gd name="T54" fmla="*/ 128 w 206"/>
              <a:gd name="T55" fmla="*/ 148 h 183"/>
              <a:gd name="T56" fmla="*/ 121 w 206"/>
              <a:gd name="T57" fmla="*/ 118 h 183"/>
              <a:gd name="T58" fmla="*/ 56 w 206"/>
              <a:gd name="T59" fmla="*/ 116 h 183"/>
              <a:gd name="T60" fmla="*/ 48 w 206"/>
              <a:gd name="T61" fmla="*/ 164 h 183"/>
              <a:gd name="T62" fmla="*/ 83 w 206"/>
              <a:gd name="T63" fmla="*/ 165 h 183"/>
              <a:gd name="T64" fmla="*/ 146 w 206"/>
              <a:gd name="T65" fmla="*/ 168 h 183"/>
              <a:gd name="T66" fmla="*/ 203 w 206"/>
              <a:gd name="T67" fmla="*/ 124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06" h="183">
                <a:moveTo>
                  <a:pt x="145" y="90"/>
                </a:moveTo>
                <a:cubicBezTo>
                  <a:pt x="145" y="92"/>
                  <a:pt x="144" y="93"/>
                  <a:pt x="143" y="93"/>
                </a:cubicBezTo>
                <a:cubicBezTo>
                  <a:pt x="117" y="93"/>
                  <a:pt x="117" y="93"/>
                  <a:pt x="117" y="93"/>
                </a:cubicBezTo>
                <a:cubicBezTo>
                  <a:pt x="116" y="93"/>
                  <a:pt x="115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5" y="89"/>
                  <a:pt x="116" y="88"/>
                  <a:pt x="117" y="88"/>
                </a:cubicBezTo>
                <a:cubicBezTo>
                  <a:pt x="143" y="88"/>
                  <a:pt x="143" y="88"/>
                  <a:pt x="143" y="88"/>
                </a:cubicBezTo>
                <a:cubicBezTo>
                  <a:pt x="144" y="88"/>
                  <a:pt x="145" y="89"/>
                  <a:pt x="145" y="90"/>
                </a:cubicBezTo>
                <a:close/>
                <a:moveTo>
                  <a:pt x="122" y="105"/>
                </a:moveTo>
                <a:cubicBezTo>
                  <a:pt x="138" y="105"/>
                  <a:pt x="138" y="105"/>
                  <a:pt x="138" y="105"/>
                </a:cubicBezTo>
                <a:cubicBezTo>
                  <a:pt x="139" y="105"/>
                  <a:pt x="140" y="104"/>
                  <a:pt x="140" y="10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143" y="101"/>
                  <a:pt x="143" y="101"/>
                  <a:pt x="143" y="101"/>
                </a:cubicBezTo>
                <a:cubicBezTo>
                  <a:pt x="144" y="101"/>
                  <a:pt x="145" y="100"/>
                  <a:pt x="145" y="99"/>
                </a:cubicBezTo>
                <a:cubicBezTo>
                  <a:pt x="145" y="97"/>
                  <a:pt x="145" y="97"/>
                  <a:pt x="145" y="97"/>
                </a:cubicBezTo>
                <a:cubicBezTo>
                  <a:pt x="145" y="96"/>
                  <a:pt x="144" y="95"/>
                  <a:pt x="143" y="95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6" y="95"/>
                  <a:pt x="115" y="96"/>
                  <a:pt x="115" y="97"/>
                </a:cubicBezTo>
                <a:cubicBezTo>
                  <a:pt x="115" y="99"/>
                  <a:pt x="115" y="99"/>
                  <a:pt x="115" y="99"/>
                </a:cubicBezTo>
                <a:cubicBezTo>
                  <a:pt x="115" y="100"/>
                  <a:pt x="116" y="101"/>
                  <a:pt x="117" y="101"/>
                </a:cubicBezTo>
                <a:cubicBezTo>
                  <a:pt x="120" y="101"/>
                  <a:pt x="120" y="101"/>
                  <a:pt x="120" y="101"/>
                </a:cubicBezTo>
                <a:cubicBezTo>
                  <a:pt x="120" y="102"/>
                  <a:pt x="120" y="102"/>
                  <a:pt x="120" y="102"/>
                </a:cubicBezTo>
                <a:cubicBezTo>
                  <a:pt x="120" y="104"/>
                  <a:pt x="121" y="105"/>
                  <a:pt x="122" y="105"/>
                </a:cubicBezTo>
                <a:close/>
                <a:moveTo>
                  <a:pt x="116" y="78"/>
                </a:moveTo>
                <a:cubicBezTo>
                  <a:pt x="144" y="78"/>
                  <a:pt x="144" y="78"/>
                  <a:pt x="144" y="78"/>
                </a:cubicBezTo>
                <a:cubicBezTo>
                  <a:pt x="150" y="78"/>
                  <a:pt x="143" y="70"/>
                  <a:pt x="155" y="57"/>
                </a:cubicBezTo>
                <a:cubicBezTo>
                  <a:pt x="160" y="51"/>
                  <a:pt x="164" y="43"/>
                  <a:pt x="164" y="34"/>
                </a:cubicBezTo>
                <a:cubicBezTo>
                  <a:pt x="164" y="15"/>
                  <a:pt x="149" y="0"/>
                  <a:pt x="130" y="0"/>
                </a:cubicBezTo>
                <a:cubicBezTo>
                  <a:pt x="111" y="0"/>
                  <a:pt x="96" y="15"/>
                  <a:pt x="96" y="34"/>
                </a:cubicBezTo>
                <a:cubicBezTo>
                  <a:pt x="96" y="43"/>
                  <a:pt x="99" y="51"/>
                  <a:pt x="105" y="57"/>
                </a:cubicBezTo>
                <a:cubicBezTo>
                  <a:pt x="116" y="70"/>
                  <a:pt x="110" y="78"/>
                  <a:pt x="116" y="78"/>
                </a:cubicBezTo>
                <a:close/>
                <a:moveTo>
                  <a:pt x="145" y="83"/>
                </a:moveTo>
                <a:cubicBezTo>
                  <a:pt x="145" y="81"/>
                  <a:pt x="144" y="80"/>
                  <a:pt x="143" y="80"/>
                </a:cubicBezTo>
                <a:cubicBezTo>
                  <a:pt x="117" y="80"/>
                  <a:pt x="117" y="80"/>
                  <a:pt x="117" y="80"/>
                </a:cubicBezTo>
                <a:cubicBezTo>
                  <a:pt x="116" y="80"/>
                  <a:pt x="115" y="81"/>
                  <a:pt x="115" y="83"/>
                </a:cubicBezTo>
                <a:cubicBezTo>
                  <a:pt x="115" y="83"/>
                  <a:pt x="115" y="83"/>
                  <a:pt x="115" y="83"/>
                </a:cubicBezTo>
                <a:cubicBezTo>
                  <a:pt x="115" y="84"/>
                  <a:pt x="116" y="86"/>
                  <a:pt x="117" y="86"/>
                </a:cubicBezTo>
                <a:cubicBezTo>
                  <a:pt x="143" y="86"/>
                  <a:pt x="143" y="86"/>
                  <a:pt x="143" y="86"/>
                </a:cubicBezTo>
                <a:cubicBezTo>
                  <a:pt x="144" y="86"/>
                  <a:pt x="145" y="84"/>
                  <a:pt x="145" y="83"/>
                </a:cubicBezTo>
                <a:close/>
                <a:moveTo>
                  <a:pt x="0" y="111"/>
                </a:moveTo>
                <a:cubicBezTo>
                  <a:pt x="43" y="111"/>
                  <a:pt x="43" y="111"/>
                  <a:pt x="43" y="111"/>
                </a:cubicBezTo>
                <a:cubicBezTo>
                  <a:pt x="43" y="183"/>
                  <a:pt x="43" y="183"/>
                  <a:pt x="43" y="183"/>
                </a:cubicBezTo>
                <a:cubicBezTo>
                  <a:pt x="0" y="183"/>
                  <a:pt x="0" y="183"/>
                  <a:pt x="0" y="183"/>
                </a:cubicBezTo>
                <a:lnTo>
                  <a:pt x="0" y="111"/>
                </a:lnTo>
                <a:close/>
                <a:moveTo>
                  <a:pt x="8" y="167"/>
                </a:moveTo>
                <a:cubicBezTo>
                  <a:pt x="8" y="171"/>
                  <a:pt x="11" y="173"/>
                  <a:pt x="15" y="173"/>
                </a:cubicBezTo>
                <a:cubicBezTo>
                  <a:pt x="18" y="173"/>
                  <a:pt x="21" y="171"/>
                  <a:pt x="21" y="167"/>
                </a:cubicBezTo>
                <a:cubicBezTo>
                  <a:pt x="21" y="164"/>
                  <a:pt x="18" y="161"/>
                  <a:pt x="15" y="161"/>
                </a:cubicBezTo>
                <a:cubicBezTo>
                  <a:pt x="11" y="161"/>
                  <a:pt x="8" y="164"/>
                  <a:pt x="8" y="167"/>
                </a:cubicBezTo>
                <a:close/>
                <a:moveTo>
                  <a:pt x="190" y="111"/>
                </a:moveTo>
                <a:cubicBezTo>
                  <a:pt x="180" y="110"/>
                  <a:pt x="153" y="132"/>
                  <a:pt x="153" y="132"/>
                </a:cubicBezTo>
                <a:cubicBezTo>
                  <a:pt x="153" y="132"/>
                  <a:pt x="158" y="136"/>
                  <a:pt x="160" y="137"/>
                </a:cubicBezTo>
                <a:cubicBezTo>
                  <a:pt x="162" y="139"/>
                  <a:pt x="159" y="142"/>
                  <a:pt x="156" y="145"/>
                </a:cubicBezTo>
                <a:cubicBezTo>
                  <a:pt x="153" y="148"/>
                  <a:pt x="140" y="155"/>
                  <a:pt x="130" y="151"/>
                </a:cubicBezTo>
                <a:cubicBezTo>
                  <a:pt x="119" y="148"/>
                  <a:pt x="102" y="136"/>
                  <a:pt x="102" y="136"/>
                </a:cubicBezTo>
                <a:cubicBezTo>
                  <a:pt x="102" y="136"/>
                  <a:pt x="119" y="145"/>
                  <a:pt x="128" y="148"/>
                </a:cubicBezTo>
                <a:cubicBezTo>
                  <a:pt x="137" y="151"/>
                  <a:pt x="155" y="141"/>
                  <a:pt x="151" y="138"/>
                </a:cubicBezTo>
                <a:cubicBezTo>
                  <a:pt x="147" y="135"/>
                  <a:pt x="132" y="129"/>
                  <a:pt x="121" y="118"/>
                </a:cubicBezTo>
                <a:cubicBezTo>
                  <a:pt x="116" y="114"/>
                  <a:pt x="102" y="108"/>
                  <a:pt x="93" y="108"/>
                </a:cubicBezTo>
                <a:cubicBezTo>
                  <a:pt x="83" y="108"/>
                  <a:pt x="63" y="116"/>
                  <a:pt x="56" y="116"/>
                </a:cubicBezTo>
                <a:cubicBezTo>
                  <a:pt x="48" y="116"/>
                  <a:pt x="48" y="116"/>
                  <a:pt x="48" y="116"/>
                </a:cubicBezTo>
                <a:cubicBezTo>
                  <a:pt x="48" y="164"/>
                  <a:pt x="48" y="164"/>
                  <a:pt x="48" y="164"/>
                </a:cubicBezTo>
                <a:cubicBezTo>
                  <a:pt x="63" y="164"/>
                  <a:pt x="63" y="164"/>
                  <a:pt x="63" y="164"/>
                </a:cubicBezTo>
                <a:cubicBezTo>
                  <a:pt x="69" y="164"/>
                  <a:pt x="79" y="164"/>
                  <a:pt x="83" y="165"/>
                </a:cubicBezTo>
                <a:cubicBezTo>
                  <a:pt x="87" y="167"/>
                  <a:pt x="112" y="177"/>
                  <a:pt x="119" y="177"/>
                </a:cubicBezTo>
                <a:cubicBezTo>
                  <a:pt x="127" y="177"/>
                  <a:pt x="138" y="174"/>
                  <a:pt x="146" y="168"/>
                </a:cubicBezTo>
                <a:cubicBezTo>
                  <a:pt x="154" y="163"/>
                  <a:pt x="168" y="153"/>
                  <a:pt x="174" y="148"/>
                </a:cubicBezTo>
                <a:cubicBezTo>
                  <a:pt x="179" y="144"/>
                  <a:pt x="199" y="127"/>
                  <a:pt x="203" y="124"/>
                </a:cubicBezTo>
                <a:cubicBezTo>
                  <a:pt x="206" y="120"/>
                  <a:pt x="200" y="112"/>
                  <a:pt x="190" y="111"/>
                </a:cubicBezTo>
                <a:close/>
              </a:path>
            </a:pathLst>
          </a:custGeom>
          <a:solidFill>
            <a:srgbClr val="41B1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4" name="Freeform 73"/>
          <p:cNvSpPr>
            <a:spLocks noEditPoints="1"/>
          </p:cNvSpPr>
          <p:nvPr/>
        </p:nvSpPr>
        <p:spPr bwMode="auto">
          <a:xfrm>
            <a:off x="1463690" y="4960869"/>
            <a:ext cx="202377" cy="369805"/>
          </a:xfrm>
          <a:custGeom>
            <a:avLst/>
            <a:gdLst>
              <a:gd name="T0" fmla="*/ 52 w 105"/>
              <a:gd name="T1" fmla="*/ 62 h 192"/>
              <a:gd name="T2" fmla="*/ 30 w 105"/>
              <a:gd name="T3" fmla="*/ 68 h 192"/>
              <a:gd name="T4" fmla="*/ 0 w 105"/>
              <a:gd name="T5" fmla="*/ 74 h 192"/>
              <a:gd name="T6" fmla="*/ 5 w 105"/>
              <a:gd name="T7" fmla="*/ 120 h 192"/>
              <a:gd name="T8" fmla="*/ 18 w 105"/>
              <a:gd name="T9" fmla="*/ 141 h 192"/>
              <a:gd name="T10" fmla="*/ 18 w 105"/>
              <a:gd name="T11" fmla="*/ 188 h 192"/>
              <a:gd name="T12" fmla="*/ 52 w 105"/>
              <a:gd name="T13" fmla="*/ 192 h 192"/>
              <a:gd name="T14" fmla="*/ 86 w 105"/>
              <a:gd name="T15" fmla="*/ 188 h 192"/>
              <a:gd name="T16" fmla="*/ 86 w 105"/>
              <a:gd name="T17" fmla="*/ 141 h 192"/>
              <a:gd name="T18" fmla="*/ 99 w 105"/>
              <a:gd name="T19" fmla="*/ 120 h 192"/>
              <a:gd name="T20" fmla="*/ 105 w 105"/>
              <a:gd name="T21" fmla="*/ 74 h 192"/>
              <a:gd name="T22" fmla="*/ 74 w 105"/>
              <a:gd name="T23" fmla="*/ 68 h 192"/>
              <a:gd name="T24" fmla="*/ 52 w 105"/>
              <a:gd name="T25" fmla="*/ 62 h 192"/>
              <a:gd name="T26" fmla="*/ 59 w 105"/>
              <a:gd name="T27" fmla="*/ 81 h 192"/>
              <a:gd name="T28" fmla="*/ 55 w 105"/>
              <a:gd name="T29" fmla="*/ 86 h 192"/>
              <a:gd name="T30" fmla="*/ 63 w 105"/>
              <a:gd name="T31" fmla="*/ 126 h 192"/>
              <a:gd name="T32" fmla="*/ 52 w 105"/>
              <a:gd name="T33" fmla="*/ 138 h 192"/>
              <a:gd name="T34" fmla="*/ 42 w 105"/>
              <a:gd name="T35" fmla="*/ 126 h 192"/>
              <a:gd name="T36" fmla="*/ 49 w 105"/>
              <a:gd name="T37" fmla="*/ 86 h 192"/>
              <a:gd name="T38" fmla="*/ 46 w 105"/>
              <a:gd name="T39" fmla="*/ 81 h 192"/>
              <a:gd name="T40" fmla="*/ 46 w 105"/>
              <a:gd name="T41" fmla="*/ 79 h 192"/>
              <a:gd name="T42" fmla="*/ 38 w 105"/>
              <a:gd name="T43" fmla="*/ 75 h 192"/>
              <a:gd name="T44" fmla="*/ 41 w 105"/>
              <a:gd name="T45" fmla="*/ 72 h 192"/>
              <a:gd name="T46" fmla="*/ 50 w 105"/>
              <a:gd name="T47" fmla="*/ 74 h 192"/>
              <a:gd name="T48" fmla="*/ 55 w 105"/>
              <a:gd name="T49" fmla="*/ 74 h 192"/>
              <a:gd name="T50" fmla="*/ 64 w 105"/>
              <a:gd name="T51" fmla="*/ 72 h 192"/>
              <a:gd name="T52" fmla="*/ 67 w 105"/>
              <a:gd name="T53" fmla="*/ 75 h 192"/>
              <a:gd name="T54" fmla="*/ 59 w 105"/>
              <a:gd name="T55" fmla="*/ 79 h 192"/>
              <a:gd name="T56" fmla="*/ 59 w 105"/>
              <a:gd name="T57" fmla="*/ 81 h 192"/>
              <a:gd name="T58" fmla="*/ 23 w 105"/>
              <a:gd name="T59" fmla="*/ 29 h 192"/>
              <a:gd name="T60" fmla="*/ 52 w 105"/>
              <a:gd name="T61" fmla="*/ 0 h 192"/>
              <a:gd name="T62" fmla="*/ 81 w 105"/>
              <a:gd name="T63" fmla="*/ 29 h 192"/>
              <a:gd name="T64" fmla="*/ 52 w 105"/>
              <a:gd name="T65" fmla="*/ 59 h 192"/>
              <a:gd name="T66" fmla="*/ 23 w 105"/>
              <a:gd name="T67" fmla="*/ 29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" h="192">
                <a:moveTo>
                  <a:pt x="52" y="62"/>
                </a:moveTo>
                <a:cubicBezTo>
                  <a:pt x="42" y="62"/>
                  <a:pt x="33" y="66"/>
                  <a:pt x="30" y="68"/>
                </a:cubicBezTo>
                <a:cubicBezTo>
                  <a:pt x="10" y="70"/>
                  <a:pt x="0" y="74"/>
                  <a:pt x="0" y="74"/>
                </a:cubicBezTo>
                <a:cubicBezTo>
                  <a:pt x="0" y="74"/>
                  <a:pt x="2" y="111"/>
                  <a:pt x="5" y="120"/>
                </a:cubicBezTo>
                <a:cubicBezTo>
                  <a:pt x="8" y="128"/>
                  <a:pt x="18" y="132"/>
                  <a:pt x="18" y="141"/>
                </a:cubicBezTo>
                <a:cubicBezTo>
                  <a:pt x="18" y="188"/>
                  <a:pt x="18" y="188"/>
                  <a:pt x="18" y="188"/>
                </a:cubicBezTo>
                <a:cubicBezTo>
                  <a:pt x="18" y="188"/>
                  <a:pt x="35" y="192"/>
                  <a:pt x="52" y="192"/>
                </a:cubicBezTo>
                <a:cubicBezTo>
                  <a:pt x="69" y="192"/>
                  <a:pt x="86" y="188"/>
                  <a:pt x="86" y="188"/>
                </a:cubicBezTo>
                <a:cubicBezTo>
                  <a:pt x="86" y="141"/>
                  <a:pt x="86" y="141"/>
                  <a:pt x="86" y="141"/>
                </a:cubicBezTo>
                <a:cubicBezTo>
                  <a:pt x="86" y="132"/>
                  <a:pt x="97" y="128"/>
                  <a:pt x="99" y="120"/>
                </a:cubicBezTo>
                <a:cubicBezTo>
                  <a:pt x="102" y="111"/>
                  <a:pt x="105" y="74"/>
                  <a:pt x="105" y="74"/>
                </a:cubicBezTo>
                <a:cubicBezTo>
                  <a:pt x="105" y="74"/>
                  <a:pt x="95" y="70"/>
                  <a:pt x="74" y="68"/>
                </a:cubicBezTo>
                <a:cubicBezTo>
                  <a:pt x="71" y="66"/>
                  <a:pt x="63" y="62"/>
                  <a:pt x="52" y="62"/>
                </a:cubicBezTo>
                <a:moveTo>
                  <a:pt x="59" y="81"/>
                </a:moveTo>
                <a:cubicBezTo>
                  <a:pt x="55" y="86"/>
                  <a:pt x="55" y="86"/>
                  <a:pt x="55" y="86"/>
                </a:cubicBezTo>
                <a:cubicBezTo>
                  <a:pt x="63" y="126"/>
                  <a:pt x="63" y="126"/>
                  <a:pt x="63" y="126"/>
                </a:cubicBezTo>
                <a:cubicBezTo>
                  <a:pt x="52" y="138"/>
                  <a:pt x="52" y="138"/>
                  <a:pt x="52" y="138"/>
                </a:cubicBezTo>
                <a:cubicBezTo>
                  <a:pt x="42" y="126"/>
                  <a:pt x="42" y="126"/>
                  <a:pt x="42" y="126"/>
                </a:cubicBezTo>
                <a:cubicBezTo>
                  <a:pt x="49" y="86"/>
                  <a:pt x="49" y="86"/>
                  <a:pt x="49" y="86"/>
                </a:cubicBezTo>
                <a:cubicBezTo>
                  <a:pt x="46" y="81"/>
                  <a:pt x="46" y="81"/>
                  <a:pt x="46" y="81"/>
                </a:cubicBezTo>
                <a:cubicBezTo>
                  <a:pt x="46" y="79"/>
                  <a:pt x="46" y="79"/>
                  <a:pt x="46" y="79"/>
                </a:cubicBezTo>
                <a:cubicBezTo>
                  <a:pt x="43" y="78"/>
                  <a:pt x="40" y="77"/>
                  <a:pt x="38" y="75"/>
                </a:cubicBezTo>
                <a:cubicBezTo>
                  <a:pt x="41" y="72"/>
                  <a:pt x="41" y="72"/>
                  <a:pt x="41" y="72"/>
                </a:cubicBezTo>
                <a:cubicBezTo>
                  <a:pt x="44" y="73"/>
                  <a:pt x="47" y="73"/>
                  <a:pt x="50" y="74"/>
                </a:cubicBezTo>
                <a:cubicBezTo>
                  <a:pt x="55" y="74"/>
                  <a:pt x="55" y="74"/>
                  <a:pt x="55" y="74"/>
                </a:cubicBezTo>
                <a:cubicBezTo>
                  <a:pt x="58" y="73"/>
                  <a:pt x="61" y="73"/>
                  <a:pt x="64" y="72"/>
                </a:cubicBezTo>
                <a:cubicBezTo>
                  <a:pt x="67" y="75"/>
                  <a:pt x="67" y="75"/>
                  <a:pt x="67" y="75"/>
                </a:cubicBezTo>
                <a:cubicBezTo>
                  <a:pt x="65" y="77"/>
                  <a:pt x="62" y="78"/>
                  <a:pt x="59" y="79"/>
                </a:cubicBezTo>
                <a:lnTo>
                  <a:pt x="59" y="81"/>
                </a:lnTo>
                <a:close/>
                <a:moveTo>
                  <a:pt x="23" y="29"/>
                </a:moveTo>
                <a:cubicBezTo>
                  <a:pt x="23" y="13"/>
                  <a:pt x="36" y="0"/>
                  <a:pt x="52" y="0"/>
                </a:cubicBezTo>
                <a:cubicBezTo>
                  <a:pt x="68" y="0"/>
                  <a:pt x="81" y="13"/>
                  <a:pt x="81" y="29"/>
                </a:cubicBezTo>
                <a:cubicBezTo>
                  <a:pt x="81" y="46"/>
                  <a:pt x="68" y="59"/>
                  <a:pt x="52" y="59"/>
                </a:cubicBezTo>
                <a:cubicBezTo>
                  <a:pt x="36" y="59"/>
                  <a:pt x="23" y="46"/>
                  <a:pt x="23" y="29"/>
                </a:cubicBezTo>
              </a:path>
            </a:pathLst>
          </a:custGeom>
          <a:solidFill>
            <a:srgbClr val="2980B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5" name="Freeform 74"/>
          <p:cNvSpPr>
            <a:spLocks noEditPoints="1"/>
          </p:cNvSpPr>
          <p:nvPr/>
        </p:nvSpPr>
        <p:spPr bwMode="auto">
          <a:xfrm>
            <a:off x="1474662" y="2340792"/>
            <a:ext cx="180433" cy="371431"/>
          </a:xfrm>
          <a:custGeom>
            <a:avLst/>
            <a:gdLst>
              <a:gd name="T0" fmla="*/ 19 w 94"/>
              <a:gd name="T1" fmla="*/ 28 h 193"/>
              <a:gd name="T2" fmla="*/ 47 w 94"/>
              <a:gd name="T3" fmla="*/ 0 h 193"/>
              <a:gd name="T4" fmla="*/ 75 w 94"/>
              <a:gd name="T5" fmla="*/ 28 h 193"/>
              <a:gd name="T6" fmla="*/ 47 w 94"/>
              <a:gd name="T7" fmla="*/ 56 h 193"/>
              <a:gd name="T8" fmla="*/ 19 w 94"/>
              <a:gd name="T9" fmla="*/ 28 h 193"/>
              <a:gd name="T10" fmla="*/ 76 w 94"/>
              <a:gd name="T11" fmla="*/ 132 h 193"/>
              <a:gd name="T12" fmla="*/ 81 w 94"/>
              <a:gd name="T13" fmla="*/ 111 h 193"/>
              <a:gd name="T14" fmla="*/ 87 w 94"/>
              <a:gd name="T15" fmla="*/ 70 h 193"/>
              <a:gd name="T16" fmla="*/ 75 w 94"/>
              <a:gd name="T17" fmla="*/ 66 h 193"/>
              <a:gd name="T18" fmla="*/ 75 w 94"/>
              <a:gd name="T19" fmla="*/ 79 h 193"/>
              <a:gd name="T20" fmla="*/ 68 w 94"/>
              <a:gd name="T21" fmla="*/ 79 h 193"/>
              <a:gd name="T22" fmla="*/ 70 w 94"/>
              <a:gd name="T23" fmla="*/ 86 h 193"/>
              <a:gd name="T24" fmla="*/ 47 w 94"/>
              <a:gd name="T25" fmla="*/ 99 h 193"/>
              <a:gd name="T26" fmla="*/ 24 w 94"/>
              <a:gd name="T27" fmla="*/ 86 h 193"/>
              <a:gd name="T28" fmla="*/ 26 w 94"/>
              <a:gd name="T29" fmla="*/ 79 h 193"/>
              <a:gd name="T30" fmla="*/ 19 w 94"/>
              <a:gd name="T31" fmla="*/ 79 h 193"/>
              <a:gd name="T32" fmla="*/ 19 w 94"/>
              <a:gd name="T33" fmla="*/ 66 h 193"/>
              <a:gd name="T34" fmla="*/ 7 w 94"/>
              <a:gd name="T35" fmla="*/ 70 h 193"/>
              <a:gd name="T36" fmla="*/ 13 w 94"/>
              <a:gd name="T37" fmla="*/ 111 h 193"/>
              <a:gd name="T38" fmla="*/ 18 w 94"/>
              <a:gd name="T39" fmla="*/ 132 h 193"/>
              <a:gd name="T40" fmla="*/ 0 w 94"/>
              <a:gd name="T41" fmla="*/ 188 h 193"/>
              <a:gd name="T42" fmla="*/ 47 w 94"/>
              <a:gd name="T43" fmla="*/ 193 h 193"/>
              <a:gd name="T44" fmla="*/ 94 w 94"/>
              <a:gd name="T45" fmla="*/ 188 h 193"/>
              <a:gd name="T46" fmla="*/ 76 w 94"/>
              <a:gd name="T47" fmla="*/ 132 h 193"/>
              <a:gd name="T48" fmla="*/ 29 w 94"/>
              <a:gd name="T49" fmla="*/ 63 h 193"/>
              <a:gd name="T50" fmla="*/ 32 w 94"/>
              <a:gd name="T51" fmla="*/ 79 h 193"/>
              <a:gd name="T52" fmla="*/ 47 w 94"/>
              <a:gd name="T53" fmla="*/ 78 h 193"/>
              <a:gd name="T54" fmla="*/ 62 w 94"/>
              <a:gd name="T55" fmla="*/ 79 h 193"/>
              <a:gd name="T56" fmla="*/ 65 w 94"/>
              <a:gd name="T57" fmla="*/ 63 h 193"/>
              <a:gd name="T58" fmla="*/ 47 w 94"/>
              <a:gd name="T59" fmla="*/ 60 h 193"/>
              <a:gd name="T60" fmla="*/ 29 w 94"/>
              <a:gd name="T61" fmla="*/ 63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94" h="193">
                <a:moveTo>
                  <a:pt x="19" y="28"/>
                </a:moveTo>
                <a:cubicBezTo>
                  <a:pt x="19" y="13"/>
                  <a:pt x="32" y="0"/>
                  <a:pt x="47" y="0"/>
                </a:cubicBezTo>
                <a:cubicBezTo>
                  <a:pt x="62" y="0"/>
                  <a:pt x="75" y="13"/>
                  <a:pt x="75" y="28"/>
                </a:cubicBezTo>
                <a:cubicBezTo>
                  <a:pt x="75" y="43"/>
                  <a:pt x="62" y="56"/>
                  <a:pt x="47" y="56"/>
                </a:cubicBezTo>
                <a:cubicBezTo>
                  <a:pt x="32" y="56"/>
                  <a:pt x="19" y="43"/>
                  <a:pt x="19" y="28"/>
                </a:cubicBezTo>
                <a:close/>
                <a:moveTo>
                  <a:pt x="76" y="132"/>
                </a:moveTo>
                <a:cubicBezTo>
                  <a:pt x="76" y="124"/>
                  <a:pt x="79" y="119"/>
                  <a:pt x="81" y="111"/>
                </a:cubicBezTo>
                <a:cubicBezTo>
                  <a:pt x="84" y="103"/>
                  <a:pt x="87" y="70"/>
                  <a:pt x="87" y="70"/>
                </a:cubicBezTo>
                <a:cubicBezTo>
                  <a:pt x="87" y="70"/>
                  <a:pt x="84" y="67"/>
                  <a:pt x="75" y="66"/>
                </a:cubicBezTo>
                <a:cubicBezTo>
                  <a:pt x="75" y="79"/>
                  <a:pt x="75" y="79"/>
                  <a:pt x="75" y="79"/>
                </a:cubicBezTo>
                <a:cubicBezTo>
                  <a:pt x="68" y="79"/>
                  <a:pt x="68" y="79"/>
                  <a:pt x="68" y="79"/>
                </a:cubicBezTo>
                <a:cubicBezTo>
                  <a:pt x="70" y="86"/>
                  <a:pt x="70" y="86"/>
                  <a:pt x="70" y="86"/>
                </a:cubicBezTo>
                <a:cubicBezTo>
                  <a:pt x="47" y="99"/>
                  <a:pt x="47" y="99"/>
                  <a:pt x="47" y="99"/>
                </a:cubicBezTo>
                <a:cubicBezTo>
                  <a:pt x="24" y="86"/>
                  <a:pt x="24" y="86"/>
                  <a:pt x="24" y="86"/>
                </a:cubicBezTo>
                <a:cubicBezTo>
                  <a:pt x="26" y="79"/>
                  <a:pt x="26" y="79"/>
                  <a:pt x="26" y="79"/>
                </a:cubicBezTo>
                <a:cubicBezTo>
                  <a:pt x="19" y="79"/>
                  <a:pt x="19" y="79"/>
                  <a:pt x="19" y="79"/>
                </a:cubicBezTo>
                <a:cubicBezTo>
                  <a:pt x="19" y="66"/>
                  <a:pt x="19" y="66"/>
                  <a:pt x="19" y="66"/>
                </a:cubicBezTo>
                <a:cubicBezTo>
                  <a:pt x="9" y="67"/>
                  <a:pt x="7" y="70"/>
                  <a:pt x="7" y="70"/>
                </a:cubicBezTo>
                <a:cubicBezTo>
                  <a:pt x="7" y="70"/>
                  <a:pt x="10" y="103"/>
                  <a:pt x="13" y="111"/>
                </a:cubicBezTo>
                <a:cubicBezTo>
                  <a:pt x="15" y="119"/>
                  <a:pt x="18" y="124"/>
                  <a:pt x="18" y="132"/>
                </a:cubicBezTo>
                <a:cubicBezTo>
                  <a:pt x="18" y="140"/>
                  <a:pt x="0" y="188"/>
                  <a:pt x="0" y="188"/>
                </a:cubicBezTo>
                <a:cubicBezTo>
                  <a:pt x="0" y="188"/>
                  <a:pt x="5" y="193"/>
                  <a:pt x="47" y="193"/>
                </a:cubicBezTo>
                <a:cubicBezTo>
                  <a:pt x="88" y="193"/>
                  <a:pt x="94" y="188"/>
                  <a:pt x="94" y="188"/>
                </a:cubicBezTo>
                <a:cubicBezTo>
                  <a:pt x="94" y="188"/>
                  <a:pt x="76" y="140"/>
                  <a:pt x="76" y="132"/>
                </a:cubicBezTo>
                <a:close/>
                <a:moveTo>
                  <a:pt x="29" y="63"/>
                </a:moveTo>
                <a:cubicBezTo>
                  <a:pt x="29" y="67"/>
                  <a:pt x="30" y="73"/>
                  <a:pt x="32" y="79"/>
                </a:cubicBezTo>
                <a:cubicBezTo>
                  <a:pt x="36" y="78"/>
                  <a:pt x="42" y="78"/>
                  <a:pt x="47" y="78"/>
                </a:cubicBezTo>
                <a:cubicBezTo>
                  <a:pt x="52" y="78"/>
                  <a:pt x="57" y="78"/>
                  <a:pt x="62" y="79"/>
                </a:cubicBezTo>
                <a:cubicBezTo>
                  <a:pt x="64" y="73"/>
                  <a:pt x="64" y="67"/>
                  <a:pt x="65" y="63"/>
                </a:cubicBezTo>
                <a:cubicBezTo>
                  <a:pt x="61" y="62"/>
                  <a:pt x="54" y="60"/>
                  <a:pt x="47" y="60"/>
                </a:cubicBezTo>
                <a:cubicBezTo>
                  <a:pt x="40" y="60"/>
                  <a:pt x="33" y="62"/>
                  <a:pt x="29" y="63"/>
                </a:cubicBezTo>
                <a:close/>
              </a:path>
            </a:pathLst>
          </a:custGeom>
          <a:solidFill>
            <a:srgbClr val="2980B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6" name="Freeform 75"/>
          <p:cNvSpPr>
            <a:spLocks noEditPoints="1"/>
          </p:cNvSpPr>
          <p:nvPr/>
        </p:nvSpPr>
        <p:spPr bwMode="auto">
          <a:xfrm>
            <a:off x="8534414" y="5002553"/>
            <a:ext cx="214051" cy="281425"/>
          </a:xfrm>
          <a:custGeom>
            <a:avLst/>
            <a:gdLst>
              <a:gd name="T0" fmla="*/ 121 w 129"/>
              <a:gd name="T1" fmla="*/ 56 h 169"/>
              <a:gd name="T2" fmla="*/ 65 w 129"/>
              <a:gd name="T3" fmla="*/ 0 h 169"/>
              <a:gd name="T4" fmla="*/ 9 w 129"/>
              <a:gd name="T5" fmla="*/ 56 h 169"/>
              <a:gd name="T6" fmla="*/ 24 w 129"/>
              <a:gd name="T7" fmla="*/ 56 h 169"/>
              <a:gd name="T8" fmla="*/ 65 w 129"/>
              <a:gd name="T9" fmla="*/ 16 h 169"/>
              <a:gd name="T10" fmla="*/ 105 w 129"/>
              <a:gd name="T11" fmla="*/ 56 h 169"/>
              <a:gd name="T12" fmla="*/ 105 w 129"/>
              <a:gd name="T13" fmla="*/ 84 h 169"/>
              <a:gd name="T14" fmla="*/ 0 w 129"/>
              <a:gd name="T15" fmla="*/ 84 h 169"/>
              <a:gd name="T16" fmla="*/ 0 w 129"/>
              <a:gd name="T17" fmla="*/ 169 h 169"/>
              <a:gd name="T18" fmla="*/ 129 w 129"/>
              <a:gd name="T19" fmla="*/ 169 h 169"/>
              <a:gd name="T20" fmla="*/ 129 w 129"/>
              <a:gd name="T21" fmla="*/ 84 h 169"/>
              <a:gd name="T22" fmla="*/ 121 w 129"/>
              <a:gd name="T23" fmla="*/ 84 h 169"/>
              <a:gd name="T24" fmla="*/ 121 w 129"/>
              <a:gd name="T25" fmla="*/ 56 h 169"/>
              <a:gd name="T26" fmla="*/ 72 w 129"/>
              <a:gd name="T27" fmla="*/ 142 h 169"/>
              <a:gd name="T28" fmla="*/ 57 w 129"/>
              <a:gd name="T29" fmla="*/ 142 h 169"/>
              <a:gd name="T30" fmla="*/ 57 w 129"/>
              <a:gd name="T31" fmla="*/ 121 h 169"/>
              <a:gd name="T32" fmla="*/ 72 w 129"/>
              <a:gd name="T33" fmla="*/ 121 h 169"/>
              <a:gd name="T34" fmla="*/ 72 w 129"/>
              <a:gd name="T35" fmla="*/ 142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9" h="169">
                <a:moveTo>
                  <a:pt x="121" y="56"/>
                </a:moveTo>
                <a:cubicBezTo>
                  <a:pt x="121" y="25"/>
                  <a:pt x="96" y="0"/>
                  <a:pt x="65" y="0"/>
                </a:cubicBezTo>
                <a:cubicBezTo>
                  <a:pt x="34" y="0"/>
                  <a:pt x="9" y="25"/>
                  <a:pt x="9" y="56"/>
                </a:cubicBezTo>
                <a:cubicBezTo>
                  <a:pt x="24" y="56"/>
                  <a:pt x="24" y="56"/>
                  <a:pt x="24" y="56"/>
                </a:cubicBezTo>
                <a:cubicBezTo>
                  <a:pt x="24" y="34"/>
                  <a:pt x="43" y="16"/>
                  <a:pt x="65" y="16"/>
                </a:cubicBezTo>
                <a:cubicBezTo>
                  <a:pt x="87" y="16"/>
                  <a:pt x="105" y="34"/>
                  <a:pt x="105" y="56"/>
                </a:cubicBezTo>
                <a:cubicBezTo>
                  <a:pt x="105" y="84"/>
                  <a:pt x="105" y="84"/>
                  <a:pt x="105" y="84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169"/>
                  <a:pt x="0" y="169"/>
                  <a:pt x="0" y="169"/>
                </a:cubicBezTo>
                <a:cubicBezTo>
                  <a:pt x="129" y="169"/>
                  <a:pt x="129" y="169"/>
                  <a:pt x="129" y="169"/>
                </a:cubicBezTo>
                <a:cubicBezTo>
                  <a:pt x="129" y="84"/>
                  <a:pt x="129" y="84"/>
                  <a:pt x="129" y="84"/>
                </a:cubicBezTo>
                <a:cubicBezTo>
                  <a:pt x="121" y="84"/>
                  <a:pt x="121" y="84"/>
                  <a:pt x="121" y="84"/>
                </a:cubicBezTo>
                <a:lnTo>
                  <a:pt x="121" y="56"/>
                </a:lnTo>
                <a:close/>
                <a:moveTo>
                  <a:pt x="72" y="142"/>
                </a:moveTo>
                <a:cubicBezTo>
                  <a:pt x="57" y="142"/>
                  <a:pt x="57" y="142"/>
                  <a:pt x="57" y="142"/>
                </a:cubicBezTo>
                <a:cubicBezTo>
                  <a:pt x="57" y="121"/>
                  <a:pt x="57" y="121"/>
                  <a:pt x="57" y="121"/>
                </a:cubicBezTo>
                <a:cubicBezTo>
                  <a:pt x="72" y="121"/>
                  <a:pt x="72" y="121"/>
                  <a:pt x="72" y="121"/>
                </a:cubicBezTo>
                <a:lnTo>
                  <a:pt x="72" y="142"/>
                </a:ln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7" name="Freeform 76"/>
          <p:cNvSpPr>
            <a:spLocks noEditPoints="1"/>
          </p:cNvSpPr>
          <p:nvPr/>
        </p:nvSpPr>
        <p:spPr bwMode="auto">
          <a:xfrm>
            <a:off x="8543738" y="2376325"/>
            <a:ext cx="214051" cy="281425"/>
          </a:xfrm>
          <a:custGeom>
            <a:avLst/>
            <a:gdLst>
              <a:gd name="T0" fmla="*/ 120 w 129"/>
              <a:gd name="T1" fmla="*/ 56 h 169"/>
              <a:gd name="T2" fmla="*/ 116 w 129"/>
              <a:gd name="T3" fmla="*/ 34 h 169"/>
              <a:gd name="T4" fmla="*/ 64 w 129"/>
              <a:gd name="T5" fmla="*/ 0 h 169"/>
              <a:gd name="T6" fmla="*/ 64 w 129"/>
              <a:gd name="T7" fmla="*/ 0 h 169"/>
              <a:gd name="T8" fmla="*/ 13 w 129"/>
              <a:gd name="T9" fmla="*/ 34 h 169"/>
              <a:gd name="T10" fmla="*/ 8 w 129"/>
              <a:gd name="T11" fmla="*/ 56 h 169"/>
              <a:gd name="T12" fmla="*/ 8 w 129"/>
              <a:gd name="T13" fmla="*/ 84 h 169"/>
              <a:gd name="T14" fmla="*/ 0 w 129"/>
              <a:gd name="T15" fmla="*/ 84 h 169"/>
              <a:gd name="T16" fmla="*/ 0 w 129"/>
              <a:gd name="T17" fmla="*/ 169 h 169"/>
              <a:gd name="T18" fmla="*/ 129 w 129"/>
              <a:gd name="T19" fmla="*/ 169 h 169"/>
              <a:gd name="T20" fmla="*/ 129 w 129"/>
              <a:gd name="T21" fmla="*/ 84 h 169"/>
              <a:gd name="T22" fmla="*/ 120 w 129"/>
              <a:gd name="T23" fmla="*/ 84 h 169"/>
              <a:gd name="T24" fmla="*/ 120 w 129"/>
              <a:gd name="T25" fmla="*/ 56 h 169"/>
              <a:gd name="T26" fmla="*/ 72 w 129"/>
              <a:gd name="T27" fmla="*/ 142 h 169"/>
              <a:gd name="T28" fmla="*/ 57 w 129"/>
              <a:gd name="T29" fmla="*/ 142 h 169"/>
              <a:gd name="T30" fmla="*/ 57 w 129"/>
              <a:gd name="T31" fmla="*/ 121 h 169"/>
              <a:gd name="T32" fmla="*/ 72 w 129"/>
              <a:gd name="T33" fmla="*/ 121 h 169"/>
              <a:gd name="T34" fmla="*/ 72 w 129"/>
              <a:gd name="T35" fmla="*/ 142 h 169"/>
              <a:gd name="T36" fmla="*/ 105 w 129"/>
              <a:gd name="T37" fmla="*/ 84 h 169"/>
              <a:gd name="T38" fmla="*/ 24 w 129"/>
              <a:gd name="T39" fmla="*/ 84 h 169"/>
              <a:gd name="T40" fmla="*/ 24 w 129"/>
              <a:gd name="T41" fmla="*/ 56 h 169"/>
              <a:gd name="T42" fmla="*/ 64 w 129"/>
              <a:gd name="T43" fmla="*/ 16 h 169"/>
              <a:gd name="T44" fmla="*/ 105 w 129"/>
              <a:gd name="T45" fmla="*/ 56 h 169"/>
              <a:gd name="T46" fmla="*/ 105 w 129"/>
              <a:gd name="T47" fmla="*/ 84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9" h="169">
                <a:moveTo>
                  <a:pt x="120" y="56"/>
                </a:moveTo>
                <a:cubicBezTo>
                  <a:pt x="120" y="49"/>
                  <a:pt x="119" y="41"/>
                  <a:pt x="116" y="34"/>
                </a:cubicBezTo>
                <a:cubicBezTo>
                  <a:pt x="107" y="14"/>
                  <a:pt x="87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41" y="0"/>
                  <a:pt x="21" y="14"/>
                  <a:pt x="13" y="34"/>
                </a:cubicBezTo>
                <a:cubicBezTo>
                  <a:pt x="10" y="41"/>
                  <a:pt x="8" y="49"/>
                  <a:pt x="8" y="56"/>
                </a:cubicBezTo>
                <a:cubicBezTo>
                  <a:pt x="8" y="84"/>
                  <a:pt x="8" y="84"/>
                  <a:pt x="8" y="84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169"/>
                  <a:pt x="0" y="169"/>
                  <a:pt x="0" y="169"/>
                </a:cubicBezTo>
                <a:cubicBezTo>
                  <a:pt x="129" y="169"/>
                  <a:pt x="129" y="169"/>
                  <a:pt x="129" y="169"/>
                </a:cubicBezTo>
                <a:cubicBezTo>
                  <a:pt x="129" y="84"/>
                  <a:pt x="129" y="84"/>
                  <a:pt x="129" y="84"/>
                </a:cubicBezTo>
                <a:cubicBezTo>
                  <a:pt x="120" y="84"/>
                  <a:pt x="120" y="84"/>
                  <a:pt x="120" y="84"/>
                </a:cubicBezTo>
                <a:lnTo>
                  <a:pt x="120" y="56"/>
                </a:lnTo>
                <a:close/>
                <a:moveTo>
                  <a:pt x="72" y="142"/>
                </a:moveTo>
                <a:cubicBezTo>
                  <a:pt x="57" y="142"/>
                  <a:pt x="57" y="142"/>
                  <a:pt x="57" y="142"/>
                </a:cubicBezTo>
                <a:cubicBezTo>
                  <a:pt x="57" y="121"/>
                  <a:pt x="57" y="121"/>
                  <a:pt x="57" y="121"/>
                </a:cubicBezTo>
                <a:cubicBezTo>
                  <a:pt x="72" y="121"/>
                  <a:pt x="72" y="121"/>
                  <a:pt x="72" y="121"/>
                </a:cubicBezTo>
                <a:lnTo>
                  <a:pt x="72" y="142"/>
                </a:lnTo>
                <a:close/>
                <a:moveTo>
                  <a:pt x="105" y="84"/>
                </a:moveTo>
                <a:cubicBezTo>
                  <a:pt x="24" y="84"/>
                  <a:pt x="24" y="84"/>
                  <a:pt x="24" y="84"/>
                </a:cubicBezTo>
                <a:cubicBezTo>
                  <a:pt x="24" y="56"/>
                  <a:pt x="24" y="56"/>
                  <a:pt x="24" y="56"/>
                </a:cubicBezTo>
                <a:cubicBezTo>
                  <a:pt x="24" y="34"/>
                  <a:pt x="42" y="16"/>
                  <a:pt x="64" y="16"/>
                </a:cubicBezTo>
                <a:cubicBezTo>
                  <a:pt x="86" y="16"/>
                  <a:pt x="105" y="34"/>
                  <a:pt x="105" y="56"/>
                </a:cubicBezTo>
                <a:lnTo>
                  <a:pt x="105" y="84"/>
                </a:lnTo>
                <a:close/>
              </a:path>
            </a:pathLst>
          </a:custGeom>
          <a:solidFill>
            <a:srgbClr val="C0392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59" name="文本框 58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鱼骨图图表系列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43105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8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9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5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6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9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0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2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2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23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2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/>
          <p:cNvSpPr/>
          <p:nvPr/>
        </p:nvSpPr>
        <p:spPr bwMode="auto">
          <a:xfrm>
            <a:off x="10806568" y="3363007"/>
            <a:ext cx="419200" cy="1385888"/>
          </a:xfrm>
          <a:custGeom>
            <a:avLst/>
            <a:gdLst>
              <a:gd name="connsiteX0" fmla="*/ 142499 w 419200"/>
              <a:gd name="connsiteY0" fmla="*/ 428625 h 1385888"/>
              <a:gd name="connsiteX1" fmla="*/ 93491 w 419200"/>
              <a:gd name="connsiteY1" fmla="*/ 488950 h 1385888"/>
              <a:gd name="connsiteX2" fmla="*/ 142499 w 419200"/>
              <a:gd name="connsiteY2" fmla="*/ 549275 h 1385888"/>
              <a:gd name="connsiteX3" fmla="*/ 191507 w 419200"/>
              <a:gd name="connsiteY3" fmla="*/ 488950 h 1385888"/>
              <a:gd name="connsiteX4" fmla="*/ 142499 w 419200"/>
              <a:gd name="connsiteY4" fmla="*/ 428625 h 1385888"/>
              <a:gd name="connsiteX5" fmla="*/ 0 w 419200"/>
              <a:gd name="connsiteY5" fmla="*/ 0 h 1385888"/>
              <a:gd name="connsiteX6" fmla="*/ 3016 w 419200"/>
              <a:gd name="connsiteY6" fmla="*/ 0 h 1385888"/>
              <a:gd name="connsiteX7" fmla="*/ 419200 w 419200"/>
              <a:gd name="connsiteY7" fmla="*/ 693738 h 1385888"/>
              <a:gd name="connsiteX8" fmla="*/ 3016 w 419200"/>
              <a:gd name="connsiteY8" fmla="*/ 1385888 h 1385888"/>
              <a:gd name="connsiteX9" fmla="*/ 0 w 419200"/>
              <a:gd name="connsiteY9" fmla="*/ 1385888 h 1385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9200" h="1385888">
                <a:moveTo>
                  <a:pt x="142499" y="428625"/>
                </a:moveTo>
                <a:cubicBezTo>
                  <a:pt x="115433" y="428625"/>
                  <a:pt x="93491" y="455633"/>
                  <a:pt x="93491" y="488950"/>
                </a:cubicBezTo>
                <a:cubicBezTo>
                  <a:pt x="93491" y="522267"/>
                  <a:pt x="115433" y="549275"/>
                  <a:pt x="142499" y="549275"/>
                </a:cubicBezTo>
                <a:cubicBezTo>
                  <a:pt x="169565" y="549275"/>
                  <a:pt x="191507" y="522267"/>
                  <a:pt x="191507" y="488950"/>
                </a:cubicBezTo>
                <a:cubicBezTo>
                  <a:pt x="191507" y="455633"/>
                  <a:pt x="169565" y="428625"/>
                  <a:pt x="142499" y="428625"/>
                </a:cubicBezTo>
                <a:close/>
                <a:moveTo>
                  <a:pt x="0" y="0"/>
                </a:moveTo>
                <a:lnTo>
                  <a:pt x="3016" y="0"/>
                </a:lnTo>
                <a:lnTo>
                  <a:pt x="419200" y="693738"/>
                </a:lnTo>
                <a:lnTo>
                  <a:pt x="3016" y="1385888"/>
                </a:lnTo>
                <a:lnTo>
                  <a:pt x="0" y="1385888"/>
                </a:lnTo>
                <a:close/>
              </a:path>
            </a:pathLst>
          </a:custGeom>
          <a:solidFill>
            <a:srgbClr val="3F3F3F">
              <a:lumMod val="60000"/>
              <a:lumOff val="4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3" name="Freeform 6"/>
          <p:cNvSpPr/>
          <p:nvPr/>
        </p:nvSpPr>
        <p:spPr bwMode="auto">
          <a:xfrm>
            <a:off x="1205686" y="3576526"/>
            <a:ext cx="664990" cy="958850"/>
          </a:xfrm>
          <a:custGeom>
            <a:avLst/>
            <a:gdLst>
              <a:gd name="T0" fmla="*/ 74 w 380"/>
              <a:gd name="T1" fmla="*/ 0 h 520"/>
              <a:gd name="T2" fmla="*/ 380 w 380"/>
              <a:gd name="T3" fmla="*/ 260 h 520"/>
              <a:gd name="T4" fmla="*/ 74 w 380"/>
              <a:gd name="T5" fmla="*/ 520 h 520"/>
              <a:gd name="T6" fmla="*/ 1 w 380"/>
              <a:gd name="T7" fmla="*/ 520 h 520"/>
              <a:gd name="T8" fmla="*/ 283 w 380"/>
              <a:gd name="T9" fmla="*/ 260 h 520"/>
              <a:gd name="T10" fmla="*/ 0 w 380"/>
              <a:gd name="T11" fmla="*/ 0 h 520"/>
              <a:gd name="T12" fmla="*/ 74 w 380"/>
              <a:gd name="T13" fmla="*/ 0 h 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80" h="520">
                <a:moveTo>
                  <a:pt x="74" y="0"/>
                </a:moveTo>
                <a:cubicBezTo>
                  <a:pt x="146" y="108"/>
                  <a:pt x="260" y="194"/>
                  <a:pt x="380" y="260"/>
                </a:cubicBezTo>
                <a:cubicBezTo>
                  <a:pt x="259" y="325"/>
                  <a:pt x="150" y="413"/>
                  <a:pt x="74" y="520"/>
                </a:cubicBezTo>
                <a:cubicBezTo>
                  <a:pt x="1" y="520"/>
                  <a:pt x="1" y="520"/>
                  <a:pt x="1" y="520"/>
                </a:cubicBezTo>
                <a:cubicBezTo>
                  <a:pt x="77" y="417"/>
                  <a:pt x="169" y="327"/>
                  <a:pt x="283" y="260"/>
                </a:cubicBezTo>
                <a:cubicBezTo>
                  <a:pt x="169" y="191"/>
                  <a:pt x="74" y="101"/>
                  <a:pt x="0" y="0"/>
                </a:cubicBezTo>
                <a:lnTo>
                  <a:pt x="74" y="0"/>
                </a:lnTo>
                <a:close/>
              </a:path>
            </a:pathLst>
          </a:custGeom>
          <a:solidFill>
            <a:srgbClr val="3F3F3F">
              <a:lumMod val="60000"/>
              <a:lumOff val="4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4" name="Freeform 7"/>
          <p:cNvSpPr/>
          <p:nvPr/>
        </p:nvSpPr>
        <p:spPr bwMode="auto">
          <a:xfrm>
            <a:off x="898072" y="3576526"/>
            <a:ext cx="666498" cy="958850"/>
          </a:xfrm>
          <a:custGeom>
            <a:avLst/>
            <a:gdLst>
              <a:gd name="T0" fmla="*/ 74 w 381"/>
              <a:gd name="T1" fmla="*/ 0 h 520"/>
              <a:gd name="T2" fmla="*/ 381 w 381"/>
              <a:gd name="T3" fmla="*/ 260 h 520"/>
              <a:gd name="T4" fmla="*/ 74 w 381"/>
              <a:gd name="T5" fmla="*/ 520 h 520"/>
              <a:gd name="T6" fmla="*/ 1 w 381"/>
              <a:gd name="T7" fmla="*/ 520 h 520"/>
              <a:gd name="T8" fmla="*/ 283 w 381"/>
              <a:gd name="T9" fmla="*/ 260 h 520"/>
              <a:gd name="T10" fmla="*/ 0 w 381"/>
              <a:gd name="T11" fmla="*/ 0 h 520"/>
              <a:gd name="T12" fmla="*/ 74 w 381"/>
              <a:gd name="T13" fmla="*/ 0 h 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81" h="520">
                <a:moveTo>
                  <a:pt x="74" y="0"/>
                </a:moveTo>
                <a:cubicBezTo>
                  <a:pt x="147" y="108"/>
                  <a:pt x="260" y="194"/>
                  <a:pt x="381" y="260"/>
                </a:cubicBezTo>
                <a:cubicBezTo>
                  <a:pt x="259" y="325"/>
                  <a:pt x="151" y="413"/>
                  <a:pt x="74" y="520"/>
                </a:cubicBezTo>
                <a:cubicBezTo>
                  <a:pt x="1" y="520"/>
                  <a:pt x="1" y="520"/>
                  <a:pt x="1" y="520"/>
                </a:cubicBezTo>
                <a:cubicBezTo>
                  <a:pt x="78" y="417"/>
                  <a:pt x="170" y="327"/>
                  <a:pt x="283" y="260"/>
                </a:cubicBezTo>
                <a:cubicBezTo>
                  <a:pt x="170" y="191"/>
                  <a:pt x="74" y="101"/>
                  <a:pt x="0" y="0"/>
                </a:cubicBezTo>
                <a:lnTo>
                  <a:pt x="74" y="0"/>
                </a:lnTo>
                <a:close/>
              </a:path>
            </a:pathLst>
          </a:custGeom>
          <a:solidFill>
            <a:srgbClr val="3F3F3F">
              <a:lumMod val="60000"/>
              <a:lumOff val="4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" name="Freeform 8"/>
          <p:cNvSpPr/>
          <p:nvPr/>
        </p:nvSpPr>
        <p:spPr bwMode="auto">
          <a:xfrm>
            <a:off x="1944564" y="4001976"/>
            <a:ext cx="8720262" cy="107950"/>
          </a:xfrm>
          <a:custGeom>
            <a:avLst/>
            <a:gdLst>
              <a:gd name="T0" fmla="*/ 29 w 4984"/>
              <a:gd name="T1" fmla="*/ 0 h 58"/>
              <a:gd name="T2" fmla="*/ 0 w 4984"/>
              <a:gd name="T3" fmla="*/ 29 h 58"/>
              <a:gd name="T4" fmla="*/ 29 w 4984"/>
              <a:gd name="T5" fmla="*/ 58 h 58"/>
              <a:gd name="T6" fmla="*/ 4954 w 4984"/>
              <a:gd name="T7" fmla="*/ 58 h 58"/>
              <a:gd name="T8" fmla="*/ 4984 w 4984"/>
              <a:gd name="T9" fmla="*/ 29 h 58"/>
              <a:gd name="T10" fmla="*/ 4954 w 4984"/>
              <a:gd name="T11" fmla="*/ 0 h 58"/>
              <a:gd name="T12" fmla="*/ 29 w 4984"/>
              <a:gd name="T13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984" h="57">
                <a:moveTo>
                  <a:pt x="29" y="0"/>
                </a:moveTo>
                <a:cubicBezTo>
                  <a:pt x="13" y="0"/>
                  <a:pt x="0" y="13"/>
                  <a:pt x="0" y="29"/>
                </a:cubicBezTo>
                <a:cubicBezTo>
                  <a:pt x="0" y="45"/>
                  <a:pt x="13" y="58"/>
                  <a:pt x="29" y="58"/>
                </a:cubicBezTo>
                <a:cubicBezTo>
                  <a:pt x="4954" y="58"/>
                  <a:pt x="4954" y="58"/>
                  <a:pt x="4954" y="58"/>
                </a:cubicBezTo>
                <a:cubicBezTo>
                  <a:pt x="4970" y="58"/>
                  <a:pt x="4984" y="45"/>
                  <a:pt x="4984" y="29"/>
                </a:cubicBezTo>
                <a:cubicBezTo>
                  <a:pt x="4984" y="13"/>
                  <a:pt x="4970" y="0"/>
                  <a:pt x="4954" y="0"/>
                </a:cubicBezTo>
                <a:lnTo>
                  <a:pt x="29" y="0"/>
                </a:lnTo>
                <a:close/>
              </a:path>
            </a:pathLst>
          </a:custGeom>
          <a:solidFill>
            <a:srgbClr val="3F3F3F">
              <a:lumMod val="60000"/>
              <a:lumOff val="4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6" name="Oval 12"/>
          <p:cNvSpPr/>
          <p:nvPr/>
        </p:nvSpPr>
        <p:spPr>
          <a:xfrm>
            <a:off x="2984898" y="3735911"/>
            <a:ext cx="640080" cy="640080"/>
          </a:xfrm>
          <a:prstGeom prst="ellipse">
            <a:avLst/>
          </a:prstGeom>
          <a:solidFill>
            <a:srgbClr val="2980B9"/>
          </a:solidFill>
          <a:ln w="5080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7" name="Oval 13"/>
          <p:cNvSpPr/>
          <p:nvPr/>
        </p:nvSpPr>
        <p:spPr>
          <a:xfrm>
            <a:off x="4433766" y="3735911"/>
            <a:ext cx="640080" cy="640080"/>
          </a:xfrm>
          <a:prstGeom prst="ellipse">
            <a:avLst/>
          </a:prstGeom>
          <a:solidFill>
            <a:srgbClr val="41B176"/>
          </a:solidFill>
          <a:ln w="5080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8" name="Oval 14"/>
          <p:cNvSpPr/>
          <p:nvPr/>
        </p:nvSpPr>
        <p:spPr>
          <a:xfrm>
            <a:off x="5893766" y="3735911"/>
            <a:ext cx="640080" cy="640080"/>
          </a:xfrm>
          <a:prstGeom prst="ellipse">
            <a:avLst/>
          </a:prstGeom>
          <a:solidFill>
            <a:srgbClr val="9BBB59"/>
          </a:solidFill>
          <a:ln w="5080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9" name="Oval 15"/>
          <p:cNvSpPr/>
          <p:nvPr/>
        </p:nvSpPr>
        <p:spPr>
          <a:xfrm>
            <a:off x="7355334" y="3735911"/>
            <a:ext cx="640080" cy="640080"/>
          </a:xfrm>
          <a:prstGeom prst="ellipse">
            <a:avLst/>
          </a:prstGeom>
          <a:solidFill>
            <a:srgbClr val="F39C12"/>
          </a:solidFill>
          <a:ln w="5080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0" name="Oval 18"/>
          <p:cNvSpPr/>
          <p:nvPr/>
        </p:nvSpPr>
        <p:spPr>
          <a:xfrm>
            <a:off x="8846083" y="3735911"/>
            <a:ext cx="640080" cy="640080"/>
          </a:xfrm>
          <a:prstGeom prst="ellipse">
            <a:avLst/>
          </a:prstGeom>
          <a:solidFill>
            <a:srgbClr val="C0392B"/>
          </a:solidFill>
          <a:ln w="50800" cap="flat" cmpd="sng" algn="ctr">
            <a:solidFill>
              <a:srgbClr val="3F3F3F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1" name="Rounded Rectangle 19"/>
          <p:cNvSpPr/>
          <p:nvPr/>
        </p:nvSpPr>
        <p:spPr>
          <a:xfrm>
            <a:off x="778347" y="1755507"/>
            <a:ext cx="1753578" cy="558800"/>
          </a:xfrm>
          <a:prstGeom prst="roundRect">
            <a:avLst>
              <a:gd name="adj" fmla="val 50000"/>
            </a:avLst>
          </a:prstGeom>
          <a:noFill/>
          <a:ln w="34925" cap="flat" cmpd="sng" algn="ctr">
            <a:solidFill>
              <a:srgbClr val="2980B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2" name="TextBox 20"/>
          <p:cNvSpPr txBox="1"/>
          <p:nvPr/>
        </p:nvSpPr>
        <p:spPr>
          <a:xfrm>
            <a:off x="932145" y="185024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2980B9"/>
                </a:solidFill>
                <a:latin typeface="Lato"/>
              </a:rPr>
              <a:t>Description</a:t>
            </a:r>
            <a:endParaRPr lang="id-ID" b="1">
              <a:solidFill>
                <a:srgbClr val="2980B9"/>
              </a:solidFill>
              <a:latin typeface="Lato"/>
            </a:endParaRPr>
          </a:p>
        </p:txBody>
      </p:sp>
      <p:cxnSp>
        <p:nvCxnSpPr>
          <p:cNvPr id="13" name="Straight Arrow Connector 22"/>
          <p:cNvCxnSpPr/>
          <p:nvPr/>
        </p:nvCxnSpPr>
        <p:spPr>
          <a:xfrm>
            <a:off x="2375298" y="2294471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2980B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Rounded Rectangle 26"/>
          <p:cNvSpPr/>
          <p:nvPr/>
        </p:nvSpPr>
        <p:spPr>
          <a:xfrm>
            <a:off x="3701292" y="1755507"/>
            <a:ext cx="1753578" cy="558800"/>
          </a:xfrm>
          <a:prstGeom prst="roundRect">
            <a:avLst>
              <a:gd name="adj" fmla="val 50000"/>
            </a:avLst>
          </a:prstGeom>
          <a:noFill/>
          <a:ln w="34925" cap="flat" cmpd="sng" algn="ctr">
            <a:solidFill>
              <a:srgbClr val="9BBB5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5" name="TextBox 27"/>
          <p:cNvSpPr txBox="1"/>
          <p:nvPr/>
        </p:nvSpPr>
        <p:spPr>
          <a:xfrm>
            <a:off x="3855090" y="185024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9BBB59"/>
                </a:solidFill>
                <a:latin typeface="Lato"/>
              </a:rPr>
              <a:t>Description</a:t>
            </a:r>
            <a:endParaRPr lang="id-ID" b="1">
              <a:solidFill>
                <a:srgbClr val="9BBB59"/>
              </a:solidFill>
              <a:latin typeface="Lato"/>
            </a:endParaRPr>
          </a:p>
        </p:txBody>
      </p:sp>
      <p:cxnSp>
        <p:nvCxnSpPr>
          <p:cNvPr id="16" name="Straight Arrow Connector 28"/>
          <p:cNvCxnSpPr/>
          <p:nvPr/>
        </p:nvCxnSpPr>
        <p:spPr>
          <a:xfrm>
            <a:off x="5298243" y="2294471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9BBB5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Rounded Rectangle 29"/>
          <p:cNvSpPr/>
          <p:nvPr/>
        </p:nvSpPr>
        <p:spPr>
          <a:xfrm>
            <a:off x="6572093" y="1755507"/>
            <a:ext cx="1753578" cy="558800"/>
          </a:xfrm>
          <a:prstGeom prst="roundRect">
            <a:avLst>
              <a:gd name="adj" fmla="val 50000"/>
            </a:avLst>
          </a:prstGeom>
          <a:noFill/>
          <a:ln w="34925" cap="flat" cmpd="sng" algn="ctr">
            <a:solidFill>
              <a:srgbClr val="C0392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6725891" y="185024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C0392B"/>
                </a:solidFill>
                <a:latin typeface="Lato"/>
              </a:rPr>
              <a:t>Description</a:t>
            </a:r>
            <a:endParaRPr lang="id-ID" b="1">
              <a:solidFill>
                <a:srgbClr val="C0392B"/>
              </a:solidFill>
              <a:latin typeface="Lato"/>
            </a:endParaRPr>
          </a:p>
        </p:txBody>
      </p:sp>
      <p:cxnSp>
        <p:nvCxnSpPr>
          <p:cNvPr id="19" name="Straight Arrow Connector 31"/>
          <p:cNvCxnSpPr/>
          <p:nvPr/>
        </p:nvCxnSpPr>
        <p:spPr>
          <a:xfrm>
            <a:off x="8169044" y="2294471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C0392B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Rounded Rectangle 32"/>
          <p:cNvSpPr/>
          <p:nvPr/>
        </p:nvSpPr>
        <p:spPr>
          <a:xfrm>
            <a:off x="2421808" y="5804462"/>
            <a:ext cx="1753578" cy="558800"/>
          </a:xfrm>
          <a:prstGeom prst="roundRect">
            <a:avLst>
              <a:gd name="adj" fmla="val 50000"/>
            </a:avLst>
          </a:prstGeom>
          <a:noFill/>
          <a:ln w="34925" cap="flat" cmpd="sng" algn="ctr">
            <a:solidFill>
              <a:srgbClr val="41B17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1" name="TextBox 33"/>
          <p:cNvSpPr txBox="1"/>
          <p:nvPr/>
        </p:nvSpPr>
        <p:spPr>
          <a:xfrm>
            <a:off x="2575606" y="589919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41B176"/>
                </a:solidFill>
                <a:latin typeface="Lato"/>
              </a:rPr>
              <a:t>Description</a:t>
            </a:r>
            <a:endParaRPr lang="id-ID" b="1">
              <a:solidFill>
                <a:srgbClr val="41B176"/>
              </a:solidFill>
              <a:latin typeface="Lato"/>
            </a:endParaRPr>
          </a:p>
        </p:txBody>
      </p:sp>
      <p:cxnSp>
        <p:nvCxnSpPr>
          <p:cNvPr id="22" name="Straight Arrow Connector 34"/>
          <p:cNvCxnSpPr/>
          <p:nvPr/>
        </p:nvCxnSpPr>
        <p:spPr>
          <a:xfrm flipV="1">
            <a:off x="3925778" y="4444940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41B176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Rounded Rectangle 35"/>
          <p:cNvSpPr/>
          <p:nvPr/>
        </p:nvSpPr>
        <p:spPr>
          <a:xfrm>
            <a:off x="5239978" y="5804462"/>
            <a:ext cx="1753578" cy="558800"/>
          </a:xfrm>
          <a:prstGeom prst="roundRect">
            <a:avLst>
              <a:gd name="adj" fmla="val 50000"/>
            </a:avLst>
          </a:prstGeom>
          <a:noFill/>
          <a:ln w="34925" cap="flat" cmpd="sng" algn="ctr">
            <a:solidFill>
              <a:srgbClr val="F39C1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4" name="TextBox 36"/>
          <p:cNvSpPr txBox="1"/>
          <p:nvPr/>
        </p:nvSpPr>
        <p:spPr>
          <a:xfrm>
            <a:off x="5393776" y="589919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F39C12"/>
                </a:solidFill>
                <a:latin typeface="Lato"/>
              </a:rPr>
              <a:t>Description</a:t>
            </a:r>
            <a:endParaRPr lang="id-ID" b="1">
              <a:solidFill>
                <a:srgbClr val="F39C12"/>
              </a:solidFill>
              <a:latin typeface="Lato"/>
            </a:endParaRPr>
          </a:p>
        </p:txBody>
      </p:sp>
      <p:cxnSp>
        <p:nvCxnSpPr>
          <p:cNvPr id="25" name="Straight Arrow Connector 37"/>
          <p:cNvCxnSpPr/>
          <p:nvPr/>
        </p:nvCxnSpPr>
        <p:spPr>
          <a:xfrm flipV="1">
            <a:off x="6848723" y="4444940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F39C1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TextBox 38"/>
          <p:cNvSpPr txBox="1"/>
          <p:nvPr/>
        </p:nvSpPr>
        <p:spPr>
          <a:xfrm>
            <a:off x="810645" y="2520841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27" name="TextBox 39"/>
          <p:cNvSpPr txBox="1"/>
          <p:nvPr/>
        </p:nvSpPr>
        <p:spPr>
          <a:xfrm>
            <a:off x="1019220" y="286581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28" name="TextBox 40"/>
          <p:cNvSpPr txBox="1"/>
          <p:nvPr/>
        </p:nvSpPr>
        <p:spPr>
          <a:xfrm>
            <a:off x="1280629" y="3206542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29" name="Straight Arrow Connector 41"/>
          <p:cNvCxnSpPr/>
          <p:nvPr/>
        </p:nvCxnSpPr>
        <p:spPr>
          <a:xfrm>
            <a:off x="2047248" y="2657475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0" name="Straight Arrow Connector 42"/>
          <p:cNvCxnSpPr/>
          <p:nvPr/>
        </p:nvCxnSpPr>
        <p:spPr>
          <a:xfrm>
            <a:off x="2238785" y="3004313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1" name="Straight Arrow Connector 43"/>
          <p:cNvCxnSpPr/>
          <p:nvPr/>
        </p:nvCxnSpPr>
        <p:spPr>
          <a:xfrm>
            <a:off x="2460095" y="3345041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32" name="TextBox 44"/>
          <p:cNvSpPr txBox="1"/>
          <p:nvPr/>
        </p:nvSpPr>
        <p:spPr>
          <a:xfrm>
            <a:off x="2806764" y="4616039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33" name="TextBox 45"/>
          <p:cNvSpPr txBox="1"/>
          <p:nvPr/>
        </p:nvSpPr>
        <p:spPr>
          <a:xfrm>
            <a:off x="2383200" y="5261398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34" name="TextBox 46"/>
          <p:cNvSpPr txBox="1"/>
          <p:nvPr/>
        </p:nvSpPr>
        <p:spPr>
          <a:xfrm>
            <a:off x="2667682" y="4942738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35" name="Straight Arrow Connector 47"/>
          <p:cNvCxnSpPr/>
          <p:nvPr/>
        </p:nvCxnSpPr>
        <p:spPr>
          <a:xfrm>
            <a:off x="3594173" y="5407505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6" name="Straight Arrow Connector 48"/>
          <p:cNvCxnSpPr/>
          <p:nvPr/>
        </p:nvCxnSpPr>
        <p:spPr>
          <a:xfrm>
            <a:off x="3846559" y="5084881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7" name="Straight Arrow Connector 49"/>
          <p:cNvCxnSpPr/>
          <p:nvPr/>
        </p:nvCxnSpPr>
        <p:spPr>
          <a:xfrm>
            <a:off x="4038345" y="4769302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38" name="TextBox 50"/>
          <p:cNvSpPr txBox="1"/>
          <p:nvPr/>
        </p:nvSpPr>
        <p:spPr>
          <a:xfrm>
            <a:off x="3680709" y="2485716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39" name="TextBox 51"/>
          <p:cNvSpPr txBox="1"/>
          <p:nvPr/>
        </p:nvSpPr>
        <p:spPr>
          <a:xfrm>
            <a:off x="3889284" y="2830689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0" name="TextBox 52"/>
          <p:cNvSpPr txBox="1"/>
          <p:nvPr/>
        </p:nvSpPr>
        <p:spPr>
          <a:xfrm>
            <a:off x="4150693" y="3171417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41" name="Straight Arrow Connector 53"/>
          <p:cNvCxnSpPr/>
          <p:nvPr/>
        </p:nvCxnSpPr>
        <p:spPr>
          <a:xfrm>
            <a:off x="4917312" y="2622350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2" name="Straight Arrow Connector 54"/>
          <p:cNvCxnSpPr/>
          <p:nvPr/>
        </p:nvCxnSpPr>
        <p:spPr>
          <a:xfrm>
            <a:off x="5108849" y="2969188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3" name="Straight Arrow Connector 55"/>
          <p:cNvCxnSpPr/>
          <p:nvPr/>
        </p:nvCxnSpPr>
        <p:spPr>
          <a:xfrm>
            <a:off x="5330159" y="3309916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44" name="TextBox 56"/>
          <p:cNvSpPr txBox="1"/>
          <p:nvPr/>
        </p:nvSpPr>
        <p:spPr>
          <a:xfrm>
            <a:off x="5676828" y="458091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5" name="TextBox 57"/>
          <p:cNvSpPr txBox="1"/>
          <p:nvPr/>
        </p:nvSpPr>
        <p:spPr>
          <a:xfrm>
            <a:off x="5253264" y="5226273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6" name="TextBox 58"/>
          <p:cNvSpPr txBox="1"/>
          <p:nvPr/>
        </p:nvSpPr>
        <p:spPr>
          <a:xfrm>
            <a:off x="5537746" y="4907613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47" name="Straight Arrow Connector 59"/>
          <p:cNvCxnSpPr/>
          <p:nvPr/>
        </p:nvCxnSpPr>
        <p:spPr>
          <a:xfrm>
            <a:off x="6464237" y="5372380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8" name="Straight Arrow Connector 60"/>
          <p:cNvCxnSpPr/>
          <p:nvPr/>
        </p:nvCxnSpPr>
        <p:spPr>
          <a:xfrm>
            <a:off x="6716623" y="5049756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9" name="Straight Arrow Connector 61"/>
          <p:cNvCxnSpPr/>
          <p:nvPr/>
        </p:nvCxnSpPr>
        <p:spPr>
          <a:xfrm>
            <a:off x="6908409" y="4734177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50" name="TextBox 62"/>
          <p:cNvSpPr txBox="1"/>
          <p:nvPr/>
        </p:nvSpPr>
        <p:spPr>
          <a:xfrm>
            <a:off x="6565388" y="2455549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51" name="TextBox 63"/>
          <p:cNvSpPr txBox="1"/>
          <p:nvPr/>
        </p:nvSpPr>
        <p:spPr>
          <a:xfrm>
            <a:off x="6773963" y="2800522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52" name="TextBox 64"/>
          <p:cNvSpPr txBox="1"/>
          <p:nvPr/>
        </p:nvSpPr>
        <p:spPr>
          <a:xfrm>
            <a:off x="7035372" y="3141250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53" name="Straight Arrow Connector 65"/>
          <p:cNvCxnSpPr/>
          <p:nvPr/>
        </p:nvCxnSpPr>
        <p:spPr>
          <a:xfrm>
            <a:off x="7801991" y="2592183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4" name="Straight Arrow Connector 66"/>
          <p:cNvCxnSpPr/>
          <p:nvPr/>
        </p:nvCxnSpPr>
        <p:spPr>
          <a:xfrm>
            <a:off x="7993528" y="2939021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5" name="Straight Arrow Connector 67"/>
          <p:cNvCxnSpPr/>
          <p:nvPr/>
        </p:nvCxnSpPr>
        <p:spPr>
          <a:xfrm>
            <a:off x="8214838" y="3279749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56" name="Freeform 70"/>
          <p:cNvSpPr>
            <a:spLocks noEditPoints="1"/>
          </p:cNvSpPr>
          <p:nvPr/>
        </p:nvSpPr>
        <p:spPr bwMode="auto">
          <a:xfrm>
            <a:off x="3143928" y="3898211"/>
            <a:ext cx="306734" cy="332407"/>
          </a:xfrm>
          <a:custGeom>
            <a:avLst/>
            <a:gdLst>
              <a:gd name="T0" fmla="*/ 48 w 96"/>
              <a:gd name="T1" fmla="*/ 104 h 104"/>
              <a:gd name="T2" fmla="*/ 0 w 96"/>
              <a:gd name="T3" fmla="*/ 56 h 104"/>
              <a:gd name="T4" fmla="*/ 19 w 96"/>
              <a:gd name="T5" fmla="*/ 18 h 104"/>
              <a:gd name="T6" fmla="*/ 30 w 96"/>
              <a:gd name="T7" fmla="*/ 20 h 104"/>
              <a:gd name="T8" fmla="*/ 28 w 96"/>
              <a:gd name="T9" fmla="*/ 31 h 104"/>
              <a:gd name="T10" fmla="*/ 16 w 96"/>
              <a:gd name="T11" fmla="*/ 56 h 104"/>
              <a:gd name="T12" fmla="*/ 48 w 96"/>
              <a:gd name="T13" fmla="*/ 88 h 104"/>
              <a:gd name="T14" fmla="*/ 80 w 96"/>
              <a:gd name="T15" fmla="*/ 56 h 104"/>
              <a:gd name="T16" fmla="*/ 67 w 96"/>
              <a:gd name="T17" fmla="*/ 31 h 104"/>
              <a:gd name="T18" fmla="*/ 65 w 96"/>
              <a:gd name="T19" fmla="*/ 20 h 104"/>
              <a:gd name="T20" fmla="*/ 76 w 96"/>
              <a:gd name="T21" fmla="*/ 18 h 104"/>
              <a:gd name="T22" fmla="*/ 96 w 96"/>
              <a:gd name="T23" fmla="*/ 56 h 104"/>
              <a:gd name="T24" fmla="*/ 48 w 96"/>
              <a:gd name="T25" fmla="*/ 104 h 104"/>
              <a:gd name="T26" fmla="*/ 56 w 96"/>
              <a:gd name="T27" fmla="*/ 48 h 104"/>
              <a:gd name="T28" fmla="*/ 48 w 96"/>
              <a:gd name="T29" fmla="*/ 56 h 104"/>
              <a:gd name="T30" fmla="*/ 40 w 96"/>
              <a:gd name="T31" fmla="*/ 48 h 104"/>
              <a:gd name="T32" fmla="*/ 40 w 96"/>
              <a:gd name="T33" fmla="*/ 8 h 104"/>
              <a:gd name="T34" fmla="*/ 48 w 96"/>
              <a:gd name="T35" fmla="*/ 0 h 104"/>
              <a:gd name="T36" fmla="*/ 56 w 96"/>
              <a:gd name="T37" fmla="*/ 8 h 104"/>
              <a:gd name="T38" fmla="*/ 56 w 96"/>
              <a:gd name="T39" fmla="*/ 48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6" h="104">
                <a:moveTo>
                  <a:pt x="48" y="104"/>
                </a:moveTo>
                <a:cubicBezTo>
                  <a:pt x="21" y="104"/>
                  <a:pt x="0" y="83"/>
                  <a:pt x="0" y="56"/>
                </a:cubicBezTo>
                <a:cubicBezTo>
                  <a:pt x="0" y="41"/>
                  <a:pt x="7" y="27"/>
                  <a:pt x="19" y="18"/>
                </a:cubicBezTo>
                <a:cubicBezTo>
                  <a:pt x="22" y="15"/>
                  <a:pt x="27" y="16"/>
                  <a:pt x="30" y="20"/>
                </a:cubicBezTo>
                <a:cubicBezTo>
                  <a:pt x="33" y="23"/>
                  <a:pt x="32" y="28"/>
                  <a:pt x="28" y="31"/>
                </a:cubicBezTo>
                <a:cubicBezTo>
                  <a:pt x="20" y="37"/>
                  <a:pt x="16" y="46"/>
                  <a:pt x="16" y="56"/>
                </a:cubicBezTo>
                <a:cubicBezTo>
                  <a:pt x="16" y="74"/>
                  <a:pt x="30" y="88"/>
                  <a:pt x="48" y="88"/>
                </a:cubicBezTo>
                <a:cubicBezTo>
                  <a:pt x="65" y="88"/>
                  <a:pt x="80" y="74"/>
                  <a:pt x="80" y="56"/>
                </a:cubicBezTo>
                <a:cubicBezTo>
                  <a:pt x="80" y="46"/>
                  <a:pt x="75" y="37"/>
                  <a:pt x="67" y="31"/>
                </a:cubicBezTo>
                <a:cubicBezTo>
                  <a:pt x="63" y="28"/>
                  <a:pt x="63" y="23"/>
                  <a:pt x="65" y="20"/>
                </a:cubicBezTo>
                <a:cubicBezTo>
                  <a:pt x="68" y="16"/>
                  <a:pt x="73" y="15"/>
                  <a:pt x="76" y="18"/>
                </a:cubicBezTo>
                <a:cubicBezTo>
                  <a:pt x="89" y="27"/>
                  <a:pt x="96" y="41"/>
                  <a:pt x="96" y="56"/>
                </a:cubicBezTo>
                <a:cubicBezTo>
                  <a:pt x="96" y="83"/>
                  <a:pt x="74" y="104"/>
                  <a:pt x="48" y="104"/>
                </a:cubicBezTo>
                <a:close/>
                <a:moveTo>
                  <a:pt x="56" y="48"/>
                </a:moveTo>
                <a:cubicBezTo>
                  <a:pt x="56" y="53"/>
                  <a:pt x="52" y="56"/>
                  <a:pt x="48" y="56"/>
                </a:cubicBezTo>
                <a:cubicBezTo>
                  <a:pt x="43" y="56"/>
                  <a:pt x="40" y="53"/>
                  <a:pt x="40" y="48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4"/>
                  <a:pt x="43" y="0"/>
                  <a:pt x="48" y="0"/>
                </a:cubicBezTo>
                <a:cubicBezTo>
                  <a:pt x="52" y="0"/>
                  <a:pt x="56" y="4"/>
                  <a:pt x="56" y="8"/>
                </a:cubicBezTo>
                <a:lnTo>
                  <a:pt x="56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7" name="Freeform 101"/>
          <p:cNvSpPr>
            <a:spLocks noEditPoints="1"/>
          </p:cNvSpPr>
          <p:nvPr/>
        </p:nvSpPr>
        <p:spPr bwMode="auto">
          <a:xfrm>
            <a:off x="4603817" y="3885511"/>
            <a:ext cx="299978" cy="304032"/>
          </a:xfrm>
          <a:custGeom>
            <a:avLst/>
            <a:gdLst>
              <a:gd name="T0" fmla="*/ 78 w 94"/>
              <a:gd name="T1" fmla="*/ 43 h 95"/>
              <a:gd name="T2" fmla="*/ 26 w 94"/>
              <a:gd name="T3" fmla="*/ 95 h 95"/>
              <a:gd name="T4" fmla="*/ 0 w 94"/>
              <a:gd name="T5" fmla="*/ 95 h 95"/>
              <a:gd name="T6" fmla="*/ 0 w 94"/>
              <a:gd name="T7" fmla="*/ 69 h 95"/>
              <a:gd name="T8" fmla="*/ 52 w 94"/>
              <a:gd name="T9" fmla="*/ 17 h 95"/>
              <a:gd name="T10" fmla="*/ 78 w 94"/>
              <a:gd name="T11" fmla="*/ 43 h 95"/>
              <a:gd name="T12" fmla="*/ 28 w 94"/>
              <a:gd name="T13" fmla="*/ 81 h 95"/>
              <a:gd name="T14" fmla="*/ 13 w 94"/>
              <a:gd name="T15" fmla="*/ 67 h 95"/>
              <a:gd name="T16" fmla="*/ 8 w 94"/>
              <a:gd name="T17" fmla="*/ 72 h 95"/>
              <a:gd name="T18" fmla="*/ 8 w 94"/>
              <a:gd name="T19" fmla="*/ 79 h 95"/>
              <a:gd name="T20" fmla="*/ 16 w 94"/>
              <a:gd name="T21" fmla="*/ 79 h 95"/>
              <a:gd name="T22" fmla="*/ 16 w 94"/>
              <a:gd name="T23" fmla="*/ 87 h 95"/>
              <a:gd name="T24" fmla="*/ 22 w 94"/>
              <a:gd name="T25" fmla="*/ 87 h 95"/>
              <a:gd name="T26" fmla="*/ 28 w 94"/>
              <a:gd name="T27" fmla="*/ 81 h 95"/>
              <a:gd name="T28" fmla="*/ 54 w 94"/>
              <a:gd name="T29" fmla="*/ 28 h 95"/>
              <a:gd name="T30" fmla="*/ 53 w 94"/>
              <a:gd name="T31" fmla="*/ 28 h 95"/>
              <a:gd name="T32" fmla="*/ 19 w 94"/>
              <a:gd name="T33" fmla="*/ 62 h 95"/>
              <a:gd name="T34" fmla="*/ 18 w 94"/>
              <a:gd name="T35" fmla="*/ 63 h 95"/>
              <a:gd name="T36" fmla="*/ 20 w 94"/>
              <a:gd name="T37" fmla="*/ 64 h 95"/>
              <a:gd name="T38" fmla="*/ 21 w 94"/>
              <a:gd name="T39" fmla="*/ 64 h 95"/>
              <a:gd name="T40" fmla="*/ 55 w 94"/>
              <a:gd name="T41" fmla="*/ 30 h 95"/>
              <a:gd name="T42" fmla="*/ 55 w 94"/>
              <a:gd name="T43" fmla="*/ 29 h 95"/>
              <a:gd name="T44" fmla="*/ 54 w 94"/>
              <a:gd name="T45" fmla="*/ 28 h 95"/>
              <a:gd name="T46" fmla="*/ 92 w 94"/>
              <a:gd name="T47" fmla="*/ 29 h 95"/>
              <a:gd name="T48" fmla="*/ 82 w 94"/>
              <a:gd name="T49" fmla="*/ 39 h 95"/>
              <a:gd name="T50" fmla="*/ 56 w 94"/>
              <a:gd name="T51" fmla="*/ 13 h 95"/>
              <a:gd name="T52" fmla="*/ 66 w 94"/>
              <a:gd name="T53" fmla="*/ 3 h 95"/>
              <a:gd name="T54" fmla="*/ 72 w 94"/>
              <a:gd name="T55" fmla="*/ 0 h 95"/>
              <a:gd name="T56" fmla="*/ 77 w 94"/>
              <a:gd name="T57" fmla="*/ 3 h 95"/>
              <a:gd name="T58" fmla="*/ 92 w 94"/>
              <a:gd name="T59" fmla="*/ 17 h 95"/>
              <a:gd name="T60" fmla="*/ 94 w 94"/>
              <a:gd name="T61" fmla="*/ 23 h 95"/>
              <a:gd name="T62" fmla="*/ 92 w 94"/>
              <a:gd name="T63" fmla="*/ 29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4" h="95">
                <a:moveTo>
                  <a:pt x="78" y="43"/>
                </a:moveTo>
                <a:cubicBezTo>
                  <a:pt x="26" y="95"/>
                  <a:pt x="26" y="95"/>
                  <a:pt x="26" y="95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69"/>
                  <a:pt x="0" y="69"/>
                  <a:pt x="0" y="69"/>
                </a:cubicBezTo>
                <a:cubicBezTo>
                  <a:pt x="52" y="17"/>
                  <a:pt x="52" y="17"/>
                  <a:pt x="52" y="17"/>
                </a:cubicBezTo>
                <a:lnTo>
                  <a:pt x="78" y="43"/>
                </a:lnTo>
                <a:close/>
                <a:moveTo>
                  <a:pt x="28" y="81"/>
                </a:moveTo>
                <a:cubicBezTo>
                  <a:pt x="13" y="67"/>
                  <a:pt x="13" y="67"/>
                  <a:pt x="13" y="67"/>
                </a:cubicBezTo>
                <a:cubicBezTo>
                  <a:pt x="8" y="72"/>
                  <a:pt x="8" y="72"/>
                  <a:pt x="8" y="72"/>
                </a:cubicBezTo>
                <a:cubicBezTo>
                  <a:pt x="8" y="79"/>
                  <a:pt x="8" y="79"/>
                  <a:pt x="8" y="79"/>
                </a:cubicBezTo>
                <a:cubicBezTo>
                  <a:pt x="16" y="79"/>
                  <a:pt x="16" y="79"/>
                  <a:pt x="16" y="79"/>
                </a:cubicBezTo>
                <a:cubicBezTo>
                  <a:pt x="16" y="87"/>
                  <a:pt x="16" y="87"/>
                  <a:pt x="16" y="87"/>
                </a:cubicBezTo>
                <a:cubicBezTo>
                  <a:pt x="22" y="87"/>
                  <a:pt x="22" y="87"/>
                  <a:pt x="22" y="87"/>
                </a:cubicBezTo>
                <a:lnTo>
                  <a:pt x="28" y="81"/>
                </a:lnTo>
                <a:close/>
                <a:moveTo>
                  <a:pt x="54" y="28"/>
                </a:moveTo>
                <a:cubicBezTo>
                  <a:pt x="53" y="28"/>
                  <a:pt x="53" y="28"/>
                  <a:pt x="53" y="28"/>
                </a:cubicBezTo>
                <a:cubicBezTo>
                  <a:pt x="19" y="62"/>
                  <a:pt x="19" y="62"/>
                  <a:pt x="19" y="62"/>
                </a:cubicBezTo>
                <a:cubicBezTo>
                  <a:pt x="19" y="62"/>
                  <a:pt x="18" y="63"/>
                  <a:pt x="18" y="63"/>
                </a:cubicBezTo>
                <a:cubicBezTo>
                  <a:pt x="18" y="64"/>
                  <a:pt x="19" y="64"/>
                  <a:pt x="20" y="64"/>
                </a:cubicBezTo>
                <a:cubicBezTo>
                  <a:pt x="20" y="64"/>
                  <a:pt x="21" y="64"/>
                  <a:pt x="21" y="64"/>
                </a:cubicBezTo>
                <a:cubicBezTo>
                  <a:pt x="55" y="30"/>
                  <a:pt x="55" y="30"/>
                  <a:pt x="55" y="30"/>
                </a:cubicBezTo>
                <a:cubicBezTo>
                  <a:pt x="55" y="30"/>
                  <a:pt x="55" y="29"/>
                  <a:pt x="55" y="29"/>
                </a:cubicBezTo>
                <a:cubicBezTo>
                  <a:pt x="55" y="28"/>
                  <a:pt x="55" y="28"/>
                  <a:pt x="54" y="28"/>
                </a:cubicBezTo>
                <a:close/>
                <a:moveTo>
                  <a:pt x="92" y="29"/>
                </a:moveTo>
                <a:cubicBezTo>
                  <a:pt x="82" y="39"/>
                  <a:pt x="82" y="39"/>
                  <a:pt x="82" y="39"/>
                </a:cubicBezTo>
                <a:cubicBezTo>
                  <a:pt x="56" y="13"/>
                  <a:pt x="56" y="13"/>
                  <a:pt x="56" y="13"/>
                </a:cubicBezTo>
                <a:cubicBezTo>
                  <a:pt x="66" y="3"/>
                  <a:pt x="66" y="3"/>
                  <a:pt x="66" y="3"/>
                </a:cubicBezTo>
                <a:cubicBezTo>
                  <a:pt x="68" y="1"/>
                  <a:pt x="70" y="0"/>
                  <a:pt x="72" y="0"/>
                </a:cubicBezTo>
                <a:cubicBezTo>
                  <a:pt x="74" y="0"/>
                  <a:pt x="76" y="1"/>
                  <a:pt x="77" y="3"/>
                </a:cubicBezTo>
                <a:cubicBezTo>
                  <a:pt x="92" y="17"/>
                  <a:pt x="92" y="17"/>
                  <a:pt x="92" y="17"/>
                </a:cubicBezTo>
                <a:cubicBezTo>
                  <a:pt x="94" y="19"/>
                  <a:pt x="94" y="21"/>
                  <a:pt x="94" y="23"/>
                </a:cubicBezTo>
                <a:cubicBezTo>
                  <a:pt x="94" y="25"/>
                  <a:pt x="94" y="27"/>
                  <a:pt x="92" y="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8" name="Freeform 117"/>
          <p:cNvSpPr/>
          <p:nvPr/>
        </p:nvSpPr>
        <p:spPr bwMode="auto">
          <a:xfrm>
            <a:off x="6031340" y="3880916"/>
            <a:ext cx="358082" cy="308085"/>
          </a:xfrm>
          <a:custGeom>
            <a:avLst/>
            <a:gdLst>
              <a:gd name="T0" fmla="*/ 56 w 112"/>
              <a:gd name="T1" fmla="*/ 80 h 96"/>
              <a:gd name="T2" fmla="*/ 47 w 112"/>
              <a:gd name="T3" fmla="*/ 79 h 96"/>
              <a:gd name="T4" fmla="*/ 18 w 112"/>
              <a:gd name="T5" fmla="*/ 95 h 96"/>
              <a:gd name="T6" fmla="*/ 11 w 112"/>
              <a:gd name="T7" fmla="*/ 96 h 96"/>
              <a:gd name="T8" fmla="*/ 8 w 112"/>
              <a:gd name="T9" fmla="*/ 94 h 96"/>
              <a:gd name="T10" fmla="*/ 8 w 112"/>
              <a:gd name="T11" fmla="*/ 93 h 96"/>
              <a:gd name="T12" fmla="*/ 9 w 112"/>
              <a:gd name="T13" fmla="*/ 90 h 96"/>
              <a:gd name="T14" fmla="*/ 21 w 112"/>
              <a:gd name="T15" fmla="*/ 71 h 96"/>
              <a:gd name="T16" fmla="*/ 0 w 112"/>
              <a:gd name="T17" fmla="*/ 40 h 96"/>
              <a:gd name="T18" fmla="*/ 56 w 112"/>
              <a:gd name="T19" fmla="*/ 0 h 96"/>
              <a:gd name="T20" fmla="*/ 112 w 112"/>
              <a:gd name="T21" fmla="*/ 40 h 96"/>
              <a:gd name="T22" fmla="*/ 56 w 112"/>
              <a:gd name="T23" fmla="*/ 8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2" h="96">
                <a:moveTo>
                  <a:pt x="56" y="80"/>
                </a:moveTo>
                <a:cubicBezTo>
                  <a:pt x="53" y="80"/>
                  <a:pt x="49" y="80"/>
                  <a:pt x="47" y="79"/>
                </a:cubicBezTo>
                <a:cubicBezTo>
                  <a:pt x="38" y="87"/>
                  <a:pt x="29" y="92"/>
                  <a:pt x="18" y="95"/>
                </a:cubicBezTo>
                <a:cubicBezTo>
                  <a:pt x="16" y="95"/>
                  <a:pt x="13" y="96"/>
                  <a:pt x="11" y="96"/>
                </a:cubicBezTo>
                <a:cubicBezTo>
                  <a:pt x="9" y="96"/>
                  <a:pt x="8" y="95"/>
                  <a:pt x="8" y="94"/>
                </a:cubicBezTo>
                <a:cubicBezTo>
                  <a:pt x="8" y="93"/>
                  <a:pt x="8" y="93"/>
                  <a:pt x="8" y="93"/>
                </a:cubicBezTo>
                <a:cubicBezTo>
                  <a:pt x="7" y="92"/>
                  <a:pt x="8" y="91"/>
                  <a:pt x="9" y="90"/>
                </a:cubicBezTo>
                <a:cubicBezTo>
                  <a:pt x="13" y="85"/>
                  <a:pt x="18" y="82"/>
                  <a:pt x="21" y="71"/>
                </a:cubicBezTo>
                <a:cubicBezTo>
                  <a:pt x="8" y="64"/>
                  <a:pt x="0" y="53"/>
                  <a:pt x="0" y="40"/>
                </a:cubicBezTo>
                <a:cubicBezTo>
                  <a:pt x="0" y="18"/>
                  <a:pt x="25" y="0"/>
                  <a:pt x="56" y="0"/>
                </a:cubicBezTo>
                <a:cubicBezTo>
                  <a:pt x="87" y="0"/>
                  <a:pt x="112" y="18"/>
                  <a:pt x="112" y="40"/>
                </a:cubicBezTo>
                <a:cubicBezTo>
                  <a:pt x="112" y="62"/>
                  <a:pt x="87" y="80"/>
                  <a:pt x="56" y="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9" name="Freeform 120"/>
          <p:cNvSpPr>
            <a:spLocks noEditPoints="1"/>
          </p:cNvSpPr>
          <p:nvPr/>
        </p:nvSpPr>
        <p:spPr bwMode="auto">
          <a:xfrm>
            <a:off x="7511511" y="3928121"/>
            <a:ext cx="372945" cy="281060"/>
          </a:xfrm>
          <a:custGeom>
            <a:avLst/>
            <a:gdLst>
              <a:gd name="T0" fmla="*/ 96 w 117"/>
              <a:gd name="T1" fmla="*/ 40 h 88"/>
              <a:gd name="T2" fmla="*/ 44 w 117"/>
              <a:gd name="T3" fmla="*/ 40 h 88"/>
              <a:gd name="T4" fmla="*/ 21 w 117"/>
              <a:gd name="T5" fmla="*/ 50 h 88"/>
              <a:gd name="T6" fmla="*/ 0 w 117"/>
              <a:gd name="T7" fmla="*/ 75 h 88"/>
              <a:gd name="T8" fmla="*/ 0 w 117"/>
              <a:gd name="T9" fmla="*/ 76 h 88"/>
              <a:gd name="T10" fmla="*/ 0 w 117"/>
              <a:gd name="T11" fmla="*/ 74 h 88"/>
              <a:gd name="T12" fmla="*/ 0 w 117"/>
              <a:gd name="T13" fmla="*/ 14 h 88"/>
              <a:gd name="T14" fmla="*/ 14 w 117"/>
              <a:gd name="T15" fmla="*/ 0 h 88"/>
              <a:gd name="T16" fmla="*/ 34 w 117"/>
              <a:gd name="T17" fmla="*/ 0 h 88"/>
              <a:gd name="T18" fmla="*/ 48 w 117"/>
              <a:gd name="T19" fmla="*/ 14 h 88"/>
              <a:gd name="T20" fmla="*/ 48 w 117"/>
              <a:gd name="T21" fmla="*/ 16 h 88"/>
              <a:gd name="T22" fmla="*/ 82 w 117"/>
              <a:gd name="T23" fmla="*/ 16 h 88"/>
              <a:gd name="T24" fmla="*/ 96 w 117"/>
              <a:gd name="T25" fmla="*/ 30 h 88"/>
              <a:gd name="T26" fmla="*/ 96 w 117"/>
              <a:gd name="T27" fmla="*/ 40 h 88"/>
              <a:gd name="T28" fmla="*/ 115 w 117"/>
              <a:gd name="T29" fmla="*/ 56 h 88"/>
              <a:gd name="T30" fmla="*/ 94 w 117"/>
              <a:gd name="T31" fmla="*/ 80 h 88"/>
              <a:gd name="T32" fmla="*/ 78 w 117"/>
              <a:gd name="T33" fmla="*/ 88 h 88"/>
              <a:gd name="T34" fmla="*/ 10 w 117"/>
              <a:gd name="T35" fmla="*/ 88 h 88"/>
              <a:gd name="T36" fmla="*/ 4 w 117"/>
              <a:gd name="T37" fmla="*/ 84 h 88"/>
              <a:gd name="T38" fmla="*/ 6 w 117"/>
              <a:gd name="T39" fmla="*/ 80 h 88"/>
              <a:gd name="T40" fmla="*/ 27 w 117"/>
              <a:gd name="T41" fmla="*/ 56 h 88"/>
              <a:gd name="T42" fmla="*/ 44 w 117"/>
              <a:gd name="T43" fmla="*/ 48 h 88"/>
              <a:gd name="T44" fmla="*/ 112 w 117"/>
              <a:gd name="T45" fmla="*/ 48 h 88"/>
              <a:gd name="T46" fmla="*/ 117 w 117"/>
              <a:gd name="T47" fmla="*/ 51 h 88"/>
              <a:gd name="T48" fmla="*/ 115 w 117"/>
              <a:gd name="T49" fmla="*/ 56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7" h="88">
                <a:moveTo>
                  <a:pt x="96" y="40"/>
                </a:moveTo>
                <a:cubicBezTo>
                  <a:pt x="44" y="40"/>
                  <a:pt x="44" y="40"/>
                  <a:pt x="44" y="40"/>
                </a:cubicBezTo>
                <a:cubicBezTo>
                  <a:pt x="36" y="40"/>
                  <a:pt x="26" y="44"/>
                  <a:pt x="21" y="50"/>
                </a:cubicBezTo>
                <a:cubicBezTo>
                  <a:pt x="0" y="75"/>
                  <a:pt x="0" y="75"/>
                  <a:pt x="0" y="75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75"/>
                  <a:pt x="0" y="74"/>
                  <a:pt x="0" y="7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6"/>
                  <a:pt x="6" y="0"/>
                  <a:pt x="14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41" y="0"/>
                  <a:pt x="48" y="6"/>
                  <a:pt x="48" y="14"/>
                </a:cubicBezTo>
                <a:cubicBezTo>
                  <a:pt x="48" y="16"/>
                  <a:pt x="48" y="16"/>
                  <a:pt x="48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9" y="16"/>
                  <a:pt x="96" y="22"/>
                  <a:pt x="96" y="30"/>
                </a:cubicBezTo>
                <a:lnTo>
                  <a:pt x="96" y="40"/>
                </a:lnTo>
                <a:close/>
                <a:moveTo>
                  <a:pt x="115" y="56"/>
                </a:moveTo>
                <a:cubicBezTo>
                  <a:pt x="94" y="80"/>
                  <a:pt x="94" y="80"/>
                  <a:pt x="94" y="80"/>
                </a:cubicBezTo>
                <a:cubicBezTo>
                  <a:pt x="90" y="85"/>
                  <a:pt x="83" y="88"/>
                  <a:pt x="78" y="88"/>
                </a:cubicBezTo>
                <a:cubicBezTo>
                  <a:pt x="10" y="88"/>
                  <a:pt x="10" y="88"/>
                  <a:pt x="10" y="88"/>
                </a:cubicBezTo>
                <a:cubicBezTo>
                  <a:pt x="7" y="88"/>
                  <a:pt x="4" y="87"/>
                  <a:pt x="4" y="84"/>
                </a:cubicBezTo>
                <a:cubicBezTo>
                  <a:pt x="4" y="83"/>
                  <a:pt x="5" y="81"/>
                  <a:pt x="6" y="80"/>
                </a:cubicBezTo>
                <a:cubicBezTo>
                  <a:pt x="27" y="56"/>
                  <a:pt x="27" y="56"/>
                  <a:pt x="27" y="56"/>
                </a:cubicBezTo>
                <a:cubicBezTo>
                  <a:pt x="31" y="51"/>
                  <a:pt x="38" y="48"/>
                  <a:pt x="44" y="48"/>
                </a:cubicBezTo>
                <a:cubicBezTo>
                  <a:pt x="112" y="48"/>
                  <a:pt x="112" y="48"/>
                  <a:pt x="112" y="48"/>
                </a:cubicBezTo>
                <a:cubicBezTo>
                  <a:pt x="114" y="48"/>
                  <a:pt x="117" y="49"/>
                  <a:pt x="117" y="51"/>
                </a:cubicBezTo>
                <a:cubicBezTo>
                  <a:pt x="117" y="53"/>
                  <a:pt x="116" y="54"/>
                  <a:pt x="115" y="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60" name="Freeform 128"/>
          <p:cNvSpPr>
            <a:spLocks noEditPoints="1"/>
          </p:cNvSpPr>
          <p:nvPr/>
        </p:nvSpPr>
        <p:spPr bwMode="auto">
          <a:xfrm>
            <a:off x="9010450" y="3881454"/>
            <a:ext cx="306734" cy="332407"/>
          </a:xfrm>
          <a:custGeom>
            <a:avLst/>
            <a:gdLst>
              <a:gd name="T0" fmla="*/ 93 w 96"/>
              <a:gd name="T1" fmla="*/ 58 h 104"/>
              <a:gd name="T2" fmla="*/ 94 w 96"/>
              <a:gd name="T3" fmla="*/ 62 h 104"/>
              <a:gd name="T4" fmla="*/ 91 w 96"/>
              <a:gd name="T5" fmla="*/ 71 h 104"/>
              <a:gd name="T6" fmla="*/ 91 w 96"/>
              <a:gd name="T7" fmla="*/ 74 h 104"/>
              <a:gd name="T8" fmla="*/ 88 w 96"/>
              <a:gd name="T9" fmla="*/ 85 h 104"/>
              <a:gd name="T10" fmla="*/ 68 w 96"/>
              <a:gd name="T11" fmla="*/ 104 h 104"/>
              <a:gd name="T12" fmla="*/ 66 w 96"/>
              <a:gd name="T13" fmla="*/ 104 h 104"/>
              <a:gd name="T14" fmla="*/ 60 w 96"/>
              <a:gd name="T15" fmla="*/ 104 h 104"/>
              <a:gd name="T16" fmla="*/ 35 w 96"/>
              <a:gd name="T17" fmla="*/ 98 h 104"/>
              <a:gd name="T18" fmla="*/ 26 w 96"/>
              <a:gd name="T19" fmla="*/ 96 h 104"/>
              <a:gd name="T20" fmla="*/ 8 w 96"/>
              <a:gd name="T21" fmla="*/ 96 h 104"/>
              <a:gd name="T22" fmla="*/ 0 w 96"/>
              <a:gd name="T23" fmla="*/ 88 h 104"/>
              <a:gd name="T24" fmla="*/ 0 w 96"/>
              <a:gd name="T25" fmla="*/ 48 h 104"/>
              <a:gd name="T26" fmla="*/ 8 w 96"/>
              <a:gd name="T27" fmla="*/ 40 h 104"/>
              <a:gd name="T28" fmla="*/ 25 w 96"/>
              <a:gd name="T29" fmla="*/ 40 h 104"/>
              <a:gd name="T30" fmla="*/ 34 w 96"/>
              <a:gd name="T31" fmla="*/ 30 h 104"/>
              <a:gd name="T32" fmla="*/ 41 w 96"/>
              <a:gd name="T33" fmla="*/ 22 h 104"/>
              <a:gd name="T34" fmla="*/ 49 w 96"/>
              <a:gd name="T35" fmla="*/ 2 h 104"/>
              <a:gd name="T36" fmla="*/ 54 w 96"/>
              <a:gd name="T37" fmla="*/ 0 h 104"/>
              <a:gd name="T38" fmla="*/ 70 w 96"/>
              <a:gd name="T39" fmla="*/ 8 h 104"/>
              <a:gd name="T40" fmla="*/ 72 w 96"/>
              <a:gd name="T41" fmla="*/ 20 h 104"/>
              <a:gd name="T42" fmla="*/ 69 w 96"/>
              <a:gd name="T43" fmla="*/ 32 h 104"/>
              <a:gd name="T44" fmla="*/ 80 w 96"/>
              <a:gd name="T45" fmla="*/ 32 h 104"/>
              <a:gd name="T46" fmla="*/ 96 w 96"/>
              <a:gd name="T47" fmla="*/ 48 h 104"/>
              <a:gd name="T48" fmla="*/ 93 w 96"/>
              <a:gd name="T49" fmla="*/ 58 h 104"/>
              <a:gd name="T50" fmla="*/ 12 w 96"/>
              <a:gd name="T51" fmla="*/ 80 h 104"/>
              <a:gd name="T52" fmla="*/ 8 w 96"/>
              <a:gd name="T53" fmla="*/ 84 h 104"/>
              <a:gd name="T54" fmla="*/ 12 w 96"/>
              <a:gd name="T55" fmla="*/ 88 h 104"/>
              <a:gd name="T56" fmla="*/ 16 w 96"/>
              <a:gd name="T57" fmla="*/ 84 h 104"/>
              <a:gd name="T58" fmla="*/ 12 w 96"/>
              <a:gd name="T59" fmla="*/ 80 h 104"/>
              <a:gd name="T60" fmla="*/ 80 w 96"/>
              <a:gd name="T61" fmla="*/ 40 h 104"/>
              <a:gd name="T62" fmla="*/ 58 w 96"/>
              <a:gd name="T63" fmla="*/ 40 h 104"/>
              <a:gd name="T64" fmla="*/ 64 w 96"/>
              <a:gd name="T65" fmla="*/ 20 h 104"/>
              <a:gd name="T66" fmla="*/ 54 w 96"/>
              <a:gd name="T67" fmla="*/ 8 h 104"/>
              <a:gd name="T68" fmla="*/ 46 w 96"/>
              <a:gd name="T69" fmla="*/ 28 h 104"/>
              <a:gd name="T70" fmla="*/ 41 w 96"/>
              <a:gd name="T71" fmla="*/ 34 h 104"/>
              <a:gd name="T72" fmla="*/ 26 w 96"/>
              <a:gd name="T73" fmla="*/ 48 h 104"/>
              <a:gd name="T74" fmla="*/ 24 w 96"/>
              <a:gd name="T75" fmla="*/ 48 h 104"/>
              <a:gd name="T76" fmla="*/ 24 w 96"/>
              <a:gd name="T77" fmla="*/ 88 h 104"/>
              <a:gd name="T78" fmla="*/ 26 w 96"/>
              <a:gd name="T79" fmla="*/ 88 h 104"/>
              <a:gd name="T80" fmla="*/ 39 w 96"/>
              <a:gd name="T81" fmla="*/ 91 h 104"/>
              <a:gd name="T82" fmla="*/ 60 w 96"/>
              <a:gd name="T83" fmla="*/ 96 h 104"/>
              <a:gd name="T84" fmla="*/ 68 w 96"/>
              <a:gd name="T85" fmla="*/ 96 h 104"/>
              <a:gd name="T86" fmla="*/ 80 w 96"/>
              <a:gd name="T87" fmla="*/ 86 h 104"/>
              <a:gd name="T88" fmla="*/ 79 w 96"/>
              <a:gd name="T89" fmla="*/ 82 h 104"/>
              <a:gd name="T90" fmla="*/ 83 w 96"/>
              <a:gd name="T91" fmla="*/ 74 h 104"/>
              <a:gd name="T92" fmla="*/ 82 w 96"/>
              <a:gd name="T93" fmla="*/ 70 h 104"/>
              <a:gd name="T94" fmla="*/ 86 w 96"/>
              <a:gd name="T95" fmla="*/ 62 h 104"/>
              <a:gd name="T96" fmla="*/ 83 w 96"/>
              <a:gd name="T97" fmla="*/ 56 h 104"/>
              <a:gd name="T98" fmla="*/ 88 w 96"/>
              <a:gd name="T99" fmla="*/ 48 h 104"/>
              <a:gd name="T100" fmla="*/ 80 w 96"/>
              <a:gd name="T101" fmla="*/ 4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96" h="104">
                <a:moveTo>
                  <a:pt x="93" y="58"/>
                </a:moveTo>
                <a:cubicBezTo>
                  <a:pt x="93" y="59"/>
                  <a:pt x="94" y="61"/>
                  <a:pt x="94" y="62"/>
                </a:cubicBezTo>
                <a:cubicBezTo>
                  <a:pt x="94" y="66"/>
                  <a:pt x="93" y="69"/>
                  <a:pt x="91" y="71"/>
                </a:cubicBezTo>
                <a:cubicBezTo>
                  <a:pt x="91" y="72"/>
                  <a:pt x="91" y="73"/>
                  <a:pt x="91" y="74"/>
                </a:cubicBezTo>
                <a:cubicBezTo>
                  <a:pt x="91" y="78"/>
                  <a:pt x="90" y="82"/>
                  <a:pt x="88" y="85"/>
                </a:cubicBezTo>
                <a:cubicBezTo>
                  <a:pt x="88" y="97"/>
                  <a:pt x="80" y="104"/>
                  <a:pt x="68" y="104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0" y="104"/>
                  <a:pt x="60" y="104"/>
                  <a:pt x="60" y="104"/>
                </a:cubicBezTo>
                <a:cubicBezTo>
                  <a:pt x="51" y="104"/>
                  <a:pt x="43" y="101"/>
                  <a:pt x="35" y="98"/>
                </a:cubicBezTo>
                <a:cubicBezTo>
                  <a:pt x="33" y="98"/>
                  <a:pt x="28" y="96"/>
                  <a:pt x="26" y="96"/>
                </a:cubicBezTo>
                <a:cubicBezTo>
                  <a:pt x="8" y="96"/>
                  <a:pt x="8" y="96"/>
                  <a:pt x="8" y="96"/>
                </a:cubicBezTo>
                <a:cubicBezTo>
                  <a:pt x="4" y="96"/>
                  <a:pt x="0" y="92"/>
                  <a:pt x="0" y="8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4"/>
                  <a:pt x="4" y="40"/>
                  <a:pt x="8" y="40"/>
                </a:cubicBezTo>
                <a:cubicBezTo>
                  <a:pt x="25" y="40"/>
                  <a:pt x="25" y="40"/>
                  <a:pt x="25" y="40"/>
                </a:cubicBezTo>
                <a:cubicBezTo>
                  <a:pt x="28" y="38"/>
                  <a:pt x="32" y="33"/>
                  <a:pt x="34" y="30"/>
                </a:cubicBezTo>
                <a:cubicBezTo>
                  <a:pt x="36" y="28"/>
                  <a:pt x="38" y="25"/>
                  <a:pt x="41" y="22"/>
                </a:cubicBezTo>
                <a:cubicBezTo>
                  <a:pt x="44" y="18"/>
                  <a:pt x="42" y="8"/>
                  <a:pt x="49" y="2"/>
                </a:cubicBezTo>
                <a:cubicBezTo>
                  <a:pt x="50" y="1"/>
                  <a:pt x="52" y="0"/>
                  <a:pt x="54" y="0"/>
                </a:cubicBezTo>
                <a:cubicBezTo>
                  <a:pt x="61" y="0"/>
                  <a:pt x="67" y="2"/>
                  <a:pt x="70" y="8"/>
                </a:cubicBezTo>
                <a:cubicBezTo>
                  <a:pt x="72" y="12"/>
                  <a:pt x="72" y="16"/>
                  <a:pt x="72" y="20"/>
                </a:cubicBezTo>
                <a:cubicBezTo>
                  <a:pt x="72" y="24"/>
                  <a:pt x="71" y="28"/>
                  <a:pt x="69" y="32"/>
                </a:cubicBezTo>
                <a:cubicBezTo>
                  <a:pt x="80" y="32"/>
                  <a:pt x="80" y="32"/>
                  <a:pt x="80" y="32"/>
                </a:cubicBezTo>
                <a:cubicBezTo>
                  <a:pt x="89" y="32"/>
                  <a:pt x="96" y="39"/>
                  <a:pt x="96" y="48"/>
                </a:cubicBezTo>
                <a:cubicBezTo>
                  <a:pt x="96" y="52"/>
                  <a:pt x="95" y="55"/>
                  <a:pt x="93" y="58"/>
                </a:cubicBezTo>
                <a:close/>
                <a:moveTo>
                  <a:pt x="12" y="80"/>
                </a:moveTo>
                <a:cubicBezTo>
                  <a:pt x="10" y="80"/>
                  <a:pt x="8" y="82"/>
                  <a:pt x="8" y="84"/>
                </a:cubicBezTo>
                <a:cubicBezTo>
                  <a:pt x="8" y="86"/>
                  <a:pt x="10" y="88"/>
                  <a:pt x="12" y="88"/>
                </a:cubicBezTo>
                <a:cubicBezTo>
                  <a:pt x="14" y="88"/>
                  <a:pt x="16" y="86"/>
                  <a:pt x="16" y="84"/>
                </a:cubicBezTo>
                <a:cubicBezTo>
                  <a:pt x="16" y="82"/>
                  <a:pt x="14" y="80"/>
                  <a:pt x="12" y="80"/>
                </a:cubicBezTo>
                <a:close/>
                <a:moveTo>
                  <a:pt x="80" y="40"/>
                </a:moveTo>
                <a:cubicBezTo>
                  <a:pt x="58" y="40"/>
                  <a:pt x="58" y="40"/>
                  <a:pt x="58" y="40"/>
                </a:cubicBezTo>
                <a:cubicBezTo>
                  <a:pt x="58" y="33"/>
                  <a:pt x="64" y="27"/>
                  <a:pt x="64" y="20"/>
                </a:cubicBezTo>
                <a:cubicBezTo>
                  <a:pt x="64" y="13"/>
                  <a:pt x="63" y="8"/>
                  <a:pt x="54" y="8"/>
                </a:cubicBezTo>
                <a:cubicBezTo>
                  <a:pt x="50" y="12"/>
                  <a:pt x="52" y="22"/>
                  <a:pt x="46" y="28"/>
                </a:cubicBezTo>
                <a:cubicBezTo>
                  <a:pt x="44" y="30"/>
                  <a:pt x="43" y="32"/>
                  <a:pt x="41" y="34"/>
                </a:cubicBezTo>
                <a:cubicBezTo>
                  <a:pt x="39" y="37"/>
                  <a:pt x="31" y="48"/>
                  <a:pt x="26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88"/>
                  <a:pt x="24" y="88"/>
                  <a:pt x="24" y="88"/>
                </a:cubicBezTo>
                <a:cubicBezTo>
                  <a:pt x="26" y="88"/>
                  <a:pt x="26" y="88"/>
                  <a:pt x="26" y="88"/>
                </a:cubicBezTo>
                <a:cubicBezTo>
                  <a:pt x="30" y="88"/>
                  <a:pt x="35" y="90"/>
                  <a:pt x="39" y="91"/>
                </a:cubicBezTo>
                <a:cubicBezTo>
                  <a:pt x="46" y="94"/>
                  <a:pt x="53" y="96"/>
                  <a:pt x="60" y="96"/>
                </a:cubicBezTo>
                <a:cubicBezTo>
                  <a:pt x="68" y="96"/>
                  <a:pt x="68" y="96"/>
                  <a:pt x="68" y="96"/>
                </a:cubicBezTo>
                <a:cubicBezTo>
                  <a:pt x="75" y="96"/>
                  <a:pt x="80" y="93"/>
                  <a:pt x="80" y="86"/>
                </a:cubicBezTo>
                <a:cubicBezTo>
                  <a:pt x="80" y="84"/>
                  <a:pt x="80" y="83"/>
                  <a:pt x="79" y="82"/>
                </a:cubicBezTo>
                <a:cubicBezTo>
                  <a:pt x="82" y="81"/>
                  <a:pt x="83" y="77"/>
                  <a:pt x="83" y="74"/>
                </a:cubicBezTo>
                <a:cubicBezTo>
                  <a:pt x="83" y="73"/>
                  <a:pt x="83" y="71"/>
                  <a:pt x="82" y="70"/>
                </a:cubicBezTo>
                <a:cubicBezTo>
                  <a:pt x="84" y="68"/>
                  <a:pt x="86" y="65"/>
                  <a:pt x="86" y="62"/>
                </a:cubicBezTo>
                <a:cubicBezTo>
                  <a:pt x="86" y="60"/>
                  <a:pt x="85" y="57"/>
                  <a:pt x="83" y="56"/>
                </a:cubicBezTo>
                <a:cubicBezTo>
                  <a:pt x="86" y="56"/>
                  <a:pt x="88" y="50"/>
                  <a:pt x="88" y="48"/>
                </a:cubicBezTo>
                <a:cubicBezTo>
                  <a:pt x="88" y="44"/>
                  <a:pt x="84" y="40"/>
                  <a:pt x="80" y="4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62" name="文本框 61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鱼骨图图表系列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156018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2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2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2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2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2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4" grpId="0" animBg="1"/>
      <p:bldP spid="15" grpId="0"/>
      <p:bldP spid="17" grpId="0" animBg="1"/>
      <p:bldP spid="18" grpId="0"/>
      <p:bldP spid="20" grpId="0" animBg="1"/>
      <p:bldP spid="21" grpId="0"/>
      <p:bldP spid="23" grpId="0" animBg="1"/>
      <p:bldP spid="24" grpId="0"/>
      <p:bldP spid="26" grpId="0"/>
      <p:bldP spid="27" grpId="0"/>
      <p:bldP spid="28" grpId="0"/>
      <p:bldP spid="32" grpId="0"/>
      <p:bldP spid="33" grpId="0"/>
      <p:bldP spid="34" grpId="0"/>
      <p:bldP spid="38" grpId="0"/>
      <p:bldP spid="39" grpId="0"/>
      <p:bldP spid="40" grpId="0"/>
      <p:bldP spid="44" grpId="0"/>
      <p:bldP spid="45" grpId="0"/>
      <p:bldP spid="46" grpId="0"/>
      <p:bldP spid="50" grpId="0"/>
      <p:bldP spid="51" grpId="0"/>
      <p:bldP spid="52" grpId="0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/>
          <p:cNvSpPr/>
          <p:nvPr/>
        </p:nvSpPr>
        <p:spPr>
          <a:xfrm>
            <a:off x="1312636" y="3536043"/>
            <a:ext cx="10263188" cy="1082449"/>
          </a:xfrm>
          <a:custGeom>
            <a:avLst/>
            <a:gdLst>
              <a:gd name="connsiteX0" fmla="*/ 9647238 w 10263188"/>
              <a:gd name="connsiteY0" fmla="*/ 0 h 1082449"/>
              <a:gd name="connsiteX1" fmla="*/ 9901238 w 10263188"/>
              <a:gd name="connsiteY1" fmla="*/ 0 h 1082449"/>
              <a:gd name="connsiteX2" fmla="*/ 10263188 w 10263188"/>
              <a:gd name="connsiteY2" fmla="*/ 540260 h 1082449"/>
              <a:gd name="connsiteX3" fmla="*/ 9901238 w 10263188"/>
              <a:gd name="connsiteY3" fmla="*/ 1082449 h 1082449"/>
              <a:gd name="connsiteX4" fmla="*/ 9647238 w 10263188"/>
              <a:gd name="connsiteY4" fmla="*/ 1082449 h 1082449"/>
              <a:gd name="connsiteX5" fmla="*/ 9880787 w 10263188"/>
              <a:gd name="connsiteY5" fmla="*/ 729910 h 1082449"/>
              <a:gd name="connsiteX6" fmla="*/ 0 w 10263188"/>
              <a:gd name="connsiteY6" fmla="*/ 729910 h 1082449"/>
              <a:gd name="connsiteX7" fmla="*/ 0 w 10263188"/>
              <a:gd name="connsiteY7" fmla="*/ 636735 h 1082449"/>
              <a:gd name="connsiteX8" fmla="*/ 0 w 10263188"/>
              <a:gd name="connsiteY8" fmla="*/ 445714 h 1082449"/>
              <a:gd name="connsiteX9" fmla="*/ 0 w 10263188"/>
              <a:gd name="connsiteY9" fmla="*/ 352538 h 1082449"/>
              <a:gd name="connsiteX10" fmla="*/ 9880786 w 10263188"/>
              <a:gd name="connsiteY10" fmla="*/ 352538 h 1082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263188" h="1082449">
                <a:moveTo>
                  <a:pt x="9647238" y="0"/>
                </a:moveTo>
                <a:lnTo>
                  <a:pt x="9901238" y="0"/>
                </a:lnTo>
                <a:lnTo>
                  <a:pt x="10263188" y="540260"/>
                </a:lnTo>
                <a:lnTo>
                  <a:pt x="9901238" y="1082449"/>
                </a:lnTo>
                <a:lnTo>
                  <a:pt x="9647238" y="1082449"/>
                </a:lnTo>
                <a:lnTo>
                  <a:pt x="9880787" y="729910"/>
                </a:lnTo>
                <a:lnTo>
                  <a:pt x="0" y="729910"/>
                </a:lnTo>
                <a:lnTo>
                  <a:pt x="0" y="636735"/>
                </a:lnTo>
                <a:lnTo>
                  <a:pt x="0" y="445714"/>
                </a:lnTo>
                <a:lnTo>
                  <a:pt x="0" y="352538"/>
                </a:lnTo>
                <a:lnTo>
                  <a:pt x="9880786" y="352538"/>
                </a:lnTo>
                <a:close/>
              </a:path>
            </a:pathLst>
          </a:custGeom>
          <a:solidFill>
            <a:srgbClr val="3F3F3F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cxnSp>
        <p:nvCxnSpPr>
          <p:cNvPr id="3" name="Straight Arrow Connector 8"/>
          <p:cNvCxnSpPr/>
          <p:nvPr/>
        </p:nvCxnSpPr>
        <p:spPr>
          <a:xfrm>
            <a:off x="1981598" y="2472271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2980B9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" name="Straight Arrow Connector 9"/>
          <p:cNvCxnSpPr/>
          <p:nvPr/>
        </p:nvCxnSpPr>
        <p:spPr>
          <a:xfrm>
            <a:off x="4421943" y="2472271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41B176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" name="Straight Arrow Connector 10"/>
          <p:cNvCxnSpPr/>
          <p:nvPr/>
        </p:nvCxnSpPr>
        <p:spPr>
          <a:xfrm>
            <a:off x="6860944" y="2472271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9BBB5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" name="TextBox 11"/>
          <p:cNvSpPr txBox="1"/>
          <p:nvPr/>
        </p:nvSpPr>
        <p:spPr>
          <a:xfrm>
            <a:off x="416945" y="2698641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7" name="TextBox 12"/>
          <p:cNvSpPr txBox="1"/>
          <p:nvPr/>
        </p:nvSpPr>
        <p:spPr>
          <a:xfrm>
            <a:off x="625520" y="304361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8" name="TextBox 13"/>
          <p:cNvSpPr txBox="1"/>
          <p:nvPr/>
        </p:nvSpPr>
        <p:spPr>
          <a:xfrm>
            <a:off x="886929" y="3384342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9" name="Straight Arrow Connector 14"/>
          <p:cNvCxnSpPr/>
          <p:nvPr/>
        </p:nvCxnSpPr>
        <p:spPr>
          <a:xfrm>
            <a:off x="1653548" y="2835275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0" name="Straight Arrow Connector 15"/>
          <p:cNvCxnSpPr/>
          <p:nvPr/>
        </p:nvCxnSpPr>
        <p:spPr>
          <a:xfrm>
            <a:off x="1845085" y="3182113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1" name="Straight Arrow Connector 16"/>
          <p:cNvCxnSpPr/>
          <p:nvPr/>
        </p:nvCxnSpPr>
        <p:spPr>
          <a:xfrm>
            <a:off x="2066395" y="3522841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12" name="TextBox 17"/>
          <p:cNvSpPr txBox="1"/>
          <p:nvPr/>
        </p:nvSpPr>
        <p:spPr>
          <a:xfrm>
            <a:off x="2804409" y="2663516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13" name="TextBox 18"/>
          <p:cNvSpPr txBox="1"/>
          <p:nvPr/>
        </p:nvSpPr>
        <p:spPr>
          <a:xfrm>
            <a:off x="3012984" y="3008489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3274393" y="3349217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15" name="Straight Arrow Connector 20"/>
          <p:cNvCxnSpPr/>
          <p:nvPr/>
        </p:nvCxnSpPr>
        <p:spPr>
          <a:xfrm>
            <a:off x="4041012" y="2800150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6" name="Straight Arrow Connector 21"/>
          <p:cNvCxnSpPr/>
          <p:nvPr/>
        </p:nvCxnSpPr>
        <p:spPr>
          <a:xfrm>
            <a:off x="4232549" y="3146988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7" name="Straight Arrow Connector 22"/>
          <p:cNvCxnSpPr/>
          <p:nvPr/>
        </p:nvCxnSpPr>
        <p:spPr>
          <a:xfrm>
            <a:off x="4453859" y="3487716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18" name="TextBox 23"/>
          <p:cNvSpPr txBox="1"/>
          <p:nvPr/>
        </p:nvSpPr>
        <p:spPr>
          <a:xfrm>
            <a:off x="5257288" y="2633349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19" name="TextBox 24"/>
          <p:cNvSpPr txBox="1"/>
          <p:nvPr/>
        </p:nvSpPr>
        <p:spPr>
          <a:xfrm>
            <a:off x="5465863" y="2978322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20" name="TextBox 25"/>
          <p:cNvSpPr txBox="1"/>
          <p:nvPr/>
        </p:nvSpPr>
        <p:spPr>
          <a:xfrm>
            <a:off x="5727272" y="3319050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21" name="Straight Arrow Connector 26"/>
          <p:cNvCxnSpPr/>
          <p:nvPr/>
        </p:nvCxnSpPr>
        <p:spPr>
          <a:xfrm>
            <a:off x="6493891" y="2769983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22" name="Straight Arrow Connector 27"/>
          <p:cNvCxnSpPr/>
          <p:nvPr/>
        </p:nvCxnSpPr>
        <p:spPr>
          <a:xfrm>
            <a:off x="6685428" y="3116821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23" name="Straight Arrow Connector 28"/>
          <p:cNvCxnSpPr/>
          <p:nvPr/>
        </p:nvCxnSpPr>
        <p:spPr>
          <a:xfrm>
            <a:off x="6906738" y="3457549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24" name="Straight Arrow Connector 41"/>
          <p:cNvCxnSpPr/>
          <p:nvPr/>
        </p:nvCxnSpPr>
        <p:spPr>
          <a:xfrm>
            <a:off x="9260867" y="2467419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F39C1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TextBox 42"/>
          <p:cNvSpPr txBox="1"/>
          <p:nvPr/>
        </p:nvSpPr>
        <p:spPr>
          <a:xfrm>
            <a:off x="7720711" y="2628497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26" name="TextBox 43"/>
          <p:cNvSpPr txBox="1"/>
          <p:nvPr/>
        </p:nvSpPr>
        <p:spPr>
          <a:xfrm>
            <a:off x="7865786" y="2973470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27" name="TextBox 44"/>
          <p:cNvSpPr txBox="1"/>
          <p:nvPr/>
        </p:nvSpPr>
        <p:spPr>
          <a:xfrm>
            <a:off x="8127195" y="3314198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28" name="Straight Arrow Connector 45"/>
          <p:cNvCxnSpPr/>
          <p:nvPr/>
        </p:nvCxnSpPr>
        <p:spPr>
          <a:xfrm>
            <a:off x="8893814" y="2765131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29" name="Straight Arrow Connector 46"/>
          <p:cNvCxnSpPr/>
          <p:nvPr/>
        </p:nvCxnSpPr>
        <p:spPr>
          <a:xfrm>
            <a:off x="9085351" y="3111969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0" name="Straight Arrow Connector 47"/>
          <p:cNvCxnSpPr/>
          <p:nvPr/>
        </p:nvCxnSpPr>
        <p:spPr>
          <a:xfrm>
            <a:off x="9306661" y="3452697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31" name="TextBox 48"/>
          <p:cNvSpPr txBox="1"/>
          <p:nvPr/>
        </p:nvSpPr>
        <p:spPr>
          <a:xfrm>
            <a:off x="9989121" y="3879650"/>
            <a:ext cx="11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err="1">
                <a:solidFill>
                  <a:prstClr val="white"/>
                </a:solidFill>
                <a:latin typeface="Lato Light"/>
              </a:rPr>
              <a:t>Inser Text</a:t>
            </a:r>
            <a:endParaRPr lang="id-ID" b="1">
              <a:solidFill>
                <a:prstClr val="white"/>
              </a:solidFill>
              <a:latin typeface="Lato Light"/>
            </a:endParaRPr>
          </a:p>
        </p:txBody>
      </p:sp>
      <p:cxnSp>
        <p:nvCxnSpPr>
          <p:cNvPr id="32" name="Straight Arrow Connector 49"/>
          <p:cNvCxnSpPr/>
          <p:nvPr/>
        </p:nvCxnSpPr>
        <p:spPr>
          <a:xfrm rot="10800000" flipH="1">
            <a:off x="2016523" y="4293956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2980B9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50"/>
          <p:cNvCxnSpPr/>
          <p:nvPr/>
        </p:nvCxnSpPr>
        <p:spPr>
          <a:xfrm rot="10800000" flipH="1">
            <a:off x="4456868" y="4293956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41B176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51"/>
          <p:cNvCxnSpPr/>
          <p:nvPr/>
        </p:nvCxnSpPr>
        <p:spPr>
          <a:xfrm rot="10800000" flipH="1">
            <a:off x="6895869" y="4293956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9BBB5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52"/>
          <p:cNvSpPr txBox="1"/>
          <p:nvPr/>
        </p:nvSpPr>
        <p:spPr>
          <a:xfrm flipH="1">
            <a:off x="451870" y="5149725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36" name="TextBox 53"/>
          <p:cNvSpPr txBox="1"/>
          <p:nvPr/>
        </p:nvSpPr>
        <p:spPr>
          <a:xfrm flipH="1">
            <a:off x="660445" y="4804752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37" name="TextBox 54"/>
          <p:cNvSpPr txBox="1"/>
          <p:nvPr/>
        </p:nvSpPr>
        <p:spPr>
          <a:xfrm flipH="1">
            <a:off x="921854" y="446402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38" name="Straight Arrow Connector 55"/>
          <p:cNvCxnSpPr/>
          <p:nvPr/>
        </p:nvCxnSpPr>
        <p:spPr>
          <a:xfrm rot="10800000" flipH="1">
            <a:off x="1688473" y="5290090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39" name="Straight Arrow Connector 56"/>
          <p:cNvCxnSpPr/>
          <p:nvPr/>
        </p:nvCxnSpPr>
        <p:spPr>
          <a:xfrm rot="10800000" flipH="1">
            <a:off x="1880010" y="4943252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0" name="Straight Arrow Connector 57"/>
          <p:cNvCxnSpPr/>
          <p:nvPr/>
        </p:nvCxnSpPr>
        <p:spPr>
          <a:xfrm rot="10800000" flipH="1">
            <a:off x="2101320" y="4602524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41" name="TextBox 58"/>
          <p:cNvSpPr txBox="1"/>
          <p:nvPr/>
        </p:nvSpPr>
        <p:spPr>
          <a:xfrm flipH="1">
            <a:off x="2839334" y="5184850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2" name="TextBox 59"/>
          <p:cNvSpPr txBox="1"/>
          <p:nvPr/>
        </p:nvSpPr>
        <p:spPr>
          <a:xfrm flipH="1">
            <a:off x="3047909" y="4839877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3" name="TextBox 60"/>
          <p:cNvSpPr txBox="1"/>
          <p:nvPr/>
        </p:nvSpPr>
        <p:spPr>
          <a:xfrm flipH="1">
            <a:off x="3309318" y="4499149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44" name="Straight Arrow Connector 61"/>
          <p:cNvCxnSpPr/>
          <p:nvPr/>
        </p:nvCxnSpPr>
        <p:spPr>
          <a:xfrm rot="10800000" flipH="1">
            <a:off x="4075937" y="5325215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5" name="Straight Arrow Connector 62"/>
          <p:cNvCxnSpPr/>
          <p:nvPr/>
        </p:nvCxnSpPr>
        <p:spPr>
          <a:xfrm rot="10800000" flipH="1">
            <a:off x="4267474" y="4978377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46" name="Straight Arrow Connector 63"/>
          <p:cNvCxnSpPr/>
          <p:nvPr/>
        </p:nvCxnSpPr>
        <p:spPr>
          <a:xfrm rot="10800000" flipH="1">
            <a:off x="4488784" y="4637649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47" name="TextBox 64"/>
          <p:cNvSpPr txBox="1"/>
          <p:nvPr/>
        </p:nvSpPr>
        <p:spPr>
          <a:xfrm flipH="1">
            <a:off x="5292213" y="5215017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8" name="TextBox 65"/>
          <p:cNvSpPr txBox="1"/>
          <p:nvPr/>
        </p:nvSpPr>
        <p:spPr>
          <a:xfrm flipH="1">
            <a:off x="5500788" y="487004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49" name="TextBox 66"/>
          <p:cNvSpPr txBox="1"/>
          <p:nvPr/>
        </p:nvSpPr>
        <p:spPr>
          <a:xfrm flipH="1">
            <a:off x="5762197" y="4529316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50" name="Straight Arrow Connector 67"/>
          <p:cNvCxnSpPr/>
          <p:nvPr/>
        </p:nvCxnSpPr>
        <p:spPr>
          <a:xfrm rot="10800000" flipH="1">
            <a:off x="6528816" y="5355382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1" name="Straight Arrow Connector 68"/>
          <p:cNvCxnSpPr/>
          <p:nvPr/>
        </p:nvCxnSpPr>
        <p:spPr>
          <a:xfrm rot="10800000" flipH="1">
            <a:off x="6720353" y="5008544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2" name="Straight Arrow Connector 69"/>
          <p:cNvCxnSpPr/>
          <p:nvPr/>
        </p:nvCxnSpPr>
        <p:spPr>
          <a:xfrm rot="10800000" flipH="1">
            <a:off x="6941663" y="4667816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3" name="Straight Arrow Connector 70"/>
          <p:cNvCxnSpPr/>
          <p:nvPr/>
        </p:nvCxnSpPr>
        <p:spPr>
          <a:xfrm rot="10800000" flipH="1">
            <a:off x="9295792" y="4298808"/>
            <a:ext cx="811825" cy="1359138"/>
          </a:xfrm>
          <a:prstGeom prst="straightConnector1">
            <a:avLst/>
          </a:prstGeom>
          <a:noFill/>
          <a:ln w="25400" cap="flat" cmpd="sng" algn="ctr">
            <a:solidFill>
              <a:srgbClr val="F39C1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4" name="TextBox 71"/>
          <p:cNvSpPr txBox="1"/>
          <p:nvPr/>
        </p:nvSpPr>
        <p:spPr>
          <a:xfrm flipH="1">
            <a:off x="7755636" y="5219869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55" name="TextBox 72"/>
          <p:cNvSpPr txBox="1"/>
          <p:nvPr/>
        </p:nvSpPr>
        <p:spPr>
          <a:xfrm flipH="1">
            <a:off x="7900711" y="4874896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sp>
        <p:nvSpPr>
          <p:cNvPr id="56" name="TextBox 73"/>
          <p:cNvSpPr txBox="1"/>
          <p:nvPr/>
        </p:nvSpPr>
        <p:spPr>
          <a:xfrm flipH="1">
            <a:off x="8162120" y="4534168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rgbClr val="3F3F3F"/>
                </a:solidFill>
                <a:latin typeface="Lato Light"/>
              </a:rPr>
              <a:t>Insert text here</a:t>
            </a:r>
            <a:endParaRPr lang="id-ID" sz="1200">
              <a:solidFill>
                <a:srgbClr val="3F3F3F"/>
              </a:solidFill>
              <a:latin typeface="Lato Light"/>
            </a:endParaRPr>
          </a:p>
        </p:txBody>
      </p:sp>
      <p:cxnSp>
        <p:nvCxnSpPr>
          <p:cNvPr id="57" name="Straight Arrow Connector 74"/>
          <p:cNvCxnSpPr/>
          <p:nvPr/>
        </p:nvCxnSpPr>
        <p:spPr>
          <a:xfrm rot="10800000" flipH="1">
            <a:off x="8928739" y="5360234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8" name="Straight Arrow Connector 75"/>
          <p:cNvCxnSpPr/>
          <p:nvPr/>
        </p:nvCxnSpPr>
        <p:spPr>
          <a:xfrm rot="10800000" flipH="1">
            <a:off x="9120276" y="5013396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9" name="Straight Arrow Connector 76"/>
          <p:cNvCxnSpPr/>
          <p:nvPr/>
        </p:nvCxnSpPr>
        <p:spPr>
          <a:xfrm rot="10800000" flipH="1">
            <a:off x="9341586" y="4672668"/>
            <a:ext cx="406981" cy="0"/>
          </a:xfrm>
          <a:prstGeom prst="straightConnector1">
            <a:avLst/>
          </a:prstGeom>
          <a:noFill/>
          <a:ln w="12700" cap="flat" cmpd="sng" algn="ctr">
            <a:solidFill>
              <a:srgbClr val="3F3F3F">
                <a:lumMod val="60000"/>
                <a:lumOff val="40000"/>
              </a:srgb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60" name="Oval 78"/>
          <p:cNvSpPr/>
          <p:nvPr/>
        </p:nvSpPr>
        <p:spPr>
          <a:xfrm>
            <a:off x="1589488" y="1946267"/>
            <a:ext cx="550859" cy="550859"/>
          </a:xfrm>
          <a:prstGeom prst="ellipse">
            <a:avLst/>
          </a:prstGeom>
          <a:noFill/>
          <a:ln w="31750" cap="flat" cmpd="sng" algn="ctr">
            <a:solidFill>
              <a:srgbClr val="2980B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1" name="Oval 79"/>
          <p:cNvSpPr/>
          <p:nvPr/>
        </p:nvSpPr>
        <p:spPr>
          <a:xfrm>
            <a:off x="4080880" y="1946267"/>
            <a:ext cx="550859" cy="550859"/>
          </a:xfrm>
          <a:prstGeom prst="ellipse">
            <a:avLst/>
          </a:prstGeom>
          <a:noFill/>
          <a:ln w="31750" cap="flat" cmpd="sng" algn="ctr">
            <a:solidFill>
              <a:srgbClr val="41B17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2" name="Oval 80"/>
          <p:cNvSpPr/>
          <p:nvPr/>
        </p:nvSpPr>
        <p:spPr>
          <a:xfrm>
            <a:off x="6471442" y="1946267"/>
            <a:ext cx="550859" cy="550859"/>
          </a:xfrm>
          <a:prstGeom prst="ellipse">
            <a:avLst/>
          </a:prstGeom>
          <a:noFill/>
          <a:ln w="31750" cap="flat" cmpd="sng" algn="ctr">
            <a:solidFill>
              <a:srgbClr val="9BBB5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3" name="Oval 81"/>
          <p:cNvSpPr/>
          <p:nvPr/>
        </p:nvSpPr>
        <p:spPr>
          <a:xfrm>
            <a:off x="8882075" y="1946267"/>
            <a:ext cx="550859" cy="550859"/>
          </a:xfrm>
          <a:prstGeom prst="ellipse">
            <a:avLst/>
          </a:prstGeom>
          <a:noFill/>
          <a:ln w="31750" cap="flat" cmpd="sng" algn="ctr">
            <a:solidFill>
              <a:srgbClr val="F39C1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4" name="Oval 82"/>
          <p:cNvSpPr/>
          <p:nvPr/>
        </p:nvSpPr>
        <p:spPr>
          <a:xfrm>
            <a:off x="1522813" y="5573822"/>
            <a:ext cx="550859" cy="550859"/>
          </a:xfrm>
          <a:prstGeom prst="ellipse">
            <a:avLst/>
          </a:prstGeom>
          <a:noFill/>
          <a:ln w="31750" cap="flat" cmpd="sng" algn="ctr">
            <a:solidFill>
              <a:srgbClr val="2980B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5" name="Oval 83"/>
          <p:cNvSpPr/>
          <p:nvPr/>
        </p:nvSpPr>
        <p:spPr>
          <a:xfrm>
            <a:off x="4014205" y="5573822"/>
            <a:ext cx="550859" cy="550859"/>
          </a:xfrm>
          <a:prstGeom prst="ellipse">
            <a:avLst/>
          </a:prstGeom>
          <a:noFill/>
          <a:ln w="31750" cap="flat" cmpd="sng" algn="ctr">
            <a:solidFill>
              <a:srgbClr val="41B17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6" name="Oval 84"/>
          <p:cNvSpPr/>
          <p:nvPr/>
        </p:nvSpPr>
        <p:spPr>
          <a:xfrm>
            <a:off x="6404767" y="5573822"/>
            <a:ext cx="550859" cy="550859"/>
          </a:xfrm>
          <a:prstGeom prst="ellipse">
            <a:avLst/>
          </a:prstGeom>
          <a:noFill/>
          <a:ln w="31750" cap="flat" cmpd="sng" algn="ctr">
            <a:solidFill>
              <a:srgbClr val="9BBB5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7" name="Oval 85"/>
          <p:cNvSpPr/>
          <p:nvPr/>
        </p:nvSpPr>
        <p:spPr>
          <a:xfrm>
            <a:off x="8815400" y="5573822"/>
            <a:ext cx="550859" cy="550859"/>
          </a:xfrm>
          <a:prstGeom prst="ellipse">
            <a:avLst/>
          </a:prstGeom>
          <a:noFill/>
          <a:ln w="31750" cap="flat" cmpd="sng" algn="ctr">
            <a:solidFill>
              <a:srgbClr val="F39C1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68" name="TextBox 86"/>
          <p:cNvSpPr txBox="1"/>
          <p:nvPr/>
        </p:nvSpPr>
        <p:spPr>
          <a:xfrm>
            <a:off x="1393544" y="1646205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b="1">
                <a:solidFill>
                  <a:srgbClr val="3F3F3F"/>
                </a:solidFill>
                <a:latin typeface="Lato"/>
              </a:rPr>
              <a:t>Content 1</a:t>
            </a:r>
          </a:p>
        </p:txBody>
      </p:sp>
      <p:sp>
        <p:nvSpPr>
          <p:cNvPr id="69" name="TextBox 87"/>
          <p:cNvSpPr txBox="1"/>
          <p:nvPr/>
        </p:nvSpPr>
        <p:spPr>
          <a:xfrm>
            <a:off x="1326869" y="6134008"/>
            <a:ext cx="912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b="1">
                <a:solidFill>
                  <a:srgbClr val="3F3F3F"/>
                </a:solidFill>
                <a:latin typeface="Lato"/>
              </a:rPr>
              <a:t>Content 1</a:t>
            </a:r>
          </a:p>
        </p:txBody>
      </p:sp>
      <p:sp>
        <p:nvSpPr>
          <p:cNvPr id="70" name="TextBox 88"/>
          <p:cNvSpPr txBox="1"/>
          <p:nvPr/>
        </p:nvSpPr>
        <p:spPr>
          <a:xfrm>
            <a:off x="3942753" y="1646205"/>
            <a:ext cx="880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b="1">
                <a:solidFill>
                  <a:srgbClr val="3F3F3F"/>
                </a:solidFill>
                <a:latin typeface="Lato"/>
              </a:rPr>
              <a:t>Content </a:t>
            </a:r>
            <a:r>
              <a:rPr lang="en-US" sz="1200" b="1">
                <a:solidFill>
                  <a:srgbClr val="3F3F3F"/>
                </a:solidFill>
                <a:latin typeface="Lato"/>
              </a:rPr>
              <a:t>2</a:t>
            </a:r>
            <a:endParaRPr lang="id-ID" sz="1200" b="1">
              <a:solidFill>
                <a:srgbClr val="3F3F3F"/>
              </a:solidFill>
              <a:latin typeface="Lato"/>
            </a:endParaRPr>
          </a:p>
        </p:txBody>
      </p:sp>
      <p:sp>
        <p:nvSpPr>
          <p:cNvPr id="71" name="TextBox 89"/>
          <p:cNvSpPr txBox="1"/>
          <p:nvPr/>
        </p:nvSpPr>
        <p:spPr>
          <a:xfrm>
            <a:off x="3876078" y="6134008"/>
            <a:ext cx="880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b="1">
                <a:solidFill>
                  <a:srgbClr val="3F3F3F"/>
                </a:solidFill>
                <a:latin typeface="Lato"/>
              </a:rPr>
              <a:t>Content </a:t>
            </a:r>
            <a:r>
              <a:rPr lang="en-US" sz="1200" b="1">
                <a:solidFill>
                  <a:srgbClr val="3F3F3F"/>
                </a:solidFill>
                <a:latin typeface="Lato"/>
              </a:rPr>
              <a:t>2</a:t>
            </a:r>
            <a:endParaRPr lang="id-ID" sz="1200" b="1">
              <a:solidFill>
                <a:srgbClr val="3F3F3F"/>
              </a:solidFill>
              <a:latin typeface="Lato"/>
            </a:endParaRPr>
          </a:p>
        </p:txBody>
      </p:sp>
      <p:sp>
        <p:nvSpPr>
          <p:cNvPr id="72" name="TextBox 90"/>
          <p:cNvSpPr txBox="1"/>
          <p:nvPr/>
        </p:nvSpPr>
        <p:spPr>
          <a:xfrm>
            <a:off x="6325365" y="1646205"/>
            <a:ext cx="880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b="1">
                <a:solidFill>
                  <a:srgbClr val="3F3F3F"/>
                </a:solidFill>
                <a:latin typeface="Lato"/>
              </a:rPr>
              <a:t>Content </a:t>
            </a:r>
            <a:r>
              <a:rPr lang="en-US" sz="1200" b="1">
                <a:solidFill>
                  <a:srgbClr val="3F3F3F"/>
                </a:solidFill>
                <a:latin typeface="Lato"/>
              </a:rPr>
              <a:t>3</a:t>
            </a:r>
            <a:endParaRPr lang="id-ID" sz="1200" b="1">
              <a:solidFill>
                <a:srgbClr val="3F3F3F"/>
              </a:solidFill>
              <a:latin typeface="Lato"/>
            </a:endParaRPr>
          </a:p>
        </p:txBody>
      </p:sp>
      <p:sp>
        <p:nvSpPr>
          <p:cNvPr id="73" name="TextBox 91"/>
          <p:cNvSpPr txBox="1"/>
          <p:nvPr/>
        </p:nvSpPr>
        <p:spPr>
          <a:xfrm>
            <a:off x="6258690" y="6134008"/>
            <a:ext cx="880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b="1">
                <a:solidFill>
                  <a:srgbClr val="3F3F3F"/>
                </a:solidFill>
                <a:latin typeface="Lato"/>
              </a:rPr>
              <a:t>Content </a:t>
            </a:r>
            <a:r>
              <a:rPr lang="en-US" sz="1200" b="1">
                <a:solidFill>
                  <a:srgbClr val="3F3F3F"/>
                </a:solidFill>
                <a:latin typeface="Lato"/>
              </a:rPr>
              <a:t>3</a:t>
            </a:r>
            <a:endParaRPr lang="id-ID" sz="1200" b="1">
              <a:solidFill>
                <a:srgbClr val="3F3F3F"/>
              </a:solidFill>
              <a:latin typeface="Lato"/>
            </a:endParaRPr>
          </a:p>
        </p:txBody>
      </p:sp>
      <p:sp>
        <p:nvSpPr>
          <p:cNvPr id="74" name="TextBox 92"/>
          <p:cNvSpPr txBox="1"/>
          <p:nvPr/>
        </p:nvSpPr>
        <p:spPr>
          <a:xfrm>
            <a:off x="8735940" y="1646205"/>
            <a:ext cx="880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b="1">
                <a:solidFill>
                  <a:srgbClr val="3F3F3F"/>
                </a:solidFill>
                <a:latin typeface="Lato"/>
              </a:rPr>
              <a:t>Content </a:t>
            </a:r>
            <a:r>
              <a:rPr lang="en-US" sz="1200" b="1">
                <a:solidFill>
                  <a:srgbClr val="3F3F3F"/>
                </a:solidFill>
                <a:latin typeface="Lato"/>
              </a:rPr>
              <a:t>4</a:t>
            </a:r>
            <a:endParaRPr lang="id-ID" sz="1200" b="1">
              <a:solidFill>
                <a:srgbClr val="3F3F3F"/>
              </a:solidFill>
              <a:latin typeface="Lato"/>
            </a:endParaRPr>
          </a:p>
        </p:txBody>
      </p:sp>
      <p:sp>
        <p:nvSpPr>
          <p:cNvPr id="75" name="TextBox 93"/>
          <p:cNvSpPr txBox="1"/>
          <p:nvPr/>
        </p:nvSpPr>
        <p:spPr>
          <a:xfrm>
            <a:off x="8669265" y="6134008"/>
            <a:ext cx="880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b="1">
                <a:solidFill>
                  <a:srgbClr val="3F3F3F"/>
                </a:solidFill>
                <a:latin typeface="Lato"/>
              </a:rPr>
              <a:t>Content </a:t>
            </a:r>
            <a:r>
              <a:rPr lang="en-US" sz="1200" b="1">
                <a:solidFill>
                  <a:srgbClr val="3F3F3F"/>
                </a:solidFill>
                <a:latin typeface="Lato"/>
              </a:rPr>
              <a:t>4</a:t>
            </a:r>
            <a:endParaRPr lang="id-ID" sz="1200" b="1">
              <a:solidFill>
                <a:srgbClr val="3F3F3F"/>
              </a:solidFill>
              <a:latin typeface="Lato"/>
            </a:endParaRPr>
          </a:p>
        </p:txBody>
      </p:sp>
      <p:sp>
        <p:nvSpPr>
          <p:cNvPr id="76" name="Freeform 313"/>
          <p:cNvSpPr>
            <a:spLocks noEditPoints="1"/>
          </p:cNvSpPr>
          <p:nvPr/>
        </p:nvSpPr>
        <p:spPr bwMode="auto">
          <a:xfrm>
            <a:off x="1729833" y="2078866"/>
            <a:ext cx="270169" cy="299992"/>
          </a:xfrm>
          <a:custGeom>
            <a:avLst/>
            <a:gdLst>
              <a:gd name="T0" fmla="*/ 39 w 65"/>
              <a:gd name="T1" fmla="*/ 31 h 70"/>
              <a:gd name="T2" fmla="*/ 11 w 65"/>
              <a:gd name="T3" fmla="*/ 30 h 70"/>
              <a:gd name="T4" fmla="*/ 39 w 65"/>
              <a:gd name="T5" fmla="*/ 29 h 70"/>
              <a:gd name="T6" fmla="*/ 12 w 65"/>
              <a:gd name="T7" fmla="*/ 24 h 70"/>
              <a:gd name="T8" fmla="*/ 40 w 65"/>
              <a:gd name="T9" fmla="*/ 23 h 70"/>
              <a:gd name="T10" fmla="*/ 12 w 65"/>
              <a:gd name="T11" fmla="*/ 22 h 70"/>
              <a:gd name="T12" fmla="*/ 12 w 65"/>
              <a:gd name="T13" fmla="*/ 24 h 70"/>
              <a:gd name="T14" fmla="*/ 48 w 65"/>
              <a:gd name="T15" fmla="*/ 70 h 70"/>
              <a:gd name="T16" fmla="*/ 44 w 65"/>
              <a:gd name="T17" fmla="*/ 70 h 70"/>
              <a:gd name="T18" fmla="*/ 0 w 65"/>
              <a:gd name="T19" fmla="*/ 63 h 70"/>
              <a:gd name="T20" fmla="*/ 6 w 65"/>
              <a:gd name="T21" fmla="*/ 4 h 70"/>
              <a:gd name="T22" fmla="*/ 17 w 65"/>
              <a:gd name="T23" fmla="*/ 0 h 70"/>
              <a:gd name="T24" fmla="*/ 37 w 65"/>
              <a:gd name="T25" fmla="*/ 4 h 70"/>
              <a:gd name="T26" fmla="*/ 51 w 65"/>
              <a:gd name="T27" fmla="*/ 10 h 70"/>
              <a:gd name="T28" fmla="*/ 65 w 65"/>
              <a:gd name="T29" fmla="*/ 53 h 70"/>
              <a:gd name="T30" fmla="*/ 17 w 65"/>
              <a:gd name="T31" fmla="*/ 8 h 70"/>
              <a:gd name="T32" fmla="*/ 35 w 65"/>
              <a:gd name="T33" fmla="*/ 7 h 70"/>
              <a:gd name="T34" fmla="*/ 34 w 65"/>
              <a:gd name="T35" fmla="*/ 2 h 70"/>
              <a:gd name="T36" fmla="*/ 16 w 65"/>
              <a:gd name="T37" fmla="*/ 4 h 70"/>
              <a:gd name="T38" fmla="*/ 40 w 65"/>
              <a:gd name="T39" fmla="*/ 68 h 70"/>
              <a:gd name="T40" fmla="*/ 6 w 65"/>
              <a:gd name="T41" fmla="*/ 64 h 70"/>
              <a:gd name="T42" fmla="*/ 5 w 65"/>
              <a:gd name="T43" fmla="*/ 14 h 70"/>
              <a:gd name="T44" fmla="*/ 45 w 65"/>
              <a:gd name="T45" fmla="*/ 13 h 70"/>
              <a:gd name="T46" fmla="*/ 46 w 65"/>
              <a:gd name="T47" fmla="*/ 36 h 70"/>
              <a:gd name="T48" fmla="*/ 49 w 65"/>
              <a:gd name="T49" fmla="*/ 36 h 70"/>
              <a:gd name="T50" fmla="*/ 45 w 65"/>
              <a:gd name="T51" fmla="*/ 6 h 70"/>
              <a:gd name="T52" fmla="*/ 37 w 65"/>
              <a:gd name="T53" fmla="*/ 7 h 70"/>
              <a:gd name="T54" fmla="*/ 17 w 65"/>
              <a:gd name="T55" fmla="*/ 10 h 70"/>
              <a:gd name="T56" fmla="*/ 14 w 65"/>
              <a:gd name="T57" fmla="*/ 6 h 70"/>
              <a:gd name="T58" fmla="*/ 2 w 65"/>
              <a:gd name="T59" fmla="*/ 10 h 70"/>
              <a:gd name="T60" fmla="*/ 6 w 65"/>
              <a:gd name="T61" fmla="*/ 68 h 70"/>
              <a:gd name="T62" fmla="*/ 40 w 65"/>
              <a:gd name="T63" fmla="*/ 38 h 70"/>
              <a:gd name="T64" fmla="*/ 39 w 65"/>
              <a:gd name="T65" fmla="*/ 39 h 70"/>
              <a:gd name="T66" fmla="*/ 44 w 65"/>
              <a:gd name="T67" fmla="*/ 37 h 70"/>
              <a:gd name="T68" fmla="*/ 7 w 65"/>
              <a:gd name="T69" fmla="*/ 15 h 70"/>
              <a:gd name="T70" fmla="*/ 34 w 65"/>
              <a:gd name="T71" fmla="*/ 62 h 70"/>
              <a:gd name="T72" fmla="*/ 12 w 65"/>
              <a:gd name="T73" fmla="*/ 54 h 70"/>
              <a:gd name="T74" fmla="*/ 12 w 65"/>
              <a:gd name="T75" fmla="*/ 52 h 70"/>
              <a:gd name="T76" fmla="*/ 31 w 65"/>
              <a:gd name="T77" fmla="*/ 53 h 70"/>
              <a:gd name="T78" fmla="*/ 12 w 65"/>
              <a:gd name="T79" fmla="*/ 47 h 70"/>
              <a:gd name="T80" fmla="*/ 12 w 65"/>
              <a:gd name="T81" fmla="*/ 45 h 70"/>
              <a:gd name="T82" fmla="*/ 39 w 65"/>
              <a:gd name="T83" fmla="*/ 39 h 70"/>
              <a:gd name="T84" fmla="*/ 11 w 65"/>
              <a:gd name="T85" fmla="*/ 38 h 70"/>
              <a:gd name="T86" fmla="*/ 39 w 65"/>
              <a:gd name="T87" fmla="*/ 37 h 70"/>
              <a:gd name="T88" fmla="*/ 63 w 65"/>
              <a:gd name="T89" fmla="*/ 53 h 70"/>
              <a:gd name="T90" fmla="*/ 33 w 65"/>
              <a:gd name="T91" fmla="*/ 53 h 70"/>
              <a:gd name="T92" fmla="*/ 63 w 65"/>
              <a:gd name="T93" fmla="*/ 53 h 70"/>
              <a:gd name="T94" fmla="*/ 46 w 65"/>
              <a:gd name="T95" fmla="*/ 57 h 70"/>
              <a:gd name="T96" fmla="*/ 39 w 65"/>
              <a:gd name="T97" fmla="*/ 52 h 70"/>
              <a:gd name="T98" fmla="*/ 45 w 65"/>
              <a:gd name="T99" fmla="*/ 59 h 70"/>
              <a:gd name="T100" fmla="*/ 47 w 65"/>
              <a:gd name="T101" fmla="*/ 59 h 70"/>
              <a:gd name="T102" fmla="*/ 58 w 65"/>
              <a:gd name="T103" fmla="*/ 4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5" h="70">
                <a:moveTo>
                  <a:pt x="40" y="30"/>
                </a:moveTo>
                <a:cubicBezTo>
                  <a:pt x="40" y="31"/>
                  <a:pt x="40" y="31"/>
                  <a:pt x="39" y="31"/>
                </a:cubicBezTo>
                <a:cubicBezTo>
                  <a:pt x="12" y="31"/>
                  <a:pt x="12" y="31"/>
                  <a:pt x="12" y="31"/>
                </a:cubicBezTo>
                <a:cubicBezTo>
                  <a:pt x="12" y="31"/>
                  <a:pt x="11" y="31"/>
                  <a:pt x="11" y="30"/>
                </a:cubicBezTo>
                <a:cubicBezTo>
                  <a:pt x="11" y="30"/>
                  <a:pt x="12" y="29"/>
                  <a:pt x="12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0" y="29"/>
                  <a:pt x="40" y="30"/>
                  <a:pt x="40" y="30"/>
                </a:cubicBezTo>
                <a:close/>
                <a:moveTo>
                  <a:pt x="12" y="24"/>
                </a:moveTo>
                <a:cubicBezTo>
                  <a:pt x="39" y="24"/>
                  <a:pt x="39" y="24"/>
                  <a:pt x="39" y="24"/>
                </a:cubicBezTo>
                <a:cubicBezTo>
                  <a:pt x="40" y="24"/>
                  <a:pt x="40" y="23"/>
                  <a:pt x="40" y="23"/>
                </a:cubicBezTo>
                <a:cubicBezTo>
                  <a:pt x="40" y="22"/>
                  <a:pt x="40" y="22"/>
                  <a:pt x="39" y="22"/>
                </a:cubicBezTo>
                <a:cubicBezTo>
                  <a:pt x="12" y="22"/>
                  <a:pt x="12" y="22"/>
                  <a:pt x="12" y="22"/>
                </a:cubicBezTo>
                <a:cubicBezTo>
                  <a:pt x="12" y="22"/>
                  <a:pt x="11" y="22"/>
                  <a:pt x="11" y="23"/>
                </a:cubicBezTo>
                <a:cubicBezTo>
                  <a:pt x="11" y="23"/>
                  <a:pt x="12" y="24"/>
                  <a:pt x="12" y="24"/>
                </a:cubicBezTo>
                <a:close/>
                <a:moveTo>
                  <a:pt x="65" y="53"/>
                </a:moveTo>
                <a:cubicBezTo>
                  <a:pt x="65" y="63"/>
                  <a:pt x="58" y="70"/>
                  <a:pt x="48" y="70"/>
                </a:cubicBezTo>
                <a:cubicBezTo>
                  <a:pt x="47" y="70"/>
                  <a:pt x="46" y="70"/>
                  <a:pt x="44" y="70"/>
                </a:cubicBezTo>
                <a:cubicBezTo>
                  <a:pt x="44" y="70"/>
                  <a:pt x="44" y="70"/>
                  <a:pt x="44" y="70"/>
                </a:cubicBezTo>
                <a:cubicBezTo>
                  <a:pt x="6" y="70"/>
                  <a:pt x="6" y="70"/>
                  <a:pt x="6" y="70"/>
                </a:cubicBezTo>
                <a:cubicBezTo>
                  <a:pt x="3" y="70"/>
                  <a:pt x="0" y="67"/>
                  <a:pt x="0" y="63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7"/>
                  <a:pt x="3" y="4"/>
                  <a:pt x="6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2"/>
                  <a:pt x="15" y="0"/>
                  <a:pt x="17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7" y="2"/>
                  <a:pt x="37" y="4"/>
                </a:cubicBezTo>
                <a:cubicBezTo>
                  <a:pt x="45" y="4"/>
                  <a:pt x="45" y="4"/>
                  <a:pt x="45" y="4"/>
                </a:cubicBezTo>
                <a:cubicBezTo>
                  <a:pt x="48" y="4"/>
                  <a:pt x="51" y="7"/>
                  <a:pt x="51" y="10"/>
                </a:cubicBezTo>
                <a:cubicBezTo>
                  <a:pt x="51" y="36"/>
                  <a:pt x="51" y="36"/>
                  <a:pt x="51" y="36"/>
                </a:cubicBezTo>
                <a:cubicBezTo>
                  <a:pt x="59" y="38"/>
                  <a:pt x="65" y="45"/>
                  <a:pt x="65" y="53"/>
                </a:cubicBezTo>
                <a:close/>
                <a:moveTo>
                  <a:pt x="16" y="7"/>
                </a:moveTo>
                <a:cubicBezTo>
                  <a:pt x="16" y="8"/>
                  <a:pt x="17" y="8"/>
                  <a:pt x="17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5" y="8"/>
                  <a:pt x="35" y="7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3"/>
                  <a:pt x="34" y="2"/>
                  <a:pt x="34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3"/>
                  <a:pt x="16" y="4"/>
                </a:cubicBezTo>
                <a:lnTo>
                  <a:pt x="16" y="7"/>
                </a:lnTo>
                <a:close/>
                <a:moveTo>
                  <a:pt x="40" y="68"/>
                </a:moveTo>
                <a:cubicBezTo>
                  <a:pt x="38" y="67"/>
                  <a:pt x="37" y="66"/>
                  <a:pt x="35" y="64"/>
                </a:cubicBezTo>
                <a:cubicBezTo>
                  <a:pt x="6" y="64"/>
                  <a:pt x="6" y="64"/>
                  <a:pt x="6" y="64"/>
                </a:cubicBezTo>
                <a:cubicBezTo>
                  <a:pt x="6" y="64"/>
                  <a:pt x="5" y="64"/>
                  <a:pt x="5" y="63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3"/>
                  <a:pt x="6" y="13"/>
                  <a:pt x="6" y="13"/>
                </a:cubicBezTo>
                <a:cubicBezTo>
                  <a:pt x="45" y="13"/>
                  <a:pt x="45" y="13"/>
                  <a:pt x="45" y="13"/>
                </a:cubicBezTo>
                <a:cubicBezTo>
                  <a:pt x="45" y="13"/>
                  <a:pt x="46" y="13"/>
                  <a:pt x="46" y="14"/>
                </a:cubicBezTo>
                <a:cubicBezTo>
                  <a:pt x="46" y="36"/>
                  <a:pt x="46" y="36"/>
                  <a:pt x="46" y="36"/>
                </a:cubicBezTo>
                <a:cubicBezTo>
                  <a:pt x="47" y="36"/>
                  <a:pt x="47" y="36"/>
                  <a:pt x="48" y="36"/>
                </a:cubicBezTo>
                <a:cubicBezTo>
                  <a:pt x="49" y="36"/>
                  <a:pt x="49" y="36"/>
                  <a:pt x="49" y="36"/>
                </a:cubicBezTo>
                <a:cubicBezTo>
                  <a:pt x="49" y="10"/>
                  <a:pt x="49" y="10"/>
                  <a:pt x="49" y="10"/>
                </a:cubicBezTo>
                <a:cubicBezTo>
                  <a:pt x="49" y="8"/>
                  <a:pt x="47" y="6"/>
                  <a:pt x="45" y="6"/>
                </a:cubicBezTo>
                <a:cubicBezTo>
                  <a:pt x="37" y="6"/>
                  <a:pt x="37" y="6"/>
                  <a:pt x="37" y="6"/>
                </a:cubicBezTo>
                <a:cubicBezTo>
                  <a:pt x="37" y="7"/>
                  <a:pt x="37" y="7"/>
                  <a:pt x="37" y="7"/>
                </a:cubicBezTo>
                <a:cubicBezTo>
                  <a:pt x="37" y="9"/>
                  <a:pt x="35" y="10"/>
                  <a:pt x="34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5" y="10"/>
                  <a:pt x="14" y="9"/>
                  <a:pt x="14" y="7"/>
                </a:cubicBezTo>
                <a:cubicBezTo>
                  <a:pt x="14" y="6"/>
                  <a:pt x="14" y="6"/>
                  <a:pt x="14" y="6"/>
                </a:cubicBezTo>
                <a:cubicBezTo>
                  <a:pt x="6" y="6"/>
                  <a:pt x="6" y="6"/>
                  <a:pt x="6" y="6"/>
                </a:cubicBezTo>
                <a:cubicBezTo>
                  <a:pt x="4" y="6"/>
                  <a:pt x="2" y="8"/>
                  <a:pt x="2" y="10"/>
                </a:cubicBezTo>
                <a:cubicBezTo>
                  <a:pt x="2" y="63"/>
                  <a:pt x="2" y="63"/>
                  <a:pt x="2" y="63"/>
                </a:cubicBezTo>
                <a:cubicBezTo>
                  <a:pt x="2" y="66"/>
                  <a:pt x="4" y="68"/>
                  <a:pt x="6" y="68"/>
                </a:cubicBezTo>
                <a:lnTo>
                  <a:pt x="40" y="68"/>
                </a:lnTo>
                <a:close/>
                <a:moveTo>
                  <a:pt x="40" y="38"/>
                </a:moveTo>
                <a:cubicBezTo>
                  <a:pt x="40" y="38"/>
                  <a:pt x="40" y="38"/>
                  <a:pt x="40" y="38"/>
                </a:cubicBezTo>
                <a:cubicBezTo>
                  <a:pt x="40" y="39"/>
                  <a:pt x="40" y="39"/>
                  <a:pt x="39" y="39"/>
                </a:cubicBezTo>
                <a:cubicBezTo>
                  <a:pt x="41" y="38"/>
                  <a:pt x="42" y="37"/>
                  <a:pt x="44" y="37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15"/>
                  <a:pt x="44" y="15"/>
                  <a:pt x="44" y="15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62"/>
                  <a:pt x="7" y="62"/>
                  <a:pt x="7" y="62"/>
                </a:cubicBezTo>
                <a:cubicBezTo>
                  <a:pt x="34" y="62"/>
                  <a:pt x="34" y="62"/>
                  <a:pt x="34" y="62"/>
                </a:cubicBezTo>
                <a:cubicBezTo>
                  <a:pt x="32" y="60"/>
                  <a:pt x="32" y="57"/>
                  <a:pt x="31" y="54"/>
                </a:cubicBezTo>
                <a:cubicBezTo>
                  <a:pt x="12" y="54"/>
                  <a:pt x="12" y="54"/>
                  <a:pt x="12" y="54"/>
                </a:cubicBezTo>
                <a:cubicBezTo>
                  <a:pt x="12" y="54"/>
                  <a:pt x="11" y="54"/>
                  <a:pt x="11" y="53"/>
                </a:cubicBezTo>
                <a:cubicBezTo>
                  <a:pt x="11" y="53"/>
                  <a:pt x="12" y="52"/>
                  <a:pt x="12" y="52"/>
                </a:cubicBezTo>
                <a:cubicBezTo>
                  <a:pt x="31" y="52"/>
                  <a:pt x="31" y="52"/>
                  <a:pt x="31" y="52"/>
                </a:cubicBezTo>
                <a:cubicBezTo>
                  <a:pt x="31" y="53"/>
                  <a:pt x="31" y="53"/>
                  <a:pt x="31" y="53"/>
                </a:cubicBezTo>
                <a:cubicBezTo>
                  <a:pt x="31" y="51"/>
                  <a:pt x="32" y="49"/>
                  <a:pt x="33" y="47"/>
                </a:cubicBezTo>
                <a:cubicBezTo>
                  <a:pt x="12" y="47"/>
                  <a:pt x="12" y="47"/>
                  <a:pt x="12" y="47"/>
                </a:cubicBezTo>
                <a:cubicBezTo>
                  <a:pt x="12" y="47"/>
                  <a:pt x="11" y="46"/>
                  <a:pt x="11" y="46"/>
                </a:cubicBezTo>
                <a:cubicBezTo>
                  <a:pt x="11" y="45"/>
                  <a:pt x="12" y="45"/>
                  <a:pt x="12" y="45"/>
                </a:cubicBezTo>
                <a:cubicBezTo>
                  <a:pt x="34" y="45"/>
                  <a:pt x="34" y="45"/>
                  <a:pt x="34" y="45"/>
                </a:cubicBezTo>
                <a:cubicBezTo>
                  <a:pt x="35" y="42"/>
                  <a:pt x="37" y="40"/>
                  <a:pt x="39" y="39"/>
                </a:cubicBezTo>
                <a:cubicBezTo>
                  <a:pt x="12" y="39"/>
                  <a:pt x="12" y="39"/>
                  <a:pt x="12" y="39"/>
                </a:cubicBezTo>
                <a:cubicBezTo>
                  <a:pt x="12" y="39"/>
                  <a:pt x="11" y="39"/>
                  <a:pt x="11" y="38"/>
                </a:cubicBezTo>
                <a:cubicBezTo>
                  <a:pt x="11" y="37"/>
                  <a:pt x="12" y="37"/>
                  <a:pt x="12" y="37"/>
                </a:cubicBezTo>
                <a:cubicBezTo>
                  <a:pt x="39" y="37"/>
                  <a:pt x="39" y="37"/>
                  <a:pt x="39" y="37"/>
                </a:cubicBezTo>
                <a:cubicBezTo>
                  <a:pt x="40" y="37"/>
                  <a:pt x="40" y="37"/>
                  <a:pt x="40" y="38"/>
                </a:cubicBezTo>
                <a:close/>
                <a:moveTo>
                  <a:pt x="63" y="53"/>
                </a:moveTo>
                <a:cubicBezTo>
                  <a:pt x="63" y="45"/>
                  <a:pt x="57" y="38"/>
                  <a:pt x="48" y="38"/>
                </a:cubicBezTo>
                <a:cubicBezTo>
                  <a:pt x="40" y="38"/>
                  <a:pt x="33" y="45"/>
                  <a:pt x="33" y="53"/>
                </a:cubicBezTo>
                <a:cubicBezTo>
                  <a:pt x="33" y="61"/>
                  <a:pt x="40" y="68"/>
                  <a:pt x="48" y="68"/>
                </a:cubicBezTo>
                <a:cubicBezTo>
                  <a:pt x="57" y="68"/>
                  <a:pt x="63" y="61"/>
                  <a:pt x="63" y="53"/>
                </a:cubicBezTo>
                <a:close/>
                <a:moveTo>
                  <a:pt x="56" y="48"/>
                </a:moveTo>
                <a:cubicBezTo>
                  <a:pt x="46" y="57"/>
                  <a:pt x="46" y="57"/>
                  <a:pt x="46" y="57"/>
                </a:cubicBezTo>
                <a:cubicBezTo>
                  <a:pt x="41" y="52"/>
                  <a:pt x="41" y="52"/>
                  <a:pt x="41" y="52"/>
                </a:cubicBezTo>
                <a:cubicBezTo>
                  <a:pt x="40" y="52"/>
                  <a:pt x="40" y="52"/>
                  <a:pt x="39" y="52"/>
                </a:cubicBezTo>
                <a:cubicBezTo>
                  <a:pt x="39" y="53"/>
                  <a:pt x="39" y="53"/>
                  <a:pt x="39" y="54"/>
                </a:cubicBezTo>
                <a:cubicBezTo>
                  <a:pt x="45" y="59"/>
                  <a:pt x="45" y="59"/>
                  <a:pt x="45" y="59"/>
                </a:cubicBezTo>
                <a:cubicBezTo>
                  <a:pt x="45" y="59"/>
                  <a:pt x="46" y="59"/>
                  <a:pt x="46" y="59"/>
                </a:cubicBezTo>
                <a:cubicBezTo>
                  <a:pt x="46" y="59"/>
                  <a:pt x="46" y="59"/>
                  <a:pt x="47" y="59"/>
                </a:cubicBezTo>
                <a:cubicBezTo>
                  <a:pt x="58" y="49"/>
                  <a:pt x="58" y="49"/>
                  <a:pt x="58" y="49"/>
                </a:cubicBezTo>
                <a:cubicBezTo>
                  <a:pt x="58" y="49"/>
                  <a:pt x="58" y="48"/>
                  <a:pt x="58" y="48"/>
                </a:cubicBezTo>
                <a:cubicBezTo>
                  <a:pt x="57" y="47"/>
                  <a:pt x="57" y="47"/>
                  <a:pt x="56" y="48"/>
                </a:cubicBezTo>
                <a:close/>
              </a:path>
            </a:pathLst>
          </a:custGeom>
          <a:solidFill>
            <a:srgbClr val="2980B9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77" name="Freeform 95"/>
          <p:cNvSpPr>
            <a:spLocks noEditPoints="1"/>
          </p:cNvSpPr>
          <p:nvPr/>
        </p:nvSpPr>
        <p:spPr bwMode="auto">
          <a:xfrm>
            <a:off x="6611787" y="2077089"/>
            <a:ext cx="270169" cy="322799"/>
          </a:xfrm>
          <a:custGeom>
            <a:avLst/>
            <a:gdLst>
              <a:gd name="T0" fmla="*/ 65 w 65"/>
              <a:gd name="T1" fmla="*/ 3 h 75"/>
              <a:gd name="T2" fmla="*/ 65 w 65"/>
              <a:gd name="T3" fmla="*/ 1 h 75"/>
              <a:gd name="T4" fmla="*/ 64 w 65"/>
              <a:gd name="T5" fmla="*/ 0 h 75"/>
              <a:gd name="T6" fmla="*/ 1 w 65"/>
              <a:gd name="T7" fmla="*/ 0 h 75"/>
              <a:gd name="T8" fmla="*/ 0 w 65"/>
              <a:gd name="T9" fmla="*/ 1 h 75"/>
              <a:gd name="T10" fmla="*/ 0 w 65"/>
              <a:gd name="T11" fmla="*/ 3 h 75"/>
              <a:gd name="T12" fmla="*/ 1 w 65"/>
              <a:gd name="T13" fmla="*/ 4 h 75"/>
              <a:gd name="T14" fmla="*/ 1 w 65"/>
              <a:gd name="T15" fmla="*/ 48 h 75"/>
              <a:gd name="T16" fmla="*/ 0 w 65"/>
              <a:gd name="T17" fmla="*/ 49 h 75"/>
              <a:gd name="T18" fmla="*/ 0 w 65"/>
              <a:gd name="T19" fmla="*/ 52 h 75"/>
              <a:gd name="T20" fmla="*/ 1 w 65"/>
              <a:gd name="T21" fmla="*/ 53 h 75"/>
              <a:gd name="T22" fmla="*/ 26 w 65"/>
              <a:gd name="T23" fmla="*/ 53 h 75"/>
              <a:gd name="T24" fmla="*/ 16 w 65"/>
              <a:gd name="T25" fmla="*/ 73 h 75"/>
              <a:gd name="T26" fmla="*/ 17 w 65"/>
              <a:gd name="T27" fmla="*/ 75 h 75"/>
              <a:gd name="T28" fmla="*/ 18 w 65"/>
              <a:gd name="T29" fmla="*/ 75 h 75"/>
              <a:gd name="T30" fmla="*/ 19 w 65"/>
              <a:gd name="T31" fmla="*/ 74 h 75"/>
              <a:gd name="T32" fmla="*/ 29 w 65"/>
              <a:gd name="T33" fmla="*/ 53 h 75"/>
              <a:gd name="T34" fmla="*/ 37 w 65"/>
              <a:gd name="T35" fmla="*/ 53 h 75"/>
              <a:gd name="T36" fmla="*/ 46 w 65"/>
              <a:gd name="T37" fmla="*/ 74 h 75"/>
              <a:gd name="T38" fmla="*/ 48 w 65"/>
              <a:gd name="T39" fmla="*/ 75 h 75"/>
              <a:gd name="T40" fmla="*/ 48 w 65"/>
              <a:gd name="T41" fmla="*/ 75 h 75"/>
              <a:gd name="T42" fmla="*/ 49 w 65"/>
              <a:gd name="T43" fmla="*/ 73 h 75"/>
              <a:gd name="T44" fmla="*/ 40 w 65"/>
              <a:gd name="T45" fmla="*/ 53 h 75"/>
              <a:gd name="T46" fmla="*/ 64 w 65"/>
              <a:gd name="T47" fmla="*/ 53 h 75"/>
              <a:gd name="T48" fmla="*/ 65 w 65"/>
              <a:gd name="T49" fmla="*/ 52 h 75"/>
              <a:gd name="T50" fmla="*/ 65 w 65"/>
              <a:gd name="T51" fmla="*/ 49 h 75"/>
              <a:gd name="T52" fmla="*/ 65 w 65"/>
              <a:gd name="T53" fmla="*/ 48 h 75"/>
              <a:gd name="T54" fmla="*/ 65 w 65"/>
              <a:gd name="T55" fmla="*/ 4 h 75"/>
              <a:gd name="T56" fmla="*/ 65 w 65"/>
              <a:gd name="T57" fmla="*/ 3 h 75"/>
              <a:gd name="T58" fmla="*/ 62 w 65"/>
              <a:gd name="T59" fmla="*/ 48 h 75"/>
              <a:gd name="T60" fmla="*/ 4 w 65"/>
              <a:gd name="T61" fmla="*/ 48 h 75"/>
              <a:gd name="T62" fmla="*/ 4 w 65"/>
              <a:gd name="T63" fmla="*/ 5 h 75"/>
              <a:gd name="T64" fmla="*/ 62 w 65"/>
              <a:gd name="T65" fmla="*/ 5 h 75"/>
              <a:gd name="T66" fmla="*/ 62 w 65"/>
              <a:gd name="T67" fmla="*/ 48 h 75"/>
              <a:gd name="T68" fmla="*/ 46 w 65"/>
              <a:gd name="T69" fmla="*/ 42 h 75"/>
              <a:gd name="T70" fmla="*/ 46 w 65"/>
              <a:gd name="T71" fmla="*/ 13 h 75"/>
              <a:gd name="T72" fmla="*/ 46 w 65"/>
              <a:gd name="T73" fmla="*/ 12 h 75"/>
              <a:gd name="T74" fmla="*/ 56 w 65"/>
              <a:gd name="T75" fmla="*/ 12 h 75"/>
              <a:gd name="T76" fmla="*/ 56 w 65"/>
              <a:gd name="T77" fmla="*/ 13 h 75"/>
              <a:gd name="T78" fmla="*/ 56 w 65"/>
              <a:gd name="T79" fmla="*/ 42 h 75"/>
              <a:gd name="T80" fmla="*/ 56 w 65"/>
              <a:gd name="T81" fmla="*/ 42 h 75"/>
              <a:gd name="T82" fmla="*/ 46 w 65"/>
              <a:gd name="T83" fmla="*/ 42 h 75"/>
              <a:gd name="T84" fmla="*/ 46 w 65"/>
              <a:gd name="T85" fmla="*/ 42 h 75"/>
              <a:gd name="T86" fmla="*/ 27 w 65"/>
              <a:gd name="T87" fmla="*/ 42 h 75"/>
              <a:gd name="T88" fmla="*/ 27 w 65"/>
              <a:gd name="T89" fmla="*/ 21 h 75"/>
              <a:gd name="T90" fmla="*/ 28 w 65"/>
              <a:gd name="T91" fmla="*/ 20 h 75"/>
              <a:gd name="T92" fmla="*/ 38 w 65"/>
              <a:gd name="T93" fmla="*/ 20 h 75"/>
              <a:gd name="T94" fmla="*/ 38 w 65"/>
              <a:gd name="T95" fmla="*/ 21 h 75"/>
              <a:gd name="T96" fmla="*/ 38 w 65"/>
              <a:gd name="T97" fmla="*/ 42 h 75"/>
              <a:gd name="T98" fmla="*/ 38 w 65"/>
              <a:gd name="T99" fmla="*/ 42 h 75"/>
              <a:gd name="T100" fmla="*/ 28 w 65"/>
              <a:gd name="T101" fmla="*/ 42 h 75"/>
              <a:gd name="T102" fmla="*/ 27 w 65"/>
              <a:gd name="T103" fmla="*/ 42 h 75"/>
              <a:gd name="T104" fmla="*/ 9 w 65"/>
              <a:gd name="T105" fmla="*/ 42 h 75"/>
              <a:gd name="T106" fmla="*/ 9 w 65"/>
              <a:gd name="T107" fmla="*/ 28 h 75"/>
              <a:gd name="T108" fmla="*/ 10 w 65"/>
              <a:gd name="T109" fmla="*/ 28 h 75"/>
              <a:gd name="T110" fmla="*/ 20 w 65"/>
              <a:gd name="T111" fmla="*/ 28 h 75"/>
              <a:gd name="T112" fmla="*/ 20 w 65"/>
              <a:gd name="T113" fmla="*/ 28 h 75"/>
              <a:gd name="T114" fmla="*/ 20 w 65"/>
              <a:gd name="T115" fmla="*/ 42 h 75"/>
              <a:gd name="T116" fmla="*/ 20 w 65"/>
              <a:gd name="T117" fmla="*/ 42 h 75"/>
              <a:gd name="T118" fmla="*/ 10 w 65"/>
              <a:gd name="T119" fmla="*/ 42 h 75"/>
              <a:gd name="T120" fmla="*/ 9 w 65"/>
              <a:gd name="T121" fmla="*/ 42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5" h="75">
                <a:moveTo>
                  <a:pt x="65" y="3"/>
                </a:moveTo>
                <a:cubicBezTo>
                  <a:pt x="65" y="1"/>
                  <a:pt x="65" y="1"/>
                  <a:pt x="65" y="1"/>
                </a:cubicBezTo>
                <a:cubicBezTo>
                  <a:pt x="65" y="1"/>
                  <a:pt x="65" y="0"/>
                  <a:pt x="64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4"/>
                  <a:pt x="1" y="4"/>
                </a:cubicBezTo>
                <a:cubicBezTo>
                  <a:pt x="1" y="48"/>
                  <a:pt x="1" y="48"/>
                  <a:pt x="1" y="48"/>
                </a:cubicBezTo>
                <a:cubicBezTo>
                  <a:pt x="1" y="49"/>
                  <a:pt x="0" y="49"/>
                  <a:pt x="0" y="49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52"/>
                  <a:pt x="1" y="53"/>
                  <a:pt x="1" y="53"/>
                </a:cubicBezTo>
                <a:cubicBezTo>
                  <a:pt x="26" y="53"/>
                  <a:pt x="26" y="53"/>
                  <a:pt x="26" y="53"/>
                </a:cubicBezTo>
                <a:cubicBezTo>
                  <a:pt x="16" y="73"/>
                  <a:pt x="16" y="73"/>
                  <a:pt x="16" y="73"/>
                </a:cubicBezTo>
                <a:cubicBezTo>
                  <a:pt x="16" y="74"/>
                  <a:pt x="16" y="75"/>
                  <a:pt x="17" y="75"/>
                </a:cubicBezTo>
                <a:cubicBezTo>
                  <a:pt x="17" y="75"/>
                  <a:pt x="18" y="75"/>
                  <a:pt x="18" y="75"/>
                </a:cubicBezTo>
                <a:cubicBezTo>
                  <a:pt x="18" y="75"/>
                  <a:pt x="19" y="75"/>
                  <a:pt x="19" y="74"/>
                </a:cubicBezTo>
                <a:cubicBezTo>
                  <a:pt x="29" y="53"/>
                  <a:pt x="29" y="53"/>
                  <a:pt x="29" y="53"/>
                </a:cubicBezTo>
                <a:cubicBezTo>
                  <a:pt x="37" y="53"/>
                  <a:pt x="37" y="53"/>
                  <a:pt x="37" y="53"/>
                </a:cubicBezTo>
                <a:cubicBezTo>
                  <a:pt x="46" y="74"/>
                  <a:pt x="46" y="74"/>
                  <a:pt x="46" y="74"/>
                </a:cubicBezTo>
                <a:cubicBezTo>
                  <a:pt x="47" y="75"/>
                  <a:pt x="47" y="75"/>
                  <a:pt x="48" y="75"/>
                </a:cubicBezTo>
                <a:cubicBezTo>
                  <a:pt x="48" y="75"/>
                  <a:pt x="48" y="75"/>
                  <a:pt x="48" y="75"/>
                </a:cubicBezTo>
                <a:cubicBezTo>
                  <a:pt x="49" y="75"/>
                  <a:pt x="50" y="74"/>
                  <a:pt x="49" y="73"/>
                </a:cubicBezTo>
                <a:cubicBezTo>
                  <a:pt x="40" y="53"/>
                  <a:pt x="40" y="53"/>
                  <a:pt x="40" y="53"/>
                </a:cubicBezTo>
                <a:cubicBezTo>
                  <a:pt x="64" y="53"/>
                  <a:pt x="64" y="53"/>
                  <a:pt x="64" y="53"/>
                </a:cubicBezTo>
                <a:cubicBezTo>
                  <a:pt x="65" y="53"/>
                  <a:pt x="65" y="52"/>
                  <a:pt x="65" y="52"/>
                </a:cubicBezTo>
                <a:cubicBezTo>
                  <a:pt x="65" y="49"/>
                  <a:pt x="65" y="49"/>
                  <a:pt x="65" y="49"/>
                </a:cubicBezTo>
                <a:cubicBezTo>
                  <a:pt x="65" y="49"/>
                  <a:pt x="65" y="49"/>
                  <a:pt x="65" y="48"/>
                </a:cubicBezTo>
                <a:cubicBezTo>
                  <a:pt x="65" y="4"/>
                  <a:pt x="65" y="4"/>
                  <a:pt x="65" y="4"/>
                </a:cubicBezTo>
                <a:cubicBezTo>
                  <a:pt x="65" y="4"/>
                  <a:pt x="65" y="4"/>
                  <a:pt x="65" y="3"/>
                </a:cubicBezTo>
                <a:close/>
                <a:moveTo>
                  <a:pt x="62" y="48"/>
                </a:moveTo>
                <a:cubicBezTo>
                  <a:pt x="4" y="48"/>
                  <a:pt x="4" y="48"/>
                  <a:pt x="4" y="48"/>
                </a:cubicBezTo>
                <a:cubicBezTo>
                  <a:pt x="4" y="5"/>
                  <a:pt x="4" y="5"/>
                  <a:pt x="4" y="5"/>
                </a:cubicBezTo>
                <a:cubicBezTo>
                  <a:pt x="62" y="5"/>
                  <a:pt x="62" y="5"/>
                  <a:pt x="62" y="5"/>
                </a:cubicBezTo>
                <a:lnTo>
                  <a:pt x="62" y="48"/>
                </a:lnTo>
                <a:close/>
                <a:moveTo>
                  <a:pt x="46" y="42"/>
                </a:moveTo>
                <a:cubicBezTo>
                  <a:pt x="46" y="13"/>
                  <a:pt x="46" y="13"/>
                  <a:pt x="46" y="13"/>
                </a:cubicBezTo>
                <a:cubicBezTo>
                  <a:pt x="46" y="13"/>
                  <a:pt x="46" y="12"/>
                  <a:pt x="4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6" y="13"/>
                  <a:pt x="56" y="13"/>
                </a:cubicBezTo>
                <a:cubicBezTo>
                  <a:pt x="56" y="42"/>
                  <a:pt x="56" y="42"/>
                  <a:pt x="56" y="42"/>
                </a:cubicBezTo>
                <a:cubicBezTo>
                  <a:pt x="56" y="42"/>
                  <a:pt x="56" y="42"/>
                  <a:pt x="56" y="42"/>
                </a:cubicBezTo>
                <a:cubicBezTo>
                  <a:pt x="46" y="42"/>
                  <a:pt x="46" y="42"/>
                  <a:pt x="46" y="42"/>
                </a:cubicBezTo>
                <a:cubicBezTo>
                  <a:pt x="46" y="42"/>
                  <a:pt x="46" y="42"/>
                  <a:pt x="46" y="42"/>
                </a:cubicBezTo>
                <a:close/>
                <a:moveTo>
                  <a:pt x="27" y="42"/>
                </a:moveTo>
                <a:cubicBezTo>
                  <a:pt x="27" y="21"/>
                  <a:pt x="27" y="21"/>
                  <a:pt x="27" y="21"/>
                </a:cubicBezTo>
                <a:cubicBezTo>
                  <a:pt x="27" y="20"/>
                  <a:pt x="28" y="20"/>
                  <a:pt x="28" y="20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20"/>
                  <a:pt x="38" y="20"/>
                  <a:pt x="38" y="21"/>
                </a:cubicBezTo>
                <a:cubicBezTo>
                  <a:pt x="38" y="42"/>
                  <a:pt x="38" y="42"/>
                  <a:pt x="38" y="42"/>
                </a:cubicBezTo>
                <a:cubicBezTo>
                  <a:pt x="38" y="42"/>
                  <a:pt x="38" y="42"/>
                  <a:pt x="38" y="42"/>
                </a:cubicBezTo>
                <a:cubicBezTo>
                  <a:pt x="28" y="42"/>
                  <a:pt x="28" y="42"/>
                  <a:pt x="28" y="42"/>
                </a:cubicBezTo>
                <a:cubicBezTo>
                  <a:pt x="28" y="42"/>
                  <a:pt x="27" y="42"/>
                  <a:pt x="27" y="42"/>
                </a:cubicBezTo>
                <a:close/>
                <a:moveTo>
                  <a:pt x="9" y="42"/>
                </a:moveTo>
                <a:cubicBezTo>
                  <a:pt x="9" y="28"/>
                  <a:pt x="9" y="28"/>
                  <a:pt x="9" y="28"/>
                </a:cubicBezTo>
                <a:cubicBezTo>
                  <a:pt x="9" y="28"/>
                  <a:pt x="9" y="28"/>
                  <a:pt x="10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2"/>
                  <a:pt x="20" y="42"/>
                </a:cubicBezTo>
                <a:cubicBezTo>
                  <a:pt x="10" y="42"/>
                  <a:pt x="10" y="42"/>
                  <a:pt x="10" y="42"/>
                </a:cubicBezTo>
                <a:cubicBezTo>
                  <a:pt x="9" y="42"/>
                  <a:pt x="9" y="42"/>
                  <a:pt x="9" y="42"/>
                </a:cubicBezTo>
                <a:close/>
              </a:path>
            </a:pathLst>
          </a:custGeom>
          <a:solidFill>
            <a:srgbClr val="9BBB59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78" name="Freeform 96"/>
          <p:cNvSpPr>
            <a:spLocks noEditPoints="1"/>
          </p:cNvSpPr>
          <p:nvPr/>
        </p:nvSpPr>
        <p:spPr bwMode="auto">
          <a:xfrm>
            <a:off x="9001368" y="2116169"/>
            <a:ext cx="312273" cy="228065"/>
          </a:xfrm>
          <a:custGeom>
            <a:avLst/>
            <a:gdLst>
              <a:gd name="T0" fmla="*/ 56 w 75"/>
              <a:gd name="T1" fmla="*/ 5 h 53"/>
              <a:gd name="T2" fmla="*/ 1 w 75"/>
              <a:gd name="T3" fmla="*/ 12 h 53"/>
              <a:gd name="T4" fmla="*/ 9 w 75"/>
              <a:gd name="T5" fmla="*/ 34 h 53"/>
              <a:gd name="T6" fmla="*/ 14 w 75"/>
              <a:gd name="T7" fmla="*/ 44 h 53"/>
              <a:gd name="T8" fmla="*/ 48 w 75"/>
              <a:gd name="T9" fmla="*/ 41 h 53"/>
              <a:gd name="T10" fmla="*/ 12 w 75"/>
              <a:gd name="T11" fmla="*/ 36 h 53"/>
              <a:gd name="T12" fmla="*/ 51 w 75"/>
              <a:gd name="T13" fmla="*/ 32 h 53"/>
              <a:gd name="T14" fmla="*/ 59 w 75"/>
              <a:gd name="T15" fmla="*/ 6 h 53"/>
              <a:gd name="T16" fmla="*/ 75 w 75"/>
              <a:gd name="T17" fmla="*/ 2 h 53"/>
              <a:gd name="T18" fmla="*/ 48 w 75"/>
              <a:gd name="T19" fmla="*/ 19 h 53"/>
              <a:gd name="T20" fmla="*/ 51 w 75"/>
              <a:gd name="T21" fmla="*/ 19 h 53"/>
              <a:gd name="T22" fmla="*/ 47 w 75"/>
              <a:gd name="T23" fmla="*/ 21 h 53"/>
              <a:gd name="T24" fmla="*/ 10 w 75"/>
              <a:gd name="T25" fmla="*/ 31 h 53"/>
              <a:gd name="T26" fmla="*/ 13 w 75"/>
              <a:gd name="T27" fmla="*/ 33 h 53"/>
              <a:gd name="T28" fmla="*/ 30 w 75"/>
              <a:gd name="T29" fmla="*/ 19 h 53"/>
              <a:gd name="T30" fmla="*/ 37 w 75"/>
              <a:gd name="T31" fmla="*/ 19 h 53"/>
              <a:gd name="T32" fmla="*/ 46 w 75"/>
              <a:gd name="T33" fmla="*/ 19 h 53"/>
              <a:gd name="T34" fmla="*/ 30 w 75"/>
              <a:gd name="T35" fmla="*/ 21 h 53"/>
              <a:gd name="T36" fmla="*/ 30 w 75"/>
              <a:gd name="T37" fmla="*/ 26 h 53"/>
              <a:gd name="T38" fmla="*/ 22 w 75"/>
              <a:gd name="T39" fmla="*/ 26 h 53"/>
              <a:gd name="T40" fmla="*/ 28 w 75"/>
              <a:gd name="T41" fmla="*/ 26 h 53"/>
              <a:gd name="T42" fmla="*/ 21 w 75"/>
              <a:gd name="T43" fmla="*/ 14 h 53"/>
              <a:gd name="T44" fmla="*/ 19 w 75"/>
              <a:gd name="T45" fmla="*/ 19 h 53"/>
              <a:gd name="T46" fmla="*/ 19 w 75"/>
              <a:gd name="T47" fmla="*/ 14 h 53"/>
              <a:gd name="T48" fmla="*/ 20 w 75"/>
              <a:gd name="T49" fmla="*/ 26 h 53"/>
              <a:gd name="T50" fmla="*/ 20 w 75"/>
              <a:gd name="T51" fmla="*/ 21 h 53"/>
              <a:gd name="T52" fmla="*/ 6 w 75"/>
              <a:gd name="T53" fmla="*/ 21 h 53"/>
              <a:gd name="T54" fmla="*/ 14 w 75"/>
              <a:gd name="T55" fmla="*/ 28 h 53"/>
              <a:gd name="T56" fmla="*/ 15 w 75"/>
              <a:gd name="T57" fmla="*/ 33 h 53"/>
              <a:gd name="T58" fmla="*/ 28 w 75"/>
              <a:gd name="T59" fmla="*/ 28 h 53"/>
              <a:gd name="T60" fmla="*/ 22 w 75"/>
              <a:gd name="T61" fmla="*/ 28 h 53"/>
              <a:gd name="T62" fmla="*/ 35 w 75"/>
              <a:gd name="T63" fmla="*/ 33 h 53"/>
              <a:gd name="T64" fmla="*/ 38 w 75"/>
              <a:gd name="T65" fmla="*/ 28 h 53"/>
              <a:gd name="T66" fmla="*/ 37 w 75"/>
              <a:gd name="T67" fmla="*/ 33 h 53"/>
              <a:gd name="T68" fmla="*/ 39 w 75"/>
              <a:gd name="T69" fmla="*/ 21 h 53"/>
              <a:gd name="T70" fmla="*/ 38 w 75"/>
              <a:gd name="T71" fmla="*/ 26 h 53"/>
              <a:gd name="T72" fmla="*/ 10 w 75"/>
              <a:gd name="T73" fmla="*/ 14 h 53"/>
              <a:gd name="T74" fmla="*/ 4 w 75"/>
              <a:gd name="T75" fmla="*/ 15 h 53"/>
              <a:gd name="T76" fmla="*/ 45 w 75"/>
              <a:gd name="T77" fmla="*/ 33 h 53"/>
              <a:gd name="T78" fmla="*/ 48 w 75"/>
              <a:gd name="T79" fmla="*/ 28 h 53"/>
              <a:gd name="T80" fmla="*/ 15 w 75"/>
              <a:gd name="T81" fmla="*/ 46 h 53"/>
              <a:gd name="T82" fmla="*/ 18 w 75"/>
              <a:gd name="T83" fmla="*/ 49 h 53"/>
              <a:gd name="T84" fmla="*/ 13 w 75"/>
              <a:gd name="T85" fmla="*/ 49 h 53"/>
              <a:gd name="T86" fmla="*/ 15 w 75"/>
              <a:gd name="T87" fmla="*/ 51 h 53"/>
              <a:gd name="T88" fmla="*/ 43 w 75"/>
              <a:gd name="T89" fmla="*/ 53 h 53"/>
              <a:gd name="T90" fmla="*/ 43 w 75"/>
              <a:gd name="T91" fmla="*/ 51 h 53"/>
              <a:gd name="T92" fmla="*/ 44 w 75"/>
              <a:gd name="T93" fmla="*/ 49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5" h="52">
                <a:moveTo>
                  <a:pt x="73" y="0"/>
                </a:moveTo>
                <a:cubicBezTo>
                  <a:pt x="62" y="0"/>
                  <a:pt x="62" y="0"/>
                  <a:pt x="62" y="0"/>
                </a:cubicBezTo>
                <a:cubicBezTo>
                  <a:pt x="59" y="0"/>
                  <a:pt x="57" y="2"/>
                  <a:pt x="56" y="5"/>
                </a:cubicBezTo>
                <a:cubicBezTo>
                  <a:pt x="54" y="11"/>
                  <a:pt x="54" y="11"/>
                  <a:pt x="54" y="11"/>
                </a:cubicBezTo>
                <a:cubicBezTo>
                  <a:pt x="4" y="11"/>
                  <a:pt x="4" y="11"/>
                  <a:pt x="4" y="11"/>
                </a:cubicBezTo>
                <a:cubicBezTo>
                  <a:pt x="3" y="11"/>
                  <a:pt x="2" y="11"/>
                  <a:pt x="1" y="12"/>
                </a:cubicBezTo>
                <a:cubicBezTo>
                  <a:pt x="0" y="13"/>
                  <a:pt x="0" y="15"/>
                  <a:pt x="1" y="16"/>
                </a:cubicBezTo>
                <a:cubicBezTo>
                  <a:pt x="7" y="32"/>
                  <a:pt x="7" y="32"/>
                  <a:pt x="7" y="32"/>
                </a:cubicBezTo>
                <a:cubicBezTo>
                  <a:pt x="8" y="33"/>
                  <a:pt x="8" y="34"/>
                  <a:pt x="9" y="34"/>
                </a:cubicBezTo>
                <a:cubicBezTo>
                  <a:pt x="9" y="34"/>
                  <a:pt x="8" y="35"/>
                  <a:pt x="8" y="35"/>
                </a:cubicBezTo>
                <a:cubicBezTo>
                  <a:pt x="8" y="39"/>
                  <a:pt x="8" y="39"/>
                  <a:pt x="8" y="39"/>
                </a:cubicBezTo>
                <a:cubicBezTo>
                  <a:pt x="8" y="42"/>
                  <a:pt x="11" y="44"/>
                  <a:pt x="14" y="44"/>
                </a:cubicBezTo>
                <a:cubicBezTo>
                  <a:pt x="48" y="44"/>
                  <a:pt x="48" y="44"/>
                  <a:pt x="48" y="44"/>
                </a:cubicBezTo>
                <a:cubicBezTo>
                  <a:pt x="49" y="44"/>
                  <a:pt x="50" y="44"/>
                  <a:pt x="50" y="43"/>
                </a:cubicBezTo>
                <a:cubicBezTo>
                  <a:pt x="50" y="42"/>
                  <a:pt x="49" y="41"/>
                  <a:pt x="48" y="41"/>
                </a:cubicBezTo>
                <a:cubicBezTo>
                  <a:pt x="14" y="41"/>
                  <a:pt x="14" y="41"/>
                  <a:pt x="14" y="41"/>
                </a:cubicBezTo>
                <a:cubicBezTo>
                  <a:pt x="12" y="41"/>
                  <a:pt x="12" y="40"/>
                  <a:pt x="12" y="39"/>
                </a:cubicBezTo>
                <a:cubicBezTo>
                  <a:pt x="12" y="36"/>
                  <a:pt x="12" y="36"/>
                  <a:pt x="12" y="36"/>
                </a:cubicBezTo>
                <a:cubicBezTo>
                  <a:pt x="12" y="36"/>
                  <a:pt x="13" y="36"/>
                  <a:pt x="14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7" y="36"/>
                  <a:pt x="50" y="34"/>
                  <a:pt x="51" y="32"/>
                </a:cubicBezTo>
                <a:cubicBezTo>
                  <a:pt x="56" y="13"/>
                  <a:pt x="56" y="13"/>
                  <a:pt x="56" y="13"/>
                </a:cubicBezTo>
                <a:cubicBezTo>
                  <a:pt x="56" y="13"/>
                  <a:pt x="57" y="13"/>
                  <a:pt x="57" y="12"/>
                </a:cubicBezTo>
                <a:cubicBezTo>
                  <a:pt x="59" y="6"/>
                  <a:pt x="59" y="6"/>
                  <a:pt x="59" y="6"/>
                </a:cubicBezTo>
                <a:cubicBezTo>
                  <a:pt x="59" y="4"/>
                  <a:pt x="61" y="3"/>
                  <a:pt x="62" y="3"/>
                </a:cubicBezTo>
                <a:cubicBezTo>
                  <a:pt x="73" y="3"/>
                  <a:pt x="73" y="3"/>
                  <a:pt x="73" y="3"/>
                </a:cubicBezTo>
                <a:cubicBezTo>
                  <a:pt x="74" y="3"/>
                  <a:pt x="75" y="3"/>
                  <a:pt x="75" y="2"/>
                </a:cubicBezTo>
                <a:cubicBezTo>
                  <a:pt x="75" y="1"/>
                  <a:pt x="74" y="0"/>
                  <a:pt x="73" y="0"/>
                </a:cubicBezTo>
                <a:close/>
                <a:moveTo>
                  <a:pt x="51" y="19"/>
                </a:moveTo>
                <a:cubicBezTo>
                  <a:pt x="48" y="19"/>
                  <a:pt x="48" y="19"/>
                  <a:pt x="48" y="19"/>
                </a:cubicBezTo>
                <a:cubicBezTo>
                  <a:pt x="49" y="14"/>
                  <a:pt x="49" y="14"/>
                  <a:pt x="49" y="14"/>
                </a:cubicBezTo>
                <a:cubicBezTo>
                  <a:pt x="53" y="14"/>
                  <a:pt x="53" y="14"/>
                  <a:pt x="53" y="14"/>
                </a:cubicBezTo>
                <a:lnTo>
                  <a:pt x="51" y="19"/>
                </a:lnTo>
                <a:close/>
                <a:moveTo>
                  <a:pt x="49" y="26"/>
                </a:moveTo>
                <a:cubicBezTo>
                  <a:pt x="46" y="26"/>
                  <a:pt x="46" y="26"/>
                  <a:pt x="46" y="26"/>
                </a:cubicBezTo>
                <a:cubicBezTo>
                  <a:pt x="47" y="21"/>
                  <a:pt x="47" y="21"/>
                  <a:pt x="47" y="21"/>
                </a:cubicBezTo>
                <a:cubicBezTo>
                  <a:pt x="51" y="21"/>
                  <a:pt x="51" y="21"/>
                  <a:pt x="51" y="21"/>
                </a:cubicBezTo>
                <a:lnTo>
                  <a:pt x="49" y="26"/>
                </a:lnTo>
                <a:close/>
                <a:moveTo>
                  <a:pt x="10" y="31"/>
                </a:moveTo>
                <a:cubicBezTo>
                  <a:pt x="9" y="28"/>
                  <a:pt x="9" y="28"/>
                  <a:pt x="9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3" y="33"/>
                  <a:pt x="13" y="33"/>
                  <a:pt x="13" y="33"/>
                </a:cubicBezTo>
                <a:cubicBezTo>
                  <a:pt x="12" y="33"/>
                  <a:pt x="11" y="32"/>
                  <a:pt x="10" y="31"/>
                </a:cubicBezTo>
                <a:close/>
                <a:moveTo>
                  <a:pt x="37" y="19"/>
                </a:moveTo>
                <a:cubicBezTo>
                  <a:pt x="30" y="19"/>
                  <a:pt x="30" y="19"/>
                  <a:pt x="30" y="19"/>
                </a:cubicBezTo>
                <a:cubicBezTo>
                  <a:pt x="30" y="14"/>
                  <a:pt x="30" y="14"/>
                  <a:pt x="30" y="14"/>
                </a:cubicBezTo>
                <a:cubicBezTo>
                  <a:pt x="37" y="14"/>
                  <a:pt x="37" y="14"/>
                  <a:pt x="37" y="14"/>
                </a:cubicBezTo>
                <a:lnTo>
                  <a:pt x="37" y="19"/>
                </a:lnTo>
                <a:close/>
                <a:moveTo>
                  <a:pt x="39" y="14"/>
                </a:moveTo>
                <a:cubicBezTo>
                  <a:pt x="47" y="14"/>
                  <a:pt x="47" y="14"/>
                  <a:pt x="47" y="14"/>
                </a:cubicBezTo>
                <a:cubicBezTo>
                  <a:pt x="46" y="19"/>
                  <a:pt x="46" y="19"/>
                  <a:pt x="46" y="19"/>
                </a:cubicBezTo>
                <a:cubicBezTo>
                  <a:pt x="39" y="19"/>
                  <a:pt x="39" y="19"/>
                  <a:pt x="39" y="19"/>
                </a:cubicBezTo>
                <a:lnTo>
                  <a:pt x="39" y="14"/>
                </a:lnTo>
                <a:close/>
                <a:moveTo>
                  <a:pt x="30" y="21"/>
                </a:moveTo>
                <a:cubicBezTo>
                  <a:pt x="37" y="21"/>
                  <a:pt x="37" y="21"/>
                  <a:pt x="37" y="21"/>
                </a:cubicBezTo>
                <a:cubicBezTo>
                  <a:pt x="36" y="26"/>
                  <a:pt x="36" y="26"/>
                  <a:pt x="36" y="26"/>
                </a:cubicBezTo>
                <a:cubicBezTo>
                  <a:pt x="30" y="26"/>
                  <a:pt x="30" y="26"/>
                  <a:pt x="30" y="26"/>
                </a:cubicBezTo>
                <a:lnTo>
                  <a:pt x="30" y="21"/>
                </a:lnTo>
                <a:close/>
                <a:moveTo>
                  <a:pt x="28" y="26"/>
                </a:moveTo>
                <a:cubicBezTo>
                  <a:pt x="22" y="26"/>
                  <a:pt x="22" y="26"/>
                  <a:pt x="22" y="26"/>
                </a:cubicBezTo>
                <a:cubicBezTo>
                  <a:pt x="22" y="21"/>
                  <a:pt x="22" y="21"/>
                  <a:pt x="22" y="21"/>
                </a:cubicBezTo>
                <a:cubicBezTo>
                  <a:pt x="28" y="21"/>
                  <a:pt x="28" y="21"/>
                  <a:pt x="28" y="21"/>
                </a:cubicBezTo>
                <a:lnTo>
                  <a:pt x="28" y="26"/>
                </a:lnTo>
                <a:close/>
                <a:moveTo>
                  <a:pt x="28" y="19"/>
                </a:moveTo>
                <a:cubicBezTo>
                  <a:pt x="21" y="19"/>
                  <a:pt x="21" y="19"/>
                  <a:pt x="21" y="19"/>
                </a:cubicBezTo>
                <a:cubicBezTo>
                  <a:pt x="21" y="14"/>
                  <a:pt x="21" y="14"/>
                  <a:pt x="21" y="14"/>
                </a:cubicBezTo>
                <a:cubicBezTo>
                  <a:pt x="28" y="14"/>
                  <a:pt x="28" y="14"/>
                  <a:pt x="28" y="14"/>
                </a:cubicBezTo>
                <a:lnTo>
                  <a:pt x="28" y="19"/>
                </a:lnTo>
                <a:close/>
                <a:moveTo>
                  <a:pt x="19" y="19"/>
                </a:moveTo>
                <a:cubicBezTo>
                  <a:pt x="13" y="19"/>
                  <a:pt x="13" y="19"/>
                  <a:pt x="13" y="19"/>
                </a:cubicBezTo>
                <a:cubicBezTo>
                  <a:pt x="12" y="14"/>
                  <a:pt x="12" y="14"/>
                  <a:pt x="12" y="14"/>
                </a:cubicBezTo>
                <a:cubicBezTo>
                  <a:pt x="19" y="14"/>
                  <a:pt x="19" y="14"/>
                  <a:pt x="19" y="14"/>
                </a:cubicBezTo>
                <a:lnTo>
                  <a:pt x="19" y="19"/>
                </a:lnTo>
                <a:close/>
                <a:moveTo>
                  <a:pt x="20" y="21"/>
                </a:moveTo>
                <a:cubicBezTo>
                  <a:pt x="20" y="26"/>
                  <a:pt x="20" y="26"/>
                  <a:pt x="20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3" y="21"/>
                  <a:pt x="13" y="21"/>
                  <a:pt x="13" y="21"/>
                </a:cubicBezTo>
                <a:lnTo>
                  <a:pt x="20" y="21"/>
                </a:lnTo>
                <a:close/>
                <a:moveTo>
                  <a:pt x="12" y="26"/>
                </a:moveTo>
                <a:cubicBezTo>
                  <a:pt x="8" y="26"/>
                  <a:pt x="8" y="26"/>
                  <a:pt x="8" y="26"/>
                </a:cubicBezTo>
                <a:cubicBezTo>
                  <a:pt x="6" y="21"/>
                  <a:pt x="6" y="21"/>
                  <a:pt x="6" y="21"/>
                </a:cubicBezTo>
                <a:cubicBezTo>
                  <a:pt x="11" y="21"/>
                  <a:pt x="11" y="21"/>
                  <a:pt x="11" y="21"/>
                </a:cubicBezTo>
                <a:lnTo>
                  <a:pt x="12" y="26"/>
                </a:lnTo>
                <a:close/>
                <a:moveTo>
                  <a:pt x="14" y="28"/>
                </a:moveTo>
                <a:cubicBezTo>
                  <a:pt x="20" y="28"/>
                  <a:pt x="20" y="28"/>
                  <a:pt x="20" y="28"/>
                </a:cubicBezTo>
                <a:cubicBezTo>
                  <a:pt x="21" y="33"/>
                  <a:pt x="21" y="33"/>
                  <a:pt x="21" y="33"/>
                </a:cubicBezTo>
                <a:cubicBezTo>
                  <a:pt x="15" y="33"/>
                  <a:pt x="15" y="33"/>
                  <a:pt x="15" y="33"/>
                </a:cubicBezTo>
                <a:lnTo>
                  <a:pt x="14" y="28"/>
                </a:lnTo>
                <a:close/>
                <a:moveTo>
                  <a:pt x="22" y="28"/>
                </a:moveTo>
                <a:cubicBezTo>
                  <a:pt x="28" y="28"/>
                  <a:pt x="28" y="28"/>
                  <a:pt x="28" y="28"/>
                </a:cubicBezTo>
                <a:cubicBezTo>
                  <a:pt x="28" y="33"/>
                  <a:pt x="28" y="33"/>
                  <a:pt x="28" y="33"/>
                </a:cubicBezTo>
                <a:cubicBezTo>
                  <a:pt x="23" y="33"/>
                  <a:pt x="23" y="33"/>
                  <a:pt x="23" y="33"/>
                </a:cubicBezTo>
                <a:lnTo>
                  <a:pt x="22" y="28"/>
                </a:lnTo>
                <a:close/>
                <a:moveTo>
                  <a:pt x="30" y="28"/>
                </a:moveTo>
                <a:cubicBezTo>
                  <a:pt x="36" y="28"/>
                  <a:pt x="36" y="28"/>
                  <a:pt x="36" y="28"/>
                </a:cubicBezTo>
                <a:cubicBezTo>
                  <a:pt x="35" y="33"/>
                  <a:pt x="35" y="33"/>
                  <a:pt x="35" y="33"/>
                </a:cubicBezTo>
                <a:cubicBezTo>
                  <a:pt x="30" y="33"/>
                  <a:pt x="30" y="33"/>
                  <a:pt x="30" y="33"/>
                </a:cubicBezTo>
                <a:lnTo>
                  <a:pt x="30" y="28"/>
                </a:lnTo>
                <a:close/>
                <a:moveTo>
                  <a:pt x="38" y="28"/>
                </a:moveTo>
                <a:cubicBezTo>
                  <a:pt x="43" y="28"/>
                  <a:pt x="43" y="28"/>
                  <a:pt x="43" y="28"/>
                </a:cubicBezTo>
                <a:cubicBezTo>
                  <a:pt x="42" y="33"/>
                  <a:pt x="42" y="33"/>
                  <a:pt x="42" y="33"/>
                </a:cubicBezTo>
                <a:cubicBezTo>
                  <a:pt x="37" y="33"/>
                  <a:pt x="37" y="33"/>
                  <a:pt x="37" y="33"/>
                </a:cubicBezTo>
                <a:lnTo>
                  <a:pt x="38" y="28"/>
                </a:lnTo>
                <a:close/>
                <a:moveTo>
                  <a:pt x="38" y="26"/>
                </a:moveTo>
                <a:cubicBezTo>
                  <a:pt x="39" y="21"/>
                  <a:pt x="39" y="21"/>
                  <a:pt x="39" y="21"/>
                </a:cubicBezTo>
                <a:cubicBezTo>
                  <a:pt x="45" y="21"/>
                  <a:pt x="45" y="21"/>
                  <a:pt x="45" y="21"/>
                </a:cubicBezTo>
                <a:cubicBezTo>
                  <a:pt x="44" y="26"/>
                  <a:pt x="44" y="26"/>
                  <a:pt x="44" y="26"/>
                </a:cubicBezTo>
                <a:lnTo>
                  <a:pt x="38" y="26"/>
                </a:lnTo>
                <a:close/>
                <a:moveTo>
                  <a:pt x="4" y="14"/>
                </a:moveTo>
                <a:cubicBezTo>
                  <a:pt x="4" y="14"/>
                  <a:pt x="4" y="14"/>
                  <a:pt x="4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1" y="19"/>
                  <a:pt x="11" y="19"/>
                  <a:pt x="11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4" y="15"/>
                  <a:pt x="4" y="15"/>
                  <a:pt x="4" y="15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4"/>
                  <a:pt x="4" y="14"/>
                  <a:pt x="4" y="14"/>
                </a:cubicBezTo>
                <a:close/>
                <a:moveTo>
                  <a:pt x="45" y="33"/>
                </a:moveTo>
                <a:cubicBezTo>
                  <a:pt x="44" y="33"/>
                  <a:pt x="44" y="33"/>
                  <a:pt x="44" y="33"/>
                </a:cubicBezTo>
                <a:cubicBezTo>
                  <a:pt x="46" y="28"/>
                  <a:pt x="46" y="28"/>
                  <a:pt x="46" y="28"/>
                </a:cubicBezTo>
                <a:cubicBezTo>
                  <a:pt x="48" y="28"/>
                  <a:pt x="48" y="28"/>
                  <a:pt x="48" y="28"/>
                </a:cubicBezTo>
                <a:cubicBezTo>
                  <a:pt x="48" y="31"/>
                  <a:pt x="48" y="31"/>
                  <a:pt x="48" y="31"/>
                </a:cubicBezTo>
                <a:cubicBezTo>
                  <a:pt x="47" y="32"/>
                  <a:pt x="46" y="33"/>
                  <a:pt x="45" y="33"/>
                </a:cubicBezTo>
                <a:close/>
                <a:moveTo>
                  <a:pt x="15" y="46"/>
                </a:moveTo>
                <a:cubicBezTo>
                  <a:pt x="13" y="46"/>
                  <a:pt x="11" y="47"/>
                  <a:pt x="11" y="49"/>
                </a:cubicBezTo>
                <a:cubicBezTo>
                  <a:pt x="11" y="51"/>
                  <a:pt x="13" y="53"/>
                  <a:pt x="15" y="53"/>
                </a:cubicBezTo>
                <a:cubicBezTo>
                  <a:pt x="17" y="53"/>
                  <a:pt x="18" y="51"/>
                  <a:pt x="18" y="49"/>
                </a:cubicBezTo>
                <a:cubicBezTo>
                  <a:pt x="18" y="47"/>
                  <a:pt x="17" y="46"/>
                  <a:pt x="15" y="46"/>
                </a:cubicBezTo>
                <a:close/>
                <a:moveTo>
                  <a:pt x="15" y="51"/>
                </a:moveTo>
                <a:cubicBezTo>
                  <a:pt x="14" y="51"/>
                  <a:pt x="13" y="50"/>
                  <a:pt x="13" y="49"/>
                </a:cubicBezTo>
                <a:cubicBezTo>
                  <a:pt x="13" y="48"/>
                  <a:pt x="14" y="48"/>
                  <a:pt x="15" y="48"/>
                </a:cubicBezTo>
                <a:cubicBezTo>
                  <a:pt x="16" y="48"/>
                  <a:pt x="16" y="48"/>
                  <a:pt x="16" y="49"/>
                </a:cubicBezTo>
                <a:cubicBezTo>
                  <a:pt x="16" y="50"/>
                  <a:pt x="16" y="51"/>
                  <a:pt x="15" y="51"/>
                </a:cubicBezTo>
                <a:close/>
                <a:moveTo>
                  <a:pt x="43" y="46"/>
                </a:moveTo>
                <a:cubicBezTo>
                  <a:pt x="41" y="46"/>
                  <a:pt x="39" y="47"/>
                  <a:pt x="39" y="49"/>
                </a:cubicBezTo>
                <a:cubicBezTo>
                  <a:pt x="39" y="51"/>
                  <a:pt x="41" y="53"/>
                  <a:pt x="43" y="53"/>
                </a:cubicBezTo>
                <a:cubicBezTo>
                  <a:pt x="45" y="53"/>
                  <a:pt x="46" y="51"/>
                  <a:pt x="46" y="49"/>
                </a:cubicBezTo>
                <a:cubicBezTo>
                  <a:pt x="46" y="47"/>
                  <a:pt x="45" y="46"/>
                  <a:pt x="43" y="46"/>
                </a:cubicBezTo>
                <a:close/>
                <a:moveTo>
                  <a:pt x="43" y="51"/>
                </a:moveTo>
                <a:cubicBezTo>
                  <a:pt x="42" y="51"/>
                  <a:pt x="41" y="50"/>
                  <a:pt x="41" y="49"/>
                </a:cubicBezTo>
                <a:cubicBezTo>
                  <a:pt x="41" y="48"/>
                  <a:pt x="42" y="48"/>
                  <a:pt x="43" y="48"/>
                </a:cubicBezTo>
                <a:cubicBezTo>
                  <a:pt x="44" y="48"/>
                  <a:pt x="44" y="48"/>
                  <a:pt x="44" y="49"/>
                </a:cubicBezTo>
                <a:cubicBezTo>
                  <a:pt x="44" y="50"/>
                  <a:pt x="44" y="51"/>
                  <a:pt x="43" y="51"/>
                </a:cubicBezTo>
                <a:close/>
              </a:path>
            </a:pathLst>
          </a:custGeom>
          <a:solidFill>
            <a:srgbClr val="F39C1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79" name="Freeform 273"/>
          <p:cNvSpPr>
            <a:spLocks noEditPoints="1"/>
          </p:cNvSpPr>
          <p:nvPr/>
        </p:nvSpPr>
        <p:spPr bwMode="auto">
          <a:xfrm>
            <a:off x="4204559" y="2092980"/>
            <a:ext cx="303501" cy="264905"/>
          </a:xfrm>
          <a:custGeom>
            <a:avLst/>
            <a:gdLst>
              <a:gd name="T0" fmla="*/ 0 w 73"/>
              <a:gd name="T1" fmla="*/ 45 h 61"/>
              <a:gd name="T2" fmla="*/ 6 w 73"/>
              <a:gd name="T3" fmla="*/ 39 h 61"/>
              <a:gd name="T4" fmla="*/ 8 w 73"/>
              <a:gd name="T5" fmla="*/ 39 h 61"/>
              <a:gd name="T6" fmla="*/ 21 w 73"/>
              <a:gd name="T7" fmla="*/ 26 h 61"/>
              <a:gd name="T8" fmla="*/ 21 w 73"/>
              <a:gd name="T9" fmla="*/ 25 h 61"/>
              <a:gd name="T10" fmla="*/ 27 w 73"/>
              <a:gd name="T11" fmla="*/ 19 h 61"/>
              <a:gd name="T12" fmla="*/ 33 w 73"/>
              <a:gd name="T13" fmla="*/ 25 h 61"/>
              <a:gd name="T14" fmla="*/ 32 w 73"/>
              <a:gd name="T15" fmla="*/ 27 h 61"/>
              <a:gd name="T16" fmla="*/ 36 w 73"/>
              <a:gd name="T17" fmla="*/ 31 h 61"/>
              <a:gd name="T18" fmla="*/ 38 w 73"/>
              <a:gd name="T19" fmla="*/ 30 h 61"/>
              <a:gd name="T20" fmla="*/ 41 w 73"/>
              <a:gd name="T21" fmla="*/ 31 h 61"/>
              <a:gd name="T22" fmla="*/ 55 w 73"/>
              <a:gd name="T23" fmla="*/ 17 h 61"/>
              <a:gd name="T24" fmla="*/ 54 w 73"/>
              <a:gd name="T25" fmla="*/ 15 h 61"/>
              <a:gd name="T26" fmla="*/ 60 w 73"/>
              <a:gd name="T27" fmla="*/ 9 h 61"/>
              <a:gd name="T28" fmla="*/ 66 w 73"/>
              <a:gd name="T29" fmla="*/ 15 h 61"/>
              <a:gd name="T30" fmla="*/ 60 w 73"/>
              <a:gd name="T31" fmla="*/ 21 h 61"/>
              <a:gd name="T32" fmla="*/ 57 w 73"/>
              <a:gd name="T33" fmla="*/ 20 h 61"/>
              <a:gd name="T34" fmla="*/ 44 w 73"/>
              <a:gd name="T35" fmla="*/ 34 h 61"/>
              <a:gd name="T36" fmla="*/ 44 w 73"/>
              <a:gd name="T37" fmla="*/ 36 h 61"/>
              <a:gd name="T38" fmla="*/ 38 w 73"/>
              <a:gd name="T39" fmla="*/ 42 h 61"/>
              <a:gd name="T40" fmla="*/ 32 w 73"/>
              <a:gd name="T41" fmla="*/ 36 h 61"/>
              <a:gd name="T42" fmla="*/ 33 w 73"/>
              <a:gd name="T43" fmla="*/ 34 h 61"/>
              <a:gd name="T44" fmla="*/ 29 w 73"/>
              <a:gd name="T45" fmla="*/ 30 h 61"/>
              <a:gd name="T46" fmla="*/ 27 w 73"/>
              <a:gd name="T47" fmla="*/ 30 h 61"/>
              <a:gd name="T48" fmla="*/ 24 w 73"/>
              <a:gd name="T49" fmla="*/ 30 h 61"/>
              <a:gd name="T50" fmla="*/ 11 w 73"/>
              <a:gd name="T51" fmla="*/ 42 h 61"/>
              <a:gd name="T52" fmla="*/ 12 w 73"/>
              <a:gd name="T53" fmla="*/ 45 h 61"/>
              <a:gd name="T54" fmla="*/ 6 w 73"/>
              <a:gd name="T55" fmla="*/ 51 h 61"/>
              <a:gd name="T56" fmla="*/ 0 w 73"/>
              <a:gd name="T57" fmla="*/ 45 h 61"/>
              <a:gd name="T58" fmla="*/ 71 w 73"/>
              <a:gd name="T59" fmla="*/ 0 h 61"/>
              <a:gd name="T60" fmla="*/ 69 w 73"/>
              <a:gd name="T61" fmla="*/ 2 h 61"/>
              <a:gd name="T62" fmla="*/ 69 w 73"/>
              <a:gd name="T63" fmla="*/ 57 h 61"/>
              <a:gd name="T64" fmla="*/ 2 w 73"/>
              <a:gd name="T65" fmla="*/ 57 h 61"/>
              <a:gd name="T66" fmla="*/ 0 w 73"/>
              <a:gd name="T67" fmla="*/ 59 h 61"/>
              <a:gd name="T68" fmla="*/ 2 w 73"/>
              <a:gd name="T69" fmla="*/ 61 h 61"/>
              <a:gd name="T70" fmla="*/ 71 w 73"/>
              <a:gd name="T71" fmla="*/ 61 h 61"/>
              <a:gd name="T72" fmla="*/ 73 w 73"/>
              <a:gd name="T73" fmla="*/ 59 h 61"/>
              <a:gd name="T74" fmla="*/ 73 w 73"/>
              <a:gd name="T75" fmla="*/ 2 h 61"/>
              <a:gd name="T76" fmla="*/ 71 w 73"/>
              <a:gd name="T77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73" h="61">
                <a:moveTo>
                  <a:pt x="0" y="45"/>
                </a:moveTo>
                <a:cubicBezTo>
                  <a:pt x="0" y="41"/>
                  <a:pt x="2" y="39"/>
                  <a:pt x="6" y="39"/>
                </a:cubicBezTo>
                <a:cubicBezTo>
                  <a:pt x="6" y="39"/>
                  <a:pt x="7" y="39"/>
                  <a:pt x="8" y="39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6"/>
                  <a:pt x="21" y="25"/>
                  <a:pt x="21" y="25"/>
                </a:cubicBezTo>
                <a:cubicBezTo>
                  <a:pt x="21" y="21"/>
                  <a:pt x="24" y="19"/>
                  <a:pt x="27" y="19"/>
                </a:cubicBezTo>
                <a:cubicBezTo>
                  <a:pt x="30" y="19"/>
                  <a:pt x="33" y="21"/>
                  <a:pt x="33" y="25"/>
                </a:cubicBezTo>
                <a:cubicBezTo>
                  <a:pt x="33" y="25"/>
                  <a:pt x="33" y="26"/>
                  <a:pt x="32" y="27"/>
                </a:cubicBezTo>
                <a:cubicBezTo>
                  <a:pt x="36" y="31"/>
                  <a:pt x="36" y="31"/>
                  <a:pt x="36" y="31"/>
                </a:cubicBezTo>
                <a:cubicBezTo>
                  <a:pt x="37" y="30"/>
                  <a:pt x="37" y="30"/>
                  <a:pt x="38" y="30"/>
                </a:cubicBezTo>
                <a:cubicBezTo>
                  <a:pt x="39" y="30"/>
                  <a:pt x="40" y="30"/>
                  <a:pt x="41" y="31"/>
                </a:cubicBezTo>
                <a:cubicBezTo>
                  <a:pt x="55" y="17"/>
                  <a:pt x="55" y="17"/>
                  <a:pt x="55" y="17"/>
                </a:cubicBezTo>
                <a:cubicBezTo>
                  <a:pt x="54" y="17"/>
                  <a:pt x="54" y="16"/>
                  <a:pt x="54" y="15"/>
                </a:cubicBezTo>
                <a:cubicBezTo>
                  <a:pt x="54" y="11"/>
                  <a:pt x="57" y="9"/>
                  <a:pt x="60" y="9"/>
                </a:cubicBezTo>
                <a:cubicBezTo>
                  <a:pt x="63" y="9"/>
                  <a:pt x="66" y="11"/>
                  <a:pt x="66" y="15"/>
                </a:cubicBezTo>
                <a:cubicBezTo>
                  <a:pt x="66" y="18"/>
                  <a:pt x="63" y="21"/>
                  <a:pt x="60" y="21"/>
                </a:cubicBezTo>
                <a:cubicBezTo>
                  <a:pt x="59" y="21"/>
                  <a:pt x="58" y="21"/>
                  <a:pt x="57" y="20"/>
                </a:cubicBezTo>
                <a:cubicBezTo>
                  <a:pt x="44" y="34"/>
                  <a:pt x="44" y="34"/>
                  <a:pt x="44" y="34"/>
                </a:cubicBezTo>
                <a:cubicBezTo>
                  <a:pt x="44" y="34"/>
                  <a:pt x="44" y="35"/>
                  <a:pt x="44" y="36"/>
                </a:cubicBezTo>
                <a:cubicBezTo>
                  <a:pt x="44" y="39"/>
                  <a:pt x="42" y="42"/>
                  <a:pt x="38" y="42"/>
                </a:cubicBezTo>
                <a:cubicBezTo>
                  <a:pt x="35" y="42"/>
                  <a:pt x="32" y="39"/>
                  <a:pt x="32" y="36"/>
                </a:cubicBezTo>
                <a:cubicBezTo>
                  <a:pt x="32" y="35"/>
                  <a:pt x="33" y="34"/>
                  <a:pt x="33" y="34"/>
                </a:cubicBezTo>
                <a:cubicBezTo>
                  <a:pt x="29" y="30"/>
                  <a:pt x="29" y="30"/>
                  <a:pt x="29" y="30"/>
                </a:cubicBezTo>
                <a:cubicBezTo>
                  <a:pt x="29" y="30"/>
                  <a:pt x="28" y="30"/>
                  <a:pt x="27" y="30"/>
                </a:cubicBezTo>
                <a:cubicBezTo>
                  <a:pt x="26" y="30"/>
                  <a:pt x="25" y="30"/>
                  <a:pt x="24" y="30"/>
                </a:cubicBezTo>
                <a:cubicBezTo>
                  <a:pt x="11" y="42"/>
                  <a:pt x="11" y="42"/>
                  <a:pt x="11" y="42"/>
                </a:cubicBezTo>
                <a:cubicBezTo>
                  <a:pt x="11" y="43"/>
                  <a:pt x="12" y="44"/>
                  <a:pt x="12" y="45"/>
                </a:cubicBezTo>
                <a:cubicBezTo>
                  <a:pt x="12" y="48"/>
                  <a:pt x="9" y="51"/>
                  <a:pt x="6" y="51"/>
                </a:cubicBezTo>
                <a:cubicBezTo>
                  <a:pt x="2" y="51"/>
                  <a:pt x="0" y="48"/>
                  <a:pt x="0" y="45"/>
                </a:cubicBezTo>
                <a:close/>
                <a:moveTo>
                  <a:pt x="71" y="0"/>
                </a:moveTo>
                <a:cubicBezTo>
                  <a:pt x="69" y="0"/>
                  <a:pt x="69" y="1"/>
                  <a:pt x="69" y="2"/>
                </a:cubicBezTo>
                <a:cubicBezTo>
                  <a:pt x="69" y="57"/>
                  <a:pt x="69" y="57"/>
                  <a:pt x="69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1" y="57"/>
                  <a:pt x="0" y="58"/>
                  <a:pt x="0" y="59"/>
                </a:cubicBezTo>
                <a:cubicBezTo>
                  <a:pt x="0" y="61"/>
                  <a:pt x="1" y="61"/>
                  <a:pt x="2" y="61"/>
                </a:cubicBezTo>
                <a:cubicBezTo>
                  <a:pt x="71" y="61"/>
                  <a:pt x="71" y="61"/>
                  <a:pt x="71" y="61"/>
                </a:cubicBezTo>
                <a:cubicBezTo>
                  <a:pt x="72" y="61"/>
                  <a:pt x="73" y="61"/>
                  <a:pt x="73" y="59"/>
                </a:cubicBezTo>
                <a:cubicBezTo>
                  <a:pt x="73" y="2"/>
                  <a:pt x="73" y="2"/>
                  <a:pt x="73" y="2"/>
                </a:cubicBezTo>
                <a:cubicBezTo>
                  <a:pt x="73" y="1"/>
                  <a:pt x="72" y="0"/>
                  <a:pt x="71" y="0"/>
                </a:cubicBezTo>
                <a:close/>
              </a:path>
            </a:pathLst>
          </a:custGeom>
          <a:solidFill>
            <a:srgbClr val="41B17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80" name="Freeform 275"/>
          <p:cNvSpPr>
            <a:spLocks noEditPoints="1"/>
          </p:cNvSpPr>
          <p:nvPr/>
        </p:nvSpPr>
        <p:spPr bwMode="auto">
          <a:xfrm>
            <a:off x="6567918" y="5682681"/>
            <a:ext cx="224556" cy="307009"/>
          </a:xfrm>
          <a:custGeom>
            <a:avLst/>
            <a:gdLst>
              <a:gd name="T0" fmla="*/ 14 w 54"/>
              <a:gd name="T1" fmla="*/ 19 h 71"/>
              <a:gd name="T2" fmla="*/ 13 w 54"/>
              <a:gd name="T3" fmla="*/ 18 h 71"/>
              <a:gd name="T4" fmla="*/ 12 w 54"/>
              <a:gd name="T5" fmla="*/ 16 h 71"/>
              <a:gd name="T6" fmla="*/ 53 w 54"/>
              <a:gd name="T7" fmla="*/ 51 h 71"/>
              <a:gd name="T8" fmla="*/ 51 w 54"/>
              <a:gd name="T9" fmla="*/ 60 h 71"/>
              <a:gd name="T10" fmla="*/ 50 w 54"/>
              <a:gd name="T11" fmla="*/ 71 h 71"/>
              <a:gd name="T12" fmla="*/ 0 w 54"/>
              <a:gd name="T13" fmla="*/ 62 h 71"/>
              <a:gd name="T14" fmla="*/ 4 w 54"/>
              <a:gd name="T15" fmla="*/ 55 h 71"/>
              <a:gd name="T16" fmla="*/ 18 w 54"/>
              <a:gd name="T17" fmla="*/ 34 h 71"/>
              <a:gd name="T18" fmla="*/ 16 w 54"/>
              <a:gd name="T19" fmla="*/ 31 h 71"/>
              <a:gd name="T20" fmla="*/ 11 w 54"/>
              <a:gd name="T21" fmla="*/ 35 h 71"/>
              <a:gd name="T22" fmla="*/ 2 w 54"/>
              <a:gd name="T23" fmla="*/ 29 h 71"/>
              <a:gd name="T24" fmla="*/ 9 w 54"/>
              <a:gd name="T25" fmla="*/ 14 h 71"/>
              <a:gd name="T26" fmla="*/ 14 w 54"/>
              <a:gd name="T27" fmla="*/ 6 h 71"/>
              <a:gd name="T28" fmla="*/ 12 w 54"/>
              <a:gd name="T29" fmla="*/ 1 h 71"/>
              <a:gd name="T30" fmla="*/ 13 w 54"/>
              <a:gd name="T31" fmla="*/ 0 h 71"/>
              <a:gd name="T32" fmla="*/ 15 w 54"/>
              <a:gd name="T33" fmla="*/ 0 h 71"/>
              <a:gd name="T34" fmla="*/ 44 w 54"/>
              <a:gd name="T35" fmla="*/ 13 h 71"/>
              <a:gd name="T36" fmla="*/ 53 w 54"/>
              <a:gd name="T37" fmla="*/ 48 h 71"/>
              <a:gd name="T38" fmla="*/ 48 w 54"/>
              <a:gd name="T39" fmla="*/ 59 h 71"/>
              <a:gd name="T40" fmla="*/ 5 w 54"/>
              <a:gd name="T41" fmla="*/ 59 h 71"/>
              <a:gd name="T42" fmla="*/ 48 w 54"/>
              <a:gd name="T43" fmla="*/ 59 h 71"/>
              <a:gd name="T44" fmla="*/ 3 w 54"/>
              <a:gd name="T45" fmla="*/ 63 h 71"/>
              <a:gd name="T46" fmla="*/ 49 w 54"/>
              <a:gd name="T47" fmla="*/ 63 h 71"/>
              <a:gd name="T48" fmla="*/ 8 w 54"/>
              <a:gd name="T49" fmla="*/ 47 h 71"/>
              <a:gd name="T50" fmla="*/ 9 w 54"/>
              <a:gd name="T51" fmla="*/ 55 h 71"/>
              <a:gd name="T52" fmla="*/ 18 w 54"/>
              <a:gd name="T53" fmla="*/ 44 h 71"/>
              <a:gd name="T54" fmla="*/ 11 w 54"/>
              <a:gd name="T55" fmla="*/ 55 h 71"/>
              <a:gd name="T56" fmla="*/ 40 w 54"/>
              <a:gd name="T57" fmla="*/ 46 h 71"/>
              <a:gd name="T58" fmla="*/ 24 w 54"/>
              <a:gd name="T59" fmla="*/ 7 h 71"/>
              <a:gd name="T60" fmla="*/ 22 w 54"/>
              <a:gd name="T61" fmla="*/ 7 h 71"/>
              <a:gd name="T62" fmla="*/ 20 w 54"/>
              <a:gd name="T63" fmla="*/ 6 h 71"/>
              <a:gd name="T64" fmla="*/ 17 w 54"/>
              <a:gd name="T65" fmla="*/ 4 h 71"/>
              <a:gd name="T66" fmla="*/ 19 w 54"/>
              <a:gd name="T67" fmla="*/ 9 h 71"/>
              <a:gd name="T68" fmla="*/ 17 w 54"/>
              <a:gd name="T69" fmla="*/ 8 h 71"/>
              <a:gd name="T70" fmla="*/ 7 w 54"/>
              <a:gd name="T71" fmla="*/ 23 h 71"/>
              <a:gd name="T72" fmla="*/ 7 w 54"/>
              <a:gd name="T73" fmla="*/ 30 h 71"/>
              <a:gd name="T74" fmla="*/ 13 w 54"/>
              <a:gd name="T75" fmla="*/ 31 h 71"/>
              <a:gd name="T76" fmla="*/ 21 w 54"/>
              <a:gd name="T77" fmla="*/ 26 h 71"/>
              <a:gd name="T78" fmla="*/ 29 w 54"/>
              <a:gd name="T79" fmla="*/ 20 h 71"/>
              <a:gd name="T80" fmla="*/ 23 w 54"/>
              <a:gd name="T81" fmla="*/ 28 h 71"/>
              <a:gd name="T82" fmla="*/ 30 w 54"/>
              <a:gd name="T83" fmla="*/ 6 h 71"/>
              <a:gd name="T84" fmla="*/ 42 w 54"/>
              <a:gd name="T85" fmla="*/ 46 h 71"/>
              <a:gd name="T86" fmla="*/ 46 w 54"/>
              <a:gd name="T87" fmla="*/ 44 h 71"/>
              <a:gd name="T88" fmla="*/ 30 w 54"/>
              <a:gd name="T89" fmla="*/ 6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4" h="71">
                <a:moveTo>
                  <a:pt x="17" y="15"/>
                </a:moveTo>
                <a:cubicBezTo>
                  <a:pt x="17" y="15"/>
                  <a:pt x="17" y="16"/>
                  <a:pt x="17" y="16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20"/>
                  <a:pt x="14" y="20"/>
                  <a:pt x="13" y="20"/>
                </a:cubicBezTo>
                <a:cubicBezTo>
                  <a:pt x="13" y="20"/>
                  <a:pt x="13" y="20"/>
                  <a:pt x="13" y="19"/>
                </a:cubicBezTo>
                <a:cubicBezTo>
                  <a:pt x="12" y="19"/>
                  <a:pt x="12" y="18"/>
                  <a:pt x="13" y="18"/>
                </a:cubicBezTo>
                <a:cubicBezTo>
                  <a:pt x="13" y="18"/>
                  <a:pt x="13" y="18"/>
                  <a:pt x="13" y="18"/>
                </a:cubicBezTo>
                <a:cubicBezTo>
                  <a:pt x="12" y="18"/>
                  <a:pt x="11" y="18"/>
                  <a:pt x="11" y="17"/>
                </a:cubicBezTo>
                <a:cubicBezTo>
                  <a:pt x="11" y="17"/>
                  <a:pt x="11" y="16"/>
                  <a:pt x="12" y="16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4"/>
                  <a:pt x="17" y="15"/>
                  <a:pt x="17" y="15"/>
                </a:cubicBezTo>
                <a:close/>
                <a:moveTo>
                  <a:pt x="53" y="51"/>
                </a:moveTo>
                <a:cubicBezTo>
                  <a:pt x="48" y="55"/>
                  <a:pt x="48" y="55"/>
                  <a:pt x="48" y="55"/>
                </a:cubicBezTo>
                <a:cubicBezTo>
                  <a:pt x="50" y="55"/>
                  <a:pt x="51" y="57"/>
                  <a:pt x="51" y="59"/>
                </a:cubicBezTo>
                <a:cubicBezTo>
                  <a:pt x="51" y="59"/>
                  <a:pt x="51" y="60"/>
                  <a:pt x="51" y="60"/>
                </a:cubicBezTo>
                <a:cubicBezTo>
                  <a:pt x="52" y="60"/>
                  <a:pt x="52" y="61"/>
                  <a:pt x="52" y="62"/>
                </a:cubicBezTo>
                <a:cubicBezTo>
                  <a:pt x="52" y="69"/>
                  <a:pt x="52" y="69"/>
                  <a:pt x="52" y="69"/>
                </a:cubicBezTo>
                <a:cubicBezTo>
                  <a:pt x="52" y="71"/>
                  <a:pt x="51" y="71"/>
                  <a:pt x="50" y="71"/>
                </a:cubicBezTo>
                <a:cubicBezTo>
                  <a:pt x="2" y="71"/>
                  <a:pt x="2" y="71"/>
                  <a:pt x="2" y="71"/>
                </a:cubicBezTo>
                <a:cubicBezTo>
                  <a:pt x="1" y="71"/>
                  <a:pt x="0" y="71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1"/>
                  <a:pt x="1" y="60"/>
                  <a:pt x="2" y="60"/>
                </a:cubicBezTo>
                <a:cubicBezTo>
                  <a:pt x="2" y="60"/>
                  <a:pt x="2" y="59"/>
                  <a:pt x="2" y="59"/>
                </a:cubicBezTo>
                <a:cubicBezTo>
                  <a:pt x="2" y="57"/>
                  <a:pt x="2" y="56"/>
                  <a:pt x="4" y="55"/>
                </a:cubicBezTo>
                <a:cubicBezTo>
                  <a:pt x="4" y="53"/>
                  <a:pt x="3" y="49"/>
                  <a:pt x="5" y="46"/>
                </a:cubicBezTo>
                <a:cubicBezTo>
                  <a:pt x="6" y="44"/>
                  <a:pt x="9" y="42"/>
                  <a:pt x="12" y="40"/>
                </a:cubicBezTo>
                <a:cubicBezTo>
                  <a:pt x="14" y="38"/>
                  <a:pt x="17" y="35"/>
                  <a:pt x="18" y="34"/>
                </a:cubicBezTo>
                <a:cubicBezTo>
                  <a:pt x="19" y="32"/>
                  <a:pt x="20" y="30"/>
                  <a:pt x="20" y="29"/>
                </a:cubicBezTo>
                <a:cubicBezTo>
                  <a:pt x="19" y="29"/>
                  <a:pt x="18" y="29"/>
                  <a:pt x="17" y="29"/>
                </a:cubicBezTo>
                <a:cubicBezTo>
                  <a:pt x="17" y="29"/>
                  <a:pt x="17" y="29"/>
                  <a:pt x="16" y="31"/>
                </a:cubicBezTo>
                <a:cubicBezTo>
                  <a:pt x="16" y="32"/>
                  <a:pt x="15" y="33"/>
                  <a:pt x="15" y="33"/>
                </a:cubicBezTo>
                <a:cubicBezTo>
                  <a:pt x="14" y="34"/>
                  <a:pt x="13" y="35"/>
                  <a:pt x="12" y="35"/>
                </a:cubicBezTo>
                <a:cubicBezTo>
                  <a:pt x="11" y="35"/>
                  <a:pt x="11" y="35"/>
                  <a:pt x="11" y="35"/>
                </a:cubicBezTo>
                <a:cubicBezTo>
                  <a:pt x="10" y="35"/>
                  <a:pt x="9" y="35"/>
                  <a:pt x="8" y="33"/>
                </a:cubicBezTo>
                <a:cubicBezTo>
                  <a:pt x="7" y="33"/>
                  <a:pt x="7" y="33"/>
                  <a:pt x="6" y="33"/>
                </a:cubicBezTo>
                <a:cubicBezTo>
                  <a:pt x="5" y="32"/>
                  <a:pt x="2" y="31"/>
                  <a:pt x="2" y="29"/>
                </a:cubicBezTo>
                <a:cubicBezTo>
                  <a:pt x="2" y="28"/>
                  <a:pt x="2" y="28"/>
                  <a:pt x="2" y="28"/>
                </a:cubicBezTo>
                <a:cubicBezTo>
                  <a:pt x="2" y="26"/>
                  <a:pt x="2" y="23"/>
                  <a:pt x="5" y="21"/>
                </a:cubicBezTo>
                <a:cubicBezTo>
                  <a:pt x="8" y="18"/>
                  <a:pt x="9" y="15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3"/>
                  <a:pt x="9" y="12"/>
                  <a:pt x="15" y="7"/>
                </a:cubicBezTo>
                <a:cubicBezTo>
                  <a:pt x="14" y="7"/>
                  <a:pt x="14" y="6"/>
                  <a:pt x="14" y="6"/>
                </a:cubicBezTo>
                <a:cubicBezTo>
                  <a:pt x="14" y="5"/>
                  <a:pt x="12" y="3"/>
                  <a:pt x="12" y="3"/>
                </a:cubicBezTo>
                <a:cubicBezTo>
                  <a:pt x="12" y="2"/>
                  <a:pt x="12" y="2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1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4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6" y="0"/>
                  <a:pt x="20" y="2"/>
                  <a:pt x="21" y="3"/>
                </a:cubicBezTo>
                <a:cubicBezTo>
                  <a:pt x="23" y="2"/>
                  <a:pt x="24" y="2"/>
                  <a:pt x="25" y="2"/>
                </a:cubicBezTo>
                <a:cubicBezTo>
                  <a:pt x="31" y="2"/>
                  <a:pt x="39" y="4"/>
                  <a:pt x="44" y="13"/>
                </a:cubicBezTo>
                <a:cubicBezTo>
                  <a:pt x="50" y="23"/>
                  <a:pt x="49" y="31"/>
                  <a:pt x="48" y="37"/>
                </a:cubicBezTo>
                <a:cubicBezTo>
                  <a:pt x="48" y="39"/>
                  <a:pt x="48" y="42"/>
                  <a:pt x="48" y="43"/>
                </a:cubicBezTo>
                <a:cubicBezTo>
                  <a:pt x="50" y="45"/>
                  <a:pt x="53" y="47"/>
                  <a:pt x="53" y="48"/>
                </a:cubicBezTo>
                <a:cubicBezTo>
                  <a:pt x="53" y="48"/>
                  <a:pt x="54" y="49"/>
                  <a:pt x="54" y="49"/>
                </a:cubicBezTo>
                <a:cubicBezTo>
                  <a:pt x="54" y="50"/>
                  <a:pt x="53" y="50"/>
                  <a:pt x="53" y="51"/>
                </a:cubicBezTo>
                <a:close/>
                <a:moveTo>
                  <a:pt x="48" y="59"/>
                </a:moveTo>
                <a:cubicBezTo>
                  <a:pt x="48" y="58"/>
                  <a:pt x="47" y="57"/>
                  <a:pt x="45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6" y="57"/>
                  <a:pt x="5" y="58"/>
                  <a:pt x="5" y="59"/>
                </a:cubicBezTo>
                <a:cubicBezTo>
                  <a:pt x="5" y="60"/>
                  <a:pt x="6" y="61"/>
                  <a:pt x="7" y="61"/>
                </a:cubicBezTo>
                <a:cubicBezTo>
                  <a:pt x="45" y="61"/>
                  <a:pt x="45" y="61"/>
                  <a:pt x="45" y="61"/>
                </a:cubicBezTo>
                <a:cubicBezTo>
                  <a:pt x="47" y="61"/>
                  <a:pt x="48" y="60"/>
                  <a:pt x="48" y="59"/>
                </a:cubicBezTo>
                <a:close/>
                <a:moveTo>
                  <a:pt x="45" y="63"/>
                </a:moveTo>
                <a:cubicBezTo>
                  <a:pt x="7" y="63"/>
                  <a:pt x="7" y="63"/>
                  <a:pt x="7" y="63"/>
                </a:cubicBezTo>
                <a:cubicBezTo>
                  <a:pt x="3" y="63"/>
                  <a:pt x="3" y="63"/>
                  <a:pt x="3" y="63"/>
                </a:cubicBezTo>
                <a:cubicBezTo>
                  <a:pt x="3" y="68"/>
                  <a:pt x="3" y="68"/>
                  <a:pt x="3" y="68"/>
                </a:cubicBezTo>
                <a:cubicBezTo>
                  <a:pt x="49" y="68"/>
                  <a:pt x="49" y="68"/>
                  <a:pt x="49" y="68"/>
                </a:cubicBezTo>
                <a:cubicBezTo>
                  <a:pt x="49" y="63"/>
                  <a:pt x="49" y="63"/>
                  <a:pt x="49" y="63"/>
                </a:cubicBezTo>
                <a:lnTo>
                  <a:pt x="45" y="63"/>
                </a:lnTo>
                <a:close/>
                <a:moveTo>
                  <a:pt x="13" y="42"/>
                </a:moveTo>
                <a:cubicBezTo>
                  <a:pt x="11" y="44"/>
                  <a:pt x="8" y="46"/>
                  <a:pt x="8" y="47"/>
                </a:cubicBezTo>
                <a:cubicBezTo>
                  <a:pt x="6" y="51"/>
                  <a:pt x="7" y="55"/>
                  <a:pt x="7" y="55"/>
                </a:cubicBezTo>
                <a:cubicBezTo>
                  <a:pt x="7" y="55"/>
                  <a:pt x="7" y="55"/>
                  <a:pt x="7" y="55"/>
                </a:cubicBezTo>
                <a:cubicBezTo>
                  <a:pt x="9" y="55"/>
                  <a:pt x="9" y="55"/>
                  <a:pt x="9" y="55"/>
                </a:cubicBezTo>
                <a:cubicBezTo>
                  <a:pt x="9" y="54"/>
                  <a:pt x="9" y="49"/>
                  <a:pt x="12" y="47"/>
                </a:cubicBezTo>
                <a:cubicBezTo>
                  <a:pt x="14" y="45"/>
                  <a:pt x="16" y="43"/>
                  <a:pt x="17" y="43"/>
                </a:cubicBezTo>
                <a:cubicBezTo>
                  <a:pt x="17" y="43"/>
                  <a:pt x="18" y="43"/>
                  <a:pt x="18" y="44"/>
                </a:cubicBezTo>
                <a:cubicBezTo>
                  <a:pt x="18" y="44"/>
                  <a:pt x="18" y="45"/>
                  <a:pt x="18" y="45"/>
                </a:cubicBezTo>
                <a:cubicBezTo>
                  <a:pt x="18" y="45"/>
                  <a:pt x="15" y="46"/>
                  <a:pt x="13" y="49"/>
                </a:cubicBezTo>
                <a:cubicBezTo>
                  <a:pt x="11" y="51"/>
                  <a:pt x="11" y="55"/>
                  <a:pt x="11" y="55"/>
                </a:cubicBezTo>
                <a:cubicBezTo>
                  <a:pt x="11" y="55"/>
                  <a:pt x="11" y="55"/>
                  <a:pt x="11" y="55"/>
                </a:cubicBezTo>
                <a:cubicBezTo>
                  <a:pt x="43" y="55"/>
                  <a:pt x="43" y="55"/>
                  <a:pt x="43" y="55"/>
                </a:cubicBezTo>
                <a:cubicBezTo>
                  <a:pt x="42" y="54"/>
                  <a:pt x="40" y="50"/>
                  <a:pt x="40" y="46"/>
                </a:cubicBezTo>
                <a:cubicBezTo>
                  <a:pt x="40" y="45"/>
                  <a:pt x="40" y="43"/>
                  <a:pt x="41" y="41"/>
                </a:cubicBezTo>
                <a:cubicBezTo>
                  <a:pt x="42" y="36"/>
                  <a:pt x="43" y="27"/>
                  <a:pt x="40" y="18"/>
                </a:cubicBezTo>
                <a:cubicBezTo>
                  <a:pt x="36" y="8"/>
                  <a:pt x="27" y="7"/>
                  <a:pt x="24" y="7"/>
                </a:cubicBezTo>
                <a:cubicBezTo>
                  <a:pt x="24" y="7"/>
                  <a:pt x="24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1" y="6"/>
                  <a:pt x="21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20" y="6"/>
                  <a:pt x="19" y="6"/>
                  <a:pt x="19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18" y="5"/>
                  <a:pt x="18" y="4"/>
                  <a:pt x="17" y="4"/>
                </a:cubicBezTo>
                <a:cubicBezTo>
                  <a:pt x="19" y="7"/>
                  <a:pt x="19" y="7"/>
                  <a:pt x="19" y="7"/>
                </a:cubicBezTo>
                <a:cubicBezTo>
                  <a:pt x="20" y="8"/>
                  <a:pt x="20" y="8"/>
                  <a:pt x="20" y="8"/>
                </a:cubicBezTo>
                <a:cubicBezTo>
                  <a:pt x="20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8" y="9"/>
                  <a:pt x="18" y="9"/>
                </a:cubicBezTo>
                <a:cubicBezTo>
                  <a:pt x="18" y="9"/>
                  <a:pt x="18" y="9"/>
                  <a:pt x="17" y="8"/>
                </a:cubicBezTo>
                <a:cubicBezTo>
                  <a:pt x="15" y="11"/>
                  <a:pt x="12" y="14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1" y="16"/>
                  <a:pt x="11" y="19"/>
                  <a:pt x="7" y="23"/>
                </a:cubicBezTo>
                <a:cubicBezTo>
                  <a:pt x="5" y="25"/>
                  <a:pt x="5" y="26"/>
                  <a:pt x="5" y="28"/>
                </a:cubicBezTo>
                <a:cubicBezTo>
                  <a:pt x="5" y="29"/>
                  <a:pt x="5" y="29"/>
                  <a:pt x="5" y="29"/>
                </a:cubicBezTo>
                <a:cubicBezTo>
                  <a:pt x="5" y="29"/>
                  <a:pt x="7" y="30"/>
                  <a:pt x="7" y="30"/>
                </a:cubicBezTo>
                <a:cubicBezTo>
                  <a:pt x="8" y="30"/>
                  <a:pt x="9" y="31"/>
                  <a:pt x="10" y="31"/>
                </a:cubicBezTo>
                <a:cubicBezTo>
                  <a:pt x="10" y="32"/>
                  <a:pt x="11" y="32"/>
                  <a:pt x="11" y="32"/>
                </a:cubicBezTo>
                <a:cubicBezTo>
                  <a:pt x="12" y="32"/>
                  <a:pt x="12" y="32"/>
                  <a:pt x="13" y="31"/>
                </a:cubicBezTo>
                <a:cubicBezTo>
                  <a:pt x="13" y="31"/>
                  <a:pt x="13" y="30"/>
                  <a:pt x="13" y="30"/>
                </a:cubicBezTo>
                <a:cubicBezTo>
                  <a:pt x="14" y="28"/>
                  <a:pt x="15" y="25"/>
                  <a:pt x="18" y="26"/>
                </a:cubicBezTo>
                <a:cubicBezTo>
                  <a:pt x="19" y="26"/>
                  <a:pt x="20" y="26"/>
                  <a:pt x="21" y="26"/>
                </a:cubicBezTo>
                <a:cubicBezTo>
                  <a:pt x="21" y="25"/>
                  <a:pt x="21" y="25"/>
                  <a:pt x="22" y="25"/>
                </a:cubicBezTo>
                <a:cubicBezTo>
                  <a:pt x="22" y="25"/>
                  <a:pt x="22" y="25"/>
                  <a:pt x="22" y="26"/>
                </a:cubicBezTo>
                <a:cubicBezTo>
                  <a:pt x="27" y="25"/>
                  <a:pt x="29" y="20"/>
                  <a:pt x="29" y="20"/>
                </a:cubicBezTo>
                <a:cubicBezTo>
                  <a:pt x="29" y="19"/>
                  <a:pt x="29" y="19"/>
                  <a:pt x="30" y="19"/>
                </a:cubicBezTo>
                <a:cubicBezTo>
                  <a:pt x="30" y="19"/>
                  <a:pt x="31" y="20"/>
                  <a:pt x="31" y="20"/>
                </a:cubicBezTo>
                <a:cubicBezTo>
                  <a:pt x="31" y="20"/>
                  <a:pt x="29" y="26"/>
                  <a:pt x="23" y="28"/>
                </a:cubicBezTo>
                <a:cubicBezTo>
                  <a:pt x="23" y="29"/>
                  <a:pt x="23" y="33"/>
                  <a:pt x="21" y="35"/>
                </a:cubicBezTo>
                <a:cubicBezTo>
                  <a:pt x="19" y="37"/>
                  <a:pt x="16" y="40"/>
                  <a:pt x="13" y="42"/>
                </a:cubicBezTo>
                <a:close/>
                <a:moveTo>
                  <a:pt x="30" y="6"/>
                </a:moveTo>
                <a:cubicBezTo>
                  <a:pt x="34" y="7"/>
                  <a:pt x="39" y="10"/>
                  <a:pt x="42" y="17"/>
                </a:cubicBezTo>
                <a:cubicBezTo>
                  <a:pt x="45" y="27"/>
                  <a:pt x="44" y="36"/>
                  <a:pt x="43" y="41"/>
                </a:cubicBezTo>
                <a:cubicBezTo>
                  <a:pt x="42" y="43"/>
                  <a:pt x="42" y="45"/>
                  <a:pt x="42" y="46"/>
                </a:cubicBezTo>
                <a:cubicBezTo>
                  <a:pt x="42" y="49"/>
                  <a:pt x="43" y="52"/>
                  <a:pt x="44" y="54"/>
                </a:cubicBezTo>
                <a:cubicBezTo>
                  <a:pt x="50" y="49"/>
                  <a:pt x="50" y="49"/>
                  <a:pt x="50" y="49"/>
                </a:cubicBezTo>
                <a:cubicBezTo>
                  <a:pt x="49" y="48"/>
                  <a:pt x="47" y="46"/>
                  <a:pt x="46" y="44"/>
                </a:cubicBezTo>
                <a:cubicBezTo>
                  <a:pt x="45" y="42"/>
                  <a:pt x="45" y="40"/>
                  <a:pt x="45" y="37"/>
                </a:cubicBezTo>
                <a:cubicBezTo>
                  <a:pt x="46" y="31"/>
                  <a:pt x="46" y="23"/>
                  <a:pt x="42" y="15"/>
                </a:cubicBezTo>
                <a:cubicBezTo>
                  <a:pt x="38" y="9"/>
                  <a:pt x="34" y="7"/>
                  <a:pt x="30" y="6"/>
                </a:cubicBezTo>
                <a:close/>
              </a:path>
            </a:pathLst>
          </a:custGeom>
          <a:solidFill>
            <a:srgbClr val="9BBB59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81" name="Freeform 231"/>
          <p:cNvSpPr>
            <a:spLocks noEditPoints="1"/>
          </p:cNvSpPr>
          <p:nvPr/>
        </p:nvSpPr>
        <p:spPr bwMode="auto">
          <a:xfrm>
            <a:off x="8958376" y="5693035"/>
            <a:ext cx="264906" cy="319291"/>
          </a:xfrm>
          <a:custGeom>
            <a:avLst/>
            <a:gdLst>
              <a:gd name="T0" fmla="*/ 20 w 64"/>
              <a:gd name="T1" fmla="*/ 40 h 74"/>
              <a:gd name="T2" fmla="*/ 20 w 64"/>
              <a:gd name="T3" fmla="*/ 34 h 74"/>
              <a:gd name="T4" fmla="*/ 44 w 64"/>
              <a:gd name="T5" fmla="*/ 17 h 74"/>
              <a:gd name="T6" fmla="*/ 19 w 64"/>
              <a:gd name="T7" fmla="*/ 33 h 74"/>
              <a:gd name="T8" fmla="*/ 48 w 64"/>
              <a:gd name="T9" fmla="*/ 19 h 74"/>
              <a:gd name="T10" fmla="*/ 19 w 64"/>
              <a:gd name="T11" fmla="*/ 25 h 74"/>
              <a:gd name="T12" fmla="*/ 33 w 64"/>
              <a:gd name="T13" fmla="*/ 17 h 74"/>
              <a:gd name="T14" fmla="*/ 16 w 64"/>
              <a:gd name="T15" fmla="*/ 23 h 74"/>
              <a:gd name="T16" fmla="*/ 38 w 64"/>
              <a:gd name="T17" fmla="*/ 72 h 74"/>
              <a:gd name="T18" fmla="*/ 31 w 64"/>
              <a:gd name="T19" fmla="*/ 74 h 74"/>
              <a:gd name="T20" fmla="*/ 23 w 64"/>
              <a:gd name="T21" fmla="*/ 68 h 74"/>
              <a:gd name="T22" fmla="*/ 26 w 64"/>
              <a:gd name="T23" fmla="*/ 55 h 74"/>
              <a:gd name="T24" fmla="*/ 19 w 64"/>
              <a:gd name="T25" fmla="*/ 48 h 74"/>
              <a:gd name="T26" fmla="*/ 44 w 64"/>
              <a:gd name="T27" fmla="*/ 33 h 74"/>
              <a:gd name="T28" fmla="*/ 28 w 64"/>
              <a:gd name="T29" fmla="*/ 45 h 74"/>
              <a:gd name="T30" fmla="*/ 33 w 64"/>
              <a:gd name="T31" fmla="*/ 55 h 74"/>
              <a:gd name="T32" fmla="*/ 44 w 64"/>
              <a:gd name="T33" fmla="*/ 43 h 74"/>
              <a:gd name="T34" fmla="*/ 38 w 64"/>
              <a:gd name="T35" fmla="*/ 55 h 74"/>
              <a:gd name="T36" fmla="*/ 38 w 64"/>
              <a:gd name="T37" fmla="*/ 57 h 74"/>
              <a:gd name="T38" fmla="*/ 37 w 64"/>
              <a:gd name="T39" fmla="*/ 57 h 74"/>
              <a:gd name="T40" fmla="*/ 31 w 64"/>
              <a:gd name="T41" fmla="*/ 57 h 74"/>
              <a:gd name="T42" fmla="*/ 25 w 64"/>
              <a:gd name="T43" fmla="*/ 59 h 74"/>
              <a:gd name="T44" fmla="*/ 28 w 64"/>
              <a:gd name="T45" fmla="*/ 70 h 74"/>
              <a:gd name="T46" fmla="*/ 40 w 64"/>
              <a:gd name="T47" fmla="*/ 68 h 74"/>
              <a:gd name="T48" fmla="*/ 46 w 64"/>
              <a:gd name="T49" fmla="*/ 5 h 74"/>
              <a:gd name="T50" fmla="*/ 44 w 64"/>
              <a:gd name="T51" fmla="*/ 13 h 74"/>
              <a:gd name="T52" fmla="*/ 48 w 64"/>
              <a:gd name="T53" fmla="*/ 4 h 74"/>
              <a:gd name="T54" fmla="*/ 16 w 64"/>
              <a:gd name="T55" fmla="*/ 58 h 74"/>
              <a:gd name="T56" fmla="*/ 18 w 64"/>
              <a:gd name="T57" fmla="*/ 59 h 74"/>
              <a:gd name="T58" fmla="*/ 53 w 64"/>
              <a:gd name="T59" fmla="*/ 21 h 74"/>
              <a:gd name="T60" fmla="*/ 60 w 64"/>
              <a:gd name="T61" fmla="*/ 16 h 74"/>
              <a:gd name="T62" fmla="*/ 52 w 64"/>
              <a:gd name="T63" fmla="*/ 21 h 74"/>
              <a:gd name="T64" fmla="*/ 5 w 64"/>
              <a:gd name="T65" fmla="*/ 46 h 74"/>
              <a:gd name="T66" fmla="*/ 7 w 64"/>
              <a:gd name="T67" fmla="*/ 48 h 74"/>
              <a:gd name="T68" fmla="*/ 11 w 64"/>
              <a:gd name="T69" fmla="*/ 43 h 74"/>
              <a:gd name="T70" fmla="*/ 55 w 64"/>
              <a:gd name="T71" fmla="*/ 32 h 74"/>
              <a:gd name="T72" fmla="*/ 64 w 64"/>
              <a:gd name="T73" fmla="*/ 32 h 74"/>
              <a:gd name="T74" fmla="*/ 8 w 64"/>
              <a:gd name="T75" fmla="*/ 30 h 74"/>
              <a:gd name="T76" fmla="*/ 2 w 64"/>
              <a:gd name="T77" fmla="*/ 33 h 74"/>
              <a:gd name="T78" fmla="*/ 59 w 64"/>
              <a:gd name="T79" fmla="*/ 46 h 74"/>
              <a:gd name="T80" fmla="*/ 52 w 64"/>
              <a:gd name="T81" fmla="*/ 45 h 74"/>
              <a:gd name="T82" fmla="*/ 60 w 64"/>
              <a:gd name="T83" fmla="*/ 48 h 74"/>
              <a:gd name="T84" fmla="*/ 7 w 64"/>
              <a:gd name="T85" fmla="*/ 15 h 74"/>
              <a:gd name="T86" fmla="*/ 11 w 64"/>
              <a:gd name="T87" fmla="*/ 21 h 74"/>
              <a:gd name="T88" fmla="*/ 12 w 64"/>
              <a:gd name="T89" fmla="*/ 19 h 74"/>
              <a:gd name="T90" fmla="*/ 43 w 64"/>
              <a:gd name="T91" fmla="*/ 53 h 74"/>
              <a:gd name="T92" fmla="*/ 48 w 64"/>
              <a:gd name="T93" fmla="*/ 60 h 74"/>
              <a:gd name="T94" fmla="*/ 19 w 64"/>
              <a:gd name="T95" fmla="*/ 12 h 74"/>
              <a:gd name="T96" fmla="*/ 22 w 64"/>
              <a:gd name="T97" fmla="*/ 10 h 74"/>
              <a:gd name="T98" fmla="*/ 16 w 64"/>
              <a:gd name="T99" fmla="*/ 6 h 74"/>
              <a:gd name="T100" fmla="*/ 34 w 64"/>
              <a:gd name="T101" fmla="*/ 8 h 74"/>
              <a:gd name="T102" fmla="*/ 31 w 64"/>
              <a:gd name="T103" fmla="*/ 1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4" h="74">
                <a:moveTo>
                  <a:pt x="48" y="27"/>
                </a:moveTo>
                <a:cubicBezTo>
                  <a:pt x="48" y="29"/>
                  <a:pt x="47" y="31"/>
                  <a:pt x="45" y="31"/>
                </a:cubicBezTo>
                <a:cubicBezTo>
                  <a:pt x="20" y="40"/>
                  <a:pt x="20" y="40"/>
                  <a:pt x="20" y="40"/>
                </a:cubicBezTo>
                <a:cubicBezTo>
                  <a:pt x="20" y="40"/>
                  <a:pt x="19" y="41"/>
                  <a:pt x="19" y="41"/>
                </a:cubicBezTo>
                <a:cubicBezTo>
                  <a:pt x="17" y="41"/>
                  <a:pt x="16" y="40"/>
                  <a:pt x="16" y="38"/>
                </a:cubicBezTo>
                <a:cubicBezTo>
                  <a:pt x="16" y="37"/>
                  <a:pt x="18" y="35"/>
                  <a:pt x="20" y="34"/>
                </a:cubicBezTo>
                <a:cubicBezTo>
                  <a:pt x="44" y="25"/>
                  <a:pt x="44" y="25"/>
                  <a:pt x="44" y="25"/>
                </a:cubicBezTo>
                <a:cubicBezTo>
                  <a:pt x="46" y="24"/>
                  <a:pt x="48" y="25"/>
                  <a:pt x="48" y="27"/>
                </a:cubicBezTo>
                <a:close/>
                <a:moveTo>
                  <a:pt x="44" y="17"/>
                </a:moveTo>
                <a:cubicBezTo>
                  <a:pt x="20" y="26"/>
                  <a:pt x="20" y="26"/>
                  <a:pt x="20" y="26"/>
                </a:cubicBezTo>
                <a:cubicBezTo>
                  <a:pt x="18" y="27"/>
                  <a:pt x="16" y="29"/>
                  <a:pt x="16" y="31"/>
                </a:cubicBezTo>
                <a:cubicBezTo>
                  <a:pt x="16" y="32"/>
                  <a:pt x="17" y="33"/>
                  <a:pt x="19" y="33"/>
                </a:cubicBezTo>
                <a:cubicBezTo>
                  <a:pt x="19" y="33"/>
                  <a:pt x="20" y="33"/>
                  <a:pt x="20" y="33"/>
                </a:cubicBezTo>
                <a:cubicBezTo>
                  <a:pt x="45" y="24"/>
                  <a:pt x="45" y="24"/>
                  <a:pt x="45" y="24"/>
                </a:cubicBezTo>
                <a:cubicBezTo>
                  <a:pt x="47" y="23"/>
                  <a:pt x="48" y="21"/>
                  <a:pt x="48" y="19"/>
                </a:cubicBezTo>
                <a:cubicBezTo>
                  <a:pt x="48" y="18"/>
                  <a:pt x="46" y="17"/>
                  <a:pt x="44" y="17"/>
                </a:cubicBezTo>
                <a:close/>
                <a:moveTo>
                  <a:pt x="16" y="23"/>
                </a:moveTo>
                <a:cubicBezTo>
                  <a:pt x="16" y="24"/>
                  <a:pt x="17" y="25"/>
                  <a:pt x="19" y="25"/>
                </a:cubicBezTo>
                <a:cubicBezTo>
                  <a:pt x="19" y="25"/>
                  <a:pt x="20" y="25"/>
                  <a:pt x="20" y="25"/>
                </a:cubicBezTo>
                <a:cubicBezTo>
                  <a:pt x="30" y="21"/>
                  <a:pt x="30" y="21"/>
                  <a:pt x="30" y="21"/>
                </a:cubicBezTo>
                <a:cubicBezTo>
                  <a:pt x="32" y="21"/>
                  <a:pt x="33" y="19"/>
                  <a:pt x="33" y="17"/>
                </a:cubicBezTo>
                <a:cubicBezTo>
                  <a:pt x="33" y="15"/>
                  <a:pt x="31" y="14"/>
                  <a:pt x="29" y="15"/>
                </a:cubicBezTo>
                <a:cubicBezTo>
                  <a:pt x="20" y="19"/>
                  <a:pt x="20" y="19"/>
                  <a:pt x="20" y="19"/>
                </a:cubicBezTo>
                <a:cubicBezTo>
                  <a:pt x="18" y="19"/>
                  <a:pt x="16" y="21"/>
                  <a:pt x="16" y="23"/>
                </a:cubicBezTo>
                <a:close/>
                <a:moveTo>
                  <a:pt x="42" y="59"/>
                </a:moveTo>
                <a:cubicBezTo>
                  <a:pt x="42" y="68"/>
                  <a:pt x="42" y="68"/>
                  <a:pt x="42" y="68"/>
                </a:cubicBezTo>
                <a:cubicBezTo>
                  <a:pt x="42" y="70"/>
                  <a:pt x="40" y="72"/>
                  <a:pt x="38" y="72"/>
                </a:cubicBezTo>
                <a:cubicBezTo>
                  <a:pt x="37" y="72"/>
                  <a:pt x="37" y="72"/>
                  <a:pt x="37" y="72"/>
                </a:cubicBezTo>
                <a:cubicBezTo>
                  <a:pt x="36" y="73"/>
                  <a:pt x="35" y="74"/>
                  <a:pt x="34" y="74"/>
                </a:cubicBezTo>
                <a:cubicBezTo>
                  <a:pt x="31" y="74"/>
                  <a:pt x="31" y="74"/>
                  <a:pt x="31" y="74"/>
                </a:cubicBezTo>
                <a:cubicBezTo>
                  <a:pt x="29" y="74"/>
                  <a:pt x="28" y="73"/>
                  <a:pt x="27" y="72"/>
                </a:cubicBezTo>
                <a:cubicBezTo>
                  <a:pt x="27" y="72"/>
                  <a:pt x="27" y="72"/>
                  <a:pt x="27" y="72"/>
                </a:cubicBezTo>
                <a:cubicBezTo>
                  <a:pt x="25" y="72"/>
                  <a:pt x="23" y="70"/>
                  <a:pt x="23" y="6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57"/>
                  <a:pt x="24" y="56"/>
                  <a:pt x="26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6" y="51"/>
                  <a:pt x="23" y="49"/>
                  <a:pt x="22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20" y="48"/>
                  <a:pt x="19" y="48"/>
                  <a:pt x="19" y="48"/>
                </a:cubicBezTo>
                <a:cubicBezTo>
                  <a:pt x="17" y="48"/>
                  <a:pt x="16" y="47"/>
                  <a:pt x="16" y="46"/>
                </a:cubicBezTo>
                <a:cubicBezTo>
                  <a:pt x="16" y="44"/>
                  <a:pt x="18" y="43"/>
                  <a:pt x="20" y="42"/>
                </a:cubicBezTo>
                <a:cubicBezTo>
                  <a:pt x="44" y="33"/>
                  <a:pt x="44" y="33"/>
                  <a:pt x="44" y="33"/>
                </a:cubicBezTo>
                <a:cubicBezTo>
                  <a:pt x="46" y="32"/>
                  <a:pt x="48" y="33"/>
                  <a:pt x="48" y="35"/>
                </a:cubicBezTo>
                <a:cubicBezTo>
                  <a:pt x="48" y="36"/>
                  <a:pt x="47" y="38"/>
                  <a:pt x="45" y="39"/>
                </a:cubicBezTo>
                <a:cubicBezTo>
                  <a:pt x="28" y="45"/>
                  <a:pt x="28" y="45"/>
                  <a:pt x="28" y="45"/>
                </a:cubicBezTo>
                <a:cubicBezTo>
                  <a:pt x="30" y="47"/>
                  <a:pt x="32" y="51"/>
                  <a:pt x="32" y="55"/>
                </a:cubicBezTo>
                <a:cubicBezTo>
                  <a:pt x="32" y="55"/>
                  <a:pt x="32" y="55"/>
                  <a:pt x="32" y="55"/>
                </a:cubicBezTo>
                <a:cubicBezTo>
                  <a:pt x="33" y="55"/>
                  <a:pt x="33" y="55"/>
                  <a:pt x="33" y="55"/>
                </a:cubicBezTo>
                <a:cubicBezTo>
                  <a:pt x="33" y="55"/>
                  <a:pt x="33" y="55"/>
                  <a:pt x="33" y="55"/>
                </a:cubicBezTo>
                <a:cubicBezTo>
                  <a:pt x="33" y="47"/>
                  <a:pt x="40" y="42"/>
                  <a:pt x="41" y="42"/>
                </a:cubicBezTo>
                <a:cubicBezTo>
                  <a:pt x="42" y="41"/>
                  <a:pt x="44" y="42"/>
                  <a:pt x="44" y="43"/>
                </a:cubicBezTo>
                <a:cubicBezTo>
                  <a:pt x="45" y="44"/>
                  <a:pt x="45" y="46"/>
                  <a:pt x="43" y="47"/>
                </a:cubicBezTo>
                <a:cubicBezTo>
                  <a:pt x="43" y="47"/>
                  <a:pt x="38" y="50"/>
                  <a:pt x="38" y="55"/>
                </a:cubicBezTo>
                <a:cubicBezTo>
                  <a:pt x="38" y="55"/>
                  <a:pt x="38" y="55"/>
                  <a:pt x="38" y="55"/>
                </a:cubicBezTo>
                <a:cubicBezTo>
                  <a:pt x="40" y="56"/>
                  <a:pt x="42" y="57"/>
                  <a:pt x="42" y="59"/>
                </a:cubicBezTo>
                <a:close/>
                <a:moveTo>
                  <a:pt x="40" y="59"/>
                </a:moveTo>
                <a:cubicBezTo>
                  <a:pt x="40" y="58"/>
                  <a:pt x="39" y="57"/>
                  <a:pt x="38" y="57"/>
                </a:cubicBezTo>
                <a:cubicBezTo>
                  <a:pt x="38" y="57"/>
                  <a:pt x="38" y="57"/>
                  <a:pt x="38" y="57"/>
                </a:cubicBezTo>
                <a:cubicBezTo>
                  <a:pt x="37" y="57"/>
                  <a:pt x="37" y="57"/>
                  <a:pt x="37" y="57"/>
                </a:cubicBezTo>
                <a:cubicBezTo>
                  <a:pt x="37" y="57"/>
                  <a:pt x="37" y="57"/>
                  <a:pt x="37" y="57"/>
                </a:cubicBezTo>
                <a:cubicBezTo>
                  <a:pt x="37" y="57"/>
                  <a:pt x="37" y="57"/>
                  <a:pt x="3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1" y="57"/>
                  <a:pt x="31" y="57"/>
                  <a:pt x="31" y="57"/>
                </a:cubicBezTo>
                <a:cubicBezTo>
                  <a:pt x="27" y="57"/>
                  <a:pt x="27" y="57"/>
                  <a:pt x="27" y="57"/>
                </a:cubicBezTo>
                <a:cubicBezTo>
                  <a:pt x="27" y="57"/>
                  <a:pt x="27" y="57"/>
                  <a:pt x="27" y="57"/>
                </a:cubicBezTo>
                <a:cubicBezTo>
                  <a:pt x="26" y="57"/>
                  <a:pt x="25" y="58"/>
                  <a:pt x="25" y="59"/>
                </a:cubicBezTo>
                <a:cubicBezTo>
                  <a:pt x="25" y="68"/>
                  <a:pt x="25" y="68"/>
                  <a:pt x="25" y="68"/>
                </a:cubicBezTo>
                <a:cubicBezTo>
                  <a:pt x="25" y="69"/>
                  <a:pt x="26" y="70"/>
                  <a:pt x="27" y="70"/>
                </a:cubicBezTo>
                <a:cubicBezTo>
                  <a:pt x="28" y="70"/>
                  <a:pt x="28" y="70"/>
                  <a:pt x="28" y="70"/>
                </a:cubicBezTo>
                <a:cubicBezTo>
                  <a:pt x="37" y="70"/>
                  <a:pt x="37" y="70"/>
                  <a:pt x="37" y="70"/>
                </a:cubicBezTo>
                <a:cubicBezTo>
                  <a:pt x="38" y="70"/>
                  <a:pt x="38" y="70"/>
                  <a:pt x="38" y="70"/>
                </a:cubicBezTo>
                <a:cubicBezTo>
                  <a:pt x="39" y="70"/>
                  <a:pt x="40" y="69"/>
                  <a:pt x="40" y="68"/>
                </a:cubicBezTo>
                <a:lnTo>
                  <a:pt x="40" y="59"/>
                </a:lnTo>
                <a:close/>
                <a:moveTo>
                  <a:pt x="48" y="4"/>
                </a:moveTo>
                <a:cubicBezTo>
                  <a:pt x="48" y="4"/>
                  <a:pt x="47" y="4"/>
                  <a:pt x="46" y="5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1"/>
                  <a:pt x="43" y="12"/>
                  <a:pt x="44" y="12"/>
                </a:cubicBezTo>
                <a:cubicBezTo>
                  <a:pt x="44" y="12"/>
                  <a:pt x="44" y="13"/>
                  <a:pt x="44" y="13"/>
                </a:cubicBezTo>
                <a:cubicBezTo>
                  <a:pt x="45" y="13"/>
                  <a:pt x="45" y="12"/>
                  <a:pt x="46" y="12"/>
                </a:cubicBezTo>
                <a:cubicBezTo>
                  <a:pt x="49" y="6"/>
                  <a:pt x="49" y="6"/>
                  <a:pt x="49" y="6"/>
                </a:cubicBezTo>
                <a:cubicBezTo>
                  <a:pt x="49" y="5"/>
                  <a:pt x="49" y="5"/>
                  <a:pt x="48" y="4"/>
                </a:cubicBezTo>
                <a:close/>
                <a:moveTo>
                  <a:pt x="21" y="51"/>
                </a:moveTo>
                <a:cubicBezTo>
                  <a:pt x="20" y="51"/>
                  <a:pt x="19" y="51"/>
                  <a:pt x="19" y="52"/>
                </a:cubicBezTo>
                <a:cubicBezTo>
                  <a:pt x="16" y="58"/>
                  <a:pt x="16" y="58"/>
                  <a:pt x="16" y="58"/>
                </a:cubicBezTo>
                <a:cubicBezTo>
                  <a:pt x="15" y="58"/>
                  <a:pt x="16" y="59"/>
                  <a:pt x="16" y="60"/>
                </a:cubicBezTo>
                <a:cubicBezTo>
                  <a:pt x="17" y="60"/>
                  <a:pt x="17" y="60"/>
                  <a:pt x="17" y="60"/>
                </a:cubicBezTo>
                <a:cubicBezTo>
                  <a:pt x="18" y="60"/>
                  <a:pt x="18" y="60"/>
                  <a:pt x="18" y="59"/>
                </a:cubicBezTo>
                <a:cubicBezTo>
                  <a:pt x="22" y="53"/>
                  <a:pt x="22" y="53"/>
                  <a:pt x="22" y="53"/>
                </a:cubicBezTo>
                <a:cubicBezTo>
                  <a:pt x="22" y="53"/>
                  <a:pt x="22" y="52"/>
                  <a:pt x="21" y="51"/>
                </a:cubicBezTo>
                <a:close/>
                <a:moveTo>
                  <a:pt x="53" y="21"/>
                </a:moveTo>
                <a:cubicBezTo>
                  <a:pt x="53" y="21"/>
                  <a:pt x="54" y="21"/>
                  <a:pt x="54" y="21"/>
                </a:cubicBezTo>
                <a:cubicBezTo>
                  <a:pt x="59" y="18"/>
                  <a:pt x="59" y="18"/>
                  <a:pt x="59" y="18"/>
                </a:cubicBezTo>
                <a:cubicBezTo>
                  <a:pt x="60" y="18"/>
                  <a:pt x="60" y="17"/>
                  <a:pt x="60" y="16"/>
                </a:cubicBezTo>
                <a:cubicBezTo>
                  <a:pt x="60" y="15"/>
                  <a:pt x="59" y="15"/>
                  <a:pt x="58" y="15"/>
                </a:cubicBezTo>
                <a:cubicBezTo>
                  <a:pt x="52" y="19"/>
                  <a:pt x="52" y="19"/>
                  <a:pt x="52" y="19"/>
                </a:cubicBezTo>
                <a:cubicBezTo>
                  <a:pt x="52" y="19"/>
                  <a:pt x="51" y="20"/>
                  <a:pt x="52" y="21"/>
                </a:cubicBezTo>
                <a:cubicBezTo>
                  <a:pt x="52" y="21"/>
                  <a:pt x="53" y="21"/>
                  <a:pt x="53" y="21"/>
                </a:cubicBezTo>
                <a:close/>
                <a:moveTo>
                  <a:pt x="11" y="43"/>
                </a:moveTo>
                <a:cubicBezTo>
                  <a:pt x="5" y="46"/>
                  <a:pt x="5" y="46"/>
                  <a:pt x="5" y="46"/>
                </a:cubicBezTo>
                <a:cubicBezTo>
                  <a:pt x="4" y="46"/>
                  <a:pt x="4" y="47"/>
                  <a:pt x="5" y="48"/>
                </a:cubicBezTo>
                <a:cubicBezTo>
                  <a:pt x="5" y="48"/>
                  <a:pt x="5" y="49"/>
                  <a:pt x="6" y="49"/>
                </a:cubicBezTo>
                <a:cubicBezTo>
                  <a:pt x="6" y="49"/>
                  <a:pt x="6" y="49"/>
                  <a:pt x="7" y="48"/>
                </a:cubicBezTo>
                <a:cubicBezTo>
                  <a:pt x="12" y="45"/>
                  <a:pt x="12" y="45"/>
                  <a:pt x="12" y="45"/>
                </a:cubicBezTo>
                <a:cubicBezTo>
                  <a:pt x="13" y="45"/>
                  <a:pt x="13" y="44"/>
                  <a:pt x="13" y="43"/>
                </a:cubicBezTo>
                <a:cubicBezTo>
                  <a:pt x="12" y="42"/>
                  <a:pt x="11" y="42"/>
                  <a:pt x="11" y="43"/>
                </a:cubicBezTo>
                <a:close/>
                <a:moveTo>
                  <a:pt x="63" y="30"/>
                </a:move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5" y="31"/>
                  <a:pt x="55" y="32"/>
                </a:cubicBezTo>
                <a:cubicBezTo>
                  <a:pt x="55" y="33"/>
                  <a:pt x="56" y="33"/>
                  <a:pt x="56" y="33"/>
                </a:cubicBezTo>
                <a:cubicBezTo>
                  <a:pt x="63" y="33"/>
                  <a:pt x="63" y="33"/>
                  <a:pt x="63" y="33"/>
                </a:cubicBezTo>
                <a:cubicBezTo>
                  <a:pt x="64" y="33"/>
                  <a:pt x="64" y="33"/>
                  <a:pt x="64" y="32"/>
                </a:cubicBezTo>
                <a:cubicBezTo>
                  <a:pt x="64" y="31"/>
                  <a:pt x="64" y="30"/>
                  <a:pt x="63" y="30"/>
                </a:cubicBezTo>
                <a:close/>
                <a:moveTo>
                  <a:pt x="10" y="32"/>
                </a:moveTo>
                <a:cubicBezTo>
                  <a:pt x="10" y="31"/>
                  <a:pt x="9" y="30"/>
                  <a:pt x="8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1" y="30"/>
                  <a:pt x="0" y="31"/>
                  <a:pt x="0" y="32"/>
                </a:cubicBezTo>
                <a:cubicBezTo>
                  <a:pt x="0" y="33"/>
                  <a:pt x="1" y="33"/>
                  <a:pt x="2" y="33"/>
                </a:cubicBezTo>
                <a:cubicBezTo>
                  <a:pt x="8" y="33"/>
                  <a:pt x="8" y="33"/>
                  <a:pt x="8" y="33"/>
                </a:cubicBezTo>
                <a:cubicBezTo>
                  <a:pt x="9" y="33"/>
                  <a:pt x="10" y="33"/>
                  <a:pt x="10" y="32"/>
                </a:cubicBezTo>
                <a:close/>
                <a:moveTo>
                  <a:pt x="59" y="46"/>
                </a:moveTo>
                <a:cubicBezTo>
                  <a:pt x="54" y="43"/>
                  <a:pt x="54" y="43"/>
                  <a:pt x="54" y="43"/>
                </a:cubicBezTo>
                <a:cubicBezTo>
                  <a:pt x="53" y="42"/>
                  <a:pt x="52" y="42"/>
                  <a:pt x="52" y="43"/>
                </a:cubicBezTo>
                <a:cubicBezTo>
                  <a:pt x="51" y="44"/>
                  <a:pt x="52" y="45"/>
                  <a:pt x="52" y="45"/>
                </a:cubicBezTo>
                <a:cubicBezTo>
                  <a:pt x="58" y="48"/>
                  <a:pt x="58" y="48"/>
                  <a:pt x="58" y="48"/>
                </a:cubicBezTo>
                <a:cubicBezTo>
                  <a:pt x="58" y="49"/>
                  <a:pt x="58" y="49"/>
                  <a:pt x="59" y="49"/>
                </a:cubicBezTo>
                <a:cubicBezTo>
                  <a:pt x="59" y="49"/>
                  <a:pt x="60" y="48"/>
                  <a:pt x="60" y="48"/>
                </a:cubicBezTo>
                <a:cubicBezTo>
                  <a:pt x="60" y="47"/>
                  <a:pt x="60" y="46"/>
                  <a:pt x="59" y="46"/>
                </a:cubicBezTo>
                <a:close/>
                <a:moveTo>
                  <a:pt x="12" y="19"/>
                </a:moveTo>
                <a:cubicBezTo>
                  <a:pt x="7" y="15"/>
                  <a:pt x="7" y="15"/>
                  <a:pt x="7" y="15"/>
                </a:cubicBezTo>
                <a:cubicBezTo>
                  <a:pt x="6" y="15"/>
                  <a:pt x="5" y="15"/>
                  <a:pt x="5" y="16"/>
                </a:cubicBezTo>
                <a:cubicBezTo>
                  <a:pt x="4" y="17"/>
                  <a:pt x="4" y="18"/>
                  <a:pt x="5" y="18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2" y="21"/>
                  <a:pt x="12" y="21"/>
                  <a:pt x="13" y="21"/>
                </a:cubicBezTo>
                <a:cubicBezTo>
                  <a:pt x="13" y="20"/>
                  <a:pt x="13" y="19"/>
                  <a:pt x="12" y="19"/>
                </a:cubicBezTo>
                <a:close/>
                <a:moveTo>
                  <a:pt x="46" y="52"/>
                </a:moveTo>
                <a:cubicBezTo>
                  <a:pt x="45" y="51"/>
                  <a:pt x="44" y="51"/>
                  <a:pt x="44" y="51"/>
                </a:cubicBezTo>
                <a:cubicBezTo>
                  <a:pt x="43" y="52"/>
                  <a:pt x="43" y="53"/>
                  <a:pt x="43" y="53"/>
                </a:cubicBezTo>
                <a:cubicBezTo>
                  <a:pt x="46" y="59"/>
                  <a:pt x="46" y="59"/>
                  <a:pt x="46" y="59"/>
                </a:cubicBezTo>
                <a:cubicBezTo>
                  <a:pt x="47" y="60"/>
                  <a:pt x="47" y="60"/>
                  <a:pt x="48" y="60"/>
                </a:cubicBezTo>
                <a:cubicBezTo>
                  <a:pt x="48" y="60"/>
                  <a:pt x="48" y="60"/>
                  <a:pt x="48" y="60"/>
                </a:cubicBezTo>
                <a:cubicBezTo>
                  <a:pt x="49" y="59"/>
                  <a:pt x="49" y="58"/>
                  <a:pt x="49" y="58"/>
                </a:cubicBezTo>
                <a:lnTo>
                  <a:pt x="46" y="52"/>
                </a:lnTo>
                <a:close/>
                <a:moveTo>
                  <a:pt x="19" y="12"/>
                </a:moveTo>
                <a:cubicBezTo>
                  <a:pt x="19" y="12"/>
                  <a:pt x="20" y="13"/>
                  <a:pt x="20" y="13"/>
                </a:cubicBezTo>
                <a:cubicBezTo>
                  <a:pt x="21" y="13"/>
                  <a:pt x="21" y="12"/>
                  <a:pt x="21" y="12"/>
                </a:cubicBezTo>
                <a:cubicBezTo>
                  <a:pt x="22" y="12"/>
                  <a:pt x="22" y="11"/>
                  <a:pt x="22" y="10"/>
                </a:cubicBezTo>
                <a:cubicBezTo>
                  <a:pt x="18" y="5"/>
                  <a:pt x="18" y="5"/>
                  <a:pt x="18" y="5"/>
                </a:cubicBezTo>
                <a:cubicBezTo>
                  <a:pt x="18" y="4"/>
                  <a:pt x="17" y="4"/>
                  <a:pt x="16" y="4"/>
                </a:cubicBezTo>
                <a:cubicBezTo>
                  <a:pt x="16" y="5"/>
                  <a:pt x="15" y="5"/>
                  <a:pt x="16" y="6"/>
                </a:cubicBezTo>
                <a:lnTo>
                  <a:pt x="19" y="12"/>
                </a:lnTo>
                <a:close/>
                <a:moveTo>
                  <a:pt x="32" y="9"/>
                </a:moveTo>
                <a:cubicBezTo>
                  <a:pt x="33" y="9"/>
                  <a:pt x="34" y="9"/>
                  <a:pt x="34" y="8"/>
                </a:cubicBezTo>
                <a:cubicBezTo>
                  <a:pt x="34" y="1"/>
                  <a:pt x="34" y="1"/>
                  <a:pt x="34" y="1"/>
                </a:cubicBezTo>
                <a:cubicBezTo>
                  <a:pt x="34" y="1"/>
                  <a:pt x="33" y="0"/>
                  <a:pt x="32" y="0"/>
                </a:cubicBezTo>
                <a:cubicBezTo>
                  <a:pt x="31" y="0"/>
                  <a:pt x="31" y="1"/>
                  <a:pt x="31" y="1"/>
                </a:cubicBezTo>
                <a:cubicBezTo>
                  <a:pt x="31" y="8"/>
                  <a:pt x="31" y="8"/>
                  <a:pt x="31" y="8"/>
                </a:cubicBezTo>
                <a:cubicBezTo>
                  <a:pt x="31" y="9"/>
                  <a:pt x="31" y="9"/>
                  <a:pt x="32" y="9"/>
                </a:cubicBezTo>
                <a:close/>
              </a:path>
            </a:pathLst>
          </a:custGeom>
          <a:solidFill>
            <a:srgbClr val="F39C1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82" name="Freeform 235"/>
          <p:cNvSpPr>
            <a:spLocks noEditPoints="1"/>
          </p:cNvSpPr>
          <p:nvPr/>
        </p:nvSpPr>
        <p:spPr bwMode="auto">
          <a:xfrm>
            <a:off x="4152796" y="5709781"/>
            <a:ext cx="273677" cy="278941"/>
          </a:xfrm>
          <a:custGeom>
            <a:avLst/>
            <a:gdLst>
              <a:gd name="T0" fmla="*/ 32 w 66"/>
              <a:gd name="T1" fmla="*/ 49 h 65"/>
              <a:gd name="T2" fmla="*/ 32 w 66"/>
              <a:gd name="T3" fmla="*/ 47 h 65"/>
              <a:gd name="T4" fmla="*/ 47 w 66"/>
              <a:gd name="T5" fmla="*/ 32 h 65"/>
              <a:gd name="T6" fmla="*/ 32 w 66"/>
              <a:gd name="T7" fmla="*/ 39 h 65"/>
              <a:gd name="T8" fmla="*/ 39 w 66"/>
              <a:gd name="T9" fmla="*/ 32 h 65"/>
              <a:gd name="T10" fmla="*/ 64 w 66"/>
              <a:gd name="T11" fmla="*/ 26 h 65"/>
              <a:gd name="T12" fmla="*/ 59 w 66"/>
              <a:gd name="T13" fmla="*/ 24 h 65"/>
              <a:gd name="T14" fmla="*/ 62 w 66"/>
              <a:gd name="T15" fmla="*/ 16 h 65"/>
              <a:gd name="T16" fmla="*/ 56 w 66"/>
              <a:gd name="T17" fmla="*/ 9 h 65"/>
              <a:gd name="T18" fmla="*/ 49 w 66"/>
              <a:gd name="T19" fmla="*/ 10 h 65"/>
              <a:gd name="T20" fmla="*/ 47 w 66"/>
              <a:gd name="T21" fmla="*/ 2 h 65"/>
              <a:gd name="T22" fmla="*/ 37 w 66"/>
              <a:gd name="T23" fmla="*/ 0 h 65"/>
              <a:gd name="T24" fmla="*/ 30 w 66"/>
              <a:gd name="T25" fmla="*/ 1 h 65"/>
              <a:gd name="T26" fmla="*/ 27 w 66"/>
              <a:gd name="T27" fmla="*/ 0 h 65"/>
              <a:gd name="T28" fmla="*/ 18 w 66"/>
              <a:gd name="T29" fmla="*/ 5 h 65"/>
              <a:gd name="T30" fmla="*/ 12 w 66"/>
              <a:gd name="T31" fmla="*/ 9 h 65"/>
              <a:gd name="T32" fmla="*/ 9 w 66"/>
              <a:gd name="T33" fmla="*/ 9 h 65"/>
              <a:gd name="T34" fmla="*/ 5 w 66"/>
              <a:gd name="T35" fmla="*/ 19 h 65"/>
              <a:gd name="T36" fmla="*/ 3 w 66"/>
              <a:gd name="T37" fmla="*/ 26 h 65"/>
              <a:gd name="T38" fmla="*/ 0 w 66"/>
              <a:gd name="T39" fmla="*/ 28 h 65"/>
              <a:gd name="T40" fmla="*/ 1 w 66"/>
              <a:gd name="T41" fmla="*/ 38 h 65"/>
              <a:gd name="T42" fmla="*/ 4 w 66"/>
              <a:gd name="T43" fmla="*/ 38 h 65"/>
              <a:gd name="T44" fmla="*/ 4 w 66"/>
              <a:gd name="T45" fmla="*/ 46 h 65"/>
              <a:gd name="T46" fmla="*/ 11 w 66"/>
              <a:gd name="T47" fmla="*/ 55 h 65"/>
              <a:gd name="T48" fmla="*/ 15 w 66"/>
              <a:gd name="T49" fmla="*/ 54 h 65"/>
              <a:gd name="T50" fmla="*/ 18 w 66"/>
              <a:gd name="T51" fmla="*/ 61 h 65"/>
              <a:gd name="T52" fmla="*/ 28 w 66"/>
              <a:gd name="T53" fmla="*/ 65 h 65"/>
              <a:gd name="T54" fmla="*/ 33 w 66"/>
              <a:gd name="T55" fmla="*/ 59 h 65"/>
              <a:gd name="T56" fmla="*/ 39 w 66"/>
              <a:gd name="T57" fmla="*/ 65 h 65"/>
              <a:gd name="T58" fmla="*/ 49 w 66"/>
              <a:gd name="T59" fmla="*/ 61 h 65"/>
              <a:gd name="T60" fmla="*/ 51 w 66"/>
              <a:gd name="T61" fmla="*/ 54 h 65"/>
              <a:gd name="T62" fmla="*/ 56 w 66"/>
              <a:gd name="T63" fmla="*/ 55 h 65"/>
              <a:gd name="T64" fmla="*/ 62 w 66"/>
              <a:gd name="T65" fmla="*/ 46 h 65"/>
              <a:gd name="T66" fmla="*/ 63 w 66"/>
              <a:gd name="T67" fmla="*/ 38 h 65"/>
              <a:gd name="T68" fmla="*/ 65 w 66"/>
              <a:gd name="T69" fmla="*/ 38 h 65"/>
              <a:gd name="T70" fmla="*/ 66 w 66"/>
              <a:gd name="T71" fmla="*/ 28 h 65"/>
              <a:gd name="T72" fmla="*/ 56 w 66"/>
              <a:gd name="T73" fmla="*/ 52 h 65"/>
              <a:gd name="T74" fmla="*/ 40 w 66"/>
              <a:gd name="T75" fmla="*/ 61 h 65"/>
              <a:gd name="T76" fmla="*/ 21 w 66"/>
              <a:gd name="T77" fmla="*/ 60 h 65"/>
              <a:gd name="T78" fmla="*/ 7 w 66"/>
              <a:gd name="T79" fmla="*/ 47 h 65"/>
              <a:gd name="T80" fmla="*/ 3 w 66"/>
              <a:gd name="T81" fmla="*/ 32 h 65"/>
              <a:gd name="T82" fmla="*/ 7 w 66"/>
              <a:gd name="T83" fmla="*/ 17 h 65"/>
              <a:gd name="T84" fmla="*/ 21 w 66"/>
              <a:gd name="T85" fmla="*/ 5 h 65"/>
              <a:gd name="T86" fmla="*/ 40 w 66"/>
              <a:gd name="T87" fmla="*/ 3 h 65"/>
              <a:gd name="T88" fmla="*/ 56 w 66"/>
              <a:gd name="T89" fmla="*/ 12 h 65"/>
              <a:gd name="T90" fmla="*/ 63 w 66"/>
              <a:gd name="T91" fmla="*/ 29 h 65"/>
              <a:gd name="T92" fmla="*/ 56 w 66"/>
              <a:gd name="T93" fmla="*/ 4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6" h="65">
                <a:moveTo>
                  <a:pt x="32" y="16"/>
                </a:moveTo>
                <a:cubicBezTo>
                  <a:pt x="23" y="16"/>
                  <a:pt x="16" y="23"/>
                  <a:pt x="16" y="32"/>
                </a:cubicBezTo>
                <a:cubicBezTo>
                  <a:pt x="16" y="41"/>
                  <a:pt x="23" y="49"/>
                  <a:pt x="32" y="49"/>
                </a:cubicBezTo>
                <a:cubicBezTo>
                  <a:pt x="42" y="49"/>
                  <a:pt x="49" y="41"/>
                  <a:pt x="49" y="32"/>
                </a:cubicBezTo>
                <a:cubicBezTo>
                  <a:pt x="49" y="23"/>
                  <a:pt x="42" y="16"/>
                  <a:pt x="32" y="16"/>
                </a:cubicBezTo>
                <a:close/>
                <a:moveTo>
                  <a:pt x="32" y="47"/>
                </a:moveTo>
                <a:cubicBezTo>
                  <a:pt x="24" y="47"/>
                  <a:pt x="18" y="40"/>
                  <a:pt x="18" y="32"/>
                </a:cubicBezTo>
                <a:cubicBezTo>
                  <a:pt x="18" y="24"/>
                  <a:pt x="24" y="18"/>
                  <a:pt x="32" y="18"/>
                </a:cubicBezTo>
                <a:cubicBezTo>
                  <a:pt x="40" y="18"/>
                  <a:pt x="47" y="24"/>
                  <a:pt x="47" y="32"/>
                </a:cubicBezTo>
                <a:cubicBezTo>
                  <a:pt x="47" y="40"/>
                  <a:pt x="40" y="47"/>
                  <a:pt x="32" y="47"/>
                </a:cubicBezTo>
                <a:close/>
                <a:moveTo>
                  <a:pt x="39" y="32"/>
                </a:moveTo>
                <a:cubicBezTo>
                  <a:pt x="39" y="36"/>
                  <a:pt x="36" y="39"/>
                  <a:pt x="32" y="39"/>
                </a:cubicBezTo>
                <a:cubicBezTo>
                  <a:pt x="29" y="39"/>
                  <a:pt x="26" y="36"/>
                  <a:pt x="26" y="32"/>
                </a:cubicBezTo>
                <a:cubicBezTo>
                  <a:pt x="26" y="28"/>
                  <a:pt x="29" y="25"/>
                  <a:pt x="32" y="25"/>
                </a:cubicBezTo>
                <a:cubicBezTo>
                  <a:pt x="36" y="25"/>
                  <a:pt x="39" y="28"/>
                  <a:pt x="39" y="32"/>
                </a:cubicBezTo>
                <a:close/>
                <a:moveTo>
                  <a:pt x="66" y="28"/>
                </a:moveTo>
                <a:cubicBezTo>
                  <a:pt x="66" y="27"/>
                  <a:pt x="66" y="27"/>
                  <a:pt x="65" y="26"/>
                </a:cubicBezTo>
                <a:cubicBezTo>
                  <a:pt x="65" y="26"/>
                  <a:pt x="64" y="26"/>
                  <a:pt x="64" y="26"/>
                </a:cubicBezTo>
                <a:cubicBezTo>
                  <a:pt x="64" y="26"/>
                  <a:pt x="64" y="26"/>
                  <a:pt x="63" y="26"/>
                </a:cubicBezTo>
                <a:cubicBezTo>
                  <a:pt x="63" y="26"/>
                  <a:pt x="63" y="26"/>
                  <a:pt x="63" y="26"/>
                </a:cubicBezTo>
                <a:cubicBezTo>
                  <a:pt x="61" y="26"/>
                  <a:pt x="60" y="25"/>
                  <a:pt x="59" y="24"/>
                </a:cubicBezTo>
                <a:cubicBezTo>
                  <a:pt x="59" y="22"/>
                  <a:pt x="60" y="20"/>
                  <a:pt x="61" y="19"/>
                </a:cubicBezTo>
                <a:cubicBezTo>
                  <a:pt x="62" y="19"/>
                  <a:pt x="62" y="19"/>
                  <a:pt x="62" y="18"/>
                </a:cubicBezTo>
                <a:cubicBezTo>
                  <a:pt x="63" y="17"/>
                  <a:pt x="63" y="17"/>
                  <a:pt x="62" y="16"/>
                </a:cubicBezTo>
                <a:cubicBezTo>
                  <a:pt x="61" y="14"/>
                  <a:pt x="59" y="11"/>
                  <a:pt x="57" y="9"/>
                </a:cubicBezTo>
                <a:cubicBezTo>
                  <a:pt x="57" y="9"/>
                  <a:pt x="56" y="9"/>
                  <a:pt x="56" y="9"/>
                </a:cubicBezTo>
                <a:cubicBezTo>
                  <a:pt x="56" y="9"/>
                  <a:pt x="56" y="9"/>
                  <a:pt x="56" y="9"/>
                </a:cubicBezTo>
                <a:cubicBezTo>
                  <a:pt x="55" y="9"/>
                  <a:pt x="54" y="9"/>
                  <a:pt x="54" y="9"/>
                </a:cubicBezTo>
                <a:cubicBezTo>
                  <a:pt x="53" y="10"/>
                  <a:pt x="52" y="11"/>
                  <a:pt x="51" y="11"/>
                </a:cubicBezTo>
                <a:cubicBezTo>
                  <a:pt x="51" y="11"/>
                  <a:pt x="50" y="10"/>
                  <a:pt x="49" y="10"/>
                </a:cubicBezTo>
                <a:cubicBezTo>
                  <a:pt x="48" y="9"/>
                  <a:pt x="47" y="7"/>
                  <a:pt x="48" y="5"/>
                </a:cubicBezTo>
                <a:cubicBezTo>
                  <a:pt x="49" y="5"/>
                  <a:pt x="49" y="4"/>
                  <a:pt x="49" y="4"/>
                </a:cubicBezTo>
                <a:cubicBezTo>
                  <a:pt x="48" y="3"/>
                  <a:pt x="48" y="3"/>
                  <a:pt x="47" y="2"/>
                </a:cubicBezTo>
                <a:cubicBezTo>
                  <a:pt x="45" y="1"/>
                  <a:pt x="42" y="0"/>
                  <a:pt x="3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8" y="0"/>
                  <a:pt x="38" y="0"/>
                  <a:pt x="37" y="0"/>
                </a:cubicBezTo>
                <a:cubicBezTo>
                  <a:pt x="37" y="0"/>
                  <a:pt x="37" y="1"/>
                  <a:pt x="37" y="1"/>
                </a:cubicBezTo>
                <a:cubicBezTo>
                  <a:pt x="37" y="3"/>
                  <a:pt x="35" y="5"/>
                  <a:pt x="33" y="5"/>
                </a:cubicBezTo>
                <a:cubicBezTo>
                  <a:pt x="31" y="5"/>
                  <a:pt x="30" y="3"/>
                  <a:pt x="30" y="1"/>
                </a:cubicBezTo>
                <a:cubicBezTo>
                  <a:pt x="30" y="1"/>
                  <a:pt x="29" y="0"/>
                  <a:pt x="29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4" y="0"/>
                  <a:pt x="21" y="1"/>
                  <a:pt x="19" y="2"/>
                </a:cubicBezTo>
                <a:cubicBezTo>
                  <a:pt x="18" y="3"/>
                  <a:pt x="18" y="3"/>
                  <a:pt x="18" y="4"/>
                </a:cubicBezTo>
                <a:cubicBezTo>
                  <a:pt x="18" y="4"/>
                  <a:pt x="18" y="5"/>
                  <a:pt x="18" y="5"/>
                </a:cubicBezTo>
                <a:cubicBezTo>
                  <a:pt x="19" y="7"/>
                  <a:pt x="19" y="9"/>
                  <a:pt x="17" y="10"/>
                </a:cubicBezTo>
                <a:cubicBezTo>
                  <a:pt x="16" y="10"/>
                  <a:pt x="16" y="11"/>
                  <a:pt x="15" y="11"/>
                </a:cubicBezTo>
                <a:cubicBezTo>
                  <a:pt x="14" y="11"/>
                  <a:pt x="13" y="10"/>
                  <a:pt x="12" y="9"/>
                </a:cubicBezTo>
                <a:cubicBezTo>
                  <a:pt x="12" y="9"/>
                  <a:pt x="11" y="9"/>
                  <a:pt x="1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10" y="9"/>
                  <a:pt x="9" y="9"/>
                </a:cubicBezTo>
                <a:cubicBezTo>
                  <a:pt x="7" y="11"/>
                  <a:pt x="5" y="14"/>
                  <a:pt x="4" y="16"/>
                </a:cubicBezTo>
                <a:cubicBezTo>
                  <a:pt x="4" y="17"/>
                  <a:pt x="4" y="17"/>
                  <a:pt x="4" y="18"/>
                </a:cubicBezTo>
                <a:cubicBezTo>
                  <a:pt x="4" y="19"/>
                  <a:pt x="5" y="19"/>
                  <a:pt x="5" y="19"/>
                </a:cubicBezTo>
                <a:cubicBezTo>
                  <a:pt x="7" y="20"/>
                  <a:pt x="8" y="22"/>
                  <a:pt x="7" y="24"/>
                </a:cubicBezTo>
                <a:cubicBezTo>
                  <a:pt x="7" y="25"/>
                  <a:pt x="5" y="26"/>
                  <a:pt x="4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26"/>
                  <a:pt x="3" y="26"/>
                  <a:pt x="2" y="26"/>
                </a:cubicBezTo>
                <a:cubicBezTo>
                  <a:pt x="2" y="26"/>
                  <a:pt x="2" y="26"/>
                  <a:pt x="1" y="26"/>
                </a:cubicBezTo>
                <a:cubicBezTo>
                  <a:pt x="1" y="27"/>
                  <a:pt x="0" y="27"/>
                  <a:pt x="0" y="28"/>
                </a:cubicBezTo>
                <a:cubicBezTo>
                  <a:pt x="0" y="29"/>
                  <a:pt x="0" y="31"/>
                  <a:pt x="0" y="32"/>
                </a:cubicBezTo>
                <a:cubicBezTo>
                  <a:pt x="0" y="33"/>
                  <a:pt x="0" y="35"/>
                  <a:pt x="0" y="36"/>
                </a:cubicBezTo>
                <a:cubicBezTo>
                  <a:pt x="0" y="37"/>
                  <a:pt x="1" y="38"/>
                  <a:pt x="1" y="38"/>
                </a:cubicBezTo>
                <a:cubicBezTo>
                  <a:pt x="2" y="38"/>
                  <a:pt x="2" y="38"/>
                  <a:pt x="2" y="38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8"/>
                  <a:pt x="3" y="38"/>
                  <a:pt x="4" y="38"/>
                </a:cubicBezTo>
                <a:cubicBezTo>
                  <a:pt x="5" y="38"/>
                  <a:pt x="7" y="39"/>
                  <a:pt x="7" y="41"/>
                </a:cubicBezTo>
                <a:cubicBezTo>
                  <a:pt x="8" y="42"/>
                  <a:pt x="7" y="44"/>
                  <a:pt x="5" y="45"/>
                </a:cubicBezTo>
                <a:cubicBezTo>
                  <a:pt x="5" y="45"/>
                  <a:pt x="4" y="46"/>
                  <a:pt x="4" y="46"/>
                </a:cubicBezTo>
                <a:cubicBezTo>
                  <a:pt x="4" y="47"/>
                  <a:pt x="4" y="47"/>
                  <a:pt x="4" y="48"/>
                </a:cubicBezTo>
                <a:cubicBezTo>
                  <a:pt x="5" y="50"/>
                  <a:pt x="7" y="53"/>
                  <a:pt x="9" y="55"/>
                </a:cubicBezTo>
                <a:cubicBezTo>
                  <a:pt x="10" y="55"/>
                  <a:pt x="10" y="55"/>
                  <a:pt x="11" y="55"/>
                </a:cubicBezTo>
                <a:cubicBezTo>
                  <a:pt x="11" y="55"/>
                  <a:pt x="11" y="55"/>
                  <a:pt x="11" y="55"/>
                </a:cubicBezTo>
                <a:cubicBezTo>
                  <a:pt x="11" y="55"/>
                  <a:pt x="12" y="55"/>
                  <a:pt x="12" y="55"/>
                </a:cubicBezTo>
                <a:cubicBezTo>
                  <a:pt x="13" y="54"/>
                  <a:pt x="14" y="54"/>
                  <a:pt x="15" y="54"/>
                </a:cubicBezTo>
                <a:cubicBezTo>
                  <a:pt x="16" y="54"/>
                  <a:pt x="16" y="54"/>
                  <a:pt x="17" y="54"/>
                </a:cubicBezTo>
                <a:cubicBezTo>
                  <a:pt x="19" y="55"/>
                  <a:pt x="19" y="57"/>
                  <a:pt x="18" y="59"/>
                </a:cubicBezTo>
                <a:cubicBezTo>
                  <a:pt x="18" y="59"/>
                  <a:pt x="18" y="60"/>
                  <a:pt x="18" y="61"/>
                </a:cubicBezTo>
                <a:cubicBezTo>
                  <a:pt x="18" y="61"/>
                  <a:pt x="18" y="62"/>
                  <a:pt x="19" y="62"/>
                </a:cubicBezTo>
                <a:cubicBezTo>
                  <a:pt x="21" y="63"/>
                  <a:pt x="24" y="64"/>
                  <a:pt x="27" y="65"/>
                </a:cubicBezTo>
                <a:cubicBezTo>
                  <a:pt x="27" y="65"/>
                  <a:pt x="27" y="65"/>
                  <a:pt x="28" y="65"/>
                </a:cubicBezTo>
                <a:cubicBezTo>
                  <a:pt x="28" y="65"/>
                  <a:pt x="28" y="64"/>
                  <a:pt x="29" y="64"/>
                </a:cubicBezTo>
                <a:cubicBezTo>
                  <a:pt x="29" y="64"/>
                  <a:pt x="30" y="63"/>
                  <a:pt x="30" y="63"/>
                </a:cubicBezTo>
                <a:cubicBezTo>
                  <a:pt x="30" y="61"/>
                  <a:pt x="31" y="59"/>
                  <a:pt x="33" y="59"/>
                </a:cubicBezTo>
                <a:cubicBezTo>
                  <a:pt x="35" y="59"/>
                  <a:pt x="37" y="61"/>
                  <a:pt x="37" y="63"/>
                </a:cubicBezTo>
                <a:cubicBezTo>
                  <a:pt x="37" y="63"/>
                  <a:pt x="37" y="64"/>
                  <a:pt x="37" y="64"/>
                </a:cubicBezTo>
                <a:cubicBezTo>
                  <a:pt x="38" y="64"/>
                  <a:pt x="38" y="65"/>
                  <a:pt x="39" y="65"/>
                </a:cubicBezTo>
                <a:cubicBezTo>
                  <a:pt x="39" y="65"/>
                  <a:pt x="39" y="65"/>
                  <a:pt x="39" y="65"/>
                </a:cubicBezTo>
                <a:cubicBezTo>
                  <a:pt x="42" y="64"/>
                  <a:pt x="45" y="63"/>
                  <a:pt x="47" y="62"/>
                </a:cubicBezTo>
                <a:cubicBezTo>
                  <a:pt x="48" y="62"/>
                  <a:pt x="48" y="61"/>
                  <a:pt x="49" y="61"/>
                </a:cubicBezTo>
                <a:cubicBezTo>
                  <a:pt x="49" y="60"/>
                  <a:pt x="49" y="59"/>
                  <a:pt x="48" y="59"/>
                </a:cubicBezTo>
                <a:cubicBezTo>
                  <a:pt x="47" y="57"/>
                  <a:pt x="48" y="55"/>
                  <a:pt x="49" y="54"/>
                </a:cubicBezTo>
                <a:cubicBezTo>
                  <a:pt x="50" y="54"/>
                  <a:pt x="51" y="54"/>
                  <a:pt x="51" y="54"/>
                </a:cubicBezTo>
                <a:cubicBezTo>
                  <a:pt x="52" y="54"/>
                  <a:pt x="53" y="54"/>
                  <a:pt x="54" y="55"/>
                </a:cubicBezTo>
                <a:cubicBezTo>
                  <a:pt x="54" y="55"/>
                  <a:pt x="55" y="55"/>
                  <a:pt x="56" y="55"/>
                </a:cubicBezTo>
                <a:cubicBezTo>
                  <a:pt x="56" y="55"/>
                  <a:pt x="56" y="55"/>
                  <a:pt x="56" y="55"/>
                </a:cubicBezTo>
                <a:cubicBezTo>
                  <a:pt x="56" y="55"/>
                  <a:pt x="57" y="55"/>
                  <a:pt x="57" y="55"/>
                </a:cubicBezTo>
                <a:cubicBezTo>
                  <a:pt x="59" y="53"/>
                  <a:pt x="61" y="50"/>
                  <a:pt x="62" y="48"/>
                </a:cubicBezTo>
                <a:cubicBezTo>
                  <a:pt x="63" y="47"/>
                  <a:pt x="63" y="47"/>
                  <a:pt x="62" y="46"/>
                </a:cubicBezTo>
                <a:cubicBezTo>
                  <a:pt x="62" y="46"/>
                  <a:pt x="62" y="45"/>
                  <a:pt x="61" y="45"/>
                </a:cubicBezTo>
                <a:cubicBezTo>
                  <a:pt x="60" y="44"/>
                  <a:pt x="59" y="42"/>
                  <a:pt x="59" y="41"/>
                </a:cubicBezTo>
                <a:cubicBezTo>
                  <a:pt x="60" y="39"/>
                  <a:pt x="61" y="38"/>
                  <a:pt x="63" y="38"/>
                </a:cubicBezTo>
                <a:cubicBezTo>
                  <a:pt x="63" y="38"/>
                  <a:pt x="63" y="38"/>
                  <a:pt x="63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38"/>
                  <a:pt x="65" y="38"/>
                  <a:pt x="65" y="38"/>
                </a:cubicBezTo>
                <a:cubicBezTo>
                  <a:pt x="66" y="38"/>
                  <a:pt x="66" y="37"/>
                  <a:pt x="66" y="36"/>
                </a:cubicBezTo>
                <a:cubicBezTo>
                  <a:pt x="66" y="35"/>
                  <a:pt x="66" y="33"/>
                  <a:pt x="66" y="32"/>
                </a:cubicBezTo>
                <a:cubicBezTo>
                  <a:pt x="66" y="31"/>
                  <a:pt x="66" y="29"/>
                  <a:pt x="66" y="28"/>
                </a:cubicBezTo>
                <a:close/>
                <a:moveTo>
                  <a:pt x="56" y="40"/>
                </a:moveTo>
                <a:cubicBezTo>
                  <a:pt x="55" y="43"/>
                  <a:pt x="57" y="46"/>
                  <a:pt x="59" y="47"/>
                </a:cubicBezTo>
                <a:cubicBezTo>
                  <a:pt x="58" y="49"/>
                  <a:pt x="57" y="51"/>
                  <a:pt x="56" y="52"/>
                </a:cubicBezTo>
                <a:cubicBezTo>
                  <a:pt x="53" y="50"/>
                  <a:pt x="50" y="50"/>
                  <a:pt x="48" y="52"/>
                </a:cubicBezTo>
                <a:cubicBezTo>
                  <a:pt x="45" y="54"/>
                  <a:pt x="44" y="57"/>
                  <a:pt x="45" y="60"/>
                </a:cubicBezTo>
                <a:cubicBezTo>
                  <a:pt x="43" y="60"/>
                  <a:pt x="41" y="61"/>
                  <a:pt x="40" y="61"/>
                </a:cubicBezTo>
                <a:cubicBezTo>
                  <a:pt x="39" y="59"/>
                  <a:pt x="36" y="56"/>
                  <a:pt x="33" y="56"/>
                </a:cubicBezTo>
                <a:cubicBezTo>
                  <a:pt x="30" y="56"/>
                  <a:pt x="28" y="59"/>
                  <a:pt x="27" y="61"/>
                </a:cubicBezTo>
                <a:cubicBezTo>
                  <a:pt x="25" y="61"/>
                  <a:pt x="23" y="60"/>
                  <a:pt x="21" y="60"/>
                </a:cubicBezTo>
                <a:cubicBezTo>
                  <a:pt x="22" y="57"/>
                  <a:pt x="21" y="54"/>
                  <a:pt x="19" y="52"/>
                </a:cubicBezTo>
                <a:cubicBezTo>
                  <a:pt x="16" y="50"/>
                  <a:pt x="13" y="50"/>
                  <a:pt x="11" y="52"/>
                </a:cubicBezTo>
                <a:cubicBezTo>
                  <a:pt x="9" y="51"/>
                  <a:pt x="8" y="49"/>
                  <a:pt x="7" y="47"/>
                </a:cubicBezTo>
                <a:cubicBezTo>
                  <a:pt x="10" y="46"/>
                  <a:pt x="11" y="43"/>
                  <a:pt x="10" y="40"/>
                </a:cubicBezTo>
                <a:cubicBezTo>
                  <a:pt x="9" y="37"/>
                  <a:pt x="6" y="35"/>
                  <a:pt x="3" y="35"/>
                </a:cubicBezTo>
                <a:cubicBezTo>
                  <a:pt x="3" y="34"/>
                  <a:pt x="3" y="33"/>
                  <a:pt x="3" y="32"/>
                </a:cubicBezTo>
                <a:cubicBezTo>
                  <a:pt x="3" y="31"/>
                  <a:pt x="3" y="30"/>
                  <a:pt x="3" y="29"/>
                </a:cubicBezTo>
                <a:cubicBezTo>
                  <a:pt x="6" y="29"/>
                  <a:pt x="9" y="27"/>
                  <a:pt x="10" y="25"/>
                </a:cubicBezTo>
                <a:cubicBezTo>
                  <a:pt x="11" y="22"/>
                  <a:pt x="10" y="19"/>
                  <a:pt x="7" y="17"/>
                </a:cubicBezTo>
                <a:cubicBezTo>
                  <a:pt x="8" y="15"/>
                  <a:pt x="9" y="14"/>
                  <a:pt x="11" y="12"/>
                </a:cubicBezTo>
                <a:cubicBezTo>
                  <a:pt x="13" y="14"/>
                  <a:pt x="16" y="14"/>
                  <a:pt x="19" y="12"/>
                </a:cubicBezTo>
                <a:cubicBezTo>
                  <a:pt x="21" y="10"/>
                  <a:pt x="22" y="7"/>
                  <a:pt x="21" y="5"/>
                </a:cubicBezTo>
                <a:cubicBezTo>
                  <a:pt x="23" y="4"/>
                  <a:pt x="25" y="3"/>
                  <a:pt x="27" y="3"/>
                </a:cubicBezTo>
                <a:cubicBezTo>
                  <a:pt x="28" y="6"/>
                  <a:pt x="30" y="8"/>
                  <a:pt x="33" y="8"/>
                </a:cubicBezTo>
                <a:cubicBezTo>
                  <a:pt x="36" y="8"/>
                  <a:pt x="39" y="6"/>
                  <a:pt x="40" y="3"/>
                </a:cubicBezTo>
                <a:cubicBezTo>
                  <a:pt x="41" y="3"/>
                  <a:pt x="43" y="4"/>
                  <a:pt x="45" y="5"/>
                </a:cubicBezTo>
                <a:cubicBezTo>
                  <a:pt x="44" y="7"/>
                  <a:pt x="45" y="10"/>
                  <a:pt x="48" y="12"/>
                </a:cubicBezTo>
                <a:cubicBezTo>
                  <a:pt x="50" y="14"/>
                  <a:pt x="53" y="14"/>
                  <a:pt x="56" y="12"/>
                </a:cubicBezTo>
                <a:cubicBezTo>
                  <a:pt x="57" y="14"/>
                  <a:pt x="58" y="15"/>
                  <a:pt x="59" y="17"/>
                </a:cubicBezTo>
                <a:cubicBezTo>
                  <a:pt x="57" y="19"/>
                  <a:pt x="55" y="22"/>
                  <a:pt x="56" y="25"/>
                </a:cubicBezTo>
                <a:cubicBezTo>
                  <a:pt x="57" y="27"/>
                  <a:pt x="60" y="29"/>
                  <a:pt x="63" y="29"/>
                </a:cubicBezTo>
                <a:cubicBezTo>
                  <a:pt x="63" y="30"/>
                  <a:pt x="63" y="31"/>
                  <a:pt x="63" y="32"/>
                </a:cubicBezTo>
                <a:cubicBezTo>
                  <a:pt x="63" y="33"/>
                  <a:pt x="63" y="34"/>
                  <a:pt x="63" y="35"/>
                </a:cubicBezTo>
                <a:cubicBezTo>
                  <a:pt x="60" y="35"/>
                  <a:pt x="57" y="37"/>
                  <a:pt x="56" y="40"/>
                </a:cubicBezTo>
                <a:close/>
              </a:path>
            </a:pathLst>
          </a:custGeom>
          <a:solidFill>
            <a:srgbClr val="41B17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83" name="Freeform 211"/>
          <p:cNvSpPr>
            <a:spLocks noEditPoints="1"/>
          </p:cNvSpPr>
          <p:nvPr/>
        </p:nvSpPr>
        <p:spPr bwMode="auto">
          <a:xfrm>
            <a:off x="1700876" y="5690483"/>
            <a:ext cx="194732" cy="317537"/>
          </a:xfrm>
          <a:custGeom>
            <a:avLst/>
            <a:gdLst>
              <a:gd name="T0" fmla="*/ 23 w 47"/>
              <a:gd name="T1" fmla="*/ 0 h 74"/>
              <a:gd name="T2" fmla="*/ 7 w 47"/>
              <a:gd name="T3" fmla="*/ 41 h 74"/>
              <a:gd name="T4" fmla="*/ 11 w 47"/>
              <a:gd name="T5" fmla="*/ 54 h 74"/>
              <a:gd name="T6" fmla="*/ 11 w 47"/>
              <a:gd name="T7" fmla="*/ 58 h 74"/>
              <a:gd name="T8" fmla="*/ 11 w 47"/>
              <a:gd name="T9" fmla="*/ 62 h 74"/>
              <a:gd name="T10" fmla="*/ 11 w 47"/>
              <a:gd name="T11" fmla="*/ 67 h 74"/>
              <a:gd name="T12" fmla="*/ 15 w 47"/>
              <a:gd name="T13" fmla="*/ 71 h 74"/>
              <a:gd name="T14" fmla="*/ 28 w 47"/>
              <a:gd name="T15" fmla="*/ 74 h 74"/>
              <a:gd name="T16" fmla="*/ 32 w 47"/>
              <a:gd name="T17" fmla="*/ 70 h 74"/>
              <a:gd name="T18" fmla="*/ 35 w 47"/>
              <a:gd name="T19" fmla="*/ 64 h 74"/>
              <a:gd name="T20" fmla="*/ 35 w 47"/>
              <a:gd name="T21" fmla="*/ 60 h 74"/>
              <a:gd name="T22" fmla="*/ 35 w 47"/>
              <a:gd name="T23" fmla="*/ 56 h 74"/>
              <a:gd name="T24" fmla="*/ 34 w 47"/>
              <a:gd name="T25" fmla="*/ 51 h 74"/>
              <a:gd name="T26" fmla="*/ 47 w 47"/>
              <a:gd name="T27" fmla="*/ 24 h 74"/>
              <a:gd name="T28" fmla="*/ 31 w 47"/>
              <a:gd name="T29" fmla="*/ 55 h 74"/>
              <a:gd name="T30" fmla="*/ 13 w 47"/>
              <a:gd name="T31" fmla="*/ 54 h 74"/>
              <a:gd name="T32" fmla="*/ 14 w 47"/>
              <a:gd name="T33" fmla="*/ 53 h 74"/>
              <a:gd name="T34" fmla="*/ 33 w 47"/>
              <a:gd name="T35" fmla="*/ 53 h 74"/>
              <a:gd name="T36" fmla="*/ 34 w 47"/>
              <a:gd name="T37" fmla="*/ 58 h 74"/>
              <a:gd name="T38" fmla="*/ 16 w 47"/>
              <a:gd name="T39" fmla="*/ 59 h 74"/>
              <a:gd name="T40" fmla="*/ 16 w 47"/>
              <a:gd name="T41" fmla="*/ 57 h 74"/>
              <a:gd name="T42" fmla="*/ 34 w 47"/>
              <a:gd name="T43" fmla="*/ 58 h 74"/>
              <a:gd name="T44" fmla="*/ 31 w 47"/>
              <a:gd name="T45" fmla="*/ 63 h 74"/>
              <a:gd name="T46" fmla="*/ 13 w 47"/>
              <a:gd name="T47" fmla="*/ 62 h 74"/>
              <a:gd name="T48" fmla="*/ 31 w 47"/>
              <a:gd name="T49" fmla="*/ 61 h 74"/>
              <a:gd name="T50" fmla="*/ 28 w 47"/>
              <a:gd name="T51" fmla="*/ 72 h 74"/>
              <a:gd name="T52" fmla="*/ 17 w 47"/>
              <a:gd name="T53" fmla="*/ 71 h 74"/>
              <a:gd name="T54" fmla="*/ 28 w 47"/>
              <a:gd name="T55" fmla="*/ 70 h 74"/>
              <a:gd name="T56" fmla="*/ 28 w 47"/>
              <a:gd name="T57" fmla="*/ 72 h 74"/>
              <a:gd name="T58" fmla="*/ 28 w 47"/>
              <a:gd name="T59" fmla="*/ 68 h 74"/>
              <a:gd name="T60" fmla="*/ 16 w 47"/>
              <a:gd name="T61" fmla="*/ 68 h 74"/>
              <a:gd name="T62" fmla="*/ 16 w 47"/>
              <a:gd name="T63" fmla="*/ 65 h 74"/>
              <a:gd name="T64" fmla="*/ 34 w 47"/>
              <a:gd name="T65" fmla="*/ 67 h 74"/>
              <a:gd name="T66" fmla="*/ 32 w 47"/>
              <a:gd name="T67" fmla="*/ 50 h 74"/>
              <a:gd name="T68" fmla="*/ 32 w 47"/>
              <a:gd name="T69" fmla="*/ 28 h 74"/>
              <a:gd name="T70" fmla="*/ 30 w 47"/>
              <a:gd name="T71" fmla="*/ 28 h 74"/>
              <a:gd name="T72" fmla="*/ 21 w 47"/>
              <a:gd name="T73" fmla="*/ 50 h 74"/>
              <a:gd name="T74" fmla="*/ 16 w 47"/>
              <a:gd name="T75" fmla="*/ 27 h 74"/>
              <a:gd name="T76" fmla="*/ 19 w 47"/>
              <a:gd name="T77" fmla="*/ 50 h 74"/>
              <a:gd name="T78" fmla="*/ 9 w 47"/>
              <a:gd name="T79" fmla="*/ 39 h 74"/>
              <a:gd name="T80" fmla="*/ 23 w 47"/>
              <a:gd name="T81" fmla="*/ 3 h 74"/>
              <a:gd name="T82" fmla="*/ 38 w 47"/>
              <a:gd name="T83" fmla="*/ 39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7" h="74">
                <a:moveTo>
                  <a:pt x="47" y="24"/>
                </a:moveTo>
                <a:cubicBezTo>
                  <a:pt x="47" y="11"/>
                  <a:pt x="37" y="0"/>
                  <a:pt x="23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30"/>
                  <a:pt x="2" y="37"/>
                  <a:pt x="7" y="41"/>
                </a:cubicBezTo>
                <a:cubicBezTo>
                  <a:pt x="11" y="45"/>
                  <a:pt x="12" y="49"/>
                  <a:pt x="12" y="51"/>
                </a:cubicBezTo>
                <a:cubicBezTo>
                  <a:pt x="12" y="52"/>
                  <a:pt x="11" y="53"/>
                  <a:pt x="11" y="54"/>
                </a:cubicBezTo>
                <a:cubicBezTo>
                  <a:pt x="11" y="54"/>
                  <a:pt x="12" y="55"/>
                  <a:pt x="12" y="56"/>
                </a:cubicBezTo>
                <a:cubicBezTo>
                  <a:pt x="12" y="56"/>
                  <a:pt x="11" y="57"/>
                  <a:pt x="11" y="58"/>
                </a:cubicBezTo>
                <a:cubicBezTo>
                  <a:pt x="11" y="59"/>
                  <a:pt x="12" y="59"/>
                  <a:pt x="12" y="60"/>
                </a:cubicBezTo>
                <a:cubicBezTo>
                  <a:pt x="12" y="61"/>
                  <a:pt x="11" y="61"/>
                  <a:pt x="11" y="62"/>
                </a:cubicBezTo>
                <a:cubicBezTo>
                  <a:pt x="11" y="63"/>
                  <a:pt x="12" y="64"/>
                  <a:pt x="12" y="64"/>
                </a:cubicBezTo>
                <a:cubicBezTo>
                  <a:pt x="12" y="65"/>
                  <a:pt x="11" y="66"/>
                  <a:pt x="11" y="67"/>
                </a:cubicBezTo>
                <a:cubicBezTo>
                  <a:pt x="11" y="68"/>
                  <a:pt x="13" y="70"/>
                  <a:pt x="15" y="70"/>
                </a:cubicBezTo>
                <a:cubicBezTo>
                  <a:pt x="15" y="70"/>
                  <a:pt x="15" y="71"/>
                  <a:pt x="15" y="71"/>
                </a:cubicBezTo>
                <a:cubicBezTo>
                  <a:pt x="15" y="73"/>
                  <a:pt x="17" y="74"/>
                  <a:pt x="19" y="74"/>
                </a:cubicBezTo>
                <a:cubicBezTo>
                  <a:pt x="28" y="74"/>
                  <a:pt x="28" y="74"/>
                  <a:pt x="28" y="74"/>
                </a:cubicBezTo>
                <a:cubicBezTo>
                  <a:pt x="30" y="74"/>
                  <a:pt x="32" y="73"/>
                  <a:pt x="32" y="71"/>
                </a:cubicBezTo>
                <a:cubicBezTo>
                  <a:pt x="32" y="71"/>
                  <a:pt x="32" y="70"/>
                  <a:pt x="32" y="70"/>
                </a:cubicBezTo>
                <a:cubicBezTo>
                  <a:pt x="34" y="70"/>
                  <a:pt x="36" y="68"/>
                  <a:pt x="36" y="67"/>
                </a:cubicBezTo>
                <a:cubicBezTo>
                  <a:pt x="36" y="66"/>
                  <a:pt x="35" y="65"/>
                  <a:pt x="35" y="64"/>
                </a:cubicBezTo>
                <a:cubicBezTo>
                  <a:pt x="35" y="64"/>
                  <a:pt x="36" y="63"/>
                  <a:pt x="36" y="62"/>
                </a:cubicBezTo>
                <a:cubicBezTo>
                  <a:pt x="36" y="61"/>
                  <a:pt x="35" y="61"/>
                  <a:pt x="35" y="60"/>
                </a:cubicBezTo>
                <a:cubicBezTo>
                  <a:pt x="35" y="59"/>
                  <a:pt x="36" y="59"/>
                  <a:pt x="36" y="58"/>
                </a:cubicBezTo>
                <a:cubicBezTo>
                  <a:pt x="36" y="57"/>
                  <a:pt x="35" y="56"/>
                  <a:pt x="35" y="56"/>
                </a:cubicBezTo>
                <a:cubicBezTo>
                  <a:pt x="35" y="55"/>
                  <a:pt x="36" y="54"/>
                  <a:pt x="36" y="54"/>
                </a:cubicBezTo>
                <a:cubicBezTo>
                  <a:pt x="36" y="53"/>
                  <a:pt x="35" y="52"/>
                  <a:pt x="34" y="51"/>
                </a:cubicBezTo>
                <a:cubicBezTo>
                  <a:pt x="35" y="49"/>
                  <a:pt x="36" y="45"/>
                  <a:pt x="40" y="41"/>
                </a:cubicBezTo>
                <a:cubicBezTo>
                  <a:pt x="45" y="37"/>
                  <a:pt x="47" y="30"/>
                  <a:pt x="47" y="24"/>
                </a:cubicBezTo>
                <a:close/>
                <a:moveTo>
                  <a:pt x="34" y="54"/>
                </a:moveTo>
                <a:cubicBezTo>
                  <a:pt x="34" y="54"/>
                  <a:pt x="33" y="55"/>
                  <a:pt x="31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14" y="55"/>
                  <a:pt x="13" y="54"/>
                  <a:pt x="13" y="54"/>
                </a:cubicBezTo>
                <a:cubicBezTo>
                  <a:pt x="13" y="53"/>
                  <a:pt x="13" y="53"/>
                  <a:pt x="14" y="53"/>
                </a:cubicBezTo>
                <a:cubicBezTo>
                  <a:pt x="14" y="53"/>
                  <a:pt x="14" y="53"/>
                  <a:pt x="14" y="53"/>
                </a:cubicBezTo>
                <a:cubicBezTo>
                  <a:pt x="33" y="53"/>
                  <a:pt x="33" y="53"/>
                  <a:pt x="33" y="53"/>
                </a:cubicBezTo>
                <a:cubicBezTo>
                  <a:pt x="33" y="53"/>
                  <a:pt x="33" y="53"/>
                  <a:pt x="33" y="53"/>
                </a:cubicBezTo>
                <a:cubicBezTo>
                  <a:pt x="33" y="53"/>
                  <a:pt x="34" y="53"/>
                  <a:pt x="34" y="54"/>
                </a:cubicBezTo>
                <a:close/>
                <a:moveTo>
                  <a:pt x="34" y="58"/>
                </a:moveTo>
                <a:cubicBezTo>
                  <a:pt x="34" y="58"/>
                  <a:pt x="33" y="59"/>
                  <a:pt x="31" y="59"/>
                </a:cubicBezTo>
                <a:cubicBezTo>
                  <a:pt x="16" y="59"/>
                  <a:pt x="16" y="59"/>
                  <a:pt x="16" y="59"/>
                </a:cubicBezTo>
                <a:cubicBezTo>
                  <a:pt x="14" y="59"/>
                  <a:pt x="13" y="58"/>
                  <a:pt x="13" y="58"/>
                </a:cubicBezTo>
                <a:cubicBezTo>
                  <a:pt x="13" y="57"/>
                  <a:pt x="14" y="57"/>
                  <a:pt x="16" y="57"/>
                </a:cubicBezTo>
                <a:cubicBezTo>
                  <a:pt x="31" y="57"/>
                  <a:pt x="31" y="57"/>
                  <a:pt x="31" y="57"/>
                </a:cubicBezTo>
                <a:cubicBezTo>
                  <a:pt x="33" y="57"/>
                  <a:pt x="34" y="57"/>
                  <a:pt x="34" y="58"/>
                </a:cubicBezTo>
                <a:close/>
                <a:moveTo>
                  <a:pt x="34" y="62"/>
                </a:moveTo>
                <a:cubicBezTo>
                  <a:pt x="34" y="63"/>
                  <a:pt x="33" y="63"/>
                  <a:pt x="31" y="63"/>
                </a:cubicBezTo>
                <a:cubicBezTo>
                  <a:pt x="16" y="63"/>
                  <a:pt x="16" y="63"/>
                  <a:pt x="16" y="63"/>
                </a:cubicBezTo>
                <a:cubicBezTo>
                  <a:pt x="14" y="63"/>
                  <a:pt x="13" y="63"/>
                  <a:pt x="13" y="62"/>
                </a:cubicBezTo>
                <a:cubicBezTo>
                  <a:pt x="13" y="62"/>
                  <a:pt x="14" y="61"/>
                  <a:pt x="16" y="61"/>
                </a:cubicBezTo>
                <a:cubicBezTo>
                  <a:pt x="31" y="61"/>
                  <a:pt x="31" y="61"/>
                  <a:pt x="31" y="61"/>
                </a:cubicBezTo>
                <a:cubicBezTo>
                  <a:pt x="33" y="61"/>
                  <a:pt x="34" y="62"/>
                  <a:pt x="34" y="62"/>
                </a:cubicBezTo>
                <a:close/>
                <a:moveTo>
                  <a:pt x="28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1"/>
                </a:cubicBezTo>
                <a:cubicBezTo>
                  <a:pt x="17" y="70"/>
                  <a:pt x="18" y="70"/>
                  <a:pt x="19" y="70"/>
                </a:cubicBezTo>
                <a:cubicBezTo>
                  <a:pt x="28" y="70"/>
                  <a:pt x="28" y="70"/>
                  <a:pt x="28" y="70"/>
                </a:cubicBezTo>
                <a:cubicBezTo>
                  <a:pt x="29" y="70"/>
                  <a:pt x="30" y="70"/>
                  <a:pt x="30" y="71"/>
                </a:cubicBezTo>
                <a:cubicBezTo>
                  <a:pt x="30" y="71"/>
                  <a:pt x="29" y="72"/>
                  <a:pt x="28" y="72"/>
                </a:cubicBezTo>
                <a:close/>
                <a:moveTo>
                  <a:pt x="31" y="68"/>
                </a:moveTo>
                <a:cubicBezTo>
                  <a:pt x="28" y="68"/>
                  <a:pt x="28" y="68"/>
                  <a:pt x="28" y="68"/>
                </a:cubicBezTo>
                <a:cubicBezTo>
                  <a:pt x="19" y="68"/>
                  <a:pt x="19" y="68"/>
                  <a:pt x="19" y="68"/>
                </a:cubicBezTo>
                <a:cubicBezTo>
                  <a:pt x="16" y="68"/>
                  <a:pt x="16" y="68"/>
                  <a:pt x="16" y="68"/>
                </a:cubicBezTo>
                <a:cubicBezTo>
                  <a:pt x="14" y="68"/>
                  <a:pt x="13" y="67"/>
                  <a:pt x="13" y="67"/>
                </a:cubicBezTo>
                <a:cubicBezTo>
                  <a:pt x="13" y="66"/>
                  <a:pt x="14" y="65"/>
                  <a:pt x="16" y="65"/>
                </a:cubicBezTo>
                <a:cubicBezTo>
                  <a:pt x="31" y="65"/>
                  <a:pt x="31" y="65"/>
                  <a:pt x="31" y="65"/>
                </a:cubicBezTo>
                <a:cubicBezTo>
                  <a:pt x="33" y="65"/>
                  <a:pt x="34" y="66"/>
                  <a:pt x="34" y="67"/>
                </a:cubicBezTo>
                <a:cubicBezTo>
                  <a:pt x="34" y="67"/>
                  <a:pt x="33" y="68"/>
                  <a:pt x="31" y="68"/>
                </a:cubicBezTo>
                <a:close/>
                <a:moveTo>
                  <a:pt x="32" y="50"/>
                </a:moveTo>
                <a:cubicBezTo>
                  <a:pt x="28" y="50"/>
                  <a:pt x="28" y="50"/>
                  <a:pt x="28" y="50"/>
                </a:cubicBezTo>
                <a:cubicBezTo>
                  <a:pt x="32" y="28"/>
                  <a:pt x="32" y="28"/>
                  <a:pt x="32" y="28"/>
                </a:cubicBezTo>
                <a:cubicBezTo>
                  <a:pt x="32" y="28"/>
                  <a:pt x="32" y="27"/>
                  <a:pt x="31" y="27"/>
                </a:cubicBezTo>
                <a:cubicBezTo>
                  <a:pt x="31" y="27"/>
                  <a:pt x="30" y="28"/>
                  <a:pt x="30" y="28"/>
                </a:cubicBezTo>
                <a:cubicBezTo>
                  <a:pt x="26" y="50"/>
                  <a:pt x="26" y="50"/>
                  <a:pt x="26" y="50"/>
                </a:cubicBezTo>
                <a:cubicBezTo>
                  <a:pt x="21" y="50"/>
                  <a:pt x="21" y="50"/>
                  <a:pt x="21" y="50"/>
                </a:cubicBezTo>
                <a:cubicBezTo>
                  <a:pt x="17" y="28"/>
                  <a:pt x="17" y="28"/>
                  <a:pt x="17" y="28"/>
                </a:cubicBezTo>
                <a:cubicBezTo>
                  <a:pt x="17" y="28"/>
                  <a:pt x="16" y="27"/>
                  <a:pt x="16" y="27"/>
                </a:cubicBezTo>
                <a:cubicBezTo>
                  <a:pt x="15" y="27"/>
                  <a:pt x="15" y="28"/>
                  <a:pt x="15" y="28"/>
                </a:cubicBezTo>
                <a:cubicBezTo>
                  <a:pt x="19" y="50"/>
                  <a:pt x="19" y="50"/>
                  <a:pt x="19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4" y="46"/>
                  <a:pt x="13" y="43"/>
                  <a:pt x="9" y="39"/>
                </a:cubicBezTo>
                <a:cubicBezTo>
                  <a:pt x="5" y="35"/>
                  <a:pt x="3" y="30"/>
                  <a:pt x="3" y="24"/>
                </a:cubicBezTo>
                <a:cubicBezTo>
                  <a:pt x="3" y="12"/>
                  <a:pt x="12" y="3"/>
                  <a:pt x="23" y="3"/>
                </a:cubicBezTo>
                <a:cubicBezTo>
                  <a:pt x="35" y="3"/>
                  <a:pt x="44" y="12"/>
                  <a:pt x="44" y="24"/>
                </a:cubicBezTo>
                <a:cubicBezTo>
                  <a:pt x="44" y="30"/>
                  <a:pt x="42" y="35"/>
                  <a:pt x="38" y="39"/>
                </a:cubicBezTo>
                <a:cubicBezTo>
                  <a:pt x="34" y="43"/>
                  <a:pt x="32" y="46"/>
                  <a:pt x="32" y="50"/>
                </a:cubicBezTo>
                <a:close/>
              </a:path>
            </a:pathLst>
          </a:custGeom>
          <a:solidFill>
            <a:srgbClr val="2980B9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85" name="文本框 84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鱼骨图图表系列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8133411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9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6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4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2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2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7" grpId="0"/>
      <p:bldP spid="8" grpId="0"/>
      <p:bldP spid="12" grpId="0"/>
      <p:bldP spid="13" grpId="0"/>
      <p:bldP spid="14" grpId="0"/>
      <p:bldP spid="18" grpId="0"/>
      <p:bldP spid="19" grpId="0"/>
      <p:bldP spid="20" grpId="0"/>
      <p:bldP spid="25" grpId="0"/>
      <p:bldP spid="26" grpId="0"/>
      <p:bldP spid="27" grpId="0"/>
      <p:bldP spid="31" grpId="0"/>
      <p:bldP spid="35" grpId="0"/>
      <p:bldP spid="36" grpId="0"/>
      <p:bldP spid="37" grpId="0"/>
      <p:bldP spid="41" grpId="0"/>
      <p:bldP spid="42" grpId="0"/>
      <p:bldP spid="43" grpId="0"/>
      <p:bldP spid="47" grpId="0"/>
      <p:bldP spid="48" grpId="0"/>
      <p:bldP spid="49" grpId="0"/>
      <p:bldP spid="54" grpId="0"/>
      <p:bldP spid="55" grpId="0"/>
      <p:bldP spid="56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739"/>
          <p:cNvSpPr/>
          <p:nvPr/>
        </p:nvSpPr>
        <p:spPr>
          <a:xfrm rot="10800000" flipH="1">
            <a:off x="7453438" y="3573670"/>
            <a:ext cx="2851731" cy="2278490"/>
          </a:xfrm>
          <a:prstGeom prst="line">
            <a:avLst/>
          </a:prstGeom>
          <a:noFill/>
          <a:ln w="44450" cap="flat">
            <a:solidFill>
              <a:srgbClr val="3F3F3F">
                <a:lumMod val="40000"/>
                <a:lumOff val="60000"/>
              </a:srgb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3" name="Shape 1740"/>
          <p:cNvSpPr/>
          <p:nvPr/>
        </p:nvSpPr>
        <p:spPr>
          <a:xfrm rot="10800000">
            <a:off x="7349054" y="1681140"/>
            <a:ext cx="2956116" cy="2361892"/>
          </a:xfrm>
          <a:prstGeom prst="line">
            <a:avLst/>
          </a:prstGeom>
          <a:noFill/>
          <a:ln w="44450" cap="flat">
            <a:solidFill>
              <a:srgbClr val="3F3F3F">
                <a:lumMod val="40000"/>
                <a:lumOff val="60000"/>
              </a:srgb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4" name="Shape 1741"/>
          <p:cNvSpPr/>
          <p:nvPr/>
        </p:nvSpPr>
        <p:spPr>
          <a:xfrm rot="10800000">
            <a:off x="6610692" y="4214376"/>
            <a:ext cx="1605810" cy="1358848"/>
          </a:xfrm>
          <a:prstGeom prst="line">
            <a:avLst/>
          </a:prstGeom>
          <a:noFill/>
          <a:ln w="44450" cap="flat">
            <a:solidFill>
              <a:srgbClr val="3F3F3F">
                <a:lumMod val="40000"/>
                <a:lumOff val="60000"/>
              </a:srgb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5" name="Shape 1742"/>
          <p:cNvSpPr/>
          <p:nvPr/>
        </p:nvSpPr>
        <p:spPr>
          <a:xfrm rot="10800000" flipV="1">
            <a:off x="6547390" y="2049574"/>
            <a:ext cx="1663018" cy="1328725"/>
          </a:xfrm>
          <a:prstGeom prst="line">
            <a:avLst/>
          </a:prstGeom>
          <a:noFill/>
          <a:ln w="44450" cap="flat">
            <a:solidFill>
              <a:srgbClr val="3F3F3F">
                <a:lumMod val="40000"/>
                <a:lumOff val="60000"/>
              </a:srgb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6" name="Shape 1743"/>
          <p:cNvSpPr/>
          <p:nvPr/>
        </p:nvSpPr>
        <p:spPr>
          <a:xfrm rot="10800000">
            <a:off x="4112233" y="5854598"/>
            <a:ext cx="3341204" cy="0"/>
          </a:xfrm>
          <a:prstGeom prst="line">
            <a:avLst/>
          </a:prstGeom>
          <a:noFill/>
          <a:ln w="44450" cap="flat">
            <a:solidFill>
              <a:srgbClr val="3F3F3F">
                <a:lumMod val="40000"/>
                <a:lumOff val="60000"/>
              </a:srgb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7" name="Shape 1744"/>
          <p:cNvSpPr/>
          <p:nvPr/>
        </p:nvSpPr>
        <p:spPr>
          <a:xfrm rot="10800000" flipH="1" flipV="1">
            <a:off x="4082748" y="1681139"/>
            <a:ext cx="3266306" cy="1"/>
          </a:xfrm>
          <a:prstGeom prst="line">
            <a:avLst/>
          </a:prstGeom>
          <a:noFill/>
          <a:ln w="44450" cap="flat">
            <a:solidFill>
              <a:srgbClr val="3F3F3F">
                <a:lumMod val="40000"/>
                <a:lumOff val="60000"/>
              </a:srgb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8" name="Shape 1745"/>
          <p:cNvSpPr/>
          <p:nvPr/>
        </p:nvSpPr>
        <p:spPr>
          <a:xfrm rot="10800000" flipH="1" flipV="1">
            <a:off x="4224027" y="4216246"/>
            <a:ext cx="2398855" cy="1"/>
          </a:xfrm>
          <a:prstGeom prst="line">
            <a:avLst/>
          </a:prstGeom>
          <a:noFill/>
          <a:ln w="44450" cap="flat">
            <a:solidFill>
              <a:srgbClr val="3F3F3F">
                <a:lumMod val="40000"/>
                <a:lumOff val="60000"/>
              </a:srgb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9" name="Shape 1746"/>
          <p:cNvSpPr/>
          <p:nvPr/>
        </p:nvSpPr>
        <p:spPr>
          <a:xfrm rot="10800000" flipH="1">
            <a:off x="4162816" y="3374813"/>
            <a:ext cx="2398856" cy="1"/>
          </a:xfrm>
          <a:prstGeom prst="line">
            <a:avLst/>
          </a:prstGeom>
          <a:noFill/>
          <a:ln w="44450" cap="flat">
            <a:solidFill>
              <a:srgbClr val="3F3F3F">
                <a:lumMod val="40000"/>
                <a:lumOff val="60000"/>
              </a:srgbClr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grpSp>
        <p:nvGrpSpPr>
          <p:cNvPr id="10" name="Group 1749"/>
          <p:cNvGrpSpPr/>
          <p:nvPr/>
        </p:nvGrpSpPr>
        <p:grpSpPr>
          <a:xfrm rot="10800000">
            <a:off x="4082748" y="2514728"/>
            <a:ext cx="3194424" cy="436879"/>
            <a:chOff x="0" y="0"/>
            <a:chExt cx="3789584" cy="648665"/>
          </a:xfrm>
        </p:grpSpPr>
        <p:sp>
          <p:nvSpPr>
            <p:cNvPr id="11" name="Shape 1747"/>
            <p:cNvSpPr/>
            <p:nvPr/>
          </p:nvSpPr>
          <p:spPr>
            <a:xfrm flipH="1" flipV="1">
              <a:off x="628164" y="648665"/>
              <a:ext cx="3161421" cy="1"/>
            </a:xfrm>
            <a:prstGeom prst="line">
              <a:avLst/>
            </a:prstGeom>
            <a:noFill/>
            <a:ln w="44450" cap="flat">
              <a:solidFill>
                <a:srgbClr val="3F3F3F">
                  <a:lumMod val="40000"/>
                  <a:lumOff val="60000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Lato Light"/>
              </a:endParaRPr>
            </a:p>
          </p:txBody>
        </p:sp>
        <p:sp>
          <p:nvSpPr>
            <p:cNvPr id="12" name="Shape 1748"/>
            <p:cNvSpPr/>
            <p:nvPr/>
          </p:nvSpPr>
          <p:spPr>
            <a:xfrm flipH="1" flipV="1">
              <a:off x="0" y="0"/>
              <a:ext cx="641834" cy="641834"/>
            </a:xfrm>
            <a:prstGeom prst="line">
              <a:avLst/>
            </a:prstGeom>
            <a:noFill/>
            <a:ln w="44450" cap="flat">
              <a:solidFill>
                <a:srgbClr val="3F3F3F">
                  <a:lumMod val="40000"/>
                  <a:lumOff val="60000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Lato Light"/>
              </a:endParaRPr>
            </a:p>
          </p:txBody>
        </p:sp>
      </p:grpSp>
      <p:grpSp>
        <p:nvGrpSpPr>
          <p:cNvPr id="13" name="Group 1752"/>
          <p:cNvGrpSpPr/>
          <p:nvPr/>
        </p:nvGrpSpPr>
        <p:grpSpPr>
          <a:xfrm flipH="1">
            <a:off x="4070556" y="4567004"/>
            <a:ext cx="3194424" cy="436879"/>
            <a:chOff x="0" y="0"/>
            <a:chExt cx="3789584" cy="648665"/>
          </a:xfrm>
        </p:grpSpPr>
        <p:sp>
          <p:nvSpPr>
            <p:cNvPr id="14" name="Shape 1750"/>
            <p:cNvSpPr/>
            <p:nvPr/>
          </p:nvSpPr>
          <p:spPr>
            <a:xfrm flipH="1" flipV="1">
              <a:off x="628164" y="648665"/>
              <a:ext cx="3161421" cy="1"/>
            </a:xfrm>
            <a:prstGeom prst="line">
              <a:avLst/>
            </a:prstGeom>
            <a:noFill/>
            <a:ln w="44450" cap="flat">
              <a:solidFill>
                <a:srgbClr val="3F3F3F">
                  <a:lumMod val="40000"/>
                  <a:lumOff val="60000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Lato Light"/>
              </a:endParaRPr>
            </a:p>
          </p:txBody>
        </p:sp>
        <p:sp>
          <p:nvSpPr>
            <p:cNvPr id="15" name="Shape 1751"/>
            <p:cNvSpPr/>
            <p:nvPr/>
          </p:nvSpPr>
          <p:spPr>
            <a:xfrm flipH="1" flipV="1">
              <a:off x="0" y="0"/>
              <a:ext cx="641834" cy="641834"/>
            </a:xfrm>
            <a:prstGeom prst="line">
              <a:avLst/>
            </a:prstGeom>
            <a:noFill/>
            <a:ln w="44450" cap="flat">
              <a:solidFill>
                <a:srgbClr val="3F3F3F">
                  <a:lumMod val="40000"/>
                  <a:lumOff val="60000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Lato Light"/>
              </a:endParaRPr>
            </a:p>
          </p:txBody>
        </p:sp>
      </p:grpSp>
      <p:sp>
        <p:nvSpPr>
          <p:cNvPr id="16" name="Shape 1754"/>
          <p:cNvSpPr/>
          <p:nvPr/>
        </p:nvSpPr>
        <p:spPr>
          <a:xfrm>
            <a:off x="9074719" y="2788930"/>
            <a:ext cx="1873453" cy="1872249"/>
          </a:xfrm>
          <a:prstGeom prst="ellipse">
            <a:avLst/>
          </a:prstGeom>
          <a:solidFill>
            <a:srgbClr val="3F3F3F">
              <a:lumMod val="75000"/>
            </a:srgbClr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p15="http://schemas.microsoft.com/office/powerpoint/2012/main" xmlns:p14="http://schemas.microsoft.com/office/powerpoint/2010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defRPr sz="8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 UltraLight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8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j-ea"/>
              <a:cs typeface="+mj-cs"/>
              <a:sym typeface="Helvetica Neue UltraLight"/>
            </a:endParaRPr>
          </a:p>
        </p:txBody>
      </p:sp>
      <p:sp>
        <p:nvSpPr>
          <p:cNvPr id="17" name="Shape 1755"/>
          <p:cNvSpPr/>
          <p:nvPr/>
        </p:nvSpPr>
        <p:spPr>
          <a:xfrm rot="10800000">
            <a:off x="6783754" y="4264373"/>
            <a:ext cx="749381" cy="750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501" y="0"/>
                </a:moveTo>
                <a:lnTo>
                  <a:pt x="11100" y="0"/>
                </a:lnTo>
                <a:cubicBezTo>
                  <a:pt x="16899" y="0"/>
                  <a:pt x="21600" y="4702"/>
                  <a:pt x="21600" y="10500"/>
                </a:cubicBezTo>
                <a:lnTo>
                  <a:pt x="21600" y="11100"/>
                </a:lnTo>
                <a:cubicBezTo>
                  <a:pt x="21600" y="16898"/>
                  <a:pt x="16899" y="21600"/>
                  <a:pt x="11100" y="21600"/>
                </a:cubicBezTo>
                <a:lnTo>
                  <a:pt x="10501" y="21600"/>
                </a:lnTo>
                <a:cubicBezTo>
                  <a:pt x="4702" y="21600"/>
                  <a:pt x="0" y="16898"/>
                  <a:pt x="0" y="11100"/>
                </a:cubicBezTo>
                <a:lnTo>
                  <a:pt x="0" y="10500"/>
                </a:lnTo>
                <a:cubicBezTo>
                  <a:pt x="0" y="4702"/>
                  <a:pt x="4702" y="0"/>
                  <a:pt x="10501" y="0"/>
                </a:cubicBezTo>
                <a:cubicBezTo>
                  <a:pt x="10501" y="0"/>
                  <a:pt x="10501" y="0"/>
                  <a:pt x="10501" y="0"/>
                </a:cubicBezTo>
                <a:close/>
              </a:path>
            </a:pathLst>
          </a:custGeom>
          <a:solidFill>
            <a:srgbClr val="F39C12">
              <a:lumMod val="60000"/>
              <a:lumOff val="40000"/>
            </a:srgbClr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p15="http://schemas.microsoft.com/office/powerpoint/2012/main" xmlns:p14="http://schemas.microsoft.com/office/powerpoint/2010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00000"/>
              </a:lnSpc>
              <a:spcBef>
                <a:spcPct val="0"/>
              </a:spcBef>
              <a:defRPr sz="2500" cap="all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2500" b="0" i="0" u="none" strike="noStrike" kern="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Light"/>
              <a:sym typeface="Helvetica Neue Light"/>
            </a:endParaRPr>
          </a:p>
        </p:txBody>
      </p:sp>
      <p:sp>
        <p:nvSpPr>
          <p:cNvPr id="18" name="Shape 1756"/>
          <p:cNvSpPr/>
          <p:nvPr/>
        </p:nvSpPr>
        <p:spPr>
          <a:xfrm rot="10800000">
            <a:off x="7640189" y="5008526"/>
            <a:ext cx="749381" cy="750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501" y="0"/>
                </a:moveTo>
                <a:lnTo>
                  <a:pt x="11100" y="0"/>
                </a:lnTo>
                <a:cubicBezTo>
                  <a:pt x="16899" y="0"/>
                  <a:pt x="21600" y="4702"/>
                  <a:pt x="21600" y="10500"/>
                </a:cubicBezTo>
                <a:lnTo>
                  <a:pt x="21600" y="11100"/>
                </a:lnTo>
                <a:cubicBezTo>
                  <a:pt x="21600" y="16898"/>
                  <a:pt x="16899" y="21600"/>
                  <a:pt x="11100" y="21600"/>
                </a:cubicBezTo>
                <a:lnTo>
                  <a:pt x="10501" y="21600"/>
                </a:lnTo>
                <a:cubicBezTo>
                  <a:pt x="4702" y="21600"/>
                  <a:pt x="0" y="16898"/>
                  <a:pt x="0" y="11100"/>
                </a:cubicBezTo>
                <a:lnTo>
                  <a:pt x="0" y="10500"/>
                </a:lnTo>
                <a:cubicBezTo>
                  <a:pt x="0" y="4702"/>
                  <a:pt x="4702" y="0"/>
                  <a:pt x="10501" y="0"/>
                </a:cubicBezTo>
                <a:cubicBezTo>
                  <a:pt x="10501" y="0"/>
                  <a:pt x="10501" y="0"/>
                  <a:pt x="10501" y="0"/>
                </a:cubicBezTo>
                <a:close/>
              </a:path>
            </a:pathLst>
          </a:custGeom>
          <a:solidFill>
            <a:srgbClr val="C0392B">
              <a:lumMod val="60000"/>
              <a:lumOff val="40000"/>
            </a:srgbClr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p15="http://schemas.microsoft.com/office/powerpoint/2012/main" xmlns:p14="http://schemas.microsoft.com/office/powerpoint/2010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00000"/>
              </a:lnSpc>
              <a:spcBef>
                <a:spcPct val="0"/>
              </a:spcBef>
              <a:defRPr sz="2500" cap="all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2500" b="0" i="0" u="none" strike="noStrike" kern="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Light"/>
              <a:sym typeface="Helvetica Neue Light"/>
            </a:endParaRPr>
          </a:p>
        </p:txBody>
      </p:sp>
      <p:sp>
        <p:nvSpPr>
          <p:cNvPr id="19" name="Shape 1757"/>
          <p:cNvSpPr/>
          <p:nvPr/>
        </p:nvSpPr>
        <p:spPr>
          <a:xfrm rot="10800000">
            <a:off x="7640189" y="1772611"/>
            <a:ext cx="749381" cy="750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501" y="0"/>
                </a:moveTo>
                <a:lnTo>
                  <a:pt x="11100" y="0"/>
                </a:lnTo>
                <a:cubicBezTo>
                  <a:pt x="16899" y="0"/>
                  <a:pt x="21600" y="4702"/>
                  <a:pt x="21600" y="10500"/>
                </a:cubicBezTo>
                <a:lnTo>
                  <a:pt x="21600" y="11100"/>
                </a:lnTo>
                <a:cubicBezTo>
                  <a:pt x="21600" y="16898"/>
                  <a:pt x="16899" y="21600"/>
                  <a:pt x="11100" y="21600"/>
                </a:cubicBezTo>
                <a:lnTo>
                  <a:pt x="10501" y="21600"/>
                </a:lnTo>
                <a:cubicBezTo>
                  <a:pt x="4702" y="21600"/>
                  <a:pt x="0" y="16898"/>
                  <a:pt x="0" y="11100"/>
                </a:cubicBezTo>
                <a:lnTo>
                  <a:pt x="0" y="10500"/>
                </a:lnTo>
                <a:cubicBezTo>
                  <a:pt x="0" y="4702"/>
                  <a:pt x="4702" y="0"/>
                  <a:pt x="10501" y="0"/>
                </a:cubicBezTo>
                <a:cubicBezTo>
                  <a:pt x="10501" y="0"/>
                  <a:pt x="10501" y="0"/>
                  <a:pt x="10501" y="0"/>
                </a:cubicBezTo>
                <a:close/>
              </a:path>
            </a:pathLst>
          </a:custGeom>
          <a:solidFill>
            <a:srgbClr val="2980B9">
              <a:lumMod val="60000"/>
              <a:lumOff val="40000"/>
            </a:srgbClr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p15="http://schemas.microsoft.com/office/powerpoint/2012/main" xmlns:p14="http://schemas.microsoft.com/office/powerpoint/2010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00000"/>
              </a:lnSpc>
              <a:spcBef>
                <a:spcPct val="0"/>
              </a:spcBef>
              <a:defRPr sz="2500" cap="all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2500" b="0" i="0" u="none" strike="noStrike" kern="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Light"/>
              <a:sym typeface="Helvetica Neue Light"/>
            </a:endParaRPr>
          </a:p>
        </p:txBody>
      </p:sp>
      <p:sp>
        <p:nvSpPr>
          <p:cNvPr id="20" name="Shape 1758"/>
          <p:cNvSpPr/>
          <p:nvPr/>
        </p:nvSpPr>
        <p:spPr>
          <a:xfrm rot="10800000">
            <a:off x="6783754" y="2474896"/>
            <a:ext cx="749381" cy="750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501" y="0"/>
                </a:moveTo>
                <a:lnTo>
                  <a:pt x="11100" y="0"/>
                </a:lnTo>
                <a:cubicBezTo>
                  <a:pt x="16899" y="0"/>
                  <a:pt x="21600" y="4702"/>
                  <a:pt x="21600" y="10500"/>
                </a:cubicBezTo>
                <a:lnTo>
                  <a:pt x="21600" y="11100"/>
                </a:lnTo>
                <a:cubicBezTo>
                  <a:pt x="21600" y="16898"/>
                  <a:pt x="16899" y="21600"/>
                  <a:pt x="11100" y="21600"/>
                </a:cubicBezTo>
                <a:lnTo>
                  <a:pt x="10501" y="21600"/>
                </a:lnTo>
                <a:cubicBezTo>
                  <a:pt x="4702" y="21600"/>
                  <a:pt x="0" y="16898"/>
                  <a:pt x="0" y="11100"/>
                </a:cubicBezTo>
                <a:lnTo>
                  <a:pt x="0" y="10500"/>
                </a:lnTo>
                <a:cubicBezTo>
                  <a:pt x="0" y="4702"/>
                  <a:pt x="4702" y="0"/>
                  <a:pt x="10501" y="0"/>
                </a:cubicBezTo>
                <a:cubicBezTo>
                  <a:pt x="10501" y="0"/>
                  <a:pt x="10501" y="0"/>
                  <a:pt x="10501" y="0"/>
                </a:cubicBezTo>
                <a:close/>
              </a:path>
            </a:pathLst>
          </a:custGeom>
          <a:solidFill>
            <a:srgbClr val="41B176">
              <a:lumMod val="60000"/>
              <a:lumOff val="40000"/>
            </a:srgbClr>
          </a:solidFill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p15="http://schemas.microsoft.com/office/powerpoint/2012/main" xmlns:p14="http://schemas.microsoft.com/office/powerpoint/2010/main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00000"/>
              </a:lnSpc>
              <a:spcBef>
                <a:spcPct val="0"/>
              </a:spcBef>
              <a:defRPr sz="2500" cap="all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2500" b="0" i="0" u="none" strike="noStrike" kern="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Light"/>
              <a:sym typeface="Helvetica Neue Light"/>
            </a:endParaRPr>
          </a:p>
        </p:txBody>
      </p:sp>
      <p:sp>
        <p:nvSpPr>
          <p:cNvPr id="21" name="Arrow: Chevron 33"/>
          <p:cNvSpPr/>
          <p:nvPr/>
        </p:nvSpPr>
        <p:spPr>
          <a:xfrm>
            <a:off x="1301678" y="1392835"/>
            <a:ext cx="3402871" cy="576597"/>
          </a:xfrm>
          <a:prstGeom prst="chevron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2" name="Arrow: Chevron 35"/>
          <p:cNvSpPr/>
          <p:nvPr/>
        </p:nvSpPr>
        <p:spPr>
          <a:xfrm>
            <a:off x="1301678" y="2235565"/>
            <a:ext cx="3402871" cy="576597"/>
          </a:xfrm>
          <a:prstGeom prst="chevron">
            <a:avLst/>
          </a:prstGeom>
          <a:solidFill>
            <a:srgbClr val="41B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3" name="Arrow: Chevron 36"/>
          <p:cNvSpPr/>
          <p:nvPr/>
        </p:nvSpPr>
        <p:spPr>
          <a:xfrm>
            <a:off x="1301678" y="3083272"/>
            <a:ext cx="3402871" cy="576597"/>
          </a:xfrm>
          <a:prstGeom prst="chevron">
            <a:avLst/>
          </a:prstGeom>
          <a:solidFill>
            <a:srgbClr val="9BBB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4" name="Arrow: Chevron 37"/>
          <p:cNvSpPr/>
          <p:nvPr/>
        </p:nvSpPr>
        <p:spPr>
          <a:xfrm>
            <a:off x="1301678" y="3926001"/>
            <a:ext cx="3402871" cy="576597"/>
          </a:xfrm>
          <a:prstGeom prst="chevron">
            <a:avLst/>
          </a:prstGeom>
          <a:solidFill>
            <a:srgbClr val="F39C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5" name="Arrow: Chevron 38"/>
          <p:cNvSpPr/>
          <p:nvPr/>
        </p:nvSpPr>
        <p:spPr>
          <a:xfrm>
            <a:off x="1301678" y="4712901"/>
            <a:ext cx="3402871" cy="576597"/>
          </a:xfrm>
          <a:prstGeom prst="chevron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6" name="Arrow: Chevron 39"/>
          <p:cNvSpPr/>
          <p:nvPr/>
        </p:nvSpPr>
        <p:spPr>
          <a:xfrm>
            <a:off x="1301678" y="5555631"/>
            <a:ext cx="3402871" cy="576597"/>
          </a:xfrm>
          <a:prstGeom prst="chevron">
            <a:avLst/>
          </a:prstGeom>
          <a:solidFill>
            <a:srgbClr val="954F7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7" name="TextBox 41"/>
          <p:cNvSpPr txBox="1"/>
          <p:nvPr/>
        </p:nvSpPr>
        <p:spPr>
          <a:xfrm>
            <a:off x="9382908" y="3494222"/>
            <a:ext cx="1257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b="1">
                <a:solidFill>
                  <a:prstClr val="white"/>
                </a:solidFill>
                <a:latin typeface="Lato"/>
              </a:rPr>
              <a:t>EFFECT</a:t>
            </a:r>
          </a:p>
        </p:txBody>
      </p:sp>
      <p:sp>
        <p:nvSpPr>
          <p:cNvPr id="28" name="TextBox 42"/>
          <p:cNvSpPr txBox="1"/>
          <p:nvPr/>
        </p:nvSpPr>
        <p:spPr>
          <a:xfrm>
            <a:off x="6796806" y="1958981"/>
            <a:ext cx="723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 b="1">
                <a:solidFill>
                  <a:srgbClr val="3F3F3F"/>
                </a:solidFill>
                <a:latin typeface="Lato"/>
              </a:rPr>
              <a:t>Cause</a:t>
            </a:r>
          </a:p>
        </p:txBody>
      </p:sp>
      <p:sp>
        <p:nvSpPr>
          <p:cNvPr id="29" name="TextBox 43"/>
          <p:cNvSpPr txBox="1"/>
          <p:nvPr/>
        </p:nvSpPr>
        <p:spPr>
          <a:xfrm>
            <a:off x="6060477" y="2721928"/>
            <a:ext cx="723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 b="1">
                <a:solidFill>
                  <a:srgbClr val="3F3F3F"/>
                </a:solidFill>
                <a:latin typeface="Lato"/>
              </a:rPr>
              <a:t>Cause</a:t>
            </a:r>
          </a:p>
        </p:txBody>
      </p:sp>
      <p:sp>
        <p:nvSpPr>
          <p:cNvPr id="30" name="TextBox 44"/>
          <p:cNvSpPr txBox="1"/>
          <p:nvPr/>
        </p:nvSpPr>
        <p:spPr>
          <a:xfrm>
            <a:off x="6016889" y="4407619"/>
            <a:ext cx="723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 b="1">
                <a:solidFill>
                  <a:srgbClr val="3F3F3F"/>
                </a:solidFill>
                <a:latin typeface="Lato"/>
              </a:rPr>
              <a:t>Cause</a:t>
            </a:r>
          </a:p>
        </p:txBody>
      </p:sp>
      <p:sp>
        <p:nvSpPr>
          <p:cNvPr id="31" name="TextBox 45"/>
          <p:cNvSpPr txBox="1"/>
          <p:nvPr/>
        </p:nvSpPr>
        <p:spPr>
          <a:xfrm>
            <a:off x="6846405" y="5202516"/>
            <a:ext cx="723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1600" b="1">
                <a:solidFill>
                  <a:srgbClr val="3F3F3F"/>
                </a:solidFill>
                <a:latin typeface="Lato"/>
              </a:rPr>
              <a:t>Cause</a:t>
            </a:r>
          </a:p>
        </p:txBody>
      </p:sp>
      <p:sp>
        <p:nvSpPr>
          <p:cNvPr id="32" name="TextBox 46"/>
          <p:cNvSpPr txBox="1"/>
          <p:nvPr/>
        </p:nvSpPr>
        <p:spPr>
          <a:xfrm>
            <a:off x="2342515" y="1472921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2000" b="1">
                <a:solidFill>
                  <a:srgbClr val="FFFFFF"/>
                </a:solidFill>
                <a:latin typeface="Lato"/>
              </a:rPr>
              <a:t>Insert text</a:t>
            </a:r>
          </a:p>
        </p:txBody>
      </p:sp>
      <p:sp>
        <p:nvSpPr>
          <p:cNvPr id="33" name="TextBox 47"/>
          <p:cNvSpPr txBox="1"/>
          <p:nvPr/>
        </p:nvSpPr>
        <p:spPr>
          <a:xfrm>
            <a:off x="2342515" y="2346381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2000" b="1">
                <a:solidFill>
                  <a:srgbClr val="FFFFFF"/>
                </a:solidFill>
                <a:latin typeface="Lato"/>
              </a:rPr>
              <a:t>Insert text</a:t>
            </a:r>
          </a:p>
        </p:txBody>
      </p:sp>
      <p:sp>
        <p:nvSpPr>
          <p:cNvPr id="34" name="TextBox 48"/>
          <p:cNvSpPr txBox="1"/>
          <p:nvPr/>
        </p:nvSpPr>
        <p:spPr>
          <a:xfrm>
            <a:off x="2342515" y="317878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2000" b="1">
                <a:solidFill>
                  <a:srgbClr val="FFFFFF"/>
                </a:solidFill>
                <a:latin typeface="Lato"/>
              </a:rPr>
              <a:t>Insert text</a:t>
            </a:r>
          </a:p>
        </p:txBody>
      </p:sp>
      <p:sp>
        <p:nvSpPr>
          <p:cNvPr id="35" name="TextBox 49"/>
          <p:cNvSpPr txBox="1"/>
          <p:nvPr/>
        </p:nvSpPr>
        <p:spPr>
          <a:xfrm>
            <a:off x="2342515" y="397096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2000" b="1">
                <a:solidFill>
                  <a:srgbClr val="FFFFFF"/>
                </a:solidFill>
                <a:latin typeface="Lato"/>
              </a:rPr>
              <a:t>Insert text</a:t>
            </a:r>
          </a:p>
        </p:txBody>
      </p:sp>
      <p:sp>
        <p:nvSpPr>
          <p:cNvPr id="36" name="TextBox 50"/>
          <p:cNvSpPr txBox="1"/>
          <p:nvPr/>
        </p:nvSpPr>
        <p:spPr>
          <a:xfrm>
            <a:off x="2342515" y="4825208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2000" b="1">
                <a:solidFill>
                  <a:srgbClr val="FFFFFF"/>
                </a:solidFill>
                <a:latin typeface="Lato"/>
              </a:rPr>
              <a:t>Insert text</a:t>
            </a:r>
          </a:p>
        </p:txBody>
      </p:sp>
      <p:sp>
        <p:nvSpPr>
          <p:cNvPr id="37" name="TextBox 51"/>
          <p:cNvSpPr txBox="1"/>
          <p:nvPr/>
        </p:nvSpPr>
        <p:spPr>
          <a:xfrm>
            <a:off x="2342515" y="5643874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2000" b="1">
                <a:solidFill>
                  <a:srgbClr val="FFFFFF"/>
                </a:solidFill>
                <a:latin typeface="Lato"/>
              </a:rPr>
              <a:t>Insert text</a:t>
            </a:r>
          </a:p>
        </p:txBody>
      </p:sp>
      <p:sp>
        <p:nvSpPr>
          <p:cNvPr id="38" name="Freeform 109"/>
          <p:cNvSpPr>
            <a:spLocks noEditPoints="1"/>
          </p:cNvSpPr>
          <p:nvPr/>
        </p:nvSpPr>
        <p:spPr bwMode="auto">
          <a:xfrm>
            <a:off x="7804535" y="1981836"/>
            <a:ext cx="420688" cy="331788"/>
          </a:xfrm>
          <a:custGeom>
            <a:avLst/>
            <a:gdLst>
              <a:gd name="T0" fmla="*/ 111 w 112"/>
              <a:gd name="T1" fmla="*/ 36 h 88"/>
              <a:gd name="T2" fmla="*/ 77 w 112"/>
              <a:gd name="T3" fmla="*/ 76 h 88"/>
              <a:gd name="T4" fmla="*/ 50 w 112"/>
              <a:gd name="T5" fmla="*/ 83 h 88"/>
              <a:gd name="T6" fmla="*/ 32 w 112"/>
              <a:gd name="T7" fmla="*/ 80 h 88"/>
              <a:gd name="T8" fmla="*/ 20 w 112"/>
              <a:gd name="T9" fmla="*/ 75 h 88"/>
              <a:gd name="T10" fmla="*/ 8 w 112"/>
              <a:gd name="T11" fmla="*/ 88 h 88"/>
              <a:gd name="T12" fmla="*/ 1 w 112"/>
              <a:gd name="T13" fmla="*/ 83 h 88"/>
              <a:gd name="T14" fmla="*/ 0 w 112"/>
              <a:gd name="T15" fmla="*/ 80 h 88"/>
              <a:gd name="T16" fmla="*/ 13 w 112"/>
              <a:gd name="T17" fmla="*/ 65 h 88"/>
              <a:gd name="T18" fmla="*/ 11 w 112"/>
              <a:gd name="T19" fmla="*/ 60 h 88"/>
              <a:gd name="T20" fmla="*/ 10 w 112"/>
              <a:gd name="T21" fmla="*/ 54 h 88"/>
              <a:gd name="T22" fmla="*/ 44 w 112"/>
              <a:gd name="T23" fmla="*/ 14 h 88"/>
              <a:gd name="T24" fmla="*/ 92 w 112"/>
              <a:gd name="T25" fmla="*/ 6 h 88"/>
              <a:gd name="T26" fmla="*/ 103 w 112"/>
              <a:gd name="T27" fmla="*/ 0 h 88"/>
              <a:gd name="T28" fmla="*/ 112 w 112"/>
              <a:gd name="T29" fmla="*/ 24 h 88"/>
              <a:gd name="T30" fmla="*/ 111 w 112"/>
              <a:gd name="T31" fmla="*/ 36 h 88"/>
              <a:gd name="T32" fmla="*/ 76 w 112"/>
              <a:gd name="T33" fmla="*/ 32 h 88"/>
              <a:gd name="T34" fmla="*/ 25 w 112"/>
              <a:gd name="T35" fmla="*/ 57 h 88"/>
              <a:gd name="T36" fmla="*/ 24 w 112"/>
              <a:gd name="T37" fmla="*/ 60 h 88"/>
              <a:gd name="T38" fmla="*/ 28 w 112"/>
              <a:gd name="T39" fmla="*/ 64 h 88"/>
              <a:gd name="T40" fmla="*/ 31 w 112"/>
              <a:gd name="T41" fmla="*/ 63 h 88"/>
              <a:gd name="T42" fmla="*/ 40 w 112"/>
              <a:gd name="T43" fmla="*/ 54 h 88"/>
              <a:gd name="T44" fmla="*/ 76 w 112"/>
              <a:gd name="T45" fmla="*/ 40 h 88"/>
              <a:gd name="T46" fmla="*/ 80 w 112"/>
              <a:gd name="T47" fmla="*/ 36 h 88"/>
              <a:gd name="T48" fmla="*/ 76 w 112"/>
              <a:gd name="T49" fmla="*/ 32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2" h="88">
                <a:moveTo>
                  <a:pt x="111" y="36"/>
                </a:moveTo>
                <a:cubicBezTo>
                  <a:pt x="107" y="55"/>
                  <a:pt x="94" y="68"/>
                  <a:pt x="77" y="76"/>
                </a:cubicBezTo>
                <a:cubicBezTo>
                  <a:pt x="69" y="81"/>
                  <a:pt x="59" y="83"/>
                  <a:pt x="50" y="83"/>
                </a:cubicBezTo>
                <a:cubicBezTo>
                  <a:pt x="44" y="83"/>
                  <a:pt x="37" y="82"/>
                  <a:pt x="32" y="80"/>
                </a:cubicBezTo>
                <a:cubicBezTo>
                  <a:pt x="29" y="79"/>
                  <a:pt x="23" y="75"/>
                  <a:pt x="20" y="75"/>
                </a:cubicBezTo>
                <a:cubicBezTo>
                  <a:pt x="17" y="75"/>
                  <a:pt x="13" y="88"/>
                  <a:pt x="8" y="88"/>
                </a:cubicBezTo>
                <a:cubicBezTo>
                  <a:pt x="4" y="88"/>
                  <a:pt x="3" y="86"/>
                  <a:pt x="1" y="83"/>
                </a:cubicBezTo>
                <a:cubicBezTo>
                  <a:pt x="1" y="82"/>
                  <a:pt x="0" y="82"/>
                  <a:pt x="0" y="80"/>
                </a:cubicBezTo>
                <a:cubicBezTo>
                  <a:pt x="0" y="74"/>
                  <a:pt x="13" y="69"/>
                  <a:pt x="13" y="65"/>
                </a:cubicBezTo>
                <a:cubicBezTo>
                  <a:pt x="13" y="65"/>
                  <a:pt x="11" y="61"/>
                  <a:pt x="11" y="60"/>
                </a:cubicBezTo>
                <a:cubicBezTo>
                  <a:pt x="10" y="58"/>
                  <a:pt x="10" y="56"/>
                  <a:pt x="10" y="54"/>
                </a:cubicBezTo>
                <a:cubicBezTo>
                  <a:pt x="10" y="34"/>
                  <a:pt x="26" y="20"/>
                  <a:pt x="44" y="14"/>
                </a:cubicBezTo>
                <a:cubicBezTo>
                  <a:pt x="56" y="10"/>
                  <a:pt x="84" y="14"/>
                  <a:pt x="92" y="6"/>
                </a:cubicBezTo>
                <a:cubicBezTo>
                  <a:pt x="96" y="3"/>
                  <a:pt x="98" y="0"/>
                  <a:pt x="103" y="0"/>
                </a:cubicBezTo>
                <a:cubicBezTo>
                  <a:pt x="110" y="0"/>
                  <a:pt x="112" y="18"/>
                  <a:pt x="112" y="24"/>
                </a:cubicBezTo>
                <a:cubicBezTo>
                  <a:pt x="112" y="28"/>
                  <a:pt x="112" y="32"/>
                  <a:pt x="111" y="36"/>
                </a:cubicBezTo>
                <a:close/>
                <a:moveTo>
                  <a:pt x="76" y="32"/>
                </a:moveTo>
                <a:cubicBezTo>
                  <a:pt x="54" y="32"/>
                  <a:pt x="40" y="41"/>
                  <a:pt x="25" y="57"/>
                </a:cubicBezTo>
                <a:cubicBezTo>
                  <a:pt x="25" y="58"/>
                  <a:pt x="24" y="59"/>
                  <a:pt x="24" y="60"/>
                </a:cubicBezTo>
                <a:cubicBezTo>
                  <a:pt x="24" y="62"/>
                  <a:pt x="26" y="64"/>
                  <a:pt x="28" y="64"/>
                </a:cubicBezTo>
                <a:cubicBezTo>
                  <a:pt x="29" y="64"/>
                  <a:pt x="30" y="64"/>
                  <a:pt x="31" y="63"/>
                </a:cubicBezTo>
                <a:cubicBezTo>
                  <a:pt x="34" y="60"/>
                  <a:pt x="37" y="57"/>
                  <a:pt x="40" y="54"/>
                </a:cubicBezTo>
                <a:cubicBezTo>
                  <a:pt x="51" y="44"/>
                  <a:pt x="61" y="40"/>
                  <a:pt x="76" y="40"/>
                </a:cubicBezTo>
                <a:cubicBezTo>
                  <a:pt x="78" y="40"/>
                  <a:pt x="80" y="38"/>
                  <a:pt x="80" y="36"/>
                </a:cubicBezTo>
                <a:cubicBezTo>
                  <a:pt x="80" y="34"/>
                  <a:pt x="78" y="32"/>
                  <a:pt x="76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39" name="Freeform 125"/>
          <p:cNvSpPr>
            <a:spLocks noEditPoints="1"/>
          </p:cNvSpPr>
          <p:nvPr/>
        </p:nvSpPr>
        <p:spPr bwMode="auto">
          <a:xfrm>
            <a:off x="6960800" y="4453756"/>
            <a:ext cx="395288" cy="371475"/>
          </a:xfrm>
          <a:custGeom>
            <a:avLst/>
            <a:gdLst>
              <a:gd name="T0" fmla="*/ 98 w 105"/>
              <a:gd name="T1" fmla="*/ 75 h 99"/>
              <a:gd name="T2" fmla="*/ 90 w 105"/>
              <a:gd name="T3" fmla="*/ 68 h 99"/>
              <a:gd name="T4" fmla="*/ 84 w 105"/>
              <a:gd name="T5" fmla="*/ 74 h 99"/>
              <a:gd name="T6" fmla="*/ 98 w 105"/>
              <a:gd name="T7" fmla="*/ 88 h 99"/>
              <a:gd name="T8" fmla="*/ 100 w 105"/>
              <a:gd name="T9" fmla="*/ 92 h 99"/>
              <a:gd name="T10" fmla="*/ 92 w 105"/>
              <a:gd name="T11" fmla="*/ 99 h 99"/>
              <a:gd name="T12" fmla="*/ 88 w 105"/>
              <a:gd name="T13" fmla="*/ 98 h 99"/>
              <a:gd name="T14" fmla="*/ 46 w 105"/>
              <a:gd name="T15" fmla="*/ 56 h 99"/>
              <a:gd name="T16" fmla="*/ 23 w 105"/>
              <a:gd name="T17" fmla="*/ 64 h 99"/>
              <a:gd name="T18" fmla="*/ 0 w 105"/>
              <a:gd name="T19" fmla="*/ 41 h 99"/>
              <a:gd name="T20" fmla="*/ 41 w 105"/>
              <a:gd name="T21" fmla="*/ 0 h 99"/>
              <a:gd name="T22" fmla="*/ 64 w 105"/>
              <a:gd name="T23" fmla="*/ 23 h 99"/>
              <a:gd name="T24" fmla="*/ 56 w 105"/>
              <a:gd name="T25" fmla="*/ 46 h 99"/>
              <a:gd name="T26" fmla="*/ 78 w 105"/>
              <a:gd name="T27" fmla="*/ 68 h 99"/>
              <a:gd name="T28" fmla="*/ 84 w 105"/>
              <a:gd name="T29" fmla="*/ 62 h 99"/>
              <a:gd name="T30" fmla="*/ 77 w 105"/>
              <a:gd name="T31" fmla="*/ 54 h 99"/>
              <a:gd name="T32" fmla="*/ 84 w 105"/>
              <a:gd name="T33" fmla="*/ 47 h 99"/>
              <a:gd name="T34" fmla="*/ 86 w 105"/>
              <a:gd name="T35" fmla="*/ 47 h 99"/>
              <a:gd name="T36" fmla="*/ 105 w 105"/>
              <a:gd name="T37" fmla="*/ 68 h 99"/>
              <a:gd name="T38" fmla="*/ 98 w 105"/>
              <a:gd name="T39" fmla="*/ 75 h 99"/>
              <a:gd name="T40" fmla="*/ 40 w 105"/>
              <a:gd name="T41" fmla="*/ 12 h 99"/>
              <a:gd name="T42" fmla="*/ 28 w 105"/>
              <a:gd name="T43" fmla="*/ 24 h 99"/>
              <a:gd name="T44" fmla="*/ 29 w 105"/>
              <a:gd name="T45" fmla="*/ 29 h 99"/>
              <a:gd name="T46" fmla="*/ 24 w 105"/>
              <a:gd name="T47" fmla="*/ 28 h 99"/>
              <a:gd name="T48" fmla="*/ 12 w 105"/>
              <a:gd name="T49" fmla="*/ 40 h 99"/>
              <a:gd name="T50" fmla="*/ 24 w 105"/>
              <a:gd name="T51" fmla="*/ 52 h 99"/>
              <a:gd name="T52" fmla="*/ 36 w 105"/>
              <a:gd name="T53" fmla="*/ 40 h 99"/>
              <a:gd name="T54" fmla="*/ 35 w 105"/>
              <a:gd name="T55" fmla="*/ 35 h 99"/>
              <a:gd name="T56" fmla="*/ 40 w 105"/>
              <a:gd name="T57" fmla="*/ 36 h 99"/>
              <a:gd name="T58" fmla="*/ 52 w 105"/>
              <a:gd name="T59" fmla="*/ 24 h 99"/>
              <a:gd name="T60" fmla="*/ 40 w 105"/>
              <a:gd name="T61" fmla="*/ 12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5" h="99">
                <a:moveTo>
                  <a:pt x="98" y="75"/>
                </a:moveTo>
                <a:cubicBezTo>
                  <a:pt x="97" y="75"/>
                  <a:pt x="91" y="69"/>
                  <a:pt x="90" y="68"/>
                </a:cubicBezTo>
                <a:cubicBezTo>
                  <a:pt x="84" y="74"/>
                  <a:pt x="84" y="74"/>
                  <a:pt x="84" y="74"/>
                </a:cubicBezTo>
                <a:cubicBezTo>
                  <a:pt x="98" y="88"/>
                  <a:pt x="98" y="88"/>
                  <a:pt x="98" y="88"/>
                </a:cubicBezTo>
                <a:cubicBezTo>
                  <a:pt x="99" y="89"/>
                  <a:pt x="100" y="90"/>
                  <a:pt x="100" y="92"/>
                </a:cubicBezTo>
                <a:cubicBezTo>
                  <a:pt x="100" y="95"/>
                  <a:pt x="96" y="99"/>
                  <a:pt x="92" y="99"/>
                </a:cubicBezTo>
                <a:cubicBezTo>
                  <a:pt x="91" y="99"/>
                  <a:pt x="89" y="99"/>
                  <a:pt x="88" y="98"/>
                </a:cubicBezTo>
                <a:cubicBezTo>
                  <a:pt x="46" y="56"/>
                  <a:pt x="46" y="56"/>
                  <a:pt x="46" y="56"/>
                </a:cubicBezTo>
                <a:cubicBezTo>
                  <a:pt x="39" y="61"/>
                  <a:pt x="31" y="64"/>
                  <a:pt x="23" y="64"/>
                </a:cubicBezTo>
                <a:cubicBezTo>
                  <a:pt x="10" y="64"/>
                  <a:pt x="0" y="55"/>
                  <a:pt x="0" y="41"/>
                </a:cubicBezTo>
                <a:cubicBezTo>
                  <a:pt x="0" y="21"/>
                  <a:pt x="21" y="0"/>
                  <a:pt x="41" y="0"/>
                </a:cubicBezTo>
                <a:cubicBezTo>
                  <a:pt x="55" y="0"/>
                  <a:pt x="64" y="9"/>
                  <a:pt x="64" y="23"/>
                </a:cubicBezTo>
                <a:cubicBezTo>
                  <a:pt x="64" y="31"/>
                  <a:pt x="61" y="39"/>
                  <a:pt x="56" y="46"/>
                </a:cubicBezTo>
                <a:cubicBezTo>
                  <a:pt x="78" y="68"/>
                  <a:pt x="78" y="68"/>
                  <a:pt x="78" y="68"/>
                </a:cubicBezTo>
                <a:cubicBezTo>
                  <a:pt x="84" y="62"/>
                  <a:pt x="84" y="62"/>
                  <a:pt x="84" y="62"/>
                </a:cubicBezTo>
                <a:cubicBezTo>
                  <a:pt x="83" y="61"/>
                  <a:pt x="77" y="56"/>
                  <a:pt x="77" y="54"/>
                </a:cubicBezTo>
                <a:cubicBezTo>
                  <a:pt x="77" y="53"/>
                  <a:pt x="83" y="47"/>
                  <a:pt x="84" y="47"/>
                </a:cubicBezTo>
                <a:cubicBezTo>
                  <a:pt x="85" y="47"/>
                  <a:pt x="85" y="47"/>
                  <a:pt x="86" y="47"/>
                </a:cubicBezTo>
                <a:cubicBezTo>
                  <a:pt x="88" y="50"/>
                  <a:pt x="105" y="66"/>
                  <a:pt x="105" y="68"/>
                </a:cubicBezTo>
                <a:cubicBezTo>
                  <a:pt x="105" y="69"/>
                  <a:pt x="100" y="75"/>
                  <a:pt x="98" y="75"/>
                </a:cubicBezTo>
                <a:close/>
                <a:moveTo>
                  <a:pt x="40" y="12"/>
                </a:moveTo>
                <a:cubicBezTo>
                  <a:pt x="34" y="12"/>
                  <a:pt x="28" y="17"/>
                  <a:pt x="28" y="24"/>
                </a:cubicBezTo>
                <a:cubicBezTo>
                  <a:pt x="28" y="26"/>
                  <a:pt x="29" y="28"/>
                  <a:pt x="29" y="29"/>
                </a:cubicBezTo>
                <a:cubicBezTo>
                  <a:pt x="28" y="28"/>
                  <a:pt x="26" y="28"/>
                  <a:pt x="24" y="28"/>
                </a:cubicBezTo>
                <a:cubicBezTo>
                  <a:pt x="18" y="28"/>
                  <a:pt x="12" y="33"/>
                  <a:pt x="12" y="40"/>
                </a:cubicBezTo>
                <a:cubicBezTo>
                  <a:pt x="12" y="47"/>
                  <a:pt x="18" y="52"/>
                  <a:pt x="24" y="52"/>
                </a:cubicBezTo>
                <a:cubicBezTo>
                  <a:pt x="31" y="52"/>
                  <a:pt x="36" y="47"/>
                  <a:pt x="36" y="40"/>
                </a:cubicBezTo>
                <a:cubicBezTo>
                  <a:pt x="36" y="38"/>
                  <a:pt x="36" y="36"/>
                  <a:pt x="35" y="35"/>
                </a:cubicBezTo>
                <a:cubicBezTo>
                  <a:pt x="37" y="36"/>
                  <a:pt x="38" y="36"/>
                  <a:pt x="40" y="36"/>
                </a:cubicBezTo>
                <a:cubicBezTo>
                  <a:pt x="47" y="36"/>
                  <a:pt x="52" y="31"/>
                  <a:pt x="52" y="24"/>
                </a:cubicBezTo>
                <a:cubicBezTo>
                  <a:pt x="52" y="17"/>
                  <a:pt x="47" y="12"/>
                  <a:pt x="40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40" name="Freeform 149"/>
          <p:cNvSpPr>
            <a:spLocks noEditPoints="1"/>
          </p:cNvSpPr>
          <p:nvPr/>
        </p:nvSpPr>
        <p:spPr bwMode="auto">
          <a:xfrm>
            <a:off x="6948100" y="2668246"/>
            <a:ext cx="420688" cy="363538"/>
          </a:xfrm>
          <a:custGeom>
            <a:avLst/>
            <a:gdLst>
              <a:gd name="T0" fmla="*/ 112 w 112"/>
              <a:gd name="T1" fmla="*/ 40 h 97"/>
              <a:gd name="T2" fmla="*/ 104 w 112"/>
              <a:gd name="T3" fmla="*/ 48 h 97"/>
              <a:gd name="T4" fmla="*/ 104 w 112"/>
              <a:gd name="T5" fmla="*/ 72 h 97"/>
              <a:gd name="T6" fmla="*/ 96 w 112"/>
              <a:gd name="T7" fmla="*/ 80 h 97"/>
              <a:gd name="T8" fmla="*/ 45 w 112"/>
              <a:gd name="T9" fmla="*/ 56 h 97"/>
              <a:gd name="T10" fmla="*/ 40 w 112"/>
              <a:gd name="T11" fmla="*/ 72 h 97"/>
              <a:gd name="T12" fmla="*/ 48 w 112"/>
              <a:gd name="T13" fmla="*/ 89 h 97"/>
              <a:gd name="T14" fmla="*/ 22 w 112"/>
              <a:gd name="T15" fmla="*/ 92 h 97"/>
              <a:gd name="T16" fmla="*/ 17 w 112"/>
              <a:gd name="T17" fmla="*/ 56 h 97"/>
              <a:gd name="T18" fmla="*/ 10 w 112"/>
              <a:gd name="T19" fmla="*/ 56 h 97"/>
              <a:gd name="T20" fmla="*/ 0 w 112"/>
              <a:gd name="T21" fmla="*/ 46 h 97"/>
              <a:gd name="T22" fmla="*/ 0 w 112"/>
              <a:gd name="T23" fmla="*/ 34 h 97"/>
              <a:gd name="T24" fmla="*/ 10 w 112"/>
              <a:gd name="T25" fmla="*/ 24 h 97"/>
              <a:gd name="T26" fmla="*/ 40 w 112"/>
              <a:gd name="T27" fmla="*/ 24 h 97"/>
              <a:gd name="T28" fmla="*/ 96 w 112"/>
              <a:gd name="T29" fmla="*/ 0 h 97"/>
              <a:gd name="T30" fmla="*/ 104 w 112"/>
              <a:gd name="T31" fmla="*/ 8 h 97"/>
              <a:gd name="T32" fmla="*/ 104 w 112"/>
              <a:gd name="T33" fmla="*/ 32 h 97"/>
              <a:gd name="T34" fmla="*/ 112 w 112"/>
              <a:gd name="T35" fmla="*/ 40 h 97"/>
              <a:gd name="T36" fmla="*/ 96 w 112"/>
              <a:gd name="T37" fmla="*/ 10 h 97"/>
              <a:gd name="T38" fmla="*/ 48 w 112"/>
              <a:gd name="T39" fmla="*/ 31 h 97"/>
              <a:gd name="T40" fmla="*/ 48 w 112"/>
              <a:gd name="T41" fmla="*/ 48 h 97"/>
              <a:gd name="T42" fmla="*/ 96 w 112"/>
              <a:gd name="T43" fmla="*/ 69 h 97"/>
              <a:gd name="T44" fmla="*/ 96 w 112"/>
              <a:gd name="T45" fmla="*/ 10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2" h="97">
                <a:moveTo>
                  <a:pt x="112" y="40"/>
                </a:moveTo>
                <a:cubicBezTo>
                  <a:pt x="112" y="44"/>
                  <a:pt x="108" y="48"/>
                  <a:pt x="104" y="48"/>
                </a:cubicBezTo>
                <a:cubicBezTo>
                  <a:pt x="104" y="72"/>
                  <a:pt x="104" y="72"/>
                  <a:pt x="104" y="72"/>
                </a:cubicBezTo>
                <a:cubicBezTo>
                  <a:pt x="104" y="76"/>
                  <a:pt x="100" y="80"/>
                  <a:pt x="96" y="80"/>
                </a:cubicBezTo>
                <a:cubicBezTo>
                  <a:pt x="84" y="70"/>
                  <a:pt x="67" y="58"/>
                  <a:pt x="45" y="56"/>
                </a:cubicBezTo>
                <a:cubicBezTo>
                  <a:pt x="37" y="58"/>
                  <a:pt x="35" y="67"/>
                  <a:pt x="40" y="72"/>
                </a:cubicBezTo>
                <a:cubicBezTo>
                  <a:pt x="35" y="79"/>
                  <a:pt x="41" y="84"/>
                  <a:pt x="48" y="89"/>
                </a:cubicBezTo>
                <a:cubicBezTo>
                  <a:pt x="44" y="97"/>
                  <a:pt x="28" y="97"/>
                  <a:pt x="22" y="92"/>
                </a:cubicBezTo>
                <a:cubicBezTo>
                  <a:pt x="18" y="81"/>
                  <a:pt x="13" y="70"/>
                  <a:pt x="17" y="56"/>
                </a:cubicBezTo>
                <a:cubicBezTo>
                  <a:pt x="10" y="56"/>
                  <a:pt x="10" y="56"/>
                  <a:pt x="10" y="56"/>
                </a:cubicBezTo>
                <a:cubicBezTo>
                  <a:pt x="4" y="56"/>
                  <a:pt x="0" y="51"/>
                  <a:pt x="0" y="46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28"/>
                  <a:pt x="4" y="24"/>
                  <a:pt x="10" y="24"/>
                </a:cubicBezTo>
                <a:cubicBezTo>
                  <a:pt x="40" y="24"/>
                  <a:pt x="40" y="24"/>
                  <a:pt x="40" y="24"/>
                </a:cubicBezTo>
                <a:cubicBezTo>
                  <a:pt x="64" y="24"/>
                  <a:pt x="84" y="10"/>
                  <a:pt x="96" y="0"/>
                </a:cubicBezTo>
                <a:cubicBezTo>
                  <a:pt x="100" y="0"/>
                  <a:pt x="104" y="3"/>
                  <a:pt x="104" y="8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8" y="32"/>
                  <a:pt x="112" y="35"/>
                  <a:pt x="112" y="40"/>
                </a:cubicBezTo>
                <a:close/>
                <a:moveTo>
                  <a:pt x="96" y="10"/>
                </a:moveTo>
                <a:cubicBezTo>
                  <a:pt x="79" y="22"/>
                  <a:pt x="63" y="29"/>
                  <a:pt x="48" y="31"/>
                </a:cubicBezTo>
                <a:cubicBezTo>
                  <a:pt x="48" y="48"/>
                  <a:pt x="48" y="48"/>
                  <a:pt x="48" y="48"/>
                </a:cubicBezTo>
                <a:cubicBezTo>
                  <a:pt x="63" y="50"/>
                  <a:pt x="79" y="57"/>
                  <a:pt x="96" y="69"/>
                </a:cubicBezTo>
                <a:lnTo>
                  <a:pt x="96" y="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sp>
        <p:nvSpPr>
          <p:cNvPr id="41" name="Freeform 160"/>
          <p:cNvSpPr>
            <a:spLocks noEditPoints="1"/>
          </p:cNvSpPr>
          <p:nvPr/>
        </p:nvSpPr>
        <p:spPr bwMode="auto">
          <a:xfrm>
            <a:off x="7823585" y="5191559"/>
            <a:ext cx="382588" cy="384175"/>
          </a:xfrm>
          <a:custGeom>
            <a:avLst/>
            <a:gdLst>
              <a:gd name="T0" fmla="*/ 97 w 102"/>
              <a:gd name="T1" fmla="*/ 87 h 102"/>
              <a:gd name="T2" fmla="*/ 88 w 102"/>
              <a:gd name="T3" fmla="*/ 96 h 102"/>
              <a:gd name="T4" fmla="*/ 75 w 102"/>
              <a:gd name="T5" fmla="*/ 102 h 102"/>
              <a:gd name="T6" fmla="*/ 62 w 102"/>
              <a:gd name="T7" fmla="*/ 96 h 102"/>
              <a:gd name="T8" fmla="*/ 50 w 102"/>
              <a:gd name="T9" fmla="*/ 83 h 102"/>
              <a:gd name="T10" fmla="*/ 44 w 102"/>
              <a:gd name="T11" fmla="*/ 71 h 102"/>
              <a:gd name="T12" fmla="*/ 50 w 102"/>
              <a:gd name="T13" fmla="*/ 58 h 102"/>
              <a:gd name="T14" fmla="*/ 44 w 102"/>
              <a:gd name="T15" fmla="*/ 52 h 102"/>
              <a:gd name="T16" fmla="*/ 31 w 102"/>
              <a:gd name="T17" fmla="*/ 58 h 102"/>
              <a:gd name="T18" fmla="*/ 19 w 102"/>
              <a:gd name="T19" fmla="*/ 52 h 102"/>
              <a:gd name="T20" fmla="*/ 6 w 102"/>
              <a:gd name="T21" fmla="*/ 39 h 102"/>
              <a:gd name="T22" fmla="*/ 0 w 102"/>
              <a:gd name="T23" fmla="*/ 27 h 102"/>
              <a:gd name="T24" fmla="*/ 6 w 102"/>
              <a:gd name="T25" fmla="*/ 14 h 102"/>
              <a:gd name="T26" fmla="*/ 15 w 102"/>
              <a:gd name="T27" fmla="*/ 5 h 102"/>
              <a:gd name="T28" fmla="*/ 28 w 102"/>
              <a:gd name="T29" fmla="*/ 0 h 102"/>
              <a:gd name="T30" fmla="*/ 40 w 102"/>
              <a:gd name="T31" fmla="*/ 5 h 102"/>
              <a:gd name="T32" fmla="*/ 53 w 102"/>
              <a:gd name="T33" fmla="*/ 18 h 102"/>
              <a:gd name="T34" fmla="*/ 58 w 102"/>
              <a:gd name="T35" fmla="*/ 31 h 102"/>
              <a:gd name="T36" fmla="*/ 53 w 102"/>
              <a:gd name="T37" fmla="*/ 44 h 102"/>
              <a:gd name="T38" fmla="*/ 58 w 102"/>
              <a:gd name="T39" fmla="*/ 49 h 102"/>
              <a:gd name="T40" fmla="*/ 71 w 102"/>
              <a:gd name="T41" fmla="*/ 44 h 102"/>
              <a:gd name="T42" fmla="*/ 84 w 102"/>
              <a:gd name="T43" fmla="*/ 49 h 102"/>
              <a:gd name="T44" fmla="*/ 97 w 102"/>
              <a:gd name="T45" fmla="*/ 62 h 102"/>
              <a:gd name="T46" fmla="*/ 102 w 102"/>
              <a:gd name="T47" fmla="*/ 75 h 102"/>
              <a:gd name="T48" fmla="*/ 97 w 102"/>
              <a:gd name="T49" fmla="*/ 87 h 102"/>
              <a:gd name="T50" fmla="*/ 45 w 102"/>
              <a:gd name="T51" fmla="*/ 26 h 102"/>
              <a:gd name="T52" fmla="*/ 32 w 102"/>
              <a:gd name="T53" fmla="*/ 13 h 102"/>
              <a:gd name="T54" fmla="*/ 28 w 102"/>
              <a:gd name="T55" fmla="*/ 12 h 102"/>
              <a:gd name="T56" fmla="*/ 23 w 102"/>
              <a:gd name="T57" fmla="*/ 13 h 102"/>
              <a:gd name="T58" fmla="*/ 14 w 102"/>
              <a:gd name="T59" fmla="*/ 22 h 102"/>
              <a:gd name="T60" fmla="*/ 12 w 102"/>
              <a:gd name="T61" fmla="*/ 27 h 102"/>
              <a:gd name="T62" fmla="*/ 14 w 102"/>
              <a:gd name="T63" fmla="*/ 31 h 102"/>
              <a:gd name="T64" fmla="*/ 27 w 102"/>
              <a:gd name="T65" fmla="*/ 44 h 102"/>
              <a:gd name="T66" fmla="*/ 31 w 102"/>
              <a:gd name="T67" fmla="*/ 46 h 102"/>
              <a:gd name="T68" fmla="*/ 36 w 102"/>
              <a:gd name="T69" fmla="*/ 44 h 102"/>
              <a:gd name="T70" fmla="*/ 31 w 102"/>
              <a:gd name="T71" fmla="*/ 37 h 102"/>
              <a:gd name="T72" fmla="*/ 37 w 102"/>
              <a:gd name="T73" fmla="*/ 31 h 102"/>
              <a:gd name="T74" fmla="*/ 44 w 102"/>
              <a:gd name="T75" fmla="*/ 35 h 102"/>
              <a:gd name="T76" fmla="*/ 46 w 102"/>
              <a:gd name="T77" fmla="*/ 31 h 102"/>
              <a:gd name="T78" fmla="*/ 45 w 102"/>
              <a:gd name="T79" fmla="*/ 26 h 102"/>
              <a:gd name="T80" fmla="*/ 89 w 102"/>
              <a:gd name="T81" fmla="*/ 70 h 102"/>
              <a:gd name="T82" fmla="*/ 76 w 102"/>
              <a:gd name="T83" fmla="*/ 57 h 102"/>
              <a:gd name="T84" fmla="*/ 71 w 102"/>
              <a:gd name="T85" fmla="*/ 56 h 102"/>
              <a:gd name="T86" fmla="*/ 67 w 102"/>
              <a:gd name="T87" fmla="*/ 58 h 102"/>
              <a:gd name="T88" fmla="*/ 71 w 102"/>
              <a:gd name="T89" fmla="*/ 65 h 102"/>
              <a:gd name="T90" fmla="*/ 65 w 102"/>
              <a:gd name="T91" fmla="*/ 71 h 102"/>
              <a:gd name="T92" fmla="*/ 58 w 102"/>
              <a:gd name="T93" fmla="*/ 66 h 102"/>
              <a:gd name="T94" fmla="*/ 56 w 102"/>
              <a:gd name="T95" fmla="*/ 71 h 102"/>
              <a:gd name="T96" fmla="*/ 58 w 102"/>
              <a:gd name="T97" fmla="*/ 75 h 102"/>
              <a:gd name="T98" fmla="*/ 71 w 102"/>
              <a:gd name="T99" fmla="*/ 88 h 102"/>
              <a:gd name="T100" fmla="*/ 75 w 102"/>
              <a:gd name="T101" fmla="*/ 90 h 102"/>
              <a:gd name="T102" fmla="*/ 79 w 102"/>
              <a:gd name="T103" fmla="*/ 88 h 102"/>
              <a:gd name="T104" fmla="*/ 89 w 102"/>
              <a:gd name="T105" fmla="*/ 79 h 102"/>
              <a:gd name="T106" fmla="*/ 90 w 102"/>
              <a:gd name="T107" fmla="*/ 75 h 102"/>
              <a:gd name="T108" fmla="*/ 89 w 102"/>
              <a:gd name="T109" fmla="*/ 7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2" h="102">
                <a:moveTo>
                  <a:pt x="97" y="87"/>
                </a:moveTo>
                <a:cubicBezTo>
                  <a:pt x="88" y="96"/>
                  <a:pt x="88" y="96"/>
                  <a:pt x="88" y="96"/>
                </a:cubicBezTo>
                <a:cubicBezTo>
                  <a:pt x="84" y="100"/>
                  <a:pt x="80" y="102"/>
                  <a:pt x="75" y="102"/>
                </a:cubicBezTo>
                <a:cubicBezTo>
                  <a:pt x="70" y="102"/>
                  <a:pt x="66" y="100"/>
                  <a:pt x="62" y="96"/>
                </a:cubicBezTo>
                <a:cubicBezTo>
                  <a:pt x="50" y="83"/>
                  <a:pt x="50" y="83"/>
                  <a:pt x="50" y="83"/>
                </a:cubicBezTo>
                <a:cubicBezTo>
                  <a:pt x="46" y="80"/>
                  <a:pt x="44" y="75"/>
                  <a:pt x="44" y="71"/>
                </a:cubicBezTo>
                <a:cubicBezTo>
                  <a:pt x="44" y="66"/>
                  <a:pt x="46" y="61"/>
                  <a:pt x="50" y="58"/>
                </a:cubicBezTo>
                <a:cubicBezTo>
                  <a:pt x="44" y="52"/>
                  <a:pt x="44" y="52"/>
                  <a:pt x="44" y="52"/>
                </a:cubicBezTo>
                <a:cubicBezTo>
                  <a:pt x="41" y="56"/>
                  <a:pt x="36" y="58"/>
                  <a:pt x="31" y="58"/>
                </a:cubicBezTo>
                <a:cubicBezTo>
                  <a:pt x="27" y="58"/>
                  <a:pt x="22" y="56"/>
                  <a:pt x="19" y="52"/>
                </a:cubicBezTo>
                <a:cubicBezTo>
                  <a:pt x="6" y="39"/>
                  <a:pt x="6" y="39"/>
                  <a:pt x="6" y="39"/>
                </a:cubicBezTo>
                <a:cubicBezTo>
                  <a:pt x="2" y="36"/>
                  <a:pt x="0" y="31"/>
                  <a:pt x="0" y="27"/>
                </a:cubicBezTo>
                <a:cubicBezTo>
                  <a:pt x="0" y="22"/>
                  <a:pt x="2" y="17"/>
                  <a:pt x="6" y="14"/>
                </a:cubicBezTo>
                <a:cubicBezTo>
                  <a:pt x="15" y="5"/>
                  <a:pt x="15" y="5"/>
                  <a:pt x="15" y="5"/>
                </a:cubicBezTo>
                <a:cubicBezTo>
                  <a:pt x="18" y="1"/>
                  <a:pt x="23" y="0"/>
                  <a:pt x="28" y="0"/>
                </a:cubicBezTo>
                <a:cubicBezTo>
                  <a:pt x="32" y="0"/>
                  <a:pt x="37" y="2"/>
                  <a:pt x="40" y="5"/>
                </a:cubicBezTo>
                <a:cubicBezTo>
                  <a:pt x="53" y="18"/>
                  <a:pt x="53" y="18"/>
                  <a:pt x="53" y="18"/>
                </a:cubicBezTo>
                <a:cubicBezTo>
                  <a:pt x="57" y="21"/>
                  <a:pt x="58" y="26"/>
                  <a:pt x="58" y="31"/>
                </a:cubicBezTo>
                <a:cubicBezTo>
                  <a:pt x="58" y="36"/>
                  <a:pt x="56" y="40"/>
                  <a:pt x="53" y="44"/>
                </a:cubicBezTo>
                <a:cubicBezTo>
                  <a:pt x="58" y="49"/>
                  <a:pt x="58" y="49"/>
                  <a:pt x="58" y="49"/>
                </a:cubicBezTo>
                <a:cubicBezTo>
                  <a:pt x="62" y="46"/>
                  <a:pt x="66" y="44"/>
                  <a:pt x="71" y="44"/>
                </a:cubicBezTo>
                <a:cubicBezTo>
                  <a:pt x="76" y="44"/>
                  <a:pt x="81" y="46"/>
                  <a:pt x="84" y="49"/>
                </a:cubicBezTo>
                <a:cubicBezTo>
                  <a:pt x="97" y="62"/>
                  <a:pt x="97" y="62"/>
                  <a:pt x="97" y="62"/>
                </a:cubicBezTo>
                <a:cubicBezTo>
                  <a:pt x="100" y="65"/>
                  <a:pt x="102" y="70"/>
                  <a:pt x="102" y="75"/>
                </a:cubicBezTo>
                <a:cubicBezTo>
                  <a:pt x="102" y="79"/>
                  <a:pt x="100" y="84"/>
                  <a:pt x="97" y="87"/>
                </a:cubicBezTo>
                <a:close/>
                <a:moveTo>
                  <a:pt x="45" y="26"/>
                </a:moveTo>
                <a:cubicBezTo>
                  <a:pt x="32" y="13"/>
                  <a:pt x="32" y="13"/>
                  <a:pt x="32" y="13"/>
                </a:cubicBezTo>
                <a:cubicBezTo>
                  <a:pt x="31" y="12"/>
                  <a:pt x="29" y="12"/>
                  <a:pt x="28" y="12"/>
                </a:cubicBezTo>
                <a:cubicBezTo>
                  <a:pt x="26" y="12"/>
                  <a:pt x="24" y="12"/>
                  <a:pt x="23" y="13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4"/>
                  <a:pt x="12" y="25"/>
                  <a:pt x="12" y="27"/>
                </a:cubicBezTo>
                <a:cubicBezTo>
                  <a:pt x="12" y="28"/>
                  <a:pt x="13" y="30"/>
                  <a:pt x="14" y="31"/>
                </a:cubicBezTo>
                <a:cubicBezTo>
                  <a:pt x="27" y="44"/>
                  <a:pt x="27" y="44"/>
                  <a:pt x="27" y="44"/>
                </a:cubicBezTo>
                <a:cubicBezTo>
                  <a:pt x="28" y="45"/>
                  <a:pt x="30" y="46"/>
                  <a:pt x="31" y="46"/>
                </a:cubicBezTo>
                <a:cubicBezTo>
                  <a:pt x="33" y="46"/>
                  <a:pt x="35" y="45"/>
                  <a:pt x="36" y="44"/>
                </a:cubicBezTo>
                <a:cubicBezTo>
                  <a:pt x="34" y="42"/>
                  <a:pt x="31" y="40"/>
                  <a:pt x="31" y="37"/>
                </a:cubicBezTo>
                <a:cubicBezTo>
                  <a:pt x="31" y="33"/>
                  <a:pt x="34" y="31"/>
                  <a:pt x="37" y="31"/>
                </a:cubicBezTo>
                <a:cubicBezTo>
                  <a:pt x="41" y="31"/>
                  <a:pt x="42" y="33"/>
                  <a:pt x="44" y="35"/>
                </a:cubicBezTo>
                <a:cubicBezTo>
                  <a:pt x="46" y="34"/>
                  <a:pt x="46" y="32"/>
                  <a:pt x="46" y="31"/>
                </a:cubicBezTo>
                <a:cubicBezTo>
                  <a:pt x="46" y="29"/>
                  <a:pt x="46" y="27"/>
                  <a:pt x="45" y="26"/>
                </a:cubicBezTo>
                <a:close/>
                <a:moveTo>
                  <a:pt x="89" y="70"/>
                </a:moveTo>
                <a:cubicBezTo>
                  <a:pt x="76" y="57"/>
                  <a:pt x="76" y="57"/>
                  <a:pt x="76" y="57"/>
                </a:cubicBezTo>
                <a:cubicBezTo>
                  <a:pt x="74" y="56"/>
                  <a:pt x="73" y="56"/>
                  <a:pt x="71" y="56"/>
                </a:cubicBezTo>
                <a:cubicBezTo>
                  <a:pt x="69" y="56"/>
                  <a:pt x="68" y="56"/>
                  <a:pt x="67" y="58"/>
                </a:cubicBezTo>
                <a:cubicBezTo>
                  <a:pt x="69" y="60"/>
                  <a:pt x="71" y="61"/>
                  <a:pt x="71" y="65"/>
                </a:cubicBezTo>
                <a:cubicBezTo>
                  <a:pt x="71" y="68"/>
                  <a:pt x="69" y="71"/>
                  <a:pt x="65" y="71"/>
                </a:cubicBezTo>
                <a:cubicBezTo>
                  <a:pt x="62" y="71"/>
                  <a:pt x="60" y="68"/>
                  <a:pt x="58" y="66"/>
                </a:cubicBezTo>
                <a:cubicBezTo>
                  <a:pt x="57" y="67"/>
                  <a:pt x="56" y="69"/>
                  <a:pt x="56" y="71"/>
                </a:cubicBezTo>
                <a:cubicBezTo>
                  <a:pt x="56" y="72"/>
                  <a:pt x="57" y="74"/>
                  <a:pt x="58" y="75"/>
                </a:cubicBezTo>
                <a:cubicBezTo>
                  <a:pt x="71" y="88"/>
                  <a:pt x="71" y="88"/>
                  <a:pt x="71" y="88"/>
                </a:cubicBezTo>
                <a:cubicBezTo>
                  <a:pt x="72" y="89"/>
                  <a:pt x="74" y="90"/>
                  <a:pt x="75" y="90"/>
                </a:cubicBezTo>
                <a:cubicBezTo>
                  <a:pt x="77" y="90"/>
                  <a:pt x="78" y="89"/>
                  <a:pt x="79" y="88"/>
                </a:cubicBezTo>
                <a:cubicBezTo>
                  <a:pt x="89" y="79"/>
                  <a:pt x="89" y="79"/>
                  <a:pt x="89" y="79"/>
                </a:cubicBezTo>
                <a:cubicBezTo>
                  <a:pt x="90" y="78"/>
                  <a:pt x="90" y="76"/>
                  <a:pt x="90" y="75"/>
                </a:cubicBezTo>
                <a:cubicBezTo>
                  <a:pt x="90" y="73"/>
                  <a:pt x="90" y="71"/>
                  <a:pt x="89" y="7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ato Ligh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43" name="文本框 42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鱼骨图图表系列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266013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 animBg="1"/>
      <p:bldP spid="39" grpId="0" animBg="1"/>
      <p:bldP spid="40" grpId="0" animBg="1"/>
      <p:bldP spid="4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5485"/>
  <p:tag name="AS_OS" val="Microsoft Windows NT 6.1.7601 Service Pack 1"/>
  <p:tag name="AS_RELEASE_DATE" val="2018.04.09"/>
  <p:tag name="AS_TITLE" val="Aspose.Slides for .NET 2.0"/>
  <p:tag name="AS_VERSION" val="18.4"/>
  <p:tag name="ISPRING_PLAYERS_CUSTOMIZATION" val="UEsDBBQAAgAIAFp1bkk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BadW5Jv6YZjj0EAAA0EwAAJwAAAHVuaXZlcnNhbC9mbGFzaF9wdWJsaXNoaW5nX3NldHRpbmdzLnhtbNVYX3MaNxB/51NorpPHgJ3areMBPNg+xkwwULjUyRMj7hZOtU66SjoIeeqn6QfrJ+kKGXzYji3ckmmHYeBWu7/9L62ufvYl42QOSjMpGsFh9SAgIGKZMDFrBB+j9tuTgGhDRUK5FNAIhAzIWbNSz4sJZzodgTHIqgnCCH2am0aQGpOf1mqLxaLKdK7squSFQXxdjWVWyxVoEAZULed0iT9mmYMO7hA8APCbSXEn1qxUCKk7pGuZFBwIS9BywaxTlLc51WlQc2wTGt/OlCxEciG5VETNJo3gh5OW/ax5HNQly0DYmOgmEi3ZnNIkYdYKykfsK5AU2CxFcw8PjgKyYIlJG8G7IwuD7LXHMCtw5zu1MBcSgyDMHX4GhibUUPfoFCqYgsJsgG4aVQCCbtFKnAa+mA3BkZKloBmLI1whNlSN4DIaD8N2OAx7F+H447DrTPWWiDpRN/SSGQzDUdiLwuH4vNPfUeI1WsLrVqe7o8xNeD7qRLtq6rWudxUZXPV7fjJXnwfhsNvpfRhH/X436gzupVapLyW5XtuulzrWlSzUVlWs22yQSiMfFIcGg23OqZpBJNsMq3hKuYaA/JbD7JeCcmaWtrJxN7gFyFs6h9gMbdk2AluKwT2cA0TTUFmpJ443PfH+aMv7mlNf8uxpQ+vUGBqn2D9mXf5lypprKsVW5dtnMpE82bgE2QSSHs2gtCuMbploI+dhQKaYCI7OthSjPCDMoPPxRlgXE22YWe0+7TInQSzcJoFcjx4FI06pQhd1mX4Xd9v6cTMUCblUdIFbm4uHI3+LfQDCh+0KY89t/EH5sIeK6h04SYtzH+bhuhJ9mK+pugVFIim5F/9gXSukI6bSy/aMMi+7b2CimQEf1nPmpfpGFjwhS1kQzm6BGEnQ+iLDfymQ8klApkpmKyoeVoZozrCu5gwWkJz5KPqMKrICJfFkzDkYp+H3gn0lE5hKhbhA51hsSGfa4Vd3As6p1vegdG3jm1G3cxmOO73L8NMb6yBN5hTPpt3Asa0hy81e8OmSCGnWchiOmBZYyzYpCUtWaz6+VV+fBs2ygrs0/9vJKEHvMSX70bJLYl60wFttSuerRrTNtYLGFmSYEoeJCzEeCkwU4AsYU0Gk4EtCY9zytG3rOZOFRoprYAetX2+hkydMrJ5meIChRpWA8oI8OHz349HxTz+fvD+t1v7648+3zwrdjSUDTq06N5dcPDsDeks+mDdfkPvmBOktt6ulz0yT3pJPzJTesg8nS2/BR/PlC5LPTJmb+ezxAFOv2cHq6TlrNRD+F8csDNKvPk3SCz9FXv0Zjrzg+j5c/Q+e05SdGAalacHLBDxhZm7HxDOGswwnm+S77Rf7qepXVOY/ugG4st5PZfqG+Tt34//GZfe0uQxv3X43N8rttyx2JWOCZRgIe6RuXs00j48O8D795FKlgmjbb7qalb8BUEsDBBQAAgAIAFp1bknYxnWJuAIAAE8KAAAhAAAAdW5pdmVyc2FsL2ZsYXNoX3NraW5fc2V0dGluZ3MueG1slVZtb9owEP6+X4HYd9K90kkpEqVMqtSt1Vr1u5MciYVjR7ZDx7+fz7EbGwhkWJXw3fOcz+fnjqZqS/niw2SS5oIJ+QxaU14qtHjbhBY306zVWvBZLrgGrmdcyJqw6eLjT/tJE4u8xBI7kGM5G5JDf8zcfsZQ3Bnf5riGCLmoG8L3D6IUs4zk21KKlhcXU6v2DUhG+dYgr37MV+vBAxhV+l5DHeW0vsY1jtJIUAowpe9rXBdZjGTA/ElX9jOS0x91/vYHtB1VVFva8hOuIVpDSoiLfL3ENYznJnr8KnNc5wka/moD/fIZ1yCUkT3IOPjdV1yDDNG0zf9opJGixILGnPOP+M5hghSm/TCrK1wXCXghPOjiK7jy2LveBSD3Nez7FNtVCvaEdT0YCPjoGYOFli2kid91PlWJt8dWm/6AxYYwZQChqQc9maSfSKt8mNjW4/7AG+VFAHKGHvEqWFvDqss3AMb2Hr9a3dpREeb3bgsSlLBzxiDD3tgjf5uyHiEDY498ZrSAR872R/BDT8fxT3xL3GOer77xAidm6+vld96LJz1g46rgaGfwmFoUsFCYzgutAV8tTaytSyk5yinlZEdLoqngvxCX7e1lVJocOJzSTusq1VQzOCU3m6MZ0uF72f1lNXa/Cf3duv1EmxF+MyVak7yqzW+Smk4cz/SICTNNTjNwSBo4yHu+ESM5NZFbkC9CsLGncKEhxNprD4FF11hD8DQJSpAmp2ucuiCnis/bOgO5Nm9GwYsmtnW4ipYVM3/6lcIbFDFhwNkxdWXCcULfNRkYnACAyLzyiu02nadumaYMduD7PjDYCw/dLFVGoUNiW+oH2OhQbs4ySo9uTPRCCXGx4wTh1eQl4oETOmLJu8Cx5jXJlL1Z1PV+APeRo5HsJxlKLxxidu+UFAU2/uMKGiP+I/kPUEsDBBQAAgAIAFp1bkn9pNYkEAQAAEUSAAAmAAAAdW5pdmVyc2FsL2h0bWxfcHVibGlzaGluZ19zZXR0aW5ncy54bWzNWFFzGjcQfvev0Fwnj+Hs1GkdD+DB5jxmgoHCpU6eGHG3cKp10kXSQchTf01/WH9JVwgw2A4WHjvTYTz4Vrvf7mp3pe+onn3LOZmC0kyKWnBUOQwIiESmTExqwaf48u1JQLShIqVcCqgFQgbkrH5QLcoRZzobgDGoqgnCCH1amFqQGVOchuFsNqswXSi7KnlpEF9XEpmHhQINwoAKC07n+GXmBehgieABgH+5FEuz+sEBIVWHdC3TkgNhKUYumE2K8iuT8yB0WiOa3E6ULEV6IblURE1GteCXk4b9rHQcUpPlIOyW6DoKrdic0jRlNgjKB+w7kAzYJMNojw6PAzJjqclqwbtjC4Pq4UOYBbhLnVqYC4l7IMwSPwdDU2qoe3QOFYxBYTFA140qAUG3ZBuaBr6ZtcCJ0rmgOUtiXCF2p2pBMx72o8uoH3UuouGnftuF6m0Rt+J25GXT60eDqBNH/eF5q7unxXO8RNeNVntPm5vofNCK9/XUaVzva9K76nb8bK6+9KJ+u9X5OIy73Xbc6t1ZLUq/UeRquN0vVewrWaqtrlhNWS+TRt5rDg0Gp5xTNYFYXjLs4jHlGgLyVwGTP0rKmZnbzsbD4BagaOgCEtO3bVsLbCsGd3AOEENDZxsz8X49Ex+Ot7IPnfuNzB4PtEqNoUmG82NW7b8pWWmNpdjqfPtMRpKn65TGuNMcs2koRnlAmMHskvWqsXtgLhnHGljbo8pYmAfpJRlVGLTelC930g5zUo9ESpqKzvCschk68Y/UeyB81K5wN7ndUVA+6pGieg9N0uDcR7m/6i0f5WuqbkGRWErupd9bVZ+0xFh6xZ5T5hX3DYw0M+Cjes68XN/IkqdkLkvC2S0QIwlGX+b4XwZk82wnYyXzhZRTbYjmLAUyZTCD9MzH0Rd0kZdoiVddwcE4D19L9p2MYCwV4gKdYrOhnGmHX9kLuKBa34HSVYxvBu1WMxq2Os3o8xubIE2nFG+b/cBxUCEvzKvg0zkR0qzscDsSWmIv26KkLF2s+eRWeX4ZNMtL7sr80sXYgH7FkryOl30K82QE3m4zOl0Moh2uBTSOIMOSOExcSPBQZ6IEX8CECiIFnxOa4JGn7VhPmSw1StwAO2j9/AidPWFi8TRBnooeVQrKC/Lw6N2vx+9/+/3kw2kl/Pfvf97uNFoSjR6n1p1jGhc7WZ235T0G+YTdDzmht92+ke7gh96Wj7BEb9v7XNHb8AFjfMJyB29cM66HBKYaWrrzOHNaULyfQ5ww7T992r4TfY69Ji4aeMF1fbS6Hz35keUAvY373ysEvDMm7gzEW4OzHLlK+tNOgNfp02f02m6W7jrxhXrNd+NeemL+v0m4p/VL5dZb5PrNbPvXigOUb//0Uz/4D1BLAwQUAAIACABadW5JWa6DGqEBAAAsBgAAHwAAAHVuaXZlcnNhbC9odG1sX3NraW5fc2V0dGluZ3MuanONlE1vwjAMhu/8iiq7Toh9wnZDg0lIHCaN27RDKKZUpHGUhA6G+O+rw1fTpoP40rx9+jp25WxbUbFYzKLXaOue3f7D3zsNSLN6Bbe+Lhr0jHRmRDqDSZqBSCWwCpIfPz3JuzMRMmbSmU43n2RrSn4M6c2cC1PGVcBCBzQT0PKA9hPQ1qHEv15lh6r2FZXaPF1Zi7Ido7QgbVuizrhj2M27W+UCKzDmoC+gcx6DZ9p1q4k8Oz51KcpcjJnicjPGBNtTHi8TjSs5a8q/2CjQxQ9f7oHOS/dt6NmJ1NiRhayaeNijaCaVBmPgkPd5SBGEBZ+CKPl23PoH9YzrBVXoPDWpPdL9O4oyrXgCtS71+hQ+JguvWje7FHXOwtruiYd7Co8QfAO6ZjV4pPBAVCt1xQ9UGhPqSA2t9/yECuSzVCaH1B2KIEeHJdum7p0LdccfMG+EsDJCi8BEZk0XxxVTb4ODaypZx6GZFyExlBcDmgp9nJ9E7zS2eo3Q/iti3FoeL7LidihuRuo4mOIZ9EjOkYSM6yXoCaIo6vm+dHL/ct61dn9QSwMEFAACAAgAWnVuST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WnVuSQzStqxuAAAAbgAAABwAAAB1bml2ZXJzYWwvbG9jYWxfc2V0dGluZ3MueG1ss7GvyM1RKEstKs7Mz7NVMtQzUFJIzUvOT8nMS7dVCg1x07VQUiguScxLSczJz0u1VcrLV1Kwt+OyyclPTswJTi0pASosVijISaxMLQpJzQUySlL9EnOBKp+2rnjZvEJBV+HJ/nXPpuxU0rfjAgB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WnVuSTXb2a1oAQAA8wIAACkAAAB1bml2ZXJzYWwvc2tpbl9jdXN0b21pemF0aW9uX3NldHRpbmdzLnhtbI1S22obMRB9z1eI/IAljW4LW4OuxZCHQhPyvPWqYYmjLSuFhKKPrzatcdy6tJqnmXPmDDM6fX6ckn3OZX6avg9lmtPnWMqUHvL2CqF+Px/m5dMScyx5c6rcT2mcX3bp67zWWjWXIY3DMtoVzVuMwttDSmrlVMuYYRRJ5qlXyHluG9aB68A2zFFi+81vEj91l7iPqVxW7Tdn6J8Nu5TjUnZpjK9bOGe/h843+LgM49R4eSvYGvU4tTq2BmKES+4r1QAgkOWOOFyl7KQmyGPGMVSjKFBAhHPSiUok5dCy0ImmwnwnEJOMUVepp60baW0ctVVCR4hu07zqbA3BSIwRIQSYq1xAMBg1NjQNDWo9IDgwIKo2mihAwQYTWPXOC8uRol5gXJkxgPHpuKft3p/rVP3vdY7n/IfgxS+4iK7e2lwwV79/XpZGvo1P3w5DiejLkONu/HAd7m5urn958s2/R8Zq1LbxX339A1BLAwQUAAIACABbdW5JEqq4V0YWAAAKLgAAFwAAAHVuaXZlcnNhbC91bml2ZXJzYWwucG5n7Vr7X9Jn36ds022ma92bmiiWTds0DVweUmFOp3XncuugYR5mgGSaiuYBBem2dVp4KEskTWu7557NU6ipKGJNAwyUlVNTRCpOS1RSAkQEni+2ve49r2ev5/kH/IHXl+t6X4f353O9r+vzub5w6csDERvf3vI2CATauG9v2EEQaAMaBLK4bfUmUHNHkx0JPNZlH4z4DNQ8DH4BFDZgQ74IAYFoZe+sJL0BlN/K3IvMBoHeO23+rJtOhuSDQDvr9oWFHM5PmBPGX27CPGMvGG4Q1jFBURa231W89NxW9vHeHR+HBVq9Y/1T+SvOjn//l8UVF9uHnu9ab7LeFgzdcHt2B+SxTJQxs0iaE6QONVKRik6tM8KPUHV3Xq7+pFAooo9P+h2of9ZviwjCmwzaqOlCZe8hJUNlA/ABUXYt/zN2/w1uEOEfaBju7i5zXQxFAzs/4qK6bwnxxG4AKp5mPv76wFlen8mglFqbW4ATYnkbIUfWA19/33eZvjDfo/RyN5cy81OgftGbzW38nUNkvtdM7yl08rrEA+Jl1ZIFCBRHKuad4qzTuVezIcC4y4F7y/GvHkVkLM628ffcYhSz1umURdqeMryiqbNSlWBpRyd6M5eev1hp6dVMZi3TdjubGAfqipZfSNvJot1zQUjlbWXnLHdFj8mdMIBbS4+p/YFZ6tIs34LlCXPGBy1sg14+Cnls0IpIWSKi9mbsEH9ii6VEpJ/WHuhH/hJaBFf/duhHcUKRTipd6fylIgqOv3NWOtVBHFOzHDNqhguFZyMT2mglh+m1CxTiXPJEqFIPRs/T5bUjRMfxli3oUlofYKve/2j5hPNvknvzgHODg5/UsbOZ0eUTb14YqAorx081tWeETbCZiodBlw41pOxscqkYl/uekCxfdFYtEZ0CM8n2bTdyHYoB12Y2gHdywmyWWPcP/cIT5omIezIktzJ4lBQ6vH7I8lJU0MJAhNgV+5wMVGTkrYwGUbKfal7229YNV8wlT/k/AYtZrRRhJ4p+JMRt3AdOYVN9ECvPbKPYH97BxHnZUuGVQ+3QjCJZZAV0p3aCMeX/jjt3O6ikLVuWooKhEPxYfm6iT5FvizuFpOMmFrXXppkgpiU2Oz1RNgRD9T6yijaTH/NlkMeHguAtPy2s8BVoBqu1jOrdoqIxV8D6WraHqoz9kapUPZC/s2msYsGDmpFGqmxbjFaUEkkXeAoOs7E2AvDZhaxrZZ6f26Rn7fK1Kd68W2axFDCGnvQ/swVC5YQcrBySQhPrh7ZieBQutOMmNyDTUZUcPJHbXEbkaMLz6TxmCb7s9vvoxfiP6Bnnw77FHYuo4dw/XS/tcI/cHocuKEperqrk6qgppOWRugMt8qzKOr7/YDutllZC5rbPRtWX4NnL2fg6NZnopOLJcqRZ6akaP657K1pArcTLzuoiuQxxLja2w68eEurBQTuqUj9BqAj8JUYRzIuiKrDnSuHDrahYL/enZIOTYshwTcrqZqtptQsFPNSdWL5Xg0tFDr9lrhHVGCjgd/P1TldzyCJLWslBs+m5v7pUnK0Cz4YZPw62+ZUdEmdDOA/NqJd/usMSIXZJ4YQcllWzpQXHo7zKckpTqCRwPoaIYnKyBDmYCe68AHq3mBddzPZv+/BRUqnrWx9Qay2mtlrSXKPROvC7ZWwC5xW5jsItYNvJk51Q07RaXDDFxwRXULU5mIRxQkBt4Ty9bNt+VhnxoTRg/QOrEFVXaOqbVEY62+EjHVVexMpADVi5X8H4pMcNp57gURRIbAJClb215QEZori4UHj8bm18a6LApQLnyrK+hEBqmX2h4b8NrgjkwPFxDwqWuu4PeHnDtAVu05X1tP36i4CXTpY48Rkvy8+zv3bIInp2CueDSDIqRZgA8erJEKjBBz04vK+OpzruD3/F6UIeD693l2y/ge51vYYmyAaRbgJp1steYThap1t8wublXVGnDSkmpzWeEHrNAipeJd0qlhGDzieX7+PYt4yu8AzUBbGuTl7w/EF+iWT3NS7VNyEQdfOKAsknJCPRE5v8sFSs2QKeJqcGJ9Cn8vx4I1nBI9kBAiducmKr0oFCFIY7g0BnQvdM5nEk95JXMHss8VSsjQM9qNIBwe5aoKj2ghy4YWMBrFOdgRDCKduprC/phv34evktBUzvKws+L4ByyD5oGT6rbvuAhFdJayZzxTfV8qxtQxd9QysH2y9voF5uxqYmjGs6lG/DkCZNICrrPC936vbus7yumvGQbWHN2BWrD1QT26/oA1VlOpY0qdFvMdZBq5pRU+T76lvG2riaHCekVrPAV9aRBdq8vRrUbKrGQ4U2yaWAxGxenAhxs/RzQBgf1pzt1d07Af+U+y8+4Y6vsRs+BrXpyLp1Dc/uaC3FZfrWzwEMIuqxTBwRfCYhWcRSo7qczkbaDLTxukzvJWW5Ra7//JfP60uUxQ6q5FpenQ4WVS/FNis3o1lUXwqSP0YolHNpHpyw59x8GyzivR9YDPZjGxieKcfDP0OxylwqUlSprpS2tHktsJlRsWnjgWMV+tNFBmAQuTGhCUs5Uj7RXBjHhycbkNr8SHYuG15qGDoF0fuMQYsQ5nDTH1IcaXOVdf9XT8uAgB1caSQEYnkxIAsda1PEateBdln2B3y5ZYT1r9Gj6ZHcxYnpqlo1XxVuI2EVwExP5MCOoX1iw8kWkbtoVwW9wa4YAumfxayLHwLbtywFOi/Ye89evNmflRsjqIK0bYoN/53OKeiQCXp655BFsxksvuKhOqyKJlR1ZFuVsElFQ7LdlQrXcPRK/kbJYr5Rftc3YWSiL9LxPqZqvNrlqsL1xE31sqAZSxlV7MltChxedoIpM8aCZYMrqj3mpZlzCTnffxJcnq1f/LuYuBmdHmrDQUwEGYHG43Uu2Y5ZnxoHZQuWIFCXcYMDUHkGFmJOOG5Flq8DHjs2o83x9uHfQT0LDz1aaszwr64c8+PaWzDzA2MONqBPqS7A/KAv3dagNWgNWoPWoDVoDVqD1qA1aA1ag9agNWgNWoPWoDVoDVqD1qA16O+gXPHNvOkA8xvnWxH/7zvp/+t19eFyvH6uM6oWL6NWsJ0LZyW3Lzjv0S1S+giCwSKMqbVuQjQ6Z+4XeqOMEsP+Oe/bWdLKLBbR8ys0x/wLpW60W/mPCRPK99w7llQ/EUElSU3UT2ZhM2ImRLPaGQ3Q9d5WhnFZ0Tm3752YK6iZqY7RU7WY2sAmu1nXshfwTtN3XmB0bcHMT1Kb6flWUYMg+0gUwvDqp9H2Jkvn/KeSu+MJ+idL8jqSUfIoAhKsHtgcRUjbw1Ytcr1Jp0UI/Wyb3xfVEArPL6paCnVU9arHjvl94SjWEuPygiNsaCUqWeHSswt8xs2Y3aYfnr5r2huv8fTXrwPdg0q2nwlltPTEG36PQMROzyNlyJ2FThJa8KtLznY2sLyTcw+LWtL5RyT3NM0983uCOfFfiLqVTD3c1wvqLs5+CdFOZfNf8OcI4Ih5/TdVU3KtiGSK+MrtESroA5yyVztPTkF6IdrSZI4ji4y9Ek47Dp+Qi1GDAwZ8h294d+5W8LMDRuRSG+kT7BhGqF/JaoeAQOBQo4uG41rmKaqOd28QwI/tzL4pgcIlEIQ3GB0dmPPjUWEt9+G6NBuyyseyqwGfHFCV6OQpJ1/UufgrJrHEuPh5bUC6ZLY8rCpuOvzyQGdQNL3moq9z26bTLAIeTvapf89f1oacZ+rnMb855AZHePWUTJ3H6Rp1WdVsle5oSD0uWQjH3p+wBYFKt2I/apmuiPd7zUMooSUINdx30V4phHaU6MxVi2XdrQI7LOeVBDoBz33LTkffiKEHDSfs+8QhZHsSirdZrCt/QgsWfDjOL0jLW50qblj1iqELr6KynSah/DcdWktGO7AaC0Bd3LzLjdNl8RENAsTqXETNbWZUeDn9O1wm44Yv18FK5fC2xyWQ2NO6NEP9pMSlrWQznVGyBSqDsPbEqOrsggBbmrtLiPLADFPzcXVB0Hlg5AZMadLduYmTVNTRU46gM/2D7JhmlZaV1jR/FqhU7IDExwqNl99DN58Ag1vqhzosB9rA32C77UfuFsymY8qRTYgNVENTRzDAyLrhFD+aO7ulaLGizlMuYp8UAIs1nGN8T3B9lLgLaBAv7dMkCC3ttnLiHvn7J3zhuAi9Fq/azpL0BEaLnH7BSVER2Ruq+0LdxGz21eNGGypSBoHoLi0YvBz8xnbXqJ1g2D8s6BkNkQ261wXhpddjDhiBrRi357PGv5BoPN8wUPXaoPxn5+wqlfeb20YNZg43e1893s/VJyV2enLSLhB/jH8wo4kbhYe40TDjJPeasysLmJ/7NZ9SxRxDzS6oc3XQB67d2/MluH27HB+lbbixAn52PMFNQQ2N2MZh8Hy/5Q0XlsYlO+ITEtCJ6UfKdcN5zOzF8T6jmtSiMdn0LY+2VKpqsasOVs1OUqwbFmiTmrS7vNyuWcAlZoINgRrTDXxPrNCubRQ2jqy1iNGJvniD6vHw/pz/r0KMHncliXA4RcFQ4/zpLaort+zXJUfu3+AwkhX90B5B+kl5cTeKqaM5LmwXq1SNT66wibvhgIoas8NqiRpp447TRxrGURK7JyKTUWvqfRx1wLtluFz3wLsIt2enmL98IWOVW3zrzdn950dfxYtRq+W5l3ySUfVJdJNMOG5exjjhEeNlxcqzUx7Yy2Uv8InwKG7hMyXJpIcUZvjzfbiFMlrpqMM4MqZeKs+dxEdrHwA24lu96SWqLloZ3YleK7ii8KDW6r0pcj20dZrML9TjqU3cKbv+I2YNrytNVxeQNwXBJHbPTtZyIqiyZw/sEuNY3wIKFejyBr0lG65AeSMs9UI2ZpUgVNJRslWfGX1mD3+V3xfMQLR6OjWx5/ymDxcTTo+Xax/Im9yVNB8io07IrANjfyx7gtvUoEd1xMqCUFXf7y3dKMOpcP25nFdgR3SVCOE+jLbXspH9SPY2fdesdtAKdu9RU0LZT1Oovd8cHfKZ3dLR5x8jqB1Spd/cnSavJjWvyq0iaeUNFDNj0VaG+Z63SmS6oYXZTRDlbHII337xmyr8lBVMVSgcqMAl66w+cpCp00oQr4awdegJa3xZAL+nZZQIA1RZC5VoSnA9xbwqJqxycG5YL9/0745nKVN9WGEe5YqcNQMPuOxiARbOqP2HCwa9p9uK+3cIUBzvsZXW+PcNq07CYjeilmfkD08KAB0JRvYd0mUfE7cC29csMm7ggOnna0mOFiykB53xNmyhWrQiO71y8R8Ow9++LW68EsAkL7URlfQ/6eDtO3WwEDeWwV8mmr6Aa3Sp+B8czq/0t96A8yDPBjOjhxJPFXbEJvun2o/EIGKiBbVNlchBxHeUEiht0hcEonQW8HO+clis9U1yCT8xCHkOI9q8+dbbtJvYRuxu3qbjNUd8pg+Vfo1r9LkTw61xD01P1ezs9CblC99Hd/T7/ky2up4EFyfnNrpsbtBLPIt5DsYVOaJu5aklwp/4GQ/mNRLNBUE6C4JLk440Yalw5r9TrRt0x1c18qwxKTLREIdc5Zeoc2rf0tf6H0o95xfOtbvak6uubr29DVvFV77BXvrm3ARBw7UK0FExPjXanHVYpNAd8KZ8sNzg3BnYmR1TTs3Appm6AkmHPxqRp5x1UUEESaKUGFp3sMelnfjWomfvJPrrxjqZOYtCZZHWzRa+9HRQDtfSR/DfOPiLzJ6b834Uz0K4OUSPoP43SYiO7WO6l8a/MZHzwdBrOYXaBrevyknmgw4/bR++y57UBcYd1zMD+vFfJdVAr2rLxeJ/CkyXft8WrR007zoYWQAdLuWrrcVMh3G5NFrW8jlnF4k0vGteFGpJDfIDmiE3UEv6DHMZ7okrz+2ivt9f+189QcYl8Y8q9LRnW6zdy8SGcfHSD92Kw7804QowRc317FVV9SP7c5m6PyQmdzBloqu+jyySLecaV49abuE8XV6p7PHa1o+Efu2IPs6wmzZ679eHndNFVhNFhcrW7qjkBsxwRdJUqc6aYm33FkyMYHEY2RcnjQuLR0Pc+CWjxKwPQpJdsfcIUo9EZHjVdV41Jlqx3piqLqgxud/WQaqvM8ZYd36e6l/l4CFueRdV9WOJQvwHKX2Vsm1FfFUhhjSOrjScsgBl7i4L1jxZ7B1nwmret4gOSSZM7egHZL+YsEsxuYX7wN/HrZ+J/RGghnhNbVqu6zX5cniduL2Zg4YK/basAC5Z0Gs4Ow8tjqwFRCgOKuZJpJREuGHHY3CcZoHKJ8gkcoRJNwgxLUXM70IYXkRFIW6w0nVvdBb0xg3MqO2zm0TvYxa3OD7aiuAvr29djbq5g94zNOF/Tlzi0FfJztGq5o6NoHujDINGQDEenNpr5e9BlhjyZIN6Jp6wPpRVph2iM7iMuPUP7BHHH2Ca5svMgQXd16GNgHdfWxDPVkZCOpM8VBL4oHQOksEuyIqEskr02p9xJznZW/mXRg0455Dkq96KoTwWj/bh4lOjprMv+DpX8AI4D/yimEZ1i7ftEt3QtG2D37HeBC8gSyCvwMCPXENnchJQ/UvWv9svFhxrwh41y1XmqZPeSBxrSHGI/sOIyxxim1O0qmnViN7lmQauNnFcOMOsaqqkzycUvPhBSqSVHfsAnX5udI5KNKrqEIaGJfCxg086LF86+PErRirggPdIafB56wbQ/aHoFsrlo73OFw4vL1CfxId+N+Qfv+C5Gt/Br9dfPxneCG2Uxb8O9DIq9q+BPlj92yFzoAeWC0jlej5qH5gBwTtUxJlDdbHD7LmM9126JmbUWZsArXtiv9t+ehiS9LBcEXA9U3TII8Z8jAW8zo80NA8W+uhQn/nouKBaTTwvxMc06L8GPND90PTz6YmyjzcW88LKdejYN6zSO14ver71X4my77zuLavOSHihR89/8kf3AoN6nKK9/7kVrGI0onIxfqPAYolcLV+48kOg4ONPM9tGFdJtW0x7MY7AYLOWwAiVyneRvZCe0uhOEtB/T4E5uQHuBxuo+4z6mVHKsnEZSD5+fxpM6RxR/cDUKVvkZwnz4D+dycF6xLQMhk7KVdXmjBJ1gtHX49SYrgeOjZxsjnYCyOlL+mad++GknUaDkkQqeEnf6CXXAXeZwkUxxJSPv8Ofm7MlLfWzn1v46R9TmO0EwFhalJTX3fZnmooadHePVg41XyZgH87k8mH8kxOKbWULM7mJY+fO8m7GGjVNRxMNMzFRzoSX9zH5yEEGMvmu11OT1KeSvRTxsYLBkfvNAaayM2cR3cKTevChRLnPudKFCD5wewpc2Jd7JXC+xG/a3+BFzSCIHbkgn78eXcBdqg6s63+SQ4bpnQ8lju+4LjhNRhQk+HMGaMbWQmuKLhW3fj8zyg0yyuGfIusA+ROXvyqN3IwCetrP/1ssJca9qlquKNJ7Pz8YIqt4TpfXBuKB21GUKXAWycJMnly9Iaqs/vbCKcwTxR8wA09fPj6ezjAZ9dxLf/41ucQWsZIZsMncu3//ZTpuse4+cnUQNuXNimefcNBLwMrdrVlt0LC/0KE/IsSt3xJCyFycLlTutDP/kfnp88exj+OMJP8AHaJ+IJ/R6RX6jnmEfZ8fCGv+7Ovi/wZQSwMEFAACAAgAW3VuSVhO711MAAAAawAAABsAAAB1bml2ZXJzYWwvdW5pdmVyc2FsLnBuZy54bWyzsa/IzVEoSy0qzszPs1Uy1DNQsrfj5bIpKEoty0wtV6gAigEFIUBJodJWycQIwS3PTCnJAKkwMEAIZqRmpmeU2CpZGJnCBfWBZgIAUEsBAgAAFAACAAgAWnVuSRUOrShkBAAABxEAAB0AAAAAAAAAAQAAAAAAAAAAAHVuaXZlcnNhbC9jb21tb25fbWVzc2FnZXMubG5nUEsBAgAAFAACAAgAWnVuSb+mGY49BAAANBMAACcAAAAAAAAAAQAAAAAAnwQAAHVuaXZlcnNhbC9mbGFzaF9wdWJsaXNoaW5nX3NldHRpbmdzLnhtbFBLAQIAABQAAgAIAFp1bknYxnWJuAIAAE8KAAAhAAAAAAAAAAEAAAAAACEJAAB1bml2ZXJzYWwvZmxhc2hfc2tpbl9zZXR0aW5ncy54bWxQSwECAAAUAAIACABadW5J/aTWJBAEAABFEgAAJgAAAAAAAAABAAAAAAAYDAAAdW5pdmVyc2FsL2h0bWxfcHVibGlzaGluZ19zZXR0aW5ncy54bWxQSwECAAAUAAIACABadW5JWa6DGqEBAAAsBgAAHwAAAAAAAAABAAAAAABsEAAAdW5pdmVyc2FsL2h0bWxfc2tpbl9zZXR0aW5ncy5qc1BLAQIAABQAAgAIAFp1bkk9PC/RwQAAAOUBAAAaAAAAAAAAAAEAAAAAAEoSAAB1bml2ZXJzYWwvaTE4bl9wcmVzZXRzLnhtbFBLAQIAABQAAgAIAFp1bkkM0rasbgAAAG4AAAAcAAAAAAAAAAEAAAAAAEMTAAB1bml2ZXJzYWwvbG9jYWxfc2V0dGluZ3MueG1sUEsBAgAAFAACAAgARJRXRyO0Tvv7AgAAsAgAABQAAAAAAAAAAQAAAAAA6xMAAHVuaXZlcnNhbC9wbGF5ZXIueG1sUEsBAgAAFAACAAgAWnVuSTXb2a1oAQAA8wIAACkAAAAAAAAAAQAAAAAAGBcAAHVuaXZlcnNhbC9za2luX2N1c3RvbWl6YXRpb25fc2V0dGluZ3MueG1sUEsBAgAAFAACAAgAW3VuSRKquFdGFgAACi4AABcAAAAAAAAAAAAAAAAAxxgAAHVuaXZlcnNhbC91bml2ZXJzYWwucG5nUEsBAgAAFAACAAgAW3VuSVhO711MAAAAawAAABsAAAAAAAAAAQAAAAAAQi8AAHVuaXZlcnNhbC91bml2ZXJzYWwucG5nLnhtbFBLBQYAAAAACwALAEkDAADHLwAAAAA="/>
  <p:tag name="ISPRING_PRESENTATION_PATH" val="C:\Users\Administrator\Desktop\品管圈PPT专用图表.pptx"/>
  <p:tag name="ISPRING_PRESENTATION_TITLE" val="品管圈PPT专用图表"/>
  <p:tag name="ISPRING_PROJECT_FOLDER_UPDATED" val="1"/>
  <p:tag name="ISPRING_RESOURCE_FOLDER" val="C:\Users\Administrator\Desktop\品管圈PPT专用图表\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_SCREEN_RECS_UPDATED" val="C:\Users\Administrator\Desktop\品管圈PPT专用图表"/>
  <p:tag name="ISPRING_ULTRA_SCORM_COURSE_ID" val="B5316BD4-6C9E-43D5-BF29-88D689F1EDB6"/>
  <p:tag name="ISPRING_UUID" val="{7DCF111D-5125-44A4-A2B4-52ACB7E1895E}"/>
  <p:tag name="ISPRINGCLOUDFOLDERID" val="0"/>
  <p:tag name="ISPRINGCLOUDFOLDERPATH" val="Content List"/>
  <p:tag name="ISPRINGONLINEFOLDERID" val="0"/>
  <p:tag name="ISPRINGONLINEFOLDERPATH" val="Content Lis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xmlns:r="http://schemas.openxmlformats.org/officeDocument/2006/relationships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xmlns:r="http://schemas.openxmlformats.org/officeDocument/2006/relationships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583</Words>
  <Application>Microsoft Office PowerPoint</Application>
  <PresentationFormat>自定义</PresentationFormat>
  <Paragraphs>169</Paragraphs>
  <Slides>9</Slides>
  <Notes>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风云办公</Manager>
  <Company>上海剑姬网络科技有限公司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风云办公PPT模板</dc:title>
  <dc:creator>风云办公</dc:creator>
  <cp:keywords>风云办公</cp:keywords>
  <dc:description>风云办公 http://www.ppt118.com</dc:description>
  <cp:lastModifiedBy>DELL</cp:lastModifiedBy>
  <cp:revision>61</cp:revision>
  <dcterms:created xsi:type="dcterms:W3CDTF">2017-03-30T01:43:06Z</dcterms:created>
  <dcterms:modified xsi:type="dcterms:W3CDTF">2022-03-23T14:48:51Z</dcterms:modified>
</cp:coreProperties>
</file>