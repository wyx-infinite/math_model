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6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0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1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64" r:id="rId10"/>
    <p:sldId id="272" r:id="rId11"/>
    <p:sldId id="273" r:id="rId12"/>
    <p:sldId id="274" r:id="rId13"/>
    <p:sldId id="275" r:id="rId14"/>
    <p:sldId id="265" r:id="rId15"/>
    <p:sldId id="276" r:id="rId16"/>
    <p:sldId id="277" r:id="rId17"/>
    <p:sldId id="278" r:id="rId18"/>
    <p:sldId id="279" r:id="rId19"/>
    <p:sldId id="266" r:id="rId20"/>
    <p:sldId id="281" r:id="rId21"/>
    <p:sldId id="282" r:id="rId22"/>
    <p:sldId id="284" r:id="rId23"/>
    <p:sldId id="285" r:id="rId24"/>
    <p:sldId id="286" r:id="rId25"/>
  </p:sldIdLst>
  <p:sldSz cx="12192000" cy="6858000"/>
  <p:notesSz cx="6858000" cy="9144000"/>
  <p:embeddedFontLst>
    <p:embeddedFont>
      <p:font typeface="Agency FB" panose="020B0503020202020204" pitchFamily="34" charset="0"/>
      <p:regular r:id="rId27"/>
      <p:bold r:id="rId28"/>
    </p:embeddedFont>
    <p:embeddedFont>
      <p:font typeface="华文细黑" panose="02010600040101010101" pitchFamily="2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  <p:embeddedFont>
      <p:font typeface="等线" panose="02010600030101010101" pitchFamily="2" charset="-122"/>
      <p:regular r:id="rId32"/>
      <p:bold r:id="rId33"/>
    </p:embeddedFont>
    <p:embeddedFont>
      <p:font typeface="Impact" panose="020B0806030902050204" pitchFamily="34" charset="0"/>
      <p:regular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" id="{314C4C9D-AE76-4E05-B037-5A5DB805C9BD}">
          <p14:sldIdLst>
            <p14:sldId id="256"/>
          </p14:sldIdLst>
        </p14:section>
        <p14:section name="目录页" id="{008E412F-DBDA-49D6-8F52-3723921DFE03}">
          <p14:sldIdLst>
            <p14:sldId id="257"/>
          </p14:sldIdLst>
        </p14:section>
        <p14:section name="过渡页" id="{8A3C5D5E-FAF1-4CC7-AAB2-6446E7D3DE63}">
          <p14:sldIdLst>
            <p14:sldId id="258"/>
          </p14:sldIdLst>
        </p14:section>
        <p14:section name="内页" id="{8D1A6813-68F6-49A0-A239-92955AC6E8C5}">
          <p14:sldIdLst>
            <p14:sldId id="267"/>
            <p14:sldId id="268"/>
            <p14:sldId id="269"/>
            <p14:sldId id="270"/>
            <p14:sldId id="271"/>
            <p14:sldId id="264"/>
            <p14:sldId id="272"/>
            <p14:sldId id="273"/>
            <p14:sldId id="274"/>
            <p14:sldId id="275"/>
            <p14:sldId id="265"/>
            <p14:sldId id="276"/>
            <p14:sldId id="277"/>
            <p14:sldId id="278"/>
            <p14:sldId id="279"/>
            <p14:sldId id="266"/>
            <p14:sldId id="281"/>
            <p14:sldId id="282"/>
            <p14:sldId id="284"/>
            <p14:sldId id="285"/>
          </p14:sldIdLst>
        </p14:section>
        <p14:section name="结束页" id="{98773F69-2DDF-47CC-BD69-D575D8CAAC6E}">
          <p14:sldIdLst>
            <p14:sldId id="286"/>
          </p14:sldIdLst>
        </p14:section>
        <p14:section name="版权页" id="{C8AD3B51-1B7B-4E69-9180-4DEC6400FEC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9" userDrawn="1">
          <p15:clr>
            <a:srgbClr val="A4A3A4"/>
          </p15:clr>
        </p15:guide>
        <p15:guide id="2" orient="horz" pos="4190" userDrawn="1">
          <p15:clr>
            <a:srgbClr val="A4A3A4"/>
          </p15:clr>
        </p15:guide>
        <p15:guide id="3" pos="230" userDrawn="1">
          <p15:clr>
            <a:srgbClr val="A4A3A4"/>
          </p15:clr>
        </p15:guide>
        <p15:guide id="4" pos="7449" userDrawn="1">
          <p15:clr>
            <a:srgbClr val="A4A3A4"/>
          </p15:clr>
        </p15:guide>
        <p15:guide id="5" orient="horz" pos="561" userDrawn="1">
          <p15:clr>
            <a:srgbClr val="A4A3A4"/>
          </p15:clr>
        </p15:guide>
        <p15:guide id="6" orient="horz" pos="691" userDrawn="1">
          <p15:clr>
            <a:srgbClr val="A4A3A4"/>
          </p15:clr>
        </p15:guide>
        <p15:guide id="7" orient="horz" pos="4017" userDrawn="1">
          <p15:clr>
            <a:srgbClr val="A4A3A4"/>
          </p15:clr>
        </p15:guide>
        <p15:guide id="8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6028"/>
    <a:srgbClr val="4A9143"/>
    <a:srgbClr val="ED842F"/>
    <a:srgbClr val="F3F3F3"/>
    <a:srgbClr val="F7FCFE"/>
    <a:srgbClr val="FFFFFC"/>
    <a:srgbClr val="FFFFFF"/>
    <a:srgbClr val="E6E6E6"/>
    <a:srgbClr val="44B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8" autoAdjust="0"/>
  </p:normalViewPr>
  <p:slideViewPr>
    <p:cSldViewPr snapToGrid="0" showGuides="1">
      <p:cViewPr varScale="1">
        <p:scale>
          <a:sx n="83" d="100"/>
          <a:sy n="83" d="100"/>
        </p:scale>
        <p:origin x="230" y="96"/>
      </p:cViewPr>
      <p:guideLst>
        <p:guide orient="horz" pos="129"/>
        <p:guide orient="horz" pos="4190"/>
        <p:guide pos="230"/>
        <p:guide pos="7449"/>
        <p:guide orient="horz" pos="561"/>
        <p:guide orient="horz" pos="691"/>
        <p:guide orient="horz" pos="4017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43F9-9B08-422F-9ECE-BE7148BC7DDC}" type="datetimeFigureOut">
              <a:rPr lang="zh-CN" altLang="en-US" smtClean="0"/>
              <a:t>2018-10-21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C0232-94FA-4EBE-BB9B-79FBE4860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3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模板部分元素使用了幻灯片母版制作。如果需要修改，点击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幻灯片母版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修改；完成后关闭编辑母版即可。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243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979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062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84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296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740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425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72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85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934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27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103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04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731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35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714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857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27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8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723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957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223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436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模板部分元素使用了幻灯片母版制作。如果需要修改，点击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幻灯片母版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修改；完成后关闭编辑母版即可。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538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68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3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42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CFBA960-3C58-4B31-BE3C-AEA4AED419C1}"/>
              </a:ext>
            </a:extLst>
          </p:cNvPr>
          <p:cNvSpPr/>
          <p:nvPr userDrawn="1"/>
        </p:nvSpPr>
        <p:spPr>
          <a:xfrm>
            <a:off x="303461" y="336798"/>
            <a:ext cx="424954" cy="4249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532A27-0DD4-495D-9F2F-EFA1D8030C41}"/>
              </a:ext>
            </a:extLst>
          </p:cNvPr>
          <p:cNvSpPr txBox="1"/>
          <p:nvPr userDrawn="1"/>
        </p:nvSpPr>
        <p:spPr>
          <a:xfrm>
            <a:off x="875874" y="276773"/>
            <a:ext cx="9792126" cy="5355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00" dirty="0">
                <a:solidFill>
                  <a:schemeClr val="accent1"/>
                </a:solidFill>
                <a:latin typeface="+mn-ea"/>
              </a:rPr>
              <a:t>此处添加您的标题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Please replace text, click add relevant headline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965F8-674B-49EA-801E-E3C64AAACED9}"/>
              </a:ext>
            </a:extLst>
          </p:cNvPr>
          <p:cNvCxnSpPr>
            <a:cxnSpLocks/>
          </p:cNvCxnSpPr>
          <p:nvPr userDrawn="1"/>
        </p:nvCxnSpPr>
        <p:spPr>
          <a:xfrm>
            <a:off x="979166" y="761752"/>
            <a:ext cx="1032383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25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4FEB112-5F2E-4CBA-AB15-C20E78669D98}"/>
              </a:ext>
            </a:extLst>
          </p:cNvPr>
          <p:cNvSpPr/>
          <p:nvPr userDrawn="1"/>
        </p:nvSpPr>
        <p:spPr>
          <a:xfrm>
            <a:off x="303461" y="336798"/>
            <a:ext cx="424954" cy="4249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F37FF5-33B5-410C-A321-9BCE43EC3EB0}"/>
              </a:ext>
            </a:extLst>
          </p:cNvPr>
          <p:cNvSpPr txBox="1"/>
          <p:nvPr userDrawn="1"/>
        </p:nvSpPr>
        <p:spPr>
          <a:xfrm>
            <a:off x="875874" y="276773"/>
            <a:ext cx="9792126" cy="5355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00" dirty="0">
                <a:solidFill>
                  <a:schemeClr val="accent1"/>
                </a:solidFill>
                <a:latin typeface="+mn-ea"/>
              </a:rPr>
              <a:t>此处添加您的标题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Please replace text, click add relevant headline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FAEBE4-A51B-4536-AD28-5C5C5F972B4D}"/>
              </a:ext>
            </a:extLst>
          </p:cNvPr>
          <p:cNvCxnSpPr>
            <a:cxnSpLocks/>
          </p:cNvCxnSpPr>
          <p:nvPr userDrawn="1"/>
        </p:nvCxnSpPr>
        <p:spPr>
          <a:xfrm>
            <a:off x="979166" y="761752"/>
            <a:ext cx="1032383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48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D624C78-5869-4AFE-9908-1BB1C3BBECD9}"/>
              </a:ext>
            </a:extLst>
          </p:cNvPr>
          <p:cNvSpPr/>
          <p:nvPr userDrawn="1"/>
        </p:nvSpPr>
        <p:spPr>
          <a:xfrm>
            <a:off x="303461" y="336798"/>
            <a:ext cx="424954" cy="4249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389C5E-FFFC-413C-BD73-3F6986AD781B}"/>
              </a:ext>
            </a:extLst>
          </p:cNvPr>
          <p:cNvSpPr txBox="1"/>
          <p:nvPr userDrawn="1"/>
        </p:nvSpPr>
        <p:spPr>
          <a:xfrm>
            <a:off x="875874" y="276773"/>
            <a:ext cx="9792126" cy="5355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00" dirty="0">
                <a:solidFill>
                  <a:schemeClr val="accent1"/>
                </a:solidFill>
                <a:latin typeface="+mn-ea"/>
              </a:rPr>
              <a:t>此处添加您的标题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Please replace text, click add relevant headline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EF724C-B9CE-46F6-B1DB-9B22DC317DE6}"/>
              </a:ext>
            </a:extLst>
          </p:cNvPr>
          <p:cNvCxnSpPr>
            <a:cxnSpLocks/>
          </p:cNvCxnSpPr>
          <p:nvPr userDrawn="1"/>
        </p:nvCxnSpPr>
        <p:spPr>
          <a:xfrm>
            <a:off x="979166" y="761752"/>
            <a:ext cx="1032383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82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3834415-F134-40C5-9640-E7B91AEDBCE6}"/>
              </a:ext>
            </a:extLst>
          </p:cNvPr>
          <p:cNvSpPr/>
          <p:nvPr userDrawn="1"/>
        </p:nvSpPr>
        <p:spPr>
          <a:xfrm>
            <a:off x="303461" y="336798"/>
            <a:ext cx="424954" cy="4249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273554-79FC-4121-B080-CF34BFED9134}"/>
              </a:ext>
            </a:extLst>
          </p:cNvPr>
          <p:cNvSpPr txBox="1"/>
          <p:nvPr userDrawn="1"/>
        </p:nvSpPr>
        <p:spPr>
          <a:xfrm>
            <a:off x="875874" y="276773"/>
            <a:ext cx="9792126" cy="5355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00" dirty="0">
                <a:solidFill>
                  <a:schemeClr val="accent1"/>
                </a:solidFill>
                <a:latin typeface="+mn-ea"/>
              </a:rPr>
              <a:t>此处添加您的标题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Please replace text, click add relevant headline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63EFF2-5CD9-426A-8D9A-167840DEB090}"/>
              </a:ext>
            </a:extLst>
          </p:cNvPr>
          <p:cNvCxnSpPr>
            <a:cxnSpLocks/>
          </p:cNvCxnSpPr>
          <p:nvPr userDrawn="1"/>
        </p:nvCxnSpPr>
        <p:spPr>
          <a:xfrm>
            <a:off x="979166" y="761752"/>
            <a:ext cx="1032383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8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70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04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98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7" r:id="rId3"/>
    <p:sldLayoutId id="2147483672" r:id="rId4"/>
    <p:sldLayoutId id="2147483683" r:id="rId5"/>
    <p:sldLayoutId id="2147483684" r:id="rId6"/>
    <p:sldLayoutId id="2147483685" r:id="rId7"/>
    <p:sldLayoutId id="2147483682" r:id="rId8"/>
    <p:sldLayoutId id="2147483678" r:id="rId9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BCE2E82-F983-4E6E-AD52-78E4358517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1525"/>
          <a:stretch/>
        </p:blipFill>
        <p:spPr>
          <a:xfrm>
            <a:off x="-31012" y="4125566"/>
            <a:ext cx="12254022" cy="13298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CC7B69-596A-4238-A09A-47872448D3C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1299"/>
            <a:ext cx="4899388" cy="397383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7367824-D19E-42A7-B61E-106E518BA3FD}"/>
              </a:ext>
            </a:extLst>
          </p:cNvPr>
          <p:cNvSpPr/>
          <p:nvPr/>
        </p:nvSpPr>
        <p:spPr>
          <a:xfrm>
            <a:off x="0" y="5604734"/>
            <a:ext cx="12192000" cy="1253266"/>
          </a:xfrm>
          <a:prstGeom prst="rect">
            <a:avLst/>
          </a:prstGeom>
          <a:solidFill>
            <a:srgbClr val="4A9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505FD7-381F-4021-8EDF-F582D7B4F4AC}"/>
              </a:ext>
            </a:extLst>
          </p:cNvPr>
          <p:cNvSpPr txBox="1"/>
          <p:nvPr/>
        </p:nvSpPr>
        <p:spPr>
          <a:xfrm>
            <a:off x="9059278" y="702279"/>
            <a:ext cx="3021981" cy="221599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ctr">
              <a:defRPr sz="7200" b="1">
                <a:solidFill>
                  <a:schemeClr val="accent5">
                    <a:lumMod val="50000"/>
                  </a:schemeClr>
                </a:solidFill>
                <a:latin typeface="Agency FB" panose="020B05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2019</a:t>
            </a:r>
            <a:endParaRPr kumimoji="0" lang="zh-CN" altLang="en-US" sz="13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10B0B-2E21-4DCC-B828-6BADC80F0273}"/>
              </a:ext>
            </a:extLst>
          </p:cNvPr>
          <p:cNvSpPr txBox="1"/>
          <p:nvPr/>
        </p:nvSpPr>
        <p:spPr>
          <a:xfrm>
            <a:off x="4388410" y="2539301"/>
            <a:ext cx="7803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课题研究学术报告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54B16E-CB1E-435D-81AB-5B8136F7ADB0}"/>
              </a:ext>
            </a:extLst>
          </p:cNvPr>
          <p:cNvSpPr txBox="1"/>
          <p:nvPr/>
        </p:nvSpPr>
        <p:spPr>
          <a:xfrm>
            <a:off x="4983489" y="3702377"/>
            <a:ext cx="7085594" cy="461665"/>
          </a:xfrm>
          <a:prstGeom prst="rect">
            <a:avLst/>
          </a:prstGeom>
          <a:noFill/>
          <a:effectLst>
            <a:outerShdw blurRad="114300" dist="38100" dir="5460000" algn="tr" rotWithShape="0">
              <a:prstClr val="black">
                <a:alpha val="16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适用于教育培训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学术报告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公开课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课题研究等模板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2B29883-2DB3-4BC9-BEBD-6F47CE4E8B38}"/>
              </a:ext>
            </a:extLst>
          </p:cNvPr>
          <p:cNvCxnSpPr>
            <a:cxnSpLocks/>
          </p:cNvCxnSpPr>
          <p:nvPr/>
        </p:nvCxnSpPr>
        <p:spPr>
          <a:xfrm>
            <a:off x="4825497" y="3600229"/>
            <a:ext cx="7061788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4">
            <a:extLst>
              <a:ext uri="{FF2B5EF4-FFF2-40B4-BE49-F238E27FC236}">
                <a16:creationId xmlns:a16="http://schemas.microsoft.com/office/drawing/2014/main" id="{E37A5F4E-2474-453E-AF73-70D9CC24A79B}"/>
              </a:ext>
            </a:extLst>
          </p:cNvPr>
          <p:cNvSpPr txBox="1"/>
          <p:nvPr/>
        </p:nvSpPr>
        <p:spPr>
          <a:xfrm>
            <a:off x="8894520" y="4241608"/>
            <a:ext cx="2956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姓名：</a:t>
            </a:r>
            <a:r>
              <a:rPr lang="en-US" altLang="zh-CN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lang="zh-CN" altLang="en-US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    日期：</a:t>
            </a:r>
            <a:r>
              <a:rPr lang="en-US" altLang="zh-CN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2018/12/30</a:t>
            </a:r>
            <a:endParaRPr lang="zh-CN" altLang="en-US" sz="1400" b="1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43C8E-BBD4-4AC3-B407-AD8DEE15D31E}"/>
              </a:ext>
            </a:extLst>
          </p:cNvPr>
          <p:cNvSpPr/>
          <p:nvPr/>
        </p:nvSpPr>
        <p:spPr>
          <a:xfrm>
            <a:off x="0" y="5455449"/>
            <a:ext cx="12192000" cy="116541"/>
          </a:xfrm>
          <a:prstGeom prst="rect">
            <a:avLst/>
          </a:prstGeom>
          <a:solidFill>
            <a:srgbClr val="4A9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开心到停不下来的歌 You Don't Know Me (feat. Brodie Barclay)">
            <a:hlinkClick r:id="" action="ppaction://media"/>
            <a:extLst>
              <a:ext uri="{FF2B5EF4-FFF2-40B4-BE49-F238E27FC236}">
                <a16:creationId xmlns:a16="http://schemas.microsoft.com/office/drawing/2014/main" id="{AF913378-CB99-41AC-9B6D-D0195FF681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04685" y="-151925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3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1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650"/>
                                </p:stCondLst>
                                <p:childTnLst>
                                  <p:par>
                                    <p:cTn id="12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6" presetClass="entr" presetSubtype="37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6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150"/>
                                </p:stCondLst>
                                <p:childTnLst>
                                  <p:par>
                                    <p:cTn id="26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 showWhenStopped="0">
                    <p:cTn id="31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3"/>
                    </p:tgtEl>
                  </p:cMediaNode>
                </p:audio>
              </p:childTnLst>
            </p:cTn>
          </p:par>
        </p:tnLst>
        <p:bldLst>
          <p:bldP spid="6" grpId="0"/>
          <p:bldP spid="7" grpId="0"/>
          <p:bldP spid="8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1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650"/>
                                </p:stCondLst>
                                <p:childTnLst>
                                  <p:par>
                                    <p:cTn id="12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6" presetClass="entr" presetSubtype="37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6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150"/>
                                </p:stCondLst>
                                <p:childTnLst>
                                  <p:par>
                                    <p:cTn id="26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 showWhenStopped="0">
                    <p:cTn id="31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3"/>
                    </p:tgtEl>
                  </p:cMediaNode>
                </p:audio>
              </p:childTnLst>
            </p:cTn>
          </p:par>
        </p:tnLst>
        <p:bldLst>
          <p:bldP spid="6" grpId="0"/>
          <p:bldP spid="7" grpId="0"/>
          <p:bldP spid="8" grpId="0"/>
          <p:bldP spid="10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983B275-55CE-43B0-ACC2-F61678FEE061}"/>
              </a:ext>
            </a:extLst>
          </p:cNvPr>
          <p:cNvGrpSpPr/>
          <p:nvPr/>
        </p:nvGrpSpPr>
        <p:grpSpPr>
          <a:xfrm>
            <a:off x="3865563" y="-2214563"/>
            <a:ext cx="4491037" cy="3981451"/>
            <a:chOff x="3865563" y="-2214563"/>
            <a:chExt cx="4491037" cy="3981451"/>
          </a:xfrm>
        </p:grpSpPr>
        <p:grpSp>
          <p:nvGrpSpPr>
            <p:cNvPr id="2" name="1">
              <a:extLst>
                <a:ext uri="{FF2B5EF4-FFF2-40B4-BE49-F238E27FC236}">
                  <a16:creationId xmlns:a16="http://schemas.microsoft.com/office/drawing/2014/main" id="{2C4A1BA8-9D42-471C-9117-9FF0669E096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20356" y="-2469356"/>
              <a:ext cx="3981451" cy="4491037"/>
              <a:chOff x="4468733" y="2771468"/>
              <a:chExt cx="1487127" cy="1677919"/>
            </a:xfrm>
          </p:grpSpPr>
          <p:sp>
            <p:nvSpPr>
              <p:cNvPr id="3" name="Freeform 5">
                <a:extLst>
                  <a:ext uri="{FF2B5EF4-FFF2-40B4-BE49-F238E27FC236}">
                    <a16:creationId xmlns:a16="http://schemas.microsoft.com/office/drawing/2014/main" id="{D5E11A77-9B52-4C23-AB7E-BD1063985E5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73337" y="2866864"/>
                <a:ext cx="1677919" cy="1487127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DCDCDC"/>
                  </a:gs>
                </a:gsLst>
                <a:lin ang="2700000" scaled="0"/>
              </a:gradFill>
              <a:ln w="19050">
                <a:gradFill>
                  <a:gsLst>
                    <a:gs pos="0">
                      <a:srgbClr val="ADADAD"/>
                    </a:gs>
                    <a:gs pos="66000">
                      <a:schemeClr val="bg1"/>
                    </a:gs>
                  </a:gsLst>
                  <a:lin ang="2700000" scaled="0"/>
                </a:gra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4" name="Freeform 5">
                <a:extLst>
                  <a:ext uri="{FF2B5EF4-FFF2-40B4-BE49-F238E27FC236}">
                    <a16:creationId xmlns:a16="http://schemas.microsoft.com/office/drawing/2014/main" id="{CEBE3C1A-6B6F-422D-A8A7-40864F99124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600910" y="3068560"/>
                <a:ext cx="1222771" cy="108373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accent1"/>
              </a:solidFill>
              <a:ln w="15875">
                <a:noFill/>
              </a:ln>
              <a:effectLst>
                <a:innerShdw blurRad="63500" dist="25400" dir="27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9" name="6">
              <a:extLst>
                <a:ext uri="{FF2B5EF4-FFF2-40B4-BE49-F238E27FC236}">
                  <a16:creationId xmlns:a16="http://schemas.microsoft.com/office/drawing/2014/main" id="{649942DA-58DD-47BF-B3AD-2C17B2802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3675" y="192088"/>
              <a:ext cx="1674813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目  录</a:t>
              </a:r>
              <a:endParaRPr lang="en-US" altLang="zh-CN"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en-US" altLang="zh-CN" sz="16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CONTENTS</a:t>
              </a:r>
              <a:endParaRPr lang="en-US" altLang="zh-CN"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247280F-7F87-4D27-95A2-74724CA4F943}"/>
              </a:ext>
            </a:extLst>
          </p:cNvPr>
          <p:cNvGrpSpPr/>
          <p:nvPr/>
        </p:nvGrpSpPr>
        <p:grpSpPr>
          <a:xfrm>
            <a:off x="1231899" y="2865438"/>
            <a:ext cx="2517775" cy="2589713"/>
            <a:chOff x="1231899" y="2865438"/>
            <a:chExt cx="2517775" cy="2589713"/>
          </a:xfrm>
        </p:grpSpPr>
        <p:sp>
          <p:nvSpPr>
            <p:cNvPr id="5" name="2">
              <a:extLst>
                <a:ext uri="{FF2B5EF4-FFF2-40B4-BE49-F238E27FC236}">
                  <a16:creationId xmlns:a16="http://schemas.microsoft.com/office/drawing/2014/main" id="{48B4DEC6-74E6-4AB9-8407-B93CEB8E7306}"/>
                </a:ext>
              </a:extLst>
            </p:cNvPr>
            <p:cNvSpPr txBox="1"/>
            <p:nvPr/>
          </p:nvSpPr>
          <p:spPr>
            <a:xfrm>
              <a:off x="1231899" y="5018108"/>
              <a:ext cx="2517775" cy="43704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7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请输入您的标题</a:t>
              </a:r>
            </a:p>
          </p:txBody>
        </p:sp>
        <p:grpSp>
          <p:nvGrpSpPr>
            <p:cNvPr id="10" name="7">
              <a:extLst>
                <a:ext uri="{FF2B5EF4-FFF2-40B4-BE49-F238E27FC236}">
                  <a16:creationId xmlns:a16="http://schemas.microsoft.com/office/drawing/2014/main" id="{2C6F1939-EB75-42ED-9E78-3816AADC388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596232" y="2750344"/>
              <a:ext cx="1790700" cy="2020887"/>
              <a:chOff x="4468733" y="2771468"/>
              <a:chExt cx="1487127" cy="1677919"/>
            </a:xfrm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32274751-2C9F-4C8A-AEA3-0767C6D337B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73337" y="2866864"/>
                <a:ext cx="1677919" cy="1487127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DCDCDC"/>
                  </a:gs>
                </a:gsLst>
                <a:lin ang="2700000" scaled="0"/>
              </a:gradFill>
              <a:ln w="19050">
                <a:gradFill>
                  <a:gsLst>
                    <a:gs pos="0">
                      <a:srgbClr val="ADADAD"/>
                    </a:gs>
                    <a:gs pos="66000">
                      <a:schemeClr val="bg1"/>
                    </a:gs>
                  </a:gsLst>
                  <a:lin ang="2700000" scaled="0"/>
                </a:gra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D8CA2B0C-0A8C-42A3-A005-30BD597EE48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600909" y="3068559"/>
                <a:ext cx="1222771" cy="108373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accent1"/>
              </a:solidFill>
              <a:ln w="15875">
                <a:noFill/>
              </a:ln>
              <a:effectLst>
                <a:innerShdw blurRad="63500" dist="25400" dir="27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8100000" scaled="1"/>
                  </a:gradFill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2" name="11">
              <a:extLst>
                <a:ext uri="{FF2B5EF4-FFF2-40B4-BE49-F238E27FC236}">
                  <a16:creationId xmlns:a16="http://schemas.microsoft.com/office/drawing/2014/main" id="{55592E62-60A4-4450-8D34-5645C1C1D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4238" y="3565525"/>
              <a:ext cx="673100" cy="390525"/>
            </a:xfrm>
            <a:custGeom>
              <a:avLst/>
              <a:gdLst>
                <a:gd name="T0" fmla="*/ 2147483646 w 739"/>
                <a:gd name="T1" fmla="*/ 2147483646 h 492"/>
                <a:gd name="T2" fmla="*/ 2147483646 w 739"/>
                <a:gd name="T3" fmla="*/ 2147483646 h 492"/>
                <a:gd name="T4" fmla="*/ 2147483646 w 739"/>
                <a:gd name="T5" fmla="*/ 2147483646 h 492"/>
                <a:gd name="T6" fmla="*/ 2147483646 w 739"/>
                <a:gd name="T7" fmla="*/ 2147483646 h 492"/>
                <a:gd name="T8" fmla="*/ 2147483646 w 739"/>
                <a:gd name="T9" fmla="*/ 2147483646 h 492"/>
                <a:gd name="T10" fmla="*/ 2147483646 w 739"/>
                <a:gd name="T11" fmla="*/ 2147483646 h 492"/>
                <a:gd name="T12" fmla="*/ 2147483646 w 739"/>
                <a:gd name="T13" fmla="*/ 2147483646 h 492"/>
                <a:gd name="T14" fmla="*/ 2147483646 w 739"/>
                <a:gd name="T15" fmla="*/ 2147483646 h 492"/>
                <a:gd name="T16" fmla="*/ 2147483646 w 739"/>
                <a:gd name="T17" fmla="*/ 2147483646 h 492"/>
                <a:gd name="T18" fmla="*/ 2147483646 w 739"/>
                <a:gd name="T19" fmla="*/ 2147483646 h 492"/>
                <a:gd name="T20" fmla="*/ 2147483646 w 739"/>
                <a:gd name="T21" fmla="*/ 2147483646 h 492"/>
                <a:gd name="T22" fmla="*/ 0 w 739"/>
                <a:gd name="T23" fmla="*/ 2147483646 h 492"/>
                <a:gd name="T24" fmla="*/ 0 w 739"/>
                <a:gd name="T25" fmla="*/ 2147483646 h 492"/>
                <a:gd name="T26" fmla="*/ 2147483646 w 739"/>
                <a:gd name="T27" fmla="*/ 2147483646 h 492"/>
                <a:gd name="T28" fmla="*/ 2147483646 w 739"/>
                <a:gd name="T29" fmla="*/ 2147483646 h 492"/>
                <a:gd name="T30" fmla="*/ 2147483646 w 739"/>
                <a:gd name="T31" fmla="*/ 2147483646 h 492"/>
                <a:gd name="T32" fmla="*/ 2147483646 w 739"/>
                <a:gd name="T33" fmla="*/ 2147483646 h 492"/>
                <a:gd name="T34" fmla="*/ 2147483646 w 739"/>
                <a:gd name="T35" fmla="*/ 2147483646 h 492"/>
                <a:gd name="T36" fmla="*/ 2147483646 w 739"/>
                <a:gd name="T37" fmla="*/ 2147483646 h 492"/>
                <a:gd name="T38" fmla="*/ 2147483646 w 739"/>
                <a:gd name="T39" fmla="*/ 2147483646 h 492"/>
                <a:gd name="T40" fmla="*/ 2147483646 w 739"/>
                <a:gd name="T41" fmla="*/ 2147483646 h 492"/>
                <a:gd name="T42" fmla="*/ 2147483646 w 739"/>
                <a:gd name="T43" fmla="*/ 2147483646 h 492"/>
                <a:gd name="T44" fmla="*/ 2147483646 w 739"/>
                <a:gd name="T45" fmla="*/ 2147483646 h 492"/>
                <a:gd name="T46" fmla="*/ 2147483646 w 739"/>
                <a:gd name="T47" fmla="*/ 2147483646 h 492"/>
                <a:gd name="T48" fmla="*/ 2147483646 w 739"/>
                <a:gd name="T49" fmla="*/ 2147483646 h 492"/>
                <a:gd name="T50" fmla="*/ 2147483646 w 739"/>
                <a:gd name="T51" fmla="*/ 2147483646 h 492"/>
                <a:gd name="T52" fmla="*/ 2147483646 w 739"/>
                <a:gd name="T53" fmla="*/ 2147483646 h 492"/>
                <a:gd name="T54" fmla="*/ 2147483646 w 739"/>
                <a:gd name="T55" fmla="*/ 2147483646 h 492"/>
                <a:gd name="T56" fmla="*/ 2147483646 w 739"/>
                <a:gd name="T57" fmla="*/ 2147483646 h 492"/>
                <a:gd name="T58" fmla="*/ 2147483646 w 739"/>
                <a:gd name="T59" fmla="*/ 2147483646 h 492"/>
                <a:gd name="T60" fmla="*/ 2147483646 w 739"/>
                <a:gd name="T61" fmla="*/ 2147483646 h 492"/>
                <a:gd name="T62" fmla="*/ 2147483646 w 739"/>
                <a:gd name="T63" fmla="*/ 2147483646 h 492"/>
                <a:gd name="T64" fmla="*/ 2147483646 w 739"/>
                <a:gd name="T65" fmla="*/ 2147483646 h 492"/>
                <a:gd name="T66" fmla="*/ 2147483646 w 739"/>
                <a:gd name="T67" fmla="*/ 2147483646 h 492"/>
                <a:gd name="T68" fmla="*/ 2147483646 w 739"/>
                <a:gd name="T69" fmla="*/ 2147483646 h 492"/>
                <a:gd name="T70" fmla="*/ 2147483646 w 739"/>
                <a:gd name="T71" fmla="*/ 2147483646 h 492"/>
                <a:gd name="T72" fmla="*/ 2147483646 w 739"/>
                <a:gd name="T73" fmla="*/ 2147483646 h 492"/>
                <a:gd name="T74" fmla="*/ 2147483646 w 739"/>
                <a:gd name="T75" fmla="*/ 2147483646 h 492"/>
                <a:gd name="T76" fmla="*/ 2147483646 w 739"/>
                <a:gd name="T77" fmla="*/ 2147483646 h 492"/>
                <a:gd name="T78" fmla="*/ 2147483646 w 739"/>
                <a:gd name="T79" fmla="*/ 2147483646 h 492"/>
                <a:gd name="T80" fmla="*/ 2147483646 w 739"/>
                <a:gd name="T81" fmla="*/ 2147483646 h 492"/>
                <a:gd name="T82" fmla="*/ 2147483646 w 739"/>
                <a:gd name="T83" fmla="*/ 2147483646 h 492"/>
                <a:gd name="T84" fmla="*/ 2147483646 w 739"/>
                <a:gd name="T85" fmla="*/ 2147483646 h 492"/>
                <a:gd name="T86" fmla="*/ 2147483646 w 739"/>
                <a:gd name="T87" fmla="*/ 2147483646 h 492"/>
                <a:gd name="T88" fmla="*/ 2147483646 w 739"/>
                <a:gd name="T89" fmla="*/ 2147483646 h 492"/>
                <a:gd name="T90" fmla="*/ 2147483646 w 739"/>
                <a:gd name="T91" fmla="*/ 2147483646 h 49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739" h="492">
                  <a:moveTo>
                    <a:pt x="712" y="36"/>
                  </a:moveTo>
                  <a:lnTo>
                    <a:pt x="712" y="404"/>
                  </a:lnTo>
                  <a:lnTo>
                    <a:pt x="702" y="404"/>
                  </a:lnTo>
                  <a:cubicBezTo>
                    <a:pt x="694" y="404"/>
                    <a:pt x="686" y="403"/>
                    <a:pt x="678" y="403"/>
                  </a:cubicBezTo>
                  <a:cubicBezTo>
                    <a:pt x="576" y="403"/>
                    <a:pt x="467" y="430"/>
                    <a:pt x="373" y="480"/>
                  </a:cubicBezTo>
                  <a:lnTo>
                    <a:pt x="369" y="482"/>
                  </a:lnTo>
                  <a:lnTo>
                    <a:pt x="365" y="480"/>
                  </a:lnTo>
                  <a:cubicBezTo>
                    <a:pt x="271" y="430"/>
                    <a:pt x="163" y="403"/>
                    <a:pt x="60" y="403"/>
                  </a:cubicBezTo>
                  <a:cubicBezTo>
                    <a:pt x="52" y="403"/>
                    <a:pt x="45" y="404"/>
                    <a:pt x="37" y="404"/>
                  </a:cubicBezTo>
                  <a:lnTo>
                    <a:pt x="26" y="404"/>
                  </a:lnTo>
                  <a:lnTo>
                    <a:pt x="26" y="36"/>
                  </a:lnTo>
                  <a:cubicBezTo>
                    <a:pt x="17" y="36"/>
                    <a:pt x="9" y="36"/>
                    <a:pt x="0" y="36"/>
                  </a:cubicBezTo>
                  <a:lnTo>
                    <a:pt x="0" y="418"/>
                  </a:lnTo>
                  <a:cubicBezTo>
                    <a:pt x="123" y="415"/>
                    <a:pt x="254" y="442"/>
                    <a:pt x="369" y="492"/>
                  </a:cubicBezTo>
                  <a:cubicBezTo>
                    <a:pt x="484" y="442"/>
                    <a:pt x="616" y="415"/>
                    <a:pt x="739" y="418"/>
                  </a:cubicBezTo>
                  <a:lnTo>
                    <a:pt x="739" y="36"/>
                  </a:lnTo>
                  <a:cubicBezTo>
                    <a:pt x="730" y="36"/>
                    <a:pt x="721" y="36"/>
                    <a:pt x="712" y="36"/>
                  </a:cubicBezTo>
                  <a:close/>
                  <a:moveTo>
                    <a:pt x="357" y="418"/>
                  </a:moveTo>
                  <a:lnTo>
                    <a:pt x="357" y="82"/>
                  </a:lnTo>
                  <a:cubicBezTo>
                    <a:pt x="277" y="28"/>
                    <a:pt x="186" y="0"/>
                    <a:pt x="101" y="2"/>
                  </a:cubicBezTo>
                  <a:lnTo>
                    <a:pt x="101" y="352"/>
                  </a:lnTo>
                  <a:cubicBezTo>
                    <a:pt x="104" y="352"/>
                    <a:pt x="107" y="352"/>
                    <a:pt x="111" y="352"/>
                  </a:cubicBezTo>
                  <a:cubicBezTo>
                    <a:pt x="193" y="352"/>
                    <a:pt x="280" y="375"/>
                    <a:pt x="357" y="418"/>
                  </a:cubicBezTo>
                  <a:close/>
                  <a:moveTo>
                    <a:pt x="638" y="352"/>
                  </a:moveTo>
                  <a:lnTo>
                    <a:pt x="638" y="2"/>
                  </a:lnTo>
                  <a:cubicBezTo>
                    <a:pt x="552" y="0"/>
                    <a:pt x="461" y="28"/>
                    <a:pt x="382" y="82"/>
                  </a:cubicBezTo>
                  <a:lnTo>
                    <a:pt x="382" y="418"/>
                  </a:lnTo>
                  <a:cubicBezTo>
                    <a:pt x="459" y="375"/>
                    <a:pt x="545" y="352"/>
                    <a:pt x="628" y="352"/>
                  </a:cubicBezTo>
                  <a:cubicBezTo>
                    <a:pt x="631" y="352"/>
                    <a:pt x="635" y="352"/>
                    <a:pt x="638" y="352"/>
                  </a:cubicBezTo>
                  <a:close/>
                  <a:moveTo>
                    <a:pt x="369" y="473"/>
                  </a:moveTo>
                  <a:cubicBezTo>
                    <a:pt x="473" y="417"/>
                    <a:pt x="590" y="391"/>
                    <a:pt x="695" y="395"/>
                  </a:cubicBezTo>
                  <a:lnTo>
                    <a:pt x="695" y="7"/>
                  </a:lnTo>
                  <a:cubicBezTo>
                    <a:pt x="682" y="6"/>
                    <a:pt x="669" y="6"/>
                    <a:pt x="655" y="7"/>
                  </a:cubicBezTo>
                  <a:lnTo>
                    <a:pt x="655" y="370"/>
                  </a:lnTo>
                  <a:lnTo>
                    <a:pt x="645" y="370"/>
                  </a:lnTo>
                  <a:cubicBezTo>
                    <a:pt x="639" y="369"/>
                    <a:pt x="632" y="369"/>
                    <a:pt x="626" y="369"/>
                  </a:cubicBezTo>
                  <a:cubicBezTo>
                    <a:pt x="542" y="369"/>
                    <a:pt x="453" y="395"/>
                    <a:pt x="376" y="441"/>
                  </a:cubicBezTo>
                  <a:lnTo>
                    <a:pt x="369" y="445"/>
                  </a:lnTo>
                  <a:lnTo>
                    <a:pt x="363" y="441"/>
                  </a:lnTo>
                  <a:cubicBezTo>
                    <a:pt x="286" y="395"/>
                    <a:pt x="197" y="369"/>
                    <a:pt x="113" y="369"/>
                  </a:cubicBezTo>
                  <a:cubicBezTo>
                    <a:pt x="106" y="369"/>
                    <a:pt x="100" y="369"/>
                    <a:pt x="93" y="370"/>
                  </a:cubicBezTo>
                  <a:lnTo>
                    <a:pt x="83" y="370"/>
                  </a:lnTo>
                  <a:lnTo>
                    <a:pt x="83" y="7"/>
                  </a:lnTo>
                  <a:cubicBezTo>
                    <a:pt x="70" y="6"/>
                    <a:pt x="57" y="6"/>
                    <a:pt x="44" y="7"/>
                  </a:cubicBezTo>
                  <a:lnTo>
                    <a:pt x="44" y="395"/>
                  </a:lnTo>
                  <a:cubicBezTo>
                    <a:pt x="148" y="391"/>
                    <a:pt x="265" y="417"/>
                    <a:pt x="369" y="4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3" tIns="34277" rIns="68553" bIns="34277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305442D-979C-4033-A3D3-2970AE700CC9}"/>
              </a:ext>
            </a:extLst>
          </p:cNvPr>
          <p:cNvGrpSpPr/>
          <p:nvPr/>
        </p:nvGrpSpPr>
        <p:grpSpPr>
          <a:xfrm>
            <a:off x="3775074" y="2865438"/>
            <a:ext cx="2271713" cy="2589713"/>
            <a:chOff x="3775074" y="2865438"/>
            <a:chExt cx="2271713" cy="2589713"/>
          </a:xfrm>
        </p:grpSpPr>
        <p:sp>
          <p:nvSpPr>
            <p:cNvPr id="6" name="3">
              <a:extLst>
                <a:ext uri="{FF2B5EF4-FFF2-40B4-BE49-F238E27FC236}">
                  <a16:creationId xmlns:a16="http://schemas.microsoft.com/office/drawing/2014/main" id="{DBDFC022-47D1-49A8-8BCB-B25375B61423}"/>
                </a:ext>
              </a:extLst>
            </p:cNvPr>
            <p:cNvSpPr txBox="1"/>
            <p:nvPr/>
          </p:nvSpPr>
          <p:spPr>
            <a:xfrm>
              <a:off x="3775074" y="5018108"/>
              <a:ext cx="2271713" cy="43704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7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请输入您的标题</a:t>
              </a:r>
            </a:p>
          </p:txBody>
        </p:sp>
        <p:grpSp>
          <p:nvGrpSpPr>
            <p:cNvPr id="13" name="8">
              <a:extLst>
                <a:ext uri="{FF2B5EF4-FFF2-40B4-BE49-F238E27FC236}">
                  <a16:creationId xmlns:a16="http://schemas.microsoft.com/office/drawing/2014/main" id="{991E6315-DAC0-478F-8987-BBAE14C91AD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5582" y="2750344"/>
              <a:ext cx="1790700" cy="2020887"/>
              <a:chOff x="4468733" y="2771468"/>
              <a:chExt cx="1487127" cy="1677919"/>
            </a:xfrm>
          </p:grpSpPr>
          <p:sp>
            <p:nvSpPr>
              <p:cNvPr id="14" name="Freeform 5">
                <a:extLst>
                  <a:ext uri="{FF2B5EF4-FFF2-40B4-BE49-F238E27FC236}">
                    <a16:creationId xmlns:a16="http://schemas.microsoft.com/office/drawing/2014/main" id="{54A4B714-D705-4245-8DEA-8FF888748C3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73337" y="2866864"/>
                <a:ext cx="1677919" cy="1487127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DCDCDC"/>
                  </a:gs>
                </a:gsLst>
                <a:lin ang="2700000" scaled="0"/>
              </a:gradFill>
              <a:ln w="19050">
                <a:gradFill>
                  <a:gsLst>
                    <a:gs pos="0">
                      <a:srgbClr val="ADADAD"/>
                    </a:gs>
                    <a:gs pos="66000">
                      <a:schemeClr val="bg1"/>
                    </a:gs>
                  </a:gsLst>
                  <a:lin ang="2700000" scaled="0"/>
                </a:gra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FF6C4AA8-F3A0-42DA-877A-98AAED0D5C7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600910" y="3068560"/>
                <a:ext cx="1222771" cy="108373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ED842F"/>
              </a:solidFill>
              <a:ln w="15875">
                <a:noFill/>
              </a:ln>
              <a:effectLst>
                <a:innerShdw blurRad="63500" dist="25400" dir="27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3" name="12">
              <a:extLst>
                <a:ext uri="{FF2B5EF4-FFF2-40B4-BE49-F238E27FC236}">
                  <a16:creationId xmlns:a16="http://schemas.microsoft.com/office/drawing/2014/main" id="{5CF1CE3D-A0D6-4AA7-8076-2DBD5DD20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45025" y="3457575"/>
              <a:ext cx="533400" cy="606425"/>
            </a:xfrm>
            <a:custGeom>
              <a:avLst/>
              <a:gdLst>
                <a:gd name="T0" fmla="*/ 2147483646 w 630"/>
                <a:gd name="T1" fmla="*/ 2147483646 h 711"/>
                <a:gd name="T2" fmla="*/ 2147483646 w 630"/>
                <a:gd name="T3" fmla="*/ 2147483646 h 711"/>
                <a:gd name="T4" fmla="*/ 2147483646 w 630"/>
                <a:gd name="T5" fmla="*/ 2147483646 h 711"/>
                <a:gd name="T6" fmla="*/ 2147483646 w 630"/>
                <a:gd name="T7" fmla="*/ 2147483646 h 711"/>
                <a:gd name="T8" fmla="*/ 2147483646 w 630"/>
                <a:gd name="T9" fmla="*/ 0 h 711"/>
                <a:gd name="T10" fmla="*/ 2147483646 w 630"/>
                <a:gd name="T11" fmla="*/ 0 h 711"/>
                <a:gd name="T12" fmla="*/ 2147483646 w 630"/>
                <a:gd name="T13" fmla="*/ 2147483646 h 711"/>
                <a:gd name="T14" fmla="*/ 2147483646 w 630"/>
                <a:gd name="T15" fmla="*/ 2147483646 h 711"/>
                <a:gd name="T16" fmla="*/ 2147483646 w 630"/>
                <a:gd name="T17" fmla="*/ 2147483646 h 711"/>
                <a:gd name="T18" fmla="*/ 2147483646 w 630"/>
                <a:gd name="T19" fmla="*/ 2147483646 h 711"/>
                <a:gd name="T20" fmla="*/ 2147483646 w 630"/>
                <a:gd name="T21" fmla="*/ 2147483646 h 711"/>
                <a:gd name="T22" fmla="*/ 2147483646 w 630"/>
                <a:gd name="T23" fmla="*/ 2147483646 h 711"/>
                <a:gd name="T24" fmla="*/ 2147483646 w 630"/>
                <a:gd name="T25" fmla="*/ 2147483646 h 711"/>
                <a:gd name="T26" fmla="*/ 0 w 630"/>
                <a:gd name="T27" fmla="*/ 2147483646 h 711"/>
                <a:gd name="T28" fmla="*/ 0 w 630"/>
                <a:gd name="T29" fmla="*/ 2147483646 h 711"/>
                <a:gd name="T30" fmla="*/ 2147483646 w 630"/>
                <a:gd name="T31" fmla="*/ 2147483646 h 711"/>
                <a:gd name="T32" fmla="*/ 2147483646 w 630"/>
                <a:gd name="T33" fmla="*/ 2147483646 h 711"/>
                <a:gd name="T34" fmla="*/ 2147483646 w 630"/>
                <a:gd name="T35" fmla="*/ 2147483646 h 711"/>
                <a:gd name="T36" fmla="*/ 2147483646 w 630"/>
                <a:gd name="T37" fmla="*/ 2147483646 h 711"/>
                <a:gd name="T38" fmla="*/ 2147483646 w 630"/>
                <a:gd name="T39" fmla="*/ 2147483646 h 711"/>
                <a:gd name="T40" fmla="*/ 2147483646 w 630"/>
                <a:gd name="T41" fmla="*/ 2147483646 h 711"/>
                <a:gd name="T42" fmla="*/ 2147483646 w 630"/>
                <a:gd name="T43" fmla="*/ 2147483646 h 711"/>
                <a:gd name="T44" fmla="*/ 2147483646 w 630"/>
                <a:gd name="T45" fmla="*/ 2147483646 h 711"/>
                <a:gd name="T46" fmla="*/ 2147483646 w 630"/>
                <a:gd name="T47" fmla="*/ 2147483646 h 711"/>
                <a:gd name="T48" fmla="*/ 2147483646 w 630"/>
                <a:gd name="T49" fmla="*/ 2147483646 h 711"/>
                <a:gd name="T50" fmla="*/ 2147483646 w 630"/>
                <a:gd name="T51" fmla="*/ 2147483646 h 711"/>
                <a:gd name="T52" fmla="*/ 2147483646 w 630"/>
                <a:gd name="T53" fmla="*/ 2147483646 h 711"/>
                <a:gd name="T54" fmla="*/ 2147483646 w 630"/>
                <a:gd name="T55" fmla="*/ 2147483646 h 711"/>
                <a:gd name="T56" fmla="*/ 2147483646 w 630"/>
                <a:gd name="T57" fmla="*/ 2147483646 h 711"/>
                <a:gd name="T58" fmla="*/ 2147483646 w 630"/>
                <a:gd name="T59" fmla="*/ 2147483646 h 711"/>
                <a:gd name="T60" fmla="*/ 2147483646 w 630"/>
                <a:gd name="T61" fmla="*/ 2147483646 h 711"/>
                <a:gd name="T62" fmla="*/ 2147483646 w 630"/>
                <a:gd name="T63" fmla="*/ 2147483646 h 711"/>
                <a:gd name="T64" fmla="*/ 2147483646 w 630"/>
                <a:gd name="T65" fmla="*/ 2147483646 h 711"/>
                <a:gd name="T66" fmla="*/ 2147483646 w 630"/>
                <a:gd name="T67" fmla="*/ 2147483646 h 711"/>
                <a:gd name="T68" fmla="*/ 2147483646 w 630"/>
                <a:gd name="T69" fmla="*/ 2147483646 h 711"/>
                <a:gd name="T70" fmla="*/ 2147483646 w 630"/>
                <a:gd name="T71" fmla="*/ 2147483646 h 711"/>
                <a:gd name="T72" fmla="*/ 2147483646 w 630"/>
                <a:gd name="T73" fmla="*/ 2147483646 h 711"/>
                <a:gd name="T74" fmla="*/ 2147483646 w 630"/>
                <a:gd name="T75" fmla="*/ 2147483646 h 711"/>
                <a:gd name="T76" fmla="*/ 2147483646 w 630"/>
                <a:gd name="T77" fmla="*/ 2147483646 h 711"/>
                <a:gd name="T78" fmla="*/ 2147483646 w 630"/>
                <a:gd name="T79" fmla="*/ 2147483646 h 711"/>
                <a:gd name="T80" fmla="*/ 2147483646 w 630"/>
                <a:gd name="T81" fmla="*/ 2147483646 h 711"/>
                <a:gd name="T82" fmla="*/ 2147483646 w 630"/>
                <a:gd name="T83" fmla="*/ 2147483646 h 711"/>
                <a:gd name="T84" fmla="*/ 2147483646 w 630"/>
                <a:gd name="T85" fmla="*/ 2147483646 h 711"/>
                <a:gd name="T86" fmla="*/ 2147483646 w 630"/>
                <a:gd name="T87" fmla="*/ 2147483646 h 711"/>
                <a:gd name="T88" fmla="*/ 2147483646 w 630"/>
                <a:gd name="T89" fmla="*/ 2147483646 h 711"/>
                <a:gd name="T90" fmla="*/ 2147483646 w 630"/>
                <a:gd name="T91" fmla="*/ 2147483646 h 711"/>
                <a:gd name="T92" fmla="*/ 2147483646 w 630"/>
                <a:gd name="T93" fmla="*/ 2147483646 h 711"/>
                <a:gd name="T94" fmla="*/ 2147483646 w 630"/>
                <a:gd name="T95" fmla="*/ 2147483646 h 711"/>
                <a:gd name="T96" fmla="*/ 2147483646 w 630"/>
                <a:gd name="T97" fmla="*/ 2147483646 h 711"/>
                <a:gd name="T98" fmla="*/ 2147483646 w 630"/>
                <a:gd name="T99" fmla="*/ 2147483646 h 711"/>
                <a:gd name="T100" fmla="*/ 2147483646 w 630"/>
                <a:gd name="T101" fmla="*/ 2147483646 h 711"/>
                <a:gd name="T102" fmla="*/ 2147483646 w 630"/>
                <a:gd name="T103" fmla="*/ 2147483646 h 711"/>
                <a:gd name="T104" fmla="*/ 2147483646 w 630"/>
                <a:gd name="T105" fmla="*/ 2147483646 h 711"/>
                <a:gd name="T106" fmla="*/ 2147483646 w 630"/>
                <a:gd name="T107" fmla="*/ 2147483646 h 711"/>
                <a:gd name="T108" fmla="*/ 2147483646 w 630"/>
                <a:gd name="T109" fmla="*/ 2147483646 h 711"/>
                <a:gd name="T110" fmla="*/ 2147483646 w 630"/>
                <a:gd name="T111" fmla="*/ 2147483646 h 711"/>
                <a:gd name="T112" fmla="*/ 2147483646 w 630"/>
                <a:gd name="T113" fmla="*/ 2147483646 h 711"/>
                <a:gd name="T114" fmla="*/ 2147483646 w 630"/>
                <a:gd name="T115" fmla="*/ 2147483646 h 71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630" h="711">
                  <a:moveTo>
                    <a:pt x="402" y="89"/>
                  </a:moveTo>
                  <a:cubicBezTo>
                    <a:pt x="402" y="138"/>
                    <a:pt x="362" y="178"/>
                    <a:pt x="313" y="178"/>
                  </a:cubicBezTo>
                  <a:lnTo>
                    <a:pt x="223" y="178"/>
                  </a:lnTo>
                  <a:cubicBezTo>
                    <a:pt x="174" y="178"/>
                    <a:pt x="134" y="138"/>
                    <a:pt x="134" y="89"/>
                  </a:cubicBezTo>
                  <a:cubicBezTo>
                    <a:pt x="134" y="39"/>
                    <a:pt x="174" y="0"/>
                    <a:pt x="223" y="0"/>
                  </a:cubicBezTo>
                  <a:lnTo>
                    <a:pt x="313" y="0"/>
                  </a:lnTo>
                  <a:cubicBezTo>
                    <a:pt x="362" y="0"/>
                    <a:pt x="402" y="39"/>
                    <a:pt x="402" y="89"/>
                  </a:cubicBezTo>
                  <a:close/>
                  <a:moveTo>
                    <a:pt x="445" y="89"/>
                  </a:moveTo>
                  <a:cubicBezTo>
                    <a:pt x="446" y="95"/>
                    <a:pt x="446" y="102"/>
                    <a:pt x="446" y="109"/>
                  </a:cubicBezTo>
                  <a:cubicBezTo>
                    <a:pt x="446" y="171"/>
                    <a:pt x="397" y="221"/>
                    <a:pt x="335" y="221"/>
                  </a:cubicBezTo>
                  <a:lnTo>
                    <a:pt x="201" y="221"/>
                  </a:lnTo>
                  <a:cubicBezTo>
                    <a:pt x="140" y="221"/>
                    <a:pt x="90" y="171"/>
                    <a:pt x="90" y="109"/>
                  </a:cubicBezTo>
                  <a:cubicBezTo>
                    <a:pt x="90" y="102"/>
                    <a:pt x="90" y="95"/>
                    <a:pt x="92" y="89"/>
                  </a:cubicBezTo>
                  <a:cubicBezTo>
                    <a:pt x="40" y="98"/>
                    <a:pt x="0" y="144"/>
                    <a:pt x="0" y="198"/>
                  </a:cubicBezTo>
                  <a:lnTo>
                    <a:pt x="0" y="600"/>
                  </a:lnTo>
                  <a:cubicBezTo>
                    <a:pt x="0" y="661"/>
                    <a:pt x="50" y="711"/>
                    <a:pt x="112" y="711"/>
                  </a:cubicBezTo>
                  <a:lnTo>
                    <a:pt x="409" y="711"/>
                  </a:lnTo>
                  <a:cubicBezTo>
                    <a:pt x="338" y="681"/>
                    <a:pt x="288" y="610"/>
                    <a:pt x="288" y="528"/>
                  </a:cubicBezTo>
                  <a:cubicBezTo>
                    <a:pt x="288" y="418"/>
                    <a:pt x="377" y="328"/>
                    <a:pt x="487" y="328"/>
                  </a:cubicBezTo>
                  <a:cubicBezTo>
                    <a:pt x="504" y="328"/>
                    <a:pt x="520" y="331"/>
                    <a:pt x="536" y="335"/>
                  </a:cubicBezTo>
                  <a:lnTo>
                    <a:pt x="536" y="198"/>
                  </a:lnTo>
                  <a:cubicBezTo>
                    <a:pt x="536" y="144"/>
                    <a:pt x="496" y="98"/>
                    <a:pt x="445" y="89"/>
                  </a:cubicBezTo>
                  <a:close/>
                  <a:moveTo>
                    <a:pt x="251" y="446"/>
                  </a:moveTo>
                  <a:lnTo>
                    <a:pt x="251" y="446"/>
                  </a:lnTo>
                  <a:lnTo>
                    <a:pt x="112" y="446"/>
                  </a:lnTo>
                  <a:cubicBezTo>
                    <a:pt x="100" y="446"/>
                    <a:pt x="90" y="436"/>
                    <a:pt x="90" y="423"/>
                  </a:cubicBezTo>
                  <a:cubicBezTo>
                    <a:pt x="90" y="411"/>
                    <a:pt x="100" y="401"/>
                    <a:pt x="112" y="401"/>
                  </a:cubicBezTo>
                  <a:lnTo>
                    <a:pt x="251" y="401"/>
                  </a:lnTo>
                  <a:cubicBezTo>
                    <a:pt x="264" y="401"/>
                    <a:pt x="274" y="411"/>
                    <a:pt x="274" y="423"/>
                  </a:cubicBezTo>
                  <a:cubicBezTo>
                    <a:pt x="274" y="436"/>
                    <a:pt x="264" y="446"/>
                    <a:pt x="251" y="446"/>
                  </a:cubicBezTo>
                  <a:close/>
                  <a:moveTo>
                    <a:pt x="296" y="356"/>
                  </a:moveTo>
                  <a:lnTo>
                    <a:pt x="296" y="356"/>
                  </a:lnTo>
                  <a:lnTo>
                    <a:pt x="112" y="356"/>
                  </a:lnTo>
                  <a:cubicBezTo>
                    <a:pt x="100" y="356"/>
                    <a:pt x="90" y="346"/>
                    <a:pt x="90" y="334"/>
                  </a:cubicBezTo>
                  <a:cubicBezTo>
                    <a:pt x="90" y="322"/>
                    <a:pt x="100" y="312"/>
                    <a:pt x="112" y="312"/>
                  </a:cubicBezTo>
                  <a:lnTo>
                    <a:pt x="296" y="312"/>
                  </a:lnTo>
                  <a:cubicBezTo>
                    <a:pt x="308" y="312"/>
                    <a:pt x="318" y="322"/>
                    <a:pt x="318" y="334"/>
                  </a:cubicBezTo>
                  <a:cubicBezTo>
                    <a:pt x="318" y="346"/>
                    <a:pt x="308" y="356"/>
                    <a:pt x="296" y="356"/>
                  </a:cubicBezTo>
                  <a:close/>
                  <a:moveTo>
                    <a:pt x="524" y="390"/>
                  </a:moveTo>
                  <a:cubicBezTo>
                    <a:pt x="512" y="387"/>
                    <a:pt x="501" y="385"/>
                    <a:pt x="488" y="385"/>
                  </a:cubicBezTo>
                  <a:cubicBezTo>
                    <a:pt x="410" y="385"/>
                    <a:pt x="346" y="449"/>
                    <a:pt x="346" y="527"/>
                  </a:cubicBezTo>
                  <a:cubicBezTo>
                    <a:pt x="346" y="596"/>
                    <a:pt x="394" y="652"/>
                    <a:pt x="458" y="666"/>
                  </a:cubicBezTo>
                  <a:cubicBezTo>
                    <a:pt x="468" y="668"/>
                    <a:pt x="478" y="669"/>
                    <a:pt x="488" y="669"/>
                  </a:cubicBezTo>
                  <a:cubicBezTo>
                    <a:pt x="567" y="669"/>
                    <a:pt x="630" y="606"/>
                    <a:pt x="630" y="527"/>
                  </a:cubicBezTo>
                  <a:cubicBezTo>
                    <a:pt x="630" y="461"/>
                    <a:pt x="585" y="405"/>
                    <a:pt x="524" y="390"/>
                  </a:cubicBezTo>
                  <a:close/>
                  <a:moveTo>
                    <a:pt x="569" y="507"/>
                  </a:moveTo>
                  <a:lnTo>
                    <a:pt x="569" y="507"/>
                  </a:lnTo>
                  <a:lnTo>
                    <a:pt x="524" y="552"/>
                  </a:lnTo>
                  <a:lnTo>
                    <a:pt x="488" y="588"/>
                  </a:lnTo>
                  <a:cubicBezTo>
                    <a:pt x="477" y="599"/>
                    <a:pt x="459" y="599"/>
                    <a:pt x="448" y="588"/>
                  </a:cubicBezTo>
                  <a:lnTo>
                    <a:pt x="408" y="547"/>
                  </a:lnTo>
                  <a:cubicBezTo>
                    <a:pt x="397" y="536"/>
                    <a:pt x="397" y="518"/>
                    <a:pt x="408" y="507"/>
                  </a:cubicBezTo>
                  <a:cubicBezTo>
                    <a:pt x="419" y="496"/>
                    <a:pt x="437" y="496"/>
                    <a:pt x="448" y="507"/>
                  </a:cubicBezTo>
                  <a:lnTo>
                    <a:pt x="468" y="527"/>
                  </a:lnTo>
                  <a:lnTo>
                    <a:pt x="524" y="472"/>
                  </a:lnTo>
                  <a:lnTo>
                    <a:pt x="528" y="467"/>
                  </a:lnTo>
                  <a:cubicBezTo>
                    <a:pt x="540" y="456"/>
                    <a:pt x="558" y="456"/>
                    <a:pt x="569" y="467"/>
                  </a:cubicBezTo>
                  <a:cubicBezTo>
                    <a:pt x="580" y="478"/>
                    <a:pt x="580" y="496"/>
                    <a:pt x="569" y="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3" tIns="34277" rIns="68553" bIns="34277"/>
            <a:lstStyle/>
            <a:p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9968D0-25D2-48CE-B992-E1F93A50DAEE}"/>
              </a:ext>
            </a:extLst>
          </p:cNvPr>
          <p:cNvGrpSpPr/>
          <p:nvPr/>
        </p:nvGrpSpPr>
        <p:grpSpPr>
          <a:xfrm>
            <a:off x="6281737" y="2865438"/>
            <a:ext cx="2270125" cy="2589713"/>
            <a:chOff x="6281737" y="2865438"/>
            <a:chExt cx="2270125" cy="2589713"/>
          </a:xfrm>
        </p:grpSpPr>
        <p:sp>
          <p:nvSpPr>
            <p:cNvPr id="8" name="5">
              <a:extLst>
                <a:ext uri="{FF2B5EF4-FFF2-40B4-BE49-F238E27FC236}">
                  <a16:creationId xmlns:a16="http://schemas.microsoft.com/office/drawing/2014/main" id="{151172F5-21F3-4A49-9146-8CE62784AC32}"/>
                </a:ext>
              </a:extLst>
            </p:cNvPr>
            <p:cNvSpPr txBox="1"/>
            <p:nvPr/>
          </p:nvSpPr>
          <p:spPr>
            <a:xfrm>
              <a:off x="6281737" y="5018108"/>
              <a:ext cx="2270125" cy="43704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7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请输入您的标题</a:t>
              </a:r>
            </a:p>
          </p:txBody>
        </p:sp>
        <p:grpSp>
          <p:nvGrpSpPr>
            <p:cNvPr id="16" name="9">
              <a:extLst>
                <a:ext uri="{FF2B5EF4-FFF2-40B4-BE49-F238E27FC236}">
                  <a16:creationId xmlns:a16="http://schemas.microsoft.com/office/drawing/2014/main" id="{E0867CDF-5B3B-45D7-928D-EB4BE7AD32C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521451" y="2749550"/>
              <a:ext cx="1790700" cy="2022475"/>
              <a:chOff x="4468733" y="2771468"/>
              <a:chExt cx="1487127" cy="1677919"/>
            </a:xfrm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0083AD5B-FD0D-4ACB-9FE3-EC7B384ABED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73337" y="2866864"/>
                <a:ext cx="1677919" cy="1487127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DCDCDC"/>
                  </a:gs>
                </a:gsLst>
                <a:lin ang="2700000" scaled="0"/>
              </a:gradFill>
              <a:ln w="19050">
                <a:gradFill>
                  <a:gsLst>
                    <a:gs pos="0">
                      <a:srgbClr val="ADADAD"/>
                    </a:gs>
                    <a:gs pos="66000">
                      <a:schemeClr val="bg1"/>
                    </a:gs>
                  </a:gsLst>
                  <a:lin ang="2700000" scaled="0"/>
                </a:gra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algn="ctr">
                  <a:defRPr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C158AC03-1931-471C-8461-68E9C307D85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600910" y="3068560"/>
                <a:ext cx="1222771" cy="108373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4A9143"/>
              </a:solidFill>
              <a:ln w="15875">
                <a:noFill/>
              </a:ln>
              <a:effectLst>
                <a:innerShdw blurRad="63500" dist="25400" dir="27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 algn="ctr">
                  <a:defRPr/>
                </a:pPr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" name="13">
              <a:extLst>
                <a:ext uri="{FF2B5EF4-FFF2-40B4-BE49-F238E27FC236}">
                  <a16:creationId xmlns:a16="http://schemas.microsoft.com/office/drawing/2014/main" id="{C2DEB948-E3F8-4FA4-80C6-03725F1B7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1688" y="3457575"/>
              <a:ext cx="530225" cy="569913"/>
            </a:xfrm>
            <a:custGeom>
              <a:avLst/>
              <a:gdLst>
                <a:gd name="T0" fmla="*/ 2147483646 w 674"/>
                <a:gd name="T1" fmla="*/ 2147483646 h 720"/>
                <a:gd name="T2" fmla="*/ 2147483646 w 674"/>
                <a:gd name="T3" fmla="*/ 2147483646 h 720"/>
                <a:gd name="T4" fmla="*/ 2147483646 w 674"/>
                <a:gd name="T5" fmla="*/ 2147483646 h 720"/>
                <a:gd name="T6" fmla="*/ 2147483646 w 674"/>
                <a:gd name="T7" fmla="*/ 2147483646 h 720"/>
                <a:gd name="T8" fmla="*/ 2147483646 w 674"/>
                <a:gd name="T9" fmla="*/ 2147483646 h 720"/>
                <a:gd name="T10" fmla="*/ 2147483646 w 674"/>
                <a:gd name="T11" fmla="*/ 2147483646 h 720"/>
                <a:gd name="T12" fmla="*/ 2147483646 w 674"/>
                <a:gd name="T13" fmla="*/ 2147483646 h 720"/>
                <a:gd name="T14" fmla="*/ 2147483646 w 674"/>
                <a:gd name="T15" fmla="*/ 2147483646 h 720"/>
                <a:gd name="T16" fmla="*/ 2147483646 w 674"/>
                <a:gd name="T17" fmla="*/ 2147483646 h 720"/>
                <a:gd name="T18" fmla="*/ 2147483646 w 674"/>
                <a:gd name="T19" fmla="*/ 2147483646 h 720"/>
                <a:gd name="T20" fmla="*/ 2147483646 w 674"/>
                <a:gd name="T21" fmla="*/ 2147483646 h 720"/>
                <a:gd name="T22" fmla="*/ 2147483646 w 674"/>
                <a:gd name="T23" fmla="*/ 2147483646 h 720"/>
                <a:gd name="T24" fmla="*/ 2147483646 w 674"/>
                <a:gd name="T25" fmla="*/ 2147483646 h 720"/>
                <a:gd name="T26" fmla="*/ 2147483646 w 674"/>
                <a:gd name="T27" fmla="*/ 2147483646 h 720"/>
                <a:gd name="T28" fmla="*/ 2147483646 w 674"/>
                <a:gd name="T29" fmla="*/ 2147483646 h 720"/>
                <a:gd name="T30" fmla="*/ 2147483646 w 674"/>
                <a:gd name="T31" fmla="*/ 2147483646 h 720"/>
                <a:gd name="T32" fmla="*/ 2147483646 w 674"/>
                <a:gd name="T33" fmla="*/ 2147483646 h 720"/>
                <a:gd name="T34" fmla="*/ 2147483646 w 674"/>
                <a:gd name="T35" fmla="*/ 2147483646 h 720"/>
                <a:gd name="T36" fmla="*/ 2147483646 w 674"/>
                <a:gd name="T37" fmla="*/ 2147483646 h 720"/>
                <a:gd name="T38" fmla="*/ 2147483646 w 674"/>
                <a:gd name="T39" fmla="*/ 2147483646 h 720"/>
                <a:gd name="T40" fmla="*/ 2147483646 w 674"/>
                <a:gd name="T41" fmla="*/ 2147483646 h 720"/>
                <a:gd name="T42" fmla="*/ 2147483646 w 674"/>
                <a:gd name="T43" fmla="*/ 2147483646 h 720"/>
                <a:gd name="T44" fmla="*/ 2147483646 w 674"/>
                <a:gd name="T45" fmla="*/ 2147483646 h 720"/>
                <a:gd name="T46" fmla="*/ 2147483646 w 674"/>
                <a:gd name="T47" fmla="*/ 2147483646 h 720"/>
                <a:gd name="T48" fmla="*/ 2147483646 w 674"/>
                <a:gd name="T49" fmla="*/ 2147483646 h 720"/>
                <a:gd name="T50" fmla="*/ 2147483646 w 674"/>
                <a:gd name="T51" fmla="*/ 2147483646 h 720"/>
                <a:gd name="T52" fmla="*/ 2147483646 w 674"/>
                <a:gd name="T53" fmla="*/ 2147483646 h 720"/>
                <a:gd name="T54" fmla="*/ 2147483646 w 674"/>
                <a:gd name="T55" fmla="*/ 2147483646 h 720"/>
                <a:gd name="T56" fmla="*/ 2147483646 w 674"/>
                <a:gd name="T57" fmla="*/ 2147483646 h 720"/>
                <a:gd name="T58" fmla="*/ 2147483646 w 674"/>
                <a:gd name="T59" fmla="*/ 2147483646 h 720"/>
                <a:gd name="T60" fmla="*/ 2147483646 w 674"/>
                <a:gd name="T61" fmla="*/ 2147483646 h 720"/>
                <a:gd name="T62" fmla="*/ 2147483646 w 674"/>
                <a:gd name="T63" fmla="*/ 2147483646 h 72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74" h="720">
                  <a:moveTo>
                    <a:pt x="243" y="407"/>
                  </a:moveTo>
                  <a:cubicBezTo>
                    <a:pt x="236" y="421"/>
                    <a:pt x="241" y="439"/>
                    <a:pt x="255" y="448"/>
                  </a:cubicBezTo>
                  <a:cubicBezTo>
                    <a:pt x="267" y="455"/>
                    <a:pt x="282" y="453"/>
                    <a:pt x="292" y="444"/>
                  </a:cubicBezTo>
                  <a:lnTo>
                    <a:pt x="243" y="407"/>
                  </a:lnTo>
                  <a:close/>
                  <a:moveTo>
                    <a:pt x="418" y="169"/>
                  </a:moveTo>
                  <a:cubicBezTo>
                    <a:pt x="373" y="143"/>
                    <a:pt x="318" y="155"/>
                    <a:pt x="295" y="196"/>
                  </a:cubicBezTo>
                  <a:cubicBezTo>
                    <a:pt x="270" y="238"/>
                    <a:pt x="302" y="284"/>
                    <a:pt x="280" y="327"/>
                  </a:cubicBezTo>
                  <a:lnTo>
                    <a:pt x="350" y="367"/>
                  </a:lnTo>
                  <a:cubicBezTo>
                    <a:pt x="376" y="327"/>
                    <a:pt x="432" y="331"/>
                    <a:pt x="456" y="289"/>
                  </a:cubicBezTo>
                  <a:cubicBezTo>
                    <a:pt x="480" y="249"/>
                    <a:pt x="462" y="195"/>
                    <a:pt x="418" y="169"/>
                  </a:cubicBezTo>
                  <a:close/>
                  <a:moveTo>
                    <a:pt x="342" y="393"/>
                  </a:moveTo>
                  <a:lnTo>
                    <a:pt x="267" y="336"/>
                  </a:lnTo>
                  <a:cubicBezTo>
                    <a:pt x="261" y="331"/>
                    <a:pt x="253" y="333"/>
                    <a:pt x="250" y="339"/>
                  </a:cubicBezTo>
                  <a:cubicBezTo>
                    <a:pt x="246" y="345"/>
                    <a:pt x="248" y="354"/>
                    <a:pt x="254" y="358"/>
                  </a:cubicBezTo>
                  <a:lnTo>
                    <a:pt x="329" y="416"/>
                  </a:lnTo>
                  <a:cubicBezTo>
                    <a:pt x="335" y="420"/>
                    <a:pt x="343" y="418"/>
                    <a:pt x="346" y="412"/>
                  </a:cubicBezTo>
                  <a:cubicBezTo>
                    <a:pt x="350" y="406"/>
                    <a:pt x="348" y="397"/>
                    <a:pt x="342" y="393"/>
                  </a:cubicBezTo>
                  <a:close/>
                  <a:moveTo>
                    <a:pt x="445" y="144"/>
                  </a:moveTo>
                  <a:lnTo>
                    <a:pt x="468" y="102"/>
                  </a:lnTo>
                  <a:lnTo>
                    <a:pt x="449" y="91"/>
                  </a:lnTo>
                  <a:lnTo>
                    <a:pt x="426" y="133"/>
                  </a:lnTo>
                  <a:lnTo>
                    <a:pt x="445" y="144"/>
                  </a:lnTo>
                  <a:close/>
                  <a:moveTo>
                    <a:pt x="485" y="193"/>
                  </a:moveTo>
                  <a:lnTo>
                    <a:pt x="526" y="170"/>
                  </a:lnTo>
                  <a:lnTo>
                    <a:pt x="515" y="150"/>
                  </a:lnTo>
                  <a:lnTo>
                    <a:pt x="474" y="174"/>
                  </a:lnTo>
                  <a:lnTo>
                    <a:pt x="485" y="193"/>
                  </a:lnTo>
                  <a:close/>
                  <a:moveTo>
                    <a:pt x="385" y="121"/>
                  </a:moveTo>
                  <a:lnTo>
                    <a:pt x="385" y="73"/>
                  </a:lnTo>
                  <a:lnTo>
                    <a:pt x="363" y="73"/>
                  </a:lnTo>
                  <a:lnTo>
                    <a:pt x="363" y="121"/>
                  </a:lnTo>
                  <a:lnTo>
                    <a:pt x="385" y="121"/>
                  </a:lnTo>
                  <a:close/>
                  <a:moveTo>
                    <a:pt x="321" y="131"/>
                  </a:moveTo>
                  <a:lnTo>
                    <a:pt x="298" y="90"/>
                  </a:lnTo>
                  <a:lnTo>
                    <a:pt x="278" y="101"/>
                  </a:lnTo>
                  <a:lnTo>
                    <a:pt x="302" y="142"/>
                  </a:lnTo>
                  <a:lnTo>
                    <a:pt x="321" y="131"/>
                  </a:lnTo>
                  <a:close/>
                  <a:moveTo>
                    <a:pt x="496" y="257"/>
                  </a:moveTo>
                  <a:lnTo>
                    <a:pt x="543" y="257"/>
                  </a:lnTo>
                  <a:lnTo>
                    <a:pt x="543" y="235"/>
                  </a:lnTo>
                  <a:lnTo>
                    <a:pt x="496" y="235"/>
                  </a:lnTo>
                  <a:lnTo>
                    <a:pt x="496" y="257"/>
                  </a:lnTo>
                  <a:close/>
                  <a:moveTo>
                    <a:pt x="324" y="426"/>
                  </a:moveTo>
                  <a:lnTo>
                    <a:pt x="248" y="368"/>
                  </a:lnTo>
                  <a:cubicBezTo>
                    <a:pt x="242" y="364"/>
                    <a:pt x="235" y="365"/>
                    <a:pt x="231" y="372"/>
                  </a:cubicBezTo>
                  <a:cubicBezTo>
                    <a:pt x="227" y="378"/>
                    <a:pt x="229" y="386"/>
                    <a:pt x="235" y="391"/>
                  </a:cubicBezTo>
                  <a:lnTo>
                    <a:pt x="311" y="448"/>
                  </a:lnTo>
                  <a:cubicBezTo>
                    <a:pt x="316" y="453"/>
                    <a:pt x="324" y="451"/>
                    <a:pt x="328" y="445"/>
                  </a:cubicBezTo>
                  <a:cubicBezTo>
                    <a:pt x="331" y="439"/>
                    <a:pt x="329" y="430"/>
                    <a:pt x="324" y="426"/>
                  </a:cubicBezTo>
                  <a:close/>
                  <a:moveTo>
                    <a:pt x="246" y="720"/>
                  </a:moveTo>
                  <a:cubicBezTo>
                    <a:pt x="254" y="663"/>
                    <a:pt x="254" y="603"/>
                    <a:pt x="239" y="550"/>
                  </a:cubicBezTo>
                  <a:cubicBezTo>
                    <a:pt x="0" y="415"/>
                    <a:pt x="62" y="105"/>
                    <a:pt x="263" y="42"/>
                  </a:cubicBezTo>
                  <a:cubicBezTo>
                    <a:pt x="369" y="0"/>
                    <a:pt x="513" y="25"/>
                    <a:pt x="606" y="119"/>
                  </a:cubicBezTo>
                  <a:cubicBezTo>
                    <a:pt x="674" y="187"/>
                    <a:pt x="642" y="204"/>
                    <a:pt x="642" y="204"/>
                  </a:cubicBezTo>
                  <a:lnTo>
                    <a:pt x="627" y="213"/>
                  </a:lnTo>
                  <a:cubicBezTo>
                    <a:pt x="635" y="245"/>
                    <a:pt x="650" y="305"/>
                    <a:pt x="648" y="313"/>
                  </a:cubicBezTo>
                  <a:cubicBezTo>
                    <a:pt x="645" y="324"/>
                    <a:pt x="633" y="336"/>
                    <a:pt x="633" y="336"/>
                  </a:cubicBezTo>
                  <a:lnTo>
                    <a:pt x="667" y="450"/>
                  </a:lnTo>
                  <a:lnTo>
                    <a:pt x="636" y="462"/>
                  </a:lnTo>
                  <a:cubicBezTo>
                    <a:pt x="643" y="499"/>
                    <a:pt x="647" y="530"/>
                    <a:pt x="643" y="566"/>
                  </a:cubicBezTo>
                  <a:cubicBezTo>
                    <a:pt x="643" y="572"/>
                    <a:pt x="622" y="590"/>
                    <a:pt x="606" y="591"/>
                  </a:cubicBezTo>
                  <a:lnTo>
                    <a:pt x="504" y="598"/>
                  </a:lnTo>
                  <a:lnTo>
                    <a:pt x="510" y="720"/>
                  </a:lnTo>
                  <a:lnTo>
                    <a:pt x="246" y="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3" tIns="34277" rIns="68553" bIns="34277"/>
            <a:lstStyle/>
            <a:p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001190-F5CF-4C63-A524-881BAA45434F}"/>
              </a:ext>
            </a:extLst>
          </p:cNvPr>
          <p:cNvGrpSpPr/>
          <p:nvPr/>
        </p:nvGrpSpPr>
        <p:grpSpPr>
          <a:xfrm>
            <a:off x="8564562" y="2865438"/>
            <a:ext cx="2271712" cy="2589713"/>
            <a:chOff x="8564562" y="2865438"/>
            <a:chExt cx="2271712" cy="2589713"/>
          </a:xfrm>
        </p:grpSpPr>
        <p:sp>
          <p:nvSpPr>
            <p:cNvPr id="7" name="4">
              <a:extLst>
                <a:ext uri="{FF2B5EF4-FFF2-40B4-BE49-F238E27FC236}">
                  <a16:creationId xmlns:a16="http://schemas.microsoft.com/office/drawing/2014/main" id="{B2A33609-7A0B-4388-B31D-043F066BF54F}"/>
                </a:ext>
              </a:extLst>
            </p:cNvPr>
            <p:cNvSpPr txBox="1"/>
            <p:nvPr/>
          </p:nvSpPr>
          <p:spPr>
            <a:xfrm>
              <a:off x="8564562" y="5018108"/>
              <a:ext cx="2271712" cy="43704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7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请输入您的标题</a:t>
              </a:r>
            </a:p>
          </p:txBody>
        </p:sp>
        <p:grpSp>
          <p:nvGrpSpPr>
            <p:cNvPr id="19" name="10">
              <a:extLst>
                <a:ext uri="{FF2B5EF4-FFF2-40B4-BE49-F238E27FC236}">
                  <a16:creationId xmlns:a16="http://schemas.microsoft.com/office/drawing/2014/main" id="{8184552B-7BA6-4A42-8E11-6A1C78EA38D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805069" y="2750344"/>
              <a:ext cx="1790700" cy="2020888"/>
              <a:chOff x="4468733" y="2771468"/>
              <a:chExt cx="1487127" cy="1677919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4F1BEEA4-D4DD-403F-B6D2-D2AB7077ABF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73337" y="2866864"/>
                <a:ext cx="1677919" cy="1487127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DCDCDC"/>
                  </a:gs>
                </a:gsLst>
                <a:lin ang="2700000" scaled="0"/>
              </a:gradFill>
              <a:ln w="19050">
                <a:gradFill>
                  <a:gsLst>
                    <a:gs pos="0">
                      <a:srgbClr val="ADADAD"/>
                    </a:gs>
                    <a:gs pos="66000">
                      <a:schemeClr val="bg1"/>
                    </a:gs>
                  </a:gsLst>
                  <a:lin ang="2700000" scaled="0"/>
                </a:gra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华文细黑" panose="02010600040101010101" pitchFamily="2" charset="-122"/>
                </a:endParaRPr>
              </a:p>
            </p:txBody>
          </p:sp>
          <p:sp>
            <p:nvSpPr>
              <p:cNvPr id="21" name="Freeform 5">
                <a:extLst>
                  <a:ext uri="{FF2B5EF4-FFF2-40B4-BE49-F238E27FC236}">
                    <a16:creationId xmlns:a16="http://schemas.microsoft.com/office/drawing/2014/main" id="{05FCE183-5152-4EE9-82F9-DAF1759B9F3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600910" y="3068560"/>
                <a:ext cx="1222771" cy="108373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976028"/>
              </a:solidFill>
              <a:ln w="15875">
                <a:noFill/>
              </a:ln>
              <a:effectLst>
                <a:innerShdw blurRad="63500" dist="25400" dir="27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5" name="14">
              <a:extLst>
                <a:ext uri="{FF2B5EF4-FFF2-40B4-BE49-F238E27FC236}">
                  <a16:creationId xmlns:a16="http://schemas.microsoft.com/office/drawing/2014/main" id="{8C2A5097-77AF-4CCA-BB2C-DADF40BC05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9750" y="3470275"/>
              <a:ext cx="539750" cy="581025"/>
            </a:xfrm>
            <a:custGeom>
              <a:avLst/>
              <a:gdLst>
                <a:gd name="T0" fmla="*/ 2147483646 w 847"/>
                <a:gd name="T1" fmla="*/ 2147483646 h 903"/>
                <a:gd name="T2" fmla="*/ 2147483646 w 847"/>
                <a:gd name="T3" fmla="*/ 2147483646 h 903"/>
                <a:gd name="T4" fmla="*/ 2147483646 w 847"/>
                <a:gd name="T5" fmla="*/ 2147483646 h 903"/>
                <a:gd name="T6" fmla="*/ 2147483646 w 847"/>
                <a:gd name="T7" fmla="*/ 2147483646 h 903"/>
                <a:gd name="T8" fmla="*/ 2147483646 w 847"/>
                <a:gd name="T9" fmla="*/ 2147483646 h 903"/>
                <a:gd name="T10" fmla="*/ 2147483646 w 847"/>
                <a:gd name="T11" fmla="*/ 2147483646 h 903"/>
                <a:gd name="T12" fmla="*/ 2147483646 w 847"/>
                <a:gd name="T13" fmla="*/ 2147483646 h 903"/>
                <a:gd name="T14" fmla="*/ 2147483646 w 847"/>
                <a:gd name="T15" fmla="*/ 2147483646 h 903"/>
                <a:gd name="T16" fmla="*/ 2147483646 w 847"/>
                <a:gd name="T17" fmla="*/ 2147483646 h 903"/>
                <a:gd name="T18" fmla="*/ 2147483646 w 847"/>
                <a:gd name="T19" fmla="*/ 2147483646 h 903"/>
                <a:gd name="T20" fmla="*/ 2147483646 w 847"/>
                <a:gd name="T21" fmla="*/ 2147483646 h 903"/>
                <a:gd name="T22" fmla="*/ 2147483646 w 847"/>
                <a:gd name="T23" fmla="*/ 2147483646 h 903"/>
                <a:gd name="T24" fmla="*/ 2147483646 w 847"/>
                <a:gd name="T25" fmla="*/ 2147483646 h 903"/>
                <a:gd name="T26" fmla="*/ 2147483646 w 847"/>
                <a:gd name="T27" fmla="*/ 2147483646 h 903"/>
                <a:gd name="T28" fmla="*/ 2147483646 w 847"/>
                <a:gd name="T29" fmla="*/ 2147483646 h 903"/>
                <a:gd name="T30" fmla="*/ 2147483646 w 847"/>
                <a:gd name="T31" fmla="*/ 2147483646 h 903"/>
                <a:gd name="T32" fmla="*/ 2147483646 w 847"/>
                <a:gd name="T33" fmla="*/ 2147483646 h 903"/>
                <a:gd name="T34" fmla="*/ 2147483646 w 847"/>
                <a:gd name="T35" fmla="*/ 2147483646 h 903"/>
                <a:gd name="T36" fmla="*/ 2147483646 w 847"/>
                <a:gd name="T37" fmla="*/ 2147483646 h 903"/>
                <a:gd name="T38" fmla="*/ 2147483646 w 847"/>
                <a:gd name="T39" fmla="*/ 2147483646 h 903"/>
                <a:gd name="T40" fmla="*/ 2147483646 w 847"/>
                <a:gd name="T41" fmla="*/ 2147483646 h 903"/>
                <a:gd name="T42" fmla="*/ 2147483646 w 847"/>
                <a:gd name="T43" fmla="*/ 2147483646 h 903"/>
                <a:gd name="T44" fmla="*/ 2147483646 w 847"/>
                <a:gd name="T45" fmla="*/ 2147483646 h 903"/>
                <a:gd name="T46" fmla="*/ 2147483646 w 847"/>
                <a:gd name="T47" fmla="*/ 2147483646 h 903"/>
                <a:gd name="T48" fmla="*/ 2147483646 w 847"/>
                <a:gd name="T49" fmla="*/ 2147483646 h 903"/>
                <a:gd name="T50" fmla="*/ 2147483646 w 847"/>
                <a:gd name="T51" fmla="*/ 2147483646 h 903"/>
                <a:gd name="T52" fmla="*/ 2147483646 w 847"/>
                <a:gd name="T53" fmla="*/ 2147483646 h 903"/>
                <a:gd name="T54" fmla="*/ 2147483646 w 847"/>
                <a:gd name="T55" fmla="*/ 2147483646 h 903"/>
                <a:gd name="T56" fmla="*/ 2147483646 w 847"/>
                <a:gd name="T57" fmla="*/ 2147483646 h 903"/>
                <a:gd name="T58" fmla="*/ 2147483646 w 847"/>
                <a:gd name="T59" fmla="*/ 2147483646 h 903"/>
                <a:gd name="T60" fmla="*/ 0 w 847"/>
                <a:gd name="T61" fmla="*/ 2147483646 h 903"/>
                <a:gd name="T62" fmla="*/ 0 w 847"/>
                <a:gd name="T63" fmla="*/ 2147483646 h 903"/>
                <a:gd name="T64" fmla="*/ 0 w 847"/>
                <a:gd name="T65" fmla="*/ 2147483646 h 903"/>
                <a:gd name="T66" fmla="*/ 2147483646 w 847"/>
                <a:gd name="T67" fmla="*/ 2147483646 h 903"/>
                <a:gd name="T68" fmla="*/ 2147483646 w 847"/>
                <a:gd name="T69" fmla="*/ 2147483646 h 903"/>
                <a:gd name="T70" fmla="*/ 2147483646 w 847"/>
                <a:gd name="T71" fmla="*/ 2147483646 h 903"/>
                <a:gd name="T72" fmla="*/ 2147483646 w 847"/>
                <a:gd name="T73" fmla="*/ 2147483646 h 903"/>
                <a:gd name="T74" fmla="*/ 2147483646 w 847"/>
                <a:gd name="T75" fmla="*/ 2147483646 h 903"/>
                <a:gd name="T76" fmla="*/ 2147483646 w 847"/>
                <a:gd name="T77" fmla="*/ 2147483646 h 903"/>
                <a:gd name="T78" fmla="*/ 2147483646 w 847"/>
                <a:gd name="T79" fmla="*/ 2147483646 h 903"/>
                <a:gd name="T80" fmla="*/ 2147483646 w 847"/>
                <a:gd name="T81" fmla="*/ 2147483646 h 903"/>
                <a:gd name="T82" fmla="*/ 2147483646 w 847"/>
                <a:gd name="T83" fmla="*/ 2147483646 h 903"/>
                <a:gd name="T84" fmla="*/ 2147483646 w 847"/>
                <a:gd name="T85" fmla="*/ 2147483646 h 903"/>
                <a:gd name="T86" fmla="*/ 2147483646 w 847"/>
                <a:gd name="T87" fmla="*/ 2147483646 h 903"/>
                <a:gd name="T88" fmla="*/ 2147483646 w 847"/>
                <a:gd name="T89" fmla="*/ 2147483646 h 903"/>
                <a:gd name="T90" fmla="*/ 2147483646 w 847"/>
                <a:gd name="T91" fmla="*/ 2147483646 h 903"/>
                <a:gd name="T92" fmla="*/ 2147483646 w 847"/>
                <a:gd name="T93" fmla="*/ 2147483646 h 903"/>
                <a:gd name="T94" fmla="*/ 2147483646 w 847"/>
                <a:gd name="T95" fmla="*/ 2147483646 h 903"/>
                <a:gd name="T96" fmla="*/ 2147483646 w 847"/>
                <a:gd name="T97" fmla="*/ 2147483646 h 903"/>
                <a:gd name="T98" fmla="*/ 2147483646 w 847"/>
                <a:gd name="T99" fmla="*/ 2147483646 h 90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47" h="903">
                  <a:moveTo>
                    <a:pt x="217" y="100"/>
                  </a:moveTo>
                  <a:cubicBezTo>
                    <a:pt x="217" y="121"/>
                    <a:pt x="234" y="138"/>
                    <a:pt x="255" y="138"/>
                  </a:cubicBezTo>
                  <a:lnTo>
                    <a:pt x="517" y="138"/>
                  </a:lnTo>
                  <a:cubicBezTo>
                    <a:pt x="538" y="138"/>
                    <a:pt x="555" y="121"/>
                    <a:pt x="555" y="100"/>
                  </a:cubicBezTo>
                  <a:cubicBezTo>
                    <a:pt x="555" y="79"/>
                    <a:pt x="538" y="61"/>
                    <a:pt x="517" y="61"/>
                  </a:cubicBezTo>
                  <a:lnTo>
                    <a:pt x="448" y="61"/>
                  </a:lnTo>
                  <a:cubicBezTo>
                    <a:pt x="448" y="27"/>
                    <a:pt x="420" y="0"/>
                    <a:pt x="386" y="0"/>
                  </a:cubicBezTo>
                  <a:cubicBezTo>
                    <a:pt x="352" y="0"/>
                    <a:pt x="324" y="27"/>
                    <a:pt x="324" y="61"/>
                  </a:cubicBezTo>
                  <a:lnTo>
                    <a:pt x="255" y="61"/>
                  </a:lnTo>
                  <a:cubicBezTo>
                    <a:pt x="234" y="61"/>
                    <a:pt x="217" y="79"/>
                    <a:pt x="217" y="100"/>
                  </a:cubicBezTo>
                  <a:close/>
                  <a:moveTo>
                    <a:pt x="686" y="777"/>
                  </a:moveTo>
                  <a:cubicBezTo>
                    <a:pt x="689" y="780"/>
                    <a:pt x="693" y="782"/>
                    <a:pt x="697" y="782"/>
                  </a:cubicBezTo>
                  <a:cubicBezTo>
                    <a:pt x="702" y="782"/>
                    <a:pt x="706" y="780"/>
                    <a:pt x="709" y="777"/>
                  </a:cubicBezTo>
                  <a:cubicBezTo>
                    <a:pt x="715" y="771"/>
                    <a:pt x="715" y="761"/>
                    <a:pt x="709" y="755"/>
                  </a:cubicBezTo>
                  <a:lnTo>
                    <a:pt x="660" y="706"/>
                  </a:lnTo>
                  <a:lnTo>
                    <a:pt x="660" y="586"/>
                  </a:lnTo>
                  <a:cubicBezTo>
                    <a:pt x="660" y="577"/>
                    <a:pt x="653" y="570"/>
                    <a:pt x="644" y="570"/>
                  </a:cubicBezTo>
                  <a:cubicBezTo>
                    <a:pt x="636" y="570"/>
                    <a:pt x="629" y="577"/>
                    <a:pt x="629" y="586"/>
                  </a:cubicBezTo>
                  <a:lnTo>
                    <a:pt x="629" y="713"/>
                  </a:lnTo>
                  <a:cubicBezTo>
                    <a:pt x="629" y="714"/>
                    <a:pt x="629" y="715"/>
                    <a:pt x="629" y="716"/>
                  </a:cubicBezTo>
                  <a:cubicBezTo>
                    <a:pt x="629" y="716"/>
                    <a:pt x="629" y="717"/>
                    <a:pt x="629" y="717"/>
                  </a:cubicBezTo>
                  <a:cubicBezTo>
                    <a:pt x="629" y="718"/>
                    <a:pt x="630" y="718"/>
                    <a:pt x="630" y="719"/>
                  </a:cubicBezTo>
                  <a:cubicBezTo>
                    <a:pt x="630" y="719"/>
                    <a:pt x="630" y="720"/>
                    <a:pt x="631" y="720"/>
                  </a:cubicBezTo>
                  <a:cubicBezTo>
                    <a:pt x="631" y="721"/>
                    <a:pt x="631" y="721"/>
                    <a:pt x="631" y="722"/>
                  </a:cubicBezTo>
                  <a:cubicBezTo>
                    <a:pt x="632" y="722"/>
                    <a:pt x="632" y="723"/>
                    <a:pt x="633" y="724"/>
                  </a:cubicBezTo>
                  <a:cubicBezTo>
                    <a:pt x="633" y="724"/>
                    <a:pt x="633" y="724"/>
                    <a:pt x="633" y="724"/>
                  </a:cubicBezTo>
                  <a:lnTo>
                    <a:pt x="686" y="777"/>
                  </a:lnTo>
                  <a:close/>
                  <a:moveTo>
                    <a:pt x="807" y="596"/>
                  </a:moveTo>
                  <a:cubicBezTo>
                    <a:pt x="777" y="552"/>
                    <a:pt x="733" y="523"/>
                    <a:pt x="681" y="513"/>
                  </a:cubicBezTo>
                  <a:cubicBezTo>
                    <a:pt x="669" y="511"/>
                    <a:pt x="657" y="510"/>
                    <a:pt x="644" y="510"/>
                  </a:cubicBezTo>
                  <a:cubicBezTo>
                    <a:pt x="550" y="510"/>
                    <a:pt x="469" y="577"/>
                    <a:pt x="451" y="669"/>
                  </a:cubicBezTo>
                  <a:cubicBezTo>
                    <a:pt x="431" y="776"/>
                    <a:pt x="501" y="879"/>
                    <a:pt x="607" y="899"/>
                  </a:cubicBezTo>
                  <a:cubicBezTo>
                    <a:pt x="620" y="902"/>
                    <a:pt x="632" y="903"/>
                    <a:pt x="645" y="903"/>
                  </a:cubicBezTo>
                  <a:cubicBezTo>
                    <a:pt x="739" y="903"/>
                    <a:pt x="820" y="836"/>
                    <a:pt x="837" y="743"/>
                  </a:cubicBezTo>
                  <a:cubicBezTo>
                    <a:pt x="847" y="692"/>
                    <a:pt x="836" y="639"/>
                    <a:pt x="807" y="596"/>
                  </a:cubicBezTo>
                  <a:close/>
                  <a:moveTo>
                    <a:pt x="808" y="737"/>
                  </a:moveTo>
                  <a:lnTo>
                    <a:pt x="808" y="737"/>
                  </a:lnTo>
                  <a:cubicBezTo>
                    <a:pt x="793" y="816"/>
                    <a:pt x="724" y="872"/>
                    <a:pt x="645" y="872"/>
                  </a:cubicBezTo>
                  <a:cubicBezTo>
                    <a:pt x="634" y="872"/>
                    <a:pt x="624" y="871"/>
                    <a:pt x="613" y="869"/>
                  </a:cubicBezTo>
                  <a:cubicBezTo>
                    <a:pt x="523" y="852"/>
                    <a:pt x="464" y="765"/>
                    <a:pt x="481" y="675"/>
                  </a:cubicBezTo>
                  <a:cubicBezTo>
                    <a:pt x="496" y="597"/>
                    <a:pt x="565" y="540"/>
                    <a:pt x="644" y="540"/>
                  </a:cubicBezTo>
                  <a:cubicBezTo>
                    <a:pt x="655" y="540"/>
                    <a:pt x="665" y="541"/>
                    <a:pt x="676" y="543"/>
                  </a:cubicBezTo>
                  <a:cubicBezTo>
                    <a:pt x="719" y="551"/>
                    <a:pt x="757" y="576"/>
                    <a:pt x="782" y="613"/>
                  </a:cubicBezTo>
                  <a:cubicBezTo>
                    <a:pt x="807" y="650"/>
                    <a:pt x="816" y="694"/>
                    <a:pt x="808" y="737"/>
                  </a:cubicBezTo>
                  <a:close/>
                  <a:moveTo>
                    <a:pt x="413" y="736"/>
                  </a:moveTo>
                  <a:lnTo>
                    <a:pt x="284" y="736"/>
                  </a:lnTo>
                  <a:lnTo>
                    <a:pt x="284" y="536"/>
                  </a:lnTo>
                  <a:lnTo>
                    <a:pt x="485" y="536"/>
                  </a:lnTo>
                  <a:cubicBezTo>
                    <a:pt x="497" y="524"/>
                    <a:pt x="512" y="514"/>
                    <a:pt x="527" y="505"/>
                  </a:cubicBezTo>
                  <a:lnTo>
                    <a:pt x="526" y="505"/>
                  </a:lnTo>
                  <a:lnTo>
                    <a:pt x="526" y="306"/>
                  </a:lnTo>
                  <a:lnTo>
                    <a:pt x="732" y="306"/>
                  </a:lnTo>
                  <a:cubicBezTo>
                    <a:pt x="736" y="306"/>
                    <a:pt x="740" y="309"/>
                    <a:pt x="740" y="314"/>
                  </a:cubicBezTo>
                  <a:lnTo>
                    <a:pt x="740" y="494"/>
                  </a:lnTo>
                  <a:cubicBezTo>
                    <a:pt x="751" y="499"/>
                    <a:pt x="762" y="505"/>
                    <a:pt x="772" y="511"/>
                  </a:cubicBezTo>
                  <a:lnTo>
                    <a:pt x="772" y="505"/>
                  </a:lnTo>
                  <a:lnTo>
                    <a:pt x="772" y="314"/>
                  </a:lnTo>
                  <a:lnTo>
                    <a:pt x="772" y="208"/>
                  </a:lnTo>
                  <a:cubicBezTo>
                    <a:pt x="772" y="185"/>
                    <a:pt x="754" y="167"/>
                    <a:pt x="732" y="167"/>
                  </a:cubicBezTo>
                  <a:lnTo>
                    <a:pt x="40" y="167"/>
                  </a:lnTo>
                  <a:cubicBezTo>
                    <a:pt x="18" y="167"/>
                    <a:pt x="0" y="185"/>
                    <a:pt x="0" y="208"/>
                  </a:cubicBezTo>
                  <a:lnTo>
                    <a:pt x="0" y="314"/>
                  </a:lnTo>
                  <a:lnTo>
                    <a:pt x="0" y="505"/>
                  </a:lnTo>
                  <a:lnTo>
                    <a:pt x="0" y="536"/>
                  </a:lnTo>
                  <a:lnTo>
                    <a:pt x="0" y="727"/>
                  </a:lnTo>
                  <a:lnTo>
                    <a:pt x="0" y="751"/>
                  </a:lnTo>
                  <a:cubicBezTo>
                    <a:pt x="0" y="773"/>
                    <a:pt x="18" y="791"/>
                    <a:pt x="40" y="791"/>
                  </a:cubicBezTo>
                  <a:lnTo>
                    <a:pt x="427" y="791"/>
                  </a:lnTo>
                  <a:cubicBezTo>
                    <a:pt x="420" y="773"/>
                    <a:pt x="415" y="755"/>
                    <a:pt x="413" y="736"/>
                  </a:cubicBezTo>
                  <a:close/>
                  <a:moveTo>
                    <a:pt x="32" y="314"/>
                  </a:moveTo>
                  <a:lnTo>
                    <a:pt x="32" y="314"/>
                  </a:lnTo>
                  <a:cubicBezTo>
                    <a:pt x="32" y="309"/>
                    <a:pt x="36" y="306"/>
                    <a:pt x="40" y="306"/>
                  </a:cubicBezTo>
                  <a:lnTo>
                    <a:pt x="252" y="306"/>
                  </a:lnTo>
                  <a:lnTo>
                    <a:pt x="252" y="505"/>
                  </a:lnTo>
                  <a:lnTo>
                    <a:pt x="32" y="505"/>
                  </a:lnTo>
                  <a:lnTo>
                    <a:pt x="32" y="314"/>
                  </a:lnTo>
                  <a:close/>
                  <a:moveTo>
                    <a:pt x="252" y="536"/>
                  </a:moveTo>
                  <a:lnTo>
                    <a:pt x="252" y="536"/>
                  </a:lnTo>
                  <a:lnTo>
                    <a:pt x="252" y="736"/>
                  </a:lnTo>
                  <a:lnTo>
                    <a:pt x="40" y="736"/>
                  </a:lnTo>
                  <a:cubicBezTo>
                    <a:pt x="36" y="736"/>
                    <a:pt x="32" y="732"/>
                    <a:pt x="32" y="727"/>
                  </a:cubicBezTo>
                  <a:lnTo>
                    <a:pt x="32" y="536"/>
                  </a:lnTo>
                  <a:lnTo>
                    <a:pt x="252" y="536"/>
                  </a:lnTo>
                  <a:close/>
                  <a:moveTo>
                    <a:pt x="284" y="505"/>
                  </a:moveTo>
                  <a:lnTo>
                    <a:pt x="284" y="505"/>
                  </a:lnTo>
                  <a:lnTo>
                    <a:pt x="284" y="306"/>
                  </a:lnTo>
                  <a:lnTo>
                    <a:pt x="495" y="306"/>
                  </a:lnTo>
                  <a:lnTo>
                    <a:pt x="495" y="505"/>
                  </a:lnTo>
                  <a:lnTo>
                    <a:pt x="284" y="505"/>
                  </a:lnTo>
                  <a:close/>
                  <a:moveTo>
                    <a:pt x="511" y="207"/>
                  </a:moveTo>
                  <a:lnTo>
                    <a:pt x="511" y="207"/>
                  </a:lnTo>
                  <a:cubicBezTo>
                    <a:pt x="526" y="207"/>
                    <a:pt x="538" y="219"/>
                    <a:pt x="538" y="235"/>
                  </a:cubicBezTo>
                  <a:cubicBezTo>
                    <a:pt x="538" y="250"/>
                    <a:pt x="526" y="262"/>
                    <a:pt x="511" y="262"/>
                  </a:cubicBezTo>
                  <a:cubicBezTo>
                    <a:pt x="496" y="262"/>
                    <a:pt x="483" y="250"/>
                    <a:pt x="483" y="235"/>
                  </a:cubicBezTo>
                  <a:cubicBezTo>
                    <a:pt x="483" y="219"/>
                    <a:pt x="496" y="207"/>
                    <a:pt x="511" y="207"/>
                  </a:cubicBezTo>
                  <a:close/>
                  <a:moveTo>
                    <a:pt x="268" y="207"/>
                  </a:moveTo>
                  <a:lnTo>
                    <a:pt x="268" y="207"/>
                  </a:lnTo>
                  <a:cubicBezTo>
                    <a:pt x="283" y="207"/>
                    <a:pt x="295" y="219"/>
                    <a:pt x="295" y="235"/>
                  </a:cubicBezTo>
                  <a:cubicBezTo>
                    <a:pt x="295" y="250"/>
                    <a:pt x="283" y="262"/>
                    <a:pt x="268" y="262"/>
                  </a:cubicBezTo>
                  <a:cubicBezTo>
                    <a:pt x="253" y="262"/>
                    <a:pt x="241" y="250"/>
                    <a:pt x="241" y="235"/>
                  </a:cubicBezTo>
                  <a:cubicBezTo>
                    <a:pt x="241" y="219"/>
                    <a:pt x="253" y="207"/>
                    <a:pt x="268" y="2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3" tIns="34277" rIns="68553" bIns="34277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572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">
            <a:extLst>
              <a:ext uri="{FF2B5EF4-FFF2-40B4-BE49-F238E27FC236}">
                <a16:creationId xmlns:a16="http://schemas.microsoft.com/office/drawing/2014/main" id="{5552BCDB-0C5D-470D-81B3-9347E6A6F34C}"/>
              </a:ext>
            </a:extLst>
          </p:cNvPr>
          <p:cNvGrpSpPr/>
          <p:nvPr/>
        </p:nvGrpSpPr>
        <p:grpSpPr>
          <a:xfrm>
            <a:off x="5807969" y="2619670"/>
            <a:ext cx="4529193" cy="591159"/>
            <a:chOff x="3695701" y="1174083"/>
            <a:chExt cx="4907918" cy="402790"/>
          </a:xfrm>
        </p:grpSpPr>
        <p:sp>
          <p:nvSpPr>
            <p:cNvPr id="3" name="原创设计师QQ598969553      _1">
              <a:extLst>
                <a:ext uri="{FF2B5EF4-FFF2-40B4-BE49-F238E27FC236}">
                  <a16:creationId xmlns:a16="http://schemas.microsoft.com/office/drawing/2014/main" id="{330373EF-B8E3-43CA-B50B-E87F5D2FCF5F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原创设计师QQ598969553      _6">
              <a:extLst>
                <a:ext uri="{FF2B5EF4-FFF2-40B4-BE49-F238E27FC236}">
                  <a16:creationId xmlns:a16="http://schemas.microsoft.com/office/drawing/2014/main" id="{BA88EE6A-D486-4AA2-A5B5-96246BF168A4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1444" tIns="90723" rIns="181444" bIns="90723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2">
            <a:extLst>
              <a:ext uri="{FF2B5EF4-FFF2-40B4-BE49-F238E27FC236}">
                <a16:creationId xmlns:a16="http://schemas.microsoft.com/office/drawing/2014/main" id="{F029AE7F-0C7F-4C48-A1F8-4F2DD26735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30590" y="2640606"/>
            <a:ext cx="3680525" cy="590221"/>
          </a:xfrm>
          <a:prstGeom prst="roundRect">
            <a:avLst/>
          </a:prstGeom>
          <a:noFill/>
          <a:ln>
            <a:noFill/>
          </a:ln>
          <a:extLst/>
        </p:spPr>
        <p:txBody>
          <a:bodyPr wrap="square" lIns="121844" tIns="60923" rIns="121844" bIns="60923">
            <a:spAutoFit/>
          </a:bodyPr>
          <a:lstStyle/>
          <a:p>
            <a:r>
              <a:rPr lang="zh-CN" altLang="en-US" sz="2667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请添加您的标题</a:t>
            </a:r>
          </a:p>
        </p:txBody>
      </p:sp>
      <p:grpSp>
        <p:nvGrpSpPr>
          <p:cNvPr id="6" name="3">
            <a:extLst>
              <a:ext uri="{FF2B5EF4-FFF2-40B4-BE49-F238E27FC236}">
                <a16:creationId xmlns:a16="http://schemas.microsoft.com/office/drawing/2014/main" id="{8E09BE72-CE04-463A-909B-0005964AA105}"/>
              </a:ext>
            </a:extLst>
          </p:cNvPr>
          <p:cNvGrpSpPr/>
          <p:nvPr/>
        </p:nvGrpSpPr>
        <p:grpSpPr>
          <a:xfrm>
            <a:off x="9407004" y="2564907"/>
            <a:ext cx="930157" cy="661703"/>
            <a:chOff x="3595297" y="1157469"/>
            <a:chExt cx="633770" cy="450856"/>
          </a:xfrm>
        </p:grpSpPr>
        <p:sp>
          <p:nvSpPr>
            <p:cNvPr id="7" name="原创设计师QQ598969553      _19">
              <a:extLst>
                <a:ext uri="{FF2B5EF4-FFF2-40B4-BE49-F238E27FC236}">
                  <a16:creationId xmlns:a16="http://schemas.microsoft.com/office/drawing/2014/main" id="{C01C01E2-2CD5-4430-A608-7B2398F54F8B}"/>
                </a:ext>
              </a:extLst>
            </p:cNvPr>
            <p:cNvSpPr/>
            <p:nvPr/>
          </p:nvSpPr>
          <p:spPr>
            <a:xfrm>
              <a:off x="3595297" y="1157469"/>
              <a:ext cx="633770" cy="450856"/>
            </a:xfrm>
            <a:prstGeom prst="roundRect">
              <a:avLst/>
            </a:prstGeom>
            <a:gradFill flip="none" rotWithShape="1">
              <a:gsLst>
                <a:gs pos="55000">
                  <a:srgbClr val="E7E7E7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18900000" scaled="1"/>
                <a:tileRect/>
              </a:gradFill>
            </a:ln>
            <a:effectLst>
              <a:outerShdw blurRad="190500" dist="76200" dir="8100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" name="原创设计师QQ598969553      _24">
              <a:extLst>
                <a:ext uri="{FF2B5EF4-FFF2-40B4-BE49-F238E27FC236}">
                  <a16:creationId xmlns:a16="http://schemas.microsoft.com/office/drawing/2014/main" id="{8BF13289-09C5-4777-AC8E-D2223FBA1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353" y="1173921"/>
              <a:ext cx="303659" cy="417905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3733" dirty="0">
                  <a:solidFill>
                    <a:schemeClr val="tx2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微软雅黑" panose="020B0503020204020204" pitchFamily="34" charset="-122"/>
                  <a:sym typeface="微软雅黑" pitchFamily="34" charset="-122"/>
                </a:rPr>
                <a:t>1</a:t>
              </a:r>
              <a:endParaRPr lang="zh-CN" altLang="en-US" sz="3733" dirty="0">
                <a:solidFill>
                  <a:schemeClr val="tx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  <a:sym typeface="微软雅黑" pitchFamily="34" charset="-122"/>
              </a:endParaRPr>
            </a:p>
          </p:txBody>
        </p:sp>
      </p:grpSp>
      <p:sp>
        <p:nvSpPr>
          <p:cNvPr id="9" name="4">
            <a:extLst>
              <a:ext uri="{FF2B5EF4-FFF2-40B4-BE49-F238E27FC236}">
                <a16:creationId xmlns:a16="http://schemas.microsoft.com/office/drawing/2014/main" id="{06C19E46-8E4E-4F2C-B4C3-7AC1303F801A}"/>
              </a:ext>
            </a:extLst>
          </p:cNvPr>
          <p:cNvSpPr txBox="1"/>
          <p:nvPr/>
        </p:nvSpPr>
        <p:spPr>
          <a:xfrm>
            <a:off x="5979997" y="3525012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0" name="5">
            <a:extLst>
              <a:ext uri="{FF2B5EF4-FFF2-40B4-BE49-F238E27FC236}">
                <a16:creationId xmlns:a16="http://schemas.microsoft.com/office/drawing/2014/main" id="{9D335330-8115-4385-BC75-2F4E35D0CB1A}"/>
              </a:ext>
            </a:extLst>
          </p:cNvPr>
          <p:cNvSpPr txBox="1"/>
          <p:nvPr/>
        </p:nvSpPr>
        <p:spPr>
          <a:xfrm>
            <a:off x="7360391" y="3525012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1" name="6">
            <a:extLst>
              <a:ext uri="{FF2B5EF4-FFF2-40B4-BE49-F238E27FC236}">
                <a16:creationId xmlns:a16="http://schemas.microsoft.com/office/drawing/2014/main" id="{DB74AD09-685B-47E2-90FB-14A0EAC82C1F}"/>
              </a:ext>
            </a:extLst>
          </p:cNvPr>
          <p:cNvSpPr txBox="1"/>
          <p:nvPr/>
        </p:nvSpPr>
        <p:spPr>
          <a:xfrm>
            <a:off x="8740784" y="3557168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2" name="7">
            <a:extLst>
              <a:ext uri="{FF2B5EF4-FFF2-40B4-BE49-F238E27FC236}">
                <a16:creationId xmlns:a16="http://schemas.microsoft.com/office/drawing/2014/main" id="{D136782D-6E58-4C6F-891B-0C52B7D62917}"/>
              </a:ext>
            </a:extLst>
          </p:cNvPr>
          <p:cNvSpPr txBox="1"/>
          <p:nvPr/>
        </p:nvSpPr>
        <p:spPr>
          <a:xfrm>
            <a:off x="5979998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3" name="8">
            <a:extLst>
              <a:ext uri="{FF2B5EF4-FFF2-40B4-BE49-F238E27FC236}">
                <a16:creationId xmlns:a16="http://schemas.microsoft.com/office/drawing/2014/main" id="{17410D43-8838-4707-8CB4-A941C22874A6}"/>
              </a:ext>
            </a:extLst>
          </p:cNvPr>
          <p:cNvSpPr txBox="1"/>
          <p:nvPr/>
        </p:nvSpPr>
        <p:spPr>
          <a:xfrm>
            <a:off x="7360391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4" name="9">
            <a:extLst>
              <a:ext uri="{FF2B5EF4-FFF2-40B4-BE49-F238E27FC236}">
                <a16:creationId xmlns:a16="http://schemas.microsoft.com/office/drawing/2014/main" id="{0D169BC8-02CD-4B67-9CBB-546563ACF9BB}"/>
              </a:ext>
            </a:extLst>
          </p:cNvPr>
          <p:cNvSpPr txBox="1"/>
          <p:nvPr/>
        </p:nvSpPr>
        <p:spPr>
          <a:xfrm>
            <a:off x="8740784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5" name="10">
            <a:extLst>
              <a:ext uri="{FF2B5EF4-FFF2-40B4-BE49-F238E27FC236}">
                <a16:creationId xmlns:a16="http://schemas.microsoft.com/office/drawing/2014/main" id="{514B12BB-3CB2-4DF1-8D98-58DC788CFC71}"/>
              </a:ext>
            </a:extLst>
          </p:cNvPr>
          <p:cNvSpPr/>
          <p:nvPr/>
        </p:nvSpPr>
        <p:spPr>
          <a:xfrm rot="5400000">
            <a:off x="-23732" y="-325857"/>
            <a:ext cx="6291411" cy="3431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11">
            <a:extLst>
              <a:ext uri="{FF2B5EF4-FFF2-40B4-BE49-F238E27FC236}">
                <a16:creationId xmlns:a16="http://schemas.microsoft.com/office/drawing/2014/main" id="{9DB175B4-4638-4E10-89B3-57FEACE5CD37}"/>
              </a:ext>
            </a:extLst>
          </p:cNvPr>
          <p:cNvGrpSpPr/>
          <p:nvPr/>
        </p:nvGrpSpPr>
        <p:grpSpPr>
          <a:xfrm>
            <a:off x="1621555" y="1244858"/>
            <a:ext cx="3000837" cy="3000837"/>
            <a:chOff x="3393105" y="2094170"/>
            <a:chExt cx="2664367" cy="266436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ECEE7AF-2E8C-4E59-A3BB-A8FB9855F96D}"/>
                </a:ext>
              </a:extLst>
            </p:cNvPr>
            <p:cNvSpPr/>
            <p:nvPr/>
          </p:nvSpPr>
          <p:spPr>
            <a:xfrm>
              <a:off x="3393105" y="2094170"/>
              <a:ext cx="2664367" cy="2664367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29C285F-689E-484B-91C9-D92BF93F7CF5}"/>
                </a:ext>
              </a:extLst>
            </p:cNvPr>
            <p:cNvGrpSpPr/>
            <p:nvPr/>
          </p:nvGrpSpPr>
          <p:grpSpPr>
            <a:xfrm>
              <a:off x="3655434" y="2332886"/>
              <a:ext cx="2167846" cy="2167846"/>
              <a:chOff x="3739822" y="2440887"/>
              <a:chExt cx="1970936" cy="1970936"/>
            </a:xfrm>
          </p:grpSpPr>
          <p:sp>
            <p:nvSpPr>
              <p:cNvPr id="19" name="圆角矩形 26">
                <a:extLst>
                  <a:ext uri="{FF2B5EF4-FFF2-40B4-BE49-F238E27FC236}">
                    <a16:creationId xmlns:a16="http://schemas.microsoft.com/office/drawing/2014/main" id="{2B1B9F77-CA8E-4084-B8CD-DD8FE57E7C1B}"/>
                  </a:ext>
                </a:extLst>
              </p:cNvPr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1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5108D8A-8D5C-4D43-A6BE-A4ABA795C9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1" name="12">
            <a:extLst>
              <a:ext uri="{FF2B5EF4-FFF2-40B4-BE49-F238E27FC236}">
                <a16:creationId xmlns:a16="http://schemas.microsoft.com/office/drawing/2014/main" id="{72F3A8C5-7306-4783-989F-B97AE55B7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763" y="2815353"/>
            <a:ext cx="206442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/>
            <a:r>
              <a:rPr lang="en-US" altLang="zh-CN" sz="2667" dirty="0">
                <a:solidFill>
                  <a:schemeClr val="bg1"/>
                </a:solidFill>
              </a:rPr>
              <a:t>PART01</a:t>
            </a:r>
            <a:endParaRPr lang="zh-CN" altLang="en-US" sz="2667" dirty="0">
              <a:solidFill>
                <a:schemeClr val="bg1"/>
              </a:solidFill>
            </a:endParaRPr>
          </a:p>
        </p:txBody>
      </p:sp>
      <p:sp>
        <p:nvSpPr>
          <p:cNvPr id="22" name="13">
            <a:extLst>
              <a:ext uri="{FF2B5EF4-FFF2-40B4-BE49-F238E27FC236}">
                <a16:creationId xmlns:a16="http://schemas.microsoft.com/office/drawing/2014/main" id="{1865FD13-50D4-4BF5-8A26-F594B50B4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311" y="1892829"/>
            <a:ext cx="29813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/>
            <a:r>
              <a:rPr lang="en-US" altLang="zh-CN" sz="64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6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5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30173 -2.22222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3">
            <a:extLst>
              <a:ext uri="{FF2B5EF4-FFF2-40B4-BE49-F238E27FC236}">
                <a16:creationId xmlns:a16="http://schemas.microsoft.com/office/drawing/2014/main" id="{28AA5659-B208-48B5-B12E-07B50D7E91B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21109" y="1484784"/>
            <a:ext cx="3307537" cy="4199806"/>
            <a:chOff x="1416748" y="1485488"/>
            <a:chExt cx="3227861" cy="409863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33F531A-821F-4F42-B5C7-2BC9A6DCC01A}"/>
                </a:ext>
              </a:extLst>
            </p:cNvPr>
            <p:cNvGrpSpPr/>
            <p:nvPr/>
          </p:nvGrpSpPr>
          <p:grpSpPr>
            <a:xfrm>
              <a:off x="1416748" y="1485488"/>
              <a:ext cx="3227861" cy="4098637"/>
              <a:chOff x="1416748" y="1485488"/>
              <a:chExt cx="3227861" cy="4098637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FE95CF2-65CE-4C48-AE6E-3414BEA8F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274" y="4686140"/>
                <a:ext cx="380771" cy="274472"/>
              </a:xfrm>
              <a:custGeom>
                <a:avLst/>
                <a:gdLst>
                  <a:gd name="T0" fmla="*/ 38 w 101"/>
                  <a:gd name="T1" fmla="*/ 73 h 73"/>
                  <a:gd name="T2" fmla="*/ 38 w 101"/>
                  <a:gd name="T3" fmla="*/ 62 h 73"/>
                  <a:gd name="T4" fmla="*/ 46 w 101"/>
                  <a:gd name="T5" fmla="*/ 50 h 73"/>
                  <a:gd name="T6" fmla="*/ 10 w 101"/>
                  <a:gd name="T7" fmla="*/ 33 h 73"/>
                  <a:gd name="T8" fmla="*/ 3 w 101"/>
                  <a:gd name="T9" fmla="*/ 0 h 73"/>
                  <a:gd name="T10" fmla="*/ 98 w 101"/>
                  <a:gd name="T11" fmla="*/ 2 h 73"/>
                  <a:gd name="T12" fmla="*/ 68 w 101"/>
                  <a:gd name="T13" fmla="*/ 42 h 73"/>
                  <a:gd name="T14" fmla="*/ 56 w 101"/>
                  <a:gd name="T15" fmla="*/ 62 h 73"/>
                  <a:gd name="T16" fmla="*/ 68 w 101"/>
                  <a:gd name="T17" fmla="*/ 68 h 73"/>
                  <a:gd name="T18" fmla="*/ 38 w 101"/>
                  <a:gd name="T19" fmla="*/ 65 h 73"/>
                  <a:gd name="T20" fmla="*/ 38 w 101"/>
                  <a:gd name="T21" fmla="*/ 70 h 73"/>
                  <a:gd name="T22" fmla="*/ 65 w 101"/>
                  <a:gd name="T23" fmla="*/ 68 h 73"/>
                  <a:gd name="T24" fmla="*/ 53 w 101"/>
                  <a:gd name="T25" fmla="*/ 65 h 73"/>
                  <a:gd name="T26" fmla="*/ 54 w 101"/>
                  <a:gd name="T27" fmla="*/ 47 h 73"/>
                  <a:gd name="T28" fmla="*/ 67 w 101"/>
                  <a:gd name="T29" fmla="*/ 39 h 73"/>
                  <a:gd name="T30" fmla="*/ 88 w 101"/>
                  <a:gd name="T31" fmla="*/ 31 h 73"/>
                  <a:gd name="T32" fmla="*/ 5 w 101"/>
                  <a:gd name="T33" fmla="*/ 3 h 73"/>
                  <a:gd name="T34" fmla="*/ 33 w 101"/>
                  <a:gd name="T35" fmla="*/ 39 h 73"/>
                  <a:gd name="T36" fmla="*/ 34 w 101"/>
                  <a:gd name="T37" fmla="*/ 39 h 73"/>
                  <a:gd name="T38" fmla="*/ 49 w 101"/>
                  <a:gd name="T39" fmla="*/ 48 h 73"/>
                  <a:gd name="T40" fmla="*/ 38 w 101"/>
                  <a:gd name="T41" fmla="*/ 65 h 73"/>
                  <a:gd name="T42" fmla="*/ 71 w 101"/>
                  <a:gd name="T43" fmla="*/ 31 h 73"/>
                  <a:gd name="T44" fmla="*/ 78 w 101"/>
                  <a:gd name="T45" fmla="*/ 7 h 73"/>
                  <a:gd name="T46" fmla="*/ 91 w 101"/>
                  <a:gd name="T47" fmla="*/ 8 h 73"/>
                  <a:gd name="T48" fmla="*/ 70 w 101"/>
                  <a:gd name="T49" fmla="*/ 34 h 73"/>
                  <a:gd name="T50" fmla="*/ 75 w 101"/>
                  <a:gd name="T51" fmla="*/ 30 h 73"/>
                  <a:gd name="T52" fmla="*/ 81 w 101"/>
                  <a:gd name="T53" fmla="*/ 10 h 73"/>
                  <a:gd name="T54" fmla="*/ 27 w 101"/>
                  <a:gd name="T55" fmla="*/ 34 h 73"/>
                  <a:gd name="T56" fmla="*/ 9 w 101"/>
                  <a:gd name="T57" fmla="*/ 7 h 73"/>
                  <a:gd name="T58" fmla="*/ 22 w 101"/>
                  <a:gd name="T59" fmla="*/ 9 h 73"/>
                  <a:gd name="T60" fmla="*/ 30 w 101"/>
                  <a:gd name="T61" fmla="*/ 34 h 73"/>
                  <a:gd name="T62" fmla="*/ 25 w 101"/>
                  <a:gd name="T63" fmla="*/ 30 h 73"/>
                  <a:gd name="T64" fmla="*/ 12 w 101"/>
                  <a:gd name="T65" fmla="*/ 1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73">
                    <a:moveTo>
                      <a:pt x="62" y="73"/>
                    </a:moveTo>
                    <a:cubicBezTo>
                      <a:pt x="38" y="73"/>
                      <a:pt x="38" y="73"/>
                      <a:pt x="38" y="73"/>
                    </a:cubicBezTo>
                    <a:cubicBezTo>
                      <a:pt x="34" y="73"/>
                      <a:pt x="32" y="71"/>
                      <a:pt x="32" y="68"/>
                    </a:cubicBezTo>
                    <a:cubicBezTo>
                      <a:pt x="32" y="65"/>
                      <a:pt x="34" y="62"/>
                      <a:pt x="38" y="62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1" y="49"/>
                      <a:pt x="36" y="46"/>
                      <a:pt x="32" y="42"/>
                    </a:cubicBezTo>
                    <a:cubicBezTo>
                      <a:pt x="23" y="42"/>
                      <a:pt x="15" y="39"/>
                      <a:pt x="10" y="33"/>
                    </a:cubicBezTo>
                    <a:cubicBezTo>
                      <a:pt x="0" y="21"/>
                      <a:pt x="2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8" y="2"/>
                      <a:pt x="98" y="2"/>
                      <a:pt x="98" y="2"/>
                    </a:cubicBezTo>
                    <a:cubicBezTo>
                      <a:pt x="98" y="2"/>
                      <a:pt x="101" y="21"/>
                      <a:pt x="90" y="33"/>
                    </a:cubicBezTo>
                    <a:cubicBezTo>
                      <a:pt x="85" y="39"/>
                      <a:pt x="78" y="42"/>
                      <a:pt x="68" y="42"/>
                    </a:cubicBezTo>
                    <a:cubicBezTo>
                      <a:pt x="64" y="46"/>
                      <a:pt x="60" y="49"/>
                      <a:pt x="56" y="50"/>
                    </a:cubicBezTo>
                    <a:cubicBezTo>
                      <a:pt x="56" y="62"/>
                      <a:pt x="56" y="62"/>
                      <a:pt x="56" y="62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65" y="62"/>
                      <a:pt x="68" y="65"/>
                      <a:pt x="68" y="68"/>
                    </a:cubicBezTo>
                    <a:cubicBezTo>
                      <a:pt x="68" y="71"/>
                      <a:pt x="65" y="73"/>
                      <a:pt x="62" y="73"/>
                    </a:cubicBezTo>
                    <a:close/>
                    <a:moveTo>
                      <a:pt x="38" y="65"/>
                    </a:moveTo>
                    <a:cubicBezTo>
                      <a:pt x="36" y="65"/>
                      <a:pt x="35" y="66"/>
                      <a:pt x="35" y="68"/>
                    </a:cubicBezTo>
                    <a:cubicBezTo>
                      <a:pt x="35" y="69"/>
                      <a:pt x="36" y="70"/>
                      <a:pt x="38" y="70"/>
                    </a:cubicBezTo>
                    <a:cubicBezTo>
                      <a:pt x="62" y="70"/>
                      <a:pt x="62" y="70"/>
                      <a:pt x="62" y="70"/>
                    </a:cubicBezTo>
                    <a:cubicBezTo>
                      <a:pt x="64" y="70"/>
                      <a:pt x="65" y="69"/>
                      <a:pt x="65" y="68"/>
                    </a:cubicBezTo>
                    <a:cubicBezTo>
                      <a:pt x="65" y="66"/>
                      <a:pt x="64" y="65"/>
                      <a:pt x="62" y="65"/>
                    </a:cubicBezTo>
                    <a:cubicBezTo>
                      <a:pt x="53" y="65"/>
                      <a:pt x="53" y="65"/>
                      <a:pt x="53" y="65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4" y="47"/>
                      <a:pt x="54" y="47"/>
                      <a:pt x="54" y="47"/>
                    </a:cubicBezTo>
                    <a:cubicBezTo>
                      <a:pt x="58" y="46"/>
                      <a:pt x="63" y="44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77" y="39"/>
                      <a:pt x="83" y="36"/>
                      <a:pt x="88" y="31"/>
                    </a:cubicBezTo>
                    <a:cubicBezTo>
                      <a:pt x="96" y="22"/>
                      <a:pt x="96" y="8"/>
                      <a:pt x="9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8"/>
                      <a:pt x="5" y="22"/>
                      <a:pt x="13" y="31"/>
                    </a:cubicBezTo>
                    <a:cubicBezTo>
                      <a:pt x="17" y="36"/>
                      <a:pt x="24" y="39"/>
                      <a:pt x="33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8" y="44"/>
                      <a:pt x="43" y="47"/>
                      <a:pt x="47" y="48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5"/>
                      <a:pt x="49" y="65"/>
                      <a:pt x="49" y="65"/>
                    </a:cubicBezTo>
                    <a:lnTo>
                      <a:pt x="38" y="65"/>
                    </a:lnTo>
                    <a:close/>
                    <a:moveTo>
                      <a:pt x="70" y="34"/>
                    </a:moveTo>
                    <a:cubicBezTo>
                      <a:pt x="71" y="31"/>
                      <a:pt x="71" y="31"/>
                      <a:pt x="71" y="31"/>
                    </a:cubicBezTo>
                    <a:cubicBezTo>
                      <a:pt x="75" y="25"/>
                      <a:pt x="77" y="17"/>
                      <a:pt x="78" y="9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91" y="8"/>
                      <a:pt x="91" y="8"/>
                      <a:pt x="91" y="8"/>
                    </a:cubicBezTo>
                    <a:cubicBezTo>
                      <a:pt x="91" y="28"/>
                      <a:pt x="78" y="33"/>
                      <a:pt x="73" y="34"/>
                    </a:cubicBezTo>
                    <a:lnTo>
                      <a:pt x="70" y="34"/>
                    </a:lnTo>
                    <a:close/>
                    <a:moveTo>
                      <a:pt x="81" y="10"/>
                    </a:moveTo>
                    <a:cubicBezTo>
                      <a:pt x="80" y="17"/>
                      <a:pt x="78" y="24"/>
                      <a:pt x="75" y="30"/>
                    </a:cubicBezTo>
                    <a:cubicBezTo>
                      <a:pt x="81" y="28"/>
                      <a:pt x="88" y="23"/>
                      <a:pt x="88" y="10"/>
                    </a:cubicBezTo>
                    <a:lnTo>
                      <a:pt x="81" y="10"/>
                    </a:lnTo>
                    <a:close/>
                    <a:moveTo>
                      <a:pt x="30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2" y="32"/>
                      <a:pt x="10" y="28"/>
                      <a:pt x="9" y="8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3" y="17"/>
                      <a:pt x="25" y="25"/>
                      <a:pt x="29" y="31"/>
                    </a:cubicBezTo>
                    <a:lnTo>
                      <a:pt x="30" y="34"/>
                    </a:lnTo>
                    <a:close/>
                    <a:moveTo>
                      <a:pt x="12" y="10"/>
                    </a:moveTo>
                    <a:cubicBezTo>
                      <a:pt x="13" y="23"/>
                      <a:pt x="19" y="28"/>
                      <a:pt x="25" y="30"/>
                    </a:cubicBezTo>
                    <a:cubicBezTo>
                      <a:pt x="22" y="24"/>
                      <a:pt x="20" y="17"/>
                      <a:pt x="19" y="10"/>
                    </a:cubicBezTo>
                    <a:lnTo>
                      <a:pt x="12" y="1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219485A-6EB2-4FD8-87C6-6969475EBFD1}"/>
                  </a:ext>
                </a:extLst>
              </p:cNvPr>
              <p:cNvGrpSpPr/>
              <p:nvPr/>
            </p:nvGrpSpPr>
            <p:grpSpPr>
              <a:xfrm>
                <a:off x="3359518" y="4532488"/>
                <a:ext cx="312551" cy="393463"/>
                <a:chOff x="4541592" y="4960612"/>
                <a:chExt cx="312551" cy="393463"/>
              </a:xfrm>
            </p:grpSpPr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AE1C46CB-A893-4F1D-833F-0E25D13089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1592" y="4978064"/>
                  <a:ext cx="304617" cy="376011"/>
                </a:xfrm>
                <a:custGeom>
                  <a:avLst/>
                  <a:gdLst>
                    <a:gd name="T0" fmla="*/ 190 w 192"/>
                    <a:gd name="T1" fmla="*/ 29 h 237"/>
                    <a:gd name="T2" fmla="*/ 164 w 192"/>
                    <a:gd name="T3" fmla="*/ 67 h 237"/>
                    <a:gd name="T4" fmla="*/ 159 w 192"/>
                    <a:gd name="T5" fmla="*/ 71 h 237"/>
                    <a:gd name="T6" fmla="*/ 69 w 192"/>
                    <a:gd name="T7" fmla="*/ 199 h 237"/>
                    <a:gd name="T8" fmla="*/ 5 w 192"/>
                    <a:gd name="T9" fmla="*/ 230 h 237"/>
                    <a:gd name="T10" fmla="*/ 14 w 192"/>
                    <a:gd name="T11" fmla="*/ 164 h 237"/>
                    <a:gd name="T12" fmla="*/ 109 w 192"/>
                    <a:gd name="T13" fmla="*/ 36 h 237"/>
                    <a:gd name="T14" fmla="*/ 112 w 192"/>
                    <a:gd name="T15" fmla="*/ 34 h 237"/>
                    <a:gd name="T16" fmla="*/ 133 w 192"/>
                    <a:gd name="T17" fmla="*/ 3 h 237"/>
                    <a:gd name="T18" fmla="*/ 128 w 192"/>
                    <a:gd name="T19" fmla="*/ 0 h 237"/>
                    <a:gd name="T20" fmla="*/ 12 w 192"/>
                    <a:gd name="T21" fmla="*/ 161 h 237"/>
                    <a:gd name="T22" fmla="*/ 0 w 192"/>
                    <a:gd name="T23" fmla="*/ 237 h 237"/>
                    <a:gd name="T24" fmla="*/ 71 w 192"/>
                    <a:gd name="T25" fmla="*/ 204 h 237"/>
                    <a:gd name="T26" fmla="*/ 71 w 192"/>
                    <a:gd name="T27" fmla="*/ 204 h 237"/>
                    <a:gd name="T28" fmla="*/ 173 w 192"/>
                    <a:gd name="T29" fmla="*/ 62 h 237"/>
                    <a:gd name="T30" fmla="*/ 192 w 192"/>
                    <a:gd name="T31" fmla="*/ 31 h 237"/>
                    <a:gd name="T32" fmla="*/ 190 w 192"/>
                    <a:gd name="T33" fmla="*/ 29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92" h="237">
                      <a:moveTo>
                        <a:pt x="190" y="29"/>
                      </a:moveTo>
                      <a:lnTo>
                        <a:pt x="164" y="67"/>
                      </a:lnTo>
                      <a:lnTo>
                        <a:pt x="159" y="71"/>
                      </a:lnTo>
                      <a:lnTo>
                        <a:pt x="69" y="199"/>
                      </a:lnTo>
                      <a:lnTo>
                        <a:pt x="5" y="230"/>
                      </a:lnTo>
                      <a:lnTo>
                        <a:pt x="14" y="164"/>
                      </a:lnTo>
                      <a:lnTo>
                        <a:pt x="109" y="36"/>
                      </a:lnTo>
                      <a:lnTo>
                        <a:pt x="112" y="34"/>
                      </a:lnTo>
                      <a:lnTo>
                        <a:pt x="133" y="3"/>
                      </a:lnTo>
                      <a:lnTo>
                        <a:pt x="128" y="0"/>
                      </a:lnTo>
                      <a:lnTo>
                        <a:pt x="12" y="161"/>
                      </a:lnTo>
                      <a:lnTo>
                        <a:pt x="0" y="237"/>
                      </a:lnTo>
                      <a:lnTo>
                        <a:pt x="71" y="204"/>
                      </a:lnTo>
                      <a:lnTo>
                        <a:pt x="71" y="204"/>
                      </a:lnTo>
                      <a:lnTo>
                        <a:pt x="173" y="62"/>
                      </a:lnTo>
                      <a:lnTo>
                        <a:pt x="192" y="31"/>
                      </a:lnTo>
                      <a:lnTo>
                        <a:pt x="190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0" name="任意多边形: 形状 119">
                  <a:extLst>
                    <a:ext uri="{FF2B5EF4-FFF2-40B4-BE49-F238E27FC236}">
                      <a16:creationId xmlns:a16="http://schemas.microsoft.com/office/drawing/2014/main" id="{0CDF2944-7B39-4F35-AB07-5D0E4C57CE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7603" y="5035181"/>
                  <a:ext cx="153896" cy="211010"/>
                </a:xfrm>
                <a:custGeom>
                  <a:avLst/>
                  <a:gdLst>
                    <a:gd name="T0" fmla="*/ 41 w 41"/>
                    <a:gd name="T1" fmla="*/ 0 h 56"/>
                    <a:gd name="T2" fmla="*/ 40 w 41"/>
                    <a:gd name="T3" fmla="*/ 2 h 56"/>
                    <a:gd name="T4" fmla="*/ 2 w 41"/>
                    <a:gd name="T5" fmla="*/ 56 h 56"/>
                    <a:gd name="T6" fmla="*/ 0 w 41"/>
                    <a:gd name="T7" fmla="*/ 55 h 56"/>
                    <a:gd name="T8" fmla="*/ 38 w 41"/>
                    <a:gd name="T9" fmla="*/ 1 h 56"/>
                    <a:gd name="T10" fmla="*/ 39 w 41"/>
                    <a:gd name="T11" fmla="*/ 0 h 56"/>
                    <a:gd name="T12" fmla="*/ 41 w 41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56">
                      <a:moveTo>
                        <a:pt x="41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2" y="56"/>
                        <a:pt x="2" y="56"/>
                        <a:pt x="2" y="56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38" y="1"/>
                        <a:pt x="38" y="1"/>
                        <a:pt x="38" y="1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40" y="0"/>
                        <a:pt x="41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任意多边形: 形状 120">
                  <a:extLst>
                    <a:ext uri="{FF2B5EF4-FFF2-40B4-BE49-F238E27FC236}">
                      <a16:creationId xmlns:a16="http://schemas.microsoft.com/office/drawing/2014/main" id="{7925BFAD-6A4C-4F5C-A0E0-FA2B557487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9814" y="5043113"/>
                  <a:ext cx="158655" cy="220529"/>
                </a:xfrm>
                <a:custGeom>
                  <a:avLst/>
                  <a:gdLst>
                    <a:gd name="T0" fmla="*/ 42 w 42"/>
                    <a:gd name="T1" fmla="*/ 1 h 59"/>
                    <a:gd name="T2" fmla="*/ 41 w 42"/>
                    <a:gd name="T3" fmla="*/ 3 h 59"/>
                    <a:gd name="T4" fmla="*/ 2 w 42"/>
                    <a:gd name="T5" fmla="*/ 59 h 59"/>
                    <a:gd name="T6" fmla="*/ 0 w 42"/>
                    <a:gd name="T7" fmla="*/ 58 h 59"/>
                    <a:gd name="T8" fmla="*/ 39 w 42"/>
                    <a:gd name="T9" fmla="*/ 2 h 59"/>
                    <a:gd name="T10" fmla="*/ 40 w 42"/>
                    <a:gd name="T11" fmla="*/ 0 h 59"/>
                    <a:gd name="T12" fmla="*/ 42 w 42"/>
                    <a:gd name="T13" fmla="*/ 1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9">
                      <a:moveTo>
                        <a:pt x="42" y="1"/>
                      </a:moveTo>
                      <a:cubicBezTo>
                        <a:pt x="41" y="3"/>
                        <a:pt x="41" y="3"/>
                        <a:pt x="41" y="3"/>
                      </a:cubicBezTo>
                      <a:cubicBezTo>
                        <a:pt x="2" y="59"/>
                        <a:pt x="2" y="59"/>
                        <a:pt x="2" y="59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39" y="2"/>
                        <a:pt x="39" y="2"/>
                        <a:pt x="39" y="2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41" y="1"/>
                        <a:pt x="41" y="1"/>
                        <a:pt x="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任意多边形: 形状 121">
                  <a:extLst>
                    <a:ext uri="{FF2B5EF4-FFF2-40B4-BE49-F238E27FC236}">
                      <a16:creationId xmlns:a16="http://schemas.microsoft.com/office/drawing/2014/main" id="{917C9CBF-0B6A-4DCD-86EC-B7CE477F9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2026" y="5060565"/>
                  <a:ext cx="158655" cy="218943"/>
                </a:xfrm>
                <a:custGeom>
                  <a:avLst/>
                  <a:gdLst>
                    <a:gd name="T0" fmla="*/ 42 w 42"/>
                    <a:gd name="T1" fmla="*/ 2 h 58"/>
                    <a:gd name="T2" fmla="*/ 41 w 42"/>
                    <a:gd name="T3" fmla="*/ 4 h 58"/>
                    <a:gd name="T4" fmla="*/ 2 w 42"/>
                    <a:gd name="T5" fmla="*/ 58 h 58"/>
                    <a:gd name="T6" fmla="*/ 0 w 42"/>
                    <a:gd name="T7" fmla="*/ 57 h 58"/>
                    <a:gd name="T8" fmla="*/ 40 w 42"/>
                    <a:gd name="T9" fmla="*/ 2 h 58"/>
                    <a:gd name="T10" fmla="*/ 41 w 42"/>
                    <a:gd name="T11" fmla="*/ 0 h 58"/>
                    <a:gd name="T12" fmla="*/ 42 w 42"/>
                    <a:gd name="T13" fmla="*/ 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8">
                      <a:moveTo>
                        <a:pt x="42" y="2"/>
                      </a:moveTo>
                      <a:cubicBezTo>
                        <a:pt x="41" y="4"/>
                        <a:pt x="41" y="4"/>
                        <a:pt x="41" y="4"/>
                      </a:cubicBezTo>
                      <a:cubicBezTo>
                        <a:pt x="2" y="58"/>
                        <a:pt x="2" y="58"/>
                        <a:pt x="2" y="58"/>
                      </a:cubicBezTo>
                      <a:cubicBezTo>
                        <a:pt x="0" y="57"/>
                        <a:pt x="0" y="57"/>
                        <a:pt x="0" y="57"/>
                      </a:cubicBez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41" y="1"/>
                        <a:pt x="42" y="1"/>
                        <a:pt x="42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任意多边形: 形状 122">
                  <a:extLst>
                    <a:ext uri="{FF2B5EF4-FFF2-40B4-BE49-F238E27FC236}">
                      <a16:creationId xmlns:a16="http://schemas.microsoft.com/office/drawing/2014/main" id="{FD9C62AA-8D05-4D37-BF64-3A170A02D1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0631" y="5230325"/>
                  <a:ext cx="98366" cy="71394"/>
                </a:xfrm>
                <a:custGeom>
                  <a:avLst/>
                  <a:gdLst>
                    <a:gd name="T0" fmla="*/ 26 w 26"/>
                    <a:gd name="T1" fmla="*/ 17 h 19"/>
                    <a:gd name="T2" fmla="*/ 22 w 26"/>
                    <a:gd name="T3" fmla="*/ 19 h 19"/>
                    <a:gd name="T4" fmla="*/ 0 w 26"/>
                    <a:gd name="T5" fmla="*/ 4 h 19"/>
                    <a:gd name="T6" fmla="*/ 1 w 26"/>
                    <a:gd name="T7" fmla="*/ 0 h 19"/>
                    <a:gd name="T8" fmla="*/ 26 w 26"/>
                    <a:gd name="T9" fmla="*/ 17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19">
                      <a:moveTo>
                        <a:pt x="26" y="17"/>
                      </a:moveTo>
                      <a:cubicBezTo>
                        <a:pt x="22" y="19"/>
                        <a:pt x="22" y="19"/>
                        <a:pt x="22" y="19"/>
                      </a:cubicBezTo>
                      <a:cubicBezTo>
                        <a:pt x="15" y="5"/>
                        <a:pt x="0" y="4"/>
                        <a:pt x="0" y="4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7" y="2"/>
                        <a:pt x="26" y="17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任意多边形: 形状 123">
                  <a:extLst>
                    <a:ext uri="{FF2B5EF4-FFF2-40B4-BE49-F238E27FC236}">
                      <a16:creationId xmlns:a16="http://schemas.microsoft.com/office/drawing/2014/main" id="{18F5E58C-2333-45E9-87A1-E939F2BB26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9526" y="5298547"/>
                  <a:ext cx="41250" cy="33317"/>
                </a:xfrm>
                <a:custGeom>
                  <a:avLst/>
                  <a:gdLst>
                    <a:gd name="T0" fmla="*/ 11 w 11"/>
                    <a:gd name="T1" fmla="*/ 8 h 9"/>
                    <a:gd name="T2" fmla="*/ 8 w 11"/>
                    <a:gd name="T3" fmla="*/ 9 h 9"/>
                    <a:gd name="T4" fmla="*/ 0 w 11"/>
                    <a:gd name="T5" fmla="*/ 3 h 9"/>
                    <a:gd name="T6" fmla="*/ 1 w 11"/>
                    <a:gd name="T7" fmla="*/ 0 h 9"/>
                    <a:gd name="T8" fmla="*/ 11 w 11"/>
                    <a:gd name="T9" fmla="*/ 8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9">
                      <a:moveTo>
                        <a:pt x="11" y="8"/>
                      </a:move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5" y="5"/>
                        <a:pt x="0" y="3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8" y="2"/>
                        <a:pt x="11" y="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任意多边形: 形状 124">
                  <a:extLst>
                    <a:ext uri="{FF2B5EF4-FFF2-40B4-BE49-F238E27FC236}">
                      <a16:creationId xmlns:a16="http://schemas.microsoft.com/office/drawing/2014/main" id="{F631CCC9-4189-441F-95B5-5CA69AEF17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3420" y="4960612"/>
                  <a:ext cx="150723" cy="138029"/>
                </a:xfrm>
                <a:custGeom>
                  <a:avLst/>
                  <a:gdLst>
                    <a:gd name="T0" fmla="*/ 15 w 40"/>
                    <a:gd name="T1" fmla="*/ 22 h 37"/>
                    <a:gd name="T2" fmla="*/ 10 w 40"/>
                    <a:gd name="T3" fmla="*/ 20 h 37"/>
                    <a:gd name="T4" fmla="*/ 4 w 40"/>
                    <a:gd name="T5" fmla="*/ 19 h 37"/>
                    <a:gd name="T6" fmla="*/ 3 w 40"/>
                    <a:gd name="T7" fmla="*/ 20 h 37"/>
                    <a:gd name="T8" fmla="*/ 9 w 40"/>
                    <a:gd name="T9" fmla="*/ 22 h 37"/>
                    <a:gd name="T10" fmla="*/ 14 w 40"/>
                    <a:gd name="T11" fmla="*/ 24 h 37"/>
                    <a:gd name="T12" fmla="*/ 21 w 40"/>
                    <a:gd name="T13" fmla="*/ 29 h 37"/>
                    <a:gd name="T14" fmla="*/ 17 w 40"/>
                    <a:gd name="T15" fmla="*/ 23 h 37"/>
                    <a:gd name="T16" fmla="*/ 15 w 40"/>
                    <a:gd name="T17" fmla="*/ 22 h 37"/>
                    <a:gd name="T18" fmla="*/ 10 w 40"/>
                    <a:gd name="T19" fmla="*/ 20 h 37"/>
                    <a:gd name="T20" fmla="*/ 4 w 40"/>
                    <a:gd name="T21" fmla="*/ 19 h 37"/>
                    <a:gd name="T22" fmla="*/ 3 w 40"/>
                    <a:gd name="T23" fmla="*/ 20 h 37"/>
                    <a:gd name="T24" fmla="*/ 9 w 40"/>
                    <a:gd name="T25" fmla="*/ 22 h 37"/>
                    <a:gd name="T26" fmla="*/ 14 w 40"/>
                    <a:gd name="T27" fmla="*/ 24 h 37"/>
                    <a:gd name="T28" fmla="*/ 21 w 40"/>
                    <a:gd name="T29" fmla="*/ 29 h 37"/>
                    <a:gd name="T30" fmla="*/ 17 w 40"/>
                    <a:gd name="T31" fmla="*/ 23 h 37"/>
                    <a:gd name="T32" fmla="*/ 29 w 40"/>
                    <a:gd name="T33" fmla="*/ 2 h 37"/>
                    <a:gd name="T34" fmla="*/ 15 w 40"/>
                    <a:gd name="T35" fmla="*/ 1 h 37"/>
                    <a:gd name="T36" fmla="*/ 11 w 40"/>
                    <a:gd name="T37" fmla="*/ 5 h 37"/>
                    <a:gd name="T38" fmla="*/ 2 w 40"/>
                    <a:gd name="T39" fmla="*/ 20 h 37"/>
                    <a:gd name="T40" fmla="*/ 7 w 40"/>
                    <a:gd name="T41" fmla="*/ 21 h 37"/>
                    <a:gd name="T42" fmla="*/ 13 w 40"/>
                    <a:gd name="T43" fmla="*/ 23 h 37"/>
                    <a:gd name="T44" fmla="*/ 16 w 40"/>
                    <a:gd name="T45" fmla="*/ 25 h 37"/>
                    <a:gd name="T46" fmla="*/ 22 w 40"/>
                    <a:gd name="T47" fmla="*/ 31 h 37"/>
                    <a:gd name="T48" fmla="*/ 24 w 40"/>
                    <a:gd name="T49" fmla="*/ 35 h 37"/>
                    <a:gd name="T50" fmla="*/ 30 w 40"/>
                    <a:gd name="T51" fmla="*/ 31 h 37"/>
                    <a:gd name="T52" fmla="*/ 26 w 40"/>
                    <a:gd name="T53" fmla="*/ 33 h 37"/>
                    <a:gd name="T54" fmla="*/ 22 w 40"/>
                    <a:gd name="T55" fmla="*/ 27 h 37"/>
                    <a:gd name="T56" fmla="*/ 15 w 40"/>
                    <a:gd name="T57" fmla="*/ 22 h 37"/>
                    <a:gd name="T58" fmla="*/ 10 w 40"/>
                    <a:gd name="T59" fmla="*/ 20 h 37"/>
                    <a:gd name="T60" fmla="*/ 4 w 40"/>
                    <a:gd name="T61" fmla="*/ 19 h 37"/>
                    <a:gd name="T62" fmla="*/ 13 w 40"/>
                    <a:gd name="T63" fmla="*/ 6 h 37"/>
                    <a:gd name="T64" fmla="*/ 28 w 40"/>
                    <a:gd name="T65" fmla="*/ 4 h 37"/>
                    <a:gd name="T66" fmla="*/ 37 w 40"/>
                    <a:gd name="T67" fmla="*/ 17 h 37"/>
                    <a:gd name="T68" fmla="*/ 17 w 40"/>
                    <a:gd name="T69" fmla="*/ 23 h 37"/>
                    <a:gd name="T70" fmla="*/ 13 w 40"/>
                    <a:gd name="T71" fmla="*/ 22 h 37"/>
                    <a:gd name="T72" fmla="*/ 8 w 40"/>
                    <a:gd name="T73" fmla="*/ 20 h 37"/>
                    <a:gd name="T74" fmla="*/ 4 w 40"/>
                    <a:gd name="T75" fmla="*/ 19 h 37"/>
                    <a:gd name="T76" fmla="*/ 7 w 40"/>
                    <a:gd name="T77" fmla="*/ 21 h 37"/>
                    <a:gd name="T78" fmla="*/ 13 w 40"/>
                    <a:gd name="T79" fmla="*/ 23 h 37"/>
                    <a:gd name="T80" fmla="*/ 16 w 40"/>
                    <a:gd name="T81" fmla="*/ 25 h 37"/>
                    <a:gd name="T82" fmla="*/ 22 w 40"/>
                    <a:gd name="T83" fmla="*/ 27 h 37"/>
                    <a:gd name="T84" fmla="*/ 17 w 40"/>
                    <a:gd name="T85" fmla="*/ 23 h 37"/>
                    <a:gd name="T86" fmla="*/ 13 w 40"/>
                    <a:gd name="T87" fmla="*/ 22 h 37"/>
                    <a:gd name="T88" fmla="*/ 8 w 40"/>
                    <a:gd name="T89" fmla="*/ 20 h 37"/>
                    <a:gd name="T90" fmla="*/ 4 w 40"/>
                    <a:gd name="T91" fmla="*/ 19 h 37"/>
                    <a:gd name="T92" fmla="*/ 7 w 40"/>
                    <a:gd name="T93" fmla="*/ 21 h 37"/>
                    <a:gd name="T94" fmla="*/ 13 w 40"/>
                    <a:gd name="T95" fmla="*/ 23 h 37"/>
                    <a:gd name="T96" fmla="*/ 16 w 40"/>
                    <a:gd name="T97" fmla="*/ 25 h 37"/>
                    <a:gd name="T98" fmla="*/ 22 w 40"/>
                    <a:gd name="T99" fmla="*/ 2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0" h="37"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40" y="15"/>
                      </a:moveTo>
                      <a:cubicBezTo>
                        <a:pt x="40" y="15"/>
                        <a:pt x="37" y="6"/>
                        <a:pt x="29" y="2"/>
                      </a:cubicBezTo>
                      <a:cubicBezTo>
                        <a:pt x="25" y="0"/>
                        <a:pt x="20" y="0"/>
                        <a:pt x="15" y="0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2" y="20"/>
                        <a:pt x="2" y="20"/>
                        <a:pt x="2" y="20"/>
                      </a:cubicBezTo>
                      <a:cubicBezTo>
                        <a:pt x="2" y="20"/>
                        <a:pt x="2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1" y="29"/>
                        <a:pt x="22" y="30"/>
                        <a:pt x="22" y="31"/>
                      </a:cubicBezTo>
                      <a:cubicBezTo>
                        <a:pt x="23" y="32"/>
                        <a:pt x="24" y="33"/>
                        <a:pt x="24" y="35"/>
                      </a:cubicBezTo>
                      <a:cubicBezTo>
                        <a:pt x="24" y="35"/>
                        <a:pt x="24" y="35"/>
                        <a:pt x="24" y="35"/>
                      </a:cubicBezTo>
                      <a:cubicBezTo>
                        <a:pt x="25" y="37"/>
                        <a:pt x="25" y="37"/>
                        <a:pt x="25" y="37"/>
                      </a:cubicBezTo>
                      <a:cubicBezTo>
                        <a:pt x="30" y="31"/>
                        <a:pt x="30" y="31"/>
                        <a:pt x="30" y="31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lose/>
                      <a:moveTo>
                        <a:pt x="26" y="33"/>
                      </a:moveTo>
                      <a:cubicBezTo>
                        <a:pt x="25" y="31"/>
                        <a:pt x="24" y="30"/>
                        <a:pt x="23" y="29"/>
                      </a:cubicBezTo>
                      <a:cubicBezTo>
                        <a:pt x="23" y="28"/>
                        <a:pt x="22" y="28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20" y="2"/>
                        <a:pt x="24" y="2"/>
                        <a:pt x="28" y="4"/>
                      </a:cubicBezTo>
                      <a:cubicBezTo>
                        <a:pt x="35" y="7"/>
                        <a:pt x="38" y="13"/>
                        <a:pt x="38" y="15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lnTo>
                        <a:pt x="26" y="33"/>
                      </a:ln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05985E7A-B718-4C57-A41B-F663283DECE9}"/>
                  </a:ext>
                </a:extLst>
              </p:cNvPr>
              <p:cNvGrpSpPr/>
              <p:nvPr/>
            </p:nvGrpSpPr>
            <p:grpSpPr>
              <a:xfrm>
                <a:off x="1416748" y="2456247"/>
                <a:ext cx="312549" cy="442646"/>
                <a:chOff x="5698186" y="1950933"/>
                <a:chExt cx="312549" cy="442646"/>
              </a:xfrm>
            </p:grpSpPr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4E3807DC-255C-4255-8782-84A454F60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2945" y="1950933"/>
                  <a:ext cx="307790" cy="442646"/>
                </a:xfrm>
                <a:custGeom>
                  <a:avLst/>
                  <a:gdLst>
                    <a:gd name="T0" fmla="*/ 82 w 82"/>
                    <a:gd name="T1" fmla="*/ 118 h 118"/>
                    <a:gd name="T2" fmla="*/ 29 w 82"/>
                    <a:gd name="T3" fmla="*/ 116 h 118"/>
                    <a:gd name="T4" fmla="*/ 47 w 82"/>
                    <a:gd name="T5" fmla="*/ 96 h 118"/>
                    <a:gd name="T6" fmla="*/ 30 w 82"/>
                    <a:gd name="T7" fmla="*/ 1 h 118"/>
                    <a:gd name="T8" fmla="*/ 31 w 82"/>
                    <a:gd name="T9" fmla="*/ 0 h 118"/>
                    <a:gd name="T10" fmla="*/ 59 w 82"/>
                    <a:gd name="T11" fmla="*/ 18 h 118"/>
                    <a:gd name="T12" fmla="*/ 58 w 82"/>
                    <a:gd name="T13" fmla="*/ 20 h 118"/>
                    <a:gd name="T14" fmla="*/ 60 w 82"/>
                    <a:gd name="T15" fmla="*/ 86 h 118"/>
                    <a:gd name="T16" fmla="*/ 79 w 82"/>
                    <a:gd name="T17" fmla="*/ 70 h 118"/>
                    <a:gd name="T18" fmla="*/ 82 w 82"/>
                    <a:gd name="T19" fmla="*/ 118 h 118"/>
                    <a:gd name="T20" fmla="*/ 36 w 82"/>
                    <a:gd name="T21" fmla="*/ 113 h 118"/>
                    <a:gd name="T22" fmla="*/ 79 w 82"/>
                    <a:gd name="T23" fmla="*/ 115 h 118"/>
                    <a:gd name="T24" fmla="*/ 76 w 82"/>
                    <a:gd name="T25" fmla="*/ 76 h 118"/>
                    <a:gd name="T26" fmla="*/ 59 w 82"/>
                    <a:gd name="T27" fmla="*/ 90 h 118"/>
                    <a:gd name="T28" fmla="*/ 59 w 82"/>
                    <a:gd name="T29" fmla="*/ 89 h 118"/>
                    <a:gd name="T30" fmla="*/ 55 w 82"/>
                    <a:gd name="T31" fmla="*/ 19 h 118"/>
                    <a:gd name="T32" fmla="*/ 32 w 82"/>
                    <a:gd name="T33" fmla="*/ 4 h 118"/>
                    <a:gd name="T34" fmla="*/ 50 w 82"/>
                    <a:gd name="T35" fmla="*/ 95 h 118"/>
                    <a:gd name="T36" fmla="*/ 52 w 82"/>
                    <a:gd name="T37" fmla="*/ 96 h 118"/>
                    <a:gd name="T38" fmla="*/ 36 w 82"/>
                    <a:gd name="T39" fmla="*/ 113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2" h="118">
                      <a:moveTo>
                        <a:pt x="82" y="118"/>
                      </a:move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47" y="96"/>
                        <a:pt x="47" y="96"/>
                        <a:pt x="47" y="96"/>
                      </a:cubicBezTo>
                      <a:cubicBezTo>
                        <a:pt x="0" y="62"/>
                        <a:pt x="30" y="2"/>
                        <a:pt x="30" y="1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59" y="18"/>
                        <a:pt x="59" y="18"/>
                        <a:pt x="59" y="18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34" y="53"/>
                        <a:pt x="55" y="80"/>
                        <a:pt x="60" y="86"/>
                      </a:cubicBezTo>
                      <a:cubicBezTo>
                        <a:pt x="79" y="70"/>
                        <a:pt x="79" y="70"/>
                        <a:pt x="79" y="70"/>
                      </a:cubicBezTo>
                      <a:lnTo>
                        <a:pt x="82" y="118"/>
                      </a:lnTo>
                      <a:close/>
                      <a:moveTo>
                        <a:pt x="36" y="113"/>
                      </a:moveTo>
                      <a:cubicBezTo>
                        <a:pt x="79" y="115"/>
                        <a:pt x="79" y="115"/>
                        <a:pt x="79" y="115"/>
                      </a:cubicBezTo>
                      <a:cubicBezTo>
                        <a:pt x="76" y="76"/>
                        <a:pt x="76" y="76"/>
                        <a:pt x="76" y="76"/>
                      </a:cubicBezTo>
                      <a:cubicBezTo>
                        <a:pt x="59" y="90"/>
                        <a:pt x="59" y="90"/>
                        <a:pt x="59" y="90"/>
                      </a:cubicBezTo>
                      <a:cubicBezTo>
                        <a:pt x="59" y="89"/>
                        <a:pt x="59" y="89"/>
                        <a:pt x="59" y="89"/>
                      </a:cubicBezTo>
                      <a:cubicBezTo>
                        <a:pt x="58" y="88"/>
                        <a:pt x="28" y="58"/>
                        <a:pt x="55" y="19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28" y="14"/>
                        <a:pt x="7" y="65"/>
                        <a:pt x="50" y="95"/>
                      </a:cubicBezTo>
                      <a:cubicBezTo>
                        <a:pt x="52" y="96"/>
                        <a:pt x="52" y="96"/>
                        <a:pt x="52" y="96"/>
                      </a:cubicBezTo>
                      <a:lnTo>
                        <a:pt x="36" y="11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7" name="任意多边形: 形状 116">
                  <a:extLst>
                    <a:ext uri="{FF2B5EF4-FFF2-40B4-BE49-F238E27FC236}">
                      <a16:creationId xmlns:a16="http://schemas.microsoft.com/office/drawing/2014/main" id="{27813EA3-76E8-4C9E-89A6-9722D52F91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8186" y="1954106"/>
                  <a:ext cx="199905" cy="431541"/>
                </a:xfrm>
                <a:custGeom>
                  <a:avLst/>
                  <a:gdLst>
                    <a:gd name="T0" fmla="*/ 34 w 53"/>
                    <a:gd name="T1" fmla="*/ 115 h 115"/>
                    <a:gd name="T2" fmla="*/ 22 w 53"/>
                    <a:gd name="T3" fmla="*/ 113 h 115"/>
                    <a:gd name="T4" fmla="*/ 37 w 53"/>
                    <a:gd name="T5" fmla="*/ 96 h 115"/>
                    <a:gd name="T6" fmla="*/ 20 w 53"/>
                    <a:gd name="T7" fmla="*/ 10 h 115"/>
                    <a:gd name="T8" fmla="*/ 21 w 53"/>
                    <a:gd name="T9" fmla="*/ 10 h 115"/>
                    <a:gd name="T10" fmla="*/ 31 w 53"/>
                    <a:gd name="T11" fmla="*/ 0 h 115"/>
                    <a:gd name="T12" fmla="*/ 33 w 53"/>
                    <a:gd name="T13" fmla="*/ 2 h 115"/>
                    <a:gd name="T14" fmla="*/ 23 w 53"/>
                    <a:gd name="T15" fmla="*/ 12 h 115"/>
                    <a:gd name="T16" fmla="*/ 40 w 53"/>
                    <a:gd name="T17" fmla="*/ 94 h 115"/>
                    <a:gd name="T18" fmla="*/ 53 w 53"/>
                    <a:gd name="T19" fmla="*/ 94 h 115"/>
                    <a:gd name="T20" fmla="*/ 34 w 53"/>
                    <a:gd name="T21" fmla="*/ 115 h 115"/>
                    <a:gd name="T22" fmla="*/ 28 w 53"/>
                    <a:gd name="T23" fmla="*/ 111 h 115"/>
                    <a:gd name="T24" fmla="*/ 33 w 53"/>
                    <a:gd name="T25" fmla="*/ 112 h 115"/>
                    <a:gd name="T26" fmla="*/ 46 w 53"/>
                    <a:gd name="T27" fmla="*/ 97 h 115"/>
                    <a:gd name="T28" fmla="*/ 40 w 53"/>
                    <a:gd name="T29" fmla="*/ 97 h 115"/>
                    <a:gd name="T30" fmla="*/ 28 w 53"/>
                    <a:gd name="T31" fmla="*/ 111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3" h="115">
                      <a:moveTo>
                        <a:pt x="34" y="115"/>
                      </a:moveTo>
                      <a:cubicBezTo>
                        <a:pt x="22" y="113"/>
                        <a:pt x="22" y="113"/>
                        <a:pt x="22" y="113"/>
                      </a:cubicBezTo>
                      <a:cubicBezTo>
                        <a:pt x="37" y="96"/>
                        <a:pt x="37" y="96"/>
                        <a:pt x="37" y="96"/>
                      </a:cubicBezTo>
                      <a:cubicBezTo>
                        <a:pt x="30" y="90"/>
                        <a:pt x="0" y="59"/>
                        <a:pt x="20" y="10"/>
                      </a:cubicBezTo>
                      <a:cubicBezTo>
                        <a:pt x="21" y="10"/>
                        <a:pt x="21" y="10"/>
                        <a:pt x="21" y="10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" y="61"/>
                        <a:pt x="36" y="91"/>
                        <a:pt x="40" y="94"/>
                      </a:cubicBezTo>
                      <a:cubicBezTo>
                        <a:pt x="53" y="94"/>
                        <a:pt x="53" y="94"/>
                        <a:pt x="53" y="94"/>
                      </a:cubicBezTo>
                      <a:lnTo>
                        <a:pt x="34" y="115"/>
                      </a:lnTo>
                      <a:close/>
                      <a:moveTo>
                        <a:pt x="28" y="111"/>
                      </a:moveTo>
                      <a:cubicBezTo>
                        <a:pt x="33" y="112"/>
                        <a:pt x="33" y="112"/>
                        <a:pt x="33" y="112"/>
                      </a:cubicBezTo>
                      <a:cubicBezTo>
                        <a:pt x="46" y="97"/>
                        <a:pt x="46" y="97"/>
                        <a:pt x="46" y="97"/>
                      </a:cubicBezTo>
                      <a:cubicBezTo>
                        <a:pt x="40" y="97"/>
                        <a:pt x="40" y="97"/>
                        <a:pt x="40" y="97"/>
                      </a:cubicBezTo>
                      <a:lnTo>
                        <a:pt x="28" y="11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8" name="任意多边形: 形状 117">
                  <a:extLst>
                    <a:ext uri="{FF2B5EF4-FFF2-40B4-BE49-F238E27FC236}">
                      <a16:creationId xmlns:a16="http://schemas.microsoft.com/office/drawing/2014/main" id="{91B6B4EB-0209-4F02-BF0D-9C588FCE5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06023" y="2217473"/>
                  <a:ext cx="90433" cy="44423"/>
                </a:xfrm>
                <a:custGeom>
                  <a:avLst/>
                  <a:gdLst>
                    <a:gd name="T0" fmla="*/ 5 w 57"/>
                    <a:gd name="T1" fmla="*/ 28 h 28"/>
                    <a:gd name="T2" fmla="*/ 0 w 57"/>
                    <a:gd name="T3" fmla="*/ 23 h 28"/>
                    <a:gd name="T4" fmla="*/ 24 w 57"/>
                    <a:gd name="T5" fmla="*/ 0 h 28"/>
                    <a:gd name="T6" fmla="*/ 57 w 57"/>
                    <a:gd name="T7" fmla="*/ 0 h 28"/>
                    <a:gd name="T8" fmla="*/ 57 w 57"/>
                    <a:gd name="T9" fmla="*/ 7 h 28"/>
                    <a:gd name="T10" fmla="*/ 28 w 57"/>
                    <a:gd name="T11" fmla="*/ 7 h 28"/>
                    <a:gd name="T12" fmla="*/ 5 w 57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7" h="28">
                      <a:moveTo>
                        <a:pt x="5" y="28"/>
                      </a:moveTo>
                      <a:lnTo>
                        <a:pt x="0" y="23"/>
                      </a:lnTo>
                      <a:lnTo>
                        <a:pt x="24" y="0"/>
                      </a:lnTo>
                      <a:lnTo>
                        <a:pt x="57" y="0"/>
                      </a:lnTo>
                      <a:lnTo>
                        <a:pt x="57" y="7"/>
                      </a:lnTo>
                      <a:lnTo>
                        <a:pt x="28" y="7"/>
                      </a:lnTo>
                      <a:lnTo>
                        <a:pt x="5" y="2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E79F355C-8003-476F-9A69-C5C242C2C436}"/>
                  </a:ext>
                </a:extLst>
              </p:cNvPr>
              <p:cNvGrpSpPr/>
              <p:nvPr/>
            </p:nvGrpSpPr>
            <p:grpSpPr>
              <a:xfrm>
                <a:off x="2170350" y="4994742"/>
                <a:ext cx="230051" cy="326829"/>
                <a:chOff x="4382937" y="5523837"/>
                <a:chExt cx="230051" cy="326829"/>
              </a:xfrm>
            </p:grpSpPr>
            <p:sp>
              <p:nvSpPr>
                <p:cNvPr id="113" name="任意多边形: 形状 112">
                  <a:extLst>
                    <a:ext uri="{FF2B5EF4-FFF2-40B4-BE49-F238E27FC236}">
                      <a16:creationId xmlns:a16="http://schemas.microsoft.com/office/drawing/2014/main" id="{2EE1526C-1A43-4470-84CF-81A5533CA1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2937" y="5523837"/>
                  <a:ext cx="226877" cy="326829"/>
                </a:xfrm>
                <a:custGeom>
                  <a:avLst/>
                  <a:gdLst>
                    <a:gd name="T0" fmla="*/ 0 w 60"/>
                    <a:gd name="T1" fmla="*/ 87 h 87"/>
                    <a:gd name="T2" fmla="*/ 2 w 60"/>
                    <a:gd name="T3" fmla="*/ 50 h 87"/>
                    <a:gd name="T4" fmla="*/ 16 w 60"/>
                    <a:gd name="T5" fmla="*/ 62 h 87"/>
                    <a:gd name="T6" fmla="*/ 17 w 60"/>
                    <a:gd name="T7" fmla="*/ 15 h 87"/>
                    <a:gd name="T8" fmla="*/ 16 w 60"/>
                    <a:gd name="T9" fmla="*/ 14 h 87"/>
                    <a:gd name="T10" fmla="*/ 38 w 60"/>
                    <a:gd name="T11" fmla="*/ 0 h 87"/>
                    <a:gd name="T12" fmla="*/ 38 w 60"/>
                    <a:gd name="T13" fmla="*/ 1 h 87"/>
                    <a:gd name="T14" fmla="*/ 26 w 60"/>
                    <a:gd name="T15" fmla="*/ 70 h 87"/>
                    <a:gd name="T16" fmla="*/ 40 w 60"/>
                    <a:gd name="T17" fmla="*/ 85 h 87"/>
                    <a:gd name="T18" fmla="*/ 0 w 60"/>
                    <a:gd name="T19" fmla="*/ 87 h 87"/>
                    <a:gd name="T20" fmla="*/ 5 w 60"/>
                    <a:gd name="T21" fmla="*/ 56 h 87"/>
                    <a:gd name="T22" fmla="*/ 3 w 60"/>
                    <a:gd name="T23" fmla="*/ 83 h 87"/>
                    <a:gd name="T24" fmla="*/ 33 w 60"/>
                    <a:gd name="T25" fmla="*/ 82 h 87"/>
                    <a:gd name="T26" fmla="*/ 22 w 60"/>
                    <a:gd name="T27" fmla="*/ 70 h 87"/>
                    <a:gd name="T28" fmla="*/ 23 w 60"/>
                    <a:gd name="T29" fmla="*/ 69 h 87"/>
                    <a:gd name="T30" fmla="*/ 36 w 60"/>
                    <a:gd name="T31" fmla="*/ 4 h 87"/>
                    <a:gd name="T32" fmla="*/ 20 w 60"/>
                    <a:gd name="T33" fmla="*/ 14 h 87"/>
                    <a:gd name="T34" fmla="*/ 18 w 60"/>
                    <a:gd name="T35" fmla="*/ 65 h 87"/>
                    <a:gd name="T36" fmla="*/ 17 w 60"/>
                    <a:gd name="T37" fmla="*/ 66 h 87"/>
                    <a:gd name="T38" fmla="*/ 5 w 60"/>
                    <a:gd name="T39" fmla="*/ 5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0" h="87">
                      <a:moveTo>
                        <a:pt x="0" y="87"/>
                      </a:move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16" y="62"/>
                        <a:pt x="16" y="62"/>
                        <a:pt x="16" y="62"/>
                      </a:cubicBezTo>
                      <a:cubicBezTo>
                        <a:pt x="20" y="57"/>
                        <a:pt x="35" y="39"/>
                        <a:pt x="17" y="15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38" y="1"/>
                        <a:pt x="38" y="1"/>
                        <a:pt x="38" y="1"/>
                      </a:cubicBezTo>
                      <a:cubicBezTo>
                        <a:pt x="39" y="1"/>
                        <a:pt x="60" y="45"/>
                        <a:pt x="26" y="70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lnTo>
                        <a:pt x="0" y="87"/>
                      </a:lnTo>
                      <a:close/>
                      <a:moveTo>
                        <a:pt x="5" y="56"/>
                      </a:moveTo>
                      <a:cubicBezTo>
                        <a:pt x="3" y="83"/>
                        <a:pt x="3" y="83"/>
                        <a:pt x="3" y="83"/>
                      </a:cubicBezTo>
                      <a:cubicBezTo>
                        <a:pt x="33" y="82"/>
                        <a:pt x="33" y="82"/>
                        <a:pt x="33" y="82"/>
                      </a:cubicBezTo>
                      <a:cubicBezTo>
                        <a:pt x="22" y="70"/>
                        <a:pt x="22" y="70"/>
                        <a:pt x="22" y="70"/>
                      </a:cubicBezTo>
                      <a:cubicBezTo>
                        <a:pt x="23" y="69"/>
                        <a:pt x="23" y="69"/>
                        <a:pt x="23" y="69"/>
                      </a:cubicBezTo>
                      <a:cubicBezTo>
                        <a:pt x="53" y="48"/>
                        <a:pt x="40" y="12"/>
                        <a:pt x="36" y="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40" y="42"/>
                        <a:pt x="18" y="65"/>
                        <a:pt x="18" y="65"/>
                      </a:cubicBezTo>
                      <a:cubicBezTo>
                        <a:pt x="17" y="66"/>
                        <a:pt x="17" y="66"/>
                        <a:pt x="17" y="66"/>
                      </a:cubicBezTo>
                      <a:lnTo>
                        <a:pt x="5" y="5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0CCCBA96-D40B-4776-A5A0-B90BA89603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62265" y="5527010"/>
                  <a:ext cx="150723" cy="315723"/>
                </a:xfrm>
                <a:custGeom>
                  <a:avLst/>
                  <a:gdLst>
                    <a:gd name="T0" fmla="*/ 15 w 40"/>
                    <a:gd name="T1" fmla="*/ 84 h 84"/>
                    <a:gd name="T2" fmla="*/ 0 w 40"/>
                    <a:gd name="T3" fmla="*/ 68 h 84"/>
                    <a:gd name="T4" fmla="*/ 11 w 40"/>
                    <a:gd name="T5" fmla="*/ 68 h 84"/>
                    <a:gd name="T6" fmla="*/ 22 w 40"/>
                    <a:gd name="T7" fmla="*/ 9 h 84"/>
                    <a:gd name="T8" fmla="*/ 15 w 40"/>
                    <a:gd name="T9" fmla="*/ 2 h 84"/>
                    <a:gd name="T10" fmla="*/ 17 w 40"/>
                    <a:gd name="T11" fmla="*/ 0 h 84"/>
                    <a:gd name="T12" fmla="*/ 25 w 40"/>
                    <a:gd name="T13" fmla="*/ 7 h 84"/>
                    <a:gd name="T14" fmla="*/ 13 w 40"/>
                    <a:gd name="T15" fmla="*/ 70 h 84"/>
                    <a:gd name="T16" fmla="*/ 24 w 40"/>
                    <a:gd name="T17" fmla="*/ 83 h 84"/>
                    <a:gd name="T18" fmla="*/ 15 w 40"/>
                    <a:gd name="T19" fmla="*/ 84 h 84"/>
                    <a:gd name="T20" fmla="*/ 7 w 40"/>
                    <a:gd name="T21" fmla="*/ 71 h 84"/>
                    <a:gd name="T22" fmla="*/ 16 w 40"/>
                    <a:gd name="T23" fmla="*/ 81 h 84"/>
                    <a:gd name="T24" fmla="*/ 18 w 40"/>
                    <a:gd name="T25" fmla="*/ 80 h 84"/>
                    <a:gd name="T26" fmla="*/ 10 w 40"/>
                    <a:gd name="T27" fmla="*/ 71 h 84"/>
                    <a:gd name="T28" fmla="*/ 7 w 40"/>
                    <a:gd name="T29" fmla="*/ 71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0" h="84">
                      <a:moveTo>
                        <a:pt x="15" y="84"/>
                      </a:move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11" y="68"/>
                        <a:pt x="11" y="68"/>
                        <a:pt x="11" y="68"/>
                      </a:cubicBezTo>
                      <a:cubicBezTo>
                        <a:pt x="14" y="65"/>
                        <a:pt x="37" y="44"/>
                        <a:pt x="22" y="9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40" y="43"/>
                        <a:pt x="19" y="65"/>
                        <a:pt x="13" y="70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lnTo>
                        <a:pt x="15" y="84"/>
                      </a:lnTo>
                      <a:close/>
                      <a:moveTo>
                        <a:pt x="7" y="71"/>
                      </a:moveTo>
                      <a:cubicBezTo>
                        <a:pt x="16" y="81"/>
                        <a:pt x="16" y="81"/>
                        <a:pt x="16" y="81"/>
                      </a:cubicBezTo>
                      <a:cubicBezTo>
                        <a:pt x="18" y="80"/>
                        <a:pt x="18" y="80"/>
                        <a:pt x="18" y="80"/>
                      </a:cubicBezTo>
                      <a:cubicBezTo>
                        <a:pt x="10" y="71"/>
                        <a:pt x="10" y="71"/>
                        <a:pt x="10" y="71"/>
                      </a:cubicBezTo>
                      <a:lnTo>
                        <a:pt x="7" y="7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5" name="任意多边形: 形状 114">
                  <a:extLst>
                    <a:ext uri="{FF2B5EF4-FFF2-40B4-BE49-F238E27FC236}">
                      <a16:creationId xmlns:a16="http://schemas.microsoft.com/office/drawing/2014/main" id="{414A4D35-552B-4C86-8437-7C0FA03C4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94044" y="5715808"/>
                  <a:ext cx="68222" cy="36490"/>
                </a:xfrm>
                <a:custGeom>
                  <a:avLst/>
                  <a:gdLst>
                    <a:gd name="T0" fmla="*/ 38 w 43"/>
                    <a:gd name="T1" fmla="*/ 23 h 23"/>
                    <a:gd name="T2" fmla="*/ 22 w 43"/>
                    <a:gd name="T3" fmla="*/ 7 h 23"/>
                    <a:gd name="T4" fmla="*/ 0 w 43"/>
                    <a:gd name="T5" fmla="*/ 7 h 23"/>
                    <a:gd name="T6" fmla="*/ 0 w 43"/>
                    <a:gd name="T7" fmla="*/ 0 h 23"/>
                    <a:gd name="T8" fmla="*/ 24 w 43"/>
                    <a:gd name="T9" fmla="*/ 0 h 23"/>
                    <a:gd name="T10" fmla="*/ 43 w 43"/>
                    <a:gd name="T11" fmla="*/ 18 h 23"/>
                    <a:gd name="T12" fmla="*/ 38 w 43"/>
                    <a:gd name="T13" fmla="*/ 2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23">
                      <a:moveTo>
                        <a:pt x="38" y="23"/>
                      </a:moveTo>
                      <a:lnTo>
                        <a:pt x="22" y="7"/>
                      </a:ln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24" y="0"/>
                      </a:lnTo>
                      <a:lnTo>
                        <a:pt x="43" y="18"/>
                      </a:lnTo>
                      <a:lnTo>
                        <a:pt x="38" y="2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A6DB6612-315A-4AA4-BBE8-30B174184D74}"/>
                  </a:ext>
                </a:extLst>
              </p:cNvPr>
              <p:cNvGrpSpPr/>
              <p:nvPr/>
            </p:nvGrpSpPr>
            <p:grpSpPr>
              <a:xfrm>
                <a:off x="1931456" y="1808281"/>
                <a:ext cx="406156" cy="679041"/>
                <a:chOff x="5714051" y="2563340"/>
                <a:chExt cx="406156" cy="679041"/>
              </a:xfrm>
            </p:grpSpPr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58E93E70-91C0-440C-9567-B99323C05E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55301" y="2701369"/>
                  <a:ext cx="320483" cy="395049"/>
                </a:xfrm>
                <a:custGeom>
                  <a:avLst/>
                  <a:gdLst>
                    <a:gd name="T0" fmla="*/ 57 w 85"/>
                    <a:gd name="T1" fmla="*/ 105 h 105"/>
                    <a:gd name="T2" fmla="*/ 61 w 85"/>
                    <a:gd name="T3" fmla="*/ 71 h 105"/>
                    <a:gd name="T4" fmla="*/ 75 w 85"/>
                    <a:gd name="T5" fmla="*/ 25 h 105"/>
                    <a:gd name="T6" fmla="*/ 50 w 85"/>
                    <a:gd name="T7" fmla="*/ 8 h 105"/>
                    <a:gd name="T8" fmla="*/ 13 w 85"/>
                    <a:gd name="T9" fmla="*/ 16 h 105"/>
                    <a:gd name="T10" fmla="*/ 18 w 85"/>
                    <a:gd name="T11" fmla="*/ 67 h 105"/>
                    <a:gd name="T12" fmla="*/ 29 w 85"/>
                    <a:gd name="T13" fmla="*/ 104 h 105"/>
                    <a:gd name="T14" fmla="*/ 26 w 85"/>
                    <a:gd name="T15" fmla="*/ 104 h 105"/>
                    <a:gd name="T16" fmla="*/ 15 w 85"/>
                    <a:gd name="T17" fmla="*/ 68 h 105"/>
                    <a:gd name="T18" fmla="*/ 10 w 85"/>
                    <a:gd name="T19" fmla="*/ 15 h 105"/>
                    <a:gd name="T20" fmla="*/ 51 w 85"/>
                    <a:gd name="T21" fmla="*/ 5 h 105"/>
                    <a:gd name="T22" fmla="*/ 77 w 85"/>
                    <a:gd name="T23" fmla="*/ 23 h 105"/>
                    <a:gd name="T24" fmla="*/ 64 w 85"/>
                    <a:gd name="T25" fmla="*/ 72 h 105"/>
                    <a:gd name="T26" fmla="*/ 59 w 85"/>
                    <a:gd name="T27" fmla="*/ 103 h 105"/>
                    <a:gd name="T28" fmla="*/ 57 w 85"/>
                    <a:gd name="T29" fmla="*/ 10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5" h="105">
                      <a:moveTo>
                        <a:pt x="57" y="105"/>
                      </a:moveTo>
                      <a:cubicBezTo>
                        <a:pt x="51" y="100"/>
                        <a:pt x="50" y="86"/>
                        <a:pt x="61" y="71"/>
                      </a:cubicBezTo>
                      <a:cubicBezTo>
                        <a:pt x="62" y="69"/>
                        <a:pt x="82" y="43"/>
                        <a:pt x="75" y="25"/>
                      </a:cubicBezTo>
                      <a:cubicBezTo>
                        <a:pt x="71" y="16"/>
                        <a:pt x="63" y="11"/>
                        <a:pt x="50" y="8"/>
                      </a:cubicBezTo>
                      <a:cubicBezTo>
                        <a:pt x="32" y="4"/>
                        <a:pt x="19" y="7"/>
                        <a:pt x="13" y="16"/>
                      </a:cubicBezTo>
                      <a:cubicBezTo>
                        <a:pt x="4" y="29"/>
                        <a:pt x="8" y="52"/>
                        <a:pt x="18" y="67"/>
                      </a:cubicBezTo>
                      <a:cubicBezTo>
                        <a:pt x="29" y="86"/>
                        <a:pt x="29" y="103"/>
                        <a:pt x="29" y="104"/>
                      </a:cubicBezTo>
                      <a:cubicBezTo>
                        <a:pt x="26" y="104"/>
                        <a:pt x="26" y="104"/>
                        <a:pt x="26" y="104"/>
                      </a:cubicBezTo>
                      <a:cubicBezTo>
                        <a:pt x="26" y="104"/>
                        <a:pt x="26" y="87"/>
                        <a:pt x="15" y="68"/>
                      </a:cubicBezTo>
                      <a:cubicBezTo>
                        <a:pt x="5" y="52"/>
                        <a:pt x="0" y="29"/>
                        <a:pt x="10" y="15"/>
                      </a:cubicBezTo>
                      <a:cubicBezTo>
                        <a:pt x="15" y="7"/>
                        <a:pt x="26" y="0"/>
                        <a:pt x="51" y="5"/>
                      </a:cubicBezTo>
                      <a:cubicBezTo>
                        <a:pt x="65" y="8"/>
                        <a:pt x="74" y="14"/>
                        <a:pt x="77" y="23"/>
                      </a:cubicBezTo>
                      <a:cubicBezTo>
                        <a:pt x="85" y="43"/>
                        <a:pt x="66" y="69"/>
                        <a:pt x="64" y="72"/>
                      </a:cubicBezTo>
                      <a:cubicBezTo>
                        <a:pt x="54" y="85"/>
                        <a:pt x="53" y="98"/>
                        <a:pt x="59" y="103"/>
                      </a:cubicBezTo>
                      <a:lnTo>
                        <a:pt x="57" y="1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B442BDAB-74B1-4978-A9DB-0C9FFEA90F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79052" y="2931419"/>
                  <a:ext cx="71395" cy="157068"/>
                </a:xfrm>
                <a:custGeom>
                  <a:avLst/>
                  <a:gdLst>
                    <a:gd name="T0" fmla="*/ 16 w 19"/>
                    <a:gd name="T1" fmla="*/ 42 h 42"/>
                    <a:gd name="T2" fmla="*/ 13 w 19"/>
                    <a:gd name="T3" fmla="*/ 42 h 42"/>
                    <a:gd name="T4" fmla="*/ 8 w 19"/>
                    <a:gd name="T5" fmla="*/ 4 h 42"/>
                    <a:gd name="T6" fmla="*/ 7 w 19"/>
                    <a:gd name="T7" fmla="*/ 3 h 42"/>
                    <a:gd name="T8" fmla="*/ 5 w 19"/>
                    <a:gd name="T9" fmla="*/ 42 h 42"/>
                    <a:gd name="T10" fmla="*/ 2 w 19"/>
                    <a:gd name="T11" fmla="*/ 42 h 42"/>
                    <a:gd name="T12" fmla="*/ 6 w 19"/>
                    <a:gd name="T13" fmla="*/ 1 h 42"/>
                    <a:gd name="T14" fmla="*/ 9 w 19"/>
                    <a:gd name="T15" fmla="*/ 1 h 42"/>
                    <a:gd name="T16" fmla="*/ 16 w 19"/>
                    <a:gd name="T17" fmla="*/ 4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" h="42">
                      <a:moveTo>
                        <a:pt x="16" y="42"/>
                      </a:move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14" y="33"/>
                        <a:pt x="14" y="7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4" y="5"/>
                        <a:pt x="4" y="25"/>
                        <a:pt x="5" y="42"/>
                      </a:cubicBezTo>
                      <a:cubicBezTo>
                        <a:pt x="2" y="42"/>
                        <a:pt x="2" y="42"/>
                        <a:pt x="2" y="42"/>
                      </a:cubicBezTo>
                      <a:cubicBezTo>
                        <a:pt x="1" y="33"/>
                        <a:pt x="0" y="5"/>
                        <a:pt x="6" y="1"/>
                      </a:cubicBezTo>
                      <a:cubicBezTo>
                        <a:pt x="7" y="0"/>
                        <a:pt x="8" y="0"/>
                        <a:pt x="9" y="1"/>
                      </a:cubicBezTo>
                      <a:cubicBezTo>
                        <a:pt x="19" y="6"/>
                        <a:pt x="16" y="39"/>
                        <a:pt x="16" y="4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1" name="任意多边形: 形状 100">
                  <a:extLst>
                    <a:ext uri="{FF2B5EF4-FFF2-40B4-BE49-F238E27FC236}">
                      <a16:creationId xmlns:a16="http://schemas.microsoft.com/office/drawing/2014/main" id="{E90BCB41-7A80-4C40-810F-E5CF9E8805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6841" y="2874304"/>
                  <a:ext cx="109472" cy="109471"/>
                </a:xfrm>
                <a:custGeom>
                  <a:avLst/>
                  <a:gdLst>
                    <a:gd name="T0" fmla="*/ 21 w 29"/>
                    <a:gd name="T1" fmla="*/ 29 h 29"/>
                    <a:gd name="T2" fmla="*/ 18 w 29"/>
                    <a:gd name="T3" fmla="*/ 27 h 29"/>
                    <a:gd name="T4" fmla="*/ 26 w 29"/>
                    <a:gd name="T5" fmla="*/ 9 h 29"/>
                    <a:gd name="T6" fmla="*/ 25 w 29"/>
                    <a:gd name="T7" fmla="*/ 7 h 29"/>
                    <a:gd name="T8" fmla="*/ 20 w 29"/>
                    <a:gd name="T9" fmla="*/ 8 h 29"/>
                    <a:gd name="T10" fmla="*/ 10 w 29"/>
                    <a:gd name="T11" fmla="*/ 6 h 29"/>
                    <a:gd name="T12" fmla="*/ 8 w 29"/>
                    <a:gd name="T13" fmla="*/ 4 h 29"/>
                    <a:gd name="T14" fmla="*/ 5 w 29"/>
                    <a:gd name="T15" fmla="*/ 3 h 29"/>
                    <a:gd name="T16" fmla="*/ 3 w 29"/>
                    <a:gd name="T17" fmla="*/ 7 h 29"/>
                    <a:gd name="T18" fmla="*/ 11 w 29"/>
                    <a:gd name="T19" fmla="*/ 26 h 29"/>
                    <a:gd name="T20" fmla="*/ 8 w 29"/>
                    <a:gd name="T21" fmla="*/ 27 h 29"/>
                    <a:gd name="T22" fmla="*/ 0 w 29"/>
                    <a:gd name="T23" fmla="*/ 8 h 29"/>
                    <a:gd name="T24" fmla="*/ 0 w 29"/>
                    <a:gd name="T25" fmla="*/ 7 h 29"/>
                    <a:gd name="T26" fmla="*/ 4 w 29"/>
                    <a:gd name="T27" fmla="*/ 0 h 29"/>
                    <a:gd name="T28" fmla="*/ 9 w 29"/>
                    <a:gd name="T29" fmla="*/ 2 h 29"/>
                    <a:gd name="T30" fmla="*/ 12 w 29"/>
                    <a:gd name="T31" fmla="*/ 5 h 29"/>
                    <a:gd name="T32" fmla="*/ 18 w 29"/>
                    <a:gd name="T33" fmla="*/ 6 h 29"/>
                    <a:gd name="T34" fmla="*/ 27 w 29"/>
                    <a:gd name="T35" fmla="*/ 4 h 29"/>
                    <a:gd name="T36" fmla="*/ 29 w 29"/>
                    <a:gd name="T37" fmla="*/ 9 h 29"/>
                    <a:gd name="T38" fmla="*/ 29 w 29"/>
                    <a:gd name="T39" fmla="*/ 10 h 29"/>
                    <a:gd name="T40" fmla="*/ 21 w 29"/>
                    <a:gd name="T41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9" h="29">
                      <a:moveTo>
                        <a:pt x="21" y="29"/>
                      </a:moveTo>
                      <a:cubicBezTo>
                        <a:pt x="18" y="27"/>
                        <a:pt x="18" y="27"/>
                        <a:pt x="18" y="27"/>
                      </a:cubicBezTo>
                      <a:cubicBezTo>
                        <a:pt x="26" y="9"/>
                        <a:pt x="26" y="9"/>
                        <a:pt x="26" y="9"/>
                      </a:cubicBezTo>
                      <a:cubicBezTo>
                        <a:pt x="26" y="8"/>
                        <a:pt x="26" y="7"/>
                        <a:pt x="25" y="7"/>
                      </a:cubicBezTo>
                      <a:cubicBezTo>
                        <a:pt x="24" y="6"/>
                        <a:pt x="22" y="7"/>
                        <a:pt x="20" y="8"/>
                      </a:cubicBezTo>
                      <a:cubicBezTo>
                        <a:pt x="13" y="12"/>
                        <a:pt x="11" y="9"/>
                        <a:pt x="10" y="6"/>
                      </a:cubicBezTo>
                      <a:cubicBezTo>
                        <a:pt x="9" y="6"/>
                        <a:pt x="8" y="5"/>
                        <a:pt x="8" y="4"/>
                      </a:cubicBezTo>
                      <a:cubicBezTo>
                        <a:pt x="7" y="3"/>
                        <a:pt x="6" y="3"/>
                        <a:pt x="5" y="3"/>
                      </a:cubicBezTo>
                      <a:cubicBezTo>
                        <a:pt x="4" y="4"/>
                        <a:pt x="3" y="6"/>
                        <a:pt x="3" y="7"/>
                      </a:cubicBezTo>
                      <a:cubicBezTo>
                        <a:pt x="11" y="26"/>
                        <a:pt x="11" y="26"/>
                        <a:pt x="11" y="26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1" y="1"/>
                        <a:pt x="4" y="0"/>
                      </a:cubicBezTo>
                      <a:cubicBezTo>
                        <a:pt x="6" y="0"/>
                        <a:pt x="7" y="0"/>
                        <a:pt x="9" y="2"/>
                      </a:cubicBezTo>
                      <a:cubicBezTo>
                        <a:pt x="11" y="3"/>
                        <a:pt x="11" y="4"/>
                        <a:pt x="12" y="5"/>
                      </a:cubicBezTo>
                      <a:cubicBezTo>
                        <a:pt x="14" y="7"/>
                        <a:pt x="14" y="8"/>
                        <a:pt x="18" y="6"/>
                      </a:cubicBezTo>
                      <a:cubicBezTo>
                        <a:pt x="22" y="4"/>
                        <a:pt x="25" y="3"/>
                        <a:pt x="27" y="4"/>
                      </a:cubicBezTo>
                      <a:cubicBezTo>
                        <a:pt x="28" y="5"/>
                        <a:pt x="29" y="7"/>
                        <a:pt x="29" y="9"/>
                      </a:cubicBezTo>
                      <a:cubicBezTo>
                        <a:pt x="29" y="10"/>
                        <a:pt x="29" y="10"/>
                        <a:pt x="29" y="10"/>
                      </a:cubicBezTo>
                      <a:lnTo>
                        <a:pt x="21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2" name="任意多边形: 形状 101">
                  <a:extLst>
                    <a:ext uri="{FF2B5EF4-FFF2-40B4-BE49-F238E27FC236}">
                      <a16:creationId xmlns:a16="http://schemas.microsoft.com/office/drawing/2014/main" id="{70F1E7DD-6C0E-4BFE-85BB-77C76A74F1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6696" y="3080555"/>
                  <a:ext cx="169761" cy="49182"/>
                </a:xfrm>
                <a:custGeom>
                  <a:avLst/>
                  <a:gdLst>
                    <a:gd name="T0" fmla="*/ 23 w 45"/>
                    <a:gd name="T1" fmla="*/ 13 h 13"/>
                    <a:gd name="T2" fmla="*/ 0 w 45"/>
                    <a:gd name="T3" fmla="*/ 7 h 13"/>
                    <a:gd name="T4" fmla="*/ 0 w 45"/>
                    <a:gd name="T5" fmla="*/ 4 h 13"/>
                    <a:gd name="T6" fmla="*/ 19 w 45"/>
                    <a:gd name="T7" fmla="*/ 0 h 13"/>
                    <a:gd name="T8" fmla="*/ 41 w 45"/>
                    <a:gd name="T9" fmla="*/ 1 h 13"/>
                    <a:gd name="T10" fmla="*/ 45 w 45"/>
                    <a:gd name="T11" fmla="*/ 6 h 13"/>
                    <a:gd name="T12" fmla="*/ 44 w 45"/>
                    <a:gd name="T13" fmla="*/ 9 h 13"/>
                    <a:gd name="T14" fmla="*/ 23 w 45"/>
                    <a:gd name="T15" fmla="*/ 13 h 13"/>
                    <a:gd name="T16" fmla="*/ 19 w 45"/>
                    <a:gd name="T17" fmla="*/ 3 h 13"/>
                    <a:gd name="T18" fmla="*/ 3 w 45"/>
                    <a:gd name="T19" fmla="*/ 6 h 13"/>
                    <a:gd name="T20" fmla="*/ 23 w 45"/>
                    <a:gd name="T21" fmla="*/ 10 h 13"/>
                    <a:gd name="T22" fmla="*/ 42 w 45"/>
                    <a:gd name="T23" fmla="*/ 7 h 13"/>
                    <a:gd name="T24" fmla="*/ 42 w 45"/>
                    <a:gd name="T25" fmla="*/ 6 h 13"/>
                    <a:gd name="T26" fmla="*/ 41 w 45"/>
                    <a:gd name="T27" fmla="*/ 4 h 13"/>
                    <a:gd name="T28" fmla="*/ 19 w 45"/>
                    <a:gd name="T29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3">
                      <a:moveTo>
                        <a:pt x="23" y="13"/>
                      </a:moveTo>
                      <a:cubicBezTo>
                        <a:pt x="18" y="13"/>
                        <a:pt x="2" y="13"/>
                        <a:pt x="0" y="7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3"/>
                        <a:pt x="4" y="0"/>
                        <a:pt x="19" y="0"/>
                      </a:cubicBezTo>
                      <a:cubicBezTo>
                        <a:pt x="25" y="0"/>
                        <a:pt x="32" y="1"/>
                        <a:pt x="41" y="1"/>
                      </a:cubicBezTo>
                      <a:cubicBezTo>
                        <a:pt x="43" y="2"/>
                        <a:pt x="45" y="3"/>
                        <a:pt x="45" y="6"/>
                      </a:cubicBezTo>
                      <a:cubicBezTo>
                        <a:pt x="45" y="7"/>
                        <a:pt x="45" y="8"/>
                        <a:pt x="44" y="9"/>
                      </a:cubicBezTo>
                      <a:cubicBezTo>
                        <a:pt x="41" y="12"/>
                        <a:pt x="31" y="13"/>
                        <a:pt x="23" y="13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6"/>
                        <a:pt x="3" y="6"/>
                      </a:cubicBezTo>
                      <a:cubicBezTo>
                        <a:pt x="3" y="8"/>
                        <a:pt x="11" y="10"/>
                        <a:pt x="23" y="10"/>
                      </a:cubicBezTo>
                      <a:cubicBezTo>
                        <a:pt x="32" y="10"/>
                        <a:pt x="40" y="9"/>
                        <a:pt x="42" y="7"/>
                      </a:cubicBezTo>
                      <a:cubicBezTo>
                        <a:pt x="42" y="7"/>
                        <a:pt x="42" y="6"/>
                        <a:pt x="42" y="6"/>
                      </a:cubicBezTo>
                      <a:cubicBezTo>
                        <a:pt x="42" y="5"/>
                        <a:pt x="41" y="5"/>
                        <a:pt x="41" y="4"/>
                      </a:cubicBezTo>
                      <a:cubicBezTo>
                        <a:pt x="32" y="4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任意多边形: 形状 102">
                  <a:extLst>
                    <a:ext uri="{FF2B5EF4-FFF2-40B4-BE49-F238E27FC236}">
                      <a16:creationId xmlns:a16="http://schemas.microsoft.com/office/drawing/2014/main" id="{E3044463-B39D-4538-A2CD-4E2ECE9BE7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6696" y="3118632"/>
                  <a:ext cx="169761" cy="49182"/>
                </a:xfrm>
                <a:custGeom>
                  <a:avLst/>
                  <a:gdLst>
                    <a:gd name="T0" fmla="*/ 23 w 45"/>
                    <a:gd name="T1" fmla="*/ 13 h 13"/>
                    <a:gd name="T2" fmla="*/ 0 w 45"/>
                    <a:gd name="T3" fmla="*/ 6 h 13"/>
                    <a:gd name="T4" fmla="*/ 0 w 45"/>
                    <a:gd name="T5" fmla="*/ 4 h 13"/>
                    <a:gd name="T6" fmla="*/ 19 w 45"/>
                    <a:gd name="T7" fmla="*/ 0 h 13"/>
                    <a:gd name="T8" fmla="*/ 41 w 45"/>
                    <a:gd name="T9" fmla="*/ 1 h 13"/>
                    <a:gd name="T10" fmla="*/ 45 w 45"/>
                    <a:gd name="T11" fmla="*/ 6 h 13"/>
                    <a:gd name="T12" fmla="*/ 44 w 45"/>
                    <a:gd name="T13" fmla="*/ 8 h 13"/>
                    <a:gd name="T14" fmla="*/ 23 w 45"/>
                    <a:gd name="T15" fmla="*/ 13 h 13"/>
                    <a:gd name="T16" fmla="*/ 19 w 45"/>
                    <a:gd name="T17" fmla="*/ 3 h 13"/>
                    <a:gd name="T18" fmla="*/ 3 w 45"/>
                    <a:gd name="T19" fmla="*/ 5 h 13"/>
                    <a:gd name="T20" fmla="*/ 23 w 45"/>
                    <a:gd name="T21" fmla="*/ 10 h 13"/>
                    <a:gd name="T22" fmla="*/ 42 w 45"/>
                    <a:gd name="T23" fmla="*/ 6 h 13"/>
                    <a:gd name="T24" fmla="*/ 42 w 45"/>
                    <a:gd name="T25" fmla="*/ 6 h 13"/>
                    <a:gd name="T26" fmla="*/ 41 w 45"/>
                    <a:gd name="T27" fmla="*/ 4 h 13"/>
                    <a:gd name="T28" fmla="*/ 19 w 45"/>
                    <a:gd name="T29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3">
                      <a:moveTo>
                        <a:pt x="23" y="13"/>
                      </a:moveTo>
                      <a:cubicBezTo>
                        <a:pt x="18" y="13"/>
                        <a:pt x="2" y="12"/>
                        <a:pt x="0" y="6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2"/>
                        <a:pt x="4" y="0"/>
                        <a:pt x="19" y="0"/>
                      </a:cubicBezTo>
                      <a:cubicBezTo>
                        <a:pt x="25" y="0"/>
                        <a:pt x="32" y="0"/>
                        <a:pt x="41" y="1"/>
                      </a:cubicBezTo>
                      <a:cubicBezTo>
                        <a:pt x="43" y="1"/>
                        <a:pt x="45" y="3"/>
                        <a:pt x="45" y="6"/>
                      </a:cubicBezTo>
                      <a:cubicBezTo>
                        <a:pt x="45" y="7"/>
                        <a:pt x="45" y="8"/>
                        <a:pt x="44" y="8"/>
                      </a:cubicBezTo>
                      <a:cubicBezTo>
                        <a:pt x="41" y="12"/>
                        <a:pt x="31" y="13"/>
                        <a:pt x="23" y="13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5"/>
                        <a:pt x="3" y="5"/>
                      </a:cubicBezTo>
                      <a:cubicBezTo>
                        <a:pt x="3" y="7"/>
                        <a:pt x="11" y="10"/>
                        <a:pt x="23" y="10"/>
                      </a:cubicBezTo>
                      <a:cubicBezTo>
                        <a:pt x="32" y="10"/>
                        <a:pt x="40" y="8"/>
                        <a:pt x="42" y="6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2" y="4"/>
                        <a:pt x="41" y="4"/>
                        <a:pt x="41" y="4"/>
                      </a:cubicBezTo>
                      <a:cubicBezTo>
                        <a:pt x="32" y="3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4" name="任意多边形: 形状 103">
                  <a:extLst>
                    <a:ext uri="{FF2B5EF4-FFF2-40B4-BE49-F238E27FC236}">
                      <a16:creationId xmlns:a16="http://schemas.microsoft.com/office/drawing/2014/main" id="{825A2EF1-169E-4B95-9D50-AB650A7D99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6696" y="3156709"/>
                  <a:ext cx="169761" cy="44423"/>
                </a:xfrm>
                <a:custGeom>
                  <a:avLst/>
                  <a:gdLst>
                    <a:gd name="T0" fmla="*/ 23 w 45"/>
                    <a:gd name="T1" fmla="*/ 12 h 12"/>
                    <a:gd name="T2" fmla="*/ 0 w 45"/>
                    <a:gd name="T3" fmla="*/ 6 h 12"/>
                    <a:gd name="T4" fmla="*/ 0 w 45"/>
                    <a:gd name="T5" fmla="*/ 4 h 12"/>
                    <a:gd name="T6" fmla="*/ 19 w 45"/>
                    <a:gd name="T7" fmla="*/ 0 h 12"/>
                    <a:gd name="T8" fmla="*/ 41 w 45"/>
                    <a:gd name="T9" fmla="*/ 1 h 12"/>
                    <a:gd name="T10" fmla="*/ 45 w 45"/>
                    <a:gd name="T11" fmla="*/ 6 h 12"/>
                    <a:gd name="T12" fmla="*/ 44 w 45"/>
                    <a:gd name="T13" fmla="*/ 8 h 12"/>
                    <a:gd name="T14" fmla="*/ 23 w 45"/>
                    <a:gd name="T15" fmla="*/ 12 h 12"/>
                    <a:gd name="T16" fmla="*/ 19 w 45"/>
                    <a:gd name="T17" fmla="*/ 3 h 12"/>
                    <a:gd name="T18" fmla="*/ 3 w 45"/>
                    <a:gd name="T19" fmla="*/ 5 h 12"/>
                    <a:gd name="T20" fmla="*/ 23 w 45"/>
                    <a:gd name="T21" fmla="*/ 9 h 12"/>
                    <a:gd name="T22" fmla="*/ 42 w 45"/>
                    <a:gd name="T23" fmla="*/ 6 h 12"/>
                    <a:gd name="T24" fmla="*/ 42 w 45"/>
                    <a:gd name="T25" fmla="*/ 6 h 12"/>
                    <a:gd name="T26" fmla="*/ 41 w 45"/>
                    <a:gd name="T27" fmla="*/ 4 h 12"/>
                    <a:gd name="T28" fmla="*/ 19 w 45"/>
                    <a:gd name="T29" fmla="*/ 3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2">
                      <a:moveTo>
                        <a:pt x="23" y="12"/>
                      </a:moveTo>
                      <a:cubicBezTo>
                        <a:pt x="18" y="12"/>
                        <a:pt x="2" y="12"/>
                        <a:pt x="0" y="6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2"/>
                        <a:pt x="4" y="0"/>
                        <a:pt x="19" y="0"/>
                      </a:cubicBezTo>
                      <a:cubicBezTo>
                        <a:pt x="25" y="0"/>
                        <a:pt x="32" y="0"/>
                        <a:pt x="41" y="1"/>
                      </a:cubicBezTo>
                      <a:cubicBezTo>
                        <a:pt x="43" y="1"/>
                        <a:pt x="45" y="2"/>
                        <a:pt x="45" y="6"/>
                      </a:cubicBezTo>
                      <a:cubicBezTo>
                        <a:pt x="45" y="6"/>
                        <a:pt x="45" y="7"/>
                        <a:pt x="44" y="8"/>
                      </a:cubicBezTo>
                      <a:cubicBezTo>
                        <a:pt x="41" y="11"/>
                        <a:pt x="31" y="12"/>
                        <a:pt x="23" y="12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5"/>
                        <a:pt x="3" y="5"/>
                      </a:cubicBezTo>
                      <a:cubicBezTo>
                        <a:pt x="3" y="7"/>
                        <a:pt x="11" y="9"/>
                        <a:pt x="23" y="9"/>
                      </a:cubicBezTo>
                      <a:cubicBezTo>
                        <a:pt x="32" y="9"/>
                        <a:pt x="40" y="8"/>
                        <a:pt x="42" y="6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2" y="4"/>
                        <a:pt x="41" y="4"/>
                        <a:pt x="41" y="4"/>
                      </a:cubicBezTo>
                      <a:cubicBezTo>
                        <a:pt x="32" y="3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任意多边形: 形状 104">
                  <a:extLst>
                    <a:ext uri="{FF2B5EF4-FFF2-40B4-BE49-F238E27FC236}">
                      <a16:creationId xmlns:a16="http://schemas.microsoft.com/office/drawing/2014/main" id="{E0C2A335-4CB7-4FA3-AE5B-79D6F6E2BC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83811" y="3193199"/>
                  <a:ext cx="71395" cy="49182"/>
                </a:xfrm>
                <a:custGeom>
                  <a:avLst/>
                  <a:gdLst>
                    <a:gd name="T0" fmla="*/ 9 w 19"/>
                    <a:gd name="T1" fmla="*/ 13 h 13"/>
                    <a:gd name="T2" fmla="*/ 9 w 19"/>
                    <a:gd name="T3" fmla="*/ 13 h 13"/>
                    <a:gd name="T4" fmla="*/ 0 w 19"/>
                    <a:gd name="T5" fmla="*/ 1 h 13"/>
                    <a:gd name="T6" fmla="*/ 3 w 19"/>
                    <a:gd name="T7" fmla="*/ 0 h 13"/>
                    <a:gd name="T8" fmla="*/ 9 w 19"/>
                    <a:gd name="T9" fmla="*/ 10 h 13"/>
                    <a:gd name="T10" fmla="*/ 9 w 19"/>
                    <a:gd name="T11" fmla="*/ 10 h 13"/>
                    <a:gd name="T12" fmla="*/ 16 w 19"/>
                    <a:gd name="T13" fmla="*/ 0 h 13"/>
                    <a:gd name="T14" fmla="*/ 19 w 19"/>
                    <a:gd name="T15" fmla="*/ 1 h 13"/>
                    <a:gd name="T16" fmla="*/ 9 w 19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" h="13">
                      <a:moveTo>
                        <a:pt x="9" y="13"/>
                      </a:move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4" y="12"/>
                        <a:pt x="0" y="2"/>
                        <a:pt x="0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4"/>
                        <a:pt x="7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0" y="10"/>
                        <a:pt x="13" y="9"/>
                        <a:pt x="16" y="0"/>
                      </a:cubicBez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6" y="9"/>
                        <a:pt x="13" y="13"/>
                        <a:pt x="9" y="1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6" name="任意多边形: 形状 105">
                  <a:extLst>
                    <a:ext uri="{FF2B5EF4-FFF2-40B4-BE49-F238E27FC236}">
                      <a16:creationId xmlns:a16="http://schemas.microsoft.com/office/drawing/2014/main" id="{E8712FD0-98D3-48AA-A235-5FD5B32FDC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14051" y="2610936"/>
                  <a:ext cx="90433" cy="98366"/>
                </a:xfrm>
                <a:custGeom>
                  <a:avLst/>
                  <a:gdLst>
                    <a:gd name="T0" fmla="*/ 21 w 24"/>
                    <a:gd name="T1" fmla="*/ 26 h 26"/>
                    <a:gd name="T2" fmla="*/ 0 w 24"/>
                    <a:gd name="T3" fmla="*/ 3 h 26"/>
                    <a:gd name="T4" fmla="*/ 1 w 24"/>
                    <a:gd name="T5" fmla="*/ 0 h 26"/>
                    <a:gd name="T6" fmla="*/ 24 w 24"/>
                    <a:gd name="T7" fmla="*/ 24 h 26"/>
                    <a:gd name="T8" fmla="*/ 21 w 24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6">
                      <a:moveTo>
                        <a:pt x="21" y="26"/>
                      </a:moveTo>
                      <a:cubicBezTo>
                        <a:pt x="21" y="26"/>
                        <a:pt x="11" y="5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3" y="2"/>
                        <a:pt x="23" y="24"/>
                        <a:pt x="24" y="24"/>
                      </a:cubicBezTo>
                      <a:lnTo>
                        <a:pt x="21" y="2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7" name="任意多边形: 形状 106">
                  <a:extLst>
                    <a:ext uri="{FF2B5EF4-FFF2-40B4-BE49-F238E27FC236}">
                      <a16:creationId xmlns:a16="http://schemas.microsoft.com/office/drawing/2014/main" id="{F065A954-B26F-452F-9A74-9B0446849D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7802" y="2607763"/>
                  <a:ext cx="30145" cy="82500"/>
                </a:xfrm>
                <a:custGeom>
                  <a:avLst/>
                  <a:gdLst>
                    <a:gd name="T0" fmla="*/ 5 w 8"/>
                    <a:gd name="T1" fmla="*/ 22 h 22"/>
                    <a:gd name="T2" fmla="*/ 0 w 8"/>
                    <a:gd name="T3" fmla="*/ 4 h 22"/>
                    <a:gd name="T4" fmla="*/ 1 w 8"/>
                    <a:gd name="T5" fmla="*/ 4 h 22"/>
                    <a:gd name="T6" fmla="*/ 1 w 8"/>
                    <a:gd name="T7" fmla="*/ 1 h 22"/>
                    <a:gd name="T8" fmla="*/ 8 w 8"/>
                    <a:gd name="T9" fmla="*/ 21 h 22"/>
                    <a:gd name="T10" fmla="*/ 5 w 8"/>
                    <a:gd name="T11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22">
                      <a:moveTo>
                        <a:pt x="5" y="22"/>
                      </a:moveTo>
                      <a:cubicBezTo>
                        <a:pt x="3" y="14"/>
                        <a:pt x="1" y="5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4" y="0"/>
                        <a:pt x="8" y="21"/>
                      </a:cubicBezTo>
                      <a:lnTo>
                        <a:pt x="5" y="2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A4F7A80D-05A3-4A4A-8EC8-85D3AC2CF2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09196" y="2563340"/>
                  <a:ext cx="30145" cy="126924"/>
                </a:xfrm>
                <a:custGeom>
                  <a:avLst/>
                  <a:gdLst>
                    <a:gd name="T0" fmla="*/ 3 w 8"/>
                    <a:gd name="T1" fmla="*/ 34 h 34"/>
                    <a:gd name="T2" fmla="*/ 6 w 8"/>
                    <a:gd name="T3" fmla="*/ 0 h 34"/>
                    <a:gd name="T4" fmla="*/ 8 w 8"/>
                    <a:gd name="T5" fmla="*/ 1 h 34"/>
                    <a:gd name="T6" fmla="*/ 6 w 8"/>
                    <a:gd name="T7" fmla="*/ 33 h 34"/>
                    <a:gd name="T8" fmla="*/ 3 w 8"/>
                    <a:gd name="T9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34">
                      <a:moveTo>
                        <a:pt x="3" y="34"/>
                      </a:moveTo>
                      <a:cubicBezTo>
                        <a:pt x="3" y="31"/>
                        <a:pt x="0" y="6"/>
                        <a:pt x="6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4" y="6"/>
                        <a:pt x="5" y="26"/>
                        <a:pt x="6" y="33"/>
                      </a:cubicBezTo>
                      <a:lnTo>
                        <a:pt x="3" y="3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C713BE89-F1D8-4BA2-B0D9-654C4C962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9484" y="2629975"/>
                  <a:ext cx="34904" cy="68221"/>
                </a:xfrm>
                <a:custGeom>
                  <a:avLst/>
                  <a:gdLst>
                    <a:gd name="T0" fmla="*/ 3 w 9"/>
                    <a:gd name="T1" fmla="*/ 18 h 18"/>
                    <a:gd name="T2" fmla="*/ 0 w 9"/>
                    <a:gd name="T3" fmla="*/ 18 h 18"/>
                    <a:gd name="T4" fmla="*/ 8 w 9"/>
                    <a:gd name="T5" fmla="*/ 0 h 18"/>
                    <a:gd name="T6" fmla="*/ 9 w 9"/>
                    <a:gd name="T7" fmla="*/ 3 h 18"/>
                    <a:gd name="T8" fmla="*/ 3 w 9"/>
                    <a:gd name="T9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18">
                      <a:moveTo>
                        <a:pt x="3" y="18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1" y="15"/>
                        <a:pt x="3" y="1"/>
                        <a:pt x="8" y="0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6" y="4"/>
                        <a:pt x="4" y="12"/>
                        <a:pt x="3" y="1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0" name="任意多边形: 形状 109">
                  <a:extLst>
                    <a:ext uri="{FF2B5EF4-FFF2-40B4-BE49-F238E27FC236}">
                      <a16:creationId xmlns:a16="http://schemas.microsoft.com/office/drawing/2014/main" id="{20328B3D-85BF-48B0-8C6F-B90DA3C99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3427" y="2656946"/>
                  <a:ext cx="96780" cy="66635"/>
                </a:xfrm>
                <a:custGeom>
                  <a:avLst/>
                  <a:gdLst>
                    <a:gd name="T0" fmla="*/ 3 w 26"/>
                    <a:gd name="T1" fmla="*/ 18 h 18"/>
                    <a:gd name="T2" fmla="*/ 0 w 26"/>
                    <a:gd name="T3" fmla="*/ 16 h 18"/>
                    <a:gd name="T4" fmla="*/ 26 w 26"/>
                    <a:gd name="T5" fmla="*/ 1 h 18"/>
                    <a:gd name="T6" fmla="*/ 25 w 26"/>
                    <a:gd name="T7" fmla="*/ 4 h 18"/>
                    <a:gd name="T8" fmla="*/ 3 w 26"/>
                    <a:gd name="T9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18">
                      <a:moveTo>
                        <a:pt x="3" y="18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" y="15"/>
                        <a:pt x="14" y="0"/>
                        <a:pt x="26" y="1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16" y="3"/>
                        <a:pt x="3" y="18"/>
                        <a:pt x="3" y="1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545146BB-83FE-48A8-BF5A-F23874F5F9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56745" y="2736273"/>
                  <a:ext cx="44423" cy="22212"/>
                </a:xfrm>
                <a:custGeom>
                  <a:avLst/>
                  <a:gdLst>
                    <a:gd name="T0" fmla="*/ 2 w 12"/>
                    <a:gd name="T1" fmla="*/ 6 h 6"/>
                    <a:gd name="T2" fmla="*/ 0 w 12"/>
                    <a:gd name="T3" fmla="*/ 4 h 6"/>
                    <a:gd name="T4" fmla="*/ 12 w 12"/>
                    <a:gd name="T5" fmla="*/ 1 h 6"/>
                    <a:gd name="T6" fmla="*/ 11 w 12"/>
                    <a:gd name="T7" fmla="*/ 4 h 6"/>
                    <a:gd name="T8" fmla="*/ 2 w 1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6">
                      <a:moveTo>
                        <a:pt x="2" y="6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6" y="0"/>
                        <a:pt x="12" y="1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7" y="4"/>
                        <a:pt x="2" y="6"/>
                        <a:pt x="2" y="6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5D7902E3-02FC-47F4-9DAB-9CBC05BD2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17224" y="2736273"/>
                  <a:ext cx="46010" cy="22212"/>
                </a:xfrm>
                <a:custGeom>
                  <a:avLst/>
                  <a:gdLst>
                    <a:gd name="T0" fmla="*/ 10 w 12"/>
                    <a:gd name="T1" fmla="*/ 6 h 6"/>
                    <a:gd name="T2" fmla="*/ 0 w 12"/>
                    <a:gd name="T3" fmla="*/ 3 h 6"/>
                    <a:gd name="T4" fmla="*/ 0 w 12"/>
                    <a:gd name="T5" fmla="*/ 0 h 6"/>
                    <a:gd name="T6" fmla="*/ 12 w 12"/>
                    <a:gd name="T7" fmla="*/ 4 h 6"/>
                    <a:gd name="T8" fmla="*/ 10 w 1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6">
                      <a:moveTo>
                        <a:pt x="10" y="6"/>
                      </a:moveTo>
                      <a:cubicBezTo>
                        <a:pt x="9" y="6"/>
                        <a:pt x="6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0"/>
                        <a:pt x="11" y="4"/>
                        <a:pt x="12" y="4"/>
                      </a:cubicBezTo>
                      <a:lnTo>
                        <a:pt x="10" y="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FDB7F0AA-1E7C-4EDF-9022-82CFF1E3C9FC}"/>
                  </a:ext>
                </a:extLst>
              </p:cNvPr>
              <p:cNvGrpSpPr/>
              <p:nvPr/>
            </p:nvGrpSpPr>
            <p:grpSpPr>
              <a:xfrm>
                <a:off x="3272257" y="5170037"/>
                <a:ext cx="309377" cy="414088"/>
                <a:chOff x="3957743" y="5628549"/>
                <a:chExt cx="309377" cy="414088"/>
              </a:xfrm>
            </p:grpSpPr>
            <p:sp>
              <p:nvSpPr>
                <p:cNvPr id="93" name="任意多边形: 形状 92">
                  <a:extLst>
                    <a:ext uri="{FF2B5EF4-FFF2-40B4-BE49-F238E27FC236}">
                      <a16:creationId xmlns:a16="http://schemas.microsoft.com/office/drawing/2014/main" id="{6C5EA868-E283-40CC-B67D-20916CF6F3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743" y="5639654"/>
                  <a:ext cx="120578" cy="150721"/>
                </a:xfrm>
                <a:custGeom>
                  <a:avLst/>
                  <a:gdLst>
                    <a:gd name="T0" fmla="*/ 29 w 32"/>
                    <a:gd name="T1" fmla="*/ 2 h 40"/>
                    <a:gd name="T2" fmla="*/ 26 w 32"/>
                    <a:gd name="T3" fmla="*/ 1 h 40"/>
                    <a:gd name="T4" fmla="*/ 22 w 32"/>
                    <a:gd name="T5" fmla="*/ 0 h 40"/>
                    <a:gd name="T6" fmla="*/ 4 w 32"/>
                    <a:gd name="T7" fmla="*/ 14 h 40"/>
                    <a:gd name="T8" fmla="*/ 11 w 32"/>
                    <a:gd name="T9" fmla="*/ 39 h 40"/>
                    <a:gd name="T10" fmla="*/ 14 w 32"/>
                    <a:gd name="T11" fmla="*/ 40 h 40"/>
                    <a:gd name="T12" fmla="*/ 15 w 32"/>
                    <a:gd name="T13" fmla="*/ 40 h 40"/>
                    <a:gd name="T14" fmla="*/ 18 w 32"/>
                    <a:gd name="T15" fmla="*/ 40 h 40"/>
                    <a:gd name="T16" fmla="*/ 15 w 32"/>
                    <a:gd name="T17" fmla="*/ 38 h 40"/>
                    <a:gd name="T18" fmla="*/ 12 w 32"/>
                    <a:gd name="T19" fmla="*/ 37 h 40"/>
                    <a:gd name="T20" fmla="*/ 12 w 32"/>
                    <a:gd name="T21" fmla="*/ 37 h 40"/>
                    <a:gd name="T22" fmla="*/ 6 w 32"/>
                    <a:gd name="T23" fmla="*/ 15 h 40"/>
                    <a:gd name="T24" fmla="*/ 22 w 32"/>
                    <a:gd name="T25" fmla="*/ 2 h 40"/>
                    <a:gd name="T26" fmla="*/ 26 w 32"/>
                    <a:gd name="T27" fmla="*/ 2 h 40"/>
                    <a:gd name="T28" fmla="*/ 28 w 32"/>
                    <a:gd name="T29" fmla="*/ 4 h 40"/>
                    <a:gd name="T30" fmla="*/ 32 w 32"/>
                    <a:gd name="T31" fmla="*/ 5 h 40"/>
                    <a:gd name="T32" fmla="*/ 29 w 32"/>
                    <a:gd name="T3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" h="40">
                      <a:moveTo>
                        <a:pt x="29" y="2"/>
                      </a:moveTo>
                      <a:cubicBezTo>
                        <a:pt x="28" y="2"/>
                        <a:pt x="27" y="1"/>
                        <a:pt x="26" y="1"/>
                      </a:cubicBezTo>
                      <a:cubicBezTo>
                        <a:pt x="25" y="0"/>
                        <a:pt x="23" y="0"/>
                        <a:pt x="22" y="0"/>
                      </a:cubicBezTo>
                      <a:cubicBezTo>
                        <a:pt x="15" y="0"/>
                        <a:pt x="8" y="5"/>
                        <a:pt x="4" y="14"/>
                      </a:cubicBezTo>
                      <a:cubicBezTo>
                        <a:pt x="0" y="25"/>
                        <a:pt x="3" y="36"/>
                        <a:pt x="11" y="39"/>
                      </a:cubicBezTo>
                      <a:cubicBezTo>
                        <a:pt x="12" y="39"/>
                        <a:pt x="13" y="40"/>
                        <a:pt x="14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6" y="40"/>
                        <a:pt x="17" y="40"/>
                        <a:pt x="18" y="40"/>
                      </a:cubicBezTo>
                      <a:cubicBezTo>
                        <a:pt x="17" y="39"/>
                        <a:pt x="16" y="39"/>
                        <a:pt x="15" y="38"/>
                      </a:cubicBezTo>
                      <a:cubicBezTo>
                        <a:pt x="14" y="38"/>
                        <a:pt x="13" y="38"/>
                        <a:pt x="12" y="37"/>
                      </a:cubicBezTo>
                      <a:cubicBezTo>
                        <a:pt x="12" y="37"/>
                        <a:pt x="12" y="37"/>
                        <a:pt x="12" y="37"/>
                      </a:cubicBezTo>
                      <a:cubicBezTo>
                        <a:pt x="5" y="34"/>
                        <a:pt x="2" y="24"/>
                        <a:pt x="6" y="15"/>
                      </a:cubicBezTo>
                      <a:cubicBezTo>
                        <a:pt x="9" y="7"/>
                        <a:pt x="16" y="2"/>
                        <a:pt x="22" y="2"/>
                      </a:cubicBezTo>
                      <a:cubicBezTo>
                        <a:pt x="23" y="2"/>
                        <a:pt x="24" y="2"/>
                        <a:pt x="26" y="2"/>
                      </a:cubicBezTo>
                      <a:cubicBezTo>
                        <a:pt x="27" y="3"/>
                        <a:pt x="28" y="4"/>
                        <a:pt x="28" y="4"/>
                      </a:cubicBezTo>
                      <a:cubicBezTo>
                        <a:pt x="30" y="4"/>
                        <a:pt x="31" y="5"/>
                        <a:pt x="32" y="5"/>
                      </a:cubicBezTo>
                      <a:cubicBezTo>
                        <a:pt x="31" y="4"/>
                        <a:pt x="30" y="3"/>
                        <a:pt x="29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4" name="任意多边形: 形状 93">
                  <a:extLst>
                    <a:ext uri="{FF2B5EF4-FFF2-40B4-BE49-F238E27FC236}">
                      <a16:creationId xmlns:a16="http://schemas.microsoft.com/office/drawing/2014/main" id="{EED6C933-3156-4A5B-AB19-7E50B67F8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7888" y="5647588"/>
                  <a:ext cx="134857" cy="150721"/>
                </a:xfrm>
                <a:custGeom>
                  <a:avLst/>
                  <a:gdLst>
                    <a:gd name="T0" fmla="*/ 25 w 36"/>
                    <a:gd name="T1" fmla="*/ 1 h 40"/>
                    <a:gd name="T2" fmla="*/ 21 w 36"/>
                    <a:gd name="T3" fmla="*/ 0 h 40"/>
                    <a:gd name="T4" fmla="*/ 20 w 36"/>
                    <a:gd name="T5" fmla="*/ 0 h 40"/>
                    <a:gd name="T6" fmla="*/ 18 w 36"/>
                    <a:gd name="T7" fmla="*/ 0 h 40"/>
                    <a:gd name="T8" fmla="*/ 3 w 36"/>
                    <a:gd name="T9" fmla="*/ 15 h 40"/>
                    <a:gd name="T10" fmla="*/ 4 w 36"/>
                    <a:gd name="T11" fmla="*/ 35 h 40"/>
                    <a:gd name="T12" fmla="*/ 6 w 36"/>
                    <a:gd name="T13" fmla="*/ 38 h 40"/>
                    <a:gd name="T14" fmla="*/ 9 w 36"/>
                    <a:gd name="T15" fmla="*/ 40 h 40"/>
                    <a:gd name="T16" fmla="*/ 14 w 36"/>
                    <a:gd name="T17" fmla="*/ 40 h 40"/>
                    <a:gd name="T18" fmla="*/ 31 w 36"/>
                    <a:gd name="T19" fmla="*/ 26 h 40"/>
                    <a:gd name="T20" fmla="*/ 25 w 36"/>
                    <a:gd name="T21" fmla="*/ 1 h 40"/>
                    <a:gd name="T22" fmla="*/ 29 w 36"/>
                    <a:gd name="T23" fmla="*/ 25 h 40"/>
                    <a:gd name="T24" fmla="*/ 14 w 36"/>
                    <a:gd name="T25" fmla="*/ 38 h 40"/>
                    <a:gd name="T26" fmla="*/ 10 w 36"/>
                    <a:gd name="T27" fmla="*/ 38 h 40"/>
                    <a:gd name="T28" fmla="*/ 10 w 36"/>
                    <a:gd name="T29" fmla="*/ 38 h 40"/>
                    <a:gd name="T30" fmla="*/ 7 w 36"/>
                    <a:gd name="T31" fmla="*/ 36 h 40"/>
                    <a:gd name="T32" fmla="*/ 4 w 36"/>
                    <a:gd name="T33" fmla="*/ 15 h 40"/>
                    <a:gd name="T34" fmla="*/ 20 w 36"/>
                    <a:gd name="T35" fmla="*/ 2 h 40"/>
                    <a:gd name="T36" fmla="*/ 20 w 36"/>
                    <a:gd name="T37" fmla="*/ 2 h 40"/>
                    <a:gd name="T38" fmla="*/ 24 w 36"/>
                    <a:gd name="T39" fmla="*/ 3 h 40"/>
                    <a:gd name="T40" fmla="*/ 24 w 36"/>
                    <a:gd name="T41" fmla="*/ 3 h 40"/>
                    <a:gd name="T42" fmla="*/ 29 w 36"/>
                    <a:gd name="T43" fmla="*/ 2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6" h="40">
                      <a:moveTo>
                        <a:pt x="25" y="1"/>
                      </a:moveTo>
                      <a:cubicBezTo>
                        <a:pt x="24" y="1"/>
                        <a:pt x="22" y="0"/>
                        <a:pt x="21" y="0"/>
                      </a:cubicBezTo>
                      <a:cubicBezTo>
                        <a:pt x="21" y="0"/>
                        <a:pt x="21" y="0"/>
                        <a:pt x="20" y="0"/>
                      </a:cubicBezTo>
                      <a:cubicBezTo>
                        <a:pt x="19" y="0"/>
                        <a:pt x="18" y="0"/>
                        <a:pt x="18" y="0"/>
                      </a:cubicBezTo>
                      <a:cubicBezTo>
                        <a:pt x="11" y="2"/>
                        <a:pt x="6" y="7"/>
                        <a:pt x="3" y="15"/>
                      </a:cubicBezTo>
                      <a:cubicBezTo>
                        <a:pt x="0" y="22"/>
                        <a:pt x="0" y="30"/>
                        <a:pt x="4" y="35"/>
                      </a:cubicBezTo>
                      <a:cubicBezTo>
                        <a:pt x="4" y="36"/>
                        <a:pt x="5" y="37"/>
                        <a:pt x="6" y="38"/>
                      </a:cubicBezTo>
                      <a:cubicBezTo>
                        <a:pt x="7" y="39"/>
                        <a:pt x="8" y="39"/>
                        <a:pt x="9" y="40"/>
                      </a:cubicBezTo>
                      <a:cubicBezTo>
                        <a:pt x="11" y="40"/>
                        <a:pt x="12" y="40"/>
                        <a:pt x="14" y="40"/>
                      </a:cubicBezTo>
                      <a:cubicBezTo>
                        <a:pt x="21" y="40"/>
                        <a:pt x="28" y="35"/>
                        <a:pt x="31" y="26"/>
                      </a:cubicBezTo>
                      <a:cubicBezTo>
                        <a:pt x="36" y="15"/>
                        <a:pt x="33" y="4"/>
                        <a:pt x="25" y="1"/>
                      </a:cubicBezTo>
                      <a:close/>
                      <a:moveTo>
                        <a:pt x="29" y="25"/>
                      </a:moveTo>
                      <a:cubicBezTo>
                        <a:pt x="26" y="33"/>
                        <a:pt x="20" y="38"/>
                        <a:pt x="14" y="38"/>
                      </a:cubicBezTo>
                      <a:cubicBezTo>
                        <a:pt x="12" y="38"/>
                        <a:pt x="11" y="38"/>
                        <a:pt x="10" y="38"/>
                      </a:cubicBezTo>
                      <a:cubicBezTo>
                        <a:pt x="10" y="38"/>
                        <a:pt x="10" y="38"/>
                        <a:pt x="10" y="38"/>
                      </a:cubicBezTo>
                      <a:cubicBezTo>
                        <a:pt x="9" y="37"/>
                        <a:pt x="8" y="37"/>
                        <a:pt x="7" y="36"/>
                      </a:cubicBezTo>
                      <a:cubicBezTo>
                        <a:pt x="3" y="32"/>
                        <a:pt x="1" y="23"/>
                        <a:pt x="4" y="15"/>
                      </a:cubicBezTo>
                      <a:cubicBezTo>
                        <a:pt x="8" y="8"/>
                        <a:pt x="14" y="2"/>
                        <a:pt x="20" y="2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2" y="2"/>
                        <a:pt x="23" y="3"/>
                        <a:pt x="24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31" y="6"/>
                        <a:pt x="33" y="16"/>
                        <a:pt x="29" y="2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5" name="任意多边形: 形状 94">
                  <a:extLst>
                    <a:ext uri="{FF2B5EF4-FFF2-40B4-BE49-F238E27FC236}">
                      <a16:creationId xmlns:a16="http://schemas.microsoft.com/office/drawing/2014/main" id="{9EC41E76-8CA3-45E4-901B-450F584BEB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05292" y="5883982"/>
                  <a:ext cx="120578" cy="150721"/>
                </a:xfrm>
                <a:custGeom>
                  <a:avLst/>
                  <a:gdLst>
                    <a:gd name="T0" fmla="*/ 29 w 32"/>
                    <a:gd name="T1" fmla="*/ 2 h 40"/>
                    <a:gd name="T2" fmla="*/ 26 w 32"/>
                    <a:gd name="T3" fmla="*/ 1 h 40"/>
                    <a:gd name="T4" fmla="*/ 22 w 32"/>
                    <a:gd name="T5" fmla="*/ 0 h 40"/>
                    <a:gd name="T6" fmla="*/ 4 w 32"/>
                    <a:gd name="T7" fmla="*/ 14 h 40"/>
                    <a:gd name="T8" fmla="*/ 11 w 32"/>
                    <a:gd name="T9" fmla="*/ 39 h 40"/>
                    <a:gd name="T10" fmla="*/ 14 w 32"/>
                    <a:gd name="T11" fmla="*/ 40 h 40"/>
                    <a:gd name="T12" fmla="*/ 15 w 32"/>
                    <a:gd name="T13" fmla="*/ 40 h 40"/>
                    <a:gd name="T14" fmla="*/ 18 w 32"/>
                    <a:gd name="T15" fmla="*/ 40 h 40"/>
                    <a:gd name="T16" fmla="*/ 15 w 32"/>
                    <a:gd name="T17" fmla="*/ 38 h 40"/>
                    <a:gd name="T18" fmla="*/ 12 w 32"/>
                    <a:gd name="T19" fmla="*/ 37 h 40"/>
                    <a:gd name="T20" fmla="*/ 12 w 32"/>
                    <a:gd name="T21" fmla="*/ 37 h 40"/>
                    <a:gd name="T22" fmla="*/ 6 w 32"/>
                    <a:gd name="T23" fmla="*/ 15 h 40"/>
                    <a:gd name="T24" fmla="*/ 22 w 32"/>
                    <a:gd name="T25" fmla="*/ 2 h 40"/>
                    <a:gd name="T26" fmla="*/ 25 w 32"/>
                    <a:gd name="T27" fmla="*/ 3 h 40"/>
                    <a:gd name="T28" fmla="*/ 28 w 32"/>
                    <a:gd name="T29" fmla="*/ 4 h 40"/>
                    <a:gd name="T30" fmla="*/ 32 w 32"/>
                    <a:gd name="T31" fmla="*/ 5 h 40"/>
                    <a:gd name="T32" fmla="*/ 29 w 32"/>
                    <a:gd name="T3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" h="40">
                      <a:moveTo>
                        <a:pt x="29" y="2"/>
                      </a:moveTo>
                      <a:cubicBezTo>
                        <a:pt x="28" y="2"/>
                        <a:pt x="27" y="1"/>
                        <a:pt x="26" y="1"/>
                      </a:cubicBezTo>
                      <a:cubicBezTo>
                        <a:pt x="25" y="0"/>
                        <a:pt x="23" y="0"/>
                        <a:pt x="22" y="0"/>
                      </a:cubicBezTo>
                      <a:cubicBezTo>
                        <a:pt x="15" y="0"/>
                        <a:pt x="8" y="6"/>
                        <a:pt x="4" y="14"/>
                      </a:cubicBezTo>
                      <a:cubicBezTo>
                        <a:pt x="0" y="25"/>
                        <a:pt x="3" y="36"/>
                        <a:pt x="11" y="39"/>
                      </a:cubicBezTo>
                      <a:cubicBezTo>
                        <a:pt x="12" y="40"/>
                        <a:pt x="13" y="40"/>
                        <a:pt x="14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6" y="40"/>
                        <a:pt x="17" y="40"/>
                        <a:pt x="18" y="40"/>
                      </a:cubicBezTo>
                      <a:cubicBezTo>
                        <a:pt x="17" y="39"/>
                        <a:pt x="16" y="39"/>
                        <a:pt x="15" y="38"/>
                      </a:cubicBezTo>
                      <a:cubicBezTo>
                        <a:pt x="14" y="38"/>
                        <a:pt x="13" y="38"/>
                        <a:pt x="12" y="37"/>
                      </a:cubicBezTo>
                      <a:cubicBezTo>
                        <a:pt x="12" y="37"/>
                        <a:pt x="12" y="37"/>
                        <a:pt x="12" y="37"/>
                      </a:cubicBezTo>
                      <a:cubicBezTo>
                        <a:pt x="5" y="34"/>
                        <a:pt x="2" y="24"/>
                        <a:pt x="6" y="15"/>
                      </a:cubicBezTo>
                      <a:cubicBezTo>
                        <a:pt x="9" y="7"/>
                        <a:pt x="16" y="2"/>
                        <a:pt x="22" y="2"/>
                      </a:cubicBezTo>
                      <a:cubicBezTo>
                        <a:pt x="23" y="2"/>
                        <a:pt x="24" y="2"/>
                        <a:pt x="25" y="3"/>
                      </a:cubicBezTo>
                      <a:cubicBezTo>
                        <a:pt x="27" y="3"/>
                        <a:pt x="27" y="4"/>
                        <a:pt x="28" y="4"/>
                      </a:cubicBezTo>
                      <a:cubicBezTo>
                        <a:pt x="30" y="4"/>
                        <a:pt x="31" y="5"/>
                        <a:pt x="32" y="5"/>
                      </a:cubicBezTo>
                      <a:cubicBezTo>
                        <a:pt x="31" y="4"/>
                        <a:pt x="30" y="3"/>
                        <a:pt x="29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6" name="任意多边形: 形状 95">
                  <a:extLst>
                    <a:ext uri="{FF2B5EF4-FFF2-40B4-BE49-F238E27FC236}">
                      <a16:creationId xmlns:a16="http://schemas.microsoft.com/office/drawing/2014/main" id="{A04CF304-BCB1-462F-B055-C237166209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30677" y="5891916"/>
                  <a:ext cx="136443" cy="150721"/>
                </a:xfrm>
                <a:custGeom>
                  <a:avLst/>
                  <a:gdLst>
                    <a:gd name="T0" fmla="*/ 26 w 36"/>
                    <a:gd name="T1" fmla="*/ 1 h 40"/>
                    <a:gd name="T2" fmla="*/ 22 w 36"/>
                    <a:gd name="T3" fmla="*/ 0 h 40"/>
                    <a:gd name="T4" fmla="*/ 21 w 36"/>
                    <a:gd name="T5" fmla="*/ 0 h 40"/>
                    <a:gd name="T6" fmla="*/ 18 w 36"/>
                    <a:gd name="T7" fmla="*/ 1 h 40"/>
                    <a:gd name="T8" fmla="*/ 3 w 36"/>
                    <a:gd name="T9" fmla="*/ 15 h 40"/>
                    <a:gd name="T10" fmla="*/ 5 w 36"/>
                    <a:gd name="T11" fmla="*/ 35 h 40"/>
                    <a:gd name="T12" fmla="*/ 7 w 36"/>
                    <a:gd name="T13" fmla="*/ 38 h 40"/>
                    <a:gd name="T14" fmla="*/ 10 w 36"/>
                    <a:gd name="T15" fmla="*/ 40 h 40"/>
                    <a:gd name="T16" fmla="*/ 15 w 36"/>
                    <a:gd name="T17" fmla="*/ 40 h 40"/>
                    <a:gd name="T18" fmla="*/ 32 w 36"/>
                    <a:gd name="T19" fmla="*/ 26 h 40"/>
                    <a:gd name="T20" fmla="*/ 26 w 36"/>
                    <a:gd name="T21" fmla="*/ 1 h 40"/>
                    <a:gd name="T22" fmla="*/ 30 w 36"/>
                    <a:gd name="T23" fmla="*/ 25 h 40"/>
                    <a:gd name="T24" fmla="*/ 15 w 36"/>
                    <a:gd name="T25" fmla="*/ 38 h 40"/>
                    <a:gd name="T26" fmla="*/ 11 w 36"/>
                    <a:gd name="T27" fmla="*/ 38 h 40"/>
                    <a:gd name="T28" fmla="*/ 11 w 36"/>
                    <a:gd name="T29" fmla="*/ 38 h 40"/>
                    <a:gd name="T30" fmla="*/ 8 w 36"/>
                    <a:gd name="T31" fmla="*/ 36 h 40"/>
                    <a:gd name="T32" fmla="*/ 5 w 36"/>
                    <a:gd name="T33" fmla="*/ 15 h 40"/>
                    <a:gd name="T34" fmla="*/ 21 w 36"/>
                    <a:gd name="T35" fmla="*/ 2 h 40"/>
                    <a:gd name="T36" fmla="*/ 21 w 36"/>
                    <a:gd name="T37" fmla="*/ 2 h 40"/>
                    <a:gd name="T38" fmla="*/ 25 w 36"/>
                    <a:gd name="T39" fmla="*/ 3 h 40"/>
                    <a:gd name="T40" fmla="*/ 25 w 36"/>
                    <a:gd name="T41" fmla="*/ 3 h 40"/>
                    <a:gd name="T42" fmla="*/ 30 w 36"/>
                    <a:gd name="T43" fmla="*/ 2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6" h="40">
                      <a:moveTo>
                        <a:pt x="26" y="1"/>
                      </a:moveTo>
                      <a:cubicBezTo>
                        <a:pt x="25" y="1"/>
                        <a:pt x="23" y="0"/>
                        <a:pt x="22" y="0"/>
                      </a:cubicBezTo>
                      <a:cubicBezTo>
                        <a:pt x="22" y="0"/>
                        <a:pt x="21" y="0"/>
                        <a:pt x="21" y="0"/>
                      </a:cubicBezTo>
                      <a:cubicBezTo>
                        <a:pt x="20" y="0"/>
                        <a:pt x="19" y="0"/>
                        <a:pt x="18" y="1"/>
                      </a:cubicBezTo>
                      <a:cubicBezTo>
                        <a:pt x="12" y="2"/>
                        <a:pt x="6" y="7"/>
                        <a:pt x="3" y="15"/>
                      </a:cubicBezTo>
                      <a:cubicBezTo>
                        <a:pt x="0" y="22"/>
                        <a:pt x="1" y="30"/>
                        <a:pt x="5" y="35"/>
                      </a:cubicBezTo>
                      <a:cubicBezTo>
                        <a:pt x="5" y="36"/>
                        <a:pt x="6" y="37"/>
                        <a:pt x="7" y="38"/>
                      </a:cubicBezTo>
                      <a:cubicBezTo>
                        <a:pt x="8" y="39"/>
                        <a:pt x="9" y="39"/>
                        <a:pt x="10" y="40"/>
                      </a:cubicBezTo>
                      <a:cubicBezTo>
                        <a:pt x="12" y="40"/>
                        <a:pt x="13" y="40"/>
                        <a:pt x="15" y="40"/>
                      </a:cubicBezTo>
                      <a:cubicBezTo>
                        <a:pt x="22" y="40"/>
                        <a:pt x="29" y="35"/>
                        <a:pt x="32" y="26"/>
                      </a:cubicBezTo>
                      <a:cubicBezTo>
                        <a:pt x="36" y="16"/>
                        <a:pt x="33" y="4"/>
                        <a:pt x="26" y="1"/>
                      </a:cubicBezTo>
                      <a:close/>
                      <a:moveTo>
                        <a:pt x="30" y="25"/>
                      </a:moveTo>
                      <a:cubicBezTo>
                        <a:pt x="27" y="33"/>
                        <a:pt x="21" y="38"/>
                        <a:pt x="15" y="38"/>
                      </a:cubicBezTo>
                      <a:cubicBezTo>
                        <a:pt x="13" y="38"/>
                        <a:pt x="12" y="38"/>
                        <a:pt x="11" y="38"/>
                      </a:cubicBezTo>
                      <a:cubicBezTo>
                        <a:pt x="11" y="38"/>
                        <a:pt x="11" y="38"/>
                        <a:pt x="11" y="38"/>
                      </a:cubicBezTo>
                      <a:cubicBezTo>
                        <a:pt x="10" y="37"/>
                        <a:pt x="9" y="37"/>
                        <a:pt x="8" y="36"/>
                      </a:cubicBezTo>
                      <a:cubicBezTo>
                        <a:pt x="3" y="32"/>
                        <a:pt x="2" y="23"/>
                        <a:pt x="5" y="15"/>
                      </a:cubicBezTo>
                      <a:cubicBezTo>
                        <a:pt x="8" y="8"/>
                        <a:pt x="15" y="2"/>
                        <a:pt x="21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3" y="2"/>
                        <a:pt x="24" y="3"/>
                        <a:pt x="25" y="3"/>
                      </a:cubicBezTo>
                      <a:cubicBezTo>
                        <a:pt x="25" y="3"/>
                        <a:pt x="25" y="3"/>
                        <a:pt x="25" y="3"/>
                      </a:cubicBezTo>
                      <a:cubicBezTo>
                        <a:pt x="32" y="6"/>
                        <a:pt x="34" y="16"/>
                        <a:pt x="30" y="2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7" name="任意多边形: 形状 96">
                  <a:extLst>
                    <a:ext uri="{FF2B5EF4-FFF2-40B4-BE49-F238E27FC236}">
                      <a16:creationId xmlns:a16="http://schemas.microsoft.com/office/drawing/2014/main" id="{2EFF66FB-F371-4FA9-87A5-2B71A743E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715" y="5647588"/>
                  <a:ext cx="274473" cy="395049"/>
                </a:xfrm>
                <a:custGeom>
                  <a:avLst/>
                  <a:gdLst>
                    <a:gd name="T0" fmla="*/ 125 w 173"/>
                    <a:gd name="T1" fmla="*/ 0 h 249"/>
                    <a:gd name="T2" fmla="*/ 2 w 173"/>
                    <a:gd name="T3" fmla="*/ 244 h 249"/>
                    <a:gd name="T4" fmla="*/ 0 w 173"/>
                    <a:gd name="T5" fmla="*/ 249 h 249"/>
                    <a:gd name="T6" fmla="*/ 0 w 173"/>
                    <a:gd name="T7" fmla="*/ 249 h 249"/>
                    <a:gd name="T8" fmla="*/ 47 w 173"/>
                    <a:gd name="T9" fmla="*/ 249 h 249"/>
                    <a:gd name="T10" fmla="*/ 173 w 173"/>
                    <a:gd name="T11" fmla="*/ 0 h 249"/>
                    <a:gd name="T12" fmla="*/ 125 w 173"/>
                    <a:gd name="T13" fmla="*/ 0 h 249"/>
                    <a:gd name="T14" fmla="*/ 45 w 173"/>
                    <a:gd name="T15" fmla="*/ 244 h 249"/>
                    <a:gd name="T16" fmla="*/ 7 w 173"/>
                    <a:gd name="T17" fmla="*/ 244 h 249"/>
                    <a:gd name="T18" fmla="*/ 128 w 173"/>
                    <a:gd name="T19" fmla="*/ 5 h 249"/>
                    <a:gd name="T20" fmla="*/ 166 w 173"/>
                    <a:gd name="T21" fmla="*/ 5 h 249"/>
                    <a:gd name="T22" fmla="*/ 130 w 173"/>
                    <a:gd name="T23" fmla="*/ 73 h 249"/>
                    <a:gd name="T24" fmla="*/ 45 w 173"/>
                    <a:gd name="T25" fmla="*/ 244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3" h="249">
                      <a:moveTo>
                        <a:pt x="125" y="0"/>
                      </a:moveTo>
                      <a:lnTo>
                        <a:pt x="2" y="244"/>
                      </a:lnTo>
                      <a:lnTo>
                        <a:pt x="0" y="249"/>
                      </a:lnTo>
                      <a:lnTo>
                        <a:pt x="0" y="249"/>
                      </a:lnTo>
                      <a:lnTo>
                        <a:pt x="47" y="249"/>
                      </a:lnTo>
                      <a:lnTo>
                        <a:pt x="173" y="0"/>
                      </a:lnTo>
                      <a:lnTo>
                        <a:pt x="125" y="0"/>
                      </a:lnTo>
                      <a:close/>
                      <a:moveTo>
                        <a:pt x="45" y="244"/>
                      </a:moveTo>
                      <a:lnTo>
                        <a:pt x="7" y="244"/>
                      </a:lnTo>
                      <a:lnTo>
                        <a:pt x="128" y="5"/>
                      </a:lnTo>
                      <a:lnTo>
                        <a:pt x="166" y="5"/>
                      </a:lnTo>
                      <a:lnTo>
                        <a:pt x="130" y="73"/>
                      </a:lnTo>
                      <a:lnTo>
                        <a:pt x="45" y="24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8" name="任意多边形: 形状 97">
                  <a:extLst>
                    <a:ext uri="{FF2B5EF4-FFF2-40B4-BE49-F238E27FC236}">
                      <a16:creationId xmlns:a16="http://schemas.microsoft.com/office/drawing/2014/main" id="{633C0D56-5740-46B0-9E81-0288D04CC3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8849" y="5628549"/>
                  <a:ext cx="290338" cy="414088"/>
                </a:xfrm>
                <a:custGeom>
                  <a:avLst/>
                  <a:gdLst>
                    <a:gd name="T0" fmla="*/ 166 w 183"/>
                    <a:gd name="T1" fmla="*/ 0 h 261"/>
                    <a:gd name="T2" fmla="*/ 126 w 183"/>
                    <a:gd name="T3" fmla="*/ 0 h 261"/>
                    <a:gd name="T4" fmla="*/ 0 w 183"/>
                    <a:gd name="T5" fmla="*/ 246 h 261"/>
                    <a:gd name="T6" fmla="*/ 0 w 183"/>
                    <a:gd name="T7" fmla="*/ 246 h 261"/>
                    <a:gd name="T8" fmla="*/ 10 w 183"/>
                    <a:gd name="T9" fmla="*/ 261 h 261"/>
                    <a:gd name="T10" fmla="*/ 10 w 183"/>
                    <a:gd name="T11" fmla="*/ 261 h 261"/>
                    <a:gd name="T12" fmla="*/ 40 w 183"/>
                    <a:gd name="T13" fmla="*/ 261 h 261"/>
                    <a:gd name="T14" fmla="*/ 43 w 183"/>
                    <a:gd name="T15" fmla="*/ 256 h 261"/>
                    <a:gd name="T16" fmla="*/ 12 w 183"/>
                    <a:gd name="T17" fmla="*/ 256 h 261"/>
                    <a:gd name="T18" fmla="*/ 12 w 183"/>
                    <a:gd name="T19" fmla="*/ 256 h 261"/>
                    <a:gd name="T20" fmla="*/ 5 w 183"/>
                    <a:gd name="T21" fmla="*/ 246 h 261"/>
                    <a:gd name="T22" fmla="*/ 128 w 183"/>
                    <a:gd name="T23" fmla="*/ 5 h 261"/>
                    <a:gd name="T24" fmla="*/ 164 w 183"/>
                    <a:gd name="T25" fmla="*/ 5 h 261"/>
                    <a:gd name="T26" fmla="*/ 173 w 183"/>
                    <a:gd name="T27" fmla="*/ 12 h 261"/>
                    <a:gd name="T28" fmla="*/ 176 w 183"/>
                    <a:gd name="T29" fmla="*/ 14 h 261"/>
                    <a:gd name="T30" fmla="*/ 173 w 183"/>
                    <a:gd name="T31" fmla="*/ 17 h 261"/>
                    <a:gd name="T32" fmla="*/ 176 w 183"/>
                    <a:gd name="T33" fmla="*/ 17 h 261"/>
                    <a:gd name="T34" fmla="*/ 140 w 183"/>
                    <a:gd name="T35" fmla="*/ 85 h 261"/>
                    <a:gd name="T36" fmla="*/ 183 w 183"/>
                    <a:gd name="T37" fmla="*/ 12 h 261"/>
                    <a:gd name="T38" fmla="*/ 183 w 183"/>
                    <a:gd name="T39" fmla="*/ 12 h 261"/>
                    <a:gd name="T40" fmla="*/ 166 w 183"/>
                    <a:gd name="T41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3" h="261">
                      <a:moveTo>
                        <a:pt x="166" y="0"/>
                      </a:moveTo>
                      <a:lnTo>
                        <a:pt x="126" y="0"/>
                      </a:lnTo>
                      <a:lnTo>
                        <a:pt x="0" y="246"/>
                      </a:lnTo>
                      <a:lnTo>
                        <a:pt x="0" y="246"/>
                      </a:lnTo>
                      <a:lnTo>
                        <a:pt x="10" y="261"/>
                      </a:lnTo>
                      <a:lnTo>
                        <a:pt x="10" y="261"/>
                      </a:lnTo>
                      <a:lnTo>
                        <a:pt x="40" y="261"/>
                      </a:lnTo>
                      <a:lnTo>
                        <a:pt x="43" y="256"/>
                      </a:lnTo>
                      <a:lnTo>
                        <a:pt x="12" y="256"/>
                      </a:lnTo>
                      <a:lnTo>
                        <a:pt x="12" y="256"/>
                      </a:lnTo>
                      <a:lnTo>
                        <a:pt x="5" y="246"/>
                      </a:lnTo>
                      <a:lnTo>
                        <a:pt x="128" y="5"/>
                      </a:lnTo>
                      <a:lnTo>
                        <a:pt x="164" y="5"/>
                      </a:lnTo>
                      <a:lnTo>
                        <a:pt x="173" y="12"/>
                      </a:lnTo>
                      <a:lnTo>
                        <a:pt x="176" y="14"/>
                      </a:lnTo>
                      <a:lnTo>
                        <a:pt x="173" y="17"/>
                      </a:lnTo>
                      <a:lnTo>
                        <a:pt x="176" y="17"/>
                      </a:lnTo>
                      <a:lnTo>
                        <a:pt x="140" y="85"/>
                      </a:lnTo>
                      <a:lnTo>
                        <a:pt x="183" y="12"/>
                      </a:lnTo>
                      <a:lnTo>
                        <a:pt x="183" y="12"/>
                      </a:lnTo>
                      <a:lnTo>
                        <a:pt x="166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0C2DF770-71E4-489B-8428-AC5543EF6DEA}"/>
                  </a:ext>
                </a:extLst>
              </p:cNvPr>
              <p:cNvGrpSpPr/>
              <p:nvPr/>
            </p:nvGrpSpPr>
            <p:grpSpPr>
              <a:xfrm>
                <a:off x="1882274" y="3689768"/>
                <a:ext cx="414088" cy="488656"/>
                <a:chOff x="4711354" y="5301720"/>
                <a:chExt cx="414088" cy="488656"/>
              </a:xfrm>
            </p:grpSpPr>
            <p:sp>
              <p:nvSpPr>
                <p:cNvPr id="89" name="任意多边形: 形状 88">
                  <a:extLst>
                    <a:ext uri="{FF2B5EF4-FFF2-40B4-BE49-F238E27FC236}">
                      <a16:creationId xmlns:a16="http://schemas.microsoft.com/office/drawing/2014/main" id="{4A8CA589-CD9A-45B7-B5D1-6E5D918EB7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1786" y="5301720"/>
                  <a:ext cx="323656" cy="323656"/>
                </a:xfrm>
                <a:custGeom>
                  <a:avLst/>
                  <a:gdLst>
                    <a:gd name="T0" fmla="*/ 43 w 86"/>
                    <a:gd name="T1" fmla="*/ 86 h 86"/>
                    <a:gd name="T2" fmla="*/ 0 w 86"/>
                    <a:gd name="T3" fmla="*/ 43 h 86"/>
                    <a:gd name="T4" fmla="*/ 43 w 86"/>
                    <a:gd name="T5" fmla="*/ 0 h 86"/>
                    <a:gd name="T6" fmla="*/ 86 w 86"/>
                    <a:gd name="T7" fmla="*/ 43 h 86"/>
                    <a:gd name="T8" fmla="*/ 43 w 86"/>
                    <a:gd name="T9" fmla="*/ 86 h 86"/>
                    <a:gd name="T10" fmla="*/ 43 w 86"/>
                    <a:gd name="T11" fmla="*/ 3 h 86"/>
                    <a:gd name="T12" fmla="*/ 3 w 86"/>
                    <a:gd name="T13" fmla="*/ 43 h 86"/>
                    <a:gd name="T14" fmla="*/ 43 w 86"/>
                    <a:gd name="T15" fmla="*/ 83 h 86"/>
                    <a:gd name="T16" fmla="*/ 83 w 86"/>
                    <a:gd name="T17" fmla="*/ 43 h 86"/>
                    <a:gd name="T18" fmla="*/ 43 w 86"/>
                    <a:gd name="T19" fmla="*/ 3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86">
                      <a:moveTo>
                        <a:pt x="43" y="86"/>
                      </a:move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cubicBezTo>
                        <a:pt x="67" y="0"/>
                        <a:pt x="86" y="20"/>
                        <a:pt x="86" y="43"/>
                      </a:cubicBezTo>
                      <a:cubicBezTo>
                        <a:pt x="86" y="67"/>
                        <a:pt x="67" y="86"/>
                        <a:pt x="43" y="86"/>
                      </a:cubicBezTo>
                      <a:close/>
                      <a:moveTo>
                        <a:pt x="43" y="3"/>
                      </a:moveTo>
                      <a:cubicBezTo>
                        <a:pt x="21" y="3"/>
                        <a:pt x="3" y="21"/>
                        <a:pt x="3" y="43"/>
                      </a:cubicBezTo>
                      <a:cubicBezTo>
                        <a:pt x="3" y="65"/>
                        <a:pt x="21" y="83"/>
                        <a:pt x="43" y="83"/>
                      </a:cubicBezTo>
                      <a:cubicBezTo>
                        <a:pt x="65" y="83"/>
                        <a:pt x="83" y="65"/>
                        <a:pt x="83" y="43"/>
                      </a:cubicBezTo>
                      <a:cubicBezTo>
                        <a:pt x="83" y="21"/>
                        <a:pt x="65" y="3"/>
                        <a:pt x="43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ED5B3121-D5AE-473B-A96D-77F91BBF5D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5104" y="5335037"/>
                  <a:ext cx="257020" cy="260193"/>
                </a:xfrm>
                <a:custGeom>
                  <a:avLst/>
                  <a:gdLst>
                    <a:gd name="T0" fmla="*/ 34 w 68"/>
                    <a:gd name="T1" fmla="*/ 69 h 69"/>
                    <a:gd name="T2" fmla="*/ 0 w 68"/>
                    <a:gd name="T3" fmla="*/ 34 h 69"/>
                    <a:gd name="T4" fmla="*/ 34 w 68"/>
                    <a:gd name="T5" fmla="*/ 0 h 69"/>
                    <a:gd name="T6" fmla="*/ 68 w 68"/>
                    <a:gd name="T7" fmla="*/ 34 h 69"/>
                    <a:gd name="T8" fmla="*/ 34 w 68"/>
                    <a:gd name="T9" fmla="*/ 69 h 69"/>
                    <a:gd name="T10" fmla="*/ 34 w 68"/>
                    <a:gd name="T11" fmla="*/ 3 h 69"/>
                    <a:gd name="T12" fmla="*/ 3 w 68"/>
                    <a:gd name="T13" fmla="*/ 34 h 69"/>
                    <a:gd name="T14" fmla="*/ 34 w 68"/>
                    <a:gd name="T15" fmla="*/ 66 h 69"/>
                    <a:gd name="T16" fmla="*/ 65 w 68"/>
                    <a:gd name="T17" fmla="*/ 34 h 69"/>
                    <a:gd name="T18" fmla="*/ 34 w 68"/>
                    <a:gd name="T19" fmla="*/ 3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8" h="69">
                      <a:moveTo>
                        <a:pt x="34" y="69"/>
                      </a:moveTo>
                      <a:cubicBezTo>
                        <a:pt x="15" y="69"/>
                        <a:pt x="0" y="53"/>
                        <a:pt x="0" y="34"/>
                      </a:cubicBezTo>
                      <a:cubicBezTo>
                        <a:pt x="0" y="15"/>
                        <a:pt x="15" y="0"/>
                        <a:pt x="34" y="0"/>
                      </a:cubicBezTo>
                      <a:cubicBezTo>
                        <a:pt x="53" y="0"/>
                        <a:pt x="68" y="15"/>
                        <a:pt x="68" y="34"/>
                      </a:cubicBezTo>
                      <a:cubicBezTo>
                        <a:pt x="68" y="53"/>
                        <a:pt x="53" y="69"/>
                        <a:pt x="34" y="69"/>
                      </a:cubicBezTo>
                      <a:close/>
                      <a:moveTo>
                        <a:pt x="34" y="3"/>
                      </a:moveTo>
                      <a:cubicBezTo>
                        <a:pt x="17" y="3"/>
                        <a:pt x="3" y="17"/>
                        <a:pt x="3" y="34"/>
                      </a:cubicBezTo>
                      <a:cubicBezTo>
                        <a:pt x="3" y="51"/>
                        <a:pt x="17" y="66"/>
                        <a:pt x="34" y="66"/>
                      </a:cubicBezTo>
                      <a:cubicBezTo>
                        <a:pt x="51" y="66"/>
                        <a:pt x="65" y="51"/>
                        <a:pt x="65" y="34"/>
                      </a:cubicBezTo>
                      <a:cubicBezTo>
                        <a:pt x="65" y="17"/>
                        <a:pt x="51" y="3"/>
                        <a:pt x="34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2E3CCAEA-58BF-487A-9A33-323D60BBF3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1354" y="5584125"/>
                  <a:ext cx="199905" cy="206251"/>
                </a:xfrm>
                <a:custGeom>
                  <a:avLst/>
                  <a:gdLst>
                    <a:gd name="T0" fmla="*/ 8 w 53"/>
                    <a:gd name="T1" fmla="*/ 55 h 55"/>
                    <a:gd name="T2" fmla="*/ 8 w 53"/>
                    <a:gd name="T3" fmla="*/ 55 h 55"/>
                    <a:gd name="T4" fmla="*/ 4 w 53"/>
                    <a:gd name="T5" fmla="*/ 53 h 55"/>
                    <a:gd name="T6" fmla="*/ 40 w 53"/>
                    <a:gd name="T7" fmla="*/ 0 h 55"/>
                    <a:gd name="T8" fmla="*/ 42 w 53"/>
                    <a:gd name="T9" fmla="*/ 2 h 55"/>
                    <a:gd name="T10" fmla="*/ 6 w 53"/>
                    <a:gd name="T11" fmla="*/ 51 h 55"/>
                    <a:gd name="T12" fmla="*/ 8 w 53"/>
                    <a:gd name="T13" fmla="*/ 52 h 55"/>
                    <a:gd name="T14" fmla="*/ 50 w 53"/>
                    <a:gd name="T15" fmla="*/ 6 h 55"/>
                    <a:gd name="T16" fmla="*/ 53 w 53"/>
                    <a:gd name="T17" fmla="*/ 8 h 55"/>
                    <a:gd name="T18" fmla="*/ 8 w 53"/>
                    <a:gd name="T19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55">
                      <a:moveTo>
                        <a:pt x="8" y="55"/>
                      </a:moveTo>
                      <a:cubicBezTo>
                        <a:pt x="8" y="55"/>
                        <a:pt x="8" y="55"/>
                        <a:pt x="8" y="55"/>
                      </a:cubicBezTo>
                      <a:cubicBezTo>
                        <a:pt x="6" y="55"/>
                        <a:pt x="5" y="54"/>
                        <a:pt x="4" y="53"/>
                      </a:cubicBezTo>
                      <a:cubicBezTo>
                        <a:pt x="0" y="45"/>
                        <a:pt x="31" y="10"/>
                        <a:pt x="40" y="0"/>
                      </a:cubicBezTo>
                      <a:cubicBezTo>
                        <a:pt x="42" y="2"/>
                        <a:pt x="42" y="2"/>
                        <a:pt x="42" y="2"/>
                      </a:cubicBezTo>
                      <a:cubicBezTo>
                        <a:pt x="23" y="23"/>
                        <a:pt x="4" y="47"/>
                        <a:pt x="6" y="51"/>
                      </a:cubicBezTo>
                      <a:cubicBezTo>
                        <a:pt x="7" y="52"/>
                        <a:pt x="7" y="52"/>
                        <a:pt x="8" y="52"/>
                      </a:cubicBezTo>
                      <a:cubicBezTo>
                        <a:pt x="15" y="52"/>
                        <a:pt x="32" y="38"/>
                        <a:pt x="50" y="6"/>
                      </a:cubicBezTo>
                      <a:cubicBezTo>
                        <a:pt x="53" y="8"/>
                        <a:pt x="53" y="8"/>
                        <a:pt x="53" y="8"/>
                      </a:cubicBezTo>
                      <a:cubicBezTo>
                        <a:pt x="35" y="39"/>
                        <a:pt x="17" y="55"/>
                        <a:pt x="8" y="5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378187F5-69DB-4040-A09A-D087CA14C8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9624" y="5376288"/>
                  <a:ext cx="52356" cy="82500"/>
                </a:xfrm>
                <a:custGeom>
                  <a:avLst/>
                  <a:gdLst>
                    <a:gd name="T0" fmla="*/ 11 w 14"/>
                    <a:gd name="T1" fmla="*/ 22 h 22"/>
                    <a:gd name="T2" fmla="*/ 0 w 14"/>
                    <a:gd name="T3" fmla="*/ 3 h 22"/>
                    <a:gd name="T4" fmla="*/ 1 w 14"/>
                    <a:gd name="T5" fmla="*/ 0 h 22"/>
                    <a:gd name="T6" fmla="*/ 14 w 14"/>
                    <a:gd name="T7" fmla="*/ 21 h 22"/>
                    <a:gd name="T8" fmla="*/ 11 w 14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22">
                      <a:moveTo>
                        <a:pt x="11" y="22"/>
                      </a:moveTo>
                      <a:cubicBezTo>
                        <a:pt x="9" y="7"/>
                        <a:pt x="0" y="3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12" y="5"/>
                        <a:pt x="14" y="21"/>
                      </a:cubicBezTo>
                      <a:lnTo>
                        <a:pt x="11" y="2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70722F09-0A7A-4B7F-97D4-CCF7FCD6C646}"/>
                  </a:ext>
                </a:extLst>
              </p:cNvPr>
              <p:cNvGrpSpPr/>
              <p:nvPr/>
            </p:nvGrpSpPr>
            <p:grpSpPr>
              <a:xfrm>
                <a:off x="2627909" y="1485488"/>
                <a:ext cx="339521" cy="337934"/>
                <a:chOff x="5698186" y="4535417"/>
                <a:chExt cx="339521" cy="337934"/>
              </a:xfrm>
            </p:grpSpPr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A7DC6E17-9F70-4D86-863D-0D0E3077FA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8186" y="4535417"/>
                  <a:ext cx="339521" cy="337934"/>
                </a:xfrm>
                <a:custGeom>
                  <a:avLst/>
                  <a:gdLst>
                    <a:gd name="T0" fmla="*/ 45 w 90"/>
                    <a:gd name="T1" fmla="*/ 90 h 90"/>
                    <a:gd name="T2" fmla="*/ 0 w 90"/>
                    <a:gd name="T3" fmla="*/ 45 h 90"/>
                    <a:gd name="T4" fmla="*/ 45 w 90"/>
                    <a:gd name="T5" fmla="*/ 0 h 90"/>
                    <a:gd name="T6" fmla="*/ 90 w 90"/>
                    <a:gd name="T7" fmla="*/ 45 h 90"/>
                    <a:gd name="T8" fmla="*/ 45 w 90"/>
                    <a:gd name="T9" fmla="*/ 90 h 90"/>
                    <a:gd name="T10" fmla="*/ 45 w 90"/>
                    <a:gd name="T11" fmla="*/ 3 h 90"/>
                    <a:gd name="T12" fmla="*/ 3 w 90"/>
                    <a:gd name="T13" fmla="*/ 45 h 90"/>
                    <a:gd name="T14" fmla="*/ 45 w 90"/>
                    <a:gd name="T15" fmla="*/ 87 h 90"/>
                    <a:gd name="T16" fmla="*/ 87 w 90"/>
                    <a:gd name="T17" fmla="*/ 45 h 90"/>
                    <a:gd name="T18" fmla="*/ 45 w 90"/>
                    <a:gd name="T19" fmla="*/ 3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0" h="90">
                      <a:moveTo>
                        <a:pt x="45" y="90"/>
                      </a:moveTo>
                      <a:cubicBezTo>
                        <a:pt x="20" y="90"/>
                        <a:pt x="0" y="70"/>
                        <a:pt x="0" y="45"/>
                      </a:cubicBezTo>
                      <a:cubicBezTo>
                        <a:pt x="0" y="21"/>
                        <a:pt x="20" y="0"/>
                        <a:pt x="45" y="0"/>
                      </a:cubicBezTo>
                      <a:cubicBezTo>
                        <a:pt x="70" y="0"/>
                        <a:pt x="90" y="21"/>
                        <a:pt x="90" y="45"/>
                      </a:cubicBezTo>
                      <a:cubicBezTo>
                        <a:pt x="90" y="70"/>
                        <a:pt x="70" y="90"/>
                        <a:pt x="45" y="90"/>
                      </a:cubicBezTo>
                      <a:close/>
                      <a:moveTo>
                        <a:pt x="45" y="3"/>
                      </a:moveTo>
                      <a:cubicBezTo>
                        <a:pt x="22" y="3"/>
                        <a:pt x="3" y="22"/>
                        <a:pt x="3" y="45"/>
                      </a:cubicBezTo>
                      <a:cubicBezTo>
                        <a:pt x="3" y="69"/>
                        <a:pt x="22" y="87"/>
                        <a:pt x="45" y="87"/>
                      </a:cubicBezTo>
                      <a:cubicBezTo>
                        <a:pt x="68" y="87"/>
                        <a:pt x="87" y="69"/>
                        <a:pt x="87" y="45"/>
                      </a:cubicBezTo>
                      <a:cubicBezTo>
                        <a:pt x="87" y="22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9E2EA0A1-1476-47F2-BFF0-CFA1E2DBED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33090" y="4573495"/>
                  <a:ext cx="271300" cy="266540"/>
                </a:xfrm>
                <a:custGeom>
                  <a:avLst/>
                  <a:gdLst>
                    <a:gd name="T0" fmla="*/ 36 w 72"/>
                    <a:gd name="T1" fmla="*/ 71 h 71"/>
                    <a:gd name="T2" fmla="*/ 0 w 72"/>
                    <a:gd name="T3" fmla="*/ 35 h 71"/>
                    <a:gd name="T4" fmla="*/ 36 w 72"/>
                    <a:gd name="T5" fmla="*/ 0 h 71"/>
                    <a:gd name="T6" fmla="*/ 72 w 72"/>
                    <a:gd name="T7" fmla="*/ 35 h 71"/>
                    <a:gd name="T8" fmla="*/ 36 w 72"/>
                    <a:gd name="T9" fmla="*/ 71 h 71"/>
                    <a:gd name="T10" fmla="*/ 36 w 72"/>
                    <a:gd name="T11" fmla="*/ 3 h 71"/>
                    <a:gd name="T12" fmla="*/ 3 w 72"/>
                    <a:gd name="T13" fmla="*/ 35 h 71"/>
                    <a:gd name="T14" fmla="*/ 36 w 72"/>
                    <a:gd name="T15" fmla="*/ 68 h 71"/>
                    <a:gd name="T16" fmla="*/ 69 w 72"/>
                    <a:gd name="T17" fmla="*/ 35 h 71"/>
                    <a:gd name="T18" fmla="*/ 36 w 72"/>
                    <a:gd name="T19" fmla="*/ 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1">
                      <a:moveTo>
                        <a:pt x="36" y="71"/>
                      </a:moveTo>
                      <a:cubicBezTo>
                        <a:pt x="16" y="71"/>
                        <a:pt x="0" y="55"/>
                        <a:pt x="0" y="35"/>
                      </a:cubicBezTo>
                      <a:cubicBezTo>
                        <a:pt x="0" y="16"/>
                        <a:pt x="16" y="0"/>
                        <a:pt x="36" y="0"/>
                      </a:cubicBezTo>
                      <a:cubicBezTo>
                        <a:pt x="56" y="0"/>
                        <a:pt x="72" y="16"/>
                        <a:pt x="72" y="35"/>
                      </a:cubicBezTo>
                      <a:cubicBezTo>
                        <a:pt x="72" y="55"/>
                        <a:pt x="56" y="71"/>
                        <a:pt x="36" y="71"/>
                      </a:cubicBezTo>
                      <a:close/>
                      <a:moveTo>
                        <a:pt x="36" y="3"/>
                      </a:moveTo>
                      <a:cubicBezTo>
                        <a:pt x="18" y="3"/>
                        <a:pt x="3" y="17"/>
                        <a:pt x="3" y="35"/>
                      </a:cubicBezTo>
                      <a:cubicBezTo>
                        <a:pt x="3" y="53"/>
                        <a:pt x="18" y="68"/>
                        <a:pt x="36" y="68"/>
                      </a:cubicBezTo>
                      <a:cubicBezTo>
                        <a:pt x="54" y="68"/>
                        <a:pt x="69" y="53"/>
                        <a:pt x="69" y="35"/>
                      </a:cubicBezTo>
                      <a:cubicBezTo>
                        <a:pt x="69" y="17"/>
                        <a:pt x="54" y="3"/>
                        <a:pt x="36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6" name="任意多边形: 形状 85">
                  <a:extLst>
                    <a:ext uri="{FF2B5EF4-FFF2-40B4-BE49-F238E27FC236}">
                      <a16:creationId xmlns:a16="http://schemas.microsoft.com/office/drawing/2014/main" id="{8AB0D9E5-42C1-4AAE-8DFF-243ACF36A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5734" y="4686140"/>
                  <a:ext cx="41250" cy="41250"/>
                </a:xfrm>
                <a:custGeom>
                  <a:avLst/>
                  <a:gdLst>
                    <a:gd name="T0" fmla="*/ 6 w 11"/>
                    <a:gd name="T1" fmla="*/ 11 h 11"/>
                    <a:gd name="T2" fmla="*/ 0 w 11"/>
                    <a:gd name="T3" fmla="*/ 5 h 11"/>
                    <a:gd name="T4" fmla="*/ 6 w 11"/>
                    <a:gd name="T5" fmla="*/ 0 h 11"/>
                    <a:gd name="T6" fmla="*/ 11 w 11"/>
                    <a:gd name="T7" fmla="*/ 5 h 11"/>
                    <a:gd name="T8" fmla="*/ 6 w 11"/>
                    <a:gd name="T9" fmla="*/ 11 h 11"/>
                    <a:gd name="T10" fmla="*/ 6 w 11"/>
                    <a:gd name="T11" fmla="*/ 3 h 11"/>
                    <a:gd name="T12" fmla="*/ 3 w 11"/>
                    <a:gd name="T13" fmla="*/ 5 h 11"/>
                    <a:gd name="T14" fmla="*/ 6 w 11"/>
                    <a:gd name="T15" fmla="*/ 8 h 11"/>
                    <a:gd name="T16" fmla="*/ 8 w 11"/>
                    <a:gd name="T17" fmla="*/ 5 h 11"/>
                    <a:gd name="T18" fmla="*/ 6 w 11"/>
                    <a:gd name="T19" fmla="*/ 3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1">
                      <a:moveTo>
                        <a:pt x="6" y="11"/>
                      </a:moveTo>
                      <a:cubicBezTo>
                        <a:pt x="3" y="11"/>
                        <a:pt x="0" y="9"/>
                        <a:pt x="0" y="5"/>
                      </a:cubicBez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9" y="0"/>
                        <a:pt x="11" y="2"/>
                        <a:pt x="11" y="5"/>
                      </a:cubicBezTo>
                      <a:cubicBezTo>
                        <a:pt x="11" y="9"/>
                        <a:pt x="9" y="11"/>
                        <a:pt x="6" y="11"/>
                      </a:cubicBezTo>
                      <a:close/>
                      <a:moveTo>
                        <a:pt x="6" y="3"/>
                      </a:moveTo>
                      <a:cubicBezTo>
                        <a:pt x="4" y="3"/>
                        <a:pt x="3" y="4"/>
                        <a:pt x="3" y="5"/>
                      </a:cubicBezTo>
                      <a:cubicBezTo>
                        <a:pt x="3" y="7"/>
                        <a:pt x="4" y="8"/>
                        <a:pt x="6" y="8"/>
                      </a:cubicBezTo>
                      <a:cubicBezTo>
                        <a:pt x="7" y="8"/>
                        <a:pt x="8" y="7"/>
                        <a:pt x="8" y="5"/>
                      </a:cubicBezTo>
                      <a:cubicBezTo>
                        <a:pt x="8" y="4"/>
                        <a:pt x="7" y="3"/>
                        <a:pt x="6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9E39AAA7-B99E-4C3B-8659-A3D108D4E2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3667" y="4598880"/>
                  <a:ext cx="30145" cy="98366"/>
                </a:xfrm>
                <a:custGeom>
                  <a:avLst/>
                  <a:gdLst>
                    <a:gd name="T0" fmla="*/ 5 w 8"/>
                    <a:gd name="T1" fmla="*/ 26 h 26"/>
                    <a:gd name="T2" fmla="*/ 4 w 8"/>
                    <a:gd name="T3" fmla="*/ 6 h 26"/>
                    <a:gd name="T4" fmla="*/ 3 w 8"/>
                    <a:gd name="T5" fmla="*/ 24 h 26"/>
                    <a:gd name="T6" fmla="*/ 0 w 8"/>
                    <a:gd name="T7" fmla="*/ 24 h 26"/>
                    <a:gd name="T8" fmla="*/ 3 w 8"/>
                    <a:gd name="T9" fmla="*/ 1 h 26"/>
                    <a:gd name="T10" fmla="*/ 5 w 8"/>
                    <a:gd name="T11" fmla="*/ 1 h 26"/>
                    <a:gd name="T12" fmla="*/ 8 w 8"/>
                    <a:gd name="T13" fmla="*/ 26 h 26"/>
                    <a:gd name="T14" fmla="*/ 5 w 8"/>
                    <a:gd name="T15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" h="26">
                      <a:moveTo>
                        <a:pt x="5" y="26"/>
                      </a:moveTo>
                      <a:cubicBezTo>
                        <a:pt x="5" y="18"/>
                        <a:pt x="5" y="10"/>
                        <a:pt x="4" y="6"/>
                      </a:cubicBezTo>
                      <a:cubicBezTo>
                        <a:pt x="3" y="10"/>
                        <a:pt x="3" y="17"/>
                        <a:pt x="3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15"/>
                        <a:pt x="0" y="3"/>
                        <a:pt x="3" y="1"/>
                      </a:cubicBezTo>
                      <a:cubicBezTo>
                        <a:pt x="4" y="0"/>
                        <a:pt x="4" y="0"/>
                        <a:pt x="5" y="1"/>
                      </a:cubicBezTo>
                      <a:cubicBezTo>
                        <a:pt x="6" y="1"/>
                        <a:pt x="8" y="2"/>
                        <a:pt x="8" y="26"/>
                      </a:cubicBezTo>
                      <a:lnTo>
                        <a:pt x="5" y="2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8" name="任意多边形: 形状 87">
                  <a:extLst>
                    <a:ext uri="{FF2B5EF4-FFF2-40B4-BE49-F238E27FC236}">
                      <a16:creationId xmlns:a16="http://schemas.microsoft.com/office/drawing/2014/main" id="{3C61AE40-E191-4158-8870-1F4A507BE4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3233" y="4689313"/>
                  <a:ext cx="93606" cy="44423"/>
                </a:xfrm>
                <a:custGeom>
                  <a:avLst/>
                  <a:gdLst>
                    <a:gd name="T0" fmla="*/ 5 w 25"/>
                    <a:gd name="T1" fmla="*/ 12 h 12"/>
                    <a:gd name="T2" fmla="*/ 1 w 25"/>
                    <a:gd name="T3" fmla="*/ 11 h 12"/>
                    <a:gd name="T4" fmla="*/ 0 w 25"/>
                    <a:gd name="T5" fmla="*/ 9 h 12"/>
                    <a:gd name="T6" fmla="*/ 24 w 25"/>
                    <a:gd name="T7" fmla="*/ 0 h 12"/>
                    <a:gd name="T8" fmla="*/ 25 w 25"/>
                    <a:gd name="T9" fmla="*/ 3 h 12"/>
                    <a:gd name="T10" fmla="*/ 6 w 25"/>
                    <a:gd name="T11" fmla="*/ 9 h 12"/>
                    <a:gd name="T12" fmla="*/ 24 w 25"/>
                    <a:gd name="T13" fmla="*/ 6 h 12"/>
                    <a:gd name="T14" fmla="*/ 24 w 25"/>
                    <a:gd name="T15" fmla="*/ 8 h 12"/>
                    <a:gd name="T16" fmla="*/ 5 w 2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12">
                      <a:moveTo>
                        <a:pt x="5" y="12"/>
                      </a:moveTo>
                      <a:cubicBezTo>
                        <a:pt x="3" y="12"/>
                        <a:pt x="2" y="11"/>
                        <a:pt x="1" y="11"/>
                      </a:cubicBezTo>
                      <a:cubicBezTo>
                        <a:pt x="0" y="10"/>
                        <a:pt x="0" y="9"/>
                        <a:pt x="0" y="9"/>
                      </a:cubicBezTo>
                      <a:cubicBezTo>
                        <a:pt x="1" y="8"/>
                        <a:pt x="1" y="6"/>
                        <a:pt x="24" y="0"/>
                      </a:cubicBezTo>
                      <a:cubicBezTo>
                        <a:pt x="25" y="3"/>
                        <a:pt x="25" y="3"/>
                        <a:pt x="25" y="3"/>
                      </a:cubicBezTo>
                      <a:cubicBezTo>
                        <a:pt x="18" y="5"/>
                        <a:pt x="10" y="7"/>
                        <a:pt x="6" y="9"/>
                      </a:cubicBezTo>
                      <a:cubicBezTo>
                        <a:pt x="10" y="8"/>
                        <a:pt x="17" y="7"/>
                        <a:pt x="24" y="6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18" y="10"/>
                        <a:pt x="10" y="12"/>
                        <a:pt x="5" y="1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B8950B5-F830-43B5-A589-ECDF376D87A5}"/>
                  </a:ext>
                </a:extLst>
              </p:cNvPr>
              <p:cNvGrpSpPr/>
              <p:nvPr/>
            </p:nvGrpSpPr>
            <p:grpSpPr>
              <a:xfrm>
                <a:off x="3272006" y="1596959"/>
                <a:ext cx="425193" cy="425194"/>
                <a:chOff x="5623618" y="3915078"/>
                <a:chExt cx="425193" cy="425194"/>
              </a:xfrm>
            </p:grpSpPr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37F6173D-AFD6-48C8-A044-70D8DF1CDD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3762" y="3942049"/>
                  <a:ext cx="11106" cy="37601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0" name="任意多边形: 形状 79">
                  <a:extLst>
                    <a:ext uri="{FF2B5EF4-FFF2-40B4-BE49-F238E27FC236}">
                      <a16:creationId xmlns:a16="http://schemas.microsoft.com/office/drawing/2014/main" id="{C18C0EB9-B1F5-42E3-B3AB-AA44BB5F05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3618" y="3915078"/>
                  <a:ext cx="60288" cy="82500"/>
                </a:xfrm>
                <a:custGeom>
                  <a:avLst/>
                  <a:gdLst>
                    <a:gd name="T0" fmla="*/ 7 w 38"/>
                    <a:gd name="T1" fmla="*/ 52 h 52"/>
                    <a:gd name="T2" fmla="*/ 0 w 38"/>
                    <a:gd name="T3" fmla="*/ 48 h 52"/>
                    <a:gd name="T4" fmla="*/ 21 w 38"/>
                    <a:gd name="T5" fmla="*/ 0 h 52"/>
                    <a:gd name="T6" fmla="*/ 38 w 38"/>
                    <a:gd name="T7" fmla="*/ 45 h 52"/>
                    <a:gd name="T8" fmla="*/ 31 w 38"/>
                    <a:gd name="T9" fmla="*/ 48 h 52"/>
                    <a:gd name="T10" fmla="*/ 21 w 38"/>
                    <a:gd name="T11" fmla="*/ 19 h 52"/>
                    <a:gd name="T12" fmla="*/ 7 w 38"/>
                    <a:gd name="T1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" h="52">
                      <a:moveTo>
                        <a:pt x="7" y="52"/>
                      </a:moveTo>
                      <a:lnTo>
                        <a:pt x="0" y="48"/>
                      </a:lnTo>
                      <a:lnTo>
                        <a:pt x="21" y="0"/>
                      </a:lnTo>
                      <a:lnTo>
                        <a:pt x="38" y="45"/>
                      </a:lnTo>
                      <a:lnTo>
                        <a:pt x="31" y="48"/>
                      </a:lnTo>
                      <a:lnTo>
                        <a:pt x="21" y="19"/>
                      </a:ln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DFD063F4-A74C-457D-8FBE-221AFE0677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3762" y="4305369"/>
                  <a:ext cx="369666" cy="1269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79E5CD8F-DDCD-4345-A593-31D3532D33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9484" y="4279984"/>
                  <a:ext cx="79327" cy="60288"/>
                </a:xfrm>
                <a:custGeom>
                  <a:avLst/>
                  <a:gdLst>
                    <a:gd name="T0" fmla="*/ 5 w 50"/>
                    <a:gd name="T1" fmla="*/ 38 h 38"/>
                    <a:gd name="T2" fmla="*/ 3 w 50"/>
                    <a:gd name="T3" fmla="*/ 31 h 38"/>
                    <a:gd name="T4" fmla="*/ 31 w 50"/>
                    <a:gd name="T5" fmla="*/ 21 h 38"/>
                    <a:gd name="T6" fmla="*/ 0 w 50"/>
                    <a:gd name="T7" fmla="*/ 7 h 38"/>
                    <a:gd name="T8" fmla="*/ 3 w 50"/>
                    <a:gd name="T9" fmla="*/ 0 h 38"/>
                    <a:gd name="T10" fmla="*/ 50 w 50"/>
                    <a:gd name="T11" fmla="*/ 21 h 38"/>
                    <a:gd name="T12" fmla="*/ 5 w 50"/>
                    <a:gd name="T13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0" h="38">
                      <a:moveTo>
                        <a:pt x="5" y="38"/>
                      </a:moveTo>
                      <a:lnTo>
                        <a:pt x="3" y="31"/>
                      </a:lnTo>
                      <a:lnTo>
                        <a:pt x="3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50" y="21"/>
                      </a:lnTo>
                      <a:lnTo>
                        <a:pt x="5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3" name="任意多边形: 形状 82">
                  <a:extLst>
                    <a:ext uri="{FF2B5EF4-FFF2-40B4-BE49-F238E27FC236}">
                      <a16:creationId xmlns:a16="http://schemas.microsoft.com/office/drawing/2014/main" id="{DC04EB10-36B1-4C8D-8FD5-ABCCEFDA6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3762" y="4084838"/>
                  <a:ext cx="304617" cy="228463"/>
                </a:xfrm>
                <a:custGeom>
                  <a:avLst/>
                  <a:gdLst>
                    <a:gd name="T0" fmla="*/ 78 w 81"/>
                    <a:gd name="T1" fmla="*/ 61 h 61"/>
                    <a:gd name="T2" fmla="*/ 63 w 81"/>
                    <a:gd name="T3" fmla="*/ 5 h 61"/>
                    <a:gd name="T4" fmla="*/ 55 w 81"/>
                    <a:gd name="T5" fmla="*/ 4 h 61"/>
                    <a:gd name="T6" fmla="*/ 48 w 81"/>
                    <a:gd name="T7" fmla="*/ 23 h 61"/>
                    <a:gd name="T8" fmla="*/ 39 w 81"/>
                    <a:gd name="T9" fmla="*/ 44 h 61"/>
                    <a:gd name="T10" fmla="*/ 23 w 81"/>
                    <a:gd name="T11" fmla="*/ 37 h 61"/>
                    <a:gd name="T12" fmla="*/ 15 w 81"/>
                    <a:gd name="T13" fmla="*/ 28 h 61"/>
                    <a:gd name="T14" fmla="*/ 13 w 81"/>
                    <a:gd name="T15" fmla="*/ 29 h 61"/>
                    <a:gd name="T16" fmla="*/ 3 w 81"/>
                    <a:gd name="T17" fmla="*/ 59 h 61"/>
                    <a:gd name="T18" fmla="*/ 0 w 81"/>
                    <a:gd name="T19" fmla="*/ 58 h 61"/>
                    <a:gd name="T20" fmla="*/ 11 w 81"/>
                    <a:gd name="T21" fmla="*/ 26 h 61"/>
                    <a:gd name="T22" fmla="*/ 16 w 81"/>
                    <a:gd name="T23" fmla="*/ 26 h 61"/>
                    <a:gd name="T24" fmla="*/ 26 w 81"/>
                    <a:gd name="T25" fmla="*/ 35 h 61"/>
                    <a:gd name="T26" fmla="*/ 38 w 81"/>
                    <a:gd name="T27" fmla="*/ 41 h 61"/>
                    <a:gd name="T28" fmla="*/ 45 w 81"/>
                    <a:gd name="T29" fmla="*/ 23 h 61"/>
                    <a:gd name="T30" fmla="*/ 54 w 81"/>
                    <a:gd name="T31" fmla="*/ 2 h 61"/>
                    <a:gd name="T32" fmla="*/ 64 w 81"/>
                    <a:gd name="T33" fmla="*/ 3 h 61"/>
                    <a:gd name="T34" fmla="*/ 81 w 81"/>
                    <a:gd name="T35" fmla="*/ 61 h 61"/>
                    <a:gd name="T36" fmla="*/ 78 w 81"/>
                    <a:gd name="T37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1" h="61">
                      <a:moveTo>
                        <a:pt x="78" y="61"/>
                      </a:moveTo>
                      <a:cubicBezTo>
                        <a:pt x="78" y="47"/>
                        <a:pt x="75" y="11"/>
                        <a:pt x="63" y="5"/>
                      </a:cubicBezTo>
                      <a:cubicBezTo>
                        <a:pt x="60" y="4"/>
                        <a:pt x="57" y="3"/>
                        <a:pt x="55" y="4"/>
                      </a:cubicBezTo>
                      <a:cubicBezTo>
                        <a:pt x="51" y="7"/>
                        <a:pt x="50" y="15"/>
                        <a:pt x="48" y="23"/>
                      </a:cubicBezTo>
                      <a:cubicBezTo>
                        <a:pt x="47" y="33"/>
                        <a:pt x="45" y="41"/>
                        <a:pt x="39" y="44"/>
                      </a:cubicBezTo>
                      <a:cubicBezTo>
                        <a:pt x="31" y="48"/>
                        <a:pt x="27" y="42"/>
                        <a:pt x="23" y="37"/>
                      </a:cubicBezTo>
                      <a:cubicBezTo>
                        <a:pt x="21" y="33"/>
                        <a:pt x="19" y="30"/>
                        <a:pt x="15" y="28"/>
                      </a:cubicBezTo>
                      <a:cubicBezTo>
                        <a:pt x="14" y="28"/>
                        <a:pt x="13" y="28"/>
                        <a:pt x="13" y="29"/>
                      </a:cubicBezTo>
                      <a:cubicBezTo>
                        <a:pt x="7" y="32"/>
                        <a:pt x="4" y="51"/>
                        <a:pt x="3" y="59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55"/>
                        <a:pt x="3" y="30"/>
                        <a:pt x="11" y="26"/>
                      </a:cubicBezTo>
                      <a:cubicBezTo>
                        <a:pt x="13" y="25"/>
                        <a:pt x="14" y="25"/>
                        <a:pt x="16" y="26"/>
                      </a:cubicBezTo>
                      <a:cubicBezTo>
                        <a:pt x="21" y="28"/>
                        <a:pt x="23" y="32"/>
                        <a:pt x="26" y="35"/>
                      </a:cubicBezTo>
                      <a:cubicBezTo>
                        <a:pt x="30" y="41"/>
                        <a:pt x="32" y="44"/>
                        <a:pt x="38" y="41"/>
                      </a:cubicBezTo>
                      <a:cubicBezTo>
                        <a:pt x="42" y="39"/>
                        <a:pt x="44" y="31"/>
                        <a:pt x="45" y="23"/>
                      </a:cubicBezTo>
                      <a:cubicBezTo>
                        <a:pt x="47" y="13"/>
                        <a:pt x="48" y="5"/>
                        <a:pt x="54" y="2"/>
                      </a:cubicBezTo>
                      <a:cubicBezTo>
                        <a:pt x="57" y="0"/>
                        <a:pt x="60" y="1"/>
                        <a:pt x="64" y="3"/>
                      </a:cubicBezTo>
                      <a:cubicBezTo>
                        <a:pt x="80" y="10"/>
                        <a:pt x="81" y="59"/>
                        <a:pt x="81" y="61"/>
                      </a:cubicBezTo>
                      <a:lnTo>
                        <a:pt x="78" y="6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0733C1CF-CD7D-43C7-A048-AF1D073457A4}"/>
                  </a:ext>
                </a:extLst>
              </p:cNvPr>
              <p:cNvGrpSpPr/>
              <p:nvPr/>
            </p:nvGrpSpPr>
            <p:grpSpPr>
              <a:xfrm>
                <a:off x="4263837" y="2865836"/>
                <a:ext cx="380772" cy="341108"/>
                <a:chOff x="5100057" y="4749602"/>
                <a:chExt cx="380772" cy="341108"/>
              </a:xfrm>
            </p:grpSpPr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9486A1B7-1520-4CDF-866E-A66587393B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0057" y="4809891"/>
                  <a:ext cx="282405" cy="280819"/>
                </a:xfrm>
                <a:custGeom>
                  <a:avLst/>
                  <a:gdLst>
                    <a:gd name="T0" fmla="*/ 72 w 75"/>
                    <a:gd name="T1" fmla="*/ 72 h 75"/>
                    <a:gd name="T2" fmla="*/ 3 w 75"/>
                    <a:gd name="T3" fmla="*/ 72 h 75"/>
                    <a:gd name="T4" fmla="*/ 3 w 75"/>
                    <a:gd name="T5" fmla="*/ 3 h 75"/>
                    <a:gd name="T6" fmla="*/ 16 w 75"/>
                    <a:gd name="T7" fmla="*/ 3 h 75"/>
                    <a:gd name="T8" fmla="*/ 15 w 75"/>
                    <a:gd name="T9" fmla="*/ 0 h 75"/>
                    <a:gd name="T10" fmla="*/ 0 w 75"/>
                    <a:gd name="T11" fmla="*/ 0 h 75"/>
                    <a:gd name="T12" fmla="*/ 0 w 75"/>
                    <a:gd name="T13" fmla="*/ 75 h 75"/>
                    <a:gd name="T14" fmla="*/ 75 w 75"/>
                    <a:gd name="T15" fmla="*/ 75 h 75"/>
                    <a:gd name="T16" fmla="*/ 75 w 75"/>
                    <a:gd name="T17" fmla="*/ 27 h 75"/>
                    <a:gd name="T18" fmla="*/ 72 w 75"/>
                    <a:gd name="T19" fmla="*/ 29 h 75"/>
                    <a:gd name="T20" fmla="*/ 72 w 75"/>
                    <a:gd name="T21" fmla="*/ 72 h 75"/>
                    <a:gd name="T22" fmla="*/ 28 w 75"/>
                    <a:gd name="T23" fmla="*/ 0 h 75"/>
                    <a:gd name="T24" fmla="*/ 29 w 75"/>
                    <a:gd name="T25" fmla="*/ 3 h 75"/>
                    <a:gd name="T26" fmla="*/ 72 w 75"/>
                    <a:gd name="T27" fmla="*/ 3 h 75"/>
                    <a:gd name="T28" fmla="*/ 72 w 75"/>
                    <a:gd name="T29" fmla="*/ 13 h 75"/>
                    <a:gd name="T30" fmla="*/ 75 w 75"/>
                    <a:gd name="T31" fmla="*/ 11 h 75"/>
                    <a:gd name="T32" fmla="*/ 75 w 75"/>
                    <a:gd name="T33" fmla="*/ 0 h 75"/>
                    <a:gd name="T34" fmla="*/ 28 w 75"/>
                    <a:gd name="T3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5" h="75">
                      <a:moveTo>
                        <a:pt x="72" y="72"/>
                      </a:moveTo>
                      <a:cubicBezTo>
                        <a:pt x="3" y="72"/>
                        <a:pt x="3" y="72"/>
                        <a:pt x="3" y="7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5" y="2"/>
                        <a:pt x="15" y="1"/>
                        <a:pt x="15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75" y="75"/>
                        <a:pt x="75" y="75"/>
                        <a:pt x="75" y="75"/>
                      </a:cubicBezTo>
                      <a:cubicBezTo>
                        <a:pt x="75" y="27"/>
                        <a:pt x="75" y="27"/>
                        <a:pt x="75" y="27"/>
                      </a:cubicBezTo>
                      <a:cubicBezTo>
                        <a:pt x="74" y="28"/>
                        <a:pt x="73" y="29"/>
                        <a:pt x="72" y="29"/>
                      </a:cubicBezTo>
                      <a:lnTo>
                        <a:pt x="72" y="72"/>
                      </a:lnTo>
                      <a:close/>
                      <a:moveTo>
                        <a:pt x="28" y="0"/>
                      </a:moveTo>
                      <a:cubicBezTo>
                        <a:pt x="28" y="1"/>
                        <a:pt x="29" y="2"/>
                        <a:pt x="29" y="3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13"/>
                        <a:pt x="72" y="13"/>
                        <a:pt x="72" y="13"/>
                      </a:cubicBezTo>
                      <a:cubicBezTo>
                        <a:pt x="73" y="13"/>
                        <a:pt x="74" y="12"/>
                        <a:pt x="75" y="11"/>
                      </a:cubicBezTo>
                      <a:cubicBezTo>
                        <a:pt x="75" y="0"/>
                        <a:pt x="75" y="0"/>
                        <a:pt x="75" y="0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AE16FE23-16D1-4059-98C9-18F2C14536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3375" y="4749602"/>
                  <a:ext cx="347454" cy="258607"/>
                </a:xfrm>
                <a:custGeom>
                  <a:avLst/>
                  <a:gdLst>
                    <a:gd name="T0" fmla="*/ 91 w 92"/>
                    <a:gd name="T1" fmla="*/ 22 h 69"/>
                    <a:gd name="T2" fmla="*/ 83 w 92"/>
                    <a:gd name="T3" fmla="*/ 17 h 69"/>
                    <a:gd name="T4" fmla="*/ 66 w 92"/>
                    <a:gd name="T5" fmla="*/ 24 h 69"/>
                    <a:gd name="T6" fmla="*/ 63 w 92"/>
                    <a:gd name="T7" fmla="*/ 26 h 69"/>
                    <a:gd name="T8" fmla="*/ 44 w 92"/>
                    <a:gd name="T9" fmla="*/ 39 h 69"/>
                    <a:gd name="T10" fmla="*/ 35 w 92"/>
                    <a:gd name="T11" fmla="*/ 46 h 69"/>
                    <a:gd name="T12" fmla="*/ 29 w 92"/>
                    <a:gd name="T13" fmla="*/ 31 h 69"/>
                    <a:gd name="T14" fmla="*/ 23 w 92"/>
                    <a:gd name="T15" fmla="*/ 19 h 69"/>
                    <a:gd name="T16" fmla="*/ 22 w 92"/>
                    <a:gd name="T17" fmla="*/ 16 h 69"/>
                    <a:gd name="T18" fmla="*/ 8 w 92"/>
                    <a:gd name="T19" fmla="*/ 0 h 69"/>
                    <a:gd name="T20" fmla="*/ 0 w 92"/>
                    <a:gd name="T21" fmla="*/ 7 h 69"/>
                    <a:gd name="T22" fmla="*/ 0 w 92"/>
                    <a:gd name="T23" fmla="*/ 8 h 69"/>
                    <a:gd name="T24" fmla="*/ 0 w 92"/>
                    <a:gd name="T25" fmla="*/ 8 h 69"/>
                    <a:gd name="T26" fmla="*/ 2 w 92"/>
                    <a:gd name="T27" fmla="*/ 16 h 69"/>
                    <a:gd name="T28" fmla="*/ 3 w 92"/>
                    <a:gd name="T29" fmla="*/ 19 h 69"/>
                    <a:gd name="T30" fmla="*/ 28 w 92"/>
                    <a:gd name="T31" fmla="*/ 69 h 69"/>
                    <a:gd name="T32" fmla="*/ 63 w 92"/>
                    <a:gd name="T33" fmla="*/ 49 h 69"/>
                    <a:gd name="T34" fmla="*/ 66 w 92"/>
                    <a:gd name="T35" fmla="*/ 47 h 69"/>
                    <a:gd name="T36" fmla="*/ 90 w 92"/>
                    <a:gd name="T37" fmla="*/ 26 h 69"/>
                    <a:gd name="T38" fmla="*/ 91 w 92"/>
                    <a:gd name="T39" fmla="*/ 22 h 69"/>
                    <a:gd name="T40" fmla="*/ 85 w 92"/>
                    <a:gd name="T41" fmla="*/ 27 h 69"/>
                    <a:gd name="T42" fmla="*/ 66 w 92"/>
                    <a:gd name="T43" fmla="*/ 43 h 69"/>
                    <a:gd name="T44" fmla="*/ 63 w 92"/>
                    <a:gd name="T45" fmla="*/ 45 h 69"/>
                    <a:gd name="T46" fmla="*/ 28 w 92"/>
                    <a:gd name="T47" fmla="*/ 66 h 69"/>
                    <a:gd name="T48" fmla="*/ 7 w 92"/>
                    <a:gd name="T49" fmla="*/ 19 h 69"/>
                    <a:gd name="T50" fmla="*/ 6 w 92"/>
                    <a:gd name="T51" fmla="*/ 16 h 69"/>
                    <a:gd name="T52" fmla="*/ 3 w 92"/>
                    <a:gd name="T53" fmla="*/ 8 h 69"/>
                    <a:gd name="T54" fmla="*/ 8 w 92"/>
                    <a:gd name="T55" fmla="*/ 3 h 69"/>
                    <a:gd name="T56" fmla="*/ 19 w 92"/>
                    <a:gd name="T57" fmla="*/ 16 h 69"/>
                    <a:gd name="T58" fmla="*/ 20 w 92"/>
                    <a:gd name="T59" fmla="*/ 19 h 69"/>
                    <a:gd name="T60" fmla="*/ 26 w 92"/>
                    <a:gd name="T61" fmla="*/ 33 h 69"/>
                    <a:gd name="T62" fmla="*/ 35 w 92"/>
                    <a:gd name="T63" fmla="*/ 49 h 69"/>
                    <a:gd name="T64" fmla="*/ 36 w 92"/>
                    <a:gd name="T65" fmla="*/ 49 h 69"/>
                    <a:gd name="T66" fmla="*/ 46 w 92"/>
                    <a:gd name="T67" fmla="*/ 41 h 69"/>
                    <a:gd name="T68" fmla="*/ 63 w 92"/>
                    <a:gd name="T69" fmla="*/ 29 h 69"/>
                    <a:gd name="T70" fmla="*/ 66 w 92"/>
                    <a:gd name="T71" fmla="*/ 27 h 69"/>
                    <a:gd name="T72" fmla="*/ 83 w 92"/>
                    <a:gd name="T73" fmla="*/ 20 h 69"/>
                    <a:gd name="T74" fmla="*/ 88 w 92"/>
                    <a:gd name="T75" fmla="*/ 23 h 69"/>
                    <a:gd name="T76" fmla="*/ 85 w 92"/>
                    <a:gd name="T77" fmla="*/ 27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2" h="69">
                      <a:moveTo>
                        <a:pt x="91" y="22"/>
                      </a:moveTo>
                      <a:cubicBezTo>
                        <a:pt x="89" y="19"/>
                        <a:pt x="87" y="17"/>
                        <a:pt x="83" y="17"/>
                      </a:cubicBezTo>
                      <a:cubicBezTo>
                        <a:pt x="78" y="17"/>
                        <a:pt x="72" y="20"/>
                        <a:pt x="66" y="24"/>
                      </a:cubicBezTo>
                      <a:cubicBezTo>
                        <a:pt x="65" y="24"/>
                        <a:pt x="64" y="25"/>
                        <a:pt x="63" y="26"/>
                      </a:cubicBezTo>
                      <a:cubicBezTo>
                        <a:pt x="56" y="30"/>
                        <a:pt x="50" y="35"/>
                        <a:pt x="44" y="39"/>
                      </a:cubicBezTo>
                      <a:cubicBezTo>
                        <a:pt x="41" y="42"/>
                        <a:pt x="37" y="45"/>
                        <a:pt x="35" y="46"/>
                      </a:cubicBezTo>
                      <a:cubicBezTo>
                        <a:pt x="34" y="44"/>
                        <a:pt x="31" y="37"/>
                        <a:pt x="29" y="31"/>
                      </a:cubicBezTo>
                      <a:cubicBezTo>
                        <a:pt x="27" y="27"/>
                        <a:pt x="25" y="23"/>
                        <a:pt x="23" y="19"/>
                      </a:cubicBezTo>
                      <a:cubicBezTo>
                        <a:pt x="23" y="18"/>
                        <a:pt x="23" y="17"/>
                        <a:pt x="22" y="16"/>
                      </a:cubicBezTo>
                      <a:cubicBezTo>
                        <a:pt x="17" y="6"/>
                        <a:pt x="13" y="0"/>
                        <a:pt x="8" y="0"/>
                      </a:cubicBezTo>
                      <a:cubicBezTo>
                        <a:pt x="5" y="0"/>
                        <a:pt x="2" y="2"/>
                        <a:pt x="0" y="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0"/>
                        <a:pt x="1" y="13"/>
                        <a:pt x="2" y="16"/>
                      </a:cubicBezTo>
                      <a:cubicBezTo>
                        <a:pt x="3" y="17"/>
                        <a:pt x="3" y="18"/>
                        <a:pt x="3" y="19"/>
                      </a:cubicBezTo>
                      <a:cubicBezTo>
                        <a:pt x="10" y="38"/>
                        <a:pt x="21" y="69"/>
                        <a:pt x="28" y="69"/>
                      </a:cubicBezTo>
                      <a:cubicBezTo>
                        <a:pt x="32" y="69"/>
                        <a:pt x="48" y="59"/>
                        <a:pt x="63" y="49"/>
                      </a:cubicBezTo>
                      <a:cubicBezTo>
                        <a:pt x="64" y="48"/>
                        <a:pt x="65" y="48"/>
                        <a:pt x="66" y="47"/>
                      </a:cubicBezTo>
                      <a:cubicBezTo>
                        <a:pt x="77" y="39"/>
                        <a:pt x="88" y="30"/>
                        <a:pt x="90" y="26"/>
                      </a:cubicBezTo>
                      <a:cubicBezTo>
                        <a:pt x="91" y="25"/>
                        <a:pt x="92" y="23"/>
                        <a:pt x="91" y="22"/>
                      </a:cubicBezTo>
                      <a:close/>
                      <a:moveTo>
                        <a:pt x="85" y="27"/>
                      </a:moveTo>
                      <a:cubicBezTo>
                        <a:pt x="81" y="32"/>
                        <a:pt x="74" y="37"/>
                        <a:pt x="66" y="43"/>
                      </a:cubicBezTo>
                      <a:cubicBezTo>
                        <a:pt x="65" y="44"/>
                        <a:pt x="64" y="45"/>
                        <a:pt x="63" y="45"/>
                      </a:cubicBezTo>
                      <a:cubicBezTo>
                        <a:pt x="48" y="56"/>
                        <a:pt x="31" y="66"/>
                        <a:pt x="28" y="66"/>
                      </a:cubicBezTo>
                      <a:cubicBezTo>
                        <a:pt x="24" y="66"/>
                        <a:pt x="15" y="43"/>
                        <a:pt x="7" y="19"/>
                      </a:cubicBezTo>
                      <a:cubicBezTo>
                        <a:pt x="6" y="18"/>
                        <a:pt x="6" y="17"/>
                        <a:pt x="6" y="16"/>
                      </a:cubicBezTo>
                      <a:cubicBezTo>
                        <a:pt x="5" y="13"/>
                        <a:pt x="4" y="11"/>
                        <a:pt x="3" y="8"/>
                      </a:cubicBezTo>
                      <a:cubicBezTo>
                        <a:pt x="4" y="6"/>
                        <a:pt x="6" y="3"/>
                        <a:pt x="8" y="3"/>
                      </a:cubicBezTo>
                      <a:cubicBezTo>
                        <a:pt x="11" y="3"/>
                        <a:pt x="15" y="9"/>
                        <a:pt x="19" y="16"/>
                      </a:cubicBezTo>
                      <a:cubicBezTo>
                        <a:pt x="19" y="17"/>
                        <a:pt x="20" y="18"/>
                        <a:pt x="20" y="19"/>
                      </a:cubicBezTo>
                      <a:cubicBezTo>
                        <a:pt x="22" y="24"/>
                        <a:pt x="24" y="28"/>
                        <a:pt x="26" y="33"/>
                      </a:cubicBezTo>
                      <a:cubicBezTo>
                        <a:pt x="31" y="45"/>
                        <a:pt x="33" y="49"/>
                        <a:pt x="35" y="49"/>
                      </a:cubicBezTo>
                      <a:cubicBezTo>
                        <a:pt x="36" y="49"/>
                        <a:pt x="36" y="49"/>
                        <a:pt x="36" y="49"/>
                      </a:cubicBezTo>
                      <a:cubicBezTo>
                        <a:pt x="37" y="48"/>
                        <a:pt x="40" y="46"/>
                        <a:pt x="46" y="41"/>
                      </a:cubicBezTo>
                      <a:cubicBezTo>
                        <a:pt x="51" y="38"/>
                        <a:pt x="57" y="33"/>
                        <a:pt x="63" y="29"/>
                      </a:cubicBezTo>
                      <a:cubicBezTo>
                        <a:pt x="64" y="29"/>
                        <a:pt x="65" y="28"/>
                        <a:pt x="66" y="27"/>
                      </a:cubicBezTo>
                      <a:cubicBezTo>
                        <a:pt x="72" y="23"/>
                        <a:pt x="79" y="20"/>
                        <a:pt x="83" y="20"/>
                      </a:cubicBezTo>
                      <a:cubicBezTo>
                        <a:pt x="86" y="20"/>
                        <a:pt x="87" y="21"/>
                        <a:pt x="88" y="23"/>
                      </a:cubicBezTo>
                      <a:cubicBezTo>
                        <a:pt x="88" y="23"/>
                        <a:pt x="88" y="24"/>
                        <a:pt x="85" y="27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3526C39D-E1A8-4711-A69F-95A17E960C3B}"/>
                  </a:ext>
                </a:extLst>
              </p:cNvPr>
              <p:cNvGrpSpPr/>
              <p:nvPr/>
            </p:nvGrpSpPr>
            <p:grpSpPr>
              <a:xfrm>
                <a:off x="4006816" y="3479570"/>
                <a:ext cx="447407" cy="322069"/>
                <a:chOff x="5141307" y="4268878"/>
                <a:chExt cx="447407" cy="322069"/>
              </a:xfrm>
            </p:grpSpPr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252FF4FB-2C04-44C7-B55E-79E3358FDB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41307" y="4268878"/>
                  <a:ext cx="339521" cy="225290"/>
                </a:xfrm>
                <a:custGeom>
                  <a:avLst/>
                  <a:gdLst>
                    <a:gd name="T0" fmla="*/ 5 w 90"/>
                    <a:gd name="T1" fmla="*/ 60 h 60"/>
                    <a:gd name="T2" fmla="*/ 10 w 90"/>
                    <a:gd name="T3" fmla="*/ 43 h 60"/>
                    <a:gd name="T4" fmla="*/ 0 w 90"/>
                    <a:gd name="T5" fmla="*/ 26 h 60"/>
                    <a:gd name="T6" fmla="*/ 45 w 90"/>
                    <a:gd name="T7" fmla="*/ 0 h 60"/>
                    <a:gd name="T8" fmla="*/ 90 w 90"/>
                    <a:gd name="T9" fmla="*/ 26 h 60"/>
                    <a:gd name="T10" fmla="*/ 45 w 90"/>
                    <a:gd name="T11" fmla="*/ 52 h 60"/>
                    <a:gd name="T12" fmla="*/ 35 w 90"/>
                    <a:gd name="T13" fmla="*/ 52 h 60"/>
                    <a:gd name="T14" fmla="*/ 5 w 90"/>
                    <a:gd name="T15" fmla="*/ 60 h 60"/>
                    <a:gd name="T16" fmla="*/ 45 w 90"/>
                    <a:gd name="T17" fmla="*/ 3 h 60"/>
                    <a:gd name="T18" fmla="*/ 3 w 90"/>
                    <a:gd name="T19" fmla="*/ 26 h 60"/>
                    <a:gd name="T20" fmla="*/ 13 w 90"/>
                    <a:gd name="T21" fmla="*/ 41 h 60"/>
                    <a:gd name="T22" fmla="*/ 13 w 90"/>
                    <a:gd name="T23" fmla="*/ 42 h 60"/>
                    <a:gd name="T24" fmla="*/ 9 w 90"/>
                    <a:gd name="T25" fmla="*/ 56 h 60"/>
                    <a:gd name="T26" fmla="*/ 32 w 90"/>
                    <a:gd name="T27" fmla="*/ 49 h 60"/>
                    <a:gd name="T28" fmla="*/ 31 w 90"/>
                    <a:gd name="T29" fmla="*/ 48 h 60"/>
                    <a:gd name="T30" fmla="*/ 35 w 90"/>
                    <a:gd name="T31" fmla="*/ 49 h 60"/>
                    <a:gd name="T32" fmla="*/ 45 w 90"/>
                    <a:gd name="T33" fmla="*/ 49 h 60"/>
                    <a:gd name="T34" fmla="*/ 87 w 90"/>
                    <a:gd name="T35" fmla="*/ 26 h 60"/>
                    <a:gd name="T36" fmla="*/ 45 w 90"/>
                    <a:gd name="T37" fmla="*/ 3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0" h="60">
                      <a:moveTo>
                        <a:pt x="5" y="60"/>
                      </a:moveTo>
                      <a:cubicBezTo>
                        <a:pt x="10" y="43"/>
                        <a:pt x="10" y="43"/>
                        <a:pt x="10" y="43"/>
                      </a:cubicBezTo>
                      <a:cubicBezTo>
                        <a:pt x="3" y="38"/>
                        <a:pt x="0" y="32"/>
                        <a:pt x="0" y="26"/>
                      </a:cubicBezTo>
                      <a:cubicBezTo>
                        <a:pt x="0" y="12"/>
                        <a:pt x="20" y="0"/>
                        <a:pt x="45" y="0"/>
                      </a:cubicBezTo>
                      <a:cubicBezTo>
                        <a:pt x="70" y="0"/>
                        <a:pt x="90" y="12"/>
                        <a:pt x="90" y="26"/>
                      </a:cubicBezTo>
                      <a:cubicBezTo>
                        <a:pt x="90" y="41"/>
                        <a:pt x="70" y="52"/>
                        <a:pt x="45" y="52"/>
                      </a:cubicBezTo>
                      <a:cubicBezTo>
                        <a:pt x="42" y="52"/>
                        <a:pt x="38" y="52"/>
                        <a:pt x="35" y="52"/>
                      </a:cubicBezTo>
                      <a:lnTo>
                        <a:pt x="5" y="60"/>
                      </a:lnTo>
                      <a:close/>
                      <a:moveTo>
                        <a:pt x="45" y="3"/>
                      </a:moveTo>
                      <a:cubicBezTo>
                        <a:pt x="22" y="3"/>
                        <a:pt x="3" y="13"/>
                        <a:pt x="3" y="26"/>
                      </a:cubicBezTo>
                      <a:cubicBezTo>
                        <a:pt x="3" y="31"/>
                        <a:pt x="6" y="37"/>
                        <a:pt x="13" y="41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9" y="56"/>
                        <a:pt x="9" y="56"/>
                        <a:pt x="9" y="56"/>
                      </a:cubicBezTo>
                      <a:cubicBezTo>
                        <a:pt x="32" y="49"/>
                        <a:pt x="32" y="49"/>
                        <a:pt x="32" y="49"/>
                      </a:cubicBezTo>
                      <a:cubicBezTo>
                        <a:pt x="31" y="48"/>
                        <a:pt x="31" y="48"/>
                        <a:pt x="31" y="48"/>
                      </a:cubicBezTo>
                      <a:cubicBezTo>
                        <a:pt x="35" y="49"/>
                        <a:pt x="35" y="49"/>
                        <a:pt x="35" y="49"/>
                      </a:cubicBezTo>
                      <a:cubicBezTo>
                        <a:pt x="38" y="49"/>
                        <a:pt x="42" y="49"/>
                        <a:pt x="45" y="49"/>
                      </a:cubicBezTo>
                      <a:cubicBezTo>
                        <a:pt x="68" y="49"/>
                        <a:pt x="87" y="39"/>
                        <a:pt x="87" y="26"/>
                      </a:cubicBezTo>
                      <a:cubicBezTo>
                        <a:pt x="87" y="13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82F025A9-E3A1-41FC-9780-B9D069709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779" y="4362484"/>
                  <a:ext cx="337935" cy="228463"/>
                </a:xfrm>
                <a:custGeom>
                  <a:avLst/>
                  <a:gdLst>
                    <a:gd name="T0" fmla="*/ 5 w 90"/>
                    <a:gd name="T1" fmla="*/ 61 h 61"/>
                    <a:gd name="T2" fmla="*/ 10 w 90"/>
                    <a:gd name="T3" fmla="*/ 44 h 61"/>
                    <a:gd name="T4" fmla="*/ 0 w 90"/>
                    <a:gd name="T5" fmla="*/ 27 h 61"/>
                    <a:gd name="T6" fmla="*/ 45 w 90"/>
                    <a:gd name="T7" fmla="*/ 0 h 61"/>
                    <a:gd name="T8" fmla="*/ 90 w 90"/>
                    <a:gd name="T9" fmla="*/ 27 h 61"/>
                    <a:gd name="T10" fmla="*/ 45 w 90"/>
                    <a:gd name="T11" fmla="*/ 53 h 61"/>
                    <a:gd name="T12" fmla="*/ 35 w 90"/>
                    <a:gd name="T13" fmla="*/ 53 h 61"/>
                    <a:gd name="T14" fmla="*/ 5 w 90"/>
                    <a:gd name="T15" fmla="*/ 61 h 61"/>
                    <a:gd name="T16" fmla="*/ 45 w 90"/>
                    <a:gd name="T17" fmla="*/ 3 h 61"/>
                    <a:gd name="T18" fmla="*/ 3 w 90"/>
                    <a:gd name="T19" fmla="*/ 27 h 61"/>
                    <a:gd name="T20" fmla="*/ 12 w 90"/>
                    <a:gd name="T21" fmla="*/ 42 h 61"/>
                    <a:gd name="T22" fmla="*/ 13 w 90"/>
                    <a:gd name="T23" fmla="*/ 42 h 61"/>
                    <a:gd name="T24" fmla="*/ 9 w 90"/>
                    <a:gd name="T25" fmla="*/ 57 h 61"/>
                    <a:gd name="T26" fmla="*/ 32 w 90"/>
                    <a:gd name="T27" fmla="*/ 50 h 61"/>
                    <a:gd name="T28" fmla="*/ 30 w 90"/>
                    <a:gd name="T29" fmla="*/ 49 h 61"/>
                    <a:gd name="T30" fmla="*/ 35 w 90"/>
                    <a:gd name="T31" fmla="*/ 49 h 61"/>
                    <a:gd name="T32" fmla="*/ 45 w 90"/>
                    <a:gd name="T33" fmla="*/ 50 h 61"/>
                    <a:gd name="T34" fmla="*/ 87 w 90"/>
                    <a:gd name="T35" fmla="*/ 27 h 61"/>
                    <a:gd name="T36" fmla="*/ 45 w 90"/>
                    <a:gd name="T37" fmla="*/ 3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0" h="61">
                      <a:moveTo>
                        <a:pt x="5" y="61"/>
                      </a:moveTo>
                      <a:cubicBezTo>
                        <a:pt x="10" y="44"/>
                        <a:pt x="10" y="44"/>
                        <a:pt x="10" y="44"/>
                      </a:cubicBezTo>
                      <a:cubicBezTo>
                        <a:pt x="3" y="39"/>
                        <a:pt x="0" y="33"/>
                        <a:pt x="0" y="27"/>
                      </a:cubicBezTo>
                      <a:cubicBezTo>
                        <a:pt x="0" y="12"/>
                        <a:pt x="20" y="0"/>
                        <a:pt x="45" y="0"/>
                      </a:cubicBezTo>
                      <a:cubicBezTo>
                        <a:pt x="70" y="0"/>
                        <a:pt x="90" y="12"/>
                        <a:pt x="90" y="27"/>
                      </a:cubicBezTo>
                      <a:cubicBezTo>
                        <a:pt x="90" y="41"/>
                        <a:pt x="70" y="53"/>
                        <a:pt x="45" y="53"/>
                      </a:cubicBezTo>
                      <a:cubicBezTo>
                        <a:pt x="42" y="53"/>
                        <a:pt x="38" y="53"/>
                        <a:pt x="35" y="53"/>
                      </a:cubicBezTo>
                      <a:lnTo>
                        <a:pt x="5" y="61"/>
                      </a:lnTo>
                      <a:close/>
                      <a:moveTo>
                        <a:pt x="45" y="3"/>
                      </a:moveTo>
                      <a:cubicBezTo>
                        <a:pt x="22" y="3"/>
                        <a:pt x="3" y="14"/>
                        <a:pt x="3" y="27"/>
                      </a:cubicBezTo>
                      <a:cubicBezTo>
                        <a:pt x="3" y="32"/>
                        <a:pt x="6" y="37"/>
                        <a:pt x="12" y="42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9" y="57"/>
                        <a:pt x="9" y="57"/>
                        <a:pt x="9" y="57"/>
                      </a:cubicBezTo>
                      <a:cubicBezTo>
                        <a:pt x="32" y="50"/>
                        <a:pt x="32" y="50"/>
                        <a:pt x="32" y="50"/>
                      </a:cubicBezTo>
                      <a:cubicBezTo>
                        <a:pt x="30" y="49"/>
                        <a:pt x="30" y="49"/>
                        <a:pt x="30" y="49"/>
                      </a:cubicBezTo>
                      <a:cubicBezTo>
                        <a:pt x="35" y="49"/>
                        <a:pt x="35" y="49"/>
                        <a:pt x="35" y="49"/>
                      </a:cubicBezTo>
                      <a:cubicBezTo>
                        <a:pt x="38" y="50"/>
                        <a:pt x="42" y="50"/>
                        <a:pt x="45" y="50"/>
                      </a:cubicBezTo>
                      <a:cubicBezTo>
                        <a:pt x="68" y="50"/>
                        <a:pt x="87" y="40"/>
                        <a:pt x="87" y="27"/>
                      </a:cubicBezTo>
                      <a:cubicBezTo>
                        <a:pt x="87" y="14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19245B31-40FC-4403-A7AF-FB5025B88D68}"/>
                  </a:ext>
                </a:extLst>
              </p:cNvPr>
              <p:cNvGrpSpPr/>
              <p:nvPr/>
            </p:nvGrpSpPr>
            <p:grpSpPr>
              <a:xfrm>
                <a:off x="3748713" y="3953154"/>
                <a:ext cx="285578" cy="412502"/>
                <a:chOff x="4651064" y="4359311"/>
                <a:chExt cx="285578" cy="412502"/>
              </a:xfrm>
            </p:grpSpPr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A82A0599-055F-436C-A097-CF120EFF70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8324" y="4456090"/>
                  <a:ext cx="55530" cy="315723"/>
                </a:xfrm>
                <a:custGeom>
                  <a:avLst/>
                  <a:gdLst>
                    <a:gd name="T0" fmla="*/ 8 w 15"/>
                    <a:gd name="T1" fmla="*/ 84 h 84"/>
                    <a:gd name="T2" fmla="*/ 0 w 15"/>
                    <a:gd name="T3" fmla="*/ 76 h 84"/>
                    <a:gd name="T4" fmla="*/ 0 w 15"/>
                    <a:gd name="T5" fmla="*/ 8 h 84"/>
                    <a:gd name="T6" fmla="*/ 8 w 15"/>
                    <a:gd name="T7" fmla="*/ 0 h 84"/>
                    <a:gd name="T8" fmla="*/ 15 w 15"/>
                    <a:gd name="T9" fmla="*/ 8 h 84"/>
                    <a:gd name="T10" fmla="*/ 15 w 15"/>
                    <a:gd name="T11" fmla="*/ 76 h 84"/>
                    <a:gd name="T12" fmla="*/ 8 w 15"/>
                    <a:gd name="T13" fmla="*/ 84 h 84"/>
                    <a:gd name="T14" fmla="*/ 8 w 15"/>
                    <a:gd name="T15" fmla="*/ 3 h 84"/>
                    <a:gd name="T16" fmla="*/ 3 w 15"/>
                    <a:gd name="T17" fmla="*/ 8 h 84"/>
                    <a:gd name="T18" fmla="*/ 3 w 15"/>
                    <a:gd name="T19" fmla="*/ 76 h 84"/>
                    <a:gd name="T20" fmla="*/ 8 w 15"/>
                    <a:gd name="T21" fmla="*/ 81 h 84"/>
                    <a:gd name="T22" fmla="*/ 12 w 15"/>
                    <a:gd name="T23" fmla="*/ 76 h 84"/>
                    <a:gd name="T24" fmla="*/ 12 w 15"/>
                    <a:gd name="T25" fmla="*/ 8 h 84"/>
                    <a:gd name="T26" fmla="*/ 8 w 15"/>
                    <a:gd name="T27" fmla="*/ 3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5" h="84">
                      <a:moveTo>
                        <a:pt x="8" y="84"/>
                      </a:moveTo>
                      <a:cubicBezTo>
                        <a:pt x="4" y="84"/>
                        <a:pt x="0" y="80"/>
                        <a:pt x="0" y="76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4" y="0"/>
                        <a:pt x="8" y="0"/>
                      </a:cubicBezTo>
                      <a:cubicBezTo>
                        <a:pt x="12" y="0"/>
                        <a:pt x="15" y="3"/>
                        <a:pt x="15" y="8"/>
                      </a:cubicBezTo>
                      <a:cubicBezTo>
                        <a:pt x="15" y="76"/>
                        <a:pt x="15" y="76"/>
                        <a:pt x="15" y="76"/>
                      </a:cubicBezTo>
                      <a:cubicBezTo>
                        <a:pt x="15" y="80"/>
                        <a:pt x="12" y="84"/>
                        <a:pt x="8" y="84"/>
                      </a:cubicBezTo>
                      <a:close/>
                      <a:moveTo>
                        <a:pt x="8" y="3"/>
                      </a:moveTo>
                      <a:cubicBezTo>
                        <a:pt x="5" y="3"/>
                        <a:pt x="3" y="5"/>
                        <a:pt x="3" y="8"/>
                      </a:cubicBezTo>
                      <a:cubicBezTo>
                        <a:pt x="3" y="76"/>
                        <a:pt x="3" y="76"/>
                        <a:pt x="3" y="76"/>
                      </a:cubicBezTo>
                      <a:cubicBezTo>
                        <a:pt x="3" y="79"/>
                        <a:pt x="5" y="81"/>
                        <a:pt x="8" y="81"/>
                      </a:cubicBezTo>
                      <a:cubicBezTo>
                        <a:pt x="10" y="81"/>
                        <a:pt x="12" y="79"/>
                        <a:pt x="12" y="76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5"/>
                        <a:pt x="10" y="3"/>
                        <a:pt x="8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653D531C-DBCF-419A-BC92-EEB00FC9BD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0824" y="4524312"/>
                  <a:ext cx="55530" cy="247501"/>
                </a:xfrm>
                <a:custGeom>
                  <a:avLst/>
                  <a:gdLst>
                    <a:gd name="T0" fmla="*/ 7 w 15"/>
                    <a:gd name="T1" fmla="*/ 66 h 66"/>
                    <a:gd name="T2" fmla="*/ 0 w 15"/>
                    <a:gd name="T3" fmla="*/ 58 h 66"/>
                    <a:gd name="T4" fmla="*/ 0 w 15"/>
                    <a:gd name="T5" fmla="*/ 8 h 66"/>
                    <a:gd name="T6" fmla="*/ 7 w 15"/>
                    <a:gd name="T7" fmla="*/ 0 h 66"/>
                    <a:gd name="T8" fmla="*/ 15 w 15"/>
                    <a:gd name="T9" fmla="*/ 8 h 66"/>
                    <a:gd name="T10" fmla="*/ 15 w 15"/>
                    <a:gd name="T11" fmla="*/ 58 h 66"/>
                    <a:gd name="T12" fmla="*/ 7 w 15"/>
                    <a:gd name="T13" fmla="*/ 66 h 66"/>
                    <a:gd name="T14" fmla="*/ 7 w 15"/>
                    <a:gd name="T15" fmla="*/ 3 h 66"/>
                    <a:gd name="T16" fmla="*/ 3 w 15"/>
                    <a:gd name="T17" fmla="*/ 8 h 66"/>
                    <a:gd name="T18" fmla="*/ 3 w 15"/>
                    <a:gd name="T19" fmla="*/ 58 h 66"/>
                    <a:gd name="T20" fmla="*/ 7 w 15"/>
                    <a:gd name="T21" fmla="*/ 63 h 66"/>
                    <a:gd name="T22" fmla="*/ 12 w 15"/>
                    <a:gd name="T23" fmla="*/ 58 h 66"/>
                    <a:gd name="T24" fmla="*/ 12 w 15"/>
                    <a:gd name="T25" fmla="*/ 8 h 66"/>
                    <a:gd name="T26" fmla="*/ 7 w 15"/>
                    <a:gd name="T27" fmla="*/ 3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5" h="66">
                      <a:moveTo>
                        <a:pt x="7" y="66"/>
                      </a:moveTo>
                      <a:cubicBezTo>
                        <a:pt x="3" y="66"/>
                        <a:pt x="0" y="62"/>
                        <a:pt x="0" y="5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1" y="0"/>
                        <a:pt x="15" y="3"/>
                        <a:pt x="15" y="8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cubicBezTo>
                        <a:pt x="15" y="62"/>
                        <a:pt x="11" y="66"/>
                        <a:pt x="7" y="66"/>
                      </a:cubicBezTo>
                      <a:close/>
                      <a:moveTo>
                        <a:pt x="7" y="3"/>
                      </a:moveTo>
                      <a:cubicBezTo>
                        <a:pt x="5" y="3"/>
                        <a:pt x="3" y="5"/>
                        <a:pt x="3" y="8"/>
                      </a:cubicBezTo>
                      <a:cubicBezTo>
                        <a:pt x="3" y="58"/>
                        <a:pt x="3" y="58"/>
                        <a:pt x="3" y="58"/>
                      </a:cubicBezTo>
                      <a:cubicBezTo>
                        <a:pt x="3" y="61"/>
                        <a:pt x="5" y="63"/>
                        <a:pt x="7" y="63"/>
                      </a:cubicBezTo>
                      <a:cubicBezTo>
                        <a:pt x="10" y="63"/>
                        <a:pt x="12" y="61"/>
                        <a:pt x="12" y="5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5"/>
                        <a:pt x="10" y="3"/>
                        <a:pt x="7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2" name="任意多边形: 形状 71">
                  <a:extLst>
                    <a:ext uri="{FF2B5EF4-FFF2-40B4-BE49-F238E27FC236}">
                      <a16:creationId xmlns:a16="http://schemas.microsoft.com/office/drawing/2014/main" id="{BF30B0D8-1238-4B79-B9B7-6B26E30FB6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1064" y="4636957"/>
                  <a:ext cx="52356" cy="134856"/>
                </a:xfrm>
                <a:custGeom>
                  <a:avLst/>
                  <a:gdLst>
                    <a:gd name="T0" fmla="*/ 7 w 14"/>
                    <a:gd name="T1" fmla="*/ 36 h 36"/>
                    <a:gd name="T2" fmla="*/ 0 w 14"/>
                    <a:gd name="T3" fmla="*/ 28 h 36"/>
                    <a:gd name="T4" fmla="*/ 0 w 14"/>
                    <a:gd name="T5" fmla="*/ 7 h 36"/>
                    <a:gd name="T6" fmla="*/ 7 w 14"/>
                    <a:gd name="T7" fmla="*/ 0 h 36"/>
                    <a:gd name="T8" fmla="*/ 14 w 14"/>
                    <a:gd name="T9" fmla="*/ 7 h 36"/>
                    <a:gd name="T10" fmla="*/ 14 w 14"/>
                    <a:gd name="T11" fmla="*/ 28 h 36"/>
                    <a:gd name="T12" fmla="*/ 7 w 14"/>
                    <a:gd name="T13" fmla="*/ 36 h 36"/>
                    <a:gd name="T14" fmla="*/ 7 w 14"/>
                    <a:gd name="T15" fmla="*/ 3 h 36"/>
                    <a:gd name="T16" fmla="*/ 3 w 14"/>
                    <a:gd name="T17" fmla="*/ 7 h 36"/>
                    <a:gd name="T18" fmla="*/ 3 w 14"/>
                    <a:gd name="T19" fmla="*/ 28 h 36"/>
                    <a:gd name="T20" fmla="*/ 7 w 14"/>
                    <a:gd name="T21" fmla="*/ 33 h 36"/>
                    <a:gd name="T22" fmla="*/ 11 w 14"/>
                    <a:gd name="T23" fmla="*/ 28 h 36"/>
                    <a:gd name="T24" fmla="*/ 11 w 14"/>
                    <a:gd name="T25" fmla="*/ 7 h 36"/>
                    <a:gd name="T26" fmla="*/ 7 w 14"/>
                    <a:gd name="T27" fmla="*/ 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36">
                      <a:moveTo>
                        <a:pt x="7" y="36"/>
                      </a:moveTo>
                      <a:cubicBezTo>
                        <a:pt x="3" y="36"/>
                        <a:pt x="0" y="32"/>
                        <a:pt x="0" y="28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1" y="0"/>
                        <a:pt x="14" y="3"/>
                        <a:pt x="14" y="7"/>
                      </a:cubicBez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14" y="32"/>
                        <a:pt x="11" y="36"/>
                        <a:pt x="7" y="36"/>
                      </a:cubicBezTo>
                      <a:close/>
                      <a:moveTo>
                        <a:pt x="7" y="3"/>
                      </a:moveTo>
                      <a:cubicBezTo>
                        <a:pt x="5" y="3"/>
                        <a:pt x="3" y="5"/>
                        <a:pt x="3" y="7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3" y="31"/>
                        <a:pt x="5" y="33"/>
                        <a:pt x="7" y="33"/>
                      </a:cubicBezTo>
                      <a:cubicBezTo>
                        <a:pt x="9" y="33"/>
                        <a:pt x="11" y="31"/>
                        <a:pt x="11" y="2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5"/>
                        <a:pt x="9" y="3"/>
                        <a:pt x="7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5F57C2D3-FA6A-414D-97E6-A29945AD0D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1064" y="4359311"/>
                  <a:ext cx="285578" cy="118991"/>
                </a:xfrm>
                <a:custGeom>
                  <a:avLst/>
                  <a:gdLst>
                    <a:gd name="T0" fmla="*/ 2 w 180"/>
                    <a:gd name="T1" fmla="*/ 75 h 75"/>
                    <a:gd name="T2" fmla="*/ 0 w 180"/>
                    <a:gd name="T3" fmla="*/ 68 h 75"/>
                    <a:gd name="T4" fmla="*/ 97 w 180"/>
                    <a:gd name="T5" fmla="*/ 19 h 75"/>
                    <a:gd name="T6" fmla="*/ 114 w 180"/>
                    <a:gd name="T7" fmla="*/ 42 h 75"/>
                    <a:gd name="T8" fmla="*/ 159 w 180"/>
                    <a:gd name="T9" fmla="*/ 7 h 75"/>
                    <a:gd name="T10" fmla="*/ 152 w 180"/>
                    <a:gd name="T11" fmla="*/ 7 h 75"/>
                    <a:gd name="T12" fmla="*/ 152 w 180"/>
                    <a:gd name="T13" fmla="*/ 0 h 75"/>
                    <a:gd name="T14" fmla="*/ 180 w 180"/>
                    <a:gd name="T15" fmla="*/ 0 h 75"/>
                    <a:gd name="T16" fmla="*/ 112 w 180"/>
                    <a:gd name="T17" fmla="*/ 52 h 75"/>
                    <a:gd name="T18" fmla="*/ 95 w 180"/>
                    <a:gd name="T19" fmla="*/ 28 h 75"/>
                    <a:gd name="T20" fmla="*/ 2 w 180"/>
                    <a:gd name="T21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0" h="75">
                      <a:moveTo>
                        <a:pt x="2" y="75"/>
                      </a:moveTo>
                      <a:lnTo>
                        <a:pt x="0" y="68"/>
                      </a:lnTo>
                      <a:lnTo>
                        <a:pt x="97" y="19"/>
                      </a:lnTo>
                      <a:lnTo>
                        <a:pt x="114" y="42"/>
                      </a:lnTo>
                      <a:lnTo>
                        <a:pt x="159" y="7"/>
                      </a:lnTo>
                      <a:lnTo>
                        <a:pt x="152" y="7"/>
                      </a:lnTo>
                      <a:lnTo>
                        <a:pt x="152" y="0"/>
                      </a:lnTo>
                      <a:lnTo>
                        <a:pt x="180" y="0"/>
                      </a:lnTo>
                      <a:lnTo>
                        <a:pt x="112" y="52"/>
                      </a:lnTo>
                      <a:lnTo>
                        <a:pt x="95" y="28"/>
                      </a:lnTo>
                      <a:lnTo>
                        <a:pt x="2" y="7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685D0762-6B65-4005-A7F8-C8BE0F807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6498" y="4362484"/>
                  <a:ext cx="23799" cy="30144"/>
                </a:xfrm>
                <a:custGeom>
                  <a:avLst/>
                  <a:gdLst>
                    <a:gd name="T0" fmla="*/ 8 w 15"/>
                    <a:gd name="T1" fmla="*/ 19 h 19"/>
                    <a:gd name="T2" fmla="*/ 0 w 15"/>
                    <a:gd name="T3" fmla="*/ 17 h 19"/>
                    <a:gd name="T4" fmla="*/ 8 w 15"/>
                    <a:gd name="T5" fmla="*/ 0 h 19"/>
                    <a:gd name="T6" fmla="*/ 15 w 15"/>
                    <a:gd name="T7" fmla="*/ 2 h 19"/>
                    <a:gd name="T8" fmla="*/ 8 w 15"/>
                    <a:gd name="T9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9">
                      <a:moveTo>
                        <a:pt x="8" y="19"/>
                      </a:moveTo>
                      <a:lnTo>
                        <a:pt x="0" y="17"/>
                      </a:lnTo>
                      <a:lnTo>
                        <a:pt x="8" y="0"/>
                      </a:lnTo>
                      <a:lnTo>
                        <a:pt x="15" y="2"/>
                      </a:lnTo>
                      <a:lnTo>
                        <a:pt x="8" y="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26DEEBBF-A267-4EA2-8C56-8F7255DFB4A3}"/>
                  </a:ext>
                </a:extLst>
              </p:cNvPr>
              <p:cNvGrpSpPr/>
              <p:nvPr/>
            </p:nvGrpSpPr>
            <p:grpSpPr>
              <a:xfrm>
                <a:off x="3835973" y="2208213"/>
                <a:ext cx="490243" cy="463271"/>
                <a:chOff x="5607752" y="3426422"/>
                <a:chExt cx="490243" cy="463271"/>
              </a:xfrm>
            </p:grpSpPr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1C2040E1-9911-429B-9DCA-75177C5AF9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7752" y="3426422"/>
                  <a:ext cx="490243" cy="463271"/>
                </a:xfrm>
                <a:custGeom>
                  <a:avLst/>
                  <a:gdLst>
                    <a:gd name="T0" fmla="*/ 86 w 130"/>
                    <a:gd name="T1" fmla="*/ 123 h 123"/>
                    <a:gd name="T2" fmla="*/ 0 w 130"/>
                    <a:gd name="T3" fmla="*/ 102 h 123"/>
                    <a:gd name="T4" fmla="*/ 3 w 130"/>
                    <a:gd name="T5" fmla="*/ 100 h 123"/>
                    <a:gd name="T6" fmla="*/ 54 w 130"/>
                    <a:gd name="T7" fmla="*/ 1 h 123"/>
                    <a:gd name="T8" fmla="*/ 54 w 130"/>
                    <a:gd name="T9" fmla="*/ 0 h 123"/>
                    <a:gd name="T10" fmla="*/ 130 w 130"/>
                    <a:gd name="T11" fmla="*/ 18 h 123"/>
                    <a:gd name="T12" fmla="*/ 130 w 130"/>
                    <a:gd name="T13" fmla="*/ 20 h 123"/>
                    <a:gd name="T14" fmla="*/ 86 w 130"/>
                    <a:gd name="T15" fmla="*/ 123 h 123"/>
                    <a:gd name="T16" fmla="*/ 7 w 130"/>
                    <a:gd name="T17" fmla="*/ 101 h 123"/>
                    <a:gd name="T18" fmla="*/ 86 w 130"/>
                    <a:gd name="T19" fmla="*/ 120 h 123"/>
                    <a:gd name="T20" fmla="*/ 127 w 130"/>
                    <a:gd name="T21" fmla="*/ 20 h 123"/>
                    <a:gd name="T22" fmla="*/ 56 w 130"/>
                    <a:gd name="T23" fmla="*/ 4 h 123"/>
                    <a:gd name="T24" fmla="*/ 7 w 130"/>
                    <a:gd name="T25" fmla="*/ 101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0" h="123">
                      <a:moveTo>
                        <a:pt x="86" y="123"/>
                      </a:move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3" y="100"/>
                        <a:pt x="3" y="100"/>
                        <a:pt x="3" y="100"/>
                      </a:cubicBezTo>
                      <a:cubicBezTo>
                        <a:pt x="28" y="85"/>
                        <a:pt x="53" y="2"/>
                        <a:pt x="54" y="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130" y="18"/>
                        <a:pt x="130" y="18"/>
                        <a:pt x="130" y="18"/>
                      </a:cubicBezTo>
                      <a:cubicBezTo>
                        <a:pt x="130" y="20"/>
                        <a:pt x="130" y="20"/>
                        <a:pt x="130" y="20"/>
                      </a:cubicBezTo>
                      <a:cubicBezTo>
                        <a:pt x="117" y="108"/>
                        <a:pt x="88" y="122"/>
                        <a:pt x="86" y="123"/>
                      </a:cubicBezTo>
                      <a:close/>
                      <a:moveTo>
                        <a:pt x="7" y="101"/>
                      </a:moveTo>
                      <a:cubicBezTo>
                        <a:pt x="86" y="120"/>
                        <a:pt x="86" y="120"/>
                        <a:pt x="86" y="120"/>
                      </a:cubicBezTo>
                      <a:cubicBezTo>
                        <a:pt x="89" y="117"/>
                        <a:pt x="115" y="100"/>
                        <a:pt x="127" y="20"/>
                      </a:cubicBezTo>
                      <a:cubicBezTo>
                        <a:pt x="56" y="4"/>
                        <a:pt x="56" y="4"/>
                        <a:pt x="56" y="4"/>
                      </a:cubicBezTo>
                      <a:cubicBezTo>
                        <a:pt x="53" y="14"/>
                        <a:pt x="30" y="82"/>
                        <a:pt x="7" y="10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CD3A7F1F-E1F7-44B4-8486-14DDEA2159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9869" y="3516854"/>
                  <a:ext cx="193559" cy="57115"/>
                </a:xfrm>
                <a:custGeom>
                  <a:avLst/>
                  <a:gdLst>
                    <a:gd name="T0" fmla="*/ 122 w 122"/>
                    <a:gd name="T1" fmla="*/ 36 h 36"/>
                    <a:gd name="T2" fmla="*/ 0 w 122"/>
                    <a:gd name="T3" fmla="*/ 7 h 36"/>
                    <a:gd name="T4" fmla="*/ 3 w 122"/>
                    <a:gd name="T5" fmla="*/ 0 h 36"/>
                    <a:gd name="T6" fmla="*/ 122 w 122"/>
                    <a:gd name="T7" fmla="*/ 29 h 36"/>
                    <a:gd name="T8" fmla="*/ 122 w 122"/>
                    <a:gd name="T9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36">
                      <a:moveTo>
                        <a:pt x="122" y="36"/>
                      </a:move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122" y="29"/>
                      </a:lnTo>
                      <a:lnTo>
                        <a:pt x="122" y="3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5CA25259-B64F-4932-B7BB-C21E035C4A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3523" y="3558104"/>
                  <a:ext cx="176108" cy="52355"/>
                </a:xfrm>
                <a:custGeom>
                  <a:avLst/>
                  <a:gdLst>
                    <a:gd name="T0" fmla="*/ 111 w 111"/>
                    <a:gd name="T1" fmla="*/ 33 h 33"/>
                    <a:gd name="T2" fmla="*/ 0 w 111"/>
                    <a:gd name="T3" fmla="*/ 7 h 33"/>
                    <a:gd name="T4" fmla="*/ 0 w 111"/>
                    <a:gd name="T5" fmla="*/ 0 h 33"/>
                    <a:gd name="T6" fmla="*/ 111 w 111"/>
                    <a:gd name="T7" fmla="*/ 26 h 33"/>
                    <a:gd name="T8" fmla="*/ 111 w 111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33">
                      <a:moveTo>
                        <a:pt x="111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1" y="26"/>
                      </a:lnTo>
                      <a:lnTo>
                        <a:pt x="111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EBCA74D4-6E1B-48CE-A9E2-949991FB44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12417" y="3604115"/>
                  <a:ext cx="176108" cy="52355"/>
                </a:xfrm>
                <a:custGeom>
                  <a:avLst/>
                  <a:gdLst>
                    <a:gd name="T0" fmla="*/ 111 w 111"/>
                    <a:gd name="T1" fmla="*/ 33 h 33"/>
                    <a:gd name="T2" fmla="*/ 0 w 111"/>
                    <a:gd name="T3" fmla="*/ 7 h 33"/>
                    <a:gd name="T4" fmla="*/ 0 w 111"/>
                    <a:gd name="T5" fmla="*/ 0 h 33"/>
                    <a:gd name="T6" fmla="*/ 111 w 111"/>
                    <a:gd name="T7" fmla="*/ 26 h 33"/>
                    <a:gd name="T8" fmla="*/ 111 w 111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33">
                      <a:moveTo>
                        <a:pt x="111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1" y="26"/>
                      </a:lnTo>
                      <a:lnTo>
                        <a:pt x="111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6" name="任意多边形: 形状 65">
                  <a:extLst>
                    <a:ext uri="{FF2B5EF4-FFF2-40B4-BE49-F238E27FC236}">
                      <a16:creationId xmlns:a16="http://schemas.microsoft.com/office/drawing/2014/main" id="{9FEDBE8A-AC57-40DC-BF82-83EAA5F5BB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88618" y="3634259"/>
                  <a:ext cx="177693" cy="52355"/>
                </a:xfrm>
                <a:custGeom>
                  <a:avLst/>
                  <a:gdLst>
                    <a:gd name="T0" fmla="*/ 112 w 112"/>
                    <a:gd name="T1" fmla="*/ 33 h 33"/>
                    <a:gd name="T2" fmla="*/ 0 w 112"/>
                    <a:gd name="T3" fmla="*/ 7 h 33"/>
                    <a:gd name="T4" fmla="*/ 0 w 112"/>
                    <a:gd name="T5" fmla="*/ 0 h 33"/>
                    <a:gd name="T6" fmla="*/ 112 w 112"/>
                    <a:gd name="T7" fmla="*/ 26 h 33"/>
                    <a:gd name="T8" fmla="*/ 112 w 112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33">
                      <a:moveTo>
                        <a:pt x="112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2" y="26"/>
                      </a:lnTo>
                      <a:lnTo>
                        <a:pt x="112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C543A482-20BD-4CF5-8956-8229E893D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9579" y="3675509"/>
                  <a:ext cx="180866" cy="52355"/>
                </a:xfrm>
                <a:custGeom>
                  <a:avLst/>
                  <a:gdLst>
                    <a:gd name="T0" fmla="*/ 112 w 114"/>
                    <a:gd name="T1" fmla="*/ 33 h 33"/>
                    <a:gd name="T2" fmla="*/ 0 w 114"/>
                    <a:gd name="T3" fmla="*/ 7 h 33"/>
                    <a:gd name="T4" fmla="*/ 3 w 114"/>
                    <a:gd name="T5" fmla="*/ 0 h 33"/>
                    <a:gd name="T6" fmla="*/ 114 w 114"/>
                    <a:gd name="T7" fmla="*/ 28 h 33"/>
                    <a:gd name="T8" fmla="*/ 112 w 114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4" h="33">
                      <a:moveTo>
                        <a:pt x="112" y="33"/>
                      </a:move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114" y="28"/>
                      </a:lnTo>
                      <a:lnTo>
                        <a:pt x="112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72009FB0-B28C-4D69-A71F-8985FB33ED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0591" y="3434354"/>
                  <a:ext cx="76154" cy="90433"/>
                </a:xfrm>
                <a:custGeom>
                  <a:avLst/>
                  <a:gdLst>
                    <a:gd name="T0" fmla="*/ 0 w 48"/>
                    <a:gd name="T1" fmla="*/ 38 h 57"/>
                    <a:gd name="T2" fmla="*/ 29 w 48"/>
                    <a:gd name="T3" fmla="*/ 0 h 57"/>
                    <a:gd name="T4" fmla="*/ 48 w 48"/>
                    <a:gd name="T5" fmla="*/ 12 h 57"/>
                    <a:gd name="T6" fmla="*/ 12 w 48"/>
                    <a:gd name="T7" fmla="*/ 57 h 57"/>
                    <a:gd name="T8" fmla="*/ 0 w 48"/>
                    <a:gd name="T9" fmla="*/ 38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57">
                      <a:moveTo>
                        <a:pt x="0" y="38"/>
                      </a:moveTo>
                      <a:lnTo>
                        <a:pt x="29" y="0"/>
                      </a:lnTo>
                      <a:lnTo>
                        <a:pt x="48" y="12"/>
                      </a:lnTo>
                      <a:lnTo>
                        <a:pt x="12" y="57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D1C0BED6-2611-4EC6-AE1E-3CFDA479FC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74244" y="3426422"/>
                  <a:ext cx="93606" cy="106298"/>
                </a:xfrm>
                <a:custGeom>
                  <a:avLst/>
                  <a:gdLst>
                    <a:gd name="T0" fmla="*/ 14 w 59"/>
                    <a:gd name="T1" fmla="*/ 67 h 67"/>
                    <a:gd name="T2" fmla="*/ 0 w 59"/>
                    <a:gd name="T3" fmla="*/ 43 h 67"/>
                    <a:gd name="T4" fmla="*/ 33 w 59"/>
                    <a:gd name="T5" fmla="*/ 0 h 67"/>
                    <a:gd name="T6" fmla="*/ 59 w 59"/>
                    <a:gd name="T7" fmla="*/ 15 h 67"/>
                    <a:gd name="T8" fmla="*/ 14 w 59"/>
                    <a:gd name="T9" fmla="*/ 67 h 67"/>
                    <a:gd name="T10" fmla="*/ 9 w 59"/>
                    <a:gd name="T11" fmla="*/ 45 h 67"/>
                    <a:gd name="T12" fmla="*/ 16 w 59"/>
                    <a:gd name="T13" fmla="*/ 55 h 67"/>
                    <a:gd name="T14" fmla="*/ 47 w 59"/>
                    <a:gd name="T15" fmla="*/ 17 h 67"/>
                    <a:gd name="T16" fmla="*/ 35 w 59"/>
                    <a:gd name="T17" fmla="*/ 10 h 67"/>
                    <a:gd name="T18" fmla="*/ 9 w 59"/>
                    <a:gd name="T19" fmla="*/ 45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9" h="67">
                      <a:moveTo>
                        <a:pt x="14" y="67"/>
                      </a:moveTo>
                      <a:lnTo>
                        <a:pt x="0" y="43"/>
                      </a:lnTo>
                      <a:lnTo>
                        <a:pt x="33" y="0"/>
                      </a:lnTo>
                      <a:lnTo>
                        <a:pt x="59" y="15"/>
                      </a:lnTo>
                      <a:lnTo>
                        <a:pt x="14" y="67"/>
                      </a:lnTo>
                      <a:close/>
                      <a:moveTo>
                        <a:pt x="9" y="45"/>
                      </a:moveTo>
                      <a:lnTo>
                        <a:pt x="16" y="55"/>
                      </a:lnTo>
                      <a:lnTo>
                        <a:pt x="47" y="17"/>
                      </a:lnTo>
                      <a:lnTo>
                        <a:pt x="35" y="10"/>
                      </a:lnTo>
                      <a:lnTo>
                        <a:pt x="9" y="4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CBA924A2-DD8B-48A4-9B7E-38D06024309C}"/>
                  </a:ext>
                </a:extLst>
              </p:cNvPr>
              <p:cNvGrpSpPr/>
              <p:nvPr/>
            </p:nvGrpSpPr>
            <p:grpSpPr>
              <a:xfrm>
                <a:off x="4009701" y="3982239"/>
                <a:ext cx="547357" cy="255434"/>
                <a:chOff x="5057221" y="3151948"/>
                <a:chExt cx="547357" cy="255434"/>
              </a:xfrm>
            </p:grpSpPr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D2EDEDAD-6BE7-46A4-8DCF-9EBE6A01A9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634" y="3151948"/>
                  <a:ext cx="383944" cy="255434"/>
                </a:xfrm>
                <a:custGeom>
                  <a:avLst/>
                  <a:gdLst>
                    <a:gd name="T0" fmla="*/ 53 w 102"/>
                    <a:gd name="T1" fmla="*/ 68 h 68"/>
                    <a:gd name="T2" fmla="*/ 53 w 102"/>
                    <a:gd name="T3" fmla="*/ 68 h 68"/>
                    <a:gd name="T4" fmla="*/ 19 w 102"/>
                    <a:gd name="T5" fmla="*/ 67 h 68"/>
                    <a:gd name="T6" fmla="*/ 6 w 102"/>
                    <a:gd name="T7" fmla="*/ 4 h 68"/>
                    <a:gd name="T8" fmla="*/ 6 w 102"/>
                    <a:gd name="T9" fmla="*/ 3 h 68"/>
                    <a:gd name="T10" fmla="*/ 11 w 102"/>
                    <a:gd name="T11" fmla="*/ 2 h 68"/>
                    <a:gd name="T12" fmla="*/ 62 w 102"/>
                    <a:gd name="T13" fmla="*/ 0 h 68"/>
                    <a:gd name="T14" fmla="*/ 89 w 102"/>
                    <a:gd name="T15" fmla="*/ 3 h 68"/>
                    <a:gd name="T16" fmla="*/ 94 w 102"/>
                    <a:gd name="T17" fmla="*/ 66 h 68"/>
                    <a:gd name="T18" fmla="*/ 94 w 102"/>
                    <a:gd name="T19" fmla="*/ 67 h 68"/>
                    <a:gd name="T20" fmla="*/ 93 w 102"/>
                    <a:gd name="T21" fmla="*/ 67 h 68"/>
                    <a:gd name="T22" fmla="*/ 53 w 102"/>
                    <a:gd name="T23" fmla="*/ 68 h 68"/>
                    <a:gd name="T24" fmla="*/ 9 w 102"/>
                    <a:gd name="T25" fmla="*/ 6 h 68"/>
                    <a:gd name="T26" fmla="*/ 19 w 102"/>
                    <a:gd name="T27" fmla="*/ 64 h 68"/>
                    <a:gd name="T28" fmla="*/ 53 w 102"/>
                    <a:gd name="T29" fmla="*/ 65 h 68"/>
                    <a:gd name="T30" fmla="*/ 91 w 102"/>
                    <a:gd name="T31" fmla="*/ 64 h 68"/>
                    <a:gd name="T32" fmla="*/ 88 w 102"/>
                    <a:gd name="T33" fmla="*/ 6 h 68"/>
                    <a:gd name="T34" fmla="*/ 62 w 102"/>
                    <a:gd name="T35" fmla="*/ 3 h 68"/>
                    <a:gd name="T36" fmla="*/ 12 w 102"/>
                    <a:gd name="T37" fmla="*/ 5 h 68"/>
                    <a:gd name="T38" fmla="*/ 9 w 102"/>
                    <a:gd name="T39" fmla="*/ 6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02" h="68">
                      <a:moveTo>
                        <a:pt x="53" y="68"/>
                      </a:moveTo>
                      <a:cubicBezTo>
                        <a:pt x="53" y="68"/>
                        <a:pt x="53" y="68"/>
                        <a:pt x="53" y="68"/>
                      </a:cubicBezTo>
                      <a:cubicBezTo>
                        <a:pt x="36" y="68"/>
                        <a:pt x="25" y="67"/>
                        <a:pt x="19" y="67"/>
                      </a:cubicBezTo>
                      <a:cubicBezTo>
                        <a:pt x="0" y="64"/>
                        <a:pt x="5" y="10"/>
                        <a:pt x="6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20" y="2"/>
                        <a:pt x="43" y="0"/>
                        <a:pt x="62" y="0"/>
                      </a:cubicBezTo>
                      <a:cubicBezTo>
                        <a:pt x="76" y="0"/>
                        <a:pt x="85" y="1"/>
                        <a:pt x="89" y="3"/>
                      </a:cubicBezTo>
                      <a:cubicBezTo>
                        <a:pt x="102" y="10"/>
                        <a:pt x="95" y="60"/>
                        <a:pt x="94" y="66"/>
                      </a:cubicBezTo>
                      <a:cubicBezTo>
                        <a:pt x="94" y="67"/>
                        <a:pt x="94" y="67"/>
                        <a:pt x="94" y="67"/>
                      </a:cubicBezTo>
                      <a:cubicBezTo>
                        <a:pt x="93" y="67"/>
                        <a:pt x="93" y="67"/>
                        <a:pt x="93" y="67"/>
                      </a:cubicBezTo>
                      <a:cubicBezTo>
                        <a:pt x="93" y="67"/>
                        <a:pt x="72" y="68"/>
                        <a:pt x="53" y="68"/>
                      </a:cubicBezTo>
                      <a:close/>
                      <a:moveTo>
                        <a:pt x="9" y="6"/>
                      </a:moveTo>
                      <a:cubicBezTo>
                        <a:pt x="7" y="22"/>
                        <a:pt x="6" y="62"/>
                        <a:pt x="19" y="64"/>
                      </a:cubicBezTo>
                      <a:cubicBezTo>
                        <a:pt x="25" y="64"/>
                        <a:pt x="37" y="65"/>
                        <a:pt x="53" y="65"/>
                      </a:cubicBezTo>
                      <a:cubicBezTo>
                        <a:pt x="70" y="65"/>
                        <a:pt x="87" y="64"/>
                        <a:pt x="91" y="64"/>
                      </a:cubicBezTo>
                      <a:cubicBezTo>
                        <a:pt x="93" y="48"/>
                        <a:pt x="96" y="10"/>
                        <a:pt x="88" y="6"/>
                      </a:cubicBezTo>
                      <a:cubicBezTo>
                        <a:pt x="85" y="4"/>
                        <a:pt x="79" y="3"/>
                        <a:pt x="62" y="3"/>
                      </a:cubicBezTo>
                      <a:cubicBezTo>
                        <a:pt x="43" y="3"/>
                        <a:pt x="20" y="5"/>
                        <a:pt x="12" y="5"/>
                      </a:cubicBezTo>
                      <a:lnTo>
                        <a:pt x="9" y="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E0D3E784-63E2-4627-9C63-A2656356C7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42846" y="3164641"/>
                  <a:ext cx="312550" cy="123751"/>
                </a:xfrm>
                <a:custGeom>
                  <a:avLst/>
                  <a:gdLst>
                    <a:gd name="T0" fmla="*/ 46 w 83"/>
                    <a:gd name="T1" fmla="*/ 33 h 33"/>
                    <a:gd name="T2" fmla="*/ 44 w 83"/>
                    <a:gd name="T3" fmla="*/ 32 h 33"/>
                    <a:gd name="T4" fmla="*/ 0 w 83"/>
                    <a:gd name="T5" fmla="*/ 2 h 33"/>
                    <a:gd name="T6" fmla="*/ 2 w 83"/>
                    <a:gd name="T7" fmla="*/ 0 h 33"/>
                    <a:gd name="T8" fmla="*/ 45 w 83"/>
                    <a:gd name="T9" fmla="*/ 30 h 33"/>
                    <a:gd name="T10" fmla="*/ 81 w 83"/>
                    <a:gd name="T11" fmla="*/ 0 h 33"/>
                    <a:gd name="T12" fmla="*/ 83 w 83"/>
                    <a:gd name="T13" fmla="*/ 2 h 33"/>
                    <a:gd name="T14" fmla="*/ 46 w 83"/>
                    <a:gd name="T15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3" h="33">
                      <a:moveTo>
                        <a:pt x="46" y="33"/>
                      </a:moveTo>
                      <a:cubicBezTo>
                        <a:pt x="45" y="33"/>
                        <a:pt x="45" y="33"/>
                        <a:pt x="44" y="32"/>
                      </a:cubicBezTo>
                      <a:cubicBezTo>
                        <a:pt x="36" y="29"/>
                        <a:pt x="2" y="3"/>
                        <a:pt x="0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7" y="26"/>
                        <a:pt x="45" y="30"/>
                      </a:cubicBezTo>
                      <a:cubicBezTo>
                        <a:pt x="50" y="32"/>
                        <a:pt x="69" y="14"/>
                        <a:pt x="81" y="0"/>
                      </a:cubicBezTo>
                      <a:cubicBezTo>
                        <a:pt x="83" y="2"/>
                        <a:pt x="83" y="2"/>
                        <a:pt x="83" y="2"/>
                      </a:cubicBezTo>
                      <a:cubicBezTo>
                        <a:pt x="79" y="8"/>
                        <a:pt x="56" y="33"/>
                        <a:pt x="46" y="3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47EBD0CF-EA4B-46D0-83F9-984E6AF20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0057" y="3220170"/>
                  <a:ext cx="93606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7BBF592A-C38B-4563-81FF-BEB82F1BD8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1163" y="3332815"/>
                  <a:ext cx="98366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8B9DC36D-527A-4A5A-BA43-AECCAE39A5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7221" y="3277286"/>
                  <a:ext cx="136443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75164E6D-8997-438E-83CD-C3257D9D8742}"/>
                  </a:ext>
                </a:extLst>
              </p:cNvPr>
              <p:cNvGrpSpPr/>
              <p:nvPr/>
            </p:nvGrpSpPr>
            <p:grpSpPr>
              <a:xfrm>
                <a:off x="3859160" y="4537310"/>
                <a:ext cx="325243" cy="337935"/>
                <a:chOff x="5125442" y="3615221"/>
                <a:chExt cx="325243" cy="337935"/>
              </a:xfrm>
            </p:grpSpPr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4E0308AD-05EE-4BA7-91F7-74C3A260F8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04769" y="3615221"/>
                  <a:ext cx="166588" cy="165001"/>
                </a:xfrm>
                <a:custGeom>
                  <a:avLst/>
                  <a:gdLst>
                    <a:gd name="T0" fmla="*/ 22 w 44"/>
                    <a:gd name="T1" fmla="*/ 44 h 44"/>
                    <a:gd name="T2" fmla="*/ 0 w 44"/>
                    <a:gd name="T3" fmla="*/ 22 h 44"/>
                    <a:gd name="T4" fmla="*/ 22 w 44"/>
                    <a:gd name="T5" fmla="*/ 0 h 44"/>
                    <a:gd name="T6" fmla="*/ 44 w 44"/>
                    <a:gd name="T7" fmla="*/ 22 h 44"/>
                    <a:gd name="T8" fmla="*/ 22 w 44"/>
                    <a:gd name="T9" fmla="*/ 44 h 44"/>
                    <a:gd name="T10" fmla="*/ 22 w 44"/>
                    <a:gd name="T11" fmla="*/ 3 h 44"/>
                    <a:gd name="T12" fmla="*/ 3 w 44"/>
                    <a:gd name="T13" fmla="*/ 22 h 44"/>
                    <a:gd name="T14" fmla="*/ 22 w 44"/>
                    <a:gd name="T15" fmla="*/ 41 h 44"/>
                    <a:gd name="T16" fmla="*/ 41 w 44"/>
                    <a:gd name="T17" fmla="*/ 22 h 44"/>
                    <a:gd name="T18" fmla="*/ 22 w 44"/>
                    <a:gd name="T19" fmla="*/ 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4" h="44">
                      <a:moveTo>
                        <a:pt x="22" y="44"/>
                      </a:moveTo>
                      <a:cubicBezTo>
                        <a:pt x="10" y="44"/>
                        <a:pt x="0" y="34"/>
                        <a:pt x="0" y="22"/>
                      </a:cubicBezTo>
                      <a:cubicBezTo>
                        <a:pt x="0" y="10"/>
                        <a:pt x="10" y="0"/>
                        <a:pt x="22" y="0"/>
                      </a:cubicBezTo>
                      <a:cubicBezTo>
                        <a:pt x="34" y="0"/>
                        <a:pt x="44" y="10"/>
                        <a:pt x="44" y="22"/>
                      </a:cubicBezTo>
                      <a:cubicBezTo>
                        <a:pt x="44" y="34"/>
                        <a:pt x="34" y="44"/>
                        <a:pt x="22" y="44"/>
                      </a:cubicBezTo>
                      <a:close/>
                      <a:moveTo>
                        <a:pt x="22" y="3"/>
                      </a:moveTo>
                      <a:cubicBezTo>
                        <a:pt x="11" y="3"/>
                        <a:pt x="3" y="12"/>
                        <a:pt x="3" y="22"/>
                      </a:cubicBezTo>
                      <a:cubicBezTo>
                        <a:pt x="3" y="33"/>
                        <a:pt x="11" y="41"/>
                        <a:pt x="22" y="41"/>
                      </a:cubicBezTo>
                      <a:cubicBezTo>
                        <a:pt x="32" y="41"/>
                        <a:pt x="41" y="33"/>
                        <a:pt x="41" y="22"/>
                      </a:cubicBezTo>
                      <a:cubicBezTo>
                        <a:pt x="41" y="12"/>
                        <a:pt x="32" y="3"/>
                        <a:pt x="22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87FA2288-9E46-4A7C-A560-E0B33D495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25442" y="3783394"/>
                  <a:ext cx="325243" cy="169760"/>
                </a:xfrm>
                <a:custGeom>
                  <a:avLst/>
                  <a:gdLst>
                    <a:gd name="T0" fmla="*/ 86 w 86"/>
                    <a:gd name="T1" fmla="*/ 45 h 45"/>
                    <a:gd name="T2" fmla="*/ 0 w 86"/>
                    <a:gd name="T3" fmla="*/ 45 h 45"/>
                    <a:gd name="T4" fmla="*/ 0 w 86"/>
                    <a:gd name="T5" fmla="*/ 44 h 45"/>
                    <a:gd name="T6" fmla="*/ 43 w 86"/>
                    <a:gd name="T7" fmla="*/ 0 h 45"/>
                    <a:gd name="T8" fmla="*/ 86 w 86"/>
                    <a:gd name="T9" fmla="*/ 44 h 45"/>
                    <a:gd name="T10" fmla="*/ 86 w 86"/>
                    <a:gd name="T11" fmla="*/ 45 h 45"/>
                    <a:gd name="T12" fmla="*/ 3 w 86"/>
                    <a:gd name="T13" fmla="*/ 42 h 45"/>
                    <a:gd name="T14" fmla="*/ 83 w 86"/>
                    <a:gd name="T15" fmla="*/ 42 h 45"/>
                    <a:gd name="T16" fmla="*/ 43 w 86"/>
                    <a:gd name="T17" fmla="*/ 3 h 45"/>
                    <a:gd name="T18" fmla="*/ 3 w 86"/>
                    <a:gd name="T19" fmla="*/ 42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45">
                      <a:moveTo>
                        <a:pt x="86" y="45"/>
                      </a:move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20"/>
                        <a:pt x="19" y="0"/>
                        <a:pt x="43" y="0"/>
                      </a:cubicBezTo>
                      <a:cubicBezTo>
                        <a:pt x="67" y="0"/>
                        <a:pt x="86" y="20"/>
                        <a:pt x="86" y="44"/>
                      </a:cubicBezTo>
                      <a:lnTo>
                        <a:pt x="86" y="45"/>
                      </a:lnTo>
                      <a:close/>
                      <a:moveTo>
                        <a:pt x="3" y="42"/>
                      </a:moveTo>
                      <a:cubicBezTo>
                        <a:pt x="83" y="42"/>
                        <a:pt x="83" y="42"/>
                        <a:pt x="83" y="42"/>
                      </a:cubicBezTo>
                      <a:cubicBezTo>
                        <a:pt x="82" y="21"/>
                        <a:pt x="64" y="3"/>
                        <a:pt x="43" y="3"/>
                      </a:cubicBezTo>
                      <a:cubicBezTo>
                        <a:pt x="21" y="3"/>
                        <a:pt x="4" y="21"/>
                        <a:pt x="3" y="4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852DDC52-42D6-464A-809D-7FC045C51D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779" y="3791327"/>
                  <a:ext cx="71395" cy="49182"/>
                </a:xfrm>
                <a:custGeom>
                  <a:avLst/>
                  <a:gdLst>
                    <a:gd name="T0" fmla="*/ 10 w 19"/>
                    <a:gd name="T1" fmla="*/ 13 h 13"/>
                    <a:gd name="T2" fmla="*/ 0 w 19"/>
                    <a:gd name="T3" fmla="*/ 1 h 13"/>
                    <a:gd name="T4" fmla="*/ 3 w 19"/>
                    <a:gd name="T5" fmla="*/ 0 h 13"/>
                    <a:gd name="T6" fmla="*/ 10 w 19"/>
                    <a:gd name="T7" fmla="*/ 10 h 13"/>
                    <a:gd name="T8" fmla="*/ 16 w 19"/>
                    <a:gd name="T9" fmla="*/ 0 h 13"/>
                    <a:gd name="T10" fmla="*/ 19 w 19"/>
                    <a:gd name="T11" fmla="*/ 1 h 13"/>
                    <a:gd name="T12" fmla="*/ 10 w 19"/>
                    <a:gd name="T13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3">
                      <a:moveTo>
                        <a:pt x="10" y="13"/>
                      </a:moveTo>
                      <a:cubicBezTo>
                        <a:pt x="4" y="13"/>
                        <a:pt x="1" y="3"/>
                        <a:pt x="0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4"/>
                        <a:pt x="7" y="10"/>
                        <a:pt x="10" y="10"/>
                      </a:cubicBezTo>
                      <a:cubicBezTo>
                        <a:pt x="12" y="10"/>
                        <a:pt x="15" y="4"/>
                        <a:pt x="16" y="0"/>
                      </a:cubicBez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9" y="3"/>
                        <a:pt x="15" y="13"/>
                        <a:pt x="10" y="1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8E3C7BF0-3CB4-41F7-AD54-1F17606942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779" y="3829405"/>
                  <a:ext cx="79327" cy="123751"/>
                </a:xfrm>
                <a:custGeom>
                  <a:avLst/>
                  <a:gdLst>
                    <a:gd name="T0" fmla="*/ 21 w 21"/>
                    <a:gd name="T1" fmla="*/ 33 h 33"/>
                    <a:gd name="T2" fmla="*/ 0 w 21"/>
                    <a:gd name="T3" fmla="*/ 33 h 33"/>
                    <a:gd name="T4" fmla="*/ 0 w 21"/>
                    <a:gd name="T5" fmla="*/ 32 h 33"/>
                    <a:gd name="T6" fmla="*/ 10 w 21"/>
                    <a:gd name="T7" fmla="*/ 0 h 33"/>
                    <a:gd name="T8" fmla="*/ 21 w 21"/>
                    <a:gd name="T9" fmla="*/ 32 h 33"/>
                    <a:gd name="T10" fmla="*/ 21 w 21"/>
                    <a:gd name="T11" fmla="*/ 33 h 33"/>
                    <a:gd name="T12" fmla="*/ 3 w 21"/>
                    <a:gd name="T13" fmla="*/ 30 h 33"/>
                    <a:gd name="T14" fmla="*/ 17 w 21"/>
                    <a:gd name="T15" fmla="*/ 30 h 33"/>
                    <a:gd name="T16" fmla="*/ 10 w 21"/>
                    <a:gd name="T17" fmla="*/ 3 h 33"/>
                    <a:gd name="T18" fmla="*/ 3 w 21"/>
                    <a:gd name="T19" fmla="*/ 3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33">
                      <a:moveTo>
                        <a:pt x="21" y="33"/>
                      </a:move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1" y="22"/>
                        <a:pt x="3" y="0"/>
                        <a:pt x="10" y="0"/>
                      </a:cubicBezTo>
                      <a:cubicBezTo>
                        <a:pt x="17" y="0"/>
                        <a:pt x="20" y="22"/>
                        <a:pt x="21" y="32"/>
                      </a:cubicBezTo>
                      <a:lnTo>
                        <a:pt x="21" y="33"/>
                      </a:lnTo>
                      <a:close/>
                      <a:moveTo>
                        <a:pt x="3" y="30"/>
                      </a:moveTo>
                      <a:cubicBezTo>
                        <a:pt x="17" y="30"/>
                        <a:pt x="17" y="30"/>
                        <a:pt x="17" y="30"/>
                      </a:cubicBezTo>
                      <a:cubicBezTo>
                        <a:pt x="16" y="15"/>
                        <a:pt x="12" y="3"/>
                        <a:pt x="10" y="3"/>
                      </a:cubicBezTo>
                      <a:cubicBezTo>
                        <a:pt x="7" y="3"/>
                        <a:pt x="4" y="15"/>
                        <a:pt x="3" y="3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60A43F5A-4F02-4C39-806F-953C075F567C}"/>
                  </a:ext>
                </a:extLst>
              </p:cNvPr>
              <p:cNvGrpSpPr/>
              <p:nvPr/>
            </p:nvGrpSpPr>
            <p:grpSpPr>
              <a:xfrm>
                <a:off x="1682532" y="3174341"/>
                <a:ext cx="214184" cy="315721"/>
                <a:chOff x="5303135" y="5279509"/>
                <a:chExt cx="214184" cy="315721"/>
              </a:xfrm>
            </p:grpSpPr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7E101547-CE19-4780-9AC3-9188B8009A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3135" y="5323932"/>
                  <a:ext cx="214184" cy="236395"/>
                </a:xfrm>
                <a:custGeom>
                  <a:avLst/>
                  <a:gdLst>
                    <a:gd name="T0" fmla="*/ 34 w 57"/>
                    <a:gd name="T1" fmla="*/ 63 h 63"/>
                    <a:gd name="T2" fmla="*/ 5 w 57"/>
                    <a:gd name="T3" fmla="*/ 54 h 63"/>
                    <a:gd name="T4" fmla="*/ 5 w 57"/>
                    <a:gd name="T5" fmla="*/ 54 h 63"/>
                    <a:gd name="T6" fmla="*/ 7 w 57"/>
                    <a:gd name="T7" fmla="*/ 45 h 63"/>
                    <a:gd name="T8" fmla="*/ 9 w 57"/>
                    <a:gd name="T9" fmla="*/ 44 h 63"/>
                    <a:gd name="T10" fmla="*/ 12 w 57"/>
                    <a:gd name="T11" fmla="*/ 44 h 63"/>
                    <a:gd name="T12" fmla="*/ 22 w 57"/>
                    <a:gd name="T13" fmla="*/ 44 h 63"/>
                    <a:gd name="T14" fmla="*/ 32 w 57"/>
                    <a:gd name="T15" fmla="*/ 43 h 63"/>
                    <a:gd name="T16" fmla="*/ 24 w 57"/>
                    <a:gd name="T17" fmla="*/ 40 h 63"/>
                    <a:gd name="T18" fmla="*/ 16 w 57"/>
                    <a:gd name="T19" fmla="*/ 38 h 63"/>
                    <a:gd name="T20" fmla="*/ 0 w 57"/>
                    <a:gd name="T21" fmla="*/ 18 h 63"/>
                    <a:gd name="T22" fmla="*/ 22 w 57"/>
                    <a:gd name="T23" fmla="*/ 0 h 63"/>
                    <a:gd name="T24" fmla="*/ 50 w 57"/>
                    <a:gd name="T25" fmla="*/ 9 h 63"/>
                    <a:gd name="T26" fmla="*/ 50 w 57"/>
                    <a:gd name="T27" fmla="*/ 10 h 63"/>
                    <a:gd name="T28" fmla="*/ 50 w 57"/>
                    <a:gd name="T29" fmla="*/ 23 h 63"/>
                    <a:gd name="T30" fmla="*/ 47 w 57"/>
                    <a:gd name="T31" fmla="*/ 23 h 63"/>
                    <a:gd name="T32" fmla="*/ 47 w 57"/>
                    <a:gd name="T33" fmla="*/ 23 h 63"/>
                    <a:gd name="T34" fmla="*/ 27 w 57"/>
                    <a:gd name="T35" fmla="*/ 16 h 63"/>
                    <a:gd name="T36" fmla="*/ 24 w 57"/>
                    <a:gd name="T37" fmla="*/ 19 h 63"/>
                    <a:gd name="T38" fmla="*/ 33 w 57"/>
                    <a:gd name="T39" fmla="*/ 23 h 63"/>
                    <a:gd name="T40" fmla="*/ 38 w 57"/>
                    <a:gd name="T41" fmla="*/ 24 h 63"/>
                    <a:gd name="T42" fmla="*/ 57 w 57"/>
                    <a:gd name="T43" fmla="*/ 44 h 63"/>
                    <a:gd name="T44" fmla="*/ 34 w 57"/>
                    <a:gd name="T45" fmla="*/ 63 h 63"/>
                    <a:gd name="T46" fmla="*/ 8 w 57"/>
                    <a:gd name="T47" fmla="*/ 53 h 63"/>
                    <a:gd name="T48" fmla="*/ 34 w 57"/>
                    <a:gd name="T49" fmla="*/ 60 h 63"/>
                    <a:gd name="T50" fmla="*/ 54 w 57"/>
                    <a:gd name="T51" fmla="*/ 44 h 63"/>
                    <a:gd name="T52" fmla="*/ 37 w 57"/>
                    <a:gd name="T53" fmla="*/ 27 h 63"/>
                    <a:gd name="T54" fmla="*/ 32 w 57"/>
                    <a:gd name="T55" fmla="*/ 26 h 63"/>
                    <a:gd name="T56" fmla="*/ 21 w 57"/>
                    <a:gd name="T57" fmla="*/ 19 h 63"/>
                    <a:gd name="T58" fmla="*/ 27 w 57"/>
                    <a:gd name="T59" fmla="*/ 13 h 63"/>
                    <a:gd name="T60" fmla="*/ 47 w 57"/>
                    <a:gd name="T61" fmla="*/ 19 h 63"/>
                    <a:gd name="T62" fmla="*/ 47 w 57"/>
                    <a:gd name="T63" fmla="*/ 10 h 63"/>
                    <a:gd name="T64" fmla="*/ 22 w 57"/>
                    <a:gd name="T65" fmla="*/ 3 h 63"/>
                    <a:gd name="T66" fmla="*/ 3 w 57"/>
                    <a:gd name="T67" fmla="*/ 18 h 63"/>
                    <a:gd name="T68" fmla="*/ 17 w 57"/>
                    <a:gd name="T69" fmla="*/ 35 h 63"/>
                    <a:gd name="T70" fmla="*/ 25 w 57"/>
                    <a:gd name="T71" fmla="*/ 37 h 63"/>
                    <a:gd name="T72" fmla="*/ 35 w 57"/>
                    <a:gd name="T73" fmla="*/ 43 h 63"/>
                    <a:gd name="T74" fmla="*/ 22 w 57"/>
                    <a:gd name="T75" fmla="*/ 47 h 63"/>
                    <a:gd name="T76" fmla="*/ 11 w 57"/>
                    <a:gd name="T77" fmla="*/ 47 h 63"/>
                    <a:gd name="T78" fmla="*/ 9 w 57"/>
                    <a:gd name="T79" fmla="*/ 47 h 63"/>
                    <a:gd name="T80" fmla="*/ 8 w 57"/>
                    <a:gd name="T81" fmla="*/ 5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7" h="63">
                      <a:moveTo>
                        <a:pt x="34" y="63"/>
                      </a:moveTo>
                      <a:cubicBezTo>
                        <a:pt x="26" y="63"/>
                        <a:pt x="9" y="59"/>
                        <a:pt x="5" y="54"/>
                      </a:cubicBezTo>
                      <a:cubicBezTo>
                        <a:pt x="5" y="54"/>
                        <a:pt x="5" y="54"/>
                        <a:pt x="5" y="54"/>
                      </a:cubicBezTo>
                      <a:cubicBezTo>
                        <a:pt x="5" y="52"/>
                        <a:pt x="5" y="47"/>
                        <a:pt x="7" y="45"/>
                      </a:cubicBezTo>
                      <a:cubicBezTo>
                        <a:pt x="7" y="44"/>
                        <a:pt x="8" y="44"/>
                        <a:pt x="9" y="44"/>
                      </a:cubicBezTo>
                      <a:cubicBezTo>
                        <a:pt x="10" y="44"/>
                        <a:pt x="10" y="44"/>
                        <a:pt x="12" y="44"/>
                      </a:cubicBezTo>
                      <a:cubicBezTo>
                        <a:pt x="14" y="44"/>
                        <a:pt x="18" y="44"/>
                        <a:pt x="22" y="44"/>
                      </a:cubicBezTo>
                      <a:cubicBezTo>
                        <a:pt x="29" y="44"/>
                        <a:pt x="31" y="43"/>
                        <a:pt x="32" y="43"/>
                      </a:cubicBezTo>
                      <a:cubicBezTo>
                        <a:pt x="31" y="42"/>
                        <a:pt x="27" y="41"/>
                        <a:pt x="24" y="40"/>
                      </a:cubicBezTo>
                      <a:cubicBezTo>
                        <a:pt x="22" y="39"/>
                        <a:pt x="19" y="39"/>
                        <a:pt x="16" y="38"/>
                      </a:cubicBezTo>
                      <a:cubicBezTo>
                        <a:pt x="5" y="34"/>
                        <a:pt x="0" y="27"/>
                        <a:pt x="0" y="18"/>
                      </a:cubicBezTo>
                      <a:cubicBezTo>
                        <a:pt x="0" y="5"/>
                        <a:pt x="13" y="0"/>
                        <a:pt x="22" y="0"/>
                      </a:cubicBezTo>
                      <a:cubicBezTo>
                        <a:pt x="29" y="0"/>
                        <a:pt x="47" y="3"/>
                        <a:pt x="50" y="9"/>
                      </a:cubicBezTo>
                      <a:cubicBezTo>
                        <a:pt x="50" y="10"/>
                        <a:pt x="50" y="10"/>
                        <a:pt x="50" y="10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47" y="23"/>
                        <a:pt x="47" y="23"/>
                        <a:pt x="47" y="23"/>
                      </a:cubicBezTo>
                      <a:cubicBezTo>
                        <a:pt x="47" y="23"/>
                        <a:pt x="47" y="23"/>
                        <a:pt x="47" y="23"/>
                      </a:cubicBezTo>
                      <a:cubicBezTo>
                        <a:pt x="47" y="20"/>
                        <a:pt x="34" y="16"/>
                        <a:pt x="27" y="16"/>
                      </a:cubicBezTo>
                      <a:cubicBezTo>
                        <a:pt x="26" y="16"/>
                        <a:pt x="24" y="16"/>
                        <a:pt x="24" y="19"/>
                      </a:cubicBezTo>
                      <a:cubicBezTo>
                        <a:pt x="24" y="20"/>
                        <a:pt x="29" y="22"/>
                        <a:pt x="33" y="23"/>
                      </a:cubicBezTo>
                      <a:cubicBezTo>
                        <a:pt x="35" y="23"/>
                        <a:pt x="36" y="24"/>
                        <a:pt x="38" y="24"/>
                      </a:cubicBezTo>
                      <a:cubicBezTo>
                        <a:pt x="46" y="27"/>
                        <a:pt x="57" y="31"/>
                        <a:pt x="57" y="44"/>
                      </a:cubicBezTo>
                      <a:cubicBezTo>
                        <a:pt x="57" y="57"/>
                        <a:pt x="45" y="63"/>
                        <a:pt x="34" y="63"/>
                      </a:cubicBezTo>
                      <a:close/>
                      <a:moveTo>
                        <a:pt x="8" y="53"/>
                      </a:moveTo>
                      <a:cubicBezTo>
                        <a:pt x="11" y="56"/>
                        <a:pt x="26" y="60"/>
                        <a:pt x="34" y="60"/>
                      </a:cubicBezTo>
                      <a:cubicBezTo>
                        <a:pt x="44" y="60"/>
                        <a:pt x="54" y="55"/>
                        <a:pt x="54" y="44"/>
                      </a:cubicBezTo>
                      <a:cubicBezTo>
                        <a:pt x="54" y="33"/>
                        <a:pt x="45" y="30"/>
                        <a:pt x="37" y="27"/>
                      </a:cubicBezTo>
                      <a:cubicBezTo>
                        <a:pt x="35" y="27"/>
                        <a:pt x="34" y="26"/>
                        <a:pt x="32" y="26"/>
                      </a:cubicBezTo>
                      <a:cubicBezTo>
                        <a:pt x="26" y="24"/>
                        <a:pt x="21" y="22"/>
                        <a:pt x="21" y="19"/>
                      </a:cubicBezTo>
                      <a:cubicBezTo>
                        <a:pt x="21" y="15"/>
                        <a:pt x="24" y="13"/>
                        <a:pt x="27" y="13"/>
                      </a:cubicBezTo>
                      <a:cubicBezTo>
                        <a:pt x="31" y="13"/>
                        <a:pt x="42" y="15"/>
                        <a:pt x="47" y="19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5" y="7"/>
                        <a:pt x="30" y="3"/>
                        <a:pt x="22" y="3"/>
                      </a:cubicBezTo>
                      <a:cubicBezTo>
                        <a:pt x="14" y="3"/>
                        <a:pt x="3" y="7"/>
                        <a:pt x="3" y="18"/>
                      </a:cubicBezTo>
                      <a:cubicBezTo>
                        <a:pt x="3" y="26"/>
                        <a:pt x="7" y="32"/>
                        <a:pt x="17" y="35"/>
                      </a:cubicBezTo>
                      <a:cubicBezTo>
                        <a:pt x="20" y="36"/>
                        <a:pt x="23" y="37"/>
                        <a:pt x="25" y="37"/>
                      </a:cubicBezTo>
                      <a:cubicBezTo>
                        <a:pt x="31" y="39"/>
                        <a:pt x="35" y="40"/>
                        <a:pt x="35" y="43"/>
                      </a:cubicBezTo>
                      <a:cubicBezTo>
                        <a:pt x="35" y="46"/>
                        <a:pt x="32" y="47"/>
                        <a:pt x="22" y="47"/>
                      </a:cubicBezTo>
                      <a:cubicBezTo>
                        <a:pt x="18" y="47"/>
                        <a:pt x="14" y="47"/>
                        <a:pt x="11" y="47"/>
                      </a:cubicBezTo>
                      <a:cubicBezTo>
                        <a:pt x="10" y="47"/>
                        <a:pt x="10" y="47"/>
                        <a:pt x="9" y="47"/>
                      </a:cubicBezTo>
                      <a:cubicBezTo>
                        <a:pt x="8" y="48"/>
                        <a:pt x="8" y="51"/>
                        <a:pt x="8" y="5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B822AE33-731C-4390-89DB-8D1874D540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71357" y="5279509"/>
                  <a:ext cx="82500" cy="60288"/>
                </a:xfrm>
                <a:custGeom>
                  <a:avLst/>
                  <a:gdLst>
                    <a:gd name="T0" fmla="*/ 45 w 52"/>
                    <a:gd name="T1" fmla="*/ 38 h 38"/>
                    <a:gd name="T2" fmla="*/ 38 w 52"/>
                    <a:gd name="T3" fmla="*/ 35 h 38"/>
                    <a:gd name="T4" fmla="*/ 42 w 52"/>
                    <a:gd name="T5" fmla="*/ 14 h 38"/>
                    <a:gd name="T6" fmla="*/ 7 w 52"/>
                    <a:gd name="T7" fmla="*/ 9 h 38"/>
                    <a:gd name="T8" fmla="*/ 12 w 52"/>
                    <a:gd name="T9" fmla="*/ 31 h 38"/>
                    <a:gd name="T10" fmla="*/ 4 w 52"/>
                    <a:gd name="T11" fmla="*/ 31 h 38"/>
                    <a:gd name="T12" fmla="*/ 0 w 52"/>
                    <a:gd name="T13" fmla="*/ 0 h 38"/>
                    <a:gd name="T14" fmla="*/ 52 w 52"/>
                    <a:gd name="T15" fmla="*/ 9 h 38"/>
                    <a:gd name="T16" fmla="*/ 45 w 52"/>
                    <a:gd name="T17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" h="38">
                      <a:moveTo>
                        <a:pt x="45" y="38"/>
                      </a:moveTo>
                      <a:lnTo>
                        <a:pt x="38" y="35"/>
                      </a:lnTo>
                      <a:lnTo>
                        <a:pt x="42" y="14"/>
                      </a:lnTo>
                      <a:lnTo>
                        <a:pt x="7" y="9"/>
                      </a:lnTo>
                      <a:lnTo>
                        <a:pt x="12" y="31"/>
                      </a:lnTo>
                      <a:lnTo>
                        <a:pt x="4" y="31"/>
                      </a:lnTo>
                      <a:lnTo>
                        <a:pt x="0" y="0"/>
                      </a:lnTo>
                      <a:lnTo>
                        <a:pt x="52" y="9"/>
                      </a:lnTo>
                      <a:lnTo>
                        <a:pt x="45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04243734-EE2C-49F5-83E2-B759DB51ED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77703" y="5549221"/>
                  <a:ext cx="84087" cy="46009"/>
                </a:xfrm>
                <a:custGeom>
                  <a:avLst/>
                  <a:gdLst>
                    <a:gd name="T0" fmla="*/ 53 w 53"/>
                    <a:gd name="T1" fmla="*/ 29 h 29"/>
                    <a:gd name="T2" fmla="*/ 0 w 53"/>
                    <a:gd name="T3" fmla="*/ 29 h 29"/>
                    <a:gd name="T4" fmla="*/ 0 w 53"/>
                    <a:gd name="T5" fmla="*/ 0 h 29"/>
                    <a:gd name="T6" fmla="*/ 8 w 53"/>
                    <a:gd name="T7" fmla="*/ 0 h 29"/>
                    <a:gd name="T8" fmla="*/ 8 w 53"/>
                    <a:gd name="T9" fmla="*/ 22 h 29"/>
                    <a:gd name="T10" fmla="*/ 43 w 53"/>
                    <a:gd name="T11" fmla="*/ 22 h 29"/>
                    <a:gd name="T12" fmla="*/ 38 w 53"/>
                    <a:gd name="T13" fmla="*/ 5 h 29"/>
                    <a:gd name="T14" fmla="*/ 46 w 53"/>
                    <a:gd name="T15" fmla="*/ 3 h 29"/>
                    <a:gd name="T16" fmla="*/ 53 w 53"/>
                    <a:gd name="T17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29">
                      <a:moveTo>
                        <a:pt x="53" y="29"/>
                      </a:moveTo>
                      <a:lnTo>
                        <a:pt x="0" y="29"/>
                      </a:ln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8" y="22"/>
                      </a:lnTo>
                      <a:lnTo>
                        <a:pt x="43" y="22"/>
                      </a:lnTo>
                      <a:lnTo>
                        <a:pt x="38" y="5"/>
                      </a:lnTo>
                      <a:lnTo>
                        <a:pt x="46" y="3"/>
                      </a:lnTo>
                      <a:lnTo>
                        <a:pt x="53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C913D89-51C4-4F9E-84CE-339A8888BD9D}"/>
                </a:ext>
              </a:extLst>
            </p:cNvPr>
            <p:cNvGrpSpPr/>
            <p:nvPr/>
          </p:nvGrpSpPr>
          <p:grpSpPr>
            <a:xfrm>
              <a:off x="1811797" y="1791124"/>
              <a:ext cx="2339288" cy="3761336"/>
              <a:chOff x="8253415" y="755650"/>
              <a:chExt cx="1125538" cy="1809750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640B4CBD-6E34-47D0-8061-41FE7160C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3415" y="755650"/>
                <a:ext cx="1125538" cy="1350963"/>
              </a:xfrm>
              <a:custGeom>
                <a:avLst/>
                <a:gdLst>
                  <a:gd name="T0" fmla="*/ 212 w 423"/>
                  <a:gd name="T1" fmla="*/ 0 h 508"/>
                  <a:gd name="T2" fmla="*/ 0 w 423"/>
                  <a:gd name="T3" fmla="*/ 212 h 508"/>
                  <a:gd name="T4" fmla="*/ 58 w 423"/>
                  <a:gd name="T5" fmla="*/ 360 h 508"/>
                  <a:gd name="T6" fmla="*/ 122 w 423"/>
                  <a:gd name="T7" fmla="*/ 508 h 508"/>
                  <a:gd name="T8" fmla="*/ 212 w 423"/>
                  <a:gd name="T9" fmla="*/ 508 h 508"/>
                  <a:gd name="T10" fmla="*/ 302 w 423"/>
                  <a:gd name="T11" fmla="*/ 508 h 508"/>
                  <a:gd name="T12" fmla="*/ 366 w 423"/>
                  <a:gd name="T13" fmla="*/ 360 h 508"/>
                  <a:gd name="T14" fmla="*/ 423 w 423"/>
                  <a:gd name="T15" fmla="*/ 213 h 508"/>
                  <a:gd name="T16" fmla="*/ 212 w 423"/>
                  <a:gd name="T17" fmla="*/ 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3" h="508">
                    <a:moveTo>
                      <a:pt x="212" y="0"/>
                    </a:moveTo>
                    <a:cubicBezTo>
                      <a:pt x="95" y="0"/>
                      <a:pt x="0" y="95"/>
                      <a:pt x="0" y="212"/>
                    </a:cubicBezTo>
                    <a:cubicBezTo>
                      <a:pt x="0" y="268"/>
                      <a:pt x="29" y="316"/>
                      <a:pt x="58" y="360"/>
                    </a:cubicBezTo>
                    <a:cubicBezTo>
                      <a:pt x="122" y="456"/>
                      <a:pt x="85" y="508"/>
                      <a:pt x="122" y="508"/>
                    </a:cubicBezTo>
                    <a:cubicBezTo>
                      <a:pt x="212" y="508"/>
                      <a:pt x="212" y="508"/>
                      <a:pt x="212" y="508"/>
                    </a:cubicBezTo>
                    <a:cubicBezTo>
                      <a:pt x="302" y="508"/>
                      <a:pt x="302" y="508"/>
                      <a:pt x="302" y="508"/>
                    </a:cubicBezTo>
                    <a:cubicBezTo>
                      <a:pt x="339" y="508"/>
                      <a:pt x="302" y="456"/>
                      <a:pt x="366" y="360"/>
                    </a:cubicBezTo>
                    <a:cubicBezTo>
                      <a:pt x="395" y="316"/>
                      <a:pt x="423" y="269"/>
                      <a:pt x="423" y="213"/>
                    </a:cubicBezTo>
                    <a:cubicBezTo>
                      <a:pt x="423" y="97"/>
                      <a:pt x="329" y="0"/>
                      <a:pt x="212" y="0"/>
                    </a:cubicBezTo>
                    <a:close/>
                  </a:path>
                </a:pathLst>
              </a:custGeom>
              <a:solidFill>
                <a:srgbClr val="FCC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CCC4AE07-31BC-46DA-93C9-2F085352F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4715" y="949325"/>
                <a:ext cx="884238" cy="1157288"/>
              </a:xfrm>
              <a:custGeom>
                <a:avLst/>
                <a:gdLst>
                  <a:gd name="T0" fmla="*/ 279 w 332"/>
                  <a:gd name="T1" fmla="*/ 0 h 435"/>
                  <a:gd name="T2" fmla="*/ 279 w 332"/>
                  <a:gd name="T3" fmla="*/ 9 h 435"/>
                  <a:gd name="T4" fmla="*/ 0 w 332"/>
                  <a:gd name="T5" fmla="*/ 355 h 435"/>
                  <a:gd name="T6" fmla="*/ 31 w 332"/>
                  <a:gd name="T7" fmla="*/ 435 h 435"/>
                  <a:gd name="T8" fmla="*/ 121 w 332"/>
                  <a:gd name="T9" fmla="*/ 435 h 435"/>
                  <a:gd name="T10" fmla="*/ 211 w 332"/>
                  <a:gd name="T11" fmla="*/ 435 h 435"/>
                  <a:gd name="T12" fmla="*/ 275 w 332"/>
                  <a:gd name="T13" fmla="*/ 287 h 435"/>
                  <a:gd name="T14" fmla="*/ 332 w 332"/>
                  <a:gd name="T15" fmla="*/ 140 h 435"/>
                  <a:gd name="T16" fmla="*/ 279 w 332"/>
                  <a:gd name="T17" fmla="*/ 0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2" h="435">
                    <a:moveTo>
                      <a:pt x="279" y="0"/>
                    </a:moveTo>
                    <a:cubicBezTo>
                      <a:pt x="279" y="3"/>
                      <a:pt x="279" y="6"/>
                      <a:pt x="279" y="9"/>
                    </a:cubicBezTo>
                    <a:cubicBezTo>
                      <a:pt x="279" y="179"/>
                      <a:pt x="160" y="321"/>
                      <a:pt x="0" y="355"/>
                    </a:cubicBezTo>
                    <a:cubicBezTo>
                      <a:pt x="16" y="407"/>
                      <a:pt x="5" y="435"/>
                      <a:pt x="31" y="435"/>
                    </a:cubicBezTo>
                    <a:cubicBezTo>
                      <a:pt x="121" y="435"/>
                      <a:pt x="121" y="435"/>
                      <a:pt x="121" y="435"/>
                    </a:cubicBezTo>
                    <a:cubicBezTo>
                      <a:pt x="211" y="435"/>
                      <a:pt x="211" y="435"/>
                      <a:pt x="211" y="435"/>
                    </a:cubicBezTo>
                    <a:cubicBezTo>
                      <a:pt x="248" y="435"/>
                      <a:pt x="211" y="383"/>
                      <a:pt x="275" y="287"/>
                    </a:cubicBezTo>
                    <a:cubicBezTo>
                      <a:pt x="304" y="243"/>
                      <a:pt x="332" y="196"/>
                      <a:pt x="332" y="140"/>
                    </a:cubicBezTo>
                    <a:cubicBezTo>
                      <a:pt x="332" y="87"/>
                      <a:pt x="312" y="37"/>
                      <a:pt x="279" y="0"/>
                    </a:cubicBezTo>
                    <a:close/>
                  </a:path>
                </a:pathLst>
              </a:custGeom>
              <a:solidFill>
                <a:srgbClr val="FBBC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B3604E61-B46E-4CD3-B891-D1BCDC266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9003" y="1428750"/>
                <a:ext cx="615950" cy="715963"/>
              </a:xfrm>
              <a:custGeom>
                <a:avLst/>
                <a:gdLst>
                  <a:gd name="T0" fmla="*/ 13 w 232"/>
                  <a:gd name="T1" fmla="*/ 38 h 269"/>
                  <a:gd name="T2" fmla="*/ 4 w 232"/>
                  <a:gd name="T3" fmla="*/ 37 h 269"/>
                  <a:gd name="T4" fmla="*/ 3 w 232"/>
                  <a:gd name="T5" fmla="*/ 46 h 269"/>
                  <a:gd name="T6" fmla="*/ 6 w 232"/>
                  <a:gd name="T7" fmla="*/ 51 h 269"/>
                  <a:gd name="T8" fmla="*/ 77 w 232"/>
                  <a:gd name="T9" fmla="*/ 265 h 269"/>
                  <a:gd name="T10" fmla="*/ 83 w 232"/>
                  <a:gd name="T11" fmla="*/ 269 h 269"/>
                  <a:gd name="T12" fmla="*/ 85 w 232"/>
                  <a:gd name="T13" fmla="*/ 269 h 269"/>
                  <a:gd name="T14" fmla="*/ 89 w 232"/>
                  <a:gd name="T15" fmla="*/ 260 h 269"/>
                  <a:gd name="T16" fmla="*/ 24 w 232"/>
                  <a:gd name="T17" fmla="*/ 63 h 269"/>
                  <a:gd name="T18" fmla="*/ 76 w 232"/>
                  <a:gd name="T19" fmla="*/ 69 h 269"/>
                  <a:gd name="T20" fmla="*/ 85 w 232"/>
                  <a:gd name="T21" fmla="*/ 64 h 269"/>
                  <a:gd name="T22" fmla="*/ 113 w 232"/>
                  <a:gd name="T23" fmla="*/ 73 h 269"/>
                  <a:gd name="T24" fmla="*/ 145 w 232"/>
                  <a:gd name="T25" fmla="*/ 62 h 269"/>
                  <a:gd name="T26" fmla="*/ 161 w 232"/>
                  <a:gd name="T27" fmla="*/ 68 h 269"/>
                  <a:gd name="T28" fmla="*/ 210 w 232"/>
                  <a:gd name="T29" fmla="*/ 65 h 269"/>
                  <a:gd name="T30" fmla="*/ 146 w 232"/>
                  <a:gd name="T31" fmla="*/ 260 h 269"/>
                  <a:gd name="T32" fmla="*/ 150 w 232"/>
                  <a:gd name="T33" fmla="*/ 269 h 269"/>
                  <a:gd name="T34" fmla="*/ 152 w 232"/>
                  <a:gd name="T35" fmla="*/ 269 h 269"/>
                  <a:gd name="T36" fmla="*/ 158 w 232"/>
                  <a:gd name="T37" fmla="*/ 265 h 269"/>
                  <a:gd name="T38" fmla="*/ 228 w 232"/>
                  <a:gd name="T39" fmla="*/ 50 h 269"/>
                  <a:gd name="T40" fmla="*/ 230 w 232"/>
                  <a:gd name="T41" fmla="*/ 48 h 269"/>
                  <a:gd name="T42" fmla="*/ 229 w 232"/>
                  <a:gd name="T43" fmla="*/ 39 h 269"/>
                  <a:gd name="T44" fmla="*/ 220 w 232"/>
                  <a:gd name="T45" fmla="*/ 40 h 269"/>
                  <a:gd name="T46" fmla="*/ 165 w 232"/>
                  <a:gd name="T47" fmla="*/ 55 h 269"/>
                  <a:gd name="T48" fmla="*/ 154 w 232"/>
                  <a:gd name="T49" fmla="*/ 52 h 269"/>
                  <a:gd name="T50" fmla="*/ 160 w 232"/>
                  <a:gd name="T51" fmla="*/ 31 h 269"/>
                  <a:gd name="T52" fmla="*/ 146 w 232"/>
                  <a:gd name="T53" fmla="*/ 3 h 269"/>
                  <a:gd name="T54" fmla="*/ 132 w 232"/>
                  <a:gd name="T55" fmla="*/ 3 h 269"/>
                  <a:gd name="T56" fmla="*/ 123 w 232"/>
                  <a:gd name="T57" fmla="*/ 32 h 269"/>
                  <a:gd name="T58" fmla="*/ 134 w 232"/>
                  <a:gd name="T59" fmla="*/ 54 h 269"/>
                  <a:gd name="T60" fmla="*/ 95 w 232"/>
                  <a:gd name="T61" fmla="*/ 55 h 269"/>
                  <a:gd name="T62" fmla="*/ 103 w 232"/>
                  <a:gd name="T63" fmla="*/ 32 h 269"/>
                  <a:gd name="T64" fmla="*/ 92 w 232"/>
                  <a:gd name="T65" fmla="*/ 4 h 269"/>
                  <a:gd name="T66" fmla="*/ 77 w 232"/>
                  <a:gd name="T67" fmla="*/ 4 h 269"/>
                  <a:gd name="T68" fmla="*/ 66 w 232"/>
                  <a:gd name="T69" fmla="*/ 32 h 269"/>
                  <a:gd name="T70" fmla="*/ 75 w 232"/>
                  <a:gd name="T71" fmla="*/ 55 h 269"/>
                  <a:gd name="T72" fmla="*/ 72 w 232"/>
                  <a:gd name="T73" fmla="*/ 56 h 269"/>
                  <a:gd name="T74" fmla="*/ 13 w 232"/>
                  <a:gd name="T75" fmla="*/ 38 h 269"/>
                  <a:gd name="T76" fmla="*/ 140 w 232"/>
                  <a:gd name="T77" fmla="*/ 14 h 269"/>
                  <a:gd name="T78" fmla="*/ 140 w 232"/>
                  <a:gd name="T79" fmla="*/ 14 h 269"/>
                  <a:gd name="T80" fmla="*/ 140 w 232"/>
                  <a:gd name="T81" fmla="*/ 14 h 269"/>
                  <a:gd name="T82" fmla="*/ 147 w 232"/>
                  <a:gd name="T83" fmla="*/ 32 h 269"/>
                  <a:gd name="T84" fmla="*/ 143 w 232"/>
                  <a:gd name="T85" fmla="*/ 45 h 269"/>
                  <a:gd name="T86" fmla="*/ 136 w 232"/>
                  <a:gd name="T87" fmla="*/ 31 h 269"/>
                  <a:gd name="T88" fmla="*/ 140 w 232"/>
                  <a:gd name="T89" fmla="*/ 14 h 269"/>
                  <a:gd name="T90" fmla="*/ 84 w 232"/>
                  <a:gd name="T91" fmla="*/ 15 h 269"/>
                  <a:gd name="T92" fmla="*/ 84 w 232"/>
                  <a:gd name="T93" fmla="*/ 15 h 269"/>
                  <a:gd name="T94" fmla="*/ 85 w 232"/>
                  <a:gd name="T95" fmla="*/ 16 h 269"/>
                  <a:gd name="T96" fmla="*/ 89 w 232"/>
                  <a:gd name="T97" fmla="*/ 31 h 269"/>
                  <a:gd name="T98" fmla="*/ 85 w 232"/>
                  <a:gd name="T99" fmla="*/ 47 h 269"/>
                  <a:gd name="T100" fmla="*/ 79 w 232"/>
                  <a:gd name="T101" fmla="*/ 31 h 269"/>
                  <a:gd name="T102" fmla="*/ 84 w 232"/>
                  <a:gd name="T103" fmla="*/ 15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32" h="269">
                    <a:moveTo>
                      <a:pt x="13" y="38"/>
                    </a:moveTo>
                    <a:cubicBezTo>
                      <a:pt x="11" y="35"/>
                      <a:pt x="6" y="35"/>
                      <a:pt x="4" y="37"/>
                    </a:cubicBezTo>
                    <a:cubicBezTo>
                      <a:pt x="1" y="39"/>
                      <a:pt x="0" y="44"/>
                      <a:pt x="3" y="46"/>
                    </a:cubicBezTo>
                    <a:cubicBezTo>
                      <a:pt x="4" y="48"/>
                      <a:pt x="5" y="49"/>
                      <a:pt x="6" y="51"/>
                    </a:cubicBezTo>
                    <a:cubicBezTo>
                      <a:pt x="77" y="265"/>
                      <a:pt x="77" y="265"/>
                      <a:pt x="77" y="265"/>
                    </a:cubicBezTo>
                    <a:cubicBezTo>
                      <a:pt x="77" y="267"/>
                      <a:pt x="80" y="269"/>
                      <a:pt x="83" y="269"/>
                    </a:cubicBezTo>
                    <a:cubicBezTo>
                      <a:pt x="83" y="269"/>
                      <a:pt x="84" y="269"/>
                      <a:pt x="85" y="269"/>
                    </a:cubicBezTo>
                    <a:cubicBezTo>
                      <a:pt x="88" y="268"/>
                      <a:pt x="90" y="264"/>
                      <a:pt x="89" y="260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40" y="70"/>
                      <a:pt x="60" y="74"/>
                      <a:pt x="76" y="69"/>
                    </a:cubicBezTo>
                    <a:cubicBezTo>
                      <a:pt x="79" y="68"/>
                      <a:pt x="82" y="66"/>
                      <a:pt x="85" y="64"/>
                    </a:cubicBezTo>
                    <a:cubicBezTo>
                      <a:pt x="93" y="70"/>
                      <a:pt x="103" y="73"/>
                      <a:pt x="113" y="73"/>
                    </a:cubicBezTo>
                    <a:cubicBezTo>
                      <a:pt x="125" y="73"/>
                      <a:pt x="136" y="69"/>
                      <a:pt x="145" y="62"/>
                    </a:cubicBezTo>
                    <a:cubicBezTo>
                      <a:pt x="150" y="64"/>
                      <a:pt x="155" y="67"/>
                      <a:pt x="161" y="68"/>
                    </a:cubicBezTo>
                    <a:cubicBezTo>
                      <a:pt x="180" y="73"/>
                      <a:pt x="196" y="72"/>
                      <a:pt x="210" y="65"/>
                    </a:cubicBezTo>
                    <a:cubicBezTo>
                      <a:pt x="146" y="260"/>
                      <a:pt x="146" y="260"/>
                      <a:pt x="146" y="260"/>
                    </a:cubicBezTo>
                    <a:cubicBezTo>
                      <a:pt x="144" y="264"/>
                      <a:pt x="146" y="268"/>
                      <a:pt x="150" y="269"/>
                    </a:cubicBezTo>
                    <a:cubicBezTo>
                      <a:pt x="150" y="269"/>
                      <a:pt x="151" y="269"/>
                      <a:pt x="152" y="269"/>
                    </a:cubicBezTo>
                    <a:cubicBezTo>
                      <a:pt x="155" y="269"/>
                      <a:pt x="157" y="267"/>
                      <a:pt x="158" y="265"/>
                    </a:cubicBezTo>
                    <a:cubicBezTo>
                      <a:pt x="228" y="50"/>
                      <a:pt x="228" y="50"/>
                      <a:pt x="228" y="50"/>
                    </a:cubicBezTo>
                    <a:cubicBezTo>
                      <a:pt x="229" y="50"/>
                      <a:pt x="230" y="49"/>
                      <a:pt x="230" y="48"/>
                    </a:cubicBezTo>
                    <a:cubicBezTo>
                      <a:pt x="232" y="45"/>
                      <a:pt x="232" y="41"/>
                      <a:pt x="229" y="39"/>
                    </a:cubicBezTo>
                    <a:cubicBezTo>
                      <a:pt x="226" y="37"/>
                      <a:pt x="222" y="37"/>
                      <a:pt x="220" y="40"/>
                    </a:cubicBezTo>
                    <a:cubicBezTo>
                      <a:pt x="207" y="56"/>
                      <a:pt x="189" y="62"/>
                      <a:pt x="165" y="55"/>
                    </a:cubicBezTo>
                    <a:cubicBezTo>
                      <a:pt x="162" y="55"/>
                      <a:pt x="158" y="54"/>
                      <a:pt x="154" y="52"/>
                    </a:cubicBezTo>
                    <a:cubicBezTo>
                      <a:pt x="158" y="46"/>
                      <a:pt x="160" y="38"/>
                      <a:pt x="160" y="31"/>
                    </a:cubicBezTo>
                    <a:cubicBezTo>
                      <a:pt x="159" y="17"/>
                      <a:pt x="154" y="7"/>
                      <a:pt x="146" y="3"/>
                    </a:cubicBezTo>
                    <a:cubicBezTo>
                      <a:pt x="142" y="0"/>
                      <a:pt x="137" y="0"/>
                      <a:pt x="132" y="3"/>
                    </a:cubicBezTo>
                    <a:cubicBezTo>
                      <a:pt x="125" y="8"/>
                      <a:pt x="122" y="18"/>
                      <a:pt x="123" y="32"/>
                    </a:cubicBezTo>
                    <a:cubicBezTo>
                      <a:pt x="124" y="40"/>
                      <a:pt x="127" y="48"/>
                      <a:pt x="134" y="54"/>
                    </a:cubicBezTo>
                    <a:cubicBezTo>
                      <a:pt x="123" y="61"/>
                      <a:pt x="107" y="61"/>
                      <a:pt x="95" y="55"/>
                    </a:cubicBezTo>
                    <a:cubicBezTo>
                      <a:pt x="99" y="49"/>
                      <a:pt x="102" y="41"/>
                      <a:pt x="103" y="32"/>
                    </a:cubicBezTo>
                    <a:cubicBezTo>
                      <a:pt x="103" y="19"/>
                      <a:pt x="99" y="9"/>
                      <a:pt x="92" y="4"/>
                    </a:cubicBezTo>
                    <a:cubicBezTo>
                      <a:pt x="87" y="1"/>
                      <a:pt x="82" y="1"/>
                      <a:pt x="77" y="4"/>
                    </a:cubicBezTo>
                    <a:cubicBezTo>
                      <a:pt x="70" y="8"/>
                      <a:pt x="65" y="18"/>
                      <a:pt x="66" y="32"/>
                    </a:cubicBezTo>
                    <a:cubicBezTo>
                      <a:pt x="66" y="40"/>
                      <a:pt x="69" y="48"/>
                      <a:pt x="75" y="55"/>
                    </a:cubicBezTo>
                    <a:cubicBezTo>
                      <a:pt x="74" y="56"/>
                      <a:pt x="73" y="56"/>
                      <a:pt x="72" y="56"/>
                    </a:cubicBezTo>
                    <a:cubicBezTo>
                      <a:pt x="52" y="63"/>
                      <a:pt x="23" y="52"/>
                      <a:pt x="13" y="38"/>
                    </a:cubicBezTo>
                    <a:close/>
                    <a:moveTo>
                      <a:pt x="140" y="14"/>
                    </a:moveTo>
                    <a:cubicBezTo>
                      <a:pt x="140" y="14"/>
                      <a:pt x="140" y="14"/>
                      <a:pt x="140" y="14"/>
                    </a:cubicBezTo>
                    <a:cubicBezTo>
                      <a:pt x="140" y="14"/>
                      <a:pt x="140" y="14"/>
                      <a:pt x="140" y="14"/>
                    </a:cubicBezTo>
                    <a:cubicBezTo>
                      <a:pt x="142" y="15"/>
                      <a:pt x="146" y="20"/>
                      <a:pt x="147" y="32"/>
                    </a:cubicBezTo>
                    <a:cubicBezTo>
                      <a:pt x="147" y="36"/>
                      <a:pt x="145" y="41"/>
                      <a:pt x="143" y="45"/>
                    </a:cubicBezTo>
                    <a:cubicBezTo>
                      <a:pt x="139" y="41"/>
                      <a:pt x="137" y="37"/>
                      <a:pt x="136" y="31"/>
                    </a:cubicBezTo>
                    <a:cubicBezTo>
                      <a:pt x="135" y="21"/>
                      <a:pt x="138" y="15"/>
                      <a:pt x="140" y="14"/>
                    </a:cubicBezTo>
                    <a:close/>
                    <a:moveTo>
                      <a:pt x="84" y="15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84" y="15"/>
                      <a:pt x="85" y="15"/>
                      <a:pt x="85" y="16"/>
                    </a:cubicBezTo>
                    <a:cubicBezTo>
                      <a:pt x="87" y="17"/>
                      <a:pt x="90" y="21"/>
                      <a:pt x="89" y="31"/>
                    </a:cubicBezTo>
                    <a:cubicBezTo>
                      <a:pt x="89" y="37"/>
                      <a:pt x="88" y="43"/>
                      <a:pt x="85" y="47"/>
                    </a:cubicBezTo>
                    <a:cubicBezTo>
                      <a:pt x="81" y="42"/>
                      <a:pt x="79" y="37"/>
                      <a:pt x="79" y="31"/>
                    </a:cubicBezTo>
                    <a:cubicBezTo>
                      <a:pt x="79" y="21"/>
                      <a:pt x="82" y="16"/>
                      <a:pt x="84" y="15"/>
                    </a:cubicBezTo>
                    <a:close/>
                  </a:path>
                </a:pathLst>
              </a:custGeom>
              <a:solidFill>
                <a:srgbClr val="3B59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DEF84554-B1B2-4D69-BD07-1DB232305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2703" y="1527175"/>
                <a:ext cx="222250" cy="579438"/>
              </a:xfrm>
              <a:custGeom>
                <a:avLst/>
                <a:gdLst>
                  <a:gd name="T0" fmla="*/ 62 w 84"/>
                  <a:gd name="T1" fmla="*/ 28 h 218"/>
                  <a:gd name="T2" fmla="*/ 0 w 84"/>
                  <a:gd name="T3" fmla="*/ 218 h 218"/>
                  <a:gd name="T4" fmla="*/ 13 w 84"/>
                  <a:gd name="T5" fmla="*/ 218 h 218"/>
                  <a:gd name="T6" fmla="*/ 80 w 84"/>
                  <a:gd name="T7" fmla="*/ 13 h 218"/>
                  <a:gd name="T8" fmla="*/ 82 w 84"/>
                  <a:gd name="T9" fmla="*/ 11 h 218"/>
                  <a:gd name="T10" fmla="*/ 81 w 84"/>
                  <a:gd name="T11" fmla="*/ 2 h 218"/>
                  <a:gd name="T12" fmla="*/ 72 w 84"/>
                  <a:gd name="T13" fmla="*/ 3 h 218"/>
                  <a:gd name="T14" fmla="*/ 43 w 84"/>
                  <a:gd name="T15" fmla="*/ 20 h 218"/>
                  <a:gd name="T16" fmla="*/ 31 w 84"/>
                  <a:gd name="T17" fmla="*/ 34 h 218"/>
                  <a:gd name="T18" fmla="*/ 62 w 84"/>
                  <a:gd name="T19" fmla="*/ 2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218">
                    <a:moveTo>
                      <a:pt x="62" y="28"/>
                    </a:moveTo>
                    <a:cubicBezTo>
                      <a:pt x="0" y="218"/>
                      <a:pt x="0" y="218"/>
                      <a:pt x="0" y="218"/>
                    </a:cubicBezTo>
                    <a:cubicBezTo>
                      <a:pt x="13" y="218"/>
                      <a:pt x="13" y="218"/>
                      <a:pt x="13" y="218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1" y="13"/>
                      <a:pt x="82" y="12"/>
                      <a:pt x="82" y="11"/>
                    </a:cubicBezTo>
                    <a:cubicBezTo>
                      <a:pt x="84" y="8"/>
                      <a:pt x="84" y="4"/>
                      <a:pt x="81" y="2"/>
                    </a:cubicBezTo>
                    <a:cubicBezTo>
                      <a:pt x="78" y="0"/>
                      <a:pt x="74" y="0"/>
                      <a:pt x="72" y="3"/>
                    </a:cubicBezTo>
                    <a:cubicBezTo>
                      <a:pt x="64" y="13"/>
                      <a:pt x="55" y="18"/>
                      <a:pt x="43" y="20"/>
                    </a:cubicBezTo>
                    <a:cubicBezTo>
                      <a:pt x="39" y="25"/>
                      <a:pt x="35" y="29"/>
                      <a:pt x="31" y="34"/>
                    </a:cubicBezTo>
                    <a:cubicBezTo>
                      <a:pt x="42" y="34"/>
                      <a:pt x="53" y="33"/>
                      <a:pt x="62" y="28"/>
                    </a:cubicBezTo>
                    <a:close/>
                  </a:path>
                </a:pathLst>
              </a:custGeom>
              <a:solidFill>
                <a:srgbClr val="2547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BC6E969D-9249-423D-A9FE-165B5ECCF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3303" y="1846263"/>
                <a:ext cx="115888" cy="260350"/>
              </a:xfrm>
              <a:custGeom>
                <a:avLst/>
                <a:gdLst>
                  <a:gd name="T0" fmla="*/ 44 w 44"/>
                  <a:gd name="T1" fmla="*/ 98 h 98"/>
                  <a:gd name="T2" fmla="*/ 12 w 44"/>
                  <a:gd name="T3" fmla="*/ 0 h 98"/>
                  <a:gd name="T4" fmla="*/ 0 w 44"/>
                  <a:gd name="T5" fmla="*/ 5 h 98"/>
                  <a:gd name="T6" fmla="*/ 30 w 44"/>
                  <a:gd name="T7" fmla="*/ 98 h 98"/>
                  <a:gd name="T8" fmla="*/ 44 w 44"/>
                  <a:gd name="T9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98">
                    <a:moveTo>
                      <a:pt x="44" y="98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8" y="1"/>
                      <a:pt x="4" y="3"/>
                      <a:pt x="0" y="5"/>
                    </a:cubicBezTo>
                    <a:cubicBezTo>
                      <a:pt x="30" y="98"/>
                      <a:pt x="30" y="98"/>
                      <a:pt x="30" y="98"/>
                    </a:cubicBezTo>
                    <a:lnTo>
                      <a:pt x="44" y="98"/>
                    </a:lnTo>
                    <a:close/>
                  </a:path>
                </a:pathLst>
              </a:custGeom>
              <a:solidFill>
                <a:srgbClr val="2547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57FDD6AF-1E70-47E5-A14B-87F3B8091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2503" y="2106613"/>
                <a:ext cx="485775" cy="223838"/>
              </a:xfrm>
              <a:custGeom>
                <a:avLst/>
                <a:gdLst>
                  <a:gd name="T0" fmla="*/ 166 w 183"/>
                  <a:gd name="T1" fmla="*/ 0 h 84"/>
                  <a:gd name="T2" fmla="*/ 17 w 183"/>
                  <a:gd name="T3" fmla="*/ 0 h 84"/>
                  <a:gd name="T4" fmla="*/ 2 w 183"/>
                  <a:gd name="T5" fmla="*/ 24 h 84"/>
                  <a:gd name="T6" fmla="*/ 17 w 183"/>
                  <a:gd name="T7" fmla="*/ 49 h 84"/>
                  <a:gd name="T8" fmla="*/ 67 w 183"/>
                  <a:gd name="T9" fmla="*/ 49 h 84"/>
                  <a:gd name="T10" fmla="*/ 13 w 183"/>
                  <a:gd name="T11" fmla="*/ 59 h 84"/>
                  <a:gd name="T12" fmla="*/ 3 w 183"/>
                  <a:gd name="T13" fmla="*/ 75 h 84"/>
                  <a:gd name="T14" fmla="*/ 17 w 183"/>
                  <a:gd name="T15" fmla="*/ 84 h 84"/>
                  <a:gd name="T16" fmla="*/ 22 w 183"/>
                  <a:gd name="T17" fmla="*/ 82 h 84"/>
                  <a:gd name="T18" fmla="*/ 171 w 183"/>
                  <a:gd name="T19" fmla="*/ 33 h 84"/>
                  <a:gd name="T20" fmla="*/ 182 w 183"/>
                  <a:gd name="T21" fmla="*/ 14 h 84"/>
                  <a:gd name="T22" fmla="*/ 166 w 183"/>
                  <a:gd name="T2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4">
                    <a:moveTo>
                      <a:pt x="16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9" y="0"/>
                      <a:pt x="2" y="16"/>
                      <a:pt x="2" y="24"/>
                    </a:cubicBezTo>
                    <a:cubicBezTo>
                      <a:pt x="2" y="33"/>
                      <a:pt x="9" y="49"/>
                      <a:pt x="17" y="49"/>
                    </a:cubicBezTo>
                    <a:cubicBezTo>
                      <a:pt x="67" y="49"/>
                      <a:pt x="67" y="49"/>
                      <a:pt x="67" y="49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4" y="62"/>
                      <a:pt x="0" y="67"/>
                      <a:pt x="3" y="75"/>
                    </a:cubicBezTo>
                    <a:cubicBezTo>
                      <a:pt x="5" y="82"/>
                      <a:pt x="11" y="84"/>
                      <a:pt x="17" y="84"/>
                    </a:cubicBezTo>
                    <a:cubicBezTo>
                      <a:pt x="19" y="84"/>
                      <a:pt x="21" y="83"/>
                      <a:pt x="22" y="82"/>
                    </a:cubicBezTo>
                    <a:cubicBezTo>
                      <a:pt x="171" y="33"/>
                      <a:pt x="171" y="33"/>
                      <a:pt x="171" y="33"/>
                    </a:cubicBezTo>
                    <a:cubicBezTo>
                      <a:pt x="178" y="31"/>
                      <a:pt x="183" y="22"/>
                      <a:pt x="182" y="14"/>
                    </a:cubicBezTo>
                    <a:cubicBezTo>
                      <a:pt x="181" y="7"/>
                      <a:pt x="174" y="0"/>
                      <a:pt x="166" y="0"/>
                    </a:cubicBezTo>
                    <a:close/>
                  </a:path>
                </a:pathLst>
              </a:custGeom>
              <a:solidFill>
                <a:srgbClr val="2547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22BCE363-9DCE-47B8-B074-34BC0304F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5678" y="2235200"/>
                <a:ext cx="485775" cy="330200"/>
              </a:xfrm>
              <a:custGeom>
                <a:avLst/>
                <a:gdLst>
                  <a:gd name="T0" fmla="*/ 165 w 183"/>
                  <a:gd name="T1" fmla="*/ 62 h 124"/>
                  <a:gd name="T2" fmla="*/ 115 w 183"/>
                  <a:gd name="T3" fmla="*/ 62 h 124"/>
                  <a:gd name="T4" fmla="*/ 170 w 183"/>
                  <a:gd name="T5" fmla="*/ 38 h 124"/>
                  <a:gd name="T6" fmla="*/ 180 w 183"/>
                  <a:gd name="T7" fmla="*/ 14 h 124"/>
                  <a:gd name="T8" fmla="*/ 160 w 183"/>
                  <a:gd name="T9" fmla="*/ 3 h 124"/>
                  <a:gd name="T10" fmla="*/ 12 w 183"/>
                  <a:gd name="T11" fmla="*/ 50 h 124"/>
                  <a:gd name="T12" fmla="*/ 1 w 183"/>
                  <a:gd name="T13" fmla="*/ 70 h 124"/>
                  <a:gd name="T14" fmla="*/ 16 w 183"/>
                  <a:gd name="T15" fmla="*/ 87 h 124"/>
                  <a:gd name="T16" fmla="*/ 30 w 183"/>
                  <a:gd name="T17" fmla="*/ 87 h 124"/>
                  <a:gd name="T18" fmla="*/ 54 w 183"/>
                  <a:gd name="T19" fmla="*/ 124 h 124"/>
                  <a:gd name="T20" fmla="*/ 127 w 183"/>
                  <a:gd name="T21" fmla="*/ 124 h 124"/>
                  <a:gd name="T22" fmla="*/ 151 w 183"/>
                  <a:gd name="T23" fmla="*/ 87 h 124"/>
                  <a:gd name="T24" fmla="*/ 165 w 183"/>
                  <a:gd name="T25" fmla="*/ 87 h 124"/>
                  <a:gd name="T26" fmla="*/ 181 w 183"/>
                  <a:gd name="T27" fmla="*/ 75 h 124"/>
                  <a:gd name="T28" fmla="*/ 165 w 183"/>
                  <a:gd name="T29" fmla="*/ 6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3" h="124">
                    <a:moveTo>
                      <a:pt x="165" y="62"/>
                    </a:moveTo>
                    <a:cubicBezTo>
                      <a:pt x="115" y="62"/>
                      <a:pt x="115" y="62"/>
                      <a:pt x="115" y="62"/>
                    </a:cubicBezTo>
                    <a:cubicBezTo>
                      <a:pt x="170" y="38"/>
                      <a:pt x="170" y="38"/>
                      <a:pt x="170" y="38"/>
                    </a:cubicBezTo>
                    <a:cubicBezTo>
                      <a:pt x="178" y="35"/>
                      <a:pt x="183" y="23"/>
                      <a:pt x="180" y="14"/>
                    </a:cubicBezTo>
                    <a:cubicBezTo>
                      <a:pt x="177" y="6"/>
                      <a:pt x="169" y="0"/>
                      <a:pt x="160" y="3"/>
                    </a:cubicBezTo>
                    <a:cubicBezTo>
                      <a:pt x="12" y="50"/>
                      <a:pt x="12" y="50"/>
                      <a:pt x="12" y="50"/>
                    </a:cubicBezTo>
                    <a:cubicBezTo>
                      <a:pt x="4" y="52"/>
                      <a:pt x="0" y="63"/>
                      <a:pt x="1" y="70"/>
                    </a:cubicBezTo>
                    <a:cubicBezTo>
                      <a:pt x="2" y="78"/>
                      <a:pt x="9" y="87"/>
                      <a:pt x="16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127" y="124"/>
                      <a:pt x="127" y="124"/>
                      <a:pt x="127" y="124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65" y="87"/>
                      <a:pt x="165" y="87"/>
                      <a:pt x="165" y="87"/>
                    </a:cubicBezTo>
                    <a:cubicBezTo>
                      <a:pt x="174" y="87"/>
                      <a:pt x="181" y="83"/>
                      <a:pt x="181" y="75"/>
                    </a:cubicBezTo>
                    <a:cubicBezTo>
                      <a:pt x="181" y="66"/>
                      <a:pt x="174" y="62"/>
                      <a:pt x="165" y="62"/>
                    </a:cubicBezTo>
                    <a:close/>
                  </a:path>
                </a:pathLst>
              </a:custGeom>
              <a:solidFill>
                <a:srgbClr val="2547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" name="千图PPT彼岸天：ID 8661124库_空心符 4">
            <a:extLst>
              <a:ext uri="{FF2B5EF4-FFF2-40B4-BE49-F238E27FC236}">
                <a16:creationId xmlns:a16="http://schemas.microsoft.com/office/drawing/2014/main" id="{A1CC35BD-953E-4E21-9A82-BC968777CC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980408" y="1391756"/>
            <a:ext cx="4464496" cy="4464496"/>
          </a:xfrm>
          <a:prstGeom prst="blockArc">
            <a:avLst>
              <a:gd name="adj1" fmla="val 10800000"/>
              <a:gd name="adj2" fmla="val 523590"/>
              <a:gd name="adj3" fmla="val 23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chemeClr val="accent1">
                  <a:alpha val="23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27" name="千图PPT彼岸天：ID 8661124库_组合 126">
            <a:extLst>
              <a:ext uri="{FF2B5EF4-FFF2-40B4-BE49-F238E27FC236}">
                <a16:creationId xmlns:a16="http://schemas.microsoft.com/office/drawing/2014/main" id="{A4E3DEF6-E56F-48A2-8E4D-6F57CA77F8D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027656" y="4585394"/>
            <a:ext cx="6474981" cy="654628"/>
            <a:chOff x="5027656" y="4585394"/>
            <a:chExt cx="6474981" cy="654628"/>
          </a:xfrm>
        </p:grpSpPr>
        <p:sp>
          <p:nvSpPr>
            <p:cNvPr id="21" name="文本框 107">
              <a:extLst>
                <a:ext uri="{FF2B5EF4-FFF2-40B4-BE49-F238E27FC236}">
                  <a16:creationId xmlns:a16="http://schemas.microsoft.com/office/drawing/2014/main" id="{BE3CDA1A-EFD2-4E12-B93D-A5CA63E4A412}"/>
                </a:ext>
              </a:extLst>
            </p:cNvPr>
            <p:cNvSpPr txBox="1"/>
            <p:nvPr/>
          </p:nvSpPr>
          <p:spPr>
            <a:xfrm>
              <a:off x="5280552" y="4585394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22" name="文本框 108">
              <a:extLst>
                <a:ext uri="{FF2B5EF4-FFF2-40B4-BE49-F238E27FC236}">
                  <a16:creationId xmlns:a16="http://schemas.microsoft.com/office/drawing/2014/main" id="{4462543B-F89D-410B-B5AF-D68A1D61C491}"/>
                </a:ext>
              </a:extLst>
            </p:cNvPr>
            <p:cNvSpPr txBox="1"/>
            <p:nvPr/>
          </p:nvSpPr>
          <p:spPr>
            <a:xfrm>
              <a:off x="5280552" y="4861759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15" name="文本框 114">
              <a:extLst>
                <a:ext uri="{FF2B5EF4-FFF2-40B4-BE49-F238E27FC236}">
                  <a16:creationId xmlns:a16="http://schemas.microsoft.com/office/drawing/2014/main" id="{FEE5546D-51F4-4405-A2E8-FA9514683E77}"/>
                </a:ext>
              </a:extLst>
            </p:cNvPr>
            <p:cNvSpPr txBox="1"/>
            <p:nvPr/>
          </p:nvSpPr>
          <p:spPr>
            <a:xfrm>
              <a:off x="8539306" y="4585394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</a:rPr>
                <a:t>输入标题文本</a:t>
              </a:r>
            </a:p>
          </p:txBody>
        </p:sp>
        <p:sp>
          <p:nvSpPr>
            <p:cNvPr id="16" name="文本框 115">
              <a:extLst>
                <a:ext uri="{FF2B5EF4-FFF2-40B4-BE49-F238E27FC236}">
                  <a16:creationId xmlns:a16="http://schemas.microsoft.com/office/drawing/2014/main" id="{783D12D2-F6D1-4F5B-8D83-CE7F6621E454}"/>
                </a:ext>
              </a:extLst>
            </p:cNvPr>
            <p:cNvSpPr txBox="1"/>
            <p:nvPr/>
          </p:nvSpPr>
          <p:spPr>
            <a:xfrm>
              <a:off x="8539306" y="4861759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FD709CC-E7EF-4496-A363-3CD28983A42B}"/>
                </a:ext>
              </a:extLst>
            </p:cNvPr>
            <p:cNvSpPr/>
            <p:nvPr/>
          </p:nvSpPr>
          <p:spPr>
            <a:xfrm>
              <a:off x="5027656" y="4625899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3D156A62-687D-4548-9C3C-781D819ABAD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683105" y="1926131"/>
            <a:ext cx="6819532" cy="998818"/>
            <a:chOff x="4683105" y="1926131"/>
            <a:chExt cx="6819532" cy="998818"/>
          </a:xfrm>
        </p:grpSpPr>
        <p:sp>
          <p:nvSpPr>
            <p:cNvPr id="19" name="文本框 105">
              <a:extLst>
                <a:ext uri="{FF2B5EF4-FFF2-40B4-BE49-F238E27FC236}">
                  <a16:creationId xmlns:a16="http://schemas.microsoft.com/office/drawing/2014/main" id="{3C47C57E-5C2B-4DB7-84F9-FE8EB2368814}"/>
                </a:ext>
              </a:extLst>
            </p:cNvPr>
            <p:cNvSpPr txBox="1"/>
            <p:nvPr/>
          </p:nvSpPr>
          <p:spPr>
            <a:xfrm>
              <a:off x="5280552" y="1968292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20" name="文本框 106">
              <a:extLst>
                <a:ext uri="{FF2B5EF4-FFF2-40B4-BE49-F238E27FC236}">
                  <a16:creationId xmlns:a16="http://schemas.microsoft.com/office/drawing/2014/main" id="{46AD7772-8A7D-4189-AFB2-06D399D47258}"/>
                </a:ext>
              </a:extLst>
            </p:cNvPr>
            <p:cNvSpPr txBox="1"/>
            <p:nvPr/>
          </p:nvSpPr>
          <p:spPr>
            <a:xfrm>
              <a:off x="5280552" y="2244655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13" name="文本框 112">
              <a:extLst>
                <a:ext uri="{FF2B5EF4-FFF2-40B4-BE49-F238E27FC236}">
                  <a16:creationId xmlns:a16="http://schemas.microsoft.com/office/drawing/2014/main" id="{4082EA19-BEE5-4FBE-8CCA-02D340B20BA1}"/>
                </a:ext>
              </a:extLst>
            </p:cNvPr>
            <p:cNvSpPr txBox="1"/>
            <p:nvPr/>
          </p:nvSpPr>
          <p:spPr>
            <a:xfrm>
              <a:off x="8539306" y="1968292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</a:rPr>
                <a:t>输入标题文本</a:t>
              </a:r>
            </a:p>
          </p:txBody>
        </p:sp>
        <p:sp>
          <p:nvSpPr>
            <p:cNvPr id="14" name="文本框 113">
              <a:extLst>
                <a:ext uri="{FF2B5EF4-FFF2-40B4-BE49-F238E27FC236}">
                  <a16:creationId xmlns:a16="http://schemas.microsoft.com/office/drawing/2014/main" id="{1B08CD83-4A5D-42D4-B290-7DC6C6F6370B}"/>
                </a:ext>
              </a:extLst>
            </p:cNvPr>
            <p:cNvSpPr txBox="1"/>
            <p:nvPr/>
          </p:nvSpPr>
          <p:spPr>
            <a:xfrm>
              <a:off x="8539306" y="2244655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408469E-F58E-47E5-8805-FE7313ADF1F0}"/>
                </a:ext>
              </a:extLst>
            </p:cNvPr>
            <p:cNvSpPr/>
            <p:nvPr/>
          </p:nvSpPr>
          <p:spPr>
            <a:xfrm>
              <a:off x="4683105" y="1926131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8E390A0-0E0D-4EAF-8029-417E80904F98}"/>
                </a:ext>
              </a:extLst>
            </p:cNvPr>
            <p:cNvCxnSpPr/>
            <p:nvPr/>
          </p:nvCxnSpPr>
          <p:spPr>
            <a:xfrm>
              <a:off x="5531267" y="2924949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千图PPT彼岸天：ID 8661124库_组合 125">
            <a:extLst>
              <a:ext uri="{FF2B5EF4-FFF2-40B4-BE49-F238E27FC236}">
                <a16:creationId xmlns:a16="http://schemas.microsoft.com/office/drawing/2014/main" id="{2F937B92-2083-4CB4-A7C0-6050049A88F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59657" y="3270801"/>
            <a:ext cx="6142977" cy="977339"/>
            <a:chOff x="5359657" y="3270801"/>
            <a:chExt cx="6142977" cy="977339"/>
          </a:xfrm>
        </p:grpSpPr>
        <p:sp>
          <p:nvSpPr>
            <p:cNvPr id="23" name="文本框 109">
              <a:extLst>
                <a:ext uri="{FF2B5EF4-FFF2-40B4-BE49-F238E27FC236}">
                  <a16:creationId xmlns:a16="http://schemas.microsoft.com/office/drawing/2014/main" id="{EF934D44-A83B-4F1A-B58C-23CAE4607520}"/>
                </a:ext>
              </a:extLst>
            </p:cNvPr>
            <p:cNvSpPr txBox="1"/>
            <p:nvPr/>
          </p:nvSpPr>
          <p:spPr>
            <a:xfrm>
              <a:off x="5890518" y="3270801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24" name="文本框 110">
              <a:extLst>
                <a:ext uri="{FF2B5EF4-FFF2-40B4-BE49-F238E27FC236}">
                  <a16:creationId xmlns:a16="http://schemas.microsoft.com/office/drawing/2014/main" id="{A3D5EDA8-A296-44FC-B4C4-B1137473258E}"/>
                </a:ext>
              </a:extLst>
            </p:cNvPr>
            <p:cNvSpPr txBox="1"/>
            <p:nvPr/>
          </p:nvSpPr>
          <p:spPr>
            <a:xfrm>
              <a:off x="5890518" y="3547164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17" name="文本框 116">
              <a:extLst>
                <a:ext uri="{FF2B5EF4-FFF2-40B4-BE49-F238E27FC236}">
                  <a16:creationId xmlns:a16="http://schemas.microsoft.com/office/drawing/2014/main" id="{E66D4636-260B-4588-80C1-7E0E1AD30C00}"/>
                </a:ext>
              </a:extLst>
            </p:cNvPr>
            <p:cNvSpPr txBox="1"/>
            <p:nvPr/>
          </p:nvSpPr>
          <p:spPr>
            <a:xfrm>
              <a:off x="9149272" y="3270801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</a:rPr>
                <a:t>输入标题文本</a:t>
              </a:r>
            </a:p>
          </p:txBody>
        </p:sp>
        <p:sp>
          <p:nvSpPr>
            <p:cNvPr id="18" name="文本框 117">
              <a:extLst>
                <a:ext uri="{FF2B5EF4-FFF2-40B4-BE49-F238E27FC236}">
                  <a16:creationId xmlns:a16="http://schemas.microsoft.com/office/drawing/2014/main" id="{4AED3C9A-A528-4DC3-9D59-991BF523F39C}"/>
                </a:ext>
              </a:extLst>
            </p:cNvPr>
            <p:cNvSpPr txBox="1"/>
            <p:nvPr/>
          </p:nvSpPr>
          <p:spPr>
            <a:xfrm>
              <a:off x="9149272" y="3547164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请替换文字内容复制你的内容到此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1000" b="0" i="0" u="none" strike="noStrike" cap="none" baseline="0" dirty="0"/>
                <a:t>千图网</a:t>
              </a:r>
              <a:r>
                <a:rPr lang="en-US" altLang="zh-CN" sz="1000" b="0" i="0" u="none" strike="noStrike" cap="none" baseline="0" dirty="0"/>
                <a:t>58PIC.COM</a:t>
              </a:r>
              <a:endParaRPr lang="zh-CN" altLang="en-US" sz="1000" b="0" i="0" u="none" strike="noStrike" cap="none" baseline="0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E9B415B-E051-4A4C-A914-D3B729250ACD}"/>
                </a:ext>
              </a:extLst>
            </p:cNvPr>
            <p:cNvSpPr/>
            <p:nvPr/>
          </p:nvSpPr>
          <p:spPr>
            <a:xfrm>
              <a:off x="5359657" y="3292328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0820CBC-0BAF-4FEA-85D8-0DACD1075C5C}"/>
                </a:ext>
              </a:extLst>
            </p:cNvPr>
            <p:cNvCxnSpPr/>
            <p:nvPr/>
          </p:nvCxnSpPr>
          <p:spPr>
            <a:xfrm>
              <a:off x="5531267" y="4248140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55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3">
            <a:extLst>
              <a:ext uri="{FF2B5EF4-FFF2-40B4-BE49-F238E27FC236}">
                <a16:creationId xmlns:a16="http://schemas.microsoft.com/office/drawing/2014/main" id="{8651C857-6368-40CB-A482-C5BE98601C1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166014" y="2119273"/>
            <a:ext cx="2601366" cy="2619455"/>
            <a:chOff x="1740215" y="2198819"/>
            <a:chExt cx="2601366" cy="261945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A26C03ED-FB18-4F07-8A5B-B08F869F1073}"/>
                </a:ext>
              </a:extLst>
            </p:cNvPr>
            <p:cNvGrpSpPr/>
            <p:nvPr/>
          </p:nvGrpSpPr>
          <p:grpSpPr>
            <a:xfrm>
              <a:off x="1740215" y="2198819"/>
              <a:ext cx="2601366" cy="2619455"/>
              <a:chOff x="2582905" y="2616198"/>
              <a:chExt cx="1076900" cy="1084389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68E5906B-4274-496C-897E-BFD71F7BC1ED}"/>
                  </a:ext>
                </a:extLst>
              </p:cNvPr>
              <p:cNvGrpSpPr/>
              <p:nvPr/>
            </p:nvGrpSpPr>
            <p:grpSpPr>
              <a:xfrm>
                <a:off x="2582905" y="2616198"/>
                <a:ext cx="1076900" cy="1084389"/>
                <a:chOff x="721926" y="3827665"/>
                <a:chExt cx="2227443" cy="2242936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B0B76C7F-1A6B-48C0-B5FC-2BB6B51EF3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1926" y="3827665"/>
                  <a:ext cx="1125537" cy="1716089"/>
                </a:xfrm>
                <a:custGeom>
                  <a:avLst/>
                  <a:gdLst>
                    <a:gd name="T0" fmla="*/ 1004 w 8508"/>
                    <a:gd name="T1" fmla="*/ 12737 h 12977"/>
                    <a:gd name="T2" fmla="*/ 820 w 8508"/>
                    <a:gd name="T3" fmla="*/ 12369 h 12977"/>
                    <a:gd name="T4" fmla="*/ 653 w 8508"/>
                    <a:gd name="T5" fmla="*/ 11991 h 12977"/>
                    <a:gd name="T6" fmla="*/ 505 w 8508"/>
                    <a:gd name="T7" fmla="*/ 11604 h 12977"/>
                    <a:gd name="T8" fmla="*/ 373 w 8508"/>
                    <a:gd name="T9" fmla="*/ 11208 h 12977"/>
                    <a:gd name="T10" fmla="*/ 262 w 8508"/>
                    <a:gd name="T11" fmla="*/ 10804 h 12977"/>
                    <a:gd name="T12" fmla="*/ 169 w 8508"/>
                    <a:gd name="T13" fmla="*/ 10393 h 12977"/>
                    <a:gd name="T14" fmla="*/ 96 w 8508"/>
                    <a:gd name="T15" fmla="*/ 9975 h 12977"/>
                    <a:gd name="T16" fmla="*/ 43 w 8508"/>
                    <a:gd name="T17" fmla="*/ 9549 h 12977"/>
                    <a:gd name="T18" fmla="*/ 11 w 8508"/>
                    <a:gd name="T19" fmla="*/ 9118 h 12977"/>
                    <a:gd name="T20" fmla="*/ 0 w 8508"/>
                    <a:gd name="T21" fmla="*/ 8681 h 12977"/>
                    <a:gd name="T22" fmla="*/ 98 w 8508"/>
                    <a:gd name="T23" fmla="*/ 7374 h 12977"/>
                    <a:gd name="T24" fmla="*/ 381 w 8508"/>
                    <a:gd name="T25" fmla="*/ 6128 h 12977"/>
                    <a:gd name="T26" fmla="*/ 837 w 8508"/>
                    <a:gd name="T27" fmla="*/ 4958 h 12977"/>
                    <a:gd name="T28" fmla="*/ 1449 w 8508"/>
                    <a:gd name="T29" fmla="*/ 3877 h 12977"/>
                    <a:gd name="T30" fmla="*/ 2205 w 8508"/>
                    <a:gd name="T31" fmla="*/ 2899 h 12977"/>
                    <a:gd name="T32" fmla="*/ 3090 w 8508"/>
                    <a:gd name="T33" fmla="*/ 2039 h 12977"/>
                    <a:gd name="T34" fmla="*/ 4089 w 8508"/>
                    <a:gd name="T35" fmla="*/ 1311 h 12977"/>
                    <a:gd name="T36" fmla="*/ 5190 w 8508"/>
                    <a:gd name="T37" fmla="*/ 729 h 12977"/>
                    <a:gd name="T38" fmla="*/ 6377 w 8508"/>
                    <a:gd name="T39" fmla="*/ 308 h 12977"/>
                    <a:gd name="T40" fmla="*/ 7636 w 8508"/>
                    <a:gd name="T41" fmla="*/ 61 h 12977"/>
                    <a:gd name="T42" fmla="*/ 8508 w 8508"/>
                    <a:gd name="T43" fmla="*/ 4795 h 12977"/>
                    <a:gd name="T44" fmla="*/ 7939 w 8508"/>
                    <a:gd name="T45" fmla="*/ 4863 h 12977"/>
                    <a:gd name="T46" fmla="*/ 7398 w 8508"/>
                    <a:gd name="T47" fmla="*/ 5008 h 12977"/>
                    <a:gd name="T48" fmla="*/ 6890 w 8508"/>
                    <a:gd name="T49" fmla="*/ 5227 h 12977"/>
                    <a:gd name="T50" fmla="*/ 6424 w 8508"/>
                    <a:gd name="T51" fmla="*/ 5514 h 12977"/>
                    <a:gd name="T52" fmla="*/ 6004 w 8508"/>
                    <a:gd name="T53" fmla="*/ 5860 h 12977"/>
                    <a:gd name="T54" fmla="*/ 5636 w 8508"/>
                    <a:gd name="T55" fmla="*/ 6262 h 12977"/>
                    <a:gd name="T56" fmla="*/ 5326 w 8508"/>
                    <a:gd name="T57" fmla="*/ 6712 h 12977"/>
                    <a:gd name="T58" fmla="*/ 5082 w 8508"/>
                    <a:gd name="T59" fmla="*/ 7205 h 12977"/>
                    <a:gd name="T60" fmla="*/ 4909 w 8508"/>
                    <a:gd name="T61" fmla="*/ 7734 h 12977"/>
                    <a:gd name="T62" fmla="*/ 4812 w 8508"/>
                    <a:gd name="T63" fmla="*/ 8293 h 12977"/>
                    <a:gd name="T64" fmla="*/ 4792 w 8508"/>
                    <a:gd name="T65" fmla="*/ 8745 h 12977"/>
                    <a:gd name="T66" fmla="*/ 4801 w 8508"/>
                    <a:gd name="T67" fmla="*/ 8937 h 12977"/>
                    <a:gd name="T68" fmla="*/ 4817 w 8508"/>
                    <a:gd name="T69" fmla="*/ 9127 h 12977"/>
                    <a:gd name="T70" fmla="*/ 4843 w 8508"/>
                    <a:gd name="T71" fmla="*/ 9314 h 12977"/>
                    <a:gd name="T72" fmla="*/ 4878 w 8508"/>
                    <a:gd name="T73" fmla="*/ 9497 h 12977"/>
                    <a:gd name="T74" fmla="*/ 4922 w 8508"/>
                    <a:gd name="T75" fmla="*/ 9678 h 12977"/>
                    <a:gd name="T76" fmla="*/ 4973 w 8508"/>
                    <a:gd name="T77" fmla="*/ 9855 h 12977"/>
                    <a:gd name="T78" fmla="*/ 5032 w 8508"/>
                    <a:gd name="T79" fmla="*/ 10029 h 12977"/>
                    <a:gd name="T80" fmla="*/ 5101 w 8508"/>
                    <a:gd name="T81" fmla="*/ 10199 h 12977"/>
                    <a:gd name="T82" fmla="*/ 5176 w 8508"/>
                    <a:gd name="T83" fmla="*/ 10365 h 12977"/>
                    <a:gd name="T84" fmla="*/ 5258 w 8508"/>
                    <a:gd name="T85" fmla="*/ 10527 h 129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1135" y="12977"/>
                      </a:moveTo>
                      <a:lnTo>
                        <a:pt x="1069" y="12857"/>
                      </a:lnTo>
                      <a:lnTo>
                        <a:pt x="1004" y="12737"/>
                      </a:lnTo>
                      <a:lnTo>
                        <a:pt x="941" y="12615"/>
                      </a:lnTo>
                      <a:lnTo>
                        <a:pt x="879" y="12493"/>
                      </a:lnTo>
                      <a:lnTo>
                        <a:pt x="820" y="12369"/>
                      </a:lnTo>
                      <a:lnTo>
                        <a:pt x="763" y="12244"/>
                      </a:lnTo>
                      <a:lnTo>
                        <a:pt x="706" y="12118"/>
                      </a:lnTo>
                      <a:lnTo>
                        <a:pt x="653" y="11991"/>
                      </a:lnTo>
                      <a:lnTo>
                        <a:pt x="601" y="11863"/>
                      </a:lnTo>
                      <a:lnTo>
                        <a:pt x="552" y="11734"/>
                      </a:lnTo>
                      <a:lnTo>
                        <a:pt x="505" y="11604"/>
                      </a:lnTo>
                      <a:lnTo>
                        <a:pt x="459" y="11473"/>
                      </a:lnTo>
                      <a:lnTo>
                        <a:pt x="416" y="11341"/>
                      </a:lnTo>
                      <a:lnTo>
                        <a:pt x="373" y="11208"/>
                      </a:lnTo>
                      <a:lnTo>
                        <a:pt x="334" y="11074"/>
                      </a:lnTo>
                      <a:lnTo>
                        <a:pt x="297" y="10940"/>
                      </a:lnTo>
                      <a:lnTo>
                        <a:pt x="262" y="10804"/>
                      </a:lnTo>
                      <a:lnTo>
                        <a:pt x="229" y="10668"/>
                      </a:lnTo>
                      <a:lnTo>
                        <a:pt x="198" y="10530"/>
                      </a:lnTo>
                      <a:lnTo>
                        <a:pt x="169" y="10393"/>
                      </a:lnTo>
                      <a:lnTo>
                        <a:pt x="142" y="10254"/>
                      </a:lnTo>
                      <a:lnTo>
                        <a:pt x="118" y="10115"/>
                      </a:lnTo>
                      <a:lnTo>
                        <a:pt x="96" y="9975"/>
                      </a:lnTo>
                      <a:lnTo>
                        <a:pt x="76" y="9834"/>
                      </a:lnTo>
                      <a:lnTo>
                        <a:pt x="59" y="9691"/>
                      </a:lnTo>
                      <a:lnTo>
                        <a:pt x="43" y="9549"/>
                      </a:lnTo>
                      <a:lnTo>
                        <a:pt x="30" y="9406"/>
                      </a:lnTo>
                      <a:lnTo>
                        <a:pt x="20" y="9263"/>
                      </a:lnTo>
                      <a:lnTo>
                        <a:pt x="11" y="9118"/>
                      </a:lnTo>
                      <a:lnTo>
                        <a:pt x="4" y="8973"/>
                      </a:lnTo>
                      <a:lnTo>
                        <a:pt x="1" y="8827"/>
                      </a:lnTo>
                      <a:lnTo>
                        <a:pt x="0" y="8681"/>
                      </a:lnTo>
                      <a:lnTo>
                        <a:pt x="11" y="8239"/>
                      </a:lnTo>
                      <a:lnTo>
                        <a:pt x="43" y="7804"/>
                      </a:lnTo>
                      <a:lnTo>
                        <a:pt x="98" y="7374"/>
                      </a:lnTo>
                      <a:lnTo>
                        <a:pt x="173" y="6952"/>
                      </a:lnTo>
                      <a:lnTo>
                        <a:pt x="267" y="6536"/>
                      </a:lnTo>
                      <a:lnTo>
                        <a:pt x="381" y="6128"/>
                      </a:lnTo>
                      <a:lnTo>
                        <a:pt x="514" y="5730"/>
                      </a:lnTo>
                      <a:lnTo>
                        <a:pt x="666" y="5339"/>
                      </a:lnTo>
                      <a:lnTo>
                        <a:pt x="837" y="4958"/>
                      </a:lnTo>
                      <a:lnTo>
                        <a:pt x="1023" y="4587"/>
                      </a:lnTo>
                      <a:lnTo>
                        <a:pt x="1229" y="4226"/>
                      </a:lnTo>
                      <a:lnTo>
                        <a:pt x="1449" y="3877"/>
                      </a:lnTo>
                      <a:lnTo>
                        <a:pt x="1685" y="3538"/>
                      </a:lnTo>
                      <a:lnTo>
                        <a:pt x="1938" y="3213"/>
                      </a:lnTo>
                      <a:lnTo>
                        <a:pt x="2205" y="2899"/>
                      </a:lnTo>
                      <a:lnTo>
                        <a:pt x="2486" y="2598"/>
                      </a:lnTo>
                      <a:lnTo>
                        <a:pt x="2781" y="2312"/>
                      </a:lnTo>
                      <a:lnTo>
                        <a:pt x="3090" y="2039"/>
                      </a:lnTo>
                      <a:lnTo>
                        <a:pt x="3411" y="1781"/>
                      </a:lnTo>
                      <a:lnTo>
                        <a:pt x="3744" y="1538"/>
                      </a:lnTo>
                      <a:lnTo>
                        <a:pt x="4089" y="1311"/>
                      </a:lnTo>
                      <a:lnTo>
                        <a:pt x="4446" y="1101"/>
                      </a:lnTo>
                      <a:lnTo>
                        <a:pt x="4813" y="906"/>
                      </a:lnTo>
                      <a:lnTo>
                        <a:pt x="5190" y="729"/>
                      </a:lnTo>
                      <a:lnTo>
                        <a:pt x="5577" y="570"/>
                      </a:lnTo>
                      <a:lnTo>
                        <a:pt x="5972" y="430"/>
                      </a:lnTo>
                      <a:lnTo>
                        <a:pt x="6377" y="308"/>
                      </a:lnTo>
                      <a:lnTo>
                        <a:pt x="6789" y="205"/>
                      </a:lnTo>
                      <a:lnTo>
                        <a:pt x="7209" y="123"/>
                      </a:lnTo>
                      <a:lnTo>
                        <a:pt x="7636" y="61"/>
                      </a:lnTo>
                      <a:lnTo>
                        <a:pt x="8069" y="20"/>
                      </a:lnTo>
                      <a:lnTo>
                        <a:pt x="8508" y="0"/>
                      </a:lnTo>
                      <a:lnTo>
                        <a:pt x="8508" y="4795"/>
                      </a:lnTo>
                      <a:lnTo>
                        <a:pt x="8316" y="4808"/>
                      </a:lnTo>
                      <a:lnTo>
                        <a:pt x="8126" y="4831"/>
                      </a:lnTo>
                      <a:lnTo>
                        <a:pt x="7939" y="4863"/>
                      </a:lnTo>
                      <a:lnTo>
                        <a:pt x="7755" y="4903"/>
                      </a:lnTo>
                      <a:lnTo>
                        <a:pt x="7575" y="4952"/>
                      </a:lnTo>
                      <a:lnTo>
                        <a:pt x="7398" y="5008"/>
                      </a:lnTo>
                      <a:lnTo>
                        <a:pt x="7225" y="5073"/>
                      </a:lnTo>
                      <a:lnTo>
                        <a:pt x="7055" y="5147"/>
                      </a:lnTo>
                      <a:lnTo>
                        <a:pt x="6890" y="5227"/>
                      </a:lnTo>
                      <a:lnTo>
                        <a:pt x="6731" y="5315"/>
                      </a:lnTo>
                      <a:lnTo>
                        <a:pt x="6574" y="5411"/>
                      </a:lnTo>
                      <a:lnTo>
                        <a:pt x="6424" y="5514"/>
                      </a:lnTo>
                      <a:lnTo>
                        <a:pt x="6278" y="5622"/>
                      </a:lnTo>
                      <a:lnTo>
                        <a:pt x="6138" y="5738"/>
                      </a:lnTo>
                      <a:lnTo>
                        <a:pt x="6004" y="5860"/>
                      </a:lnTo>
                      <a:lnTo>
                        <a:pt x="5876" y="5988"/>
                      </a:lnTo>
                      <a:lnTo>
                        <a:pt x="5753" y="6122"/>
                      </a:lnTo>
                      <a:lnTo>
                        <a:pt x="5636" y="6262"/>
                      </a:lnTo>
                      <a:lnTo>
                        <a:pt x="5526" y="6407"/>
                      </a:lnTo>
                      <a:lnTo>
                        <a:pt x="5423" y="6557"/>
                      </a:lnTo>
                      <a:lnTo>
                        <a:pt x="5326" y="6712"/>
                      </a:lnTo>
                      <a:lnTo>
                        <a:pt x="5237" y="6872"/>
                      </a:lnTo>
                      <a:lnTo>
                        <a:pt x="5156" y="7037"/>
                      </a:lnTo>
                      <a:lnTo>
                        <a:pt x="5082" y="7205"/>
                      </a:lnTo>
                      <a:lnTo>
                        <a:pt x="5016" y="7377"/>
                      </a:lnTo>
                      <a:lnTo>
                        <a:pt x="4959" y="7554"/>
                      </a:lnTo>
                      <a:lnTo>
                        <a:pt x="4909" y="7734"/>
                      </a:lnTo>
                      <a:lnTo>
                        <a:pt x="4867" y="7918"/>
                      </a:lnTo>
                      <a:lnTo>
                        <a:pt x="4835" y="8105"/>
                      </a:lnTo>
                      <a:lnTo>
                        <a:pt x="4812" y="8293"/>
                      </a:lnTo>
                      <a:lnTo>
                        <a:pt x="4797" y="8487"/>
                      </a:lnTo>
                      <a:lnTo>
                        <a:pt x="4792" y="8681"/>
                      </a:lnTo>
                      <a:lnTo>
                        <a:pt x="4792" y="8745"/>
                      </a:lnTo>
                      <a:lnTo>
                        <a:pt x="4795" y="8810"/>
                      </a:lnTo>
                      <a:lnTo>
                        <a:pt x="4797" y="8874"/>
                      </a:lnTo>
                      <a:lnTo>
                        <a:pt x="4801" y="8937"/>
                      </a:lnTo>
                      <a:lnTo>
                        <a:pt x="4805" y="9001"/>
                      </a:lnTo>
                      <a:lnTo>
                        <a:pt x="4811" y="9064"/>
                      </a:lnTo>
                      <a:lnTo>
                        <a:pt x="4817" y="9127"/>
                      </a:lnTo>
                      <a:lnTo>
                        <a:pt x="4825" y="9190"/>
                      </a:lnTo>
                      <a:lnTo>
                        <a:pt x="4834" y="9252"/>
                      </a:lnTo>
                      <a:lnTo>
                        <a:pt x="4843" y="9314"/>
                      </a:lnTo>
                      <a:lnTo>
                        <a:pt x="4854" y="9376"/>
                      </a:lnTo>
                      <a:lnTo>
                        <a:pt x="4866" y="9436"/>
                      </a:lnTo>
                      <a:lnTo>
                        <a:pt x="4878" y="9497"/>
                      </a:lnTo>
                      <a:lnTo>
                        <a:pt x="4892" y="9558"/>
                      </a:lnTo>
                      <a:lnTo>
                        <a:pt x="4906" y="9619"/>
                      </a:lnTo>
                      <a:lnTo>
                        <a:pt x="4922" y="9678"/>
                      </a:lnTo>
                      <a:lnTo>
                        <a:pt x="4938" y="9738"/>
                      </a:lnTo>
                      <a:lnTo>
                        <a:pt x="4955" y="9797"/>
                      </a:lnTo>
                      <a:lnTo>
                        <a:pt x="4973" y="9855"/>
                      </a:lnTo>
                      <a:lnTo>
                        <a:pt x="4992" y="9914"/>
                      </a:lnTo>
                      <a:lnTo>
                        <a:pt x="5012" y="9971"/>
                      </a:lnTo>
                      <a:lnTo>
                        <a:pt x="5032" y="10029"/>
                      </a:lnTo>
                      <a:lnTo>
                        <a:pt x="5054" y="10086"/>
                      </a:lnTo>
                      <a:lnTo>
                        <a:pt x="5077" y="10143"/>
                      </a:lnTo>
                      <a:lnTo>
                        <a:pt x="5101" y="10199"/>
                      </a:lnTo>
                      <a:lnTo>
                        <a:pt x="5125" y="10255"/>
                      </a:lnTo>
                      <a:lnTo>
                        <a:pt x="5150" y="10310"/>
                      </a:lnTo>
                      <a:lnTo>
                        <a:pt x="5176" y="10365"/>
                      </a:lnTo>
                      <a:lnTo>
                        <a:pt x="5202" y="10420"/>
                      </a:lnTo>
                      <a:lnTo>
                        <a:pt x="5230" y="10474"/>
                      </a:lnTo>
                      <a:lnTo>
                        <a:pt x="5258" y="10527"/>
                      </a:lnTo>
                      <a:lnTo>
                        <a:pt x="5287" y="10579"/>
                      </a:lnTo>
                      <a:lnTo>
                        <a:pt x="1135" y="12977"/>
                      </a:lnTo>
                      <a:close/>
                    </a:path>
                  </a:pathLst>
                </a:cu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6DA06D18-6989-4612-82F4-89821D8940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1355" y="5211763"/>
                  <a:ext cx="1947863" cy="858838"/>
                </a:xfrm>
                <a:custGeom>
                  <a:avLst/>
                  <a:gdLst>
                    <a:gd name="T0" fmla="*/ 252217063 w 14736"/>
                    <a:gd name="T1" fmla="*/ 49939682 h 6488"/>
                    <a:gd name="T2" fmla="*/ 243445731 w 14736"/>
                    <a:gd name="T3" fmla="*/ 61101664 h 6488"/>
                    <a:gd name="T4" fmla="*/ 233696106 w 14736"/>
                    <a:gd name="T5" fmla="*/ 71387467 h 6488"/>
                    <a:gd name="T6" fmla="*/ 223037716 w 14736"/>
                    <a:gd name="T7" fmla="*/ 80727066 h 6488"/>
                    <a:gd name="T8" fmla="*/ 211523302 w 14736"/>
                    <a:gd name="T9" fmla="*/ 89032829 h 6488"/>
                    <a:gd name="T10" fmla="*/ 199257555 w 14736"/>
                    <a:gd name="T11" fmla="*/ 96287150 h 6488"/>
                    <a:gd name="T12" fmla="*/ 186275371 w 14736"/>
                    <a:gd name="T13" fmla="*/ 102349980 h 6488"/>
                    <a:gd name="T14" fmla="*/ 172646807 w 14736"/>
                    <a:gd name="T15" fmla="*/ 107203844 h 6488"/>
                    <a:gd name="T16" fmla="*/ 158494001 w 14736"/>
                    <a:gd name="T17" fmla="*/ 110760980 h 6488"/>
                    <a:gd name="T18" fmla="*/ 143834402 w 14736"/>
                    <a:gd name="T19" fmla="*/ 112951229 h 6488"/>
                    <a:gd name="T20" fmla="*/ 128738199 w 14736"/>
                    <a:gd name="T21" fmla="*/ 113687224 h 6488"/>
                    <a:gd name="T22" fmla="*/ 113641865 w 14736"/>
                    <a:gd name="T23" fmla="*/ 112951229 h 6488"/>
                    <a:gd name="T24" fmla="*/ 98982266 w 14736"/>
                    <a:gd name="T25" fmla="*/ 110760980 h 6488"/>
                    <a:gd name="T26" fmla="*/ 84829460 w 14736"/>
                    <a:gd name="T27" fmla="*/ 107203844 h 6488"/>
                    <a:gd name="T28" fmla="*/ 71200896 w 14736"/>
                    <a:gd name="T29" fmla="*/ 102349980 h 6488"/>
                    <a:gd name="T30" fmla="*/ 58218712 w 14736"/>
                    <a:gd name="T31" fmla="*/ 96287150 h 6488"/>
                    <a:gd name="T32" fmla="*/ 45952964 w 14736"/>
                    <a:gd name="T33" fmla="*/ 89032829 h 6488"/>
                    <a:gd name="T34" fmla="*/ 34438551 w 14736"/>
                    <a:gd name="T35" fmla="*/ 80727066 h 6488"/>
                    <a:gd name="T36" fmla="*/ 23780161 w 14736"/>
                    <a:gd name="T37" fmla="*/ 71387467 h 6488"/>
                    <a:gd name="T38" fmla="*/ 14030535 w 14736"/>
                    <a:gd name="T39" fmla="*/ 61101664 h 6488"/>
                    <a:gd name="T40" fmla="*/ 5259204 w 14736"/>
                    <a:gd name="T41" fmla="*/ 49939682 h 6488"/>
                    <a:gd name="T42" fmla="*/ 72616190 w 14736"/>
                    <a:gd name="T43" fmla="*/ 0 h 6488"/>
                    <a:gd name="T44" fmla="*/ 76267904 w 14736"/>
                    <a:gd name="T45" fmla="*/ 4853732 h 6488"/>
                    <a:gd name="T46" fmla="*/ 80339038 w 14736"/>
                    <a:gd name="T47" fmla="*/ 9392151 h 6488"/>
                    <a:gd name="T48" fmla="*/ 84794564 w 14736"/>
                    <a:gd name="T49" fmla="*/ 13527493 h 6488"/>
                    <a:gd name="T50" fmla="*/ 89599451 w 14736"/>
                    <a:gd name="T51" fmla="*/ 17259890 h 6488"/>
                    <a:gd name="T52" fmla="*/ 94736384 w 14736"/>
                    <a:gd name="T53" fmla="*/ 20571606 h 6488"/>
                    <a:gd name="T54" fmla="*/ 100187916 w 14736"/>
                    <a:gd name="T55" fmla="*/ 23410351 h 6488"/>
                    <a:gd name="T56" fmla="*/ 105883987 w 14736"/>
                    <a:gd name="T57" fmla="*/ 25758389 h 6488"/>
                    <a:gd name="T58" fmla="*/ 111859628 w 14736"/>
                    <a:gd name="T59" fmla="*/ 27580772 h 6488"/>
                    <a:gd name="T60" fmla="*/ 118027464 w 14736"/>
                    <a:gd name="T61" fmla="*/ 28859895 h 6488"/>
                    <a:gd name="T62" fmla="*/ 124387496 w 14736"/>
                    <a:gd name="T63" fmla="*/ 29560812 h 6488"/>
                    <a:gd name="T64" fmla="*/ 130922143 w 14736"/>
                    <a:gd name="T65" fmla="*/ 29665917 h 6488"/>
                    <a:gd name="T66" fmla="*/ 137352100 w 14736"/>
                    <a:gd name="T67" fmla="*/ 29175341 h 6488"/>
                    <a:gd name="T68" fmla="*/ 143589862 w 14736"/>
                    <a:gd name="T69" fmla="*/ 28071348 h 6488"/>
                    <a:gd name="T70" fmla="*/ 149617847 w 14736"/>
                    <a:gd name="T71" fmla="*/ 26424227 h 6488"/>
                    <a:gd name="T72" fmla="*/ 155418741 w 14736"/>
                    <a:gd name="T73" fmla="*/ 24233846 h 6488"/>
                    <a:gd name="T74" fmla="*/ 160957646 w 14736"/>
                    <a:gd name="T75" fmla="*/ 21570495 h 6488"/>
                    <a:gd name="T76" fmla="*/ 166181953 w 14736"/>
                    <a:gd name="T77" fmla="*/ 18416304 h 6488"/>
                    <a:gd name="T78" fmla="*/ 171126691 w 14736"/>
                    <a:gd name="T79" fmla="*/ 14824222 h 6488"/>
                    <a:gd name="T80" fmla="*/ 175687038 w 14736"/>
                    <a:gd name="T81" fmla="*/ 10811457 h 6488"/>
                    <a:gd name="T82" fmla="*/ 179897891 w 14736"/>
                    <a:gd name="T83" fmla="*/ 6395749 h 6488"/>
                    <a:gd name="T84" fmla="*/ 183689456 w 14736"/>
                    <a:gd name="T85" fmla="*/ 1647121 h 648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14736" h="6488">
                      <a:moveTo>
                        <a:pt x="14736" y="2398"/>
                      </a:moveTo>
                      <a:lnTo>
                        <a:pt x="14589" y="2626"/>
                      </a:lnTo>
                      <a:lnTo>
                        <a:pt x="14435" y="2850"/>
                      </a:lnTo>
                      <a:lnTo>
                        <a:pt x="14273" y="3067"/>
                      </a:lnTo>
                      <a:lnTo>
                        <a:pt x="14106" y="3280"/>
                      </a:lnTo>
                      <a:lnTo>
                        <a:pt x="13933" y="3487"/>
                      </a:lnTo>
                      <a:lnTo>
                        <a:pt x="13753" y="3688"/>
                      </a:lnTo>
                      <a:lnTo>
                        <a:pt x="13567" y="3884"/>
                      </a:lnTo>
                      <a:lnTo>
                        <a:pt x="13375" y="4074"/>
                      </a:lnTo>
                      <a:lnTo>
                        <a:pt x="13177" y="4258"/>
                      </a:lnTo>
                      <a:lnTo>
                        <a:pt x="12973" y="4436"/>
                      </a:lnTo>
                      <a:lnTo>
                        <a:pt x="12765" y="4607"/>
                      </a:lnTo>
                      <a:lnTo>
                        <a:pt x="12550" y="4772"/>
                      </a:lnTo>
                      <a:lnTo>
                        <a:pt x="12331" y="4930"/>
                      </a:lnTo>
                      <a:lnTo>
                        <a:pt x="12106" y="5081"/>
                      </a:lnTo>
                      <a:lnTo>
                        <a:pt x="11876" y="5227"/>
                      </a:lnTo>
                      <a:lnTo>
                        <a:pt x="11643" y="5365"/>
                      </a:lnTo>
                      <a:lnTo>
                        <a:pt x="11404" y="5495"/>
                      </a:lnTo>
                      <a:lnTo>
                        <a:pt x="11160" y="5618"/>
                      </a:lnTo>
                      <a:lnTo>
                        <a:pt x="10912" y="5734"/>
                      </a:lnTo>
                      <a:lnTo>
                        <a:pt x="10661" y="5841"/>
                      </a:lnTo>
                      <a:lnTo>
                        <a:pt x="10405" y="5942"/>
                      </a:lnTo>
                      <a:lnTo>
                        <a:pt x="10145" y="6034"/>
                      </a:lnTo>
                      <a:lnTo>
                        <a:pt x="9881" y="6118"/>
                      </a:lnTo>
                      <a:lnTo>
                        <a:pt x="9614" y="6194"/>
                      </a:lnTo>
                      <a:lnTo>
                        <a:pt x="9344" y="6262"/>
                      </a:lnTo>
                      <a:lnTo>
                        <a:pt x="9071" y="6321"/>
                      </a:lnTo>
                      <a:lnTo>
                        <a:pt x="8794" y="6372"/>
                      </a:lnTo>
                      <a:lnTo>
                        <a:pt x="8514" y="6413"/>
                      </a:lnTo>
                      <a:lnTo>
                        <a:pt x="8232" y="6446"/>
                      </a:lnTo>
                      <a:lnTo>
                        <a:pt x="7946" y="6470"/>
                      </a:lnTo>
                      <a:lnTo>
                        <a:pt x="7658" y="6484"/>
                      </a:lnTo>
                      <a:lnTo>
                        <a:pt x="7368" y="6488"/>
                      </a:lnTo>
                      <a:lnTo>
                        <a:pt x="7078" y="6484"/>
                      </a:lnTo>
                      <a:lnTo>
                        <a:pt x="6790" y="6470"/>
                      </a:lnTo>
                      <a:lnTo>
                        <a:pt x="6504" y="6446"/>
                      </a:lnTo>
                      <a:lnTo>
                        <a:pt x="6222" y="6413"/>
                      </a:lnTo>
                      <a:lnTo>
                        <a:pt x="5942" y="6372"/>
                      </a:lnTo>
                      <a:lnTo>
                        <a:pt x="5665" y="6321"/>
                      </a:lnTo>
                      <a:lnTo>
                        <a:pt x="5392" y="6262"/>
                      </a:lnTo>
                      <a:lnTo>
                        <a:pt x="5122" y="6194"/>
                      </a:lnTo>
                      <a:lnTo>
                        <a:pt x="4855" y="6118"/>
                      </a:lnTo>
                      <a:lnTo>
                        <a:pt x="4591" y="6034"/>
                      </a:lnTo>
                      <a:lnTo>
                        <a:pt x="4331" y="5942"/>
                      </a:lnTo>
                      <a:lnTo>
                        <a:pt x="4075" y="5841"/>
                      </a:lnTo>
                      <a:lnTo>
                        <a:pt x="3824" y="5734"/>
                      </a:lnTo>
                      <a:lnTo>
                        <a:pt x="3576" y="5618"/>
                      </a:lnTo>
                      <a:lnTo>
                        <a:pt x="3332" y="5495"/>
                      </a:lnTo>
                      <a:lnTo>
                        <a:pt x="3093" y="5365"/>
                      </a:lnTo>
                      <a:lnTo>
                        <a:pt x="2860" y="5227"/>
                      </a:lnTo>
                      <a:lnTo>
                        <a:pt x="2630" y="5081"/>
                      </a:lnTo>
                      <a:lnTo>
                        <a:pt x="2405" y="4930"/>
                      </a:lnTo>
                      <a:lnTo>
                        <a:pt x="2186" y="4772"/>
                      </a:lnTo>
                      <a:lnTo>
                        <a:pt x="1971" y="4607"/>
                      </a:lnTo>
                      <a:lnTo>
                        <a:pt x="1763" y="4436"/>
                      </a:lnTo>
                      <a:lnTo>
                        <a:pt x="1559" y="4258"/>
                      </a:lnTo>
                      <a:lnTo>
                        <a:pt x="1361" y="4074"/>
                      </a:lnTo>
                      <a:lnTo>
                        <a:pt x="1169" y="3884"/>
                      </a:lnTo>
                      <a:lnTo>
                        <a:pt x="983" y="3688"/>
                      </a:lnTo>
                      <a:lnTo>
                        <a:pt x="803" y="3487"/>
                      </a:lnTo>
                      <a:lnTo>
                        <a:pt x="630" y="3280"/>
                      </a:lnTo>
                      <a:lnTo>
                        <a:pt x="463" y="3067"/>
                      </a:lnTo>
                      <a:lnTo>
                        <a:pt x="301" y="2850"/>
                      </a:lnTo>
                      <a:lnTo>
                        <a:pt x="147" y="2626"/>
                      </a:lnTo>
                      <a:lnTo>
                        <a:pt x="0" y="2399"/>
                      </a:lnTo>
                      <a:lnTo>
                        <a:pt x="4156" y="0"/>
                      </a:lnTo>
                      <a:lnTo>
                        <a:pt x="4223" y="94"/>
                      </a:lnTo>
                      <a:lnTo>
                        <a:pt x="4292" y="187"/>
                      </a:lnTo>
                      <a:lnTo>
                        <a:pt x="4365" y="277"/>
                      </a:lnTo>
                      <a:lnTo>
                        <a:pt x="4440" y="366"/>
                      </a:lnTo>
                      <a:lnTo>
                        <a:pt x="4518" y="452"/>
                      </a:lnTo>
                      <a:lnTo>
                        <a:pt x="4598" y="536"/>
                      </a:lnTo>
                      <a:lnTo>
                        <a:pt x="4681" y="617"/>
                      </a:lnTo>
                      <a:lnTo>
                        <a:pt x="4766" y="696"/>
                      </a:lnTo>
                      <a:lnTo>
                        <a:pt x="4853" y="772"/>
                      </a:lnTo>
                      <a:lnTo>
                        <a:pt x="4942" y="846"/>
                      </a:lnTo>
                      <a:lnTo>
                        <a:pt x="5035" y="917"/>
                      </a:lnTo>
                      <a:lnTo>
                        <a:pt x="5128" y="985"/>
                      </a:lnTo>
                      <a:lnTo>
                        <a:pt x="5225" y="1051"/>
                      </a:lnTo>
                      <a:lnTo>
                        <a:pt x="5322" y="1114"/>
                      </a:lnTo>
                      <a:lnTo>
                        <a:pt x="5422" y="1174"/>
                      </a:lnTo>
                      <a:lnTo>
                        <a:pt x="5524" y="1231"/>
                      </a:lnTo>
                      <a:lnTo>
                        <a:pt x="5628" y="1285"/>
                      </a:lnTo>
                      <a:lnTo>
                        <a:pt x="5734" y="1336"/>
                      </a:lnTo>
                      <a:lnTo>
                        <a:pt x="5841" y="1383"/>
                      </a:lnTo>
                      <a:lnTo>
                        <a:pt x="5950" y="1428"/>
                      </a:lnTo>
                      <a:lnTo>
                        <a:pt x="6060" y="1470"/>
                      </a:lnTo>
                      <a:lnTo>
                        <a:pt x="6173" y="1508"/>
                      </a:lnTo>
                      <a:lnTo>
                        <a:pt x="6287" y="1543"/>
                      </a:lnTo>
                      <a:lnTo>
                        <a:pt x="6402" y="1574"/>
                      </a:lnTo>
                      <a:lnTo>
                        <a:pt x="6518" y="1602"/>
                      </a:lnTo>
                      <a:lnTo>
                        <a:pt x="6637" y="1627"/>
                      </a:lnTo>
                      <a:lnTo>
                        <a:pt x="6755" y="1647"/>
                      </a:lnTo>
                      <a:lnTo>
                        <a:pt x="6875" y="1665"/>
                      </a:lnTo>
                      <a:lnTo>
                        <a:pt x="6997" y="1678"/>
                      </a:lnTo>
                      <a:lnTo>
                        <a:pt x="7119" y="1687"/>
                      </a:lnTo>
                      <a:lnTo>
                        <a:pt x="7243" y="1693"/>
                      </a:lnTo>
                      <a:lnTo>
                        <a:pt x="7368" y="1695"/>
                      </a:lnTo>
                      <a:lnTo>
                        <a:pt x="7493" y="1693"/>
                      </a:lnTo>
                      <a:lnTo>
                        <a:pt x="7617" y="1687"/>
                      </a:lnTo>
                      <a:lnTo>
                        <a:pt x="7739" y="1678"/>
                      </a:lnTo>
                      <a:lnTo>
                        <a:pt x="7861" y="1665"/>
                      </a:lnTo>
                      <a:lnTo>
                        <a:pt x="7981" y="1647"/>
                      </a:lnTo>
                      <a:lnTo>
                        <a:pt x="8099" y="1627"/>
                      </a:lnTo>
                      <a:lnTo>
                        <a:pt x="8218" y="1602"/>
                      </a:lnTo>
                      <a:lnTo>
                        <a:pt x="8334" y="1574"/>
                      </a:lnTo>
                      <a:lnTo>
                        <a:pt x="8449" y="1543"/>
                      </a:lnTo>
                      <a:lnTo>
                        <a:pt x="8563" y="1508"/>
                      </a:lnTo>
                      <a:lnTo>
                        <a:pt x="8676" y="1469"/>
                      </a:lnTo>
                      <a:lnTo>
                        <a:pt x="8786" y="1428"/>
                      </a:lnTo>
                      <a:lnTo>
                        <a:pt x="8895" y="1383"/>
                      </a:lnTo>
                      <a:lnTo>
                        <a:pt x="9002" y="1336"/>
                      </a:lnTo>
                      <a:lnTo>
                        <a:pt x="9108" y="1285"/>
                      </a:lnTo>
                      <a:lnTo>
                        <a:pt x="9212" y="1231"/>
                      </a:lnTo>
                      <a:lnTo>
                        <a:pt x="9314" y="1174"/>
                      </a:lnTo>
                      <a:lnTo>
                        <a:pt x="9414" y="1114"/>
                      </a:lnTo>
                      <a:lnTo>
                        <a:pt x="9511" y="1051"/>
                      </a:lnTo>
                      <a:lnTo>
                        <a:pt x="9608" y="985"/>
                      </a:lnTo>
                      <a:lnTo>
                        <a:pt x="9701" y="917"/>
                      </a:lnTo>
                      <a:lnTo>
                        <a:pt x="9794" y="846"/>
                      </a:lnTo>
                      <a:lnTo>
                        <a:pt x="9883" y="772"/>
                      </a:lnTo>
                      <a:lnTo>
                        <a:pt x="9970" y="696"/>
                      </a:lnTo>
                      <a:lnTo>
                        <a:pt x="10055" y="617"/>
                      </a:lnTo>
                      <a:lnTo>
                        <a:pt x="10138" y="536"/>
                      </a:lnTo>
                      <a:lnTo>
                        <a:pt x="10218" y="452"/>
                      </a:lnTo>
                      <a:lnTo>
                        <a:pt x="10296" y="365"/>
                      </a:lnTo>
                      <a:lnTo>
                        <a:pt x="10371" y="277"/>
                      </a:lnTo>
                      <a:lnTo>
                        <a:pt x="10444" y="187"/>
                      </a:lnTo>
                      <a:lnTo>
                        <a:pt x="10513" y="94"/>
                      </a:lnTo>
                      <a:lnTo>
                        <a:pt x="10580" y="0"/>
                      </a:lnTo>
                      <a:lnTo>
                        <a:pt x="14736" y="2398"/>
                      </a:lnTo>
                      <a:close/>
                    </a:path>
                  </a:pathLst>
                </a:custGeom>
                <a:solidFill>
                  <a:schemeClr val="accent4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4C4ADC5A-3740-49BA-88A0-B3D3CE87E2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3832" y="3827665"/>
                  <a:ext cx="1125537" cy="1716089"/>
                </a:xfrm>
                <a:custGeom>
                  <a:avLst/>
                  <a:gdLst>
                    <a:gd name="T0" fmla="*/ 15260909 w 8508"/>
                    <a:gd name="T1" fmla="*/ 1066786 h 12977"/>
                    <a:gd name="T2" fmla="*/ 37294889 w 8508"/>
                    <a:gd name="T3" fmla="*/ 5368709 h 12977"/>
                    <a:gd name="T4" fmla="*/ 58068659 w 8508"/>
                    <a:gd name="T5" fmla="*/ 12748403 h 12977"/>
                    <a:gd name="T6" fmla="*/ 77337346 w 8508"/>
                    <a:gd name="T7" fmla="*/ 22926312 h 12977"/>
                    <a:gd name="T8" fmla="*/ 94821020 w 8508"/>
                    <a:gd name="T9" fmla="*/ 35657259 h 12977"/>
                    <a:gd name="T10" fmla="*/ 110309471 w 8508"/>
                    <a:gd name="T11" fmla="*/ 50696601 h 12977"/>
                    <a:gd name="T12" fmla="*/ 123540231 w 8508"/>
                    <a:gd name="T13" fmla="*/ 67799427 h 12977"/>
                    <a:gd name="T14" fmla="*/ 134250966 w 8508"/>
                    <a:gd name="T15" fmla="*/ 86703637 h 12977"/>
                    <a:gd name="T16" fmla="*/ 142231464 w 8508"/>
                    <a:gd name="T17" fmla="*/ 107164056 h 12977"/>
                    <a:gd name="T18" fmla="*/ 147184202 w 8508"/>
                    <a:gd name="T19" fmla="*/ 128953626 h 12977"/>
                    <a:gd name="T20" fmla="*/ 148899364 w 8508"/>
                    <a:gd name="T21" fmla="*/ 151809982 h 12977"/>
                    <a:gd name="T22" fmla="*/ 148706880 w 8508"/>
                    <a:gd name="T23" fmla="*/ 159452042 h 12977"/>
                    <a:gd name="T24" fmla="*/ 148146756 w 8508"/>
                    <a:gd name="T25" fmla="*/ 166989234 h 12977"/>
                    <a:gd name="T26" fmla="*/ 147219259 w 8508"/>
                    <a:gd name="T27" fmla="*/ 174438884 h 12977"/>
                    <a:gd name="T28" fmla="*/ 145941718 w 8508"/>
                    <a:gd name="T29" fmla="*/ 181748755 h 12977"/>
                    <a:gd name="T30" fmla="*/ 144314133 w 8508"/>
                    <a:gd name="T31" fmla="*/ 188936171 h 12977"/>
                    <a:gd name="T32" fmla="*/ 142371429 w 8508"/>
                    <a:gd name="T33" fmla="*/ 196001132 h 12977"/>
                    <a:gd name="T34" fmla="*/ 140061351 w 8508"/>
                    <a:gd name="T35" fmla="*/ 202926183 h 12977"/>
                    <a:gd name="T36" fmla="*/ 137471211 w 8508"/>
                    <a:gd name="T37" fmla="*/ 209693999 h 12977"/>
                    <a:gd name="T38" fmla="*/ 134548490 w 8508"/>
                    <a:gd name="T39" fmla="*/ 216304317 h 12977"/>
                    <a:gd name="T40" fmla="*/ 131328245 w 8508"/>
                    <a:gd name="T41" fmla="*/ 222739680 h 12977"/>
                    <a:gd name="T42" fmla="*/ 56371092 w 8508"/>
                    <a:gd name="T43" fmla="*/ 185001480 h 12977"/>
                    <a:gd name="T44" fmla="*/ 57858580 w 8508"/>
                    <a:gd name="T45" fmla="*/ 182220854 h 12977"/>
                    <a:gd name="T46" fmla="*/ 59206236 w 8508"/>
                    <a:gd name="T47" fmla="*/ 179335494 h 12977"/>
                    <a:gd name="T48" fmla="*/ 60448852 w 8508"/>
                    <a:gd name="T49" fmla="*/ 176380046 h 12977"/>
                    <a:gd name="T50" fmla="*/ 61533909 w 8508"/>
                    <a:gd name="T51" fmla="*/ 173372230 h 12977"/>
                    <a:gd name="T52" fmla="*/ 62478868 w 8508"/>
                    <a:gd name="T53" fmla="*/ 170294327 h 12977"/>
                    <a:gd name="T54" fmla="*/ 63283996 w 8508"/>
                    <a:gd name="T55" fmla="*/ 167146601 h 12977"/>
                    <a:gd name="T56" fmla="*/ 63949026 w 8508"/>
                    <a:gd name="T57" fmla="*/ 163963831 h 12977"/>
                    <a:gd name="T58" fmla="*/ 64456497 w 8508"/>
                    <a:gd name="T59" fmla="*/ 160711106 h 12977"/>
                    <a:gd name="T60" fmla="*/ 64806541 w 8508"/>
                    <a:gd name="T61" fmla="*/ 157406013 h 12977"/>
                    <a:gd name="T62" fmla="*/ 64981563 w 8508"/>
                    <a:gd name="T63" fmla="*/ 154065877 h 12977"/>
                    <a:gd name="T64" fmla="*/ 64946638 w 8508"/>
                    <a:gd name="T65" fmla="*/ 148417346 h 12977"/>
                    <a:gd name="T66" fmla="*/ 63721485 w 8508"/>
                    <a:gd name="T67" fmla="*/ 138466892 h 12977"/>
                    <a:gd name="T68" fmla="*/ 61113882 w 8508"/>
                    <a:gd name="T69" fmla="*/ 129006125 h 12977"/>
                    <a:gd name="T70" fmla="*/ 57246069 w 8508"/>
                    <a:gd name="T71" fmla="*/ 120174825 h 12977"/>
                    <a:gd name="T72" fmla="*/ 52188292 w 8508"/>
                    <a:gd name="T73" fmla="*/ 112043077 h 12977"/>
                    <a:gd name="T74" fmla="*/ 46062920 w 8508"/>
                    <a:gd name="T75" fmla="*/ 104715883 h 12977"/>
                    <a:gd name="T76" fmla="*/ 39027514 w 8508"/>
                    <a:gd name="T77" fmla="*/ 98315299 h 12977"/>
                    <a:gd name="T78" fmla="*/ 31099403 w 8508"/>
                    <a:gd name="T79" fmla="*/ 92946590 h 12977"/>
                    <a:gd name="T80" fmla="*/ 22453875 w 8508"/>
                    <a:gd name="T81" fmla="*/ 88714622 h 12977"/>
                    <a:gd name="T82" fmla="*/ 13178373 w 8508"/>
                    <a:gd name="T83" fmla="*/ 85741718 h 12977"/>
                    <a:gd name="T84" fmla="*/ 3360210 w 8508"/>
                    <a:gd name="T85" fmla="*/ 84080378 h 12977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0" y="0"/>
                      </a:moveTo>
                      <a:lnTo>
                        <a:pt x="439" y="20"/>
                      </a:lnTo>
                      <a:lnTo>
                        <a:pt x="872" y="61"/>
                      </a:lnTo>
                      <a:lnTo>
                        <a:pt x="1299" y="123"/>
                      </a:lnTo>
                      <a:lnTo>
                        <a:pt x="1719" y="205"/>
                      </a:lnTo>
                      <a:lnTo>
                        <a:pt x="2131" y="307"/>
                      </a:lnTo>
                      <a:lnTo>
                        <a:pt x="2536" y="430"/>
                      </a:lnTo>
                      <a:lnTo>
                        <a:pt x="2931" y="570"/>
                      </a:lnTo>
                      <a:lnTo>
                        <a:pt x="3318" y="729"/>
                      </a:lnTo>
                      <a:lnTo>
                        <a:pt x="3695" y="906"/>
                      </a:lnTo>
                      <a:lnTo>
                        <a:pt x="4062" y="1101"/>
                      </a:lnTo>
                      <a:lnTo>
                        <a:pt x="4419" y="1311"/>
                      </a:lnTo>
                      <a:lnTo>
                        <a:pt x="4764" y="1538"/>
                      </a:lnTo>
                      <a:lnTo>
                        <a:pt x="5097" y="1781"/>
                      </a:lnTo>
                      <a:lnTo>
                        <a:pt x="5418" y="2039"/>
                      </a:lnTo>
                      <a:lnTo>
                        <a:pt x="5727" y="2312"/>
                      </a:lnTo>
                      <a:lnTo>
                        <a:pt x="6022" y="2598"/>
                      </a:lnTo>
                      <a:lnTo>
                        <a:pt x="6303" y="2899"/>
                      </a:lnTo>
                      <a:lnTo>
                        <a:pt x="6570" y="3213"/>
                      </a:lnTo>
                      <a:lnTo>
                        <a:pt x="6823" y="3538"/>
                      </a:lnTo>
                      <a:lnTo>
                        <a:pt x="7059" y="3877"/>
                      </a:lnTo>
                      <a:lnTo>
                        <a:pt x="7279" y="4226"/>
                      </a:lnTo>
                      <a:lnTo>
                        <a:pt x="7485" y="4587"/>
                      </a:lnTo>
                      <a:lnTo>
                        <a:pt x="7671" y="4958"/>
                      </a:lnTo>
                      <a:lnTo>
                        <a:pt x="7842" y="5339"/>
                      </a:lnTo>
                      <a:lnTo>
                        <a:pt x="7994" y="5730"/>
                      </a:lnTo>
                      <a:lnTo>
                        <a:pt x="8127" y="6128"/>
                      </a:lnTo>
                      <a:lnTo>
                        <a:pt x="8241" y="6536"/>
                      </a:lnTo>
                      <a:lnTo>
                        <a:pt x="8335" y="6952"/>
                      </a:lnTo>
                      <a:lnTo>
                        <a:pt x="8410" y="7374"/>
                      </a:lnTo>
                      <a:lnTo>
                        <a:pt x="8465" y="7804"/>
                      </a:lnTo>
                      <a:lnTo>
                        <a:pt x="8497" y="8239"/>
                      </a:lnTo>
                      <a:lnTo>
                        <a:pt x="8508" y="8681"/>
                      </a:lnTo>
                      <a:lnTo>
                        <a:pt x="8507" y="8827"/>
                      </a:lnTo>
                      <a:lnTo>
                        <a:pt x="8504" y="8973"/>
                      </a:lnTo>
                      <a:lnTo>
                        <a:pt x="8497" y="9118"/>
                      </a:lnTo>
                      <a:lnTo>
                        <a:pt x="8488" y="9263"/>
                      </a:lnTo>
                      <a:lnTo>
                        <a:pt x="8478" y="9406"/>
                      </a:lnTo>
                      <a:lnTo>
                        <a:pt x="8465" y="9549"/>
                      </a:lnTo>
                      <a:lnTo>
                        <a:pt x="8449" y="9691"/>
                      </a:lnTo>
                      <a:lnTo>
                        <a:pt x="8432" y="9834"/>
                      </a:lnTo>
                      <a:lnTo>
                        <a:pt x="8412" y="9975"/>
                      </a:lnTo>
                      <a:lnTo>
                        <a:pt x="8390" y="10115"/>
                      </a:lnTo>
                      <a:lnTo>
                        <a:pt x="8366" y="10254"/>
                      </a:lnTo>
                      <a:lnTo>
                        <a:pt x="8339" y="10393"/>
                      </a:lnTo>
                      <a:lnTo>
                        <a:pt x="8310" y="10530"/>
                      </a:lnTo>
                      <a:lnTo>
                        <a:pt x="8279" y="10668"/>
                      </a:lnTo>
                      <a:lnTo>
                        <a:pt x="8246" y="10804"/>
                      </a:lnTo>
                      <a:lnTo>
                        <a:pt x="8211" y="10940"/>
                      </a:lnTo>
                      <a:lnTo>
                        <a:pt x="8174" y="11074"/>
                      </a:lnTo>
                      <a:lnTo>
                        <a:pt x="8135" y="11208"/>
                      </a:lnTo>
                      <a:lnTo>
                        <a:pt x="8092" y="11341"/>
                      </a:lnTo>
                      <a:lnTo>
                        <a:pt x="8049" y="11473"/>
                      </a:lnTo>
                      <a:lnTo>
                        <a:pt x="8003" y="11604"/>
                      </a:lnTo>
                      <a:lnTo>
                        <a:pt x="7956" y="11734"/>
                      </a:lnTo>
                      <a:lnTo>
                        <a:pt x="7907" y="11863"/>
                      </a:lnTo>
                      <a:lnTo>
                        <a:pt x="7855" y="11991"/>
                      </a:lnTo>
                      <a:lnTo>
                        <a:pt x="7802" y="12118"/>
                      </a:lnTo>
                      <a:lnTo>
                        <a:pt x="7745" y="12244"/>
                      </a:lnTo>
                      <a:lnTo>
                        <a:pt x="7688" y="12369"/>
                      </a:lnTo>
                      <a:lnTo>
                        <a:pt x="7629" y="12493"/>
                      </a:lnTo>
                      <a:lnTo>
                        <a:pt x="7567" y="12615"/>
                      </a:lnTo>
                      <a:lnTo>
                        <a:pt x="7504" y="12737"/>
                      </a:lnTo>
                      <a:lnTo>
                        <a:pt x="7439" y="12857"/>
                      </a:lnTo>
                      <a:lnTo>
                        <a:pt x="7373" y="12977"/>
                      </a:lnTo>
                      <a:lnTo>
                        <a:pt x="3221" y="10579"/>
                      </a:lnTo>
                      <a:lnTo>
                        <a:pt x="3250" y="10527"/>
                      </a:lnTo>
                      <a:lnTo>
                        <a:pt x="3278" y="10474"/>
                      </a:lnTo>
                      <a:lnTo>
                        <a:pt x="3306" y="10420"/>
                      </a:lnTo>
                      <a:lnTo>
                        <a:pt x="3332" y="10365"/>
                      </a:lnTo>
                      <a:lnTo>
                        <a:pt x="3358" y="10310"/>
                      </a:lnTo>
                      <a:lnTo>
                        <a:pt x="3383" y="10255"/>
                      </a:lnTo>
                      <a:lnTo>
                        <a:pt x="3407" y="10199"/>
                      </a:lnTo>
                      <a:lnTo>
                        <a:pt x="3431" y="10143"/>
                      </a:lnTo>
                      <a:lnTo>
                        <a:pt x="3454" y="10086"/>
                      </a:lnTo>
                      <a:lnTo>
                        <a:pt x="3476" y="10029"/>
                      </a:lnTo>
                      <a:lnTo>
                        <a:pt x="3496" y="9971"/>
                      </a:lnTo>
                      <a:lnTo>
                        <a:pt x="3516" y="9914"/>
                      </a:lnTo>
                      <a:lnTo>
                        <a:pt x="3535" y="9855"/>
                      </a:lnTo>
                      <a:lnTo>
                        <a:pt x="3553" y="9797"/>
                      </a:lnTo>
                      <a:lnTo>
                        <a:pt x="3570" y="9738"/>
                      </a:lnTo>
                      <a:lnTo>
                        <a:pt x="3586" y="9678"/>
                      </a:lnTo>
                      <a:lnTo>
                        <a:pt x="3602" y="9619"/>
                      </a:lnTo>
                      <a:lnTo>
                        <a:pt x="3616" y="9558"/>
                      </a:lnTo>
                      <a:lnTo>
                        <a:pt x="3630" y="9497"/>
                      </a:lnTo>
                      <a:lnTo>
                        <a:pt x="3642" y="9436"/>
                      </a:lnTo>
                      <a:lnTo>
                        <a:pt x="3654" y="9376"/>
                      </a:lnTo>
                      <a:lnTo>
                        <a:pt x="3665" y="9314"/>
                      </a:lnTo>
                      <a:lnTo>
                        <a:pt x="3674" y="9252"/>
                      </a:lnTo>
                      <a:lnTo>
                        <a:pt x="3683" y="9190"/>
                      </a:lnTo>
                      <a:lnTo>
                        <a:pt x="3691" y="9127"/>
                      </a:lnTo>
                      <a:lnTo>
                        <a:pt x="3697" y="9064"/>
                      </a:lnTo>
                      <a:lnTo>
                        <a:pt x="3703" y="9001"/>
                      </a:lnTo>
                      <a:lnTo>
                        <a:pt x="3707" y="8937"/>
                      </a:lnTo>
                      <a:lnTo>
                        <a:pt x="3711" y="8874"/>
                      </a:lnTo>
                      <a:lnTo>
                        <a:pt x="3713" y="8810"/>
                      </a:lnTo>
                      <a:lnTo>
                        <a:pt x="3716" y="8745"/>
                      </a:lnTo>
                      <a:lnTo>
                        <a:pt x="3716" y="8681"/>
                      </a:lnTo>
                      <a:lnTo>
                        <a:pt x="3711" y="8487"/>
                      </a:lnTo>
                      <a:lnTo>
                        <a:pt x="3696" y="8293"/>
                      </a:lnTo>
                      <a:lnTo>
                        <a:pt x="3673" y="8105"/>
                      </a:lnTo>
                      <a:lnTo>
                        <a:pt x="3641" y="7918"/>
                      </a:lnTo>
                      <a:lnTo>
                        <a:pt x="3599" y="7734"/>
                      </a:lnTo>
                      <a:lnTo>
                        <a:pt x="3549" y="7554"/>
                      </a:lnTo>
                      <a:lnTo>
                        <a:pt x="3492" y="7377"/>
                      </a:lnTo>
                      <a:lnTo>
                        <a:pt x="3426" y="7205"/>
                      </a:lnTo>
                      <a:lnTo>
                        <a:pt x="3352" y="7037"/>
                      </a:lnTo>
                      <a:lnTo>
                        <a:pt x="3271" y="6872"/>
                      </a:lnTo>
                      <a:lnTo>
                        <a:pt x="3182" y="6712"/>
                      </a:lnTo>
                      <a:lnTo>
                        <a:pt x="3085" y="6557"/>
                      </a:lnTo>
                      <a:lnTo>
                        <a:pt x="2982" y="6407"/>
                      </a:lnTo>
                      <a:lnTo>
                        <a:pt x="2872" y="6262"/>
                      </a:lnTo>
                      <a:lnTo>
                        <a:pt x="2755" y="6122"/>
                      </a:lnTo>
                      <a:lnTo>
                        <a:pt x="2632" y="5988"/>
                      </a:lnTo>
                      <a:lnTo>
                        <a:pt x="2504" y="5860"/>
                      </a:lnTo>
                      <a:lnTo>
                        <a:pt x="2370" y="5738"/>
                      </a:lnTo>
                      <a:lnTo>
                        <a:pt x="2230" y="5622"/>
                      </a:lnTo>
                      <a:lnTo>
                        <a:pt x="2084" y="5514"/>
                      </a:lnTo>
                      <a:lnTo>
                        <a:pt x="1934" y="5411"/>
                      </a:lnTo>
                      <a:lnTo>
                        <a:pt x="1777" y="5315"/>
                      </a:lnTo>
                      <a:lnTo>
                        <a:pt x="1618" y="5227"/>
                      </a:lnTo>
                      <a:lnTo>
                        <a:pt x="1453" y="5147"/>
                      </a:lnTo>
                      <a:lnTo>
                        <a:pt x="1283" y="5073"/>
                      </a:lnTo>
                      <a:lnTo>
                        <a:pt x="1110" y="5008"/>
                      </a:lnTo>
                      <a:lnTo>
                        <a:pt x="933" y="4952"/>
                      </a:lnTo>
                      <a:lnTo>
                        <a:pt x="753" y="4903"/>
                      </a:lnTo>
                      <a:lnTo>
                        <a:pt x="569" y="4863"/>
                      </a:lnTo>
                      <a:lnTo>
                        <a:pt x="382" y="4831"/>
                      </a:lnTo>
                      <a:lnTo>
                        <a:pt x="192" y="4808"/>
                      </a:lnTo>
                      <a:lnTo>
                        <a:pt x="0" y="47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5E7C2D44-A447-428D-A3EB-174ADD303BA3}"/>
                    </a:ext>
                  </a:extLst>
                </p:cNvPr>
                <p:cNvSpPr/>
                <p:nvPr/>
              </p:nvSpPr>
              <p:spPr>
                <a:xfrm rot="18000000">
                  <a:off x="826270" y="4366243"/>
                  <a:ext cx="1042097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D03FD950-54AB-45CB-BE65-A15ABF0E837B}"/>
                    </a:ext>
                  </a:extLst>
                </p:cNvPr>
                <p:cNvSpPr/>
                <p:nvPr/>
              </p:nvSpPr>
              <p:spPr>
                <a:xfrm rot="3600000">
                  <a:off x="1797393" y="4404469"/>
                  <a:ext cx="1031315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0CB09658-1436-4398-8F19-3E201B6282AC}"/>
                    </a:ext>
                  </a:extLst>
                </p:cNvPr>
                <p:cNvSpPr/>
                <p:nvPr/>
              </p:nvSpPr>
              <p:spPr>
                <a:xfrm>
                  <a:off x="1363376" y="5341601"/>
                  <a:ext cx="972119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Down">
                    <a:avLst>
                      <a:gd name="adj" fmla="val 1312104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</p:grp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D61E8797-A7ED-4E35-ACAE-AF9166CD37D7}"/>
                  </a:ext>
                </a:extLst>
              </p:cNvPr>
              <p:cNvSpPr/>
              <p:nvPr/>
            </p:nvSpPr>
            <p:spPr>
              <a:xfrm>
                <a:off x="2776544" y="2843774"/>
                <a:ext cx="680260" cy="6802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04E1F371-9BD8-43A4-AAFE-A533076A5CDB}"/>
                </a:ext>
              </a:extLst>
            </p:cNvPr>
            <p:cNvSpPr/>
            <p:nvPr/>
          </p:nvSpPr>
          <p:spPr>
            <a:xfrm>
              <a:off x="2699139" y="3255035"/>
              <a:ext cx="683518" cy="507022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5" name="千图PPT彼岸天：ID 8661124库_组合 4">
            <a:extLst>
              <a:ext uri="{FF2B5EF4-FFF2-40B4-BE49-F238E27FC236}">
                <a16:creationId xmlns:a16="http://schemas.microsoft.com/office/drawing/2014/main" id="{87A8BCCE-AD70-435C-878F-F1CF6307B80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24619" y="2119273"/>
            <a:ext cx="2601366" cy="2619455"/>
            <a:chOff x="1740215" y="2198819"/>
            <a:chExt cx="2601366" cy="2619455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8BC16395-682A-4061-A28A-9ED56D8E8513}"/>
                </a:ext>
              </a:extLst>
            </p:cNvPr>
            <p:cNvGrpSpPr/>
            <p:nvPr/>
          </p:nvGrpSpPr>
          <p:grpSpPr>
            <a:xfrm>
              <a:off x="1740215" y="2198819"/>
              <a:ext cx="2601366" cy="2619455"/>
              <a:chOff x="2582905" y="2616198"/>
              <a:chExt cx="1076900" cy="1084389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974CF0C-4619-4A3E-8F8A-498F732B4BB8}"/>
                  </a:ext>
                </a:extLst>
              </p:cNvPr>
              <p:cNvGrpSpPr/>
              <p:nvPr/>
            </p:nvGrpSpPr>
            <p:grpSpPr>
              <a:xfrm>
                <a:off x="2582905" y="2616198"/>
                <a:ext cx="1076900" cy="1084389"/>
                <a:chOff x="721926" y="3827665"/>
                <a:chExt cx="2227443" cy="2242936"/>
              </a:xfrm>
            </p:grpSpPr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F4A392BC-8868-4D7E-AA94-080DEEF3FC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1926" y="3827665"/>
                  <a:ext cx="1125537" cy="1716089"/>
                </a:xfrm>
                <a:custGeom>
                  <a:avLst/>
                  <a:gdLst>
                    <a:gd name="T0" fmla="*/ 1004 w 8508"/>
                    <a:gd name="T1" fmla="*/ 12737 h 12977"/>
                    <a:gd name="T2" fmla="*/ 820 w 8508"/>
                    <a:gd name="T3" fmla="*/ 12369 h 12977"/>
                    <a:gd name="T4" fmla="*/ 653 w 8508"/>
                    <a:gd name="T5" fmla="*/ 11991 h 12977"/>
                    <a:gd name="T6" fmla="*/ 505 w 8508"/>
                    <a:gd name="T7" fmla="*/ 11604 h 12977"/>
                    <a:gd name="T8" fmla="*/ 373 w 8508"/>
                    <a:gd name="T9" fmla="*/ 11208 h 12977"/>
                    <a:gd name="T10" fmla="*/ 262 w 8508"/>
                    <a:gd name="T11" fmla="*/ 10804 h 12977"/>
                    <a:gd name="T12" fmla="*/ 169 w 8508"/>
                    <a:gd name="T13" fmla="*/ 10393 h 12977"/>
                    <a:gd name="T14" fmla="*/ 96 w 8508"/>
                    <a:gd name="T15" fmla="*/ 9975 h 12977"/>
                    <a:gd name="T16" fmla="*/ 43 w 8508"/>
                    <a:gd name="T17" fmla="*/ 9549 h 12977"/>
                    <a:gd name="T18" fmla="*/ 11 w 8508"/>
                    <a:gd name="T19" fmla="*/ 9118 h 12977"/>
                    <a:gd name="T20" fmla="*/ 0 w 8508"/>
                    <a:gd name="T21" fmla="*/ 8681 h 12977"/>
                    <a:gd name="T22" fmla="*/ 98 w 8508"/>
                    <a:gd name="T23" fmla="*/ 7374 h 12977"/>
                    <a:gd name="T24" fmla="*/ 381 w 8508"/>
                    <a:gd name="T25" fmla="*/ 6128 h 12977"/>
                    <a:gd name="T26" fmla="*/ 837 w 8508"/>
                    <a:gd name="T27" fmla="*/ 4958 h 12977"/>
                    <a:gd name="T28" fmla="*/ 1449 w 8508"/>
                    <a:gd name="T29" fmla="*/ 3877 h 12977"/>
                    <a:gd name="T30" fmla="*/ 2205 w 8508"/>
                    <a:gd name="T31" fmla="*/ 2899 h 12977"/>
                    <a:gd name="T32" fmla="*/ 3090 w 8508"/>
                    <a:gd name="T33" fmla="*/ 2039 h 12977"/>
                    <a:gd name="T34" fmla="*/ 4089 w 8508"/>
                    <a:gd name="T35" fmla="*/ 1311 h 12977"/>
                    <a:gd name="T36" fmla="*/ 5190 w 8508"/>
                    <a:gd name="T37" fmla="*/ 729 h 12977"/>
                    <a:gd name="T38" fmla="*/ 6377 w 8508"/>
                    <a:gd name="T39" fmla="*/ 308 h 12977"/>
                    <a:gd name="T40" fmla="*/ 7636 w 8508"/>
                    <a:gd name="T41" fmla="*/ 61 h 12977"/>
                    <a:gd name="T42" fmla="*/ 8508 w 8508"/>
                    <a:gd name="T43" fmla="*/ 4795 h 12977"/>
                    <a:gd name="T44" fmla="*/ 7939 w 8508"/>
                    <a:gd name="T45" fmla="*/ 4863 h 12977"/>
                    <a:gd name="T46" fmla="*/ 7398 w 8508"/>
                    <a:gd name="T47" fmla="*/ 5008 h 12977"/>
                    <a:gd name="T48" fmla="*/ 6890 w 8508"/>
                    <a:gd name="T49" fmla="*/ 5227 h 12977"/>
                    <a:gd name="T50" fmla="*/ 6424 w 8508"/>
                    <a:gd name="T51" fmla="*/ 5514 h 12977"/>
                    <a:gd name="T52" fmla="*/ 6004 w 8508"/>
                    <a:gd name="T53" fmla="*/ 5860 h 12977"/>
                    <a:gd name="T54" fmla="*/ 5636 w 8508"/>
                    <a:gd name="T55" fmla="*/ 6262 h 12977"/>
                    <a:gd name="T56" fmla="*/ 5326 w 8508"/>
                    <a:gd name="T57" fmla="*/ 6712 h 12977"/>
                    <a:gd name="T58" fmla="*/ 5082 w 8508"/>
                    <a:gd name="T59" fmla="*/ 7205 h 12977"/>
                    <a:gd name="T60" fmla="*/ 4909 w 8508"/>
                    <a:gd name="T61" fmla="*/ 7734 h 12977"/>
                    <a:gd name="T62" fmla="*/ 4812 w 8508"/>
                    <a:gd name="T63" fmla="*/ 8293 h 12977"/>
                    <a:gd name="T64" fmla="*/ 4792 w 8508"/>
                    <a:gd name="T65" fmla="*/ 8745 h 12977"/>
                    <a:gd name="T66" fmla="*/ 4801 w 8508"/>
                    <a:gd name="T67" fmla="*/ 8937 h 12977"/>
                    <a:gd name="T68" fmla="*/ 4817 w 8508"/>
                    <a:gd name="T69" fmla="*/ 9127 h 12977"/>
                    <a:gd name="T70" fmla="*/ 4843 w 8508"/>
                    <a:gd name="T71" fmla="*/ 9314 h 12977"/>
                    <a:gd name="T72" fmla="*/ 4878 w 8508"/>
                    <a:gd name="T73" fmla="*/ 9497 h 12977"/>
                    <a:gd name="T74" fmla="*/ 4922 w 8508"/>
                    <a:gd name="T75" fmla="*/ 9678 h 12977"/>
                    <a:gd name="T76" fmla="*/ 4973 w 8508"/>
                    <a:gd name="T77" fmla="*/ 9855 h 12977"/>
                    <a:gd name="T78" fmla="*/ 5032 w 8508"/>
                    <a:gd name="T79" fmla="*/ 10029 h 12977"/>
                    <a:gd name="T80" fmla="*/ 5101 w 8508"/>
                    <a:gd name="T81" fmla="*/ 10199 h 12977"/>
                    <a:gd name="T82" fmla="*/ 5176 w 8508"/>
                    <a:gd name="T83" fmla="*/ 10365 h 12977"/>
                    <a:gd name="T84" fmla="*/ 5258 w 8508"/>
                    <a:gd name="T85" fmla="*/ 10527 h 129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1135" y="12977"/>
                      </a:moveTo>
                      <a:lnTo>
                        <a:pt x="1069" y="12857"/>
                      </a:lnTo>
                      <a:lnTo>
                        <a:pt x="1004" y="12737"/>
                      </a:lnTo>
                      <a:lnTo>
                        <a:pt x="941" y="12615"/>
                      </a:lnTo>
                      <a:lnTo>
                        <a:pt x="879" y="12493"/>
                      </a:lnTo>
                      <a:lnTo>
                        <a:pt x="820" y="12369"/>
                      </a:lnTo>
                      <a:lnTo>
                        <a:pt x="763" y="12244"/>
                      </a:lnTo>
                      <a:lnTo>
                        <a:pt x="706" y="12118"/>
                      </a:lnTo>
                      <a:lnTo>
                        <a:pt x="653" y="11991"/>
                      </a:lnTo>
                      <a:lnTo>
                        <a:pt x="601" y="11863"/>
                      </a:lnTo>
                      <a:lnTo>
                        <a:pt x="552" y="11734"/>
                      </a:lnTo>
                      <a:lnTo>
                        <a:pt x="505" y="11604"/>
                      </a:lnTo>
                      <a:lnTo>
                        <a:pt x="459" y="11473"/>
                      </a:lnTo>
                      <a:lnTo>
                        <a:pt x="416" y="11341"/>
                      </a:lnTo>
                      <a:lnTo>
                        <a:pt x="373" y="11208"/>
                      </a:lnTo>
                      <a:lnTo>
                        <a:pt x="334" y="11074"/>
                      </a:lnTo>
                      <a:lnTo>
                        <a:pt x="297" y="10940"/>
                      </a:lnTo>
                      <a:lnTo>
                        <a:pt x="262" y="10804"/>
                      </a:lnTo>
                      <a:lnTo>
                        <a:pt x="229" y="10668"/>
                      </a:lnTo>
                      <a:lnTo>
                        <a:pt x="198" y="10530"/>
                      </a:lnTo>
                      <a:lnTo>
                        <a:pt x="169" y="10393"/>
                      </a:lnTo>
                      <a:lnTo>
                        <a:pt x="142" y="10254"/>
                      </a:lnTo>
                      <a:lnTo>
                        <a:pt x="118" y="10115"/>
                      </a:lnTo>
                      <a:lnTo>
                        <a:pt x="96" y="9975"/>
                      </a:lnTo>
                      <a:lnTo>
                        <a:pt x="76" y="9834"/>
                      </a:lnTo>
                      <a:lnTo>
                        <a:pt x="59" y="9691"/>
                      </a:lnTo>
                      <a:lnTo>
                        <a:pt x="43" y="9549"/>
                      </a:lnTo>
                      <a:lnTo>
                        <a:pt x="30" y="9406"/>
                      </a:lnTo>
                      <a:lnTo>
                        <a:pt x="20" y="9263"/>
                      </a:lnTo>
                      <a:lnTo>
                        <a:pt x="11" y="9118"/>
                      </a:lnTo>
                      <a:lnTo>
                        <a:pt x="4" y="8973"/>
                      </a:lnTo>
                      <a:lnTo>
                        <a:pt x="1" y="8827"/>
                      </a:lnTo>
                      <a:lnTo>
                        <a:pt x="0" y="8681"/>
                      </a:lnTo>
                      <a:lnTo>
                        <a:pt x="11" y="8239"/>
                      </a:lnTo>
                      <a:lnTo>
                        <a:pt x="43" y="7804"/>
                      </a:lnTo>
                      <a:lnTo>
                        <a:pt x="98" y="7374"/>
                      </a:lnTo>
                      <a:lnTo>
                        <a:pt x="173" y="6952"/>
                      </a:lnTo>
                      <a:lnTo>
                        <a:pt x="267" y="6536"/>
                      </a:lnTo>
                      <a:lnTo>
                        <a:pt x="381" y="6128"/>
                      </a:lnTo>
                      <a:lnTo>
                        <a:pt x="514" y="5730"/>
                      </a:lnTo>
                      <a:lnTo>
                        <a:pt x="666" y="5339"/>
                      </a:lnTo>
                      <a:lnTo>
                        <a:pt x="837" y="4958"/>
                      </a:lnTo>
                      <a:lnTo>
                        <a:pt x="1023" y="4587"/>
                      </a:lnTo>
                      <a:lnTo>
                        <a:pt x="1229" y="4226"/>
                      </a:lnTo>
                      <a:lnTo>
                        <a:pt x="1449" y="3877"/>
                      </a:lnTo>
                      <a:lnTo>
                        <a:pt x="1685" y="3538"/>
                      </a:lnTo>
                      <a:lnTo>
                        <a:pt x="1938" y="3213"/>
                      </a:lnTo>
                      <a:lnTo>
                        <a:pt x="2205" y="2899"/>
                      </a:lnTo>
                      <a:lnTo>
                        <a:pt x="2486" y="2598"/>
                      </a:lnTo>
                      <a:lnTo>
                        <a:pt x="2781" y="2312"/>
                      </a:lnTo>
                      <a:lnTo>
                        <a:pt x="3090" y="2039"/>
                      </a:lnTo>
                      <a:lnTo>
                        <a:pt x="3411" y="1781"/>
                      </a:lnTo>
                      <a:lnTo>
                        <a:pt x="3744" y="1538"/>
                      </a:lnTo>
                      <a:lnTo>
                        <a:pt x="4089" y="1311"/>
                      </a:lnTo>
                      <a:lnTo>
                        <a:pt x="4446" y="1101"/>
                      </a:lnTo>
                      <a:lnTo>
                        <a:pt x="4813" y="906"/>
                      </a:lnTo>
                      <a:lnTo>
                        <a:pt x="5190" y="729"/>
                      </a:lnTo>
                      <a:lnTo>
                        <a:pt x="5577" y="570"/>
                      </a:lnTo>
                      <a:lnTo>
                        <a:pt x="5972" y="430"/>
                      </a:lnTo>
                      <a:lnTo>
                        <a:pt x="6377" y="308"/>
                      </a:lnTo>
                      <a:lnTo>
                        <a:pt x="6789" y="205"/>
                      </a:lnTo>
                      <a:lnTo>
                        <a:pt x="7209" y="123"/>
                      </a:lnTo>
                      <a:lnTo>
                        <a:pt x="7636" y="61"/>
                      </a:lnTo>
                      <a:lnTo>
                        <a:pt x="8069" y="20"/>
                      </a:lnTo>
                      <a:lnTo>
                        <a:pt x="8508" y="0"/>
                      </a:lnTo>
                      <a:lnTo>
                        <a:pt x="8508" y="4795"/>
                      </a:lnTo>
                      <a:lnTo>
                        <a:pt x="8316" y="4808"/>
                      </a:lnTo>
                      <a:lnTo>
                        <a:pt x="8126" y="4831"/>
                      </a:lnTo>
                      <a:lnTo>
                        <a:pt x="7939" y="4863"/>
                      </a:lnTo>
                      <a:lnTo>
                        <a:pt x="7755" y="4903"/>
                      </a:lnTo>
                      <a:lnTo>
                        <a:pt x="7575" y="4952"/>
                      </a:lnTo>
                      <a:lnTo>
                        <a:pt x="7398" y="5008"/>
                      </a:lnTo>
                      <a:lnTo>
                        <a:pt x="7225" y="5073"/>
                      </a:lnTo>
                      <a:lnTo>
                        <a:pt x="7055" y="5147"/>
                      </a:lnTo>
                      <a:lnTo>
                        <a:pt x="6890" y="5227"/>
                      </a:lnTo>
                      <a:lnTo>
                        <a:pt x="6731" y="5315"/>
                      </a:lnTo>
                      <a:lnTo>
                        <a:pt x="6574" y="5411"/>
                      </a:lnTo>
                      <a:lnTo>
                        <a:pt x="6424" y="5514"/>
                      </a:lnTo>
                      <a:lnTo>
                        <a:pt x="6278" y="5622"/>
                      </a:lnTo>
                      <a:lnTo>
                        <a:pt x="6138" y="5738"/>
                      </a:lnTo>
                      <a:lnTo>
                        <a:pt x="6004" y="5860"/>
                      </a:lnTo>
                      <a:lnTo>
                        <a:pt x="5876" y="5988"/>
                      </a:lnTo>
                      <a:lnTo>
                        <a:pt x="5753" y="6122"/>
                      </a:lnTo>
                      <a:lnTo>
                        <a:pt x="5636" y="6262"/>
                      </a:lnTo>
                      <a:lnTo>
                        <a:pt x="5526" y="6407"/>
                      </a:lnTo>
                      <a:lnTo>
                        <a:pt x="5423" y="6557"/>
                      </a:lnTo>
                      <a:lnTo>
                        <a:pt x="5326" y="6712"/>
                      </a:lnTo>
                      <a:lnTo>
                        <a:pt x="5237" y="6872"/>
                      </a:lnTo>
                      <a:lnTo>
                        <a:pt x="5156" y="7037"/>
                      </a:lnTo>
                      <a:lnTo>
                        <a:pt x="5082" y="7205"/>
                      </a:lnTo>
                      <a:lnTo>
                        <a:pt x="5016" y="7377"/>
                      </a:lnTo>
                      <a:lnTo>
                        <a:pt x="4959" y="7554"/>
                      </a:lnTo>
                      <a:lnTo>
                        <a:pt x="4909" y="7734"/>
                      </a:lnTo>
                      <a:lnTo>
                        <a:pt x="4867" y="7918"/>
                      </a:lnTo>
                      <a:lnTo>
                        <a:pt x="4835" y="8105"/>
                      </a:lnTo>
                      <a:lnTo>
                        <a:pt x="4812" y="8293"/>
                      </a:lnTo>
                      <a:lnTo>
                        <a:pt x="4797" y="8487"/>
                      </a:lnTo>
                      <a:lnTo>
                        <a:pt x="4792" y="8681"/>
                      </a:lnTo>
                      <a:lnTo>
                        <a:pt x="4792" y="8745"/>
                      </a:lnTo>
                      <a:lnTo>
                        <a:pt x="4795" y="8810"/>
                      </a:lnTo>
                      <a:lnTo>
                        <a:pt x="4797" y="8874"/>
                      </a:lnTo>
                      <a:lnTo>
                        <a:pt x="4801" y="8937"/>
                      </a:lnTo>
                      <a:lnTo>
                        <a:pt x="4805" y="9001"/>
                      </a:lnTo>
                      <a:lnTo>
                        <a:pt x="4811" y="9064"/>
                      </a:lnTo>
                      <a:lnTo>
                        <a:pt x="4817" y="9127"/>
                      </a:lnTo>
                      <a:lnTo>
                        <a:pt x="4825" y="9190"/>
                      </a:lnTo>
                      <a:lnTo>
                        <a:pt x="4834" y="9252"/>
                      </a:lnTo>
                      <a:lnTo>
                        <a:pt x="4843" y="9314"/>
                      </a:lnTo>
                      <a:lnTo>
                        <a:pt x="4854" y="9376"/>
                      </a:lnTo>
                      <a:lnTo>
                        <a:pt x="4866" y="9436"/>
                      </a:lnTo>
                      <a:lnTo>
                        <a:pt x="4878" y="9497"/>
                      </a:lnTo>
                      <a:lnTo>
                        <a:pt x="4892" y="9558"/>
                      </a:lnTo>
                      <a:lnTo>
                        <a:pt x="4906" y="9619"/>
                      </a:lnTo>
                      <a:lnTo>
                        <a:pt x="4922" y="9678"/>
                      </a:lnTo>
                      <a:lnTo>
                        <a:pt x="4938" y="9738"/>
                      </a:lnTo>
                      <a:lnTo>
                        <a:pt x="4955" y="9797"/>
                      </a:lnTo>
                      <a:lnTo>
                        <a:pt x="4973" y="9855"/>
                      </a:lnTo>
                      <a:lnTo>
                        <a:pt x="4992" y="9914"/>
                      </a:lnTo>
                      <a:lnTo>
                        <a:pt x="5012" y="9971"/>
                      </a:lnTo>
                      <a:lnTo>
                        <a:pt x="5032" y="10029"/>
                      </a:lnTo>
                      <a:lnTo>
                        <a:pt x="5054" y="10086"/>
                      </a:lnTo>
                      <a:lnTo>
                        <a:pt x="5077" y="10143"/>
                      </a:lnTo>
                      <a:lnTo>
                        <a:pt x="5101" y="10199"/>
                      </a:lnTo>
                      <a:lnTo>
                        <a:pt x="5125" y="10255"/>
                      </a:lnTo>
                      <a:lnTo>
                        <a:pt x="5150" y="10310"/>
                      </a:lnTo>
                      <a:lnTo>
                        <a:pt x="5176" y="10365"/>
                      </a:lnTo>
                      <a:lnTo>
                        <a:pt x="5202" y="10420"/>
                      </a:lnTo>
                      <a:lnTo>
                        <a:pt x="5230" y="10474"/>
                      </a:lnTo>
                      <a:lnTo>
                        <a:pt x="5258" y="10527"/>
                      </a:lnTo>
                      <a:lnTo>
                        <a:pt x="5287" y="10579"/>
                      </a:lnTo>
                      <a:lnTo>
                        <a:pt x="1135" y="12977"/>
                      </a:lnTo>
                      <a:close/>
                    </a:path>
                  </a:pathLst>
                </a:cu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30C9F32B-B2D0-4B85-9792-85860CB39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1355" y="5211763"/>
                  <a:ext cx="1947863" cy="858838"/>
                </a:xfrm>
                <a:custGeom>
                  <a:avLst/>
                  <a:gdLst>
                    <a:gd name="T0" fmla="*/ 252217063 w 14736"/>
                    <a:gd name="T1" fmla="*/ 49939682 h 6488"/>
                    <a:gd name="T2" fmla="*/ 243445731 w 14736"/>
                    <a:gd name="T3" fmla="*/ 61101664 h 6488"/>
                    <a:gd name="T4" fmla="*/ 233696106 w 14736"/>
                    <a:gd name="T5" fmla="*/ 71387467 h 6488"/>
                    <a:gd name="T6" fmla="*/ 223037716 w 14736"/>
                    <a:gd name="T7" fmla="*/ 80727066 h 6488"/>
                    <a:gd name="T8" fmla="*/ 211523302 w 14736"/>
                    <a:gd name="T9" fmla="*/ 89032829 h 6488"/>
                    <a:gd name="T10" fmla="*/ 199257555 w 14736"/>
                    <a:gd name="T11" fmla="*/ 96287150 h 6488"/>
                    <a:gd name="T12" fmla="*/ 186275371 w 14736"/>
                    <a:gd name="T13" fmla="*/ 102349980 h 6488"/>
                    <a:gd name="T14" fmla="*/ 172646807 w 14736"/>
                    <a:gd name="T15" fmla="*/ 107203844 h 6488"/>
                    <a:gd name="T16" fmla="*/ 158494001 w 14736"/>
                    <a:gd name="T17" fmla="*/ 110760980 h 6488"/>
                    <a:gd name="T18" fmla="*/ 143834402 w 14736"/>
                    <a:gd name="T19" fmla="*/ 112951229 h 6488"/>
                    <a:gd name="T20" fmla="*/ 128738199 w 14736"/>
                    <a:gd name="T21" fmla="*/ 113687224 h 6488"/>
                    <a:gd name="T22" fmla="*/ 113641865 w 14736"/>
                    <a:gd name="T23" fmla="*/ 112951229 h 6488"/>
                    <a:gd name="T24" fmla="*/ 98982266 w 14736"/>
                    <a:gd name="T25" fmla="*/ 110760980 h 6488"/>
                    <a:gd name="T26" fmla="*/ 84829460 w 14736"/>
                    <a:gd name="T27" fmla="*/ 107203844 h 6488"/>
                    <a:gd name="T28" fmla="*/ 71200896 w 14736"/>
                    <a:gd name="T29" fmla="*/ 102349980 h 6488"/>
                    <a:gd name="T30" fmla="*/ 58218712 w 14736"/>
                    <a:gd name="T31" fmla="*/ 96287150 h 6488"/>
                    <a:gd name="T32" fmla="*/ 45952964 w 14736"/>
                    <a:gd name="T33" fmla="*/ 89032829 h 6488"/>
                    <a:gd name="T34" fmla="*/ 34438551 w 14736"/>
                    <a:gd name="T35" fmla="*/ 80727066 h 6488"/>
                    <a:gd name="T36" fmla="*/ 23780161 w 14736"/>
                    <a:gd name="T37" fmla="*/ 71387467 h 6488"/>
                    <a:gd name="T38" fmla="*/ 14030535 w 14736"/>
                    <a:gd name="T39" fmla="*/ 61101664 h 6488"/>
                    <a:gd name="T40" fmla="*/ 5259204 w 14736"/>
                    <a:gd name="T41" fmla="*/ 49939682 h 6488"/>
                    <a:gd name="T42" fmla="*/ 72616190 w 14736"/>
                    <a:gd name="T43" fmla="*/ 0 h 6488"/>
                    <a:gd name="T44" fmla="*/ 76267904 w 14736"/>
                    <a:gd name="T45" fmla="*/ 4853732 h 6488"/>
                    <a:gd name="T46" fmla="*/ 80339038 w 14736"/>
                    <a:gd name="T47" fmla="*/ 9392151 h 6488"/>
                    <a:gd name="T48" fmla="*/ 84794564 w 14736"/>
                    <a:gd name="T49" fmla="*/ 13527493 h 6488"/>
                    <a:gd name="T50" fmla="*/ 89599451 w 14736"/>
                    <a:gd name="T51" fmla="*/ 17259890 h 6488"/>
                    <a:gd name="T52" fmla="*/ 94736384 w 14736"/>
                    <a:gd name="T53" fmla="*/ 20571606 h 6488"/>
                    <a:gd name="T54" fmla="*/ 100187916 w 14736"/>
                    <a:gd name="T55" fmla="*/ 23410351 h 6488"/>
                    <a:gd name="T56" fmla="*/ 105883987 w 14736"/>
                    <a:gd name="T57" fmla="*/ 25758389 h 6488"/>
                    <a:gd name="T58" fmla="*/ 111859628 w 14736"/>
                    <a:gd name="T59" fmla="*/ 27580772 h 6488"/>
                    <a:gd name="T60" fmla="*/ 118027464 w 14736"/>
                    <a:gd name="T61" fmla="*/ 28859895 h 6488"/>
                    <a:gd name="T62" fmla="*/ 124387496 w 14736"/>
                    <a:gd name="T63" fmla="*/ 29560812 h 6488"/>
                    <a:gd name="T64" fmla="*/ 130922143 w 14736"/>
                    <a:gd name="T65" fmla="*/ 29665917 h 6488"/>
                    <a:gd name="T66" fmla="*/ 137352100 w 14736"/>
                    <a:gd name="T67" fmla="*/ 29175341 h 6488"/>
                    <a:gd name="T68" fmla="*/ 143589862 w 14736"/>
                    <a:gd name="T69" fmla="*/ 28071348 h 6488"/>
                    <a:gd name="T70" fmla="*/ 149617847 w 14736"/>
                    <a:gd name="T71" fmla="*/ 26424227 h 6488"/>
                    <a:gd name="T72" fmla="*/ 155418741 w 14736"/>
                    <a:gd name="T73" fmla="*/ 24233846 h 6488"/>
                    <a:gd name="T74" fmla="*/ 160957646 w 14736"/>
                    <a:gd name="T75" fmla="*/ 21570495 h 6488"/>
                    <a:gd name="T76" fmla="*/ 166181953 w 14736"/>
                    <a:gd name="T77" fmla="*/ 18416304 h 6488"/>
                    <a:gd name="T78" fmla="*/ 171126691 w 14736"/>
                    <a:gd name="T79" fmla="*/ 14824222 h 6488"/>
                    <a:gd name="T80" fmla="*/ 175687038 w 14736"/>
                    <a:gd name="T81" fmla="*/ 10811457 h 6488"/>
                    <a:gd name="T82" fmla="*/ 179897891 w 14736"/>
                    <a:gd name="T83" fmla="*/ 6395749 h 6488"/>
                    <a:gd name="T84" fmla="*/ 183689456 w 14736"/>
                    <a:gd name="T85" fmla="*/ 1647121 h 648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14736" h="6488">
                      <a:moveTo>
                        <a:pt x="14736" y="2398"/>
                      </a:moveTo>
                      <a:lnTo>
                        <a:pt x="14589" y="2626"/>
                      </a:lnTo>
                      <a:lnTo>
                        <a:pt x="14435" y="2850"/>
                      </a:lnTo>
                      <a:lnTo>
                        <a:pt x="14273" y="3067"/>
                      </a:lnTo>
                      <a:lnTo>
                        <a:pt x="14106" y="3280"/>
                      </a:lnTo>
                      <a:lnTo>
                        <a:pt x="13933" y="3487"/>
                      </a:lnTo>
                      <a:lnTo>
                        <a:pt x="13753" y="3688"/>
                      </a:lnTo>
                      <a:lnTo>
                        <a:pt x="13567" y="3884"/>
                      </a:lnTo>
                      <a:lnTo>
                        <a:pt x="13375" y="4074"/>
                      </a:lnTo>
                      <a:lnTo>
                        <a:pt x="13177" y="4258"/>
                      </a:lnTo>
                      <a:lnTo>
                        <a:pt x="12973" y="4436"/>
                      </a:lnTo>
                      <a:lnTo>
                        <a:pt x="12765" y="4607"/>
                      </a:lnTo>
                      <a:lnTo>
                        <a:pt x="12550" y="4772"/>
                      </a:lnTo>
                      <a:lnTo>
                        <a:pt x="12331" y="4930"/>
                      </a:lnTo>
                      <a:lnTo>
                        <a:pt x="12106" y="5081"/>
                      </a:lnTo>
                      <a:lnTo>
                        <a:pt x="11876" y="5227"/>
                      </a:lnTo>
                      <a:lnTo>
                        <a:pt x="11643" y="5365"/>
                      </a:lnTo>
                      <a:lnTo>
                        <a:pt x="11404" y="5495"/>
                      </a:lnTo>
                      <a:lnTo>
                        <a:pt x="11160" y="5618"/>
                      </a:lnTo>
                      <a:lnTo>
                        <a:pt x="10912" y="5734"/>
                      </a:lnTo>
                      <a:lnTo>
                        <a:pt x="10661" y="5841"/>
                      </a:lnTo>
                      <a:lnTo>
                        <a:pt x="10405" y="5942"/>
                      </a:lnTo>
                      <a:lnTo>
                        <a:pt x="10145" y="6034"/>
                      </a:lnTo>
                      <a:lnTo>
                        <a:pt x="9881" y="6118"/>
                      </a:lnTo>
                      <a:lnTo>
                        <a:pt x="9614" y="6194"/>
                      </a:lnTo>
                      <a:lnTo>
                        <a:pt x="9344" y="6262"/>
                      </a:lnTo>
                      <a:lnTo>
                        <a:pt x="9071" y="6321"/>
                      </a:lnTo>
                      <a:lnTo>
                        <a:pt x="8794" y="6372"/>
                      </a:lnTo>
                      <a:lnTo>
                        <a:pt x="8514" y="6413"/>
                      </a:lnTo>
                      <a:lnTo>
                        <a:pt x="8232" y="6446"/>
                      </a:lnTo>
                      <a:lnTo>
                        <a:pt x="7946" y="6470"/>
                      </a:lnTo>
                      <a:lnTo>
                        <a:pt x="7658" y="6484"/>
                      </a:lnTo>
                      <a:lnTo>
                        <a:pt x="7368" y="6488"/>
                      </a:lnTo>
                      <a:lnTo>
                        <a:pt x="7078" y="6484"/>
                      </a:lnTo>
                      <a:lnTo>
                        <a:pt x="6790" y="6470"/>
                      </a:lnTo>
                      <a:lnTo>
                        <a:pt x="6504" y="6446"/>
                      </a:lnTo>
                      <a:lnTo>
                        <a:pt x="6222" y="6413"/>
                      </a:lnTo>
                      <a:lnTo>
                        <a:pt x="5942" y="6372"/>
                      </a:lnTo>
                      <a:lnTo>
                        <a:pt x="5665" y="6321"/>
                      </a:lnTo>
                      <a:lnTo>
                        <a:pt x="5392" y="6262"/>
                      </a:lnTo>
                      <a:lnTo>
                        <a:pt x="5122" y="6194"/>
                      </a:lnTo>
                      <a:lnTo>
                        <a:pt x="4855" y="6118"/>
                      </a:lnTo>
                      <a:lnTo>
                        <a:pt x="4591" y="6034"/>
                      </a:lnTo>
                      <a:lnTo>
                        <a:pt x="4331" y="5942"/>
                      </a:lnTo>
                      <a:lnTo>
                        <a:pt x="4075" y="5841"/>
                      </a:lnTo>
                      <a:lnTo>
                        <a:pt x="3824" y="5734"/>
                      </a:lnTo>
                      <a:lnTo>
                        <a:pt x="3576" y="5618"/>
                      </a:lnTo>
                      <a:lnTo>
                        <a:pt x="3332" y="5495"/>
                      </a:lnTo>
                      <a:lnTo>
                        <a:pt x="3093" y="5365"/>
                      </a:lnTo>
                      <a:lnTo>
                        <a:pt x="2860" y="5227"/>
                      </a:lnTo>
                      <a:lnTo>
                        <a:pt x="2630" y="5081"/>
                      </a:lnTo>
                      <a:lnTo>
                        <a:pt x="2405" y="4930"/>
                      </a:lnTo>
                      <a:lnTo>
                        <a:pt x="2186" y="4772"/>
                      </a:lnTo>
                      <a:lnTo>
                        <a:pt x="1971" y="4607"/>
                      </a:lnTo>
                      <a:lnTo>
                        <a:pt x="1763" y="4436"/>
                      </a:lnTo>
                      <a:lnTo>
                        <a:pt x="1559" y="4258"/>
                      </a:lnTo>
                      <a:lnTo>
                        <a:pt x="1361" y="4074"/>
                      </a:lnTo>
                      <a:lnTo>
                        <a:pt x="1169" y="3884"/>
                      </a:lnTo>
                      <a:lnTo>
                        <a:pt x="983" y="3688"/>
                      </a:lnTo>
                      <a:lnTo>
                        <a:pt x="803" y="3487"/>
                      </a:lnTo>
                      <a:lnTo>
                        <a:pt x="630" y="3280"/>
                      </a:lnTo>
                      <a:lnTo>
                        <a:pt x="463" y="3067"/>
                      </a:lnTo>
                      <a:lnTo>
                        <a:pt x="301" y="2850"/>
                      </a:lnTo>
                      <a:lnTo>
                        <a:pt x="147" y="2626"/>
                      </a:lnTo>
                      <a:lnTo>
                        <a:pt x="0" y="2399"/>
                      </a:lnTo>
                      <a:lnTo>
                        <a:pt x="4156" y="0"/>
                      </a:lnTo>
                      <a:lnTo>
                        <a:pt x="4223" y="94"/>
                      </a:lnTo>
                      <a:lnTo>
                        <a:pt x="4292" y="187"/>
                      </a:lnTo>
                      <a:lnTo>
                        <a:pt x="4365" y="277"/>
                      </a:lnTo>
                      <a:lnTo>
                        <a:pt x="4440" y="366"/>
                      </a:lnTo>
                      <a:lnTo>
                        <a:pt x="4518" y="452"/>
                      </a:lnTo>
                      <a:lnTo>
                        <a:pt x="4598" y="536"/>
                      </a:lnTo>
                      <a:lnTo>
                        <a:pt x="4681" y="617"/>
                      </a:lnTo>
                      <a:lnTo>
                        <a:pt x="4766" y="696"/>
                      </a:lnTo>
                      <a:lnTo>
                        <a:pt x="4853" y="772"/>
                      </a:lnTo>
                      <a:lnTo>
                        <a:pt x="4942" y="846"/>
                      </a:lnTo>
                      <a:lnTo>
                        <a:pt x="5035" y="917"/>
                      </a:lnTo>
                      <a:lnTo>
                        <a:pt x="5128" y="985"/>
                      </a:lnTo>
                      <a:lnTo>
                        <a:pt x="5225" y="1051"/>
                      </a:lnTo>
                      <a:lnTo>
                        <a:pt x="5322" y="1114"/>
                      </a:lnTo>
                      <a:lnTo>
                        <a:pt x="5422" y="1174"/>
                      </a:lnTo>
                      <a:lnTo>
                        <a:pt x="5524" y="1231"/>
                      </a:lnTo>
                      <a:lnTo>
                        <a:pt x="5628" y="1285"/>
                      </a:lnTo>
                      <a:lnTo>
                        <a:pt x="5734" y="1336"/>
                      </a:lnTo>
                      <a:lnTo>
                        <a:pt x="5841" y="1383"/>
                      </a:lnTo>
                      <a:lnTo>
                        <a:pt x="5950" y="1428"/>
                      </a:lnTo>
                      <a:lnTo>
                        <a:pt x="6060" y="1470"/>
                      </a:lnTo>
                      <a:lnTo>
                        <a:pt x="6173" y="1508"/>
                      </a:lnTo>
                      <a:lnTo>
                        <a:pt x="6287" y="1543"/>
                      </a:lnTo>
                      <a:lnTo>
                        <a:pt x="6402" y="1574"/>
                      </a:lnTo>
                      <a:lnTo>
                        <a:pt x="6518" y="1602"/>
                      </a:lnTo>
                      <a:lnTo>
                        <a:pt x="6637" y="1627"/>
                      </a:lnTo>
                      <a:lnTo>
                        <a:pt x="6755" y="1647"/>
                      </a:lnTo>
                      <a:lnTo>
                        <a:pt x="6875" y="1665"/>
                      </a:lnTo>
                      <a:lnTo>
                        <a:pt x="6997" y="1678"/>
                      </a:lnTo>
                      <a:lnTo>
                        <a:pt x="7119" y="1687"/>
                      </a:lnTo>
                      <a:lnTo>
                        <a:pt x="7243" y="1693"/>
                      </a:lnTo>
                      <a:lnTo>
                        <a:pt x="7368" y="1695"/>
                      </a:lnTo>
                      <a:lnTo>
                        <a:pt x="7493" y="1693"/>
                      </a:lnTo>
                      <a:lnTo>
                        <a:pt x="7617" y="1687"/>
                      </a:lnTo>
                      <a:lnTo>
                        <a:pt x="7739" y="1678"/>
                      </a:lnTo>
                      <a:lnTo>
                        <a:pt x="7861" y="1665"/>
                      </a:lnTo>
                      <a:lnTo>
                        <a:pt x="7981" y="1647"/>
                      </a:lnTo>
                      <a:lnTo>
                        <a:pt x="8099" y="1627"/>
                      </a:lnTo>
                      <a:lnTo>
                        <a:pt x="8218" y="1602"/>
                      </a:lnTo>
                      <a:lnTo>
                        <a:pt x="8334" y="1574"/>
                      </a:lnTo>
                      <a:lnTo>
                        <a:pt x="8449" y="1543"/>
                      </a:lnTo>
                      <a:lnTo>
                        <a:pt x="8563" y="1508"/>
                      </a:lnTo>
                      <a:lnTo>
                        <a:pt x="8676" y="1469"/>
                      </a:lnTo>
                      <a:lnTo>
                        <a:pt x="8786" y="1428"/>
                      </a:lnTo>
                      <a:lnTo>
                        <a:pt x="8895" y="1383"/>
                      </a:lnTo>
                      <a:lnTo>
                        <a:pt x="9002" y="1336"/>
                      </a:lnTo>
                      <a:lnTo>
                        <a:pt x="9108" y="1285"/>
                      </a:lnTo>
                      <a:lnTo>
                        <a:pt x="9212" y="1231"/>
                      </a:lnTo>
                      <a:lnTo>
                        <a:pt x="9314" y="1174"/>
                      </a:lnTo>
                      <a:lnTo>
                        <a:pt x="9414" y="1114"/>
                      </a:lnTo>
                      <a:lnTo>
                        <a:pt x="9511" y="1051"/>
                      </a:lnTo>
                      <a:lnTo>
                        <a:pt x="9608" y="985"/>
                      </a:lnTo>
                      <a:lnTo>
                        <a:pt x="9701" y="917"/>
                      </a:lnTo>
                      <a:lnTo>
                        <a:pt x="9794" y="846"/>
                      </a:lnTo>
                      <a:lnTo>
                        <a:pt x="9883" y="772"/>
                      </a:lnTo>
                      <a:lnTo>
                        <a:pt x="9970" y="696"/>
                      </a:lnTo>
                      <a:lnTo>
                        <a:pt x="10055" y="617"/>
                      </a:lnTo>
                      <a:lnTo>
                        <a:pt x="10138" y="536"/>
                      </a:lnTo>
                      <a:lnTo>
                        <a:pt x="10218" y="452"/>
                      </a:lnTo>
                      <a:lnTo>
                        <a:pt x="10296" y="365"/>
                      </a:lnTo>
                      <a:lnTo>
                        <a:pt x="10371" y="277"/>
                      </a:lnTo>
                      <a:lnTo>
                        <a:pt x="10444" y="187"/>
                      </a:lnTo>
                      <a:lnTo>
                        <a:pt x="10513" y="94"/>
                      </a:lnTo>
                      <a:lnTo>
                        <a:pt x="10580" y="0"/>
                      </a:lnTo>
                      <a:lnTo>
                        <a:pt x="14736" y="2398"/>
                      </a:lnTo>
                      <a:close/>
                    </a:path>
                  </a:pathLst>
                </a:custGeom>
                <a:solidFill>
                  <a:schemeClr val="accent4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55CF2EE9-1D42-4326-8C70-CF9B1DFF6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3832" y="3827665"/>
                  <a:ext cx="1125537" cy="1716089"/>
                </a:xfrm>
                <a:custGeom>
                  <a:avLst/>
                  <a:gdLst>
                    <a:gd name="T0" fmla="*/ 15260909 w 8508"/>
                    <a:gd name="T1" fmla="*/ 1066786 h 12977"/>
                    <a:gd name="T2" fmla="*/ 37294889 w 8508"/>
                    <a:gd name="T3" fmla="*/ 5368709 h 12977"/>
                    <a:gd name="T4" fmla="*/ 58068659 w 8508"/>
                    <a:gd name="T5" fmla="*/ 12748403 h 12977"/>
                    <a:gd name="T6" fmla="*/ 77337346 w 8508"/>
                    <a:gd name="T7" fmla="*/ 22926312 h 12977"/>
                    <a:gd name="T8" fmla="*/ 94821020 w 8508"/>
                    <a:gd name="T9" fmla="*/ 35657259 h 12977"/>
                    <a:gd name="T10" fmla="*/ 110309471 w 8508"/>
                    <a:gd name="T11" fmla="*/ 50696601 h 12977"/>
                    <a:gd name="T12" fmla="*/ 123540231 w 8508"/>
                    <a:gd name="T13" fmla="*/ 67799427 h 12977"/>
                    <a:gd name="T14" fmla="*/ 134250966 w 8508"/>
                    <a:gd name="T15" fmla="*/ 86703637 h 12977"/>
                    <a:gd name="T16" fmla="*/ 142231464 w 8508"/>
                    <a:gd name="T17" fmla="*/ 107164056 h 12977"/>
                    <a:gd name="T18" fmla="*/ 147184202 w 8508"/>
                    <a:gd name="T19" fmla="*/ 128953626 h 12977"/>
                    <a:gd name="T20" fmla="*/ 148899364 w 8508"/>
                    <a:gd name="T21" fmla="*/ 151809982 h 12977"/>
                    <a:gd name="T22" fmla="*/ 148706880 w 8508"/>
                    <a:gd name="T23" fmla="*/ 159452042 h 12977"/>
                    <a:gd name="T24" fmla="*/ 148146756 w 8508"/>
                    <a:gd name="T25" fmla="*/ 166989234 h 12977"/>
                    <a:gd name="T26" fmla="*/ 147219259 w 8508"/>
                    <a:gd name="T27" fmla="*/ 174438884 h 12977"/>
                    <a:gd name="T28" fmla="*/ 145941718 w 8508"/>
                    <a:gd name="T29" fmla="*/ 181748755 h 12977"/>
                    <a:gd name="T30" fmla="*/ 144314133 w 8508"/>
                    <a:gd name="T31" fmla="*/ 188936171 h 12977"/>
                    <a:gd name="T32" fmla="*/ 142371429 w 8508"/>
                    <a:gd name="T33" fmla="*/ 196001132 h 12977"/>
                    <a:gd name="T34" fmla="*/ 140061351 w 8508"/>
                    <a:gd name="T35" fmla="*/ 202926183 h 12977"/>
                    <a:gd name="T36" fmla="*/ 137471211 w 8508"/>
                    <a:gd name="T37" fmla="*/ 209693999 h 12977"/>
                    <a:gd name="T38" fmla="*/ 134548490 w 8508"/>
                    <a:gd name="T39" fmla="*/ 216304317 h 12977"/>
                    <a:gd name="T40" fmla="*/ 131328245 w 8508"/>
                    <a:gd name="T41" fmla="*/ 222739680 h 12977"/>
                    <a:gd name="T42" fmla="*/ 56371092 w 8508"/>
                    <a:gd name="T43" fmla="*/ 185001480 h 12977"/>
                    <a:gd name="T44" fmla="*/ 57858580 w 8508"/>
                    <a:gd name="T45" fmla="*/ 182220854 h 12977"/>
                    <a:gd name="T46" fmla="*/ 59206236 w 8508"/>
                    <a:gd name="T47" fmla="*/ 179335494 h 12977"/>
                    <a:gd name="T48" fmla="*/ 60448852 w 8508"/>
                    <a:gd name="T49" fmla="*/ 176380046 h 12977"/>
                    <a:gd name="T50" fmla="*/ 61533909 w 8508"/>
                    <a:gd name="T51" fmla="*/ 173372230 h 12977"/>
                    <a:gd name="T52" fmla="*/ 62478868 w 8508"/>
                    <a:gd name="T53" fmla="*/ 170294327 h 12977"/>
                    <a:gd name="T54" fmla="*/ 63283996 w 8508"/>
                    <a:gd name="T55" fmla="*/ 167146601 h 12977"/>
                    <a:gd name="T56" fmla="*/ 63949026 w 8508"/>
                    <a:gd name="T57" fmla="*/ 163963831 h 12977"/>
                    <a:gd name="T58" fmla="*/ 64456497 w 8508"/>
                    <a:gd name="T59" fmla="*/ 160711106 h 12977"/>
                    <a:gd name="T60" fmla="*/ 64806541 w 8508"/>
                    <a:gd name="T61" fmla="*/ 157406013 h 12977"/>
                    <a:gd name="T62" fmla="*/ 64981563 w 8508"/>
                    <a:gd name="T63" fmla="*/ 154065877 h 12977"/>
                    <a:gd name="T64" fmla="*/ 64946638 w 8508"/>
                    <a:gd name="T65" fmla="*/ 148417346 h 12977"/>
                    <a:gd name="T66" fmla="*/ 63721485 w 8508"/>
                    <a:gd name="T67" fmla="*/ 138466892 h 12977"/>
                    <a:gd name="T68" fmla="*/ 61113882 w 8508"/>
                    <a:gd name="T69" fmla="*/ 129006125 h 12977"/>
                    <a:gd name="T70" fmla="*/ 57246069 w 8508"/>
                    <a:gd name="T71" fmla="*/ 120174825 h 12977"/>
                    <a:gd name="T72" fmla="*/ 52188292 w 8508"/>
                    <a:gd name="T73" fmla="*/ 112043077 h 12977"/>
                    <a:gd name="T74" fmla="*/ 46062920 w 8508"/>
                    <a:gd name="T75" fmla="*/ 104715883 h 12977"/>
                    <a:gd name="T76" fmla="*/ 39027514 w 8508"/>
                    <a:gd name="T77" fmla="*/ 98315299 h 12977"/>
                    <a:gd name="T78" fmla="*/ 31099403 w 8508"/>
                    <a:gd name="T79" fmla="*/ 92946590 h 12977"/>
                    <a:gd name="T80" fmla="*/ 22453875 w 8508"/>
                    <a:gd name="T81" fmla="*/ 88714622 h 12977"/>
                    <a:gd name="T82" fmla="*/ 13178373 w 8508"/>
                    <a:gd name="T83" fmla="*/ 85741718 h 12977"/>
                    <a:gd name="T84" fmla="*/ 3360210 w 8508"/>
                    <a:gd name="T85" fmla="*/ 84080378 h 12977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0" y="0"/>
                      </a:moveTo>
                      <a:lnTo>
                        <a:pt x="439" y="20"/>
                      </a:lnTo>
                      <a:lnTo>
                        <a:pt x="872" y="61"/>
                      </a:lnTo>
                      <a:lnTo>
                        <a:pt x="1299" y="123"/>
                      </a:lnTo>
                      <a:lnTo>
                        <a:pt x="1719" y="205"/>
                      </a:lnTo>
                      <a:lnTo>
                        <a:pt x="2131" y="307"/>
                      </a:lnTo>
                      <a:lnTo>
                        <a:pt x="2536" y="430"/>
                      </a:lnTo>
                      <a:lnTo>
                        <a:pt x="2931" y="570"/>
                      </a:lnTo>
                      <a:lnTo>
                        <a:pt x="3318" y="729"/>
                      </a:lnTo>
                      <a:lnTo>
                        <a:pt x="3695" y="906"/>
                      </a:lnTo>
                      <a:lnTo>
                        <a:pt x="4062" y="1101"/>
                      </a:lnTo>
                      <a:lnTo>
                        <a:pt x="4419" y="1311"/>
                      </a:lnTo>
                      <a:lnTo>
                        <a:pt x="4764" y="1538"/>
                      </a:lnTo>
                      <a:lnTo>
                        <a:pt x="5097" y="1781"/>
                      </a:lnTo>
                      <a:lnTo>
                        <a:pt x="5418" y="2039"/>
                      </a:lnTo>
                      <a:lnTo>
                        <a:pt x="5727" y="2312"/>
                      </a:lnTo>
                      <a:lnTo>
                        <a:pt x="6022" y="2598"/>
                      </a:lnTo>
                      <a:lnTo>
                        <a:pt x="6303" y="2899"/>
                      </a:lnTo>
                      <a:lnTo>
                        <a:pt x="6570" y="3213"/>
                      </a:lnTo>
                      <a:lnTo>
                        <a:pt x="6823" y="3538"/>
                      </a:lnTo>
                      <a:lnTo>
                        <a:pt x="7059" y="3877"/>
                      </a:lnTo>
                      <a:lnTo>
                        <a:pt x="7279" y="4226"/>
                      </a:lnTo>
                      <a:lnTo>
                        <a:pt x="7485" y="4587"/>
                      </a:lnTo>
                      <a:lnTo>
                        <a:pt x="7671" y="4958"/>
                      </a:lnTo>
                      <a:lnTo>
                        <a:pt x="7842" y="5339"/>
                      </a:lnTo>
                      <a:lnTo>
                        <a:pt x="7994" y="5730"/>
                      </a:lnTo>
                      <a:lnTo>
                        <a:pt x="8127" y="6128"/>
                      </a:lnTo>
                      <a:lnTo>
                        <a:pt x="8241" y="6536"/>
                      </a:lnTo>
                      <a:lnTo>
                        <a:pt x="8335" y="6952"/>
                      </a:lnTo>
                      <a:lnTo>
                        <a:pt x="8410" y="7374"/>
                      </a:lnTo>
                      <a:lnTo>
                        <a:pt x="8465" y="7804"/>
                      </a:lnTo>
                      <a:lnTo>
                        <a:pt x="8497" y="8239"/>
                      </a:lnTo>
                      <a:lnTo>
                        <a:pt x="8508" y="8681"/>
                      </a:lnTo>
                      <a:lnTo>
                        <a:pt x="8507" y="8827"/>
                      </a:lnTo>
                      <a:lnTo>
                        <a:pt x="8504" y="8973"/>
                      </a:lnTo>
                      <a:lnTo>
                        <a:pt x="8497" y="9118"/>
                      </a:lnTo>
                      <a:lnTo>
                        <a:pt x="8488" y="9263"/>
                      </a:lnTo>
                      <a:lnTo>
                        <a:pt x="8478" y="9406"/>
                      </a:lnTo>
                      <a:lnTo>
                        <a:pt x="8465" y="9549"/>
                      </a:lnTo>
                      <a:lnTo>
                        <a:pt x="8449" y="9691"/>
                      </a:lnTo>
                      <a:lnTo>
                        <a:pt x="8432" y="9834"/>
                      </a:lnTo>
                      <a:lnTo>
                        <a:pt x="8412" y="9975"/>
                      </a:lnTo>
                      <a:lnTo>
                        <a:pt x="8390" y="10115"/>
                      </a:lnTo>
                      <a:lnTo>
                        <a:pt x="8366" y="10254"/>
                      </a:lnTo>
                      <a:lnTo>
                        <a:pt x="8339" y="10393"/>
                      </a:lnTo>
                      <a:lnTo>
                        <a:pt x="8310" y="10530"/>
                      </a:lnTo>
                      <a:lnTo>
                        <a:pt x="8279" y="10668"/>
                      </a:lnTo>
                      <a:lnTo>
                        <a:pt x="8246" y="10804"/>
                      </a:lnTo>
                      <a:lnTo>
                        <a:pt x="8211" y="10940"/>
                      </a:lnTo>
                      <a:lnTo>
                        <a:pt x="8174" y="11074"/>
                      </a:lnTo>
                      <a:lnTo>
                        <a:pt x="8135" y="11208"/>
                      </a:lnTo>
                      <a:lnTo>
                        <a:pt x="8092" y="11341"/>
                      </a:lnTo>
                      <a:lnTo>
                        <a:pt x="8049" y="11473"/>
                      </a:lnTo>
                      <a:lnTo>
                        <a:pt x="8003" y="11604"/>
                      </a:lnTo>
                      <a:lnTo>
                        <a:pt x="7956" y="11734"/>
                      </a:lnTo>
                      <a:lnTo>
                        <a:pt x="7907" y="11863"/>
                      </a:lnTo>
                      <a:lnTo>
                        <a:pt x="7855" y="11991"/>
                      </a:lnTo>
                      <a:lnTo>
                        <a:pt x="7802" y="12118"/>
                      </a:lnTo>
                      <a:lnTo>
                        <a:pt x="7745" y="12244"/>
                      </a:lnTo>
                      <a:lnTo>
                        <a:pt x="7688" y="12369"/>
                      </a:lnTo>
                      <a:lnTo>
                        <a:pt x="7629" y="12493"/>
                      </a:lnTo>
                      <a:lnTo>
                        <a:pt x="7567" y="12615"/>
                      </a:lnTo>
                      <a:lnTo>
                        <a:pt x="7504" y="12737"/>
                      </a:lnTo>
                      <a:lnTo>
                        <a:pt x="7439" y="12857"/>
                      </a:lnTo>
                      <a:lnTo>
                        <a:pt x="7373" y="12977"/>
                      </a:lnTo>
                      <a:lnTo>
                        <a:pt x="3221" y="10579"/>
                      </a:lnTo>
                      <a:lnTo>
                        <a:pt x="3250" y="10527"/>
                      </a:lnTo>
                      <a:lnTo>
                        <a:pt x="3278" y="10474"/>
                      </a:lnTo>
                      <a:lnTo>
                        <a:pt x="3306" y="10420"/>
                      </a:lnTo>
                      <a:lnTo>
                        <a:pt x="3332" y="10365"/>
                      </a:lnTo>
                      <a:lnTo>
                        <a:pt x="3358" y="10310"/>
                      </a:lnTo>
                      <a:lnTo>
                        <a:pt x="3383" y="10255"/>
                      </a:lnTo>
                      <a:lnTo>
                        <a:pt x="3407" y="10199"/>
                      </a:lnTo>
                      <a:lnTo>
                        <a:pt x="3431" y="10143"/>
                      </a:lnTo>
                      <a:lnTo>
                        <a:pt x="3454" y="10086"/>
                      </a:lnTo>
                      <a:lnTo>
                        <a:pt x="3476" y="10029"/>
                      </a:lnTo>
                      <a:lnTo>
                        <a:pt x="3496" y="9971"/>
                      </a:lnTo>
                      <a:lnTo>
                        <a:pt x="3516" y="9914"/>
                      </a:lnTo>
                      <a:lnTo>
                        <a:pt x="3535" y="9855"/>
                      </a:lnTo>
                      <a:lnTo>
                        <a:pt x="3553" y="9797"/>
                      </a:lnTo>
                      <a:lnTo>
                        <a:pt x="3570" y="9738"/>
                      </a:lnTo>
                      <a:lnTo>
                        <a:pt x="3586" y="9678"/>
                      </a:lnTo>
                      <a:lnTo>
                        <a:pt x="3602" y="9619"/>
                      </a:lnTo>
                      <a:lnTo>
                        <a:pt x="3616" y="9558"/>
                      </a:lnTo>
                      <a:lnTo>
                        <a:pt x="3630" y="9497"/>
                      </a:lnTo>
                      <a:lnTo>
                        <a:pt x="3642" y="9436"/>
                      </a:lnTo>
                      <a:lnTo>
                        <a:pt x="3654" y="9376"/>
                      </a:lnTo>
                      <a:lnTo>
                        <a:pt x="3665" y="9314"/>
                      </a:lnTo>
                      <a:lnTo>
                        <a:pt x="3674" y="9252"/>
                      </a:lnTo>
                      <a:lnTo>
                        <a:pt x="3683" y="9190"/>
                      </a:lnTo>
                      <a:lnTo>
                        <a:pt x="3691" y="9127"/>
                      </a:lnTo>
                      <a:lnTo>
                        <a:pt x="3697" y="9064"/>
                      </a:lnTo>
                      <a:lnTo>
                        <a:pt x="3703" y="9001"/>
                      </a:lnTo>
                      <a:lnTo>
                        <a:pt x="3707" y="8937"/>
                      </a:lnTo>
                      <a:lnTo>
                        <a:pt x="3711" y="8874"/>
                      </a:lnTo>
                      <a:lnTo>
                        <a:pt x="3713" y="8810"/>
                      </a:lnTo>
                      <a:lnTo>
                        <a:pt x="3716" y="8745"/>
                      </a:lnTo>
                      <a:lnTo>
                        <a:pt x="3716" y="8681"/>
                      </a:lnTo>
                      <a:lnTo>
                        <a:pt x="3711" y="8487"/>
                      </a:lnTo>
                      <a:lnTo>
                        <a:pt x="3696" y="8293"/>
                      </a:lnTo>
                      <a:lnTo>
                        <a:pt x="3673" y="8105"/>
                      </a:lnTo>
                      <a:lnTo>
                        <a:pt x="3641" y="7918"/>
                      </a:lnTo>
                      <a:lnTo>
                        <a:pt x="3599" y="7734"/>
                      </a:lnTo>
                      <a:lnTo>
                        <a:pt x="3549" y="7554"/>
                      </a:lnTo>
                      <a:lnTo>
                        <a:pt x="3492" y="7377"/>
                      </a:lnTo>
                      <a:lnTo>
                        <a:pt x="3426" y="7205"/>
                      </a:lnTo>
                      <a:lnTo>
                        <a:pt x="3352" y="7037"/>
                      </a:lnTo>
                      <a:lnTo>
                        <a:pt x="3271" y="6872"/>
                      </a:lnTo>
                      <a:lnTo>
                        <a:pt x="3182" y="6712"/>
                      </a:lnTo>
                      <a:lnTo>
                        <a:pt x="3085" y="6557"/>
                      </a:lnTo>
                      <a:lnTo>
                        <a:pt x="2982" y="6407"/>
                      </a:lnTo>
                      <a:lnTo>
                        <a:pt x="2872" y="6262"/>
                      </a:lnTo>
                      <a:lnTo>
                        <a:pt x="2755" y="6122"/>
                      </a:lnTo>
                      <a:lnTo>
                        <a:pt x="2632" y="5988"/>
                      </a:lnTo>
                      <a:lnTo>
                        <a:pt x="2504" y="5860"/>
                      </a:lnTo>
                      <a:lnTo>
                        <a:pt x="2370" y="5738"/>
                      </a:lnTo>
                      <a:lnTo>
                        <a:pt x="2230" y="5622"/>
                      </a:lnTo>
                      <a:lnTo>
                        <a:pt x="2084" y="5514"/>
                      </a:lnTo>
                      <a:lnTo>
                        <a:pt x="1934" y="5411"/>
                      </a:lnTo>
                      <a:lnTo>
                        <a:pt x="1777" y="5315"/>
                      </a:lnTo>
                      <a:lnTo>
                        <a:pt x="1618" y="5227"/>
                      </a:lnTo>
                      <a:lnTo>
                        <a:pt x="1453" y="5147"/>
                      </a:lnTo>
                      <a:lnTo>
                        <a:pt x="1283" y="5073"/>
                      </a:lnTo>
                      <a:lnTo>
                        <a:pt x="1110" y="5008"/>
                      </a:lnTo>
                      <a:lnTo>
                        <a:pt x="933" y="4952"/>
                      </a:lnTo>
                      <a:lnTo>
                        <a:pt x="753" y="4903"/>
                      </a:lnTo>
                      <a:lnTo>
                        <a:pt x="569" y="4863"/>
                      </a:lnTo>
                      <a:lnTo>
                        <a:pt x="382" y="4831"/>
                      </a:lnTo>
                      <a:lnTo>
                        <a:pt x="192" y="4808"/>
                      </a:lnTo>
                      <a:lnTo>
                        <a:pt x="0" y="47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05F2A47-DE67-488B-BF8F-B653326FF01A}"/>
                    </a:ext>
                  </a:extLst>
                </p:cNvPr>
                <p:cNvSpPr/>
                <p:nvPr/>
              </p:nvSpPr>
              <p:spPr>
                <a:xfrm rot="18000000">
                  <a:off x="826270" y="4366243"/>
                  <a:ext cx="1042097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3A9E9434-5DC2-42AB-84E0-4BABFAD474E3}"/>
                    </a:ext>
                  </a:extLst>
                </p:cNvPr>
                <p:cNvSpPr/>
                <p:nvPr/>
              </p:nvSpPr>
              <p:spPr>
                <a:xfrm rot="3600000">
                  <a:off x="1797393" y="4404469"/>
                  <a:ext cx="1031315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C77DD562-C816-4577-BF86-834846490B1D}"/>
                    </a:ext>
                  </a:extLst>
                </p:cNvPr>
                <p:cNvSpPr/>
                <p:nvPr/>
              </p:nvSpPr>
              <p:spPr>
                <a:xfrm>
                  <a:off x="1363376" y="5341601"/>
                  <a:ext cx="972119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Down">
                    <a:avLst>
                      <a:gd name="adj" fmla="val 1312104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76AF24FF-E293-4494-9CFC-6AA9F57AF71A}"/>
                  </a:ext>
                </a:extLst>
              </p:cNvPr>
              <p:cNvSpPr/>
              <p:nvPr/>
            </p:nvSpPr>
            <p:spPr>
              <a:xfrm>
                <a:off x="2776544" y="2843774"/>
                <a:ext cx="680260" cy="6802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F40D139-32EE-4241-8FAB-417DF3206F00}"/>
                </a:ext>
              </a:extLst>
            </p:cNvPr>
            <p:cNvSpPr/>
            <p:nvPr/>
          </p:nvSpPr>
          <p:spPr>
            <a:xfrm>
              <a:off x="2705267" y="3173896"/>
              <a:ext cx="671262" cy="669300"/>
            </a:xfrm>
            <a:custGeom>
              <a:avLst/>
              <a:gdLst>
                <a:gd name="connsiteX0" fmla="*/ 15478 w 330200"/>
                <a:gd name="connsiteY0" fmla="*/ 259385 h 329235"/>
                <a:gd name="connsiteX1" fmla="*/ 314722 w 330200"/>
                <a:gd name="connsiteY1" fmla="*/ 259385 h 329235"/>
                <a:gd name="connsiteX2" fmla="*/ 330200 w 330200"/>
                <a:gd name="connsiteY2" fmla="*/ 274907 h 329235"/>
                <a:gd name="connsiteX3" fmla="*/ 330200 w 330200"/>
                <a:gd name="connsiteY3" fmla="*/ 313713 h 329235"/>
                <a:gd name="connsiteX4" fmla="*/ 314722 w 330200"/>
                <a:gd name="connsiteY4" fmla="*/ 329235 h 329235"/>
                <a:gd name="connsiteX5" fmla="*/ 15478 w 330200"/>
                <a:gd name="connsiteY5" fmla="*/ 329235 h 329235"/>
                <a:gd name="connsiteX6" fmla="*/ 0 w 330200"/>
                <a:gd name="connsiteY6" fmla="*/ 313713 h 329235"/>
                <a:gd name="connsiteX7" fmla="*/ 0 w 330200"/>
                <a:gd name="connsiteY7" fmla="*/ 274907 h 329235"/>
                <a:gd name="connsiteX8" fmla="*/ 15478 w 330200"/>
                <a:gd name="connsiteY8" fmla="*/ 259385 h 329235"/>
                <a:gd name="connsiteX9" fmla="*/ 157348 w 330200"/>
                <a:gd name="connsiteY9" fmla="*/ 2893 h 329235"/>
                <a:gd name="connsiteX10" fmla="*/ 172854 w 330200"/>
                <a:gd name="connsiteY10" fmla="*/ 2893 h 329235"/>
                <a:gd name="connsiteX11" fmla="*/ 322743 w 330200"/>
                <a:gd name="connsiteY11" fmla="*/ 101912 h 329235"/>
                <a:gd name="connsiteX12" fmla="*/ 329204 w 330200"/>
                <a:gd name="connsiteY12" fmla="*/ 118630 h 329235"/>
                <a:gd name="connsiteX13" fmla="*/ 314990 w 330200"/>
                <a:gd name="connsiteY13" fmla="*/ 128917 h 329235"/>
                <a:gd name="connsiteX14" fmla="*/ 299484 w 330200"/>
                <a:gd name="connsiteY14" fmla="*/ 128917 h 329235"/>
                <a:gd name="connsiteX15" fmla="*/ 299484 w 330200"/>
                <a:gd name="connsiteY15" fmla="*/ 229223 h 329235"/>
                <a:gd name="connsiteX16" fmla="*/ 269765 w 330200"/>
                <a:gd name="connsiteY16" fmla="*/ 229223 h 329235"/>
                <a:gd name="connsiteX17" fmla="*/ 269765 w 330200"/>
                <a:gd name="connsiteY17" fmla="*/ 128917 h 329235"/>
                <a:gd name="connsiteX18" fmla="*/ 220663 w 330200"/>
                <a:gd name="connsiteY18" fmla="*/ 128917 h 329235"/>
                <a:gd name="connsiteX19" fmla="*/ 220663 w 330200"/>
                <a:gd name="connsiteY19" fmla="*/ 229223 h 329235"/>
                <a:gd name="connsiteX20" fmla="*/ 189652 w 330200"/>
                <a:gd name="connsiteY20" fmla="*/ 229223 h 329235"/>
                <a:gd name="connsiteX21" fmla="*/ 189652 w 330200"/>
                <a:gd name="connsiteY21" fmla="*/ 128917 h 329235"/>
                <a:gd name="connsiteX22" fmla="*/ 140550 w 330200"/>
                <a:gd name="connsiteY22" fmla="*/ 128917 h 329235"/>
                <a:gd name="connsiteX23" fmla="*/ 140550 w 330200"/>
                <a:gd name="connsiteY23" fmla="*/ 229223 h 329235"/>
                <a:gd name="connsiteX24" fmla="*/ 109538 w 330200"/>
                <a:gd name="connsiteY24" fmla="*/ 229223 h 329235"/>
                <a:gd name="connsiteX25" fmla="*/ 109538 w 330200"/>
                <a:gd name="connsiteY25" fmla="*/ 128917 h 329235"/>
                <a:gd name="connsiteX26" fmla="*/ 60436 w 330200"/>
                <a:gd name="connsiteY26" fmla="*/ 128917 h 329235"/>
                <a:gd name="connsiteX27" fmla="*/ 60436 w 330200"/>
                <a:gd name="connsiteY27" fmla="*/ 229223 h 329235"/>
                <a:gd name="connsiteX28" fmla="*/ 30717 w 330200"/>
                <a:gd name="connsiteY28" fmla="*/ 229223 h 329235"/>
                <a:gd name="connsiteX29" fmla="*/ 30717 w 330200"/>
                <a:gd name="connsiteY29" fmla="*/ 128917 h 329235"/>
                <a:gd name="connsiteX30" fmla="*/ 15211 w 330200"/>
                <a:gd name="connsiteY30" fmla="*/ 128917 h 329235"/>
                <a:gd name="connsiteX31" fmla="*/ 997 w 330200"/>
                <a:gd name="connsiteY31" fmla="*/ 118630 h 329235"/>
                <a:gd name="connsiteX32" fmla="*/ 7458 w 330200"/>
                <a:gd name="connsiteY32" fmla="*/ 101912 h 329235"/>
                <a:gd name="connsiteX33" fmla="*/ 157348 w 330200"/>
                <a:gd name="connsiteY33" fmla="*/ 2893 h 329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200" h="329235">
                  <a:moveTo>
                    <a:pt x="15478" y="259385"/>
                  </a:moveTo>
                  <a:cubicBezTo>
                    <a:pt x="15478" y="259385"/>
                    <a:pt x="15478" y="259385"/>
                    <a:pt x="314722" y="259385"/>
                  </a:cubicBezTo>
                  <a:cubicBezTo>
                    <a:pt x="322461" y="259385"/>
                    <a:pt x="330200" y="265853"/>
                    <a:pt x="330200" y="274907"/>
                  </a:cubicBezTo>
                  <a:cubicBezTo>
                    <a:pt x="330200" y="274907"/>
                    <a:pt x="330200" y="274907"/>
                    <a:pt x="330200" y="313713"/>
                  </a:cubicBezTo>
                  <a:cubicBezTo>
                    <a:pt x="330200" y="322768"/>
                    <a:pt x="322461" y="329235"/>
                    <a:pt x="314722" y="329235"/>
                  </a:cubicBezTo>
                  <a:cubicBezTo>
                    <a:pt x="314722" y="329235"/>
                    <a:pt x="314722" y="329235"/>
                    <a:pt x="15478" y="329235"/>
                  </a:cubicBezTo>
                  <a:cubicBezTo>
                    <a:pt x="7739" y="329235"/>
                    <a:pt x="0" y="322768"/>
                    <a:pt x="0" y="313713"/>
                  </a:cubicBezTo>
                  <a:cubicBezTo>
                    <a:pt x="0" y="313713"/>
                    <a:pt x="0" y="313713"/>
                    <a:pt x="0" y="274907"/>
                  </a:cubicBezTo>
                  <a:cubicBezTo>
                    <a:pt x="0" y="265853"/>
                    <a:pt x="7739" y="259385"/>
                    <a:pt x="15478" y="259385"/>
                  </a:cubicBezTo>
                  <a:close/>
                  <a:moveTo>
                    <a:pt x="157348" y="2893"/>
                  </a:moveTo>
                  <a:cubicBezTo>
                    <a:pt x="161224" y="-965"/>
                    <a:pt x="168977" y="-965"/>
                    <a:pt x="172854" y="2893"/>
                  </a:cubicBezTo>
                  <a:cubicBezTo>
                    <a:pt x="172854" y="2893"/>
                    <a:pt x="172854" y="2893"/>
                    <a:pt x="322743" y="101912"/>
                  </a:cubicBezTo>
                  <a:cubicBezTo>
                    <a:pt x="329204" y="105770"/>
                    <a:pt x="331788" y="112200"/>
                    <a:pt x="329204" y="118630"/>
                  </a:cubicBezTo>
                  <a:cubicBezTo>
                    <a:pt x="327912" y="125060"/>
                    <a:pt x="321451" y="128917"/>
                    <a:pt x="314990" y="128917"/>
                  </a:cubicBezTo>
                  <a:cubicBezTo>
                    <a:pt x="314990" y="128917"/>
                    <a:pt x="314990" y="128917"/>
                    <a:pt x="299484" y="128917"/>
                  </a:cubicBezTo>
                  <a:cubicBezTo>
                    <a:pt x="299484" y="128917"/>
                    <a:pt x="299484" y="128917"/>
                    <a:pt x="299484" y="229223"/>
                  </a:cubicBezTo>
                  <a:cubicBezTo>
                    <a:pt x="299484" y="229223"/>
                    <a:pt x="299484" y="229223"/>
                    <a:pt x="269765" y="229223"/>
                  </a:cubicBezTo>
                  <a:cubicBezTo>
                    <a:pt x="269765" y="229223"/>
                    <a:pt x="269765" y="229223"/>
                    <a:pt x="269765" y="128917"/>
                  </a:cubicBezTo>
                  <a:cubicBezTo>
                    <a:pt x="269765" y="128917"/>
                    <a:pt x="269765" y="128917"/>
                    <a:pt x="220663" y="128917"/>
                  </a:cubicBezTo>
                  <a:cubicBezTo>
                    <a:pt x="220663" y="128917"/>
                    <a:pt x="220663" y="128917"/>
                    <a:pt x="220663" y="229223"/>
                  </a:cubicBezTo>
                  <a:cubicBezTo>
                    <a:pt x="220663" y="229223"/>
                    <a:pt x="220663" y="229223"/>
                    <a:pt x="189652" y="229223"/>
                  </a:cubicBezTo>
                  <a:cubicBezTo>
                    <a:pt x="189652" y="229223"/>
                    <a:pt x="189652" y="229223"/>
                    <a:pt x="189652" y="128917"/>
                  </a:cubicBezTo>
                  <a:cubicBezTo>
                    <a:pt x="189652" y="128917"/>
                    <a:pt x="189652" y="128917"/>
                    <a:pt x="140550" y="128917"/>
                  </a:cubicBezTo>
                  <a:cubicBezTo>
                    <a:pt x="140550" y="128917"/>
                    <a:pt x="140550" y="128917"/>
                    <a:pt x="140550" y="229223"/>
                  </a:cubicBezTo>
                  <a:cubicBezTo>
                    <a:pt x="140550" y="229223"/>
                    <a:pt x="140550" y="229223"/>
                    <a:pt x="109538" y="229223"/>
                  </a:cubicBezTo>
                  <a:cubicBezTo>
                    <a:pt x="109538" y="229223"/>
                    <a:pt x="109538" y="229223"/>
                    <a:pt x="109538" y="128917"/>
                  </a:cubicBezTo>
                  <a:cubicBezTo>
                    <a:pt x="109538" y="128917"/>
                    <a:pt x="109538" y="128917"/>
                    <a:pt x="60436" y="128917"/>
                  </a:cubicBezTo>
                  <a:cubicBezTo>
                    <a:pt x="60436" y="128917"/>
                    <a:pt x="60436" y="128917"/>
                    <a:pt x="60436" y="229223"/>
                  </a:cubicBezTo>
                  <a:cubicBezTo>
                    <a:pt x="60436" y="229223"/>
                    <a:pt x="60436" y="229223"/>
                    <a:pt x="30717" y="229223"/>
                  </a:cubicBezTo>
                  <a:cubicBezTo>
                    <a:pt x="30717" y="229223"/>
                    <a:pt x="30717" y="229223"/>
                    <a:pt x="30717" y="128917"/>
                  </a:cubicBezTo>
                  <a:cubicBezTo>
                    <a:pt x="30717" y="128917"/>
                    <a:pt x="30717" y="128917"/>
                    <a:pt x="15211" y="128917"/>
                  </a:cubicBezTo>
                  <a:cubicBezTo>
                    <a:pt x="8750" y="128917"/>
                    <a:pt x="2290" y="125060"/>
                    <a:pt x="997" y="118630"/>
                  </a:cubicBezTo>
                  <a:cubicBezTo>
                    <a:pt x="-1587" y="112200"/>
                    <a:pt x="997" y="105770"/>
                    <a:pt x="7458" y="101912"/>
                  </a:cubicBezTo>
                  <a:cubicBezTo>
                    <a:pt x="7458" y="101912"/>
                    <a:pt x="7458" y="101912"/>
                    <a:pt x="157348" y="2893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6" name="千图PPT彼岸天：ID 8661124库_组合 5">
            <a:extLst>
              <a:ext uri="{FF2B5EF4-FFF2-40B4-BE49-F238E27FC236}">
                <a16:creationId xmlns:a16="http://schemas.microsoft.com/office/drawing/2014/main" id="{7F61FD70-D702-4DA4-8F1D-57F3420D322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646776" y="1736812"/>
            <a:ext cx="2749722" cy="3463424"/>
            <a:chOff x="8170814" y="1912116"/>
            <a:chExt cx="2749722" cy="346342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E4ADDF5-B1A7-41F8-8058-CF9A1D8F3C1E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26D8AB30-A219-462A-8D8F-B7700AB2789B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1" name="文本框 127">
                  <a:extLst>
                    <a:ext uri="{FF2B5EF4-FFF2-40B4-BE49-F238E27FC236}">
                      <a16:creationId xmlns:a16="http://schemas.microsoft.com/office/drawing/2014/main" id="{FDFFE565-CE7C-4867-8C44-47ED6D7FD960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79BB935-F720-467B-B723-3E9DFB640AB7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4430592B-74F2-4CEE-8EFE-E5BC35FFAE93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9" name="文本框 125">
                  <a:extLst>
                    <a:ext uri="{FF2B5EF4-FFF2-40B4-BE49-F238E27FC236}">
                      <a16:creationId xmlns:a16="http://schemas.microsoft.com/office/drawing/2014/main" id="{7A3AFE5C-1F67-4B15-B092-C3AF4300B4A7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46432936-64D1-4D5C-B0B6-76DE394A31D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9614207A-C530-441E-BF04-4DCC7CEDB6E5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7" name="文本框 123">
                  <a:extLst>
                    <a:ext uri="{FF2B5EF4-FFF2-40B4-BE49-F238E27FC236}">
                      <a16:creationId xmlns:a16="http://schemas.microsoft.com/office/drawing/2014/main" id="{0B023753-39EB-4AC9-8463-F93AB6B4FBEE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3B5004C-771F-46CD-866E-EA15412358CD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B2CB844-BDAC-4843-8D52-2CB85A6643F1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CA15636-D0B4-4E9E-A5FB-941C1A6CE049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千图PPT彼岸天：ID 8661124库_组合 6">
            <a:extLst>
              <a:ext uri="{FF2B5EF4-FFF2-40B4-BE49-F238E27FC236}">
                <a16:creationId xmlns:a16="http://schemas.microsoft.com/office/drawing/2014/main" id="{28082539-D91B-4009-BE5F-A72E7DDA62F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19569" y="1736812"/>
            <a:ext cx="2713719" cy="3463424"/>
            <a:chOff x="1307468" y="1697288"/>
            <a:chExt cx="2713719" cy="346342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4C480B7-BB2D-459D-9C45-51148BD7DA5A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39C8A80-C333-4981-A8E4-1D19071273E1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9" name="文本框 141">
                  <a:extLst>
                    <a:ext uri="{FF2B5EF4-FFF2-40B4-BE49-F238E27FC236}">
                      <a16:creationId xmlns:a16="http://schemas.microsoft.com/office/drawing/2014/main" id="{C8EDFCD0-9D25-45F8-AB76-172B7838CCE1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24CAEEF9-487A-41FD-9B3C-F74CFEF76F83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9E528F5D-5E71-48ED-A0D6-521CA567187C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7" name="文本框 139">
                  <a:extLst>
                    <a:ext uri="{FF2B5EF4-FFF2-40B4-BE49-F238E27FC236}">
                      <a16:creationId xmlns:a16="http://schemas.microsoft.com/office/drawing/2014/main" id="{EF30C98C-C02E-4CDB-A77E-CC2F5C10C790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828B89C7-3963-4AA7-B0B9-2803E7155C42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BDC273A-D480-4F90-BD95-DF5201E95271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5" name="文本框 137">
                  <a:extLst>
                    <a:ext uri="{FF2B5EF4-FFF2-40B4-BE49-F238E27FC236}">
                      <a16:creationId xmlns:a16="http://schemas.microsoft.com/office/drawing/2014/main" id="{228301BC-6A10-469B-A22A-0FDC0EAC336D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A303A4E8-D11F-454A-A02D-7354CC23ADEB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3BB73A5-6A5C-4FA3-BD80-E567F8B75BCA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682A54C3-B297-450E-8477-CD4636A41AB9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B6E0228D-5F49-4FE3-B951-488A5AD29B2E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490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千图PPT彼岸天：ID 8661124库_组合 42">
            <a:extLst>
              <a:ext uri="{FF2B5EF4-FFF2-40B4-BE49-F238E27FC236}">
                <a16:creationId xmlns:a16="http://schemas.microsoft.com/office/drawing/2014/main" id="{239AB0D1-5591-44EE-9DE2-511F1E1A361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400133" y="1697095"/>
            <a:ext cx="3143401" cy="845770"/>
            <a:chOff x="8400133" y="1697095"/>
            <a:chExt cx="3143401" cy="84577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948CF72-7C7C-4FFB-88B8-AA04E7216D80}"/>
                </a:ext>
              </a:extLst>
            </p:cNvPr>
            <p:cNvSpPr/>
            <p:nvPr/>
          </p:nvSpPr>
          <p:spPr>
            <a:xfrm>
              <a:off x="8400133" y="2007334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3CD504-AE89-4A27-9442-33FBF787CD02}"/>
                </a:ext>
              </a:extLst>
            </p:cNvPr>
            <p:cNvSpPr/>
            <p:nvPr/>
          </p:nvSpPr>
          <p:spPr>
            <a:xfrm>
              <a:off x="8400133" y="1697095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42" name="千图PPT彼岸天：ID 8661124库_组合 41">
            <a:extLst>
              <a:ext uri="{FF2B5EF4-FFF2-40B4-BE49-F238E27FC236}">
                <a16:creationId xmlns:a16="http://schemas.microsoft.com/office/drawing/2014/main" id="{1AF4735D-0C63-44A6-8C6A-DF0A2236F98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400132" y="3058311"/>
            <a:ext cx="3143402" cy="845770"/>
            <a:chOff x="8400132" y="3058311"/>
            <a:chExt cx="3143402" cy="84577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4112F27-4272-42C9-93E6-115B9687F5F5}"/>
                </a:ext>
              </a:extLst>
            </p:cNvPr>
            <p:cNvSpPr/>
            <p:nvPr/>
          </p:nvSpPr>
          <p:spPr>
            <a:xfrm>
              <a:off x="8400133" y="3368550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B699CB3-59C8-4AEB-8600-F56E024247AF}"/>
                </a:ext>
              </a:extLst>
            </p:cNvPr>
            <p:cNvSpPr/>
            <p:nvPr/>
          </p:nvSpPr>
          <p:spPr>
            <a:xfrm>
              <a:off x="8400132" y="3058311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5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41" name="千图PPT彼岸天：ID 8661124库_组合 40">
            <a:extLst>
              <a:ext uri="{FF2B5EF4-FFF2-40B4-BE49-F238E27FC236}">
                <a16:creationId xmlns:a16="http://schemas.microsoft.com/office/drawing/2014/main" id="{9CFDB4FD-249D-4A3E-AA2E-F36782358B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400133" y="4419529"/>
            <a:ext cx="3143401" cy="845770"/>
            <a:chOff x="8400133" y="4419529"/>
            <a:chExt cx="3143401" cy="84577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DF0BCD7-9CA2-4A7F-9922-26DD170F2D19}"/>
                </a:ext>
              </a:extLst>
            </p:cNvPr>
            <p:cNvSpPr/>
            <p:nvPr/>
          </p:nvSpPr>
          <p:spPr>
            <a:xfrm>
              <a:off x="8400133" y="4729768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B419E4D-0A74-443F-94D1-3E1F34C53CFC}"/>
                </a:ext>
              </a:extLst>
            </p:cNvPr>
            <p:cNvSpPr/>
            <p:nvPr/>
          </p:nvSpPr>
          <p:spPr>
            <a:xfrm>
              <a:off x="8400133" y="4419529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6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8" name="千图PPT彼岸天：ID 8661124库_组合 37">
            <a:extLst>
              <a:ext uri="{FF2B5EF4-FFF2-40B4-BE49-F238E27FC236}">
                <a16:creationId xmlns:a16="http://schemas.microsoft.com/office/drawing/2014/main" id="{E51DAB6C-BBDD-4AB9-8073-FFA4D25B1CB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8466" y="1697091"/>
            <a:ext cx="3143401" cy="845770"/>
            <a:chOff x="648466" y="1697091"/>
            <a:chExt cx="3143401" cy="84577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38BDB1-4E2C-47EE-A454-0BDCDCC8E671}"/>
                </a:ext>
              </a:extLst>
            </p:cNvPr>
            <p:cNvSpPr/>
            <p:nvPr/>
          </p:nvSpPr>
          <p:spPr>
            <a:xfrm>
              <a:off x="648466" y="2007330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74757FE-9839-4E9D-B2BA-0E2D68BF4ABE}"/>
                </a:ext>
              </a:extLst>
            </p:cNvPr>
            <p:cNvSpPr/>
            <p:nvPr/>
          </p:nvSpPr>
          <p:spPr>
            <a:xfrm>
              <a:off x="2529983" y="1697091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1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9" name="千图PPT彼岸天：ID 8661124库_组合 38">
            <a:extLst>
              <a:ext uri="{FF2B5EF4-FFF2-40B4-BE49-F238E27FC236}">
                <a16:creationId xmlns:a16="http://schemas.microsoft.com/office/drawing/2014/main" id="{D281879E-48E4-4AEE-937E-DBA7724FA8F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48466" y="3058307"/>
            <a:ext cx="3143401" cy="845770"/>
            <a:chOff x="648466" y="3058307"/>
            <a:chExt cx="3143401" cy="84577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C982E87-928E-4626-95BD-C5295856DDCB}"/>
                </a:ext>
              </a:extLst>
            </p:cNvPr>
            <p:cNvSpPr/>
            <p:nvPr/>
          </p:nvSpPr>
          <p:spPr>
            <a:xfrm>
              <a:off x="648466" y="3368546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A0A919F-4277-453E-91D7-5E7A3FA1D9E1}"/>
                </a:ext>
              </a:extLst>
            </p:cNvPr>
            <p:cNvSpPr/>
            <p:nvPr/>
          </p:nvSpPr>
          <p:spPr>
            <a:xfrm>
              <a:off x="2529983" y="3058307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40" name="千图PPT彼岸天：ID 8661124库_组合 39">
            <a:extLst>
              <a:ext uri="{FF2B5EF4-FFF2-40B4-BE49-F238E27FC236}">
                <a16:creationId xmlns:a16="http://schemas.microsoft.com/office/drawing/2014/main" id="{B291B8BC-E247-423B-AF94-6875BB518C5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48466" y="4419525"/>
            <a:ext cx="3143401" cy="845770"/>
            <a:chOff x="648466" y="4419525"/>
            <a:chExt cx="3143401" cy="84577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40D7E4D-B298-4C07-B583-C56500A8B4D1}"/>
                </a:ext>
              </a:extLst>
            </p:cNvPr>
            <p:cNvSpPr/>
            <p:nvPr/>
          </p:nvSpPr>
          <p:spPr>
            <a:xfrm>
              <a:off x="648466" y="4729764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r>
                <a:rPr lang="zh-CN" altLang="en-US" sz="1200" noProof="1"/>
                <a:t>千图网</a:t>
              </a:r>
              <a:r>
                <a:rPr lang="en-US" altLang="zh-CN" sz="1200" noProof="1"/>
                <a:t>58PIC.COM</a:t>
              </a:r>
              <a:endParaRPr lang="zh-CN" altLang="en-US" sz="1200" noProof="1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AB8EC85-FB5D-4D9F-90CD-75A600266BAF}"/>
                </a:ext>
              </a:extLst>
            </p:cNvPr>
            <p:cNvSpPr/>
            <p:nvPr/>
          </p:nvSpPr>
          <p:spPr>
            <a:xfrm>
              <a:off x="2529983" y="4419525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5ADBB3E3-A7FE-45BC-BE48-65FE34EB211B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831102" y="1831812"/>
            <a:ext cx="4546303" cy="3541704"/>
            <a:chOff x="3831102" y="1831812"/>
            <a:chExt cx="4546303" cy="3541704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29FAE297-CF90-4EC6-A582-5DA896EC4160}"/>
                </a:ext>
              </a:extLst>
            </p:cNvPr>
            <p:cNvSpPr/>
            <p:nvPr/>
          </p:nvSpPr>
          <p:spPr>
            <a:xfrm rot="16200000" flipH="1">
              <a:off x="4831350" y="1868750"/>
              <a:ext cx="3539962" cy="3469570"/>
            </a:xfrm>
            <a:custGeom>
              <a:avLst/>
              <a:gdLst>
                <a:gd name="connsiteX0" fmla="*/ 0 w 3539962"/>
                <a:gd name="connsiteY0" fmla="*/ 2597215 h 2597215"/>
                <a:gd name="connsiteX1" fmla="*/ 1769981 w 3539962"/>
                <a:gd name="connsiteY1" fmla="*/ 0 h 2597215"/>
                <a:gd name="connsiteX2" fmla="*/ 3539962 w 3539962"/>
                <a:gd name="connsiteY2" fmla="*/ 2597215 h 2597215"/>
                <a:gd name="connsiteX3" fmla="*/ 0 w 3539962"/>
                <a:gd name="connsiteY3" fmla="*/ 2597215 h 2597215"/>
                <a:gd name="connsiteX0" fmla="*/ 0 w 3539962"/>
                <a:gd name="connsiteY0" fmla="*/ 2597215 h 2597215"/>
                <a:gd name="connsiteX1" fmla="*/ 1769981 w 3539962"/>
                <a:gd name="connsiteY1" fmla="*/ 0 h 2597215"/>
                <a:gd name="connsiteX2" fmla="*/ 3539962 w 3539962"/>
                <a:gd name="connsiteY2" fmla="*/ 2597215 h 2597215"/>
                <a:gd name="connsiteX3" fmla="*/ 0 w 3539962"/>
                <a:gd name="connsiteY3" fmla="*/ 2597215 h 259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962" h="2597215">
                  <a:moveTo>
                    <a:pt x="0" y="2597215"/>
                  </a:moveTo>
                  <a:lnTo>
                    <a:pt x="1769981" y="0"/>
                  </a:lnTo>
                  <a:lnTo>
                    <a:pt x="3539962" y="2597215"/>
                  </a:lnTo>
                  <a:lnTo>
                    <a:pt x="0" y="25972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9C9F53A-9962-411C-BD9B-F5ED67E198F9}"/>
                </a:ext>
              </a:extLst>
            </p:cNvPr>
            <p:cNvSpPr/>
            <p:nvPr/>
          </p:nvSpPr>
          <p:spPr>
            <a:xfrm rot="5400000">
              <a:off x="3963373" y="1745741"/>
              <a:ext cx="3539962" cy="3715588"/>
            </a:xfrm>
            <a:custGeom>
              <a:avLst/>
              <a:gdLst>
                <a:gd name="connsiteX0" fmla="*/ 0 w 3539962"/>
                <a:gd name="connsiteY0" fmla="*/ 2597215 h 2597215"/>
                <a:gd name="connsiteX1" fmla="*/ 1769981 w 3539962"/>
                <a:gd name="connsiteY1" fmla="*/ 0 h 2597215"/>
                <a:gd name="connsiteX2" fmla="*/ 3539962 w 3539962"/>
                <a:gd name="connsiteY2" fmla="*/ 2597215 h 2597215"/>
                <a:gd name="connsiteX3" fmla="*/ 0 w 3539962"/>
                <a:gd name="connsiteY3" fmla="*/ 2597215 h 2597215"/>
                <a:gd name="connsiteX0" fmla="*/ 0 w 3539962"/>
                <a:gd name="connsiteY0" fmla="*/ 2568186 h 2568186"/>
                <a:gd name="connsiteX1" fmla="*/ 1769984 w 3539962"/>
                <a:gd name="connsiteY1" fmla="*/ 0 h 2568186"/>
                <a:gd name="connsiteX2" fmla="*/ 3539962 w 3539962"/>
                <a:gd name="connsiteY2" fmla="*/ 2568186 h 2568186"/>
                <a:gd name="connsiteX3" fmla="*/ 0 w 3539962"/>
                <a:gd name="connsiteY3" fmla="*/ 2568186 h 25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962" h="2568186">
                  <a:moveTo>
                    <a:pt x="0" y="2568186"/>
                  </a:moveTo>
                  <a:lnTo>
                    <a:pt x="1769984" y="0"/>
                  </a:lnTo>
                  <a:lnTo>
                    <a:pt x="3539962" y="2568186"/>
                  </a:lnTo>
                  <a:lnTo>
                    <a:pt x="0" y="256818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4D27211-E8F5-47DF-B5B9-B7856BCE2A08}"/>
                </a:ext>
              </a:extLst>
            </p:cNvPr>
            <p:cNvGrpSpPr/>
            <p:nvPr/>
          </p:nvGrpSpPr>
          <p:grpSpPr>
            <a:xfrm rot="10800000" flipH="1" flipV="1">
              <a:off x="3831102" y="1831812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7F19B299-32DD-4DEF-961F-8457FBF73404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F5AD87E4-3532-44C3-91CD-4ADBC69670D0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DE3F767-B432-49DB-A0D9-81595D3BA76D}"/>
                </a:ext>
              </a:extLst>
            </p:cNvPr>
            <p:cNvGrpSpPr/>
            <p:nvPr/>
          </p:nvGrpSpPr>
          <p:grpSpPr>
            <a:xfrm rot="10800000" flipH="1" flipV="1">
              <a:off x="3831102" y="3150259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DACB6484-6958-4310-BCDB-DCAF29742887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80048748-C0FA-498F-B9E3-9EADCEAAE2A8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C1948FB-31E1-41BE-A73B-28C849C2FBDC}"/>
                </a:ext>
              </a:extLst>
            </p:cNvPr>
            <p:cNvGrpSpPr/>
            <p:nvPr/>
          </p:nvGrpSpPr>
          <p:grpSpPr>
            <a:xfrm rot="10800000" flipH="1" flipV="1">
              <a:off x="3831102" y="4524113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5295909D-AE5D-4130-A5D5-925BB099C332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E05F95E6-7E8F-4B11-89E6-F212F487FC1D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5B899C7-CED9-4AE9-91B8-EC5EA7306A5C}"/>
                </a:ext>
              </a:extLst>
            </p:cNvPr>
            <p:cNvGrpSpPr/>
            <p:nvPr/>
          </p:nvGrpSpPr>
          <p:grpSpPr>
            <a:xfrm rot="10800000" flipV="1">
              <a:off x="8193050" y="1831812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1A0C0199-F8A2-49AA-935F-8D901E4D8A4A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6C50F8CF-798C-4DA1-B6A5-C527829AD38F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F251085-7DC4-471A-BBDF-AFD2B61B62F3}"/>
                </a:ext>
              </a:extLst>
            </p:cNvPr>
            <p:cNvGrpSpPr/>
            <p:nvPr/>
          </p:nvGrpSpPr>
          <p:grpSpPr>
            <a:xfrm rot="10800000" flipV="1">
              <a:off x="8193050" y="3150259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F1CBF0C2-644E-498E-850B-05DFE3D9DA5E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6ECDF84F-CC0C-4D74-8D81-B1A99B61EA06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F2F2D36-940E-44A7-94D1-E343A17CA93F}"/>
                </a:ext>
              </a:extLst>
            </p:cNvPr>
            <p:cNvGrpSpPr/>
            <p:nvPr/>
          </p:nvGrpSpPr>
          <p:grpSpPr>
            <a:xfrm rot="10800000" flipV="1">
              <a:off x="8193050" y="4524113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B81FDB3F-158C-499B-A679-5BAC44DD2954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6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CB873569-EAB9-44DB-94D5-7801000C5B1E}"/>
                  </a:ext>
                </a:extLst>
              </p:cNvPr>
              <p:cNvSpPr/>
              <p:nvPr/>
            </p:nvSpPr>
            <p:spPr>
              <a:xfrm rot="18903745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6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菱形 23">
              <a:extLst>
                <a:ext uri="{FF2B5EF4-FFF2-40B4-BE49-F238E27FC236}">
                  <a16:creationId xmlns:a16="http://schemas.microsoft.com/office/drawing/2014/main" id="{D83B8214-9005-4924-908E-862C7BAF8B8F}"/>
                </a:ext>
              </a:extLst>
            </p:cNvPr>
            <p:cNvSpPr/>
            <p:nvPr/>
          </p:nvSpPr>
          <p:spPr>
            <a:xfrm rot="5400000">
              <a:off x="4911401" y="2250216"/>
              <a:ext cx="2575383" cy="2665094"/>
            </a:xfrm>
            <a:prstGeom prst="diamond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6C9F5DBF-68A9-4288-A00C-D0C27D0C8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1439" y="3195788"/>
              <a:ext cx="875307" cy="875307"/>
            </a:xfrm>
            <a:custGeom>
              <a:avLst/>
              <a:gdLst>
                <a:gd name="connsiteX0" fmla="*/ 164953 w 331788"/>
                <a:gd name="connsiteY0" fmla="*/ 74613 h 331788"/>
                <a:gd name="connsiteX1" fmla="*/ 155892 w 331788"/>
                <a:gd name="connsiteY1" fmla="*/ 82366 h 331788"/>
                <a:gd name="connsiteX2" fmla="*/ 155892 w 331788"/>
                <a:gd name="connsiteY2" fmla="*/ 99164 h 331788"/>
                <a:gd name="connsiteX3" fmla="*/ 122237 w 331788"/>
                <a:gd name="connsiteY3" fmla="*/ 132760 h 331788"/>
                <a:gd name="connsiteX4" fmla="*/ 155892 w 331788"/>
                <a:gd name="connsiteY4" fmla="*/ 166356 h 331788"/>
                <a:gd name="connsiteX5" fmla="*/ 172720 w 331788"/>
                <a:gd name="connsiteY5" fmla="*/ 166356 h 331788"/>
                <a:gd name="connsiteX6" fmla="*/ 189547 w 331788"/>
                <a:gd name="connsiteY6" fmla="*/ 183154 h 331788"/>
                <a:gd name="connsiteX7" fmla="*/ 172720 w 331788"/>
                <a:gd name="connsiteY7" fmla="*/ 199952 h 331788"/>
                <a:gd name="connsiteX8" fmla="*/ 139065 w 331788"/>
                <a:gd name="connsiteY8" fmla="*/ 199952 h 331788"/>
                <a:gd name="connsiteX9" fmla="*/ 131298 w 331788"/>
                <a:gd name="connsiteY9" fmla="*/ 207705 h 331788"/>
                <a:gd name="connsiteX10" fmla="*/ 139065 w 331788"/>
                <a:gd name="connsiteY10" fmla="*/ 216750 h 331788"/>
                <a:gd name="connsiteX11" fmla="*/ 155892 w 331788"/>
                <a:gd name="connsiteY11" fmla="*/ 216750 h 331788"/>
                <a:gd name="connsiteX12" fmla="*/ 155892 w 331788"/>
                <a:gd name="connsiteY12" fmla="*/ 233548 h 331788"/>
                <a:gd name="connsiteX13" fmla="*/ 164953 w 331788"/>
                <a:gd name="connsiteY13" fmla="*/ 241301 h 331788"/>
                <a:gd name="connsiteX14" fmla="*/ 172720 w 331788"/>
                <a:gd name="connsiteY14" fmla="*/ 233548 h 331788"/>
                <a:gd name="connsiteX15" fmla="*/ 172720 w 331788"/>
                <a:gd name="connsiteY15" fmla="*/ 216750 h 331788"/>
                <a:gd name="connsiteX16" fmla="*/ 206375 w 331788"/>
                <a:gd name="connsiteY16" fmla="*/ 183154 h 331788"/>
                <a:gd name="connsiteX17" fmla="*/ 172720 w 331788"/>
                <a:gd name="connsiteY17" fmla="*/ 149558 h 331788"/>
                <a:gd name="connsiteX18" fmla="*/ 155892 w 331788"/>
                <a:gd name="connsiteY18" fmla="*/ 149558 h 331788"/>
                <a:gd name="connsiteX19" fmla="*/ 139065 w 331788"/>
                <a:gd name="connsiteY19" fmla="*/ 132760 h 331788"/>
                <a:gd name="connsiteX20" fmla="*/ 155892 w 331788"/>
                <a:gd name="connsiteY20" fmla="*/ 115962 h 331788"/>
                <a:gd name="connsiteX21" fmla="*/ 189547 w 331788"/>
                <a:gd name="connsiteY21" fmla="*/ 115962 h 331788"/>
                <a:gd name="connsiteX22" fmla="*/ 198608 w 331788"/>
                <a:gd name="connsiteY22" fmla="*/ 108209 h 331788"/>
                <a:gd name="connsiteX23" fmla="*/ 189547 w 331788"/>
                <a:gd name="connsiteY23" fmla="*/ 99164 h 331788"/>
                <a:gd name="connsiteX24" fmla="*/ 172720 w 331788"/>
                <a:gd name="connsiteY24" fmla="*/ 99164 h 331788"/>
                <a:gd name="connsiteX25" fmla="*/ 172720 w 331788"/>
                <a:gd name="connsiteY25" fmla="*/ 82366 h 331788"/>
                <a:gd name="connsiteX26" fmla="*/ 164953 w 331788"/>
                <a:gd name="connsiteY26" fmla="*/ 74613 h 331788"/>
                <a:gd name="connsiteX27" fmla="*/ 165100 w 331788"/>
                <a:gd name="connsiteY27" fmla="*/ 52388 h 331788"/>
                <a:gd name="connsiteX28" fmla="*/ 279400 w 331788"/>
                <a:gd name="connsiteY28" fmla="*/ 166688 h 331788"/>
                <a:gd name="connsiteX29" fmla="*/ 165100 w 331788"/>
                <a:gd name="connsiteY29" fmla="*/ 280988 h 331788"/>
                <a:gd name="connsiteX30" fmla="*/ 50800 w 331788"/>
                <a:gd name="connsiteY30" fmla="*/ 166688 h 331788"/>
                <a:gd name="connsiteX31" fmla="*/ 165100 w 331788"/>
                <a:gd name="connsiteY31" fmla="*/ 52388 h 331788"/>
                <a:gd name="connsiteX32" fmla="*/ 165894 w 331788"/>
                <a:gd name="connsiteY32" fmla="*/ 34925 h 331788"/>
                <a:gd name="connsiteX33" fmla="*/ 34925 w 331788"/>
                <a:gd name="connsiteY33" fmla="*/ 165894 h 331788"/>
                <a:gd name="connsiteX34" fmla="*/ 165894 w 331788"/>
                <a:gd name="connsiteY34" fmla="*/ 296863 h 331788"/>
                <a:gd name="connsiteX35" fmla="*/ 296863 w 331788"/>
                <a:gd name="connsiteY35" fmla="*/ 165894 h 331788"/>
                <a:gd name="connsiteX36" fmla="*/ 165894 w 331788"/>
                <a:gd name="connsiteY36" fmla="*/ 34925 h 331788"/>
                <a:gd name="connsiteX37" fmla="*/ 165894 w 331788"/>
                <a:gd name="connsiteY37" fmla="*/ 0 h 331788"/>
                <a:gd name="connsiteX38" fmla="*/ 331788 w 331788"/>
                <a:gd name="connsiteY38" fmla="*/ 165894 h 331788"/>
                <a:gd name="connsiteX39" fmla="*/ 165894 w 331788"/>
                <a:gd name="connsiteY39" fmla="*/ 331788 h 331788"/>
                <a:gd name="connsiteX40" fmla="*/ 0 w 331788"/>
                <a:gd name="connsiteY40" fmla="*/ 165894 h 331788"/>
                <a:gd name="connsiteX41" fmla="*/ 165894 w 331788"/>
                <a:gd name="connsiteY41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31788" h="331788">
                  <a:moveTo>
                    <a:pt x="164953" y="74613"/>
                  </a:moveTo>
                  <a:cubicBezTo>
                    <a:pt x="159776" y="74613"/>
                    <a:pt x="155892" y="77197"/>
                    <a:pt x="155892" y="82366"/>
                  </a:cubicBezTo>
                  <a:cubicBezTo>
                    <a:pt x="155892" y="82366"/>
                    <a:pt x="155892" y="82366"/>
                    <a:pt x="155892" y="99164"/>
                  </a:cubicBezTo>
                  <a:cubicBezTo>
                    <a:pt x="137770" y="99164"/>
                    <a:pt x="122237" y="113378"/>
                    <a:pt x="122237" y="132760"/>
                  </a:cubicBezTo>
                  <a:cubicBezTo>
                    <a:pt x="122237" y="150850"/>
                    <a:pt x="137770" y="166356"/>
                    <a:pt x="155892" y="166356"/>
                  </a:cubicBezTo>
                  <a:cubicBezTo>
                    <a:pt x="155892" y="166356"/>
                    <a:pt x="155892" y="166356"/>
                    <a:pt x="172720" y="166356"/>
                  </a:cubicBezTo>
                  <a:cubicBezTo>
                    <a:pt x="183075" y="166356"/>
                    <a:pt x="189547" y="172817"/>
                    <a:pt x="189547" y="183154"/>
                  </a:cubicBezTo>
                  <a:cubicBezTo>
                    <a:pt x="189547" y="193491"/>
                    <a:pt x="181781" y="199952"/>
                    <a:pt x="172720" y="199952"/>
                  </a:cubicBezTo>
                  <a:cubicBezTo>
                    <a:pt x="172720" y="199952"/>
                    <a:pt x="172720" y="199952"/>
                    <a:pt x="139065" y="199952"/>
                  </a:cubicBezTo>
                  <a:cubicBezTo>
                    <a:pt x="133887" y="199952"/>
                    <a:pt x="131298" y="202536"/>
                    <a:pt x="131298" y="207705"/>
                  </a:cubicBezTo>
                  <a:cubicBezTo>
                    <a:pt x="131298" y="212874"/>
                    <a:pt x="133887" y="216750"/>
                    <a:pt x="139065" y="216750"/>
                  </a:cubicBezTo>
                  <a:cubicBezTo>
                    <a:pt x="139065" y="216750"/>
                    <a:pt x="139065" y="216750"/>
                    <a:pt x="155892" y="216750"/>
                  </a:cubicBezTo>
                  <a:cubicBezTo>
                    <a:pt x="155892" y="216750"/>
                    <a:pt x="155892" y="216750"/>
                    <a:pt x="155892" y="233548"/>
                  </a:cubicBezTo>
                  <a:cubicBezTo>
                    <a:pt x="155892" y="236132"/>
                    <a:pt x="159776" y="241301"/>
                    <a:pt x="164953" y="241301"/>
                  </a:cubicBezTo>
                  <a:cubicBezTo>
                    <a:pt x="170131" y="241301"/>
                    <a:pt x="172720" y="238717"/>
                    <a:pt x="172720" y="233548"/>
                  </a:cubicBezTo>
                  <a:cubicBezTo>
                    <a:pt x="172720" y="233548"/>
                    <a:pt x="172720" y="233548"/>
                    <a:pt x="172720" y="216750"/>
                  </a:cubicBezTo>
                  <a:cubicBezTo>
                    <a:pt x="190842" y="216750"/>
                    <a:pt x="206375" y="201244"/>
                    <a:pt x="206375" y="183154"/>
                  </a:cubicBezTo>
                  <a:cubicBezTo>
                    <a:pt x="206375" y="165064"/>
                    <a:pt x="190842" y="149558"/>
                    <a:pt x="172720" y="149558"/>
                  </a:cubicBezTo>
                  <a:cubicBezTo>
                    <a:pt x="172720" y="149558"/>
                    <a:pt x="172720" y="149558"/>
                    <a:pt x="155892" y="149558"/>
                  </a:cubicBezTo>
                  <a:cubicBezTo>
                    <a:pt x="145537" y="149558"/>
                    <a:pt x="139065" y="143097"/>
                    <a:pt x="139065" y="132760"/>
                  </a:cubicBezTo>
                  <a:cubicBezTo>
                    <a:pt x="139065" y="122423"/>
                    <a:pt x="148126" y="115962"/>
                    <a:pt x="155892" y="115962"/>
                  </a:cubicBezTo>
                  <a:cubicBezTo>
                    <a:pt x="155892" y="115962"/>
                    <a:pt x="155892" y="115962"/>
                    <a:pt x="189547" y="115962"/>
                  </a:cubicBezTo>
                  <a:cubicBezTo>
                    <a:pt x="194725" y="115962"/>
                    <a:pt x="198608" y="113378"/>
                    <a:pt x="198608" y="108209"/>
                  </a:cubicBezTo>
                  <a:cubicBezTo>
                    <a:pt x="198608" y="103040"/>
                    <a:pt x="194725" y="99164"/>
                    <a:pt x="189547" y="99164"/>
                  </a:cubicBezTo>
                  <a:cubicBezTo>
                    <a:pt x="189547" y="99164"/>
                    <a:pt x="189547" y="99164"/>
                    <a:pt x="172720" y="99164"/>
                  </a:cubicBezTo>
                  <a:cubicBezTo>
                    <a:pt x="172720" y="99164"/>
                    <a:pt x="172720" y="99164"/>
                    <a:pt x="172720" y="82366"/>
                  </a:cubicBezTo>
                  <a:cubicBezTo>
                    <a:pt x="172720" y="77197"/>
                    <a:pt x="170131" y="74613"/>
                    <a:pt x="164953" y="74613"/>
                  </a:cubicBezTo>
                  <a:close/>
                  <a:moveTo>
                    <a:pt x="165100" y="52388"/>
                  </a:moveTo>
                  <a:cubicBezTo>
                    <a:pt x="227445" y="52388"/>
                    <a:pt x="279400" y="103044"/>
                    <a:pt x="279400" y="166688"/>
                  </a:cubicBezTo>
                  <a:cubicBezTo>
                    <a:pt x="279400" y="230332"/>
                    <a:pt x="227445" y="280988"/>
                    <a:pt x="165100" y="280988"/>
                  </a:cubicBezTo>
                  <a:cubicBezTo>
                    <a:pt x="101456" y="280988"/>
                    <a:pt x="50800" y="229033"/>
                    <a:pt x="50800" y="166688"/>
                  </a:cubicBezTo>
                  <a:cubicBezTo>
                    <a:pt x="50800" y="103044"/>
                    <a:pt x="102755" y="52388"/>
                    <a:pt x="165100" y="52388"/>
                  </a:cubicBezTo>
                  <a:close/>
                  <a:moveTo>
                    <a:pt x="165894" y="34925"/>
                  </a:moveTo>
                  <a:cubicBezTo>
                    <a:pt x="93562" y="34925"/>
                    <a:pt x="34925" y="93562"/>
                    <a:pt x="34925" y="165894"/>
                  </a:cubicBezTo>
                  <a:cubicBezTo>
                    <a:pt x="34925" y="238226"/>
                    <a:pt x="93562" y="296863"/>
                    <a:pt x="165894" y="296863"/>
                  </a:cubicBezTo>
                  <a:cubicBezTo>
                    <a:pt x="238226" y="296863"/>
                    <a:pt x="296863" y="238226"/>
                    <a:pt x="296863" y="165894"/>
                  </a:cubicBezTo>
                  <a:cubicBezTo>
                    <a:pt x="296863" y="93562"/>
                    <a:pt x="238226" y="34925"/>
                    <a:pt x="165894" y="34925"/>
                  </a:cubicBezTo>
                  <a:close/>
                  <a:moveTo>
                    <a:pt x="165894" y="0"/>
                  </a:moveTo>
                  <a:cubicBezTo>
                    <a:pt x="257913" y="0"/>
                    <a:pt x="331788" y="75171"/>
                    <a:pt x="331788" y="165894"/>
                  </a:cubicBezTo>
                  <a:cubicBezTo>
                    <a:pt x="331788" y="256617"/>
                    <a:pt x="257913" y="331788"/>
                    <a:pt x="165894" y="331788"/>
                  </a:cubicBezTo>
                  <a:cubicBezTo>
                    <a:pt x="75171" y="331788"/>
                    <a:pt x="0" y="257913"/>
                    <a:pt x="0" y="165894"/>
                  </a:cubicBezTo>
                  <a:cubicBezTo>
                    <a:pt x="0" y="75171"/>
                    <a:pt x="73875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1798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千图PPT彼岸天：ID 8661124库_组合 41">
            <a:extLst>
              <a:ext uri="{FF2B5EF4-FFF2-40B4-BE49-F238E27FC236}">
                <a16:creationId xmlns:a16="http://schemas.microsoft.com/office/drawing/2014/main" id="{993EA79A-5B0B-4715-B3AF-73D9085C7E6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494094" y="1586754"/>
            <a:ext cx="2678470" cy="714718"/>
            <a:chOff x="8494094" y="1586754"/>
            <a:chExt cx="2678470" cy="71471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7FA2220-C122-478E-A808-DB095E12C812}"/>
                </a:ext>
              </a:extLst>
            </p:cNvPr>
            <p:cNvSpPr/>
            <p:nvPr/>
          </p:nvSpPr>
          <p:spPr>
            <a:xfrm>
              <a:off x="8494094" y="1623631"/>
              <a:ext cx="62578" cy="615386"/>
            </a:xfrm>
            <a:prstGeom prst="round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文本框 13">
              <a:extLst>
                <a:ext uri="{FF2B5EF4-FFF2-40B4-BE49-F238E27FC236}">
                  <a16:creationId xmlns:a16="http://schemas.microsoft.com/office/drawing/2014/main" id="{A43D3168-0D94-4793-B2F0-6E38ADA014E0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1798466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文本框 14">
              <a:extLst>
                <a:ext uri="{FF2B5EF4-FFF2-40B4-BE49-F238E27FC236}">
                  <a16:creationId xmlns:a16="http://schemas.microsoft.com/office/drawing/2014/main" id="{2FFC3591-C01B-486A-AEB9-53EBE54E7A63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1586754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l"/>
              <a:r>
                <a:rPr lang="zh-CN" altLang="en-US" sz="1333" b="1" dirty="0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41" name="千图PPT彼岸天：ID 8661124库_组合 40">
            <a:extLst>
              <a:ext uri="{FF2B5EF4-FFF2-40B4-BE49-F238E27FC236}">
                <a16:creationId xmlns:a16="http://schemas.microsoft.com/office/drawing/2014/main" id="{0613A91F-9161-4AA5-BA01-E2F56F4CAAF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494094" y="3071641"/>
            <a:ext cx="2678470" cy="714718"/>
            <a:chOff x="8494094" y="3071641"/>
            <a:chExt cx="2678470" cy="71471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6DC3482-1CF2-47B6-8115-235CF30A86B2}"/>
                </a:ext>
              </a:extLst>
            </p:cNvPr>
            <p:cNvSpPr/>
            <p:nvPr/>
          </p:nvSpPr>
          <p:spPr>
            <a:xfrm>
              <a:off x="8494094" y="3108518"/>
              <a:ext cx="62578" cy="615386"/>
            </a:xfrm>
            <a:prstGeom prst="roundRect">
              <a:avLst/>
            </a:prstGeom>
            <a:solidFill>
              <a:schemeClr val="accent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文本框 17">
              <a:extLst>
                <a:ext uri="{FF2B5EF4-FFF2-40B4-BE49-F238E27FC236}">
                  <a16:creationId xmlns:a16="http://schemas.microsoft.com/office/drawing/2014/main" id="{88B43A5A-9EC1-4940-9531-D533C804AAF4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3283353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文本框 18">
              <a:extLst>
                <a:ext uri="{FF2B5EF4-FFF2-40B4-BE49-F238E27FC236}">
                  <a16:creationId xmlns:a16="http://schemas.microsoft.com/office/drawing/2014/main" id="{0B97BE16-A494-4E5C-AB20-B3219CBD83B5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3071641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l"/>
              <a:r>
                <a:rPr lang="zh-CN" altLang="en-US" sz="1333" b="1" dirty="0">
                  <a:solidFill>
                    <a:schemeClr val="accent5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40" name="千图PPT彼岸天：ID 8661124库_组合 39">
            <a:extLst>
              <a:ext uri="{FF2B5EF4-FFF2-40B4-BE49-F238E27FC236}">
                <a16:creationId xmlns:a16="http://schemas.microsoft.com/office/drawing/2014/main" id="{574E08B8-F505-4B4B-9EF2-CE0CA22CF15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494094" y="4556529"/>
            <a:ext cx="2678470" cy="714718"/>
            <a:chOff x="8494094" y="4556529"/>
            <a:chExt cx="2678470" cy="71471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978C145-425A-494D-9C27-4ED652B9738B}"/>
                </a:ext>
              </a:extLst>
            </p:cNvPr>
            <p:cNvSpPr/>
            <p:nvPr/>
          </p:nvSpPr>
          <p:spPr>
            <a:xfrm>
              <a:off x="8494094" y="4593406"/>
              <a:ext cx="62578" cy="615386"/>
            </a:xfrm>
            <a:prstGeom prst="roundRect">
              <a:avLst/>
            </a:prstGeom>
            <a:solidFill>
              <a:schemeClr val="accent6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文本框 21">
              <a:extLst>
                <a:ext uri="{FF2B5EF4-FFF2-40B4-BE49-F238E27FC236}">
                  <a16:creationId xmlns:a16="http://schemas.microsoft.com/office/drawing/2014/main" id="{4D3C503A-DFC4-4759-9670-C00E598562A4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4768241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文本框 22">
              <a:extLst>
                <a:ext uri="{FF2B5EF4-FFF2-40B4-BE49-F238E27FC236}">
                  <a16:creationId xmlns:a16="http://schemas.microsoft.com/office/drawing/2014/main" id="{29B418AA-6B78-4969-9F0E-311F64980856}"/>
                </a:ext>
              </a:extLst>
            </p:cNvPr>
            <p:cNvSpPr txBox="1">
              <a:spLocks/>
            </p:cNvSpPr>
            <p:nvPr/>
          </p:nvSpPr>
          <p:spPr>
            <a:xfrm>
              <a:off x="8678000" y="4556529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l"/>
              <a:r>
                <a:rPr lang="zh-CN" altLang="en-US" sz="1333" b="1" dirty="0">
                  <a:solidFill>
                    <a:schemeClr val="accent6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1463E865-A36F-45DF-A731-5B2A1E3145A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19436" y="1586754"/>
            <a:ext cx="2678642" cy="714718"/>
            <a:chOff x="1019436" y="1586754"/>
            <a:chExt cx="2678642" cy="71471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F981619B-DCEE-46F2-8131-878E38DDC361}"/>
                </a:ext>
              </a:extLst>
            </p:cNvPr>
            <p:cNvSpPr/>
            <p:nvPr/>
          </p:nvSpPr>
          <p:spPr>
            <a:xfrm flipH="1">
              <a:off x="3635495" y="1623631"/>
              <a:ext cx="62583" cy="615386"/>
            </a:xfrm>
            <a:prstGeom prst="round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文本框 25">
              <a:extLst>
                <a:ext uri="{FF2B5EF4-FFF2-40B4-BE49-F238E27FC236}">
                  <a16:creationId xmlns:a16="http://schemas.microsoft.com/office/drawing/2014/main" id="{08CF6730-9BA0-4BB7-8609-B695D89D6F23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1798466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文本框 26">
              <a:extLst>
                <a:ext uri="{FF2B5EF4-FFF2-40B4-BE49-F238E27FC236}">
                  <a16:creationId xmlns:a16="http://schemas.microsoft.com/office/drawing/2014/main" id="{54AEF9F6-ADE2-4CE5-BF39-6A6A99B5E760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1586754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r"/>
              <a:r>
                <a:rPr lang="zh-CN" altLang="en-US" sz="1333" b="1" dirty="0">
                  <a:solidFill>
                    <a:schemeClr val="accent1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8" name="千图PPT彼岸天：ID 8661124库_组合 37">
            <a:extLst>
              <a:ext uri="{FF2B5EF4-FFF2-40B4-BE49-F238E27FC236}">
                <a16:creationId xmlns:a16="http://schemas.microsoft.com/office/drawing/2014/main" id="{F2D6E2A7-BFE4-409A-AA7D-5FE3975E7A4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019436" y="3071641"/>
            <a:ext cx="2678642" cy="714718"/>
            <a:chOff x="1019436" y="3071641"/>
            <a:chExt cx="2678642" cy="71471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090CF45-6125-40B1-A350-6DBAF55E1098}"/>
                </a:ext>
              </a:extLst>
            </p:cNvPr>
            <p:cNvSpPr/>
            <p:nvPr/>
          </p:nvSpPr>
          <p:spPr>
            <a:xfrm flipH="1">
              <a:off x="3635495" y="3108518"/>
              <a:ext cx="62583" cy="615386"/>
            </a:xfrm>
            <a:prstGeom prst="round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文本框 29">
              <a:extLst>
                <a:ext uri="{FF2B5EF4-FFF2-40B4-BE49-F238E27FC236}">
                  <a16:creationId xmlns:a16="http://schemas.microsoft.com/office/drawing/2014/main" id="{711B0A81-E5D8-4DFC-8761-3FDDEC9DB286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3283353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30">
              <a:extLst>
                <a:ext uri="{FF2B5EF4-FFF2-40B4-BE49-F238E27FC236}">
                  <a16:creationId xmlns:a16="http://schemas.microsoft.com/office/drawing/2014/main" id="{BBD6E01C-963F-47F1-A2A4-EE0E276AE4AC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3071641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r"/>
              <a:r>
                <a:rPr lang="zh-CN" altLang="en-US" sz="1333" b="1" dirty="0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9" name="千图PPT彼岸天：ID 8661124库_组合 38">
            <a:extLst>
              <a:ext uri="{FF2B5EF4-FFF2-40B4-BE49-F238E27FC236}">
                <a16:creationId xmlns:a16="http://schemas.microsoft.com/office/drawing/2014/main" id="{63A68579-A354-47D8-BB11-9BE806D8283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19436" y="4556529"/>
            <a:ext cx="2678642" cy="714718"/>
            <a:chOff x="1019436" y="4556529"/>
            <a:chExt cx="2678642" cy="71471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1553A31-1822-4350-9F10-F50A12D00B93}"/>
                </a:ext>
              </a:extLst>
            </p:cNvPr>
            <p:cNvSpPr/>
            <p:nvPr/>
          </p:nvSpPr>
          <p:spPr>
            <a:xfrm flipH="1">
              <a:off x="3635495" y="4593406"/>
              <a:ext cx="62583" cy="615386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文本框 33">
              <a:extLst>
                <a:ext uri="{FF2B5EF4-FFF2-40B4-BE49-F238E27FC236}">
                  <a16:creationId xmlns:a16="http://schemas.microsoft.com/office/drawing/2014/main" id="{999B3095-973E-4DA0-9004-B8D07E1314E2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4768241"/>
              <a:ext cx="2494564" cy="503006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/>
            </a:bodyPr>
            <a:lstStyle/>
            <a:p>
              <a:pPr algn="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100" dirty="0">
                  <a:solidFill>
                    <a:schemeClr val="tx1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1"/>
                  </a:solidFill>
                </a:rPr>
              </a:br>
              <a:r>
                <a:rPr lang="zh-CN" altLang="en-US" sz="1100" dirty="0">
                  <a:solidFill>
                    <a:schemeClr val="tx1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1"/>
                  </a:solidFill>
                </a:rPr>
                <a:t>58PIC.COM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文本框 34">
              <a:extLst>
                <a:ext uri="{FF2B5EF4-FFF2-40B4-BE49-F238E27FC236}">
                  <a16:creationId xmlns:a16="http://schemas.microsoft.com/office/drawing/2014/main" id="{09A0229C-57F7-4AF0-BDC3-0245C67FCCCC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019436" y="4556529"/>
              <a:ext cx="2494564" cy="312327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algn="r"/>
              <a:r>
                <a:rPr lang="zh-CN" altLang="en-US" sz="1333" b="1" dirty="0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2" name="千图PPT彼岸天：ID 8661124库_组合 21">
            <a:extLst>
              <a:ext uri="{FF2B5EF4-FFF2-40B4-BE49-F238E27FC236}">
                <a16:creationId xmlns:a16="http://schemas.microsoft.com/office/drawing/2014/main" id="{8411E8FD-0441-4065-BBBB-0BD39CFDC1C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797232" y="2041059"/>
            <a:ext cx="2597533" cy="2774118"/>
            <a:chOff x="4797232" y="2041059"/>
            <a:chExt cx="2597533" cy="2774118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B1ECB2C-4B7E-46F1-A9AF-4914329E7CCE}"/>
                </a:ext>
              </a:extLst>
            </p:cNvPr>
            <p:cNvGrpSpPr/>
            <p:nvPr/>
          </p:nvGrpSpPr>
          <p:grpSpPr>
            <a:xfrm>
              <a:off x="4913983" y="2167156"/>
              <a:ext cx="2365203" cy="2521924"/>
              <a:chOff x="9431770" y="3260605"/>
              <a:chExt cx="5530930" cy="5897421"/>
            </a:xfrm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C12B578C-F1CC-49B5-BF21-867E5B233378}"/>
                  </a:ext>
                </a:extLst>
              </p:cNvPr>
              <p:cNvSpPr/>
              <p:nvPr/>
            </p:nvSpPr>
            <p:spPr>
              <a:xfrm>
                <a:off x="12195868" y="3260605"/>
                <a:ext cx="2766832" cy="2501033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CBEF1826-C6E8-40B6-B7A7-F37E58736B67}"/>
                  </a:ext>
                </a:extLst>
              </p:cNvPr>
              <p:cNvSpPr/>
              <p:nvPr/>
            </p:nvSpPr>
            <p:spPr>
              <a:xfrm flipH="1">
                <a:off x="9431770" y="3260605"/>
                <a:ext cx="2764098" cy="2501033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F90882A6-A54D-4730-BBA0-ED32760E88DE}"/>
                  </a:ext>
                </a:extLst>
              </p:cNvPr>
              <p:cNvSpPr/>
              <p:nvPr/>
            </p:nvSpPr>
            <p:spPr>
              <a:xfrm flipV="1">
                <a:off x="12195868" y="6656987"/>
                <a:ext cx="2766832" cy="2501039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2317D180-8417-4FFD-ABD6-C137C3F3A722}"/>
                  </a:ext>
                </a:extLst>
              </p:cNvPr>
              <p:cNvSpPr/>
              <p:nvPr/>
            </p:nvSpPr>
            <p:spPr>
              <a:xfrm flipH="1" flipV="1">
                <a:off x="9431770" y="6656987"/>
                <a:ext cx="2764098" cy="2501039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70D3C06B-3FA6-4F9F-8036-B6BD67BC9BC5}"/>
                  </a:ext>
                </a:extLst>
              </p:cNvPr>
              <p:cNvSpPr/>
              <p:nvPr/>
            </p:nvSpPr>
            <p:spPr>
              <a:xfrm>
                <a:off x="13482532" y="4648393"/>
                <a:ext cx="1472982" cy="3121846"/>
              </a:xfrm>
              <a:custGeom>
                <a:avLst/>
                <a:gdLst>
                  <a:gd name="connsiteX0" fmla="*/ 1472982 w 1472982"/>
                  <a:gd name="connsiteY0" fmla="*/ 0 h 3121846"/>
                  <a:gd name="connsiteX1" fmla="*/ 1472982 w 1472982"/>
                  <a:gd name="connsiteY1" fmla="*/ 3121846 h 3121846"/>
                  <a:gd name="connsiteX2" fmla="*/ 1 w 1472982"/>
                  <a:gd name="connsiteY2" fmla="*/ 2297431 h 3121846"/>
                  <a:gd name="connsiteX3" fmla="*/ 1 w 1472982"/>
                  <a:gd name="connsiteY3" fmla="*/ 2008596 h 3121846"/>
                  <a:gd name="connsiteX4" fmla="*/ 0 w 1472982"/>
                  <a:gd name="connsiteY4" fmla="*/ 2008596 h 3121846"/>
                  <a:gd name="connsiteX5" fmla="*/ 0 w 1472982"/>
                  <a:gd name="connsiteY5" fmla="*/ 1113247 h 3121846"/>
                  <a:gd name="connsiteX6" fmla="*/ 1 w 1472982"/>
                  <a:gd name="connsiteY6" fmla="*/ 1113247 h 3121846"/>
                  <a:gd name="connsiteX7" fmla="*/ 1 w 1472982"/>
                  <a:gd name="connsiteY7" fmla="*/ 824413 h 3121846"/>
                  <a:gd name="connsiteX8" fmla="*/ 1472982 w 1472982"/>
                  <a:gd name="connsiteY8" fmla="*/ 0 h 31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982" h="3121846">
                    <a:moveTo>
                      <a:pt x="1472982" y="0"/>
                    </a:moveTo>
                    <a:lnTo>
                      <a:pt x="1472982" y="3121846"/>
                    </a:lnTo>
                    <a:lnTo>
                      <a:pt x="1" y="2297431"/>
                    </a:lnTo>
                    <a:lnTo>
                      <a:pt x="1" y="2008596"/>
                    </a:lnTo>
                    <a:lnTo>
                      <a:pt x="0" y="2008596"/>
                    </a:lnTo>
                    <a:lnTo>
                      <a:pt x="0" y="1113247"/>
                    </a:lnTo>
                    <a:lnTo>
                      <a:pt x="1" y="1113247"/>
                    </a:lnTo>
                    <a:lnTo>
                      <a:pt x="1" y="824413"/>
                    </a:lnTo>
                    <a:lnTo>
                      <a:pt x="14729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F43884F0-4CAE-43F2-8C03-9D9CB9EA41E3}"/>
                  </a:ext>
                </a:extLst>
              </p:cNvPr>
              <p:cNvSpPr/>
              <p:nvPr/>
            </p:nvSpPr>
            <p:spPr>
              <a:xfrm flipH="1">
                <a:off x="9436221" y="4651327"/>
                <a:ext cx="1468530" cy="3121846"/>
              </a:xfrm>
              <a:custGeom>
                <a:avLst/>
                <a:gdLst>
                  <a:gd name="connsiteX0" fmla="*/ 1472982 w 1472982"/>
                  <a:gd name="connsiteY0" fmla="*/ 0 h 3121846"/>
                  <a:gd name="connsiteX1" fmla="*/ 1472982 w 1472982"/>
                  <a:gd name="connsiteY1" fmla="*/ 3121846 h 3121846"/>
                  <a:gd name="connsiteX2" fmla="*/ 1 w 1472982"/>
                  <a:gd name="connsiteY2" fmla="*/ 2297431 h 3121846"/>
                  <a:gd name="connsiteX3" fmla="*/ 1 w 1472982"/>
                  <a:gd name="connsiteY3" fmla="*/ 2008596 h 3121846"/>
                  <a:gd name="connsiteX4" fmla="*/ 0 w 1472982"/>
                  <a:gd name="connsiteY4" fmla="*/ 2008596 h 3121846"/>
                  <a:gd name="connsiteX5" fmla="*/ 0 w 1472982"/>
                  <a:gd name="connsiteY5" fmla="*/ 1113247 h 3121846"/>
                  <a:gd name="connsiteX6" fmla="*/ 1 w 1472982"/>
                  <a:gd name="connsiteY6" fmla="*/ 1113247 h 3121846"/>
                  <a:gd name="connsiteX7" fmla="*/ 1 w 1472982"/>
                  <a:gd name="connsiteY7" fmla="*/ 824413 h 3121846"/>
                  <a:gd name="connsiteX8" fmla="*/ 1472982 w 1472982"/>
                  <a:gd name="connsiteY8" fmla="*/ 0 h 31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982" h="3121846">
                    <a:moveTo>
                      <a:pt x="1472982" y="0"/>
                    </a:moveTo>
                    <a:lnTo>
                      <a:pt x="1472982" y="3121846"/>
                    </a:lnTo>
                    <a:lnTo>
                      <a:pt x="1" y="2297431"/>
                    </a:lnTo>
                    <a:lnTo>
                      <a:pt x="1" y="2008596"/>
                    </a:lnTo>
                    <a:lnTo>
                      <a:pt x="0" y="2008596"/>
                    </a:lnTo>
                    <a:lnTo>
                      <a:pt x="0" y="1113247"/>
                    </a:lnTo>
                    <a:lnTo>
                      <a:pt x="1" y="1113247"/>
                    </a:lnTo>
                    <a:lnTo>
                      <a:pt x="1" y="824413"/>
                    </a:lnTo>
                    <a:lnTo>
                      <a:pt x="14729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6D9F3854-07AD-4295-B7B6-58150FD56D1B}"/>
                </a:ext>
              </a:extLst>
            </p:cNvPr>
            <p:cNvSpPr/>
            <p:nvPr/>
          </p:nvSpPr>
          <p:spPr>
            <a:xfrm rot="16200000">
              <a:off x="4708940" y="2129351"/>
              <a:ext cx="2774118" cy="2597533"/>
            </a:xfrm>
            <a:prstGeom prst="hexagon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02ED1136-6EA7-4E24-ABBE-26ACB8CC1029}"/>
                </a:ext>
              </a:extLst>
            </p:cNvPr>
            <p:cNvSpPr/>
            <p:nvPr/>
          </p:nvSpPr>
          <p:spPr>
            <a:xfrm rot="16200000">
              <a:off x="5609843" y="2972909"/>
              <a:ext cx="972311" cy="910419"/>
            </a:xfrm>
            <a:prstGeom prst="hexagon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A040C6A5-352E-45FE-A9DD-5EFA844BD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8837" y="3990421"/>
              <a:ext cx="250720" cy="277070"/>
            </a:xfrm>
            <a:custGeom>
              <a:avLst/>
              <a:gdLst>
                <a:gd name="T0" fmla="*/ 3327 w 3824"/>
                <a:gd name="T1" fmla="*/ 2813 h 4229"/>
                <a:gd name="T2" fmla="*/ 3231 w 3824"/>
                <a:gd name="T3" fmla="*/ 3431 h 4229"/>
                <a:gd name="T4" fmla="*/ 3493 w 3824"/>
                <a:gd name="T5" fmla="*/ 3271 h 4229"/>
                <a:gd name="T6" fmla="*/ 3560 w 3824"/>
                <a:gd name="T7" fmla="*/ 2717 h 4229"/>
                <a:gd name="T8" fmla="*/ 3518 w 3824"/>
                <a:gd name="T9" fmla="*/ 2343 h 4229"/>
                <a:gd name="T10" fmla="*/ 3231 w 3824"/>
                <a:gd name="T11" fmla="*/ 2171 h 4229"/>
                <a:gd name="T12" fmla="*/ 1371 w 3824"/>
                <a:gd name="T13" fmla="*/ 417 h 4229"/>
                <a:gd name="T14" fmla="*/ 1274 w 3824"/>
                <a:gd name="T15" fmla="*/ 948 h 4229"/>
                <a:gd name="T16" fmla="*/ 1427 w 3824"/>
                <a:gd name="T17" fmla="*/ 1532 h 4229"/>
                <a:gd name="T18" fmla="*/ 1176 w 3824"/>
                <a:gd name="T19" fmla="*/ 1985 h 4229"/>
                <a:gd name="T20" fmla="*/ 583 w 3824"/>
                <a:gd name="T21" fmla="*/ 2141 h 4229"/>
                <a:gd name="T22" fmla="*/ 266 w 3824"/>
                <a:gd name="T23" fmla="*/ 2353 h 4229"/>
                <a:gd name="T24" fmla="*/ 347 w 3824"/>
                <a:gd name="T25" fmla="*/ 2554 h 4229"/>
                <a:gd name="T26" fmla="*/ 463 w 3824"/>
                <a:gd name="T27" fmla="*/ 2756 h 4229"/>
                <a:gd name="T28" fmla="*/ 467 w 3824"/>
                <a:gd name="T29" fmla="*/ 3033 h 4229"/>
                <a:gd name="T30" fmla="*/ 702 w 3824"/>
                <a:gd name="T31" fmla="*/ 3222 h 4229"/>
                <a:gd name="T32" fmla="*/ 672 w 3824"/>
                <a:gd name="T33" fmla="*/ 3446 h 4229"/>
                <a:gd name="T34" fmla="*/ 815 w 3824"/>
                <a:gd name="T35" fmla="*/ 3587 h 4229"/>
                <a:gd name="T36" fmla="*/ 975 w 3824"/>
                <a:gd name="T37" fmla="*/ 3674 h 4229"/>
                <a:gd name="T38" fmla="*/ 991 w 3824"/>
                <a:gd name="T39" fmla="*/ 3914 h 4229"/>
                <a:gd name="T40" fmla="*/ 1525 w 3824"/>
                <a:gd name="T41" fmla="*/ 3933 h 4229"/>
                <a:gd name="T42" fmla="*/ 2201 w 3824"/>
                <a:gd name="T43" fmla="*/ 3732 h 4229"/>
                <a:gd name="T44" fmla="*/ 2537 w 3824"/>
                <a:gd name="T45" fmla="*/ 3486 h 4229"/>
                <a:gd name="T46" fmla="*/ 2903 w 3824"/>
                <a:gd name="T47" fmla="*/ 3395 h 4229"/>
                <a:gd name="T48" fmla="*/ 3060 w 3824"/>
                <a:gd name="T49" fmla="*/ 2896 h 4229"/>
                <a:gd name="T50" fmla="*/ 3035 w 3824"/>
                <a:gd name="T51" fmla="*/ 2398 h 4229"/>
                <a:gd name="T52" fmla="*/ 2824 w 3824"/>
                <a:gd name="T53" fmla="*/ 2171 h 4229"/>
                <a:gd name="T54" fmla="*/ 2460 w 3824"/>
                <a:gd name="T55" fmla="*/ 2012 h 4229"/>
                <a:gd name="T56" fmla="*/ 2004 w 3824"/>
                <a:gd name="T57" fmla="*/ 1474 h 4229"/>
                <a:gd name="T58" fmla="*/ 1671 w 3824"/>
                <a:gd name="T59" fmla="*/ 875 h 4229"/>
                <a:gd name="T60" fmla="*/ 1652 w 3824"/>
                <a:gd name="T61" fmla="*/ 385 h 4229"/>
                <a:gd name="T62" fmla="*/ 1594 w 3824"/>
                <a:gd name="T63" fmla="*/ 253 h 4229"/>
                <a:gd name="T64" fmla="*/ 1875 w 3824"/>
                <a:gd name="T65" fmla="*/ 169 h 4229"/>
                <a:gd name="T66" fmla="*/ 1907 w 3824"/>
                <a:gd name="T67" fmla="*/ 630 h 4229"/>
                <a:gd name="T68" fmla="*/ 2186 w 3824"/>
                <a:gd name="T69" fmla="*/ 1290 h 4229"/>
                <a:gd name="T70" fmla="*/ 2683 w 3824"/>
                <a:gd name="T71" fmla="*/ 1851 h 4229"/>
                <a:gd name="T72" fmla="*/ 2970 w 3824"/>
                <a:gd name="T73" fmla="*/ 1907 h 4229"/>
                <a:gd name="T74" fmla="*/ 3453 w 3824"/>
                <a:gd name="T75" fmla="*/ 1952 h 4229"/>
                <a:gd name="T76" fmla="*/ 3777 w 3824"/>
                <a:gd name="T77" fmla="*/ 2290 h 4229"/>
                <a:gd name="T78" fmla="*/ 3824 w 3824"/>
                <a:gd name="T79" fmla="*/ 2761 h 4229"/>
                <a:gd name="T80" fmla="*/ 3758 w 3824"/>
                <a:gd name="T81" fmla="*/ 3323 h 4229"/>
                <a:gd name="T82" fmla="*/ 3436 w 3824"/>
                <a:gd name="T83" fmla="*/ 3670 h 4229"/>
                <a:gd name="T84" fmla="*/ 2918 w 3824"/>
                <a:gd name="T85" fmla="*/ 3684 h 4229"/>
                <a:gd name="T86" fmla="*/ 2551 w 3824"/>
                <a:gd name="T87" fmla="*/ 3785 h 4229"/>
                <a:gd name="T88" fmla="*/ 2049 w 3824"/>
                <a:gd name="T89" fmla="*/ 4114 h 4229"/>
                <a:gd name="T90" fmla="*/ 1386 w 3824"/>
                <a:gd name="T91" fmla="*/ 4216 h 4229"/>
                <a:gd name="T92" fmla="*/ 814 w 3824"/>
                <a:gd name="T93" fmla="*/ 4103 h 4229"/>
                <a:gd name="T94" fmla="*/ 554 w 3824"/>
                <a:gd name="T95" fmla="*/ 3732 h 4229"/>
                <a:gd name="T96" fmla="*/ 400 w 3824"/>
                <a:gd name="T97" fmla="*/ 3312 h 4229"/>
                <a:gd name="T98" fmla="*/ 153 w 3824"/>
                <a:gd name="T99" fmla="*/ 2875 h 4229"/>
                <a:gd name="T100" fmla="*/ 1 w 3824"/>
                <a:gd name="T101" fmla="*/ 2444 h 4229"/>
                <a:gd name="T102" fmla="*/ 177 w 3824"/>
                <a:gd name="T103" fmla="*/ 2030 h 4229"/>
                <a:gd name="T104" fmla="*/ 632 w 3824"/>
                <a:gd name="T105" fmla="*/ 1875 h 4229"/>
                <a:gd name="T106" fmla="*/ 1038 w 3824"/>
                <a:gd name="T107" fmla="*/ 1762 h 4229"/>
                <a:gd name="T108" fmla="*/ 1150 w 3824"/>
                <a:gd name="T109" fmla="*/ 1443 h 4229"/>
                <a:gd name="T110" fmla="*/ 996 w 3824"/>
                <a:gd name="T111" fmla="*/ 908 h 4229"/>
                <a:gd name="T112" fmla="*/ 1142 w 3824"/>
                <a:gd name="T113" fmla="*/ 286 h 4229"/>
                <a:gd name="T114" fmla="*/ 1549 w 3824"/>
                <a:gd name="T115" fmla="*/ 2 h 4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24" h="4229">
                  <a:moveTo>
                    <a:pt x="3231" y="2171"/>
                  </a:moveTo>
                  <a:lnTo>
                    <a:pt x="3254" y="2223"/>
                  </a:lnTo>
                  <a:lnTo>
                    <a:pt x="3272" y="2278"/>
                  </a:lnTo>
                  <a:lnTo>
                    <a:pt x="3286" y="2332"/>
                  </a:lnTo>
                  <a:lnTo>
                    <a:pt x="3296" y="2387"/>
                  </a:lnTo>
                  <a:lnTo>
                    <a:pt x="3304" y="2440"/>
                  </a:lnTo>
                  <a:lnTo>
                    <a:pt x="3318" y="2562"/>
                  </a:lnTo>
                  <a:lnTo>
                    <a:pt x="3326" y="2687"/>
                  </a:lnTo>
                  <a:lnTo>
                    <a:pt x="3327" y="2813"/>
                  </a:lnTo>
                  <a:lnTo>
                    <a:pt x="3322" y="2940"/>
                  </a:lnTo>
                  <a:lnTo>
                    <a:pt x="3312" y="3068"/>
                  </a:lnTo>
                  <a:lnTo>
                    <a:pt x="3304" y="3129"/>
                  </a:lnTo>
                  <a:lnTo>
                    <a:pt x="3294" y="3190"/>
                  </a:lnTo>
                  <a:lnTo>
                    <a:pt x="3282" y="3252"/>
                  </a:lnTo>
                  <a:lnTo>
                    <a:pt x="3265" y="3313"/>
                  </a:lnTo>
                  <a:lnTo>
                    <a:pt x="3246" y="3373"/>
                  </a:lnTo>
                  <a:lnTo>
                    <a:pt x="3221" y="3431"/>
                  </a:lnTo>
                  <a:lnTo>
                    <a:pt x="3231" y="3431"/>
                  </a:lnTo>
                  <a:lnTo>
                    <a:pt x="3272" y="3431"/>
                  </a:lnTo>
                  <a:lnTo>
                    <a:pt x="3309" y="3430"/>
                  </a:lnTo>
                  <a:lnTo>
                    <a:pt x="3342" y="3425"/>
                  </a:lnTo>
                  <a:lnTo>
                    <a:pt x="3373" y="3419"/>
                  </a:lnTo>
                  <a:lnTo>
                    <a:pt x="3399" y="3408"/>
                  </a:lnTo>
                  <a:lnTo>
                    <a:pt x="3421" y="3393"/>
                  </a:lnTo>
                  <a:lnTo>
                    <a:pt x="3439" y="3372"/>
                  </a:lnTo>
                  <a:lnTo>
                    <a:pt x="3469" y="3323"/>
                  </a:lnTo>
                  <a:lnTo>
                    <a:pt x="3493" y="3271"/>
                  </a:lnTo>
                  <a:lnTo>
                    <a:pt x="3513" y="3215"/>
                  </a:lnTo>
                  <a:lnTo>
                    <a:pt x="3529" y="3157"/>
                  </a:lnTo>
                  <a:lnTo>
                    <a:pt x="3540" y="3096"/>
                  </a:lnTo>
                  <a:lnTo>
                    <a:pt x="3548" y="3033"/>
                  </a:lnTo>
                  <a:lnTo>
                    <a:pt x="3555" y="2970"/>
                  </a:lnTo>
                  <a:lnTo>
                    <a:pt x="3558" y="2904"/>
                  </a:lnTo>
                  <a:lnTo>
                    <a:pt x="3559" y="2839"/>
                  </a:lnTo>
                  <a:lnTo>
                    <a:pt x="3559" y="2773"/>
                  </a:lnTo>
                  <a:lnTo>
                    <a:pt x="3560" y="2717"/>
                  </a:lnTo>
                  <a:lnTo>
                    <a:pt x="3560" y="2678"/>
                  </a:lnTo>
                  <a:lnTo>
                    <a:pt x="3560" y="2636"/>
                  </a:lnTo>
                  <a:lnTo>
                    <a:pt x="3559" y="2594"/>
                  </a:lnTo>
                  <a:lnTo>
                    <a:pt x="3558" y="2550"/>
                  </a:lnTo>
                  <a:lnTo>
                    <a:pt x="3553" y="2506"/>
                  </a:lnTo>
                  <a:lnTo>
                    <a:pt x="3548" y="2462"/>
                  </a:lnTo>
                  <a:lnTo>
                    <a:pt x="3541" y="2420"/>
                  </a:lnTo>
                  <a:lnTo>
                    <a:pt x="3531" y="2380"/>
                  </a:lnTo>
                  <a:lnTo>
                    <a:pt x="3518" y="2343"/>
                  </a:lnTo>
                  <a:lnTo>
                    <a:pt x="3501" y="2309"/>
                  </a:lnTo>
                  <a:lnTo>
                    <a:pt x="3480" y="2279"/>
                  </a:lnTo>
                  <a:lnTo>
                    <a:pt x="3457" y="2254"/>
                  </a:lnTo>
                  <a:lnTo>
                    <a:pt x="3424" y="2230"/>
                  </a:lnTo>
                  <a:lnTo>
                    <a:pt x="3388" y="2211"/>
                  </a:lnTo>
                  <a:lnTo>
                    <a:pt x="3351" y="2195"/>
                  </a:lnTo>
                  <a:lnTo>
                    <a:pt x="3311" y="2185"/>
                  </a:lnTo>
                  <a:lnTo>
                    <a:pt x="3271" y="2176"/>
                  </a:lnTo>
                  <a:lnTo>
                    <a:pt x="3231" y="2171"/>
                  </a:lnTo>
                  <a:close/>
                  <a:moveTo>
                    <a:pt x="1594" y="253"/>
                  </a:moveTo>
                  <a:lnTo>
                    <a:pt x="1566" y="255"/>
                  </a:lnTo>
                  <a:lnTo>
                    <a:pt x="1537" y="266"/>
                  </a:lnTo>
                  <a:lnTo>
                    <a:pt x="1507" y="283"/>
                  </a:lnTo>
                  <a:lnTo>
                    <a:pt x="1478" y="303"/>
                  </a:lnTo>
                  <a:lnTo>
                    <a:pt x="1449" y="328"/>
                  </a:lnTo>
                  <a:lnTo>
                    <a:pt x="1422" y="355"/>
                  </a:lnTo>
                  <a:lnTo>
                    <a:pt x="1395" y="385"/>
                  </a:lnTo>
                  <a:lnTo>
                    <a:pt x="1371" y="417"/>
                  </a:lnTo>
                  <a:lnTo>
                    <a:pt x="1349" y="448"/>
                  </a:lnTo>
                  <a:lnTo>
                    <a:pt x="1320" y="509"/>
                  </a:lnTo>
                  <a:lnTo>
                    <a:pt x="1295" y="570"/>
                  </a:lnTo>
                  <a:lnTo>
                    <a:pt x="1277" y="630"/>
                  </a:lnTo>
                  <a:lnTo>
                    <a:pt x="1263" y="690"/>
                  </a:lnTo>
                  <a:lnTo>
                    <a:pt x="1256" y="751"/>
                  </a:lnTo>
                  <a:lnTo>
                    <a:pt x="1255" y="808"/>
                  </a:lnTo>
                  <a:lnTo>
                    <a:pt x="1262" y="878"/>
                  </a:lnTo>
                  <a:lnTo>
                    <a:pt x="1274" y="948"/>
                  </a:lnTo>
                  <a:lnTo>
                    <a:pt x="1292" y="1016"/>
                  </a:lnTo>
                  <a:lnTo>
                    <a:pt x="1314" y="1086"/>
                  </a:lnTo>
                  <a:lnTo>
                    <a:pt x="1338" y="1157"/>
                  </a:lnTo>
                  <a:lnTo>
                    <a:pt x="1358" y="1217"/>
                  </a:lnTo>
                  <a:lnTo>
                    <a:pt x="1379" y="1277"/>
                  </a:lnTo>
                  <a:lnTo>
                    <a:pt x="1397" y="1340"/>
                  </a:lnTo>
                  <a:lnTo>
                    <a:pt x="1411" y="1403"/>
                  </a:lnTo>
                  <a:lnTo>
                    <a:pt x="1422" y="1466"/>
                  </a:lnTo>
                  <a:lnTo>
                    <a:pt x="1427" y="1532"/>
                  </a:lnTo>
                  <a:lnTo>
                    <a:pt x="1426" y="1599"/>
                  </a:lnTo>
                  <a:lnTo>
                    <a:pt x="1418" y="1656"/>
                  </a:lnTo>
                  <a:lnTo>
                    <a:pt x="1401" y="1713"/>
                  </a:lnTo>
                  <a:lnTo>
                    <a:pt x="1379" y="1766"/>
                  </a:lnTo>
                  <a:lnTo>
                    <a:pt x="1350" y="1818"/>
                  </a:lnTo>
                  <a:lnTo>
                    <a:pt x="1315" y="1864"/>
                  </a:lnTo>
                  <a:lnTo>
                    <a:pt x="1274" y="1910"/>
                  </a:lnTo>
                  <a:lnTo>
                    <a:pt x="1227" y="1949"/>
                  </a:lnTo>
                  <a:lnTo>
                    <a:pt x="1176" y="1985"/>
                  </a:lnTo>
                  <a:lnTo>
                    <a:pt x="1121" y="2016"/>
                  </a:lnTo>
                  <a:lnTo>
                    <a:pt x="1062" y="2041"/>
                  </a:lnTo>
                  <a:lnTo>
                    <a:pt x="997" y="2061"/>
                  </a:lnTo>
                  <a:lnTo>
                    <a:pt x="927" y="2076"/>
                  </a:lnTo>
                  <a:lnTo>
                    <a:pt x="855" y="2090"/>
                  </a:lnTo>
                  <a:lnTo>
                    <a:pt x="783" y="2102"/>
                  </a:lnTo>
                  <a:lnTo>
                    <a:pt x="716" y="2113"/>
                  </a:lnTo>
                  <a:lnTo>
                    <a:pt x="648" y="2126"/>
                  </a:lnTo>
                  <a:lnTo>
                    <a:pt x="583" y="2141"/>
                  </a:lnTo>
                  <a:lnTo>
                    <a:pt x="518" y="2159"/>
                  </a:lnTo>
                  <a:lnTo>
                    <a:pt x="456" y="2180"/>
                  </a:lnTo>
                  <a:lnTo>
                    <a:pt x="399" y="2209"/>
                  </a:lnTo>
                  <a:lnTo>
                    <a:pt x="371" y="2224"/>
                  </a:lnTo>
                  <a:lnTo>
                    <a:pt x="343" y="2243"/>
                  </a:lnTo>
                  <a:lnTo>
                    <a:pt x="319" y="2267"/>
                  </a:lnTo>
                  <a:lnTo>
                    <a:pt x="296" y="2293"/>
                  </a:lnTo>
                  <a:lnTo>
                    <a:pt x="279" y="2321"/>
                  </a:lnTo>
                  <a:lnTo>
                    <a:pt x="266" y="2353"/>
                  </a:lnTo>
                  <a:lnTo>
                    <a:pt x="259" y="2387"/>
                  </a:lnTo>
                  <a:lnTo>
                    <a:pt x="261" y="2424"/>
                  </a:lnTo>
                  <a:lnTo>
                    <a:pt x="263" y="2444"/>
                  </a:lnTo>
                  <a:lnTo>
                    <a:pt x="270" y="2466"/>
                  </a:lnTo>
                  <a:lnTo>
                    <a:pt x="279" y="2487"/>
                  </a:lnTo>
                  <a:lnTo>
                    <a:pt x="290" y="2507"/>
                  </a:lnTo>
                  <a:lnTo>
                    <a:pt x="305" y="2525"/>
                  </a:lnTo>
                  <a:lnTo>
                    <a:pt x="324" y="2542"/>
                  </a:lnTo>
                  <a:lnTo>
                    <a:pt x="347" y="2554"/>
                  </a:lnTo>
                  <a:lnTo>
                    <a:pt x="376" y="2562"/>
                  </a:lnTo>
                  <a:lnTo>
                    <a:pt x="408" y="2573"/>
                  </a:lnTo>
                  <a:lnTo>
                    <a:pt x="433" y="2591"/>
                  </a:lnTo>
                  <a:lnTo>
                    <a:pt x="454" y="2611"/>
                  </a:lnTo>
                  <a:lnTo>
                    <a:pt x="467" y="2637"/>
                  </a:lnTo>
                  <a:lnTo>
                    <a:pt x="474" y="2666"/>
                  </a:lnTo>
                  <a:lnTo>
                    <a:pt x="477" y="2695"/>
                  </a:lnTo>
                  <a:lnTo>
                    <a:pt x="473" y="2726"/>
                  </a:lnTo>
                  <a:lnTo>
                    <a:pt x="463" y="2756"/>
                  </a:lnTo>
                  <a:lnTo>
                    <a:pt x="450" y="2787"/>
                  </a:lnTo>
                  <a:lnTo>
                    <a:pt x="436" y="2807"/>
                  </a:lnTo>
                  <a:lnTo>
                    <a:pt x="427" y="2833"/>
                  </a:lnTo>
                  <a:lnTo>
                    <a:pt x="422" y="2863"/>
                  </a:lnTo>
                  <a:lnTo>
                    <a:pt x="422" y="2896"/>
                  </a:lnTo>
                  <a:lnTo>
                    <a:pt x="425" y="2929"/>
                  </a:lnTo>
                  <a:lnTo>
                    <a:pt x="432" y="2962"/>
                  </a:lnTo>
                  <a:lnTo>
                    <a:pt x="447" y="2999"/>
                  </a:lnTo>
                  <a:lnTo>
                    <a:pt x="467" y="3033"/>
                  </a:lnTo>
                  <a:lnTo>
                    <a:pt x="492" y="3062"/>
                  </a:lnTo>
                  <a:lnTo>
                    <a:pt x="524" y="3086"/>
                  </a:lnTo>
                  <a:lnTo>
                    <a:pt x="561" y="3108"/>
                  </a:lnTo>
                  <a:lnTo>
                    <a:pt x="603" y="3124"/>
                  </a:lnTo>
                  <a:lnTo>
                    <a:pt x="630" y="3133"/>
                  </a:lnTo>
                  <a:lnTo>
                    <a:pt x="655" y="3146"/>
                  </a:lnTo>
                  <a:lnTo>
                    <a:pt x="676" y="3168"/>
                  </a:lnTo>
                  <a:lnTo>
                    <a:pt x="692" y="3194"/>
                  </a:lnTo>
                  <a:lnTo>
                    <a:pt x="702" y="3222"/>
                  </a:lnTo>
                  <a:lnTo>
                    <a:pt x="705" y="3249"/>
                  </a:lnTo>
                  <a:lnTo>
                    <a:pt x="703" y="3276"/>
                  </a:lnTo>
                  <a:lnTo>
                    <a:pt x="694" y="3301"/>
                  </a:lnTo>
                  <a:lnTo>
                    <a:pt x="680" y="3323"/>
                  </a:lnTo>
                  <a:lnTo>
                    <a:pt x="672" y="3341"/>
                  </a:lnTo>
                  <a:lnTo>
                    <a:pt x="666" y="3363"/>
                  </a:lnTo>
                  <a:lnTo>
                    <a:pt x="663" y="3389"/>
                  </a:lnTo>
                  <a:lnTo>
                    <a:pt x="666" y="3416"/>
                  </a:lnTo>
                  <a:lnTo>
                    <a:pt x="672" y="3446"/>
                  </a:lnTo>
                  <a:lnTo>
                    <a:pt x="681" y="3476"/>
                  </a:lnTo>
                  <a:lnTo>
                    <a:pt x="694" y="3505"/>
                  </a:lnTo>
                  <a:lnTo>
                    <a:pt x="712" y="3534"/>
                  </a:lnTo>
                  <a:lnTo>
                    <a:pt x="731" y="3557"/>
                  </a:lnTo>
                  <a:lnTo>
                    <a:pt x="753" y="3573"/>
                  </a:lnTo>
                  <a:lnTo>
                    <a:pt x="775" y="3584"/>
                  </a:lnTo>
                  <a:lnTo>
                    <a:pt x="798" y="3588"/>
                  </a:lnTo>
                  <a:lnTo>
                    <a:pt x="807" y="3587"/>
                  </a:lnTo>
                  <a:lnTo>
                    <a:pt x="815" y="3587"/>
                  </a:lnTo>
                  <a:lnTo>
                    <a:pt x="820" y="3584"/>
                  </a:lnTo>
                  <a:lnTo>
                    <a:pt x="827" y="3584"/>
                  </a:lnTo>
                  <a:lnTo>
                    <a:pt x="851" y="3587"/>
                  </a:lnTo>
                  <a:lnTo>
                    <a:pt x="876" y="3591"/>
                  </a:lnTo>
                  <a:lnTo>
                    <a:pt x="902" y="3601"/>
                  </a:lnTo>
                  <a:lnTo>
                    <a:pt x="925" y="3613"/>
                  </a:lnTo>
                  <a:lnTo>
                    <a:pt x="946" y="3631"/>
                  </a:lnTo>
                  <a:lnTo>
                    <a:pt x="964" y="3651"/>
                  </a:lnTo>
                  <a:lnTo>
                    <a:pt x="975" y="3674"/>
                  </a:lnTo>
                  <a:lnTo>
                    <a:pt x="980" y="3700"/>
                  </a:lnTo>
                  <a:lnTo>
                    <a:pt x="979" y="3726"/>
                  </a:lnTo>
                  <a:lnTo>
                    <a:pt x="971" y="3752"/>
                  </a:lnTo>
                  <a:lnTo>
                    <a:pt x="962" y="3783"/>
                  </a:lnTo>
                  <a:lnTo>
                    <a:pt x="958" y="3813"/>
                  </a:lnTo>
                  <a:lnTo>
                    <a:pt x="960" y="3843"/>
                  </a:lnTo>
                  <a:lnTo>
                    <a:pt x="967" y="3870"/>
                  </a:lnTo>
                  <a:lnTo>
                    <a:pt x="978" y="3895"/>
                  </a:lnTo>
                  <a:lnTo>
                    <a:pt x="991" y="3914"/>
                  </a:lnTo>
                  <a:lnTo>
                    <a:pt x="1009" y="3928"/>
                  </a:lnTo>
                  <a:lnTo>
                    <a:pt x="1031" y="3939"/>
                  </a:lnTo>
                  <a:lnTo>
                    <a:pt x="1056" y="3944"/>
                  </a:lnTo>
                  <a:lnTo>
                    <a:pt x="1105" y="3954"/>
                  </a:lnTo>
                  <a:lnTo>
                    <a:pt x="1151" y="3958"/>
                  </a:lnTo>
                  <a:lnTo>
                    <a:pt x="1198" y="3960"/>
                  </a:lnTo>
                  <a:lnTo>
                    <a:pt x="1245" y="3960"/>
                  </a:lnTo>
                  <a:lnTo>
                    <a:pt x="1384" y="3948"/>
                  </a:lnTo>
                  <a:lnTo>
                    <a:pt x="1525" y="3933"/>
                  </a:lnTo>
                  <a:lnTo>
                    <a:pt x="1667" y="3915"/>
                  </a:lnTo>
                  <a:lnTo>
                    <a:pt x="1808" y="3893"/>
                  </a:lnTo>
                  <a:lnTo>
                    <a:pt x="1897" y="3873"/>
                  </a:lnTo>
                  <a:lnTo>
                    <a:pt x="1966" y="3858"/>
                  </a:lnTo>
                  <a:lnTo>
                    <a:pt x="2031" y="3843"/>
                  </a:lnTo>
                  <a:lnTo>
                    <a:pt x="2071" y="3821"/>
                  </a:lnTo>
                  <a:lnTo>
                    <a:pt x="2114" y="3794"/>
                  </a:lnTo>
                  <a:lnTo>
                    <a:pt x="2158" y="3763"/>
                  </a:lnTo>
                  <a:lnTo>
                    <a:pt x="2201" y="3732"/>
                  </a:lnTo>
                  <a:lnTo>
                    <a:pt x="2245" y="3699"/>
                  </a:lnTo>
                  <a:lnTo>
                    <a:pt x="2315" y="3647"/>
                  </a:lnTo>
                  <a:lnTo>
                    <a:pt x="2341" y="3624"/>
                  </a:lnTo>
                  <a:lnTo>
                    <a:pt x="2369" y="3599"/>
                  </a:lnTo>
                  <a:lnTo>
                    <a:pt x="2399" y="3572"/>
                  </a:lnTo>
                  <a:lnTo>
                    <a:pt x="2430" y="3546"/>
                  </a:lnTo>
                  <a:lnTo>
                    <a:pt x="2463" y="3521"/>
                  </a:lnTo>
                  <a:lnTo>
                    <a:pt x="2499" y="3501"/>
                  </a:lnTo>
                  <a:lnTo>
                    <a:pt x="2537" y="3486"/>
                  </a:lnTo>
                  <a:lnTo>
                    <a:pt x="2574" y="3468"/>
                  </a:lnTo>
                  <a:lnTo>
                    <a:pt x="2613" y="3457"/>
                  </a:lnTo>
                  <a:lnTo>
                    <a:pt x="2650" y="3450"/>
                  </a:lnTo>
                  <a:lnTo>
                    <a:pt x="2686" y="3449"/>
                  </a:lnTo>
                  <a:lnTo>
                    <a:pt x="2721" y="3449"/>
                  </a:lnTo>
                  <a:lnTo>
                    <a:pt x="2776" y="3441"/>
                  </a:lnTo>
                  <a:lnTo>
                    <a:pt x="2824" y="3430"/>
                  </a:lnTo>
                  <a:lnTo>
                    <a:pt x="2867" y="3415"/>
                  </a:lnTo>
                  <a:lnTo>
                    <a:pt x="2903" y="3395"/>
                  </a:lnTo>
                  <a:lnTo>
                    <a:pt x="2934" y="3371"/>
                  </a:lnTo>
                  <a:lnTo>
                    <a:pt x="2962" y="3342"/>
                  </a:lnTo>
                  <a:lnTo>
                    <a:pt x="2985" y="3306"/>
                  </a:lnTo>
                  <a:lnTo>
                    <a:pt x="3003" y="3265"/>
                  </a:lnTo>
                  <a:lnTo>
                    <a:pt x="3020" y="3218"/>
                  </a:lnTo>
                  <a:lnTo>
                    <a:pt x="3038" y="3140"/>
                  </a:lnTo>
                  <a:lnTo>
                    <a:pt x="3049" y="3059"/>
                  </a:lnTo>
                  <a:lnTo>
                    <a:pt x="3057" y="2978"/>
                  </a:lnTo>
                  <a:lnTo>
                    <a:pt x="3060" y="2896"/>
                  </a:lnTo>
                  <a:lnTo>
                    <a:pt x="3061" y="2817"/>
                  </a:lnTo>
                  <a:lnTo>
                    <a:pt x="3061" y="2739"/>
                  </a:lnTo>
                  <a:lnTo>
                    <a:pt x="3060" y="2706"/>
                  </a:lnTo>
                  <a:lnTo>
                    <a:pt x="3060" y="2657"/>
                  </a:lnTo>
                  <a:lnTo>
                    <a:pt x="3058" y="2606"/>
                  </a:lnTo>
                  <a:lnTo>
                    <a:pt x="3056" y="2554"/>
                  </a:lnTo>
                  <a:lnTo>
                    <a:pt x="3052" y="2502"/>
                  </a:lnTo>
                  <a:lnTo>
                    <a:pt x="3045" y="2450"/>
                  </a:lnTo>
                  <a:lnTo>
                    <a:pt x="3035" y="2398"/>
                  </a:lnTo>
                  <a:lnTo>
                    <a:pt x="3023" y="2349"/>
                  </a:lnTo>
                  <a:lnTo>
                    <a:pt x="3005" y="2301"/>
                  </a:lnTo>
                  <a:lnTo>
                    <a:pt x="2983" y="2256"/>
                  </a:lnTo>
                  <a:lnTo>
                    <a:pt x="2965" y="2232"/>
                  </a:lnTo>
                  <a:lnTo>
                    <a:pt x="2943" y="2213"/>
                  </a:lnTo>
                  <a:lnTo>
                    <a:pt x="2918" y="2198"/>
                  </a:lnTo>
                  <a:lnTo>
                    <a:pt x="2889" y="2187"/>
                  </a:lnTo>
                  <a:lnTo>
                    <a:pt x="2857" y="2179"/>
                  </a:lnTo>
                  <a:lnTo>
                    <a:pt x="2824" y="2171"/>
                  </a:lnTo>
                  <a:lnTo>
                    <a:pt x="2788" y="2164"/>
                  </a:lnTo>
                  <a:lnTo>
                    <a:pt x="2721" y="2150"/>
                  </a:lnTo>
                  <a:lnTo>
                    <a:pt x="2659" y="2133"/>
                  </a:lnTo>
                  <a:lnTo>
                    <a:pt x="2601" y="2108"/>
                  </a:lnTo>
                  <a:lnTo>
                    <a:pt x="2545" y="2078"/>
                  </a:lnTo>
                  <a:lnTo>
                    <a:pt x="2493" y="2042"/>
                  </a:lnTo>
                  <a:lnTo>
                    <a:pt x="2482" y="2037"/>
                  </a:lnTo>
                  <a:lnTo>
                    <a:pt x="2470" y="2026"/>
                  </a:lnTo>
                  <a:lnTo>
                    <a:pt x="2460" y="2012"/>
                  </a:lnTo>
                  <a:lnTo>
                    <a:pt x="2435" y="1992"/>
                  </a:lnTo>
                  <a:lnTo>
                    <a:pt x="2412" y="1970"/>
                  </a:lnTo>
                  <a:lnTo>
                    <a:pt x="2390" y="1946"/>
                  </a:lnTo>
                  <a:lnTo>
                    <a:pt x="2370" y="1922"/>
                  </a:lnTo>
                  <a:lnTo>
                    <a:pt x="2288" y="1832"/>
                  </a:lnTo>
                  <a:lnTo>
                    <a:pt x="2210" y="1741"/>
                  </a:lnTo>
                  <a:lnTo>
                    <a:pt x="2136" y="1651"/>
                  </a:lnTo>
                  <a:lnTo>
                    <a:pt x="2067" y="1562"/>
                  </a:lnTo>
                  <a:lnTo>
                    <a:pt x="2004" y="1474"/>
                  </a:lnTo>
                  <a:lnTo>
                    <a:pt x="1935" y="1375"/>
                  </a:lnTo>
                  <a:lnTo>
                    <a:pt x="1895" y="1317"/>
                  </a:lnTo>
                  <a:lnTo>
                    <a:pt x="1855" y="1260"/>
                  </a:lnTo>
                  <a:lnTo>
                    <a:pt x="1816" y="1201"/>
                  </a:lnTo>
                  <a:lnTo>
                    <a:pt x="1780" y="1141"/>
                  </a:lnTo>
                  <a:lnTo>
                    <a:pt x="1747" y="1078"/>
                  </a:lnTo>
                  <a:lnTo>
                    <a:pt x="1717" y="1013"/>
                  </a:lnTo>
                  <a:lnTo>
                    <a:pt x="1691" y="945"/>
                  </a:lnTo>
                  <a:lnTo>
                    <a:pt x="1671" y="875"/>
                  </a:lnTo>
                  <a:lnTo>
                    <a:pt x="1657" y="805"/>
                  </a:lnTo>
                  <a:lnTo>
                    <a:pt x="1648" y="738"/>
                  </a:lnTo>
                  <a:lnTo>
                    <a:pt x="1644" y="671"/>
                  </a:lnTo>
                  <a:lnTo>
                    <a:pt x="1644" y="604"/>
                  </a:lnTo>
                  <a:lnTo>
                    <a:pt x="1645" y="537"/>
                  </a:lnTo>
                  <a:lnTo>
                    <a:pt x="1648" y="466"/>
                  </a:lnTo>
                  <a:lnTo>
                    <a:pt x="1649" y="444"/>
                  </a:lnTo>
                  <a:lnTo>
                    <a:pt x="1651" y="414"/>
                  </a:lnTo>
                  <a:lnTo>
                    <a:pt x="1652" y="385"/>
                  </a:lnTo>
                  <a:lnTo>
                    <a:pt x="1652" y="357"/>
                  </a:lnTo>
                  <a:lnTo>
                    <a:pt x="1651" y="331"/>
                  </a:lnTo>
                  <a:lnTo>
                    <a:pt x="1646" y="306"/>
                  </a:lnTo>
                  <a:lnTo>
                    <a:pt x="1641" y="286"/>
                  </a:lnTo>
                  <a:lnTo>
                    <a:pt x="1633" y="270"/>
                  </a:lnTo>
                  <a:lnTo>
                    <a:pt x="1620" y="258"/>
                  </a:lnTo>
                  <a:lnTo>
                    <a:pt x="1606" y="253"/>
                  </a:lnTo>
                  <a:lnTo>
                    <a:pt x="1601" y="253"/>
                  </a:lnTo>
                  <a:lnTo>
                    <a:pt x="1594" y="253"/>
                  </a:lnTo>
                  <a:close/>
                  <a:moveTo>
                    <a:pt x="1597" y="0"/>
                  </a:moveTo>
                  <a:lnTo>
                    <a:pt x="1644" y="2"/>
                  </a:lnTo>
                  <a:lnTo>
                    <a:pt x="1688" y="11"/>
                  </a:lnTo>
                  <a:lnTo>
                    <a:pt x="1728" y="26"/>
                  </a:lnTo>
                  <a:lnTo>
                    <a:pt x="1765" y="43"/>
                  </a:lnTo>
                  <a:lnTo>
                    <a:pt x="1798" y="68"/>
                  </a:lnTo>
                  <a:lnTo>
                    <a:pt x="1827" y="97"/>
                  </a:lnTo>
                  <a:lnTo>
                    <a:pt x="1853" y="131"/>
                  </a:lnTo>
                  <a:lnTo>
                    <a:pt x="1875" y="169"/>
                  </a:lnTo>
                  <a:lnTo>
                    <a:pt x="1892" y="212"/>
                  </a:lnTo>
                  <a:lnTo>
                    <a:pt x="1906" y="266"/>
                  </a:lnTo>
                  <a:lnTo>
                    <a:pt x="1914" y="321"/>
                  </a:lnTo>
                  <a:lnTo>
                    <a:pt x="1915" y="374"/>
                  </a:lnTo>
                  <a:lnTo>
                    <a:pt x="1914" y="429"/>
                  </a:lnTo>
                  <a:lnTo>
                    <a:pt x="1911" y="485"/>
                  </a:lnTo>
                  <a:lnTo>
                    <a:pt x="1910" y="519"/>
                  </a:lnTo>
                  <a:lnTo>
                    <a:pt x="1908" y="556"/>
                  </a:lnTo>
                  <a:lnTo>
                    <a:pt x="1907" y="630"/>
                  </a:lnTo>
                  <a:lnTo>
                    <a:pt x="1913" y="701"/>
                  </a:lnTo>
                  <a:lnTo>
                    <a:pt x="1921" y="767"/>
                  </a:lnTo>
                  <a:lnTo>
                    <a:pt x="1936" y="830"/>
                  </a:lnTo>
                  <a:lnTo>
                    <a:pt x="1957" y="892"/>
                  </a:lnTo>
                  <a:lnTo>
                    <a:pt x="1991" y="978"/>
                  </a:lnTo>
                  <a:lnTo>
                    <a:pt x="2033" y="1060"/>
                  </a:lnTo>
                  <a:lnTo>
                    <a:pt x="2081" y="1141"/>
                  </a:lnTo>
                  <a:lnTo>
                    <a:pt x="2132" y="1217"/>
                  </a:lnTo>
                  <a:lnTo>
                    <a:pt x="2186" y="1290"/>
                  </a:lnTo>
                  <a:lnTo>
                    <a:pt x="2238" y="1358"/>
                  </a:lnTo>
                  <a:lnTo>
                    <a:pt x="2290" y="1421"/>
                  </a:lnTo>
                  <a:lnTo>
                    <a:pt x="2355" y="1502"/>
                  </a:lnTo>
                  <a:lnTo>
                    <a:pt x="2409" y="1570"/>
                  </a:lnTo>
                  <a:lnTo>
                    <a:pt x="2464" y="1637"/>
                  </a:lnTo>
                  <a:lnTo>
                    <a:pt x="2522" y="1703"/>
                  </a:lnTo>
                  <a:lnTo>
                    <a:pt x="2581" y="1766"/>
                  </a:lnTo>
                  <a:lnTo>
                    <a:pt x="2643" y="1825"/>
                  </a:lnTo>
                  <a:lnTo>
                    <a:pt x="2683" y="1851"/>
                  </a:lnTo>
                  <a:lnTo>
                    <a:pt x="2725" y="1870"/>
                  </a:lnTo>
                  <a:lnTo>
                    <a:pt x="2772" y="1884"/>
                  </a:lnTo>
                  <a:lnTo>
                    <a:pt x="2823" y="1894"/>
                  </a:lnTo>
                  <a:lnTo>
                    <a:pt x="2850" y="1900"/>
                  </a:lnTo>
                  <a:lnTo>
                    <a:pt x="2874" y="1907"/>
                  </a:lnTo>
                  <a:lnTo>
                    <a:pt x="2883" y="1910"/>
                  </a:lnTo>
                  <a:lnTo>
                    <a:pt x="2893" y="1911"/>
                  </a:lnTo>
                  <a:lnTo>
                    <a:pt x="2900" y="1912"/>
                  </a:lnTo>
                  <a:lnTo>
                    <a:pt x="2970" y="1907"/>
                  </a:lnTo>
                  <a:lnTo>
                    <a:pt x="3045" y="1903"/>
                  </a:lnTo>
                  <a:lnTo>
                    <a:pt x="3120" y="1901"/>
                  </a:lnTo>
                  <a:lnTo>
                    <a:pt x="3163" y="1903"/>
                  </a:lnTo>
                  <a:lnTo>
                    <a:pt x="3207" y="1904"/>
                  </a:lnTo>
                  <a:lnTo>
                    <a:pt x="3254" y="1908"/>
                  </a:lnTo>
                  <a:lnTo>
                    <a:pt x="3304" y="1914"/>
                  </a:lnTo>
                  <a:lnTo>
                    <a:pt x="3354" y="1923"/>
                  </a:lnTo>
                  <a:lnTo>
                    <a:pt x="3403" y="1936"/>
                  </a:lnTo>
                  <a:lnTo>
                    <a:pt x="3453" y="1952"/>
                  </a:lnTo>
                  <a:lnTo>
                    <a:pt x="3502" y="1972"/>
                  </a:lnTo>
                  <a:lnTo>
                    <a:pt x="3551" y="1997"/>
                  </a:lnTo>
                  <a:lnTo>
                    <a:pt x="3596" y="2029"/>
                  </a:lnTo>
                  <a:lnTo>
                    <a:pt x="3639" y="2066"/>
                  </a:lnTo>
                  <a:lnTo>
                    <a:pt x="3676" y="2102"/>
                  </a:lnTo>
                  <a:lnTo>
                    <a:pt x="3709" y="2145"/>
                  </a:lnTo>
                  <a:lnTo>
                    <a:pt x="3735" y="2190"/>
                  </a:lnTo>
                  <a:lnTo>
                    <a:pt x="3759" y="2239"/>
                  </a:lnTo>
                  <a:lnTo>
                    <a:pt x="3777" y="2290"/>
                  </a:lnTo>
                  <a:lnTo>
                    <a:pt x="3792" y="2342"/>
                  </a:lnTo>
                  <a:lnTo>
                    <a:pt x="3803" y="2397"/>
                  </a:lnTo>
                  <a:lnTo>
                    <a:pt x="3811" y="2450"/>
                  </a:lnTo>
                  <a:lnTo>
                    <a:pt x="3817" y="2505"/>
                  </a:lnTo>
                  <a:lnTo>
                    <a:pt x="3821" y="2559"/>
                  </a:lnTo>
                  <a:lnTo>
                    <a:pt x="3824" y="2613"/>
                  </a:lnTo>
                  <a:lnTo>
                    <a:pt x="3824" y="2665"/>
                  </a:lnTo>
                  <a:lnTo>
                    <a:pt x="3824" y="2714"/>
                  </a:lnTo>
                  <a:lnTo>
                    <a:pt x="3824" y="2761"/>
                  </a:lnTo>
                  <a:lnTo>
                    <a:pt x="3824" y="2773"/>
                  </a:lnTo>
                  <a:lnTo>
                    <a:pt x="3822" y="2844"/>
                  </a:lnTo>
                  <a:lnTo>
                    <a:pt x="3821" y="2917"/>
                  </a:lnTo>
                  <a:lnTo>
                    <a:pt x="3817" y="2988"/>
                  </a:lnTo>
                  <a:lnTo>
                    <a:pt x="3811" y="3057"/>
                  </a:lnTo>
                  <a:lnTo>
                    <a:pt x="3802" y="3126"/>
                  </a:lnTo>
                  <a:lnTo>
                    <a:pt x="3791" y="3194"/>
                  </a:lnTo>
                  <a:lnTo>
                    <a:pt x="3775" y="3260"/>
                  </a:lnTo>
                  <a:lnTo>
                    <a:pt x="3758" y="3323"/>
                  </a:lnTo>
                  <a:lnTo>
                    <a:pt x="3734" y="3383"/>
                  </a:lnTo>
                  <a:lnTo>
                    <a:pt x="3707" y="3441"/>
                  </a:lnTo>
                  <a:lnTo>
                    <a:pt x="3675" y="3494"/>
                  </a:lnTo>
                  <a:lnTo>
                    <a:pt x="3636" y="3543"/>
                  </a:lnTo>
                  <a:lnTo>
                    <a:pt x="3602" y="3580"/>
                  </a:lnTo>
                  <a:lnTo>
                    <a:pt x="3563" y="3612"/>
                  </a:lnTo>
                  <a:lnTo>
                    <a:pt x="3523" y="3636"/>
                  </a:lnTo>
                  <a:lnTo>
                    <a:pt x="3480" y="3655"/>
                  </a:lnTo>
                  <a:lnTo>
                    <a:pt x="3436" y="3670"/>
                  </a:lnTo>
                  <a:lnTo>
                    <a:pt x="3392" y="3681"/>
                  </a:lnTo>
                  <a:lnTo>
                    <a:pt x="3348" y="3688"/>
                  </a:lnTo>
                  <a:lnTo>
                    <a:pt x="3303" y="3694"/>
                  </a:lnTo>
                  <a:lnTo>
                    <a:pt x="3260" y="3695"/>
                  </a:lnTo>
                  <a:lnTo>
                    <a:pt x="3218" y="3696"/>
                  </a:lnTo>
                  <a:lnTo>
                    <a:pt x="3134" y="3694"/>
                  </a:lnTo>
                  <a:lnTo>
                    <a:pt x="3052" y="3690"/>
                  </a:lnTo>
                  <a:lnTo>
                    <a:pt x="2983" y="3685"/>
                  </a:lnTo>
                  <a:lnTo>
                    <a:pt x="2918" y="3684"/>
                  </a:lnTo>
                  <a:lnTo>
                    <a:pt x="2897" y="3684"/>
                  </a:lnTo>
                  <a:lnTo>
                    <a:pt x="2838" y="3694"/>
                  </a:lnTo>
                  <a:lnTo>
                    <a:pt x="2777" y="3700"/>
                  </a:lnTo>
                  <a:lnTo>
                    <a:pt x="2721" y="3707"/>
                  </a:lnTo>
                  <a:lnTo>
                    <a:pt x="2661" y="3717"/>
                  </a:lnTo>
                  <a:lnTo>
                    <a:pt x="2634" y="3725"/>
                  </a:lnTo>
                  <a:lnTo>
                    <a:pt x="2606" y="3742"/>
                  </a:lnTo>
                  <a:lnTo>
                    <a:pt x="2579" y="3762"/>
                  </a:lnTo>
                  <a:lnTo>
                    <a:pt x="2551" y="3785"/>
                  </a:lnTo>
                  <a:lnTo>
                    <a:pt x="2523" y="3811"/>
                  </a:lnTo>
                  <a:lnTo>
                    <a:pt x="2485" y="3847"/>
                  </a:lnTo>
                  <a:lnTo>
                    <a:pt x="2446" y="3878"/>
                  </a:lnTo>
                  <a:lnTo>
                    <a:pt x="2370" y="3932"/>
                  </a:lnTo>
                  <a:lnTo>
                    <a:pt x="2311" y="3975"/>
                  </a:lnTo>
                  <a:lnTo>
                    <a:pt x="2249" y="4017"/>
                  </a:lnTo>
                  <a:lnTo>
                    <a:pt x="2186" y="4055"/>
                  </a:lnTo>
                  <a:lnTo>
                    <a:pt x="2118" y="4089"/>
                  </a:lnTo>
                  <a:lnTo>
                    <a:pt x="2049" y="4114"/>
                  </a:lnTo>
                  <a:lnTo>
                    <a:pt x="1977" y="4133"/>
                  </a:lnTo>
                  <a:lnTo>
                    <a:pt x="1904" y="4148"/>
                  </a:lnTo>
                  <a:lnTo>
                    <a:pt x="1830" y="4159"/>
                  </a:lnTo>
                  <a:lnTo>
                    <a:pt x="1757" y="4168"/>
                  </a:lnTo>
                  <a:lnTo>
                    <a:pt x="1668" y="4181"/>
                  </a:lnTo>
                  <a:lnTo>
                    <a:pt x="1583" y="4194"/>
                  </a:lnTo>
                  <a:lnTo>
                    <a:pt x="1531" y="4201"/>
                  </a:lnTo>
                  <a:lnTo>
                    <a:pt x="1482" y="4205"/>
                  </a:lnTo>
                  <a:lnTo>
                    <a:pt x="1386" y="4216"/>
                  </a:lnTo>
                  <a:lnTo>
                    <a:pt x="1288" y="4225"/>
                  </a:lnTo>
                  <a:lnTo>
                    <a:pt x="1190" y="4229"/>
                  </a:lnTo>
                  <a:lnTo>
                    <a:pt x="1125" y="4226"/>
                  </a:lnTo>
                  <a:lnTo>
                    <a:pt x="1066" y="4222"/>
                  </a:lnTo>
                  <a:lnTo>
                    <a:pt x="1011" y="4212"/>
                  </a:lnTo>
                  <a:lnTo>
                    <a:pt x="954" y="4193"/>
                  </a:lnTo>
                  <a:lnTo>
                    <a:pt x="902" y="4167"/>
                  </a:lnTo>
                  <a:lnTo>
                    <a:pt x="856" y="4137"/>
                  </a:lnTo>
                  <a:lnTo>
                    <a:pt x="814" y="4103"/>
                  </a:lnTo>
                  <a:lnTo>
                    <a:pt x="778" y="4063"/>
                  </a:lnTo>
                  <a:lnTo>
                    <a:pt x="747" y="4021"/>
                  </a:lnTo>
                  <a:lnTo>
                    <a:pt x="724" y="3974"/>
                  </a:lnTo>
                  <a:lnTo>
                    <a:pt x="706" y="3925"/>
                  </a:lnTo>
                  <a:lnTo>
                    <a:pt x="695" y="3874"/>
                  </a:lnTo>
                  <a:lnTo>
                    <a:pt x="692" y="3821"/>
                  </a:lnTo>
                  <a:lnTo>
                    <a:pt x="644" y="3798"/>
                  </a:lnTo>
                  <a:lnTo>
                    <a:pt x="597" y="3769"/>
                  </a:lnTo>
                  <a:lnTo>
                    <a:pt x="554" y="3732"/>
                  </a:lnTo>
                  <a:lnTo>
                    <a:pt x="514" y="3691"/>
                  </a:lnTo>
                  <a:lnTo>
                    <a:pt x="480" y="3646"/>
                  </a:lnTo>
                  <a:lnTo>
                    <a:pt x="450" y="3595"/>
                  </a:lnTo>
                  <a:lnTo>
                    <a:pt x="426" y="3547"/>
                  </a:lnTo>
                  <a:lnTo>
                    <a:pt x="410" y="3499"/>
                  </a:lnTo>
                  <a:lnTo>
                    <a:pt x="399" y="3451"/>
                  </a:lnTo>
                  <a:lnTo>
                    <a:pt x="393" y="3404"/>
                  </a:lnTo>
                  <a:lnTo>
                    <a:pt x="394" y="3357"/>
                  </a:lnTo>
                  <a:lnTo>
                    <a:pt x="400" y="3312"/>
                  </a:lnTo>
                  <a:lnTo>
                    <a:pt x="352" y="3276"/>
                  </a:lnTo>
                  <a:lnTo>
                    <a:pt x="307" y="3235"/>
                  </a:lnTo>
                  <a:lnTo>
                    <a:pt x="268" y="3192"/>
                  </a:lnTo>
                  <a:lnTo>
                    <a:pt x="234" y="3144"/>
                  </a:lnTo>
                  <a:lnTo>
                    <a:pt x="205" y="3093"/>
                  </a:lnTo>
                  <a:lnTo>
                    <a:pt x="183" y="3040"/>
                  </a:lnTo>
                  <a:lnTo>
                    <a:pt x="167" y="2985"/>
                  </a:lnTo>
                  <a:lnTo>
                    <a:pt x="157" y="2930"/>
                  </a:lnTo>
                  <a:lnTo>
                    <a:pt x="153" y="2875"/>
                  </a:lnTo>
                  <a:lnTo>
                    <a:pt x="157" y="2819"/>
                  </a:lnTo>
                  <a:lnTo>
                    <a:pt x="167" y="2766"/>
                  </a:lnTo>
                  <a:lnTo>
                    <a:pt x="128" y="2735"/>
                  </a:lnTo>
                  <a:lnTo>
                    <a:pt x="94" y="2696"/>
                  </a:lnTo>
                  <a:lnTo>
                    <a:pt x="63" y="2654"/>
                  </a:lnTo>
                  <a:lnTo>
                    <a:pt x="40" y="2606"/>
                  </a:lnTo>
                  <a:lnTo>
                    <a:pt x="21" y="2554"/>
                  </a:lnTo>
                  <a:lnTo>
                    <a:pt x="7" y="2499"/>
                  </a:lnTo>
                  <a:lnTo>
                    <a:pt x="1" y="2444"/>
                  </a:lnTo>
                  <a:lnTo>
                    <a:pt x="0" y="2391"/>
                  </a:lnTo>
                  <a:lnTo>
                    <a:pt x="4" y="2338"/>
                  </a:lnTo>
                  <a:lnTo>
                    <a:pt x="14" y="2286"/>
                  </a:lnTo>
                  <a:lnTo>
                    <a:pt x="29" y="2237"/>
                  </a:lnTo>
                  <a:lnTo>
                    <a:pt x="48" y="2189"/>
                  </a:lnTo>
                  <a:lnTo>
                    <a:pt x="73" y="2143"/>
                  </a:lnTo>
                  <a:lnTo>
                    <a:pt x="101" y="2102"/>
                  </a:lnTo>
                  <a:lnTo>
                    <a:pt x="134" y="2066"/>
                  </a:lnTo>
                  <a:lnTo>
                    <a:pt x="177" y="2030"/>
                  </a:lnTo>
                  <a:lnTo>
                    <a:pt x="222" y="1998"/>
                  </a:lnTo>
                  <a:lnTo>
                    <a:pt x="270" y="1972"/>
                  </a:lnTo>
                  <a:lnTo>
                    <a:pt x="320" y="1951"/>
                  </a:lnTo>
                  <a:lnTo>
                    <a:pt x="371" y="1933"/>
                  </a:lnTo>
                  <a:lnTo>
                    <a:pt x="423" y="1918"/>
                  </a:lnTo>
                  <a:lnTo>
                    <a:pt x="476" y="1904"/>
                  </a:lnTo>
                  <a:lnTo>
                    <a:pt x="528" y="1893"/>
                  </a:lnTo>
                  <a:lnTo>
                    <a:pt x="581" y="1885"/>
                  </a:lnTo>
                  <a:lnTo>
                    <a:pt x="632" y="1875"/>
                  </a:lnTo>
                  <a:lnTo>
                    <a:pt x="710" y="1863"/>
                  </a:lnTo>
                  <a:lnTo>
                    <a:pt x="742" y="1855"/>
                  </a:lnTo>
                  <a:lnTo>
                    <a:pt x="778" y="1847"/>
                  </a:lnTo>
                  <a:lnTo>
                    <a:pt x="829" y="1834"/>
                  </a:lnTo>
                  <a:lnTo>
                    <a:pt x="877" y="1822"/>
                  </a:lnTo>
                  <a:lnTo>
                    <a:pt x="922" y="1808"/>
                  </a:lnTo>
                  <a:lnTo>
                    <a:pt x="964" y="1795"/>
                  </a:lnTo>
                  <a:lnTo>
                    <a:pt x="1002" y="1780"/>
                  </a:lnTo>
                  <a:lnTo>
                    <a:pt x="1038" y="1762"/>
                  </a:lnTo>
                  <a:lnTo>
                    <a:pt x="1069" y="1743"/>
                  </a:lnTo>
                  <a:lnTo>
                    <a:pt x="1096" y="1721"/>
                  </a:lnTo>
                  <a:lnTo>
                    <a:pt x="1120" y="1696"/>
                  </a:lnTo>
                  <a:lnTo>
                    <a:pt x="1138" y="1667"/>
                  </a:lnTo>
                  <a:lnTo>
                    <a:pt x="1151" y="1636"/>
                  </a:lnTo>
                  <a:lnTo>
                    <a:pt x="1160" y="1600"/>
                  </a:lnTo>
                  <a:lnTo>
                    <a:pt x="1162" y="1561"/>
                  </a:lnTo>
                  <a:lnTo>
                    <a:pt x="1160" y="1502"/>
                  </a:lnTo>
                  <a:lnTo>
                    <a:pt x="1150" y="1443"/>
                  </a:lnTo>
                  <a:lnTo>
                    <a:pt x="1138" y="1386"/>
                  </a:lnTo>
                  <a:lnTo>
                    <a:pt x="1121" y="1328"/>
                  </a:lnTo>
                  <a:lnTo>
                    <a:pt x="1102" y="1271"/>
                  </a:lnTo>
                  <a:lnTo>
                    <a:pt x="1081" y="1212"/>
                  </a:lnTo>
                  <a:lnTo>
                    <a:pt x="1060" y="1153"/>
                  </a:lnTo>
                  <a:lnTo>
                    <a:pt x="1040" y="1094"/>
                  </a:lnTo>
                  <a:lnTo>
                    <a:pt x="1022" y="1034"/>
                  </a:lnTo>
                  <a:lnTo>
                    <a:pt x="1007" y="971"/>
                  </a:lnTo>
                  <a:lnTo>
                    <a:pt x="996" y="908"/>
                  </a:lnTo>
                  <a:lnTo>
                    <a:pt x="990" y="841"/>
                  </a:lnTo>
                  <a:lnTo>
                    <a:pt x="990" y="773"/>
                  </a:lnTo>
                  <a:lnTo>
                    <a:pt x="997" y="695"/>
                  </a:lnTo>
                  <a:lnTo>
                    <a:pt x="1009" y="619"/>
                  </a:lnTo>
                  <a:lnTo>
                    <a:pt x="1026" y="545"/>
                  </a:lnTo>
                  <a:lnTo>
                    <a:pt x="1048" y="476"/>
                  </a:lnTo>
                  <a:lnTo>
                    <a:pt x="1074" y="409"/>
                  </a:lnTo>
                  <a:lnTo>
                    <a:pt x="1106" y="346"/>
                  </a:lnTo>
                  <a:lnTo>
                    <a:pt x="1142" y="286"/>
                  </a:lnTo>
                  <a:lnTo>
                    <a:pt x="1180" y="231"/>
                  </a:lnTo>
                  <a:lnTo>
                    <a:pt x="1224" y="182"/>
                  </a:lnTo>
                  <a:lnTo>
                    <a:pt x="1271" y="136"/>
                  </a:lnTo>
                  <a:lnTo>
                    <a:pt x="1322" y="97"/>
                  </a:lnTo>
                  <a:lnTo>
                    <a:pt x="1362" y="69"/>
                  </a:lnTo>
                  <a:lnTo>
                    <a:pt x="1406" y="45"/>
                  </a:lnTo>
                  <a:lnTo>
                    <a:pt x="1453" y="26"/>
                  </a:lnTo>
                  <a:lnTo>
                    <a:pt x="1500" y="12"/>
                  </a:lnTo>
                  <a:lnTo>
                    <a:pt x="1549" y="2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8883ED59-772E-452F-B378-DF428AF5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6450" y="2588178"/>
              <a:ext cx="236554" cy="238543"/>
            </a:xfrm>
            <a:custGeom>
              <a:avLst/>
              <a:gdLst>
                <a:gd name="T0" fmla="*/ 100 w 101"/>
                <a:gd name="T1" fmla="*/ 50 h 101"/>
                <a:gd name="T2" fmla="*/ 51 w 101"/>
                <a:gd name="T3" fmla="*/ 100 h 101"/>
                <a:gd name="T4" fmla="*/ 1 w 101"/>
                <a:gd name="T5" fmla="*/ 51 h 101"/>
                <a:gd name="T6" fmla="*/ 50 w 101"/>
                <a:gd name="T7" fmla="*/ 1 h 101"/>
                <a:gd name="T8" fmla="*/ 100 w 101"/>
                <a:gd name="T9" fmla="*/ 50 h 101"/>
                <a:gd name="T10" fmla="*/ 20 w 101"/>
                <a:gd name="T11" fmla="*/ 51 h 101"/>
                <a:gd name="T12" fmla="*/ 23 w 101"/>
                <a:gd name="T13" fmla="*/ 37 h 101"/>
                <a:gd name="T14" fmla="*/ 12 w 101"/>
                <a:gd name="T15" fmla="*/ 31 h 101"/>
                <a:gd name="T16" fmla="*/ 7 w 101"/>
                <a:gd name="T17" fmla="*/ 51 h 101"/>
                <a:gd name="T18" fmla="*/ 12 w 101"/>
                <a:gd name="T19" fmla="*/ 70 h 101"/>
                <a:gd name="T20" fmla="*/ 23 w 101"/>
                <a:gd name="T21" fmla="*/ 64 h 101"/>
                <a:gd name="T22" fmla="*/ 20 w 101"/>
                <a:gd name="T23" fmla="*/ 51 h 101"/>
                <a:gd name="T24" fmla="*/ 74 w 101"/>
                <a:gd name="T25" fmla="*/ 51 h 101"/>
                <a:gd name="T26" fmla="*/ 51 w 101"/>
                <a:gd name="T27" fmla="*/ 27 h 101"/>
                <a:gd name="T28" fmla="*/ 27 w 101"/>
                <a:gd name="T29" fmla="*/ 51 h 101"/>
                <a:gd name="T30" fmla="*/ 51 w 101"/>
                <a:gd name="T31" fmla="*/ 74 h 101"/>
                <a:gd name="T32" fmla="*/ 74 w 101"/>
                <a:gd name="T33" fmla="*/ 51 h 101"/>
                <a:gd name="T34" fmla="*/ 31 w 101"/>
                <a:gd name="T35" fmla="*/ 12 h 101"/>
                <a:gd name="T36" fmla="*/ 37 w 101"/>
                <a:gd name="T37" fmla="*/ 23 h 101"/>
                <a:gd name="T38" fmla="*/ 51 w 101"/>
                <a:gd name="T39" fmla="*/ 20 h 101"/>
                <a:gd name="T40" fmla="*/ 64 w 101"/>
                <a:gd name="T41" fmla="*/ 23 h 101"/>
                <a:gd name="T42" fmla="*/ 70 w 101"/>
                <a:gd name="T43" fmla="*/ 12 h 101"/>
                <a:gd name="T44" fmla="*/ 50 w 101"/>
                <a:gd name="T45" fmla="*/ 7 h 101"/>
                <a:gd name="T46" fmla="*/ 31 w 101"/>
                <a:gd name="T47" fmla="*/ 12 h 101"/>
                <a:gd name="T48" fmla="*/ 70 w 101"/>
                <a:gd name="T49" fmla="*/ 89 h 101"/>
                <a:gd name="T50" fmla="*/ 64 w 101"/>
                <a:gd name="T51" fmla="*/ 78 h 101"/>
                <a:gd name="T52" fmla="*/ 51 w 101"/>
                <a:gd name="T53" fmla="*/ 81 h 101"/>
                <a:gd name="T54" fmla="*/ 37 w 101"/>
                <a:gd name="T55" fmla="*/ 78 h 101"/>
                <a:gd name="T56" fmla="*/ 31 w 101"/>
                <a:gd name="T57" fmla="*/ 89 h 101"/>
                <a:gd name="T58" fmla="*/ 51 w 101"/>
                <a:gd name="T59" fmla="*/ 94 h 101"/>
                <a:gd name="T60" fmla="*/ 70 w 101"/>
                <a:gd name="T61" fmla="*/ 89 h 101"/>
                <a:gd name="T62" fmla="*/ 89 w 101"/>
                <a:gd name="T63" fmla="*/ 70 h 101"/>
                <a:gd name="T64" fmla="*/ 94 w 101"/>
                <a:gd name="T65" fmla="*/ 50 h 101"/>
                <a:gd name="T66" fmla="*/ 89 w 101"/>
                <a:gd name="T67" fmla="*/ 31 h 101"/>
                <a:gd name="T68" fmla="*/ 78 w 101"/>
                <a:gd name="T69" fmla="*/ 37 h 101"/>
                <a:gd name="T70" fmla="*/ 81 w 101"/>
                <a:gd name="T71" fmla="*/ 51 h 101"/>
                <a:gd name="T72" fmla="*/ 78 w 101"/>
                <a:gd name="T73" fmla="*/ 64 h 101"/>
                <a:gd name="T74" fmla="*/ 89 w 101"/>
                <a:gd name="T75" fmla="*/ 7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1" h="101">
                  <a:moveTo>
                    <a:pt x="100" y="50"/>
                  </a:moveTo>
                  <a:cubicBezTo>
                    <a:pt x="101" y="77"/>
                    <a:pt x="79" y="100"/>
                    <a:pt x="51" y="100"/>
                  </a:cubicBezTo>
                  <a:cubicBezTo>
                    <a:pt x="24" y="101"/>
                    <a:pt x="1" y="79"/>
                    <a:pt x="1" y="51"/>
                  </a:cubicBezTo>
                  <a:cubicBezTo>
                    <a:pt x="0" y="24"/>
                    <a:pt x="22" y="1"/>
                    <a:pt x="50" y="1"/>
                  </a:cubicBezTo>
                  <a:cubicBezTo>
                    <a:pt x="77" y="0"/>
                    <a:pt x="100" y="22"/>
                    <a:pt x="100" y="50"/>
                  </a:cubicBezTo>
                  <a:close/>
                  <a:moveTo>
                    <a:pt x="20" y="51"/>
                  </a:moveTo>
                  <a:cubicBezTo>
                    <a:pt x="20" y="46"/>
                    <a:pt x="21" y="41"/>
                    <a:pt x="23" y="3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9" y="37"/>
                    <a:pt x="7" y="44"/>
                    <a:pt x="7" y="51"/>
                  </a:cubicBezTo>
                  <a:cubicBezTo>
                    <a:pt x="7" y="58"/>
                    <a:pt x="9" y="65"/>
                    <a:pt x="12" y="70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1" y="60"/>
                    <a:pt x="20" y="55"/>
                    <a:pt x="20" y="51"/>
                  </a:cubicBezTo>
                  <a:close/>
                  <a:moveTo>
                    <a:pt x="74" y="51"/>
                  </a:moveTo>
                  <a:cubicBezTo>
                    <a:pt x="74" y="37"/>
                    <a:pt x="64" y="27"/>
                    <a:pt x="51" y="27"/>
                  </a:cubicBezTo>
                  <a:cubicBezTo>
                    <a:pt x="37" y="27"/>
                    <a:pt x="27" y="37"/>
                    <a:pt x="27" y="51"/>
                  </a:cubicBezTo>
                  <a:cubicBezTo>
                    <a:pt x="27" y="64"/>
                    <a:pt x="37" y="74"/>
                    <a:pt x="51" y="74"/>
                  </a:cubicBezTo>
                  <a:cubicBezTo>
                    <a:pt x="64" y="74"/>
                    <a:pt x="74" y="64"/>
                    <a:pt x="74" y="51"/>
                  </a:cubicBezTo>
                  <a:close/>
                  <a:moveTo>
                    <a:pt x="31" y="12"/>
                  </a:moveTo>
                  <a:cubicBezTo>
                    <a:pt x="37" y="23"/>
                    <a:pt x="37" y="23"/>
                    <a:pt x="37" y="23"/>
                  </a:cubicBezTo>
                  <a:cubicBezTo>
                    <a:pt x="41" y="21"/>
                    <a:pt x="46" y="20"/>
                    <a:pt x="51" y="20"/>
                  </a:cubicBezTo>
                  <a:cubicBezTo>
                    <a:pt x="55" y="20"/>
                    <a:pt x="60" y="21"/>
                    <a:pt x="64" y="23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4" y="9"/>
                    <a:pt x="57" y="7"/>
                    <a:pt x="50" y="7"/>
                  </a:cubicBezTo>
                  <a:cubicBezTo>
                    <a:pt x="43" y="8"/>
                    <a:pt x="36" y="9"/>
                    <a:pt x="31" y="12"/>
                  </a:cubicBezTo>
                  <a:close/>
                  <a:moveTo>
                    <a:pt x="70" y="89"/>
                  </a:moveTo>
                  <a:cubicBezTo>
                    <a:pt x="64" y="78"/>
                    <a:pt x="64" y="78"/>
                    <a:pt x="64" y="78"/>
                  </a:cubicBezTo>
                  <a:cubicBezTo>
                    <a:pt x="60" y="80"/>
                    <a:pt x="55" y="81"/>
                    <a:pt x="51" y="81"/>
                  </a:cubicBezTo>
                  <a:cubicBezTo>
                    <a:pt x="46" y="81"/>
                    <a:pt x="41" y="80"/>
                    <a:pt x="37" y="78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7" y="92"/>
                    <a:pt x="44" y="94"/>
                    <a:pt x="51" y="94"/>
                  </a:cubicBezTo>
                  <a:cubicBezTo>
                    <a:pt x="58" y="94"/>
                    <a:pt x="65" y="92"/>
                    <a:pt x="70" y="89"/>
                  </a:cubicBezTo>
                  <a:close/>
                  <a:moveTo>
                    <a:pt x="89" y="70"/>
                  </a:moveTo>
                  <a:cubicBezTo>
                    <a:pt x="92" y="64"/>
                    <a:pt x="94" y="57"/>
                    <a:pt x="94" y="50"/>
                  </a:cubicBezTo>
                  <a:cubicBezTo>
                    <a:pt x="94" y="43"/>
                    <a:pt x="92" y="36"/>
                    <a:pt x="89" y="31"/>
                  </a:cubicBezTo>
                  <a:cubicBezTo>
                    <a:pt x="78" y="37"/>
                    <a:pt x="78" y="37"/>
                    <a:pt x="78" y="37"/>
                  </a:cubicBezTo>
                  <a:cubicBezTo>
                    <a:pt x="80" y="41"/>
                    <a:pt x="81" y="46"/>
                    <a:pt x="81" y="51"/>
                  </a:cubicBezTo>
                  <a:cubicBezTo>
                    <a:pt x="81" y="55"/>
                    <a:pt x="80" y="60"/>
                    <a:pt x="78" y="64"/>
                  </a:cubicBezTo>
                  <a:lnTo>
                    <a:pt x="89" y="7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3C039110-663E-46DC-8AE7-A26349D63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4573" y="3319766"/>
              <a:ext cx="258023" cy="255838"/>
            </a:xfrm>
            <a:custGeom>
              <a:avLst/>
              <a:gdLst>
                <a:gd name="T0" fmla="*/ 100 w 100"/>
                <a:gd name="T1" fmla="*/ 39 h 99"/>
                <a:gd name="T2" fmla="*/ 63 w 100"/>
                <a:gd name="T3" fmla="*/ 78 h 99"/>
                <a:gd name="T4" fmla="*/ 33 w 100"/>
                <a:gd name="T5" fmla="*/ 99 h 99"/>
                <a:gd name="T6" fmla="*/ 0 w 100"/>
                <a:gd name="T7" fmla="*/ 66 h 99"/>
                <a:gd name="T8" fmla="*/ 21 w 100"/>
                <a:gd name="T9" fmla="*/ 36 h 99"/>
                <a:gd name="T10" fmla="*/ 60 w 100"/>
                <a:gd name="T11" fmla="*/ 0 h 99"/>
                <a:gd name="T12" fmla="*/ 100 w 100"/>
                <a:gd name="T13" fmla="*/ 39 h 99"/>
                <a:gd name="T14" fmla="*/ 0 w 100"/>
                <a:gd name="T15" fmla="*/ 12 h 99"/>
                <a:gd name="T16" fmla="*/ 11 w 100"/>
                <a:gd name="T17" fmla="*/ 1 h 99"/>
                <a:gd name="T18" fmla="*/ 22 w 100"/>
                <a:gd name="T19" fmla="*/ 12 h 99"/>
                <a:gd name="T20" fmla="*/ 11 w 100"/>
                <a:gd name="T21" fmla="*/ 23 h 99"/>
                <a:gd name="T22" fmla="*/ 0 w 100"/>
                <a:gd name="T23" fmla="*/ 12 h 99"/>
                <a:gd name="T24" fmla="*/ 5 w 100"/>
                <a:gd name="T25" fmla="*/ 12 h 99"/>
                <a:gd name="T26" fmla="*/ 11 w 100"/>
                <a:gd name="T27" fmla="*/ 18 h 99"/>
                <a:gd name="T28" fmla="*/ 17 w 100"/>
                <a:gd name="T29" fmla="*/ 12 h 99"/>
                <a:gd name="T30" fmla="*/ 11 w 100"/>
                <a:gd name="T31" fmla="*/ 6 h 99"/>
                <a:gd name="T32" fmla="*/ 5 w 100"/>
                <a:gd name="T33" fmla="*/ 12 h 99"/>
                <a:gd name="T34" fmla="*/ 52 w 100"/>
                <a:gd name="T35" fmla="*/ 77 h 99"/>
                <a:gd name="T36" fmla="*/ 22 w 100"/>
                <a:gd name="T37" fmla="*/ 48 h 99"/>
                <a:gd name="T38" fmla="*/ 11 w 100"/>
                <a:gd name="T39" fmla="*/ 66 h 99"/>
                <a:gd name="T40" fmla="*/ 33 w 100"/>
                <a:gd name="T41" fmla="*/ 88 h 99"/>
                <a:gd name="T42" fmla="*/ 52 w 100"/>
                <a:gd name="T43" fmla="*/ 77 h 99"/>
                <a:gd name="T44" fmla="*/ 88 w 100"/>
                <a:gd name="T45" fmla="*/ 39 h 99"/>
                <a:gd name="T46" fmla="*/ 60 w 100"/>
                <a:gd name="T47" fmla="*/ 12 h 99"/>
                <a:gd name="T48" fmla="*/ 33 w 100"/>
                <a:gd name="T49" fmla="*/ 34 h 99"/>
                <a:gd name="T50" fmla="*/ 66 w 100"/>
                <a:gd name="T51" fmla="*/ 66 h 99"/>
                <a:gd name="T52" fmla="*/ 88 w 100"/>
                <a:gd name="T53" fmla="*/ 39 h 99"/>
                <a:gd name="T54" fmla="*/ 55 w 100"/>
                <a:gd name="T55" fmla="*/ 66 h 99"/>
                <a:gd name="T56" fmla="*/ 33 w 100"/>
                <a:gd name="T57" fmla="*/ 45 h 99"/>
                <a:gd name="T58" fmla="*/ 55 w 100"/>
                <a:gd name="T59" fmla="*/ 6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0" h="99">
                  <a:moveTo>
                    <a:pt x="100" y="39"/>
                  </a:moveTo>
                  <a:cubicBezTo>
                    <a:pt x="100" y="60"/>
                    <a:pt x="84" y="77"/>
                    <a:pt x="63" y="78"/>
                  </a:cubicBezTo>
                  <a:cubicBezTo>
                    <a:pt x="59" y="91"/>
                    <a:pt x="47" y="99"/>
                    <a:pt x="33" y="99"/>
                  </a:cubicBezTo>
                  <a:cubicBezTo>
                    <a:pt x="15" y="99"/>
                    <a:pt x="0" y="84"/>
                    <a:pt x="0" y="66"/>
                  </a:cubicBezTo>
                  <a:cubicBezTo>
                    <a:pt x="0" y="53"/>
                    <a:pt x="9" y="41"/>
                    <a:pt x="21" y="36"/>
                  </a:cubicBezTo>
                  <a:cubicBezTo>
                    <a:pt x="23" y="16"/>
                    <a:pt x="40" y="0"/>
                    <a:pt x="60" y="0"/>
                  </a:cubicBezTo>
                  <a:cubicBezTo>
                    <a:pt x="82" y="0"/>
                    <a:pt x="100" y="18"/>
                    <a:pt x="100" y="39"/>
                  </a:cubicBezTo>
                  <a:close/>
                  <a:moveTo>
                    <a:pt x="0" y="12"/>
                  </a:moveTo>
                  <a:cubicBezTo>
                    <a:pt x="0" y="6"/>
                    <a:pt x="5" y="1"/>
                    <a:pt x="11" y="1"/>
                  </a:cubicBezTo>
                  <a:cubicBezTo>
                    <a:pt x="17" y="1"/>
                    <a:pt x="22" y="6"/>
                    <a:pt x="22" y="12"/>
                  </a:cubicBezTo>
                  <a:cubicBezTo>
                    <a:pt x="22" y="18"/>
                    <a:pt x="17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lose/>
                  <a:moveTo>
                    <a:pt x="5" y="12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5" y="18"/>
                    <a:pt x="17" y="15"/>
                    <a:pt x="17" y="12"/>
                  </a:cubicBezTo>
                  <a:cubicBezTo>
                    <a:pt x="17" y="8"/>
                    <a:pt x="15" y="6"/>
                    <a:pt x="11" y="6"/>
                  </a:cubicBezTo>
                  <a:cubicBezTo>
                    <a:pt x="8" y="6"/>
                    <a:pt x="5" y="8"/>
                    <a:pt x="5" y="12"/>
                  </a:cubicBezTo>
                  <a:close/>
                  <a:moveTo>
                    <a:pt x="52" y="77"/>
                  </a:moveTo>
                  <a:cubicBezTo>
                    <a:pt x="37" y="74"/>
                    <a:pt x="25" y="62"/>
                    <a:pt x="22" y="48"/>
                  </a:cubicBezTo>
                  <a:cubicBezTo>
                    <a:pt x="15" y="51"/>
                    <a:pt x="11" y="58"/>
                    <a:pt x="11" y="66"/>
                  </a:cubicBezTo>
                  <a:cubicBezTo>
                    <a:pt x="11" y="78"/>
                    <a:pt x="21" y="88"/>
                    <a:pt x="33" y="88"/>
                  </a:cubicBezTo>
                  <a:cubicBezTo>
                    <a:pt x="41" y="88"/>
                    <a:pt x="48" y="84"/>
                    <a:pt x="52" y="77"/>
                  </a:cubicBezTo>
                  <a:close/>
                  <a:moveTo>
                    <a:pt x="88" y="39"/>
                  </a:moveTo>
                  <a:cubicBezTo>
                    <a:pt x="88" y="24"/>
                    <a:pt x="75" y="12"/>
                    <a:pt x="60" y="12"/>
                  </a:cubicBezTo>
                  <a:cubicBezTo>
                    <a:pt x="47" y="12"/>
                    <a:pt x="36" y="21"/>
                    <a:pt x="33" y="34"/>
                  </a:cubicBezTo>
                  <a:cubicBezTo>
                    <a:pt x="51" y="34"/>
                    <a:pt x="65" y="48"/>
                    <a:pt x="66" y="66"/>
                  </a:cubicBezTo>
                  <a:cubicBezTo>
                    <a:pt x="78" y="64"/>
                    <a:pt x="88" y="52"/>
                    <a:pt x="88" y="39"/>
                  </a:cubicBezTo>
                  <a:close/>
                  <a:moveTo>
                    <a:pt x="55" y="66"/>
                  </a:moveTo>
                  <a:cubicBezTo>
                    <a:pt x="55" y="54"/>
                    <a:pt x="45" y="45"/>
                    <a:pt x="33" y="45"/>
                  </a:cubicBezTo>
                  <a:cubicBezTo>
                    <a:pt x="35" y="55"/>
                    <a:pt x="44" y="64"/>
                    <a:pt x="55" y="6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370FFC27-9168-4192-A788-51D3483E9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783" y="2559342"/>
              <a:ext cx="258898" cy="286638"/>
            </a:xfrm>
            <a:custGeom>
              <a:avLst/>
              <a:gdLst>
                <a:gd name="T0" fmla="*/ 7 w 71"/>
                <a:gd name="T1" fmla="*/ 53 h 76"/>
                <a:gd name="T2" fmla="*/ 6 w 71"/>
                <a:gd name="T3" fmla="*/ 50 h 76"/>
                <a:gd name="T4" fmla="*/ 21 w 71"/>
                <a:gd name="T5" fmla="*/ 13 h 76"/>
                <a:gd name="T6" fmla="*/ 24 w 71"/>
                <a:gd name="T7" fmla="*/ 11 h 76"/>
                <a:gd name="T8" fmla="*/ 17 w 71"/>
                <a:gd name="T9" fmla="*/ 7 h 76"/>
                <a:gd name="T10" fmla="*/ 9 w 71"/>
                <a:gd name="T11" fmla="*/ 33 h 76"/>
                <a:gd name="T12" fmla="*/ 2 w 71"/>
                <a:gd name="T13" fmla="*/ 36 h 76"/>
                <a:gd name="T14" fmla="*/ 35 w 71"/>
                <a:gd name="T15" fmla="*/ 10 h 76"/>
                <a:gd name="T16" fmla="*/ 35 w 71"/>
                <a:gd name="T17" fmla="*/ 0 h 76"/>
                <a:gd name="T18" fmla="*/ 35 w 71"/>
                <a:gd name="T19" fmla="*/ 10 h 76"/>
                <a:gd name="T20" fmla="*/ 50 w 71"/>
                <a:gd name="T21" fmla="*/ 13 h 76"/>
                <a:gd name="T22" fmla="*/ 51 w 71"/>
                <a:gd name="T23" fmla="*/ 5 h 76"/>
                <a:gd name="T24" fmla="*/ 58 w 71"/>
                <a:gd name="T25" fmla="*/ 23 h 76"/>
                <a:gd name="T26" fmla="*/ 66 w 71"/>
                <a:gd name="T27" fmla="*/ 17 h 76"/>
                <a:gd name="T28" fmla="*/ 57 w 71"/>
                <a:gd name="T29" fmla="*/ 22 h 76"/>
                <a:gd name="T30" fmla="*/ 62 w 71"/>
                <a:gd name="T31" fmla="*/ 33 h 76"/>
                <a:gd name="T32" fmla="*/ 69 w 71"/>
                <a:gd name="T33" fmla="*/ 36 h 76"/>
                <a:gd name="T34" fmla="*/ 13 w 71"/>
                <a:gd name="T35" fmla="*/ 20 h 76"/>
                <a:gd name="T36" fmla="*/ 6 w 71"/>
                <a:gd name="T37" fmla="*/ 19 h 76"/>
                <a:gd name="T38" fmla="*/ 14 w 71"/>
                <a:gd name="T39" fmla="*/ 22 h 76"/>
                <a:gd name="T40" fmla="*/ 49 w 71"/>
                <a:gd name="T41" fmla="*/ 49 h 76"/>
                <a:gd name="T42" fmla="*/ 45 w 71"/>
                <a:gd name="T43" fmla="*/ 61 h 76"/>
                <a:gd name="T44" fmla="*/ 46 w 71"/>
                <a:gd name="T45" fmla="*/ 66 h 76"/>
                <a:gd name="T46" fmla="*/ 42 w 71"/>
                <a:gd name="T47" fmla="*/ 73 h 76"/>
                <a:gd name="T48" fmla="*/ 33 w 71"/>
                <a:gd name="T49" fmla="*/ 76 h 76"/>
                <a:gd name="T50" fmla="*/ 25 w 71"/>
                <a:gd name="T51" fmla="*/ 70 h 76"/>
                <a:gd name="T52" fmla="*/ 26 w 71"/>
                <a:gd name="T53" fmla="*/ 65 h 76"/>
                <a:gd name="T54" fmla="*/ 25 w 71"/>
                <a:gd name="T55" fmla="*/ 59 h 76"/>
                <a:gd name="T56" fmla="*/ 16 w 71"/>
                <a:gd name="T57" fmla="*/ 35 h 76"/>
                <a:gd name="T58" fmla="*/ 41 w 71"/>
                <a:gd name="T59" fmla="*/ 73 h 76"/>
                <a:gd name="T60" fmla="*/ 30 w 71"/>
                <a:gd name="T61" fmla="*/ 73 h 76"/>
                <a:gd name="T62" fmla="*/ 41 w 71"/>
                <a:gd name="T63" fmla="*/ 73 h 76"/>
                <a:gd name="T64" fmla="*/ 30 w 71"/>
                <a:gd name="T65" fmla="*/ 69 h 76"/>
                <a:gd name="T66" fmla="*/ 33 w 71"/>
                <a:gd name="T67" fmla="*/ 71 h 76"/>
                <a:gd name="T68" fmla="*/ 44 w 71"/>
                <a:gd name="T69" fmla="*/ 70 h 76"/>
                <a:gd name="T70" fmla="*/ 30 w 71"/>
                <a:gd name="T71" fmla="*/ 66 h 76"/>
                <a:gd name="T72" fmla="*/ 41 w 71"/>
                <a:gd name="T73" fmla="*/ 67 h 76"/>
                <a:gd name="T74" fmla="*/ 41 w 71"/>
                <a:gd name="T75" fmla="*/ 62 h 76"/>
                <a:gd name="T76" fmla="*/ 30 w 71"/>
                <a:gd name="T77" fmla="*/ 64 h 76"/>
                <a:gd name="T78" fmla="*/ 44 w 71"/>
                <a:gd name="T79" fmla="*/ 59 h 76"/>
                <a:gd name="T80" fmla="*/ 28 w 71"/>
                <a:gd name="T81" fmla="*/ 59 h 76"/>
                <a:gd name="T82" fmla="*/ 30 w 71"/>
                <a:gd name="T83" fmla="*/ 60 h 76"/>
                <a:gd name="T84" fmla="*/ 52 w 71"/>
                <a:gd name="T85" fmla="*/ 35 h 76"/>
                <a:gd name="T86" fmla="*/ 24 w 71"/>
                <a:gd name="T87" fmla="*/ 47 h 76"/>
                <a:gd name="T88" fmla="*/ 28 w 71"/>
                <a:gd name="T89" fmla="*/ 39 h 76"/>
                <a:gd name="T90" fmla="*/ 33 w 71"/>
                <a:gd name="T91" fmla="*/ 56 h 76"/>
                <a:gd name="T92" fmla="*/ 42 w 71"/>
                <a:gd name="T93" fmla="*/ 38 h 76"/>
                <a:gd name="T94" fmla="*/ 42 w 71"/>
                <a:gd name="T95" fmla="*/ 56 h 76"/>
                <a:gd name="T96" fmla="*/ 65 w 71"/>
                <a:gd name="T97" fmla="*/ 50 h 76"/>
                <a:gd name="T98" fmla="*/ 58 w 71"/>
                <a:gd name="T99" fmla="*/ 50 h 76"/>
                <a:gd name="T100" fmla="*/ 66 w 71"/>
                <a:gd name="T101" fmla="*/ 53 h 76"/>
                <a:gd name="T102" fmla="*/ 21 w 71"/>
                <a:gd name="T103" fmla="*/ 57 h 76"/>
                <a:gd name="T104" fmla="*/ 19 w 71"/>
                <a:gd name="T105" fmla="*/ 66 h 76"/>
                <a:gd name="T106" fmla="*/ 23 w 71"/>
                <a:gd name="T107" fmla="*/ 57 h 76"/>
                <a:gd name="T108" fmla="*/ 47 w 71"/>
                <a:gd name="T109" fmla="*/ 59 h 76"/>
                <a:gd name="T110" fmla="*/ 53 w 71"/>
                <a:gd name="T111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" h="76">
                  <a:moveTo>
                    <a:pt x="14" y="47"/>
                  </a:moveTo>
                  <a:cubicBezTo>
                    <a:pt x="14" y="48"/>
                    <a:pt x="14" y="49"/>
                    <a:pt x="13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6" y="53"/>
                  </a:cubicBezTo>
                  <a:cubicBezTo>
                    <a:pt x="6" y="53"/>
                    <a:pt x="5" y="53"/>
                    <a:pt x="5" y="53"/>
                  </a:cubicBezTo>
                  <a:cubicBezTo>
                    <a:pt x="5" y="52"/>
                    <a:pt x="5" y="51"/>
                    <a:pt x="6" y="50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3" y="47"/>
                    <a:pt x="14" y="47"/>
                  </a:cubicBezTo>
                  <a:close/>
                  <a:moveTo>
                    <a:pt x="21" y="13"/>
                  </a:moveTo>
                  <a:cubicBezTo>
                    <a:pt x="21" y="13"/>
                    <a:pt x="22" y="14"/>
                    <a:pt x="22" y="14"/>
                  </a:cubicBezTo>
                  <a:cubicBezTo>
                    <a:pt x="22" y="14"/>
                    <a:pt x="23" y="13"/>
                    <a:pt x="23" y="13"/>
                  </a:cubicBezTo>
                  <a:cubicBezTo>
                    <a:pt x="24" y="13"/>
                    <a:pt x="24" y="12"/>
                    <a:pt x="24" y="11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5"/>
                  </a:cubicBezTo>
                  <a:cubicBezTo>
                    <a:pt x="17" y="5"/>
                    <a:pt x="17" y="6"/>
                    <a:pt x="17" y="7"/>
                  </a:cubicBezTo>
                  <a:lnTo>
                    <a:pt x="21" y="13"/>
                  </a:lnTo>
                  <a:close/>
                  <a:moveTo>
                    <a:pt x="10" y="35"/>
                  </a:moveTo>
                  <a:cubicBezTo>
                    <a:pt x="10" y="34"/>
                    <a:pt x="10" y="33"/>
                    <a:pt x="9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33"/>
                    <a:pt x="0" y="34"/>
                    <a:pt x="0" y="35"/>
                  </a:cubicBezTo>
                  <a:cubicBezTo>
                    <a:pt x="0" y="36"/>
                    <a:pt x="1" y="36"/>
                    <a:pt x="2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0" y="36"/>
                    <a:pt x="10" y="36"/>
                    <a:pt x="10" y="35"/>
                  </a:cubicBezTo>
                  <a:close/>
                  <a:moveTo>
                    <a:pt x="35" y="10"/>
                  </a:moveTo>
                  <a:cubicBezTo>
                    <a:pt x="36" y="10"/>
                    <a:pt x="37" y="9"/>
                    <a:pt x="37" y="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0"/>
                    <a:pt x="35" y="0"/>
                  </a:cubicBezTo>
                  <a:cubicBezTo>
                    <a:pt x="35" y="0"/>
                    <a:pt x="34" y="1"/>
                    <a:pt x="34" y="1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9"/>
                    <a:pt x="35" y="10"/>
                    <a:pt x="35" y="10"/>
                  </a:cubicBezTo>
                  <a:close/>
                  <a:moveTo>
                    <a:pt x="48" y="13"/>
                  </a:moveTo>
                  <a:cubicBezTo>
                    <a:pt x="48" y="13"/>
                    <a:pt x="48" y="14"/>
                    <a:pt x="49" y="14"/>
                  </a:cubicBezTo>
                  <a:cubicBezTo>
                    <a:pt x="49" y="14"/>
                    <a:pt x="50" y="13"/>
                    <a:pt x="50" y="13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6"/>
                    <a:pt x="54" y="5"/>
                    <a:pt x="53" y="5"/>
                  </a:cubicBezTo>
                  <a:cubicBezTo>
                    <a:pt x="52" y="4"/>
                    <a:pt x="51" y="4"/>
                    <a:pt x="51" y="5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2"/>
                    <a:pt x="47" y="13"/>
                    <a:pt x="48" y="13"/>
                  </a:cubicBezTo>
                  <a:close/>
                  <a:moveTo>
                    <a:pt x="58" y="23"/>
                  </a:moveTo>
                  <a:cubicBezTo>
                    <a:pt x="59" y="23"/>
                    <a:pt x="59" y="23"/>
                    <a:pt x="59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6" y="19"/>
                    <a:pt x="66" y="18"/>
                    <a:pt x="66" y="17"/>
                  </a:cubicBezTo>
                  <a:cubicBezTo>
                    <a:pt x="65" y="17"/>
                    <a:pt x="65" y="16"/>
                    <a:pt x="64" y="17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57" y="21"/>
                    <a:pt x="57" y="22"/>
                    <a:pt x="57" y="22"/>
                  </a:cubicBezTo>
                  <a:cubicBezTo>
                    <a:pt x="57" y="23"/>
                    <a:pt x="58" y="23"/>
                    <a:pt x="58" y="23"/>
                  </a:cubicBezTo>
                  <a:close/>
                  <a:moveTo>
                    <a:pt x="69" y="33"/>
                  </a:move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0" y="34"/>
                    <a:pt x="60" y="35"/>
                  </a:cubicBezTo>
                  <a:cubicBezTo>
                    <a:pt x="60" y="36"/>
                    <a:pt x="61" y="36"/>
                    <a:pt x="62" y="3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70" y="36"/>
                    <a:pt x="71" y="36"/>
                    <a:pt x="71" y="35"/>
                  </a:cubicBezTo>
                  <a:cubicBezTo>
                    <a:pt x="71" y="34"/>
                    <a:pt x="70" y="33"/>
                    <a:pt x="69" y="33"/>
                  </a:cubicBezTo>
                  <a:close/>
                  <a:moveTo>
                    <a:pt x="13" y="20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6" y="16"/>
                    <a:pt x="5" y="17"/>
                    <a:pt x="5" y="17"/>
                  </a:cubicBezTo>
                  <a:cubicBezTo>
                    <a:pt x="5" y="18"/>
                    <a:pt x="5" y="19"/>
                    <a:pt x="6" y="1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3"/>
                    <a:pt x="13" y="23"/>
                  </a:cubicBezTo>
                  <a:cubicBezTo>
                    <a:pt x="13" y="23"/>
                    <a:pt x="14" y="23"/>
                    <a:pt x="14" y="22"/>
                  </a:cubicBezTo>
                  <a:cubicBezTo>
                    <a:pt x="14" y="22"/>
                    <a:pt x="14" y="21"/>
                    <a:pt x="13" y="20"/>
                  </a:cubicBezTo>
                  <a:close/>
                  <a:moveTo>
                    <a:pt x="55" y="35"/>
                  </a:moveTo>
                  <a:cubicBezTo>
                    <a:pt x="55" y="41"/>
                    <a:pt x="53" y="46"/>
                    <a:pt x="49" y="49"/>
                  </a:cubicBezTo>
                  <a:cubicBezTo>
                    <a:pt x="46" y="53"/>
                    <a:pt x="45" y="56"/>
                    <a:pt x="45" y="58"/>
                  </a:cubicBezTo>
                  <a:cubicBezTo>
                    <a:pt x="45" y="58"/>
                    <a:pt x="46" y="59"/>
                    <a:pt x="46" y="59"/>
                  </a:cubicBezTo>
                  <a:cubicBezTo>
                    <a:pt x="46" y="60"/>
                    <a:pt x="45" y="61"/>
                    <a:pt x="45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6" y="64"/>
                    <a:pt x="45" y="64"/>
                    <a:pt x="45" y="65"/>
                  </a:cubicBezTo>
                  <a:cubicBezTo>
                    <a:pt x="45" y="65"/>
                    <a:pt x="46" y="66"/>
                    <a:pt x="46" y="66"/>
                  </a:cubicBezTo>
                  <a:cubicBezTo>
                    <a:pt x="46" y="67"/>
                    <a:pt x="45" y="68"/>
                    <a:pt x="45" y="68"/>
                  </a:cubicBezTo>
                  <a:cubicBezTo>
                    <a:pt x="45" y="69"/>
                    <a:pt x="46" y="69"/>
                    <a:pt x="46" y="70"/>
                  </a:cubicBezTo>
                  <a:cubicBezTo>
                    <a:pt x="46" y="71"/>
                    <a:pt x="44" y="72"/>
                    <a:pt x="42" y="73"/>
                  </a:cubicBezTo>
                  <a:cubicBezTo>
                    <a:pt x="42" y="73"/>
                    <a:pt x="43" y="73"/>
                    <a:pt x="43" y="73"/>
                  </a:cubicBezTo>
                  <a:cubicBezTo>
                    <a:pt x="43" y="75"/>
                    <a:pt x="41" y="76"/>
                    <a:pt x="38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0" y="76"/>
                    <a:pt x="28" y="75"/>
                    <a:pt x="28" y="73"/>
                  </a:cubicBezTo>
                  <a:cubicBezTo>
                    <a:pt x="28" y="73"/>
                    <a:pt x="29" y="73"/>
                    <a:pt x="29" y="73"/>
                  </a:cubicBezTo>
                  <a:cubicBezTo>
                    <a:pt x="27" y="72"/>
                    <a:pt x="25" y="71"/>
                    <a:pt x="25" y="70"/>
                  </a:cubicBezTo>
                  <a:cubicBezTo>
                    <a:pt x="25" y="69"/>
                    <a:pt x="26" y="69"/>
                    <a:pt x="26" y="68"/>
                  </a:cubicBezTo>
                  <a:cubicBezTo>
                    <a:pt x="26" y="68"/>
                    <a:pt x="25" y="67"/>
                    <a:pt x="25" y="66"/>
                  </a:cubicBezTo>
                  <a:cubicBezTo>
                    <a:pt x="25" y="66"/>
                    <a:pt x="26" y="65"/>
                    <a:pt x="26" y="65"/>
                  </a:cubicBezTo>
                  <a:cubicBezTo>
                    <a:pt x="26" y="64"/>
                    <a:pt x="25" y="64"/>
                    <a:pt x="25" y="63"/>
                  </a:cubicBezTo>
                  <a:cubicBezTo>
                    <a:pt x="25" y="62"/>
                    <a:pt x="26" y="62"/>
                    <a:pt x="26" y="61"/>
                  </a:cubicBezTo>
                  <a:cubicBezTo>
                    <a:pt x="26" y="61"/>
                    <a:pt x="25" y="60"/>
                    <a:pt x="25" y="59"/>
                  </a:cubicBezTo>
                  <a:cubicBezTo>
                    <a:pt x="25" y="59"/>
                    <a:pt x="26" y="58"/>
                    <a:pt x="26" y="58"/>
                  </a:cubicBezTo>
                  <a:cubicBezTo>
                    <a:pt x="26" y="56"/>
                    <a:pt x="25" y="53"/>
                    <a:pt x="22" y="49"/>
                  </a:cubicBezTo>
                  <a:cubicBezTo>
                    <a:pt x="18" y="46"/>
                    <a:pt x="16" y="41"/>
                    <a:pt x="16" y="35"/>
                  </a:cubicBezTo>
                  <a:cubicBezTo>
                    <a:pt x="16" y="24"/>
                    <a:pt x="25" y="16"/>
                    <a:pt x="35" y="16"/>
                  </a:cubicBezTo>
                  <a:cubicBezTo>
                    <a:pt x="46" y="16"/>
                    <a:pt x="55" y="24"/>
                    <a:pt x="55" y="35"/>
                  </a:cubicBezTo>
                  <a:close/>
                  <a:moveTo>
                    <a:pt x="41" y="73"/>
                  </a:moveTo>
                  <a:cubicBezTo>
                    <a:pt x="40" y="73"/>
                    <a:pt x="40" y="73"/>
                    <a:pt x="38" y="73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1" y="73"/>
                    <a:pt x="30" y="73"/>
                    <a:pt x="30" y="73"/>
                  </a:cubicBezTo>
                  <a:cubicBezTo>
                    <a:pt x="30" y="74"/>
                    <a:pt x="31" y="74"/>
                    <a:pt x="33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40" y="74"/>
                    <a:pt x="40" y="74"/>
                    <a:pt x="41" y="73"/>
                  </a:cubicBezTo>
                  <a:close/>
                  <a:moveTo>
                    <a:pt x="44" y="70"/>
                  </a:moveTo>
                  <a:cubicBezTo>
                    <a:pt x="44" y="70"/>
                    <a:pt x="43" y="69"/>
                    <a:pt x="41" y="6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8" y="69"/>
                    <a:pt x="27" y="70"/>
                    <a:pt x="27" y="70"/>
                  </a:cubicBezTo>
                  <a:cubicBezTo>
                    <a:pt x="27" y="70"/>
                    <a:pt x="28" y="71"/>
                    <a:pt x="30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43" y="71"/>
                    <a:pt x="44" y="70"/>
                    <a:pt x="44" y="70"/>
                  </a:cubicBezTo>
                  <a:close/>
                  <a:moveTo>
                    <a:pt x="44" y="66"/>
                  </a:moveTo>
                  <a:cubicBezTo>
                    <a:pt x="44" y="66"/>
                    <a:pt x="43" y="66"/>
                    <a:pt x="41" y="66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28" y="66"/>
                    <a:pt x="27" y="66"/>
                    <a:pt x="27" y="66"/>
                  </a:cubicBezTo>
                  <a:cubicBezTo>
                    <a:pt x="27" y="67"/>
                    <a:pt x="28" y="67"/>
                    <a:pt x="30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3" y="67"/>
                    <a:pt x="44" y="67"/>
                    <a:pt x="44" y="66"/>
                  </a:cubicBezTo>
                  <a:close/>
                  <a:moveTo>
                    <a:pt x="44" y="63"/>
                  </a:moveTo>
                  <a:cubicBezTo>
                    <a:pt x="44" y="63"/>
                    <a:pt x="43" y="62"/>
                    <a:pt x="41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28" y="62"/>
                    <a:pt x="27" y="63"/>
                    <a:pt x="27" y="63"/>
                  </a:cubicBezTo>
                  <a:cubicBezTo>
                    <a:pt x="27" y="63"/>
                    <a:pt x="28" y="64"/>
                    <a:pt x="30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3" y="64"/>
                    <a:pt x="44" y="63"/>
                    <a:pt x="44" y="63"/>
                  </a:cubicBezTo>
                  <a:close/>
                  <a:moveTo>
                    <a:pt x="44" y="59"/>
                  </a:moveTo>
                  <a:cubicBezTo>
                    <a:pt x="44" y="59"/>
                    <a:pt x="43" y="59"/>
                    <a:pt x="43" y="5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60"/>
                    <a:pt x="28" y="60"/>
                    <a:pt x="30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3" y="60"/>
                    <a:pt x="44" y="60"/>
                    <a:pt x="44" y="59"/>
                  </a:cubicBezTo>
                  <a:close/>
                  <a:moveTo>
                    <a:pt x="52" y="35"/>
                  </a:moveTo>
                  <a:cubicBezTo>
                    <a:pt x="52" y="26"/>
                    <a:pt x="45" y="19"/>
                    <a:pt x="35" y="19"/>
                  </a:cubicBezTo>
                  <a:cubicBezTo>
                    <a:pt x="26" y="19"/>
                    <a:pt x="19" y="26"/>
                    <a:pt x="19" y="35"/>
                  </a:cubicBezTo>
                  <a:cubicBezTo>
                    <a:pt x="19" y="40"/>
                    <a:pt x="21" y="44"/>
                    <a:pt x="24" y="47"/>
                  </a:cubicBezTo>
                  <a:cubicBezTo>
                    <a:pt x="27" y="50"/>
                    <a:pt x="28" y="53"/>
                    <a:pt x="29" y="56"/>
                  </a:cubicBezTo>
                  <a:cubicBezTo>
                    <a:pt x="31" y="56"/>
                    <a:pt x="31" y="56"/>
                    <a:pt x="31" y="56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8"/>
                    <a:pt x="29" y="38"/>
                    <a:pt x="29" y="38"/>
                  </a:cubicBezTo>
                  <a:cubicBezTo>
                    <a:pt x="30" y="38"/>
                    <a:pt x="30" y="38"/>
                    <a:pt x="30" y="39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2" y="38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3" y="53"/>
                    <a:pt x="44" y="50"/>
                    <a:pt x="47" y="47"/>
                  </a:cubicBezTo>
                  <a:cubicBezTo>
                    <a:pt x="50" y="44"/>
                    <a:pt x="52" y="40"/>
                    <a:pt x="52" y="35"/>
                  </a:cubicBezTo>
                  <a:close/>
                  <a:moveTo>
                    <a:pt x="65" y="50"/>
                  </a:moveTo>
                  <a:cubicBezTo>
                    <a:pt x="59" y="47"/>
                    <a:pt x="59" y="47"/>
                    <a:pt x="59" y="47"/>
                  </a:cubicBezTo>
                  <a:cubicBezTo>
                    <a:pt x="58" y="47"/>
                    <a:pt x="58" y="47"/>
                    <a:pt x="57" y="47"/>
                  </a:cubicBezTo>
                  <a:cubicBezTo>
                    <a:pt x="57" y="48"/>
                    <a:pt x="57" y="49"/>
                    <a:pt x="58" y="50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4" y="53"/>
                    <a:pt x="64" y="53"/>
                    <a:pt x="65" y="53"/>
                  </a:cubicBezTo>
                  <a:cubicBezTo>
                    <a:pt x="65" y="53"/>
                    <a:pt x="66" y="53"/>
                    <a:pt x="66" y="53"/>
                  </a:cubicBezTo>
                  <a:cubicBezTo>
                    <a:pt x="66" y="52"/>
                    <a:pt x="66" y="51"/>
                    <a:pt x="65" y="50"/>
                  </a:cubicBezTo>
                  <a:close/>
                  <a:moveTo>
                    <a:pt x="23" y="57"/>
                  </a:moveTo>
                  <a:cubicBezTo>
                    <a:pt x="22" y="56"/>
                    <a:pt x="21" y="56"/>
                    <a:pt x="21" y="57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4"/>
                    <a:pt x="17" y="65"/>
                    <a:pt x="18" y="65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19" y="66"/>
                    <a:pt x="20" y="65"/>
                    <a:pt x="20" y="65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8"/>
                    <a:pt x="24" y="57"/>
                    <a:pt x="23" y="57"/>
                  </a:cubicBezTo>
                  <a:close/>
                  <a:moveTo>
                    <a:pt x="50" y="57"/>
                  </a:moveTo>
                  <a:cubicBezTo>
                    <a:pt x="50" y="56"/>
                    <a:pt x="49" y="56"/>
                    <a:pt x="48" y="57"/>
                  </a:cubicBezTo>
                  <a:cubicBezTo>
                    <a:pt x="47" y="57"/>
                    <a:pt x="47" y="58"/>
                    <a:pt x="47" y="59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5"/>
                    <a:pt x="52" y="66"/>
                    <a:pt x="52" y="66"/>
                  </a:cubicBezTo>
                  <a:cubicBezTo>
                    <a:pt x="53" y="66"/>
                    <a:pt x="53" y="66"/>
                    <a:pt x="53" y="65"/>
                  </a:cubicBezTo>
                  <a:cubicBezTo>
                    <a:pt x="54" y="65"/>
                    <a:pt x="54" y="64"/>
                    <a:pt x="54" y="63"/>
                  </a:cubicBezTo>
                  <a:lnTo>
                    <a:pt x="50" y="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B7E65292-BC4B-4F31-AEC0-8D7D3CABB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881" y="3330665"/>
              <a:ext cx="235241" cy="217963"/>
            </a:xfrm>
            <a:custGeom>
              <a:avLst/>
              <a:gdLst>
                <a:gd name="T0" fmla="*/ 69 w 75"/>
                <a:gd name="T1" fmla="*/ 35 h 67"/>
                <a:gd name="T2" fmla="*/ 67 w 75"/>
                <a:gd name="T3" fmla="*/ 35 h 67"/>
                <a:gd name="T4" fmla="*/ 56 w 75"/>
                <a:gd name="T5" fmla="*/ 10 h 67"/>
                <a:gd name="T6" fmla="*/ 21 w 75"/>
                <a:gd name="T7" fmla="*/ 7 h 67"/>
                <a:gd name="T8" fmla="*/ 8 w 75"/>
                <a:gd name="T9" fmla="*/ 33 h 67"/>
                <a:gd name="T10" fmla="*/ 6 w 75"/>
                <a:gd name="T11" fmla="*/ 35 h 67"/>
                <a:gd name="T12" fmla="*/ 0 w 75"/>
                <a:gd name="T13" fmla="*/ 48 h 67"/>
                <a:gd name="T14" fmla="*/ 6 w 75"/>
                <a:gd name="T15" fmla="*/ 61 h 67"/>
                <a:gd name="T16" fmla="*/ 17 w 75"/>
                <a:gd name="T17" fmla="*/ 59 h 67"/>
                <a:gd name="T18" fmla="*/ 15 w 75"/>
                <a:gd name="T19" fmla="*/ 35 h 67"/>
                <a:gd name="T20" fmla="*/ 12 w 75"/>
                <a:gd name="T21" fmla="*/ 33 h 67"/>
                <a:gd name="T22" fmla="*/ 23 w 75"/>
                <a:gd name="T23" fmla="*/ 13 h 67"/>
                <a:gd name="T24" fmla="*/ 50 w 75"/>
                <a:gd name="T25" fmla="*/ 13 h 67"/>
                <a:gd name="T26" fmla="*/ 63 w 75"/>
                <a:gd name="T27" fmla="*/ 33 h 67"/>
                <a:gd name="T28" fmla="*/ 60 w 75"/>
                <a:gd name="T29" fmla="*/ 35 h 67"/>
                <a:gd name="T30" fmla="*/ 58 w 75"/>
                <a:gd name="T31" fmla="*/ 58 h 67"/>
                <a:gd name="T32" fmla="*/ 45 w 75"/>
                <a:gd name="T33" fmla="*/ 64 h 67"/>
                <a:gd name="T34" fmla="*/ 43 w 75"/>
                <a:gd name="T35" fmla="*/ 60 h 67"/>
                <a:gd name="T36" fmla="*/ 35 w 75"/>
                <a:gd name="T37" fmla="*/ 62 h 67"/>
                <a:gd name="T38" fmla="*/ 36 w 75"/>
                <a:gd name="T39" fmla="*/ 67 h 67"/>
                <a:gd name="T40" fmla="*/ 49 w 75"/>
                <a:gd name="T41" fmla="*/ 67 h 67"/>
                <a:gd name="T42" fmla="*/ 59 w 75"/>
                <a:gd name="T43" fmla="*/ 61 h 67"/>
                <a:gd name="T44" fmla="*/ 69 w 75"/>
                <a:gd name="T45" fmla="*/ 61 h 67"/>
                <a:gd name="T46" fmla="*/ 75 w 75"/>
                <a:gd name="T47" fmla="*/ 48 h 67"/>
                <a:gd name="T48" fmla="*/ 5 w 75"/>
                <a:gd name="T49" fmla="*/ 40 h 67"/>
                <a:gd name="T50" fmla="*/ 3 w 75"/>
                <a:gd name="T51" fmla="*/ 48 h 67"/>
                <a:gd name="T52" fmla="*/ 8 w 75"/>
                <a:gd name="T53" fmla="*/ 58 h 67"/>
                <a:gd name="T54" fmla="*/ 14 w 75"/>
                <a:gd name="T55" fmla="*/ 38 h 67"/>
                <a:gd name="T56" fmla="*/ 38 w 75"/>
                <a:gd name="T57" fmla="*/ 64 h 67"/>
                <a:gd name="T58" fmla="*/ 42 w 75"/>
                <a:gd name="T59" fmla="*/ 63 h 67"/>
                <a:gd name="T60" fmla="*/ 38 w 75"/>
                <a:gd name="T61" fmla="*/ 64 h 67"/>
                <a:gd name="T62" fmla="*/ 70 w 75"/>
                <a:gd name="T63" fmla="*/ 56 h 67"/>
                <a:gd name="T64" fmla="*/ 72 w 75"/>
                <a:gd name="T65" fmla="*/ 48 h 67"/>
                <a:gd name="T66" fmla="*/ 67 w 75"/>
                <a:gd name="T67" fmla="*/ 58 h 67"/>
                <a:gd name="T68" fmla="*/ 67 w 75"/>
                <a:gd name="T69" fmla="*/ 56 h 67"/>
                <a:gd name="T70" fmla="*/ 61 w 75"/>
                <a:gd name="T71" fmla="*/ 55 h 67"/>
                <a:gd name="T72" fmla="*/ 67 w 75"/>
                <a:gd name="T73" fmla="*/ 3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" h="67">
                  <a:moveTo>
                    <a:pt x="75" y="48"/>
                  </a:moveTo>
                  <a:cubicBezTo>
                    <a:pt x="75" y="42"/>
                    <a:pt x="73" y="36"/>
                    <a:pt x="69" y="35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23"/>
                    <a:pt x="63" y="15"/>
                    <a:pt x="56" y="10"/>
                  </a:cubicBezTo>
                  <a:cubicBezTo>
                    <a:pt x="56" y="8"/>
                    <a:pt x="55" y="7"/>
                    <a:pt x="54" y="7"/>
                  </a:cubicBezTo>
                  <a:cubicBezTo>
                    <a:pt x="44" y="0"/>
                    <a:pt x="31" y="0"/>
                    <a:pt x="21" y="7"/>
                  </a:cubicBezTo>
                  <a:cubicBezTo>
                    <a:pt x="20" y="7"/>
                    <a:pt x="19" y="8"/>
                    <a:pt x="19" y="10"/>
                  </a:cubicBezTo>
                  <a:cubicBezTo>
                    <a:pt x="12" y="15"/>
                    <a:pt x="8" y="23"/>
                    <a:pt x="8" y="33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" y="36"/>
                    <a:pt x="0" y="42"/>
                    <a:pt x="0" y="48"/>
                  </a:cubicBezTo>
                  <a:cubicBezTo>
                    <a:pt x="0" y="54"/>
                    <a:pt x="2" y="60"/>
                    <a:pt x="6" y="61"/>
                  </a:cubicBezTo>
                  <a:cubicBezTo>
                    <a:pt x="6" y="61"/>
                    <a:pt x="6" y="61"/>
                    <a:pt x="6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1"/>
                    <a:pt x="17" y="60"/>
                    <a:pt x="17" y="5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6" y="35"/>
                    <a:pt x="15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25"/>
                    <a:pt x="16" y="18"/>
                    <a:pt x="22" y="13"/>
                  </a:cubicBezTo>
                  <a:cubicBezTo>
                    <a:pt x="22" y="13"/>
                    <a:pt x="22" y="13"/>
                    <a:pt x="23" y="13"/>
                  </a:cubicBezTo>
                  <a:cubicBezTo>
                    <a:pt x="23" y="13"/>
                    <a:pt x="24" y="13"/>
                    <a:pt x="25" y="13"/>
                  </a:cubicBezTo>
                  <a:cubicBezTo>
                    <a:pt x="32" y="8"/>
                    <a:pt x="43" y="8"/>
                    <a:pt x="50" y="13"/>
                  </a:cubicBezTo>
                  <a:cubicBezTo>
                    <a:pt x="51" y="13"/>
                    <a:pt x="52" y="13"/>
                    <a:pt x="53" y="13"/>
                  </a:cubicBezTo>
                  <a:cubicBezTo>
                    <a:pt x="59" y="18"/>
                    <a:pt x="63" y="25"/>
                    <a:pt x="63" y="33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8" y="36"/>
                    <a:pt x="58" y="3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5" y="61"/>
                    <a:pt x="44" y="60"/>
                    <a:pt x="43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5" y="61"/>
                    <a:pt x="35" y="62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6"/>
                    <a:pt x="36" y="67"/>
                    <a:pt x="36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49" y="67"/>
                    <a:pt x="50" y="67"/>
                    <a:pt x="50" y="67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59" y="61"/>
                    <a:pt x="59" y="61"/>
                    <a:pt x="60" y="61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73" y="60"/>
                    <a:pt x="75" y="54"/>
                    <a:pt x="75" y="48"/>
                  </a:cubicBezTo>
                  <a:close/>
                  <a:moveTo>
                    <a:pt x="3" y="48"/>
                  </a:moveTo>
                  <a:cubicBezTo>
                    <a:pt x="3" y="44"/>
                    <a:pt x="4" y="41"/>
                    <a:pt x="5" y="40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4" y="55"/>
                    <a:pt x="3" y="52"/>
                    <a:pt x="3" y="48"/>
                  </a:cubicBezTo>
                  <a:close/>
                  <a:moveTo>
                    <a:pt x="14" y="58"/>
                  </a:moveTo>
                  <a:cubicBezTo>
                    <a:pt x="8" y="58"/>
                    <a:pt x="8" y="58"/>
                    <a:pt x="8" y="5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58"/>
                  </a:lnTo>
                  <a:close/>
                  <a:moveTo>
                    <a:pt x="38" y="64"/>
                  </a:moveTo>
                  <a:cubicBezTo>
                    <a:pt x="38" y="63"/>
                    <a:pt x="38" y="63"/>
                    <a:pt x="38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2" y="64"/>
                    <a:pt x="42" y="64"/>
                    <a:pt x="42" y="64"/>
                  </a:cubicBezTo>
                  <a:lnTo>
                    <a:pt x="38" y="64"/>
                  </a:lnTo>
                  <a:close/>
                  <a:moveTo>
                    <a:pt x="72" y="48"/>
                  </a:moveTo>
                  <a:cubicBezTo>
                    <a:pt x="72" y="52"/>
                    <a:pt x="71" y="55"/>
                    <a:pt x="70" y="56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1" y="41"/>
                    <a:pt x="72" y="44"/>
                    <a:pt x="72" y="48"/>
                  </a:cubicBezTo>
                  <a:close/>
                  <a:moveTo>
                    <a:pt x="67" y="3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6" y="57"/>
                    <a:pt x="67" y="57"/>
                    <a:pt x="67" y="56"/>
                  </a:cubicBezTo>
                  <a:cubicBezTo>
                    <a:pt x="67" y="54"/>
                    <a:pt x="65" y="53"/>
                    <a:pt x="64" y="53"/>
                  </a:cubicBezTo>
                  <a:cubicBezTo>
                    <a:pt x="62" y="53"/>
                    <a:pt x="61" y="54"/>
                    <a:pt x="61" y="55"/>
                  </a:cubicBezTo>
                  <a:cubicBezTo>
                    <a:pt x="61" y="38"/>
                    <a:pt x="61" y="38"/>
                    <a:pt x="61" y="38"/>
                  </a:cubicBezTo>
                  <a:lnTo>
                    <a:pt x="67" y="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6A99A745-1C33-473B-8A5C-3A627E54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7553" y="4022483"/>
              <a:ext cx="204673" cy="244545"/>
            </a:xfrm>
            <a:custGeom>
              <a:avLst/>
              <a:gdLst>
                <a:gd name="T0" fmla="*/ 65 w 65"/>
                <a:gd name="T1" fmla="*/ 3 h 75"/>
                <a:gd name="T2" fmla="*/ 65 w 65"/>
                <a:gd name="T3" fmla="*/ 1 h 75"/>
                <a:gd name="T4" fmla="*/ 64 w 65"/>
                <a:gd name="T5" fmla="*/ 0 h 75"/>
                <a:gd name="T6" fmla="*/ 1 w 65"/>
                <a:gd name="T7" fmla="*/ 0 h 75"/>
                <a:gd name="T8" fmla="*/ 0 w 65"/>
                <a:gd name="T9" fmla="*/ 1 h 75"/>
                <a:gd name="T10" fmla="*/ 0 w 65"/>
                <a:gd name="T11" fmla="*/ 3 h 75"/>
                <a:gd name="T12" fmla="*/ 1 w 65"/>
                <a:gd name="T13" fmla="*/ 4 h 75"/>
                <a:gd name="T14" fmla="*/ 1 w 65"/>
                <a:gd name="T15" fmla="*/ 48 h 75"/>
                <a:gd name="T16" fmla="*/ 0 w 65"/>
                <a:gd name="T17" fmla="*/ 49 h 75"/>
                <a:gd name="T18" fmla="*/ 0 w 65"/>
                <a:gd name="T19" fmla="*/ 52 h 75"/>
                <a:gd name="T20" fmla="*/ 1 w 65"/>
                <a:gd name="T21" fmla="*/ 53 h 75"/>
                <a:gd name="T22" fmla="*/ 26 w 65"/>
                <a:gd name="T23" fmla="*/ 53 h 75"/>
                <a:gd name="T24" fmla="*/ 16 w 65"/>
                <a:gd name="T25" fmla="*/ 73 h 75"/>
                <a:gd name="T26" fmla="*/ 17 w 65"/>
                <a:gd name="T27" fmla="*/ 75 h 75"/>
                <a:gd name="T28" fmla="*/ 18 w 65"/>
                <a:gd name="T29" fmla="*/ 75 h 75"/>
                <a:gd name="T30" fmla="*/ 19 w 65"/>
                <a:gd name="T31" fmla="*/ 74 h 75"/>
                <a:gd name="T32" fmla="*/ 29 w 65"/>
                <a:gd name="T33" fmla="*/ 53 h 75"/>
                <a:gd name="T34" fmla="*/ 37 w 65"/>
                <a:gd name="T35" fmla="*/ 53 h 75"/>
                <a:gd name="T36" fmla="*/ 46 w 65"/>
                <a:gd name="T37" fmla="*/ 74 h 75"/>
                <a:gd name="T38" fmla="*/ 48 w 65"/>
                <a:gd name="T39" fmla="*/ 75 h 75"/>
                <a:gd name="T40" fmla="*/ 48 w 65"/>
                <a:gd name="T41" fmla="*/ 75 h 75"/>
                <a:gd name="T42" fmla="*/ 49 w 65"/>
                <a:gd name="T43" fmla="*/ 73 h 75"/>
                <a:gd name="T44" fmla="*/ 40 w 65"/>
                <a:gd name="T45" fmla="*/ 53 h 75"/>
                <a:gd name="T46" fmla="*/ 64 w 65"/>
                <a:gd name="T47" fmla="*/ 53 h 75"/>
                <a:gd name="T48" fmla="*/ 65 w 65"/>
                <a:gd name="T49" fmla="*/ 52 h 75"/>
                <a:gd name="T50" fmla="*/ 65 w 65"/>
                <a:gd name="T51" fmla="*/ 49 h 75"/>
                <a:gd name="T52" fmla="*/ 65 w 65"/>
                <a:gd name="T53" fmla="*/ 48 h 75"/>
                <a:gd name="T54" fmla="*/ 65 w 65"/>
                <a:gd name="T55" fmla="*/ 4 h 75"/>
                <a:gd name="T56" fmla="*/ 65 w 65"/>
                <a:gd name="T57" fmla="*/ 3 h 75"/>
                <a:gd name="T58" fmla="*/ 62 w 65"/>
                <a:gd name="T59" fmla="*/ 48 h 75"/>
                <a:gd name="T60" fmla="*/ 4 w 65"/>
                <a:gd name="T61" fmla="*/ 48 h 75"/>
                <a:gd name="T62" fmla="*/ 4 w 65"/>
                <a:gd name="T63" fmla="*/ 5 h 75"/>
                <a:gd name="T64" fmla="*/ 62 w 65"/>
                <a:gd name="T65" fmla="*/ 5 h 75"/>
                <a:gd name="T66" fmla="*/ 62 w 65"/>
                <a:gd name="T67" fmla="*/ 48 h 75"/>
                <a:gd name="T68" fmla="*/ 46 w 65"/>
                <a:gd name="T69" fmla="*/ 42 h 75"/>
                <a:gd name="T70" fmla="*/ 46 w 65"/>
                <a:gd name="T71" fmla="*/ 13 h 75"/>
                <a:gd name="T72" fmla="*/ 46 w 65"/>
                <a:gd name="T73" fmla="*/ 12 h 75"/>
                <a:gd name="T74" fmla="*/ 56 w 65"/>
                <a:gd name="T75" fmla="*/ 12 h 75"/>
                <a:gd name="T76" fmla="*/ 56 w 65"/>
                <a:gd name="T77" fmla="*/ 13 h 75"/>
                <a:gd name="T78" fmla="*/ 56 w 65"/>
                <a:gd name="T79" fmla="*/ 42 h 75"/>
                <a:gd name="T80" fmla="*/ 56 w 65"/>
                <a:gd name="T81" fmla="*/ 42 h 75"/>
                <a:gd name="T82" fmla="*/ 46 w 65"/>
                <a:gd name="T83" fmla="*/ 42 h 75"/>
                <a:gd name="T84" fmla="*/ 46 w 65"/>
                <a:gd name="T85" fmla="*/ 42 h 75"/>
                <a:gd name="T86" fmla="*/ 27 w 65"/>
                <a:gd name="T87" fmla="*/ 42 h 75"/>
                <a:gd name="T88" fmla="*/ 27 w 65"/>
                <a:gd name="T89" fmla="*/ 21 h 75"/>
                <a:gd name="T90" fmla="*/ 28 w 65"/>
                <a:gd name="T91" fmla="*/ 20 h 75"/>
                <a:gd name="T92" fmla="*/ 38 w 65"/>
                <a:gd name="T93" fmla="*/ 20 h 75"/>
                <a:gd name="T94" fmla="*/ 38 w 65"/>
                <a:gd name="T95" fmla="*/ 21 h 75"/>
                <a:gd name="T96" fmla="*/ 38 w 65"/>
                <a:gd name="T97" fmla="*/ 42 h 75"/>
                <a:gd name="T98" fmla="*/ 38 w 65"/>
                <a:gd name="T99" fmla="*/ 42 h 75"/>
                <a:gd name="T100" fmla="*/ 28 w 65"/>
                <a:gd name="T101" fmla="*/ 42 h 75"/>
                <a:gd name="T102" fmla="*/ 27 w 65"/>
                <a:gd name="T103" fmla="*/ 42 h 75"/>
                <a:gd name="T104" fmla="*/ 9 w 65"/>
                <a:gd name="T105" fmla="*/ 42 h 75"/>
                <a:gd name="T106" fmla="*/ 9 w 65"/>
                <a:gd name="T107" fmla="*/ 28 h 75"/>
                <a:gd name="T108" fmla="*/ 10 w 65"/>
                <a:gd name="T109" fmla="*/ 28 h 75"/>
                <a:gd name="T110" fmla="*/ 20 w 65"/>
                <a:gd name="T111" fmla="*/ 28 h 75"/>
                <a:gd name="T112" fmla="*/ 20 w 65"/>
                <a:gd name="T113" fmla="*/ 28 h 75"/>
                <a:gd name="T114" fmla="*/ 20 w 65"/>
                <a:gd name="T115" fmla="*/ 42 h 75"/>
                <a:gd name="T116" fmla="*/ 20 w 65"/>
                <a:gd name="T117" fmla="*/ 42 h 75"/>
                <a:gd name="T118" fmla="*/ 10 w 65"/>
                <a:gd name="T119" fmla="*/ 42 h 75"/>
                <a:gd name="T120" fmla="*/ 9 w 65"/>
                <a:gd name="T121" fmla="*/ 4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" h="75">
                  <a:moveTo>
                    <a:pt x="65" y="3"/>
                  </a:move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0"/>
                    <a:pt x="6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9"/>
                    <a:pt x="0" y="49"/>
                    <a:pt x="0" y="49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" y="53"/>
                    <a:pt x="1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6" y="74"/>
                    <a:pt x="16" y="75"/>
                    <a:pt x="17" y="75"/>
                  </a:cubicBezTo>
                  <a:cubicBezTo>
                    <a:pt x="17" y="75"/>
                    <a:pt x="18" y="75"/>
                    <a:pt x="18" y="75"/>
                  </a:cubicBezTo>
                  <a:cubicBezTo>
                    <a:pt x="18" y="75"/>
                    <a:pt x="19" y="75"/>
                    <a:pt x="19" y="74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7" y="75"/>
                    <a:pt x="47" y="75"/>
                    <a:pt x="48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5"/>
                    <a:pt x="50" y="74"/>
                    <a:pt x="49" y="7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5" y="53"/>
                    <a:pt x="65" y="52"/>
                    <a:pt x="65" y="52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9"/>
                    <a:pt x="65" y="49"/>
                    <a:pt x="65" y="48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3"/>
                  </a:cubicBezTo>
                  <a:close/>
                  <a:moveTo>
                    <a:pt x="62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2" y="5"/>
                    <a:pt x="62" y="5"/>
                    <a:pt x="62" y="5"/>
                  </a:cubicBezTo>
                  <a:lnTo>
                    <a:pt x="62" y="48"/>
                  </a:lnTo>
                  <a:close/>
                  <a:moveTo>
                    <a:pt x="46" y="42"/>
                  </a:moveTo>
                  <a:cubicBezTo>
                    <a:pt x="46" y="13"/>
                    <a:pt x="46" y="13"/>
                    <a:pt x="46" y="13"/>
                  </a:cubicBezTo>
                  <a:cubicBezTo>
                    <a:pt x="46" y="13"/>
                    <a:pt x="46" y="12"/>
                    <a:pt x="4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6" y="13"/>
                    <a:pt x="56" y="13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lose/>
                  <a:moveTo>
                    <a:pt x="27" y="42"/>
                  </a:move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8" y="20"/>
                    <a:pt x="2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7" y="42"/>
                    <a:pt x="27" y="42"/>
                  </a:cubicBezTo>
                  <a:close/>
                  <a:moveTo>
                    <a:pt x="9" y="42"/>
                  </a:move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88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3">
            <a:extLst>
              <a:ext uri="{FF2B5EF4-FFF2-40B4-BE49-F238E27FC236}">
                <a16:creationId xmlns:a16="http://schemas.microsoft.com/office/drawing/2014/main" id="{F44166F0-0B17-40C5-ACF0-8B66209642D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23392" y="1375266"/>
            <a:ext cx="10849471" cy="4731656"/>
            <a:chOff x="511321" y="1480458"/>
            <a:chExt cx="11102663" cy="4731656"/>
          </a:xfrm>
        </p:grpSpPr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625E9857-5AEF-4290-B7CE-C92746975DC2}"/>
                </a:ext>
              </a:extLst>
            </p:cNvPr>
            <p:cNvSpPr/>
            <p:nvPr/>
          </p:nvSpPr>
          <p:spPr>
            <a:xfrm>
              <a:off x="511321" y="1480458"/>
              <a:ext cx="11102663" cy="4731656"/>
            </a:xfrm>
            <a:prstGeom prst="rightArrow">
              <a:avLst>
                <a:gd name="adj1" fmla="val 72347"/>
                <a:gd name="adj2" fmla="val 46463"/>
              </a:avLst>
            </a:prstGeom>
            <a:gradFill flip="none" rotWithShape="1">
              <a:gsLst>
                <a:gs pos="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lumMod val="91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7E1751C3-AE28-4026-8727-B8CE811BD0EE}"/>
                </a:ext>
              </a:extLst>
            </p:cNvPr>
            <p:cNvSpPr/>
            <p:nvPr/>
          </p:nvSpPr>
          <p:spPr>
            <a:xfrm flipH="1">
              <a:off x="1728375" y="2213843"/>
              <a:ext cx="1627092" cy="590292"/>
            </a:xfrm>
            <a:prstGeom prst="parallelogram">
              <a:avLst>
                <a:gd name="adj" fmla="val 693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441DAE4F-1170-48F6-9062-6503AEC8F4C4}"/>
                </a:ext>
              </a:extLst>
            </p:cNvPr>
            <p:cNvSpPr/>
            <p:nvPr/>
          </p:nvSpPr>
          <p:spPr>
            <a:xfrm flipH="1">
              <a:off x="4302376" y="2213843"/>
              <a:ext cx="1627092" cy="590292"/>
            </a:xfrm>
            <a:prstGeom prst="parallelogram">
              <a:avLst>
                <a:gd name="adj" fmla="val 6618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2AE40A82-186D-40D3-AB5A-2CA16C5D5E7E}"/>
                </a:ext>
              </a:extLst>
            </p:cNvPr>
            <p:cNvSpPr/>
            <p:nvPr/>
          </p:nvSpPr>
          <p:spPr>
            <a:xfrm flipH="1">
              <a:off x="6997707" y="2213843"/>
              <a:ext cx="1627092" cy="590292"/>
            </a:xfrm>
            <a:prstGeom prst="parallelogram">
              <a:avLst>
                <a:gd name="adj" fmla="val 69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75D1BE8E-0D94-4F20-B110-21E03371B744}"/>
                </a:ext>
              </a:extLst>
            </p:cNvPr>
            <p:cNvSpPr/>
            <p:nvPr/>
          </p:nvSpPr>
          <p:spPr>
            <a:xfrm flipH="1" flipV="1">
              <a:off x="1728375" y="4845975"/>
              <a:ext cx="1627092" cy="590292"/>
            </a:xfrm>
            <a:prstGeom prst="parallelogram">
              <a:avLst>
                <a:gd name="adj" fmla="val 693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B19D9B91-8F49-47B2-BED8-B0F75C719DE7}"/>
                </a:ext>
              </a:extLst>
            </p:cNvPr>
            <p:cNvSpPr/>
            <p:nvPr/>
          </p:nvSpPr>
          <p:spPr>
            <a:xfrm flipH="1" flipV="1">
              <a:off x="4302376" y="4845975"/>
              <a:ext cx="1627092" cy="590292"/>
            </a:xfrm>
            <a:prstGeom prst="parallelogram">
              <a:avLst>
                <a:gd name="adj" fmla="val 6618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B8BC8548-5145-483E-8D11-8AB44CFC247B}"/>
                </a:ext>
              </a:extLst>
            </p:cNvPr>
            <p:cNvSpPr/>
            <p:nvPr/>
          </p:nvSpPr>
          <p:spPr>
            <a:xfrm flipH="1" flipV="1">
              <a:off x="6997707" y="4845975"/>
              <a:ext cx="1627092" cy="590292"/>
            </a:xfrm>
            <a:prstGeom prst="parallelogram">
              <a:avLst>
                <a:gd name="adj" fmla="val 69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文本框 20">
              <a:extLst>
                <a:ext uri="{FF2B5EF4-FFF2-40B4-BE49-F238E27FC236}">
                  <a16:creationId xmlns:a16="http://schemas.microsoft.com/office/drawing/2014/main" id="{FBE8C60C-3606-4B16-A656-F6D304E20319}"/>
                </a:ext>
              </a:extLst>
            </p:cNvPr>
            <p:cNvSpPr txBox="1"/>
            <p:nvPr/>
          </p:nvSpPr>
          <p:spPr>
            <a:xfrm>
              <a:off x="1597317" y="1666046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1" name="文本框 21">
              <a:extLst>
                <a:ext uri="{FF2B5EF4-FFF2-40B4-BE49-F238E27FC236}">
                  <a16:creationId xmlns:a16="http://schemas.microsoft.com/office/drawing/2014/main" id="{16ED0DFA-8C0E-4666-A26D-1F75E6A485C9}"/>
                </a:ext>
              </a:extLst>
            </p:cNvPr>
            <p:cNvSpPr txBox="1"/>
            <p:nvPr/>
          </p:nvSpPr>
          <p:spPr>
            <a:xfrm>
              <a:off x="1658499" y="5509244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2" name="文本框 22">
              <a:extLst>
                <a:ext uri="{FF2B5EF4-FFF2-40B4-BE49-F238E27FC236}">
                  <a16:creationId xmlns:a16="http://schemas.microsoft.com/office/drawing/2014/main" id="{C073E7FC-62D6-4224-AA32-08BCE8707F74}"/>
                </a:ext>
              </a:extLst>
            </p:cNvPr>
            <p:cNvSpPr txBox="1"/>
            <p:nvPr/>
          </p:nvSpPr>
          <p:spPr>
            <a:xfrm>
              <a:off x="4214327" y="1657160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3" name="文本框 23">
              <a:extLst>
                <a:ext uri="{FF2B5EF4-FFF2-40B4-BE49-F238E27FC236}">
                  <a16:creationId xmlns:a16="http://schemas.microsoft.com/office/drawing/2014/main" id="{03E8AC65-619D-4334-96CD-1BC183DE8785}"/>
                </a:ext>
              </a:extLst>
            </p:cNvPr>
            <p:cNvSpPr txBox="1"/>
            <p:nvPr/>
          </p:nvSpPr>
          <p:spPr>
            <a:xfrm>
              <a:off x="4275509" y="5500358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4" name="文本框 24">
              <a:extLst>
                <a:ext uri="{FF2B5EF4-FFF2-40B4-BE49-F238E27FC236}">
                  <a16:creationId xmlns:a16="http://schemas.microsoft.com/office/drawing/2014/main" id="{C1CE4D41-2230-4BD1-9577-0DA355B25960}"/>
                </a:ext>
              </a:extLst>
            </p:cNvPr>
            <p:cNvSpPr txBox="1"/>
            <p:nvPr/>
          </p:nvSpPr>
          <p:spPr>
            <a:xfrm>
              <a:off x="6903564" y="1666045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5" name="文本框 25">
              <a:extLst>
                <a:ext uri="{FF2B5EF4-FFF2-40B4-BE49-F238E27FC236}">
                  <a16:creationId xmlns:a16="http://schemas.microsoft.com/office/drawing/2014/main" id="{799948B0-3A98-4CF9-8004-0CB280A5DBBD}"/>
                </a:ext>
              </a:extLst>
            </p:cNvPr>
            <p:cNvSpPr txBox="1"/>
            <p:nvPr/>
          </p:nvSpPr>
          <p:spPr>
            <a:xfrm>
              <a:off x="6964746" y="5509243"/>
              <a:ext cx="1444657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9B1D8AB-26B0-421F-9027-78C338A3DEF5}"/>
                </a:ext>
              </a:extLst>
            </p:cNvPr>
            <p:cNvSpPr/>
            <p:nvPr/>
          </p:nvSpPr>
          <p:spPr>
            <a:xfrm>
              <a:off x="1793308" y="2828722"/>
              <a:ext cx="1891721" cy="631649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5E6959D-D6DF-4583-A56F-18940D56AB83}"/>
                </a:ext>
              </a:extLst>
            </p:cNvPr>
            <p:cNvGrpSpPr/>
            <p:nvPr/>
          </p:nvGrpSpPr>
          <p:grpSpPr>
            <a:xfrm>
              <a:off x="4915910" y="4941109"/>
              <a:ext cx="400024" cy="400024"/>
              <a:chOff x="2437300" y="3542332"/>
              <a:chExt cx="400024" cy="400024"/>
            </a:xfrm>
            <a:solidFill>
              <a:schemeClr val="bg2"/>
            </a:solidFill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DA247864-887C-4101-949B-B3FDB75DA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300" y="3542332"/>
                <a:ext cx="400024" cy="400024"/>
              </a:xfrm>
              <a:custGeom>
                <a:avLst/>
                <a:gdLst>
                  <a:gd name="T0" fmla="*/ 83 w 128"/>
                  <a:gd name="T1" fmla="*/ 40 h 128"/>
                  <a:gd name="T2" fmla="*/ 64 w 128"/>
                  <a:gd name="T3" fmla="*/ 0 h 128"/>
                  <a:gd name="T4" fmla="*/ 36 w 128"/>
                  <a:gd name="T5" fmla="*/ 41 h 128"/>
                  <a:gd name="T6" fmla="*/ 32 w 128"/>
                  <a:gd name="T7" fmla="*/ 43 h 128"/>
                  <a:gd name="T8" fmla="*/ 12 w 128"/>
                  <a:gd name="T9" fmla="*/ 40 h 128"/>
                  <a:gd name="T10" fmla="*/ 0 w 128"/>
                  <a:gd name="T11" fmla="*/ 116 h 128"/>
                  <a:gd name="T12" fmla="*/ 24 w 128"/>
                  <a:gd name="T13" fmla="*/ 128 h 128"/>
                  <a:gd name="T14" fmla="*/ 35 w 128"/>
                  <a:gd name="T15" fmla="*/ 121 h 128"/>
                  <a:gd name="T16" fmla="*/ 36 w 128"/>
                  <a:gd name="T17" fmla="*/ 121 h 128"/>
                  <a:gd name="T18" fmla="*/ 76 w 128"/>
                  <a:gd name="T19" fmla="*/ 128 h 128"/>
                  <a:gd name="T20" fmla="*/ 112 w 128"/>
                  <a:gd name="T21" fmla="*/ 120 h 128"/>
                  <a:gd name="T22" fmla="*/ 114 w 128"/>
                  <a:gd name="T23" fmla="*/ 109 h 128"/>
                  <a:gd name="T24" fmla="*/ 121 w 128"/>
                  <a:gd name="T25" fmla="*/ 88 h 128"/>
                  <a:gd name="T26" fmla="*/ 124 w 128"/>
                  <a:gd name="T27" fmla="*/ 67 h 128"/>
                  <a:gd name="T28" fmla="*/ 128 w 128"/>
                  <a:gd name="T29" fmla="*/ 58 h 128"/>
                  <a:gd name="T30" fmla="*/ 117 w 128"/>
                  <a:gd name="T31" fmla="*/ 42 h 128"/>
                  <a:gd name="T32" fmla="*/ 24 w 128"/>
                  <a:gd name="T33" fmla="*/ 120 h 128"/>
                  <a:gd name="T34" fmla="*/ 8 w 128"/>
                  <a:gd name="T35" fmla="*/ 116 h 128"/>
                  <a:gd name="T36" fmla="*/ 12 w 128"/>
                  <a:gd name="T37" fmla="*/ 48 h 128"/>
                  <a:gd name="T38" fmla="*/ 28 w 128"/>
                  <a:gd name="T39" fmla="*/ 52 h 128"/>
                  <a:gd name="T40" fmla="*/ 120 w 128"/>
                  <a:gd name="T41" fmla="*/ 58 h 128"/>
                  <a:gd name="T42" fmla="*/ 104 w 128"/>
                  <a:gd name="T43" fmla="*/ 64 h 128"/>
                  <a:gd name="T44" fmla="*/ 104 w 128"/>
                  <a:gd name="T45" fmla="*/ 68 h 128"/>
                  <a:gd name="T46" fmla="*/ 118 w 128"/>
                  <a:gd name="T47" fmla="*/ 75 h 128"/>
                  <a:gd name="T48" fmla="*/ 100 w 128"/>
                  <a:gd name="T49" fmla="*/ 84 h 128"/>
                  <a:gd name="T50" fmla="*/ 100 w 128"/>
                  <a:gd name="T51" fmla="*/ 88 h 128"/>
                  <a:gd name="T52" fmla="*/ 113 w 128"/>
                  <a:gd name="T53" fmla="*/ 96 h 128"/>
                  <a:gd name="T54" fmla="*/ 96 w 128"/>
                  <a:gd name="T55" fmla="*/ 104 h 128"/>
                  <a:gd name="T56" fmla="*/ 96 w 128"/>
                  <a:gd name="T57" fmla="*/ 108 h 128"/>
                  <a:gd name="T58" fmla="*/ 106 w 128"/>
                  <a:gd name="T59" fmla="*/ 114 h 128"/>
                  <a:gd name="T60" fmla="*/ 98 w 128"/>
                  <a:gd name="T61" fmla="*/ 120 h 128"/>
                  <a:gd name="T62" fmla="*/ 54 w 128"/>
                  <a:gd name="T63" fmla="*/ 117 h 128"/>
                  <a:gd name="T64" fmla="*/ 32 w 128"/>
                  <a:gd name="T65" fmla="*/ 110 h 128"/>
                  <a:gd name="T66" fmla="*/ 35 w 128"/>
                  <a:gd name="T67" fmla="*/ 50 h 128"/>
                  <a:gd name="T68" fmla="*/ 60 w 128"/>
                  <a:gd name="T69" fmla="*/ 12 h 128"/>
                  <a:gd name="T70" fmla="*/ 76 w 128"/>
                  <a:gd name="T71" fmla="*/ 27 h 128"/>
                  <a:gd name="T72" fmla="*/ 115 w 128"/>
                  <a:gd name="T73" fmla="*/ 50 h 128"/>
                  <a:gd name="T74" fmla="*/ 120 w 128"/>
                  <a:gd name="T75" fmla="*/ 5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8" h="128">
                    <a:moveTo>
                      <a:pt x="117" y="42"/>
                    </a:moveTo>
                    <a:cubicBezTo>
                      <a:pt x="112" y="41"/>
                      <a:pt x="100" y="41"/>
                      <a:pt x="83" y="40"/>
                    </a:cubicBezTo>
                    <a:cubicBezTo>
                      <a:pt x="84" y="36"/>
                      <a:pt x="84" y="33"/>
                      <a:pt x="84" y="27"/>
                    </a:cubicBezTo>
                    <a:cubicBezTo>
                      <a:pt x="84" y="13"/>
                      <a:pt x="73" y="0"/>
                      <a:pt x="64" y="0"/>
                    </a:cubicBezTo>
                    <a:cubicBezTo>
                      <a:pt x="57" y="0"/>
                      <a:pt x="52" y="5"/>
                      <a:pt x="52" y="12"/>
                    </a:cubicBezTo>
                    <a:cubicBezTo>
                      <a:pt x="52" y="20"/>
                      <a:pt x="49" y="34"/>
                      <a:pt x="36" y="41"/>
                    </a:cubicBezTo>
                    <a:cubicBezTo>
                      <a:pt x="35" y="41"/>
                      <a:pt x="32" y="43"/>
                      <a:pt x="32" y="4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0" y="41"/>
                      <a:pt x="27" y="40"/>
                      <a:pt x="24" y="40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5" y="40"/>
                      <a:pt x="0" y="45"/>
                      <a:pt x="0" y="52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23"/>
                      <a:pt x="5" y="128"/>
                      <a:pt x="12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9" y="128"/>
                      <a:pt x="33" y="125"/>
                      <a:pt x="35" y="121"/>
                    </a:cubicBezTo>
                    <a:cubicBezTo>
                      <a:pt x="35" y="121"/>
                      <a:pt x="35" y="121"/>
                      <a:pt x="35" y="121"/>
                    </a:cubicBezTo>
                    <a:cubicBezTo>
                      <a:pt x="35" y="121"/>
                      <a:pt x="35" y="121"/>
                      <a:pt x="36" y="121"/>
                    </a:cubicBezTo>
                    <a:cubicBezTo>
                      <a:pt x="36" y="121"/>
                      <a:pt x="36" y="121"/>
                      <a:pt x="36" y="121"/>
                    </a:cubicBezTo>
                    <a:cubicBezTo>
                      <a:pt x="38" y="122"/>
                      <a:pt x="43" y="123"/>
                      <a:pt x="52" y="125"/>
                    </a:cubicBezTo>
                    <a:cubicBezTo>
                      <a:pt x="54" y="126"/>
                      <a:pt x="65" y="128"/>
                      <a:pt x="76" y="128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105" y="128"/>
                      <a:pt x="109" y="125"/>
                      <a:pt x="112" y="120"/>
                    </a:cubicBezTo>
                    <a:cubicBezTo>
                      <a:pt x="112" y="120"/>
                      <a:pt x="113" y="118"/>
                      <a:pt x="114" y="116"/>
                    </a:cubicBezTo>
                    <a:cubicBezTo>
                      <a:pt x="115" y="114"/>
                      <a:pt x="115" y="112"/>
                      <a:pt x="114" y="109"/>
                    </a:cubicBezTo>
                    <a:cubicBezTo>
                      <a:pt x="118" y="106"/>
                      <a:pt x="120" y="102"/>
                      <a:pt x="121" y="99"/>
                    </a:cubicBezTo>
                    <a:cubicBezTo>
                      <a:pt x="122" y="94"/>
                      <a:pt x="122" y="90"/>
                      <a:pt x="121" y="88"/>
                    </a:cubicBezTo>
                    <a:cubicBezTo>
                      <a:pt x="123" y="85"/>
                      <a:pt x="125" y="82"/>
                      <a:pt x="126" y="77"/>
                    </a:cubicBezTo>
                    <a:cubicBezTo>
                      <a:pt x="127" y="73"/>
                      <a:pt x="126" y="70"/>
                      <a:pt x="124" y="67"/>
                    </a:cubicBezTo>
                    <a:cubicBezTo>
                      <a:pt x="127" y="65"/>
                      <a:pt x="128" y="61"/>
                      <a:pt x="128" y="58"/>
                    </a:cubicBezTo>
                    <a:cubicBezTo>
                      <a:pt x="128" y="58"/>
                      <a:pt x="128" y="58"/>
                      <a:pt x="128" y="58"/>
                    </a:cubicBezTo>
                    <a:cubicBezTo>
                      <a:pt x="128" y="57"/>
                      <a:pt x="128" y="57"/>
                      <a:pt x="128" y="56"/>
                    </a:cubicBezTo>
                    <a:cubicBezTo>
                      <a:pt x="128" y="51"/>
                      <a:pt x="125" y="44"/>
                      <a:pt x="117" y="42"/>
                    </a:cubicBezTo>
                    <a:close/>
                    <a:moveTo>
                      <a:pt x="28" y="116"/>
                    </a:moveTo>
                    <a:cubicBezTo>
                      <a:pt x="28" y="118"/>
                      <a:pt x="26" y="120"/>
                      <a:pt x="24" y="120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0" y="120"/>
                      <a:pt x="8" y="118"/>
                      <a:pt x="8" y="11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0"/>
                      <a:pt x="10" y="48"/>
                      <a:pt x="12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6" y="48"/>
                      <a:pt x="28" y="50"/>
                      <a:pt x="28" y="52"/>
                    </a:cubicBezTo>
                    <a:lnTo>
                      <a:pt x="28" y="116"/>
                    </a:lnTo>
                    <a:close/>
                    <a:moveTo>
                      <a:pt x="120" y="58"/>
                    </a:moveTo>
                    <a:cubicBezTo>
                      <a:pt x="120" y="60"/>
                      <a:pt x="119" y="64"/>
                      <a:pt x="112" y="64"/>
                    </a:cubicBezTo>
                    <a:cubicBezTo>
                      <a:pt x="106" y="64"/>
                      <a:pt x="104" y="64"/>
                      <a:pt x="104" y="64"/>
                    </a:cubicBezTo>
                    <a:cubicBezTo>
                      <a:pt x="103" y="64"/>
                      <a:pt x="102" y="65"/>
                      <a:pt x="102" y="66"/>
                    </a:cubicBezTo>
                    <a:cubicBezTo>
                      <a:pt x="102" y="67"/>
                      <a:pt x="103" y="68"/>
                      <a:pt x="104" y="68"/>
                    </a:cubicBezTo>
                    <a:cubicBezTo>
                      <a:pt x="104" y="68"/>
                      <a:pt x="106" y="68"/>
                      <a:pt x="112" y="68"/>
                    </a:cubicBezTo>
                    <a:cubicBezTo>
                      <a:pt x="118" y="68"/>
                      <a:pt x="119" y="73"/>
                      <a:pt x="118" y="75"/>
                    </a:cubicBezTo>
                    <a:cubicBezTo>
                      <a:pt x="118" y="78"/>
                      <a:pt x="116" y="84"/>
                      <a:pt x="110" y="84"/>
                    </a:cubicBezTo>
                    <a:cubicBezTo>
                      <a:pt x="103" y="84"/>
                      <a:pt x="100" y="84"/>
                      <a:pt x="100" y="84"/>
                    </a:cubicBezTo>
                    <a:cubicBezTo>
                      <a:pt x="99" y="84"/>
                      <a:pt x="98" y="85"/>
                      <a:pt x="98" y="86"/>
                    </a:cubicBezTo>
                    <a:cubicBezTo>
                      <a:pt x="98" y="87"/>
                      <a:pt x="99" y="88"/>
                      <a:pt x="100" y="88"/>
                    </a:cubicBezTo>
                    <a:cubicBezTo>
                      <a:pt x="100" y="88"/>
                      <a:pt x="105" y="88"/>
                      <a:pt x="108" y="88"/>
                    </a:cubicBezTo>
                    <a:cubicBezTo>
                      <a:pt x="115" y="88"/>
                      <a:pt x="114" y="93"/>
                      <a:pt x="113" y="96"/>
                    </a:cubicBezTo>
                    <a:cubicBezTo>
                      <a:pt x="112" y="100"/>
                      <a:pt x="111" y="104"/>
                      <a:pt x="103" y="104"/>
                    </a:cubicBezTo>
                    <a:cubicBezTo>
                      <a:pt x="100" y="104"/>
                      <a:pt x="96" y="104"/>
                      <a:pt x="96" y="104"/>
                    </a:cubicBezTo>
                    <a:cubicBezTo>
                      <a:pt x="95" y="104"/>
                      <a:pt x="94" y="105"/>
                      <a:pt x="94" y="106"/>
                    </a:cubicBezTo>
                    <a:cubicBezTo>
                      <a:pt x="94" y="107"/>
                      <a:pt x="95" y="108"/>
                      <a:pt x="96" y="108"/>
                    </a:cubicBezTo>
                    <a:cubicBezTo>
                      <a:pt x="96" y="108"/>
                      <a:pt x="99" y="108"/>
                      <a:pt x="102" y="108"/>
                    </a:cubicBezTo>
                    <a:cubicBezTo>
                      <a:pt x="107" y="108"/>
                      <a:pt x="107" y="112"/>
                      <a:pt x="106" y="114"/>
                    </a:cubicBezTo>
                    <a:cubicBezTo>
                      <a:pt x="106" y="115"/>
                      <a:pt x="105" y="116"/>
                      <a:pt x="105" y="117"/>
                    </a:cubicBezTo>
                    <a:cubicBezTo>
                      <a:pt x="104" y="119"/>
                      <a:pt x="102" y="120"/>
                      <a:pt x="98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65" y="120"/>
                      <a:pt x="54" y="118"/>
                      <a:pt x="54" y="117"/>
                    </a:cubicBezTo>
                    <a:cubicBezTo>
                      <a:pt x="37" y="114"/>
                      <a:pt x="36" y="113"/>
                      <a:pt x="35" y="113"/>
                    </a:cubicBezTo>
                    <a:cubicBezTo>
                      <a:pt x="35" y="113"/>
                      <a:pt x="32" y="112"/>
                      <a:pt x="32" y="110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52"/>
                      <a:pt x="33" y="51"/>
                      <a:pt x="35" y="50"/>
                    </a:cubicBezTo>
                    <a:cubicBezTo>
                      <a:pt x="35" y="50"/>
                      <a:pt x="36" y="50"/>
                      <a:pt x="36" y="50"/>
                    </a:cubicBezTo>
                    <a:cubicBezTo>
                      <a:pt x="54" y="42"/>
                      <a:pt x="60" y="26"/>
                      <a:pt x="60" y="12"/>
                    </a:cubicBezTo>
                    <a:cubicBezTo>
                      <a:pt x="60" y="10"/>
                      <a:pt x="62" y="8"/>
                      <a:pt x="64" y="8"/>
                    </a:cubicBezTo>
                    <a:cubicBezTo>
                      <a:pt x="68" y="8"/>
                      <a:pt x="76" y="16"/>
                      <a:pt x="76" y="27"/>
                    </a:cubicBezTo>
                    <a:cubicBezTo>
                      <a:pt x="76" y="36"/>
                      <a:pt x="75" y="38"/>
                      <a:pt x="72" y="48"/>
                    </a:cubicBezTo>
                    <a:cubicBezTo>
                      <a:pt x="112" y="48"/>
                      <a:pt x="112" y="49"/>
                      <a:pt x="115" y="50"/>
                    </a:cubicBezTo>
                    <a:cubicBezTo>
                      <a:pt x="120" y="51"/>
                      <a:pt x="120" y="54"/>
                      <a:pt x="120" y="56"/>
                    </a:cubicBezTo>
                    <a:cubicBezTo>
                      <a:pt x="120" y="57"/>
                      <a:pt x="120" y="57"/>
                      <a:pt x="1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23FBAAF7-43F8-48E9-9256-F621FC3E4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4265" y="3867103"/>
                <a:ext cx="38287" cy="38287"/>
              </a:xfrm>
              <a:custGeom>
                <a:avLst/>
                <a:gdLst>
                  <a:gd name="T0" fmla="*/ 6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6 h 12"/>
                  <a:gd name="T8" fmla="*/ 6 w 12"/>
                  <a:gd name="T9" fmla="*/ 0 h 12"/>
                  <a:gd name="T10" fmla="*/ 6 w 12"/>
                  <a:gd name="T11" fmla="*/ 8 h 12"/>
                  <a:gd name="T12" fmla="*/ 4 w 12"/>
                  <a:gd name="T13" fmla="*/ 6 h 12"/>
                  <a:gd name="T14" fmla="*/ 6 w 12"/>
                  <a:gd name="T15" fmla="*/ 4 h 12"/>
                  <a:gd name="T16" fmla="*/ 8 w 12"/>
                  <a:gd name="T17" fmla="*/ 6 h 12"/>
                  <a:gd name="T18" fmla="*/ 6 w 12"/>
                  <a:gd name="T19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lose/>
                    <a:moveTo>
                      <a:pt x="6" y="8"/>
                    </a:moveTo>
                    <a:cubicBezTo>
                      <a:pt x="5" y="8"/>
                      <a:pt x="4" y="7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7" y="4"/>
                      <a:pt x="8" y="5"/>
                      <a:pt x="8" y="6"/>
                    </a:cubicBezTo>
                    <a:cubicBezTo>
                      <a:pt x="8" y="7"/>
                      <a:pt x="7" y="8"/>
                      <a:pt x="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1BB4E8AD-3F31-4A2C-AB5D-49D792F303CB}"/>
                </a:ext>
              </a:extLst>
            </p:cNvPr>
            <p:cNvGrpSpPr/>
            <p:nvPr/>
          </p:nvGrpSpPr>
          <p:grpSpPr>
            <a:xfrm>
              <a:off x="2341909" y="4966193"/>
              <a:ext cx="400024" cy="349856"/>
              <a:chOff x="2437300" y="2768688"/>
              <a:chExt cx="400024" cy="349856"/>
            </a:xfrm>
            <a:solidFill>
              <a:schemeClr val="bg2"/>
            </a:solidFill>
          </p:grpSpPr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23A61CB6-24D7-4E39-8138-8BA0C0B59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350" y="2830738"/>
                <a:ext cx="143903" cy="93735"/>
              </a:xfrm>
              <a:custGeom>
                <a:avLst/>
                <a:gdLst>
                  <a:gd name="T0" fmla="*/ 44 w 46"/>
                  <a:gd name="T1" fmla="*/ 0 h 30"/>
                  <a:gd name="T2" fmla="*/ 0 w 46"/>
                  <a:gd name="T3" fmla="*/ 28 h 30"/>
                  <a:gd name="T4" fmla="*/ 2 w 46"/>
                  <a:gd name="T5" fmla="*/ 30 h 30"/>
                  <a:gd name="T6" fmla="*/ 4 w 46"/>
                  <a:gd name="T7" fmla="*/ 28 h 30"/>
                  <a:gd name="T8" fmla="*/ 44 w 46"/>
                  <a:gd name="T9" fmla="*/ 4 h 30"/>
                  <a:gd name="T10" fmla="*/ 46 w 46"/>
                  <a:gd name="T11" fmla="*/ 2 h 30"/>
                  <a:gd name="T12" fmla="*/ 44 w 46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30">
                    <a:moveTo>
                      <a:pt x="44" y="0"/>
                    </a:moveTo>
                    <a:cubicBezTo>
                      <a:pt x="20" y="0"/>
                      <a:pt x="0" y="13"/>
                      <a:pt x="0" y="28"/>
                    </a:cubicBezTo>
                    <a:cubicBezTo>
                      <a:pt x="0" y="29"/>
                      <a:pt x="1" y="30"/>
                      <a:pt x="2" y="30"/>
                    </a:cubicBezTo>
                    <a:cubicBezTo>
                      <a:pt x="3" y="30"/>
                      <a:pt x="4" y="29"/>
                      <a:pt x="4" y="28"/>
                    </a:cubicBezTo>
                    <a:cubicBezTo>
                      <a:pt x="4" y="15"/>
                      <a:pt x="23" y="4"/>
                      <a:pt x="44" y="4"/>
                    </a:cubicBezTo>
                    <a:cubicBezTo>
                      <a:pt x="45" y="4"/>
                      <a:pt x="46" y="3"/>
                      <a:pt x="46" y="2"/>
                    </a:cubicBezTo>
                    <a:cubicBezTo>
                      <a:pt x="46" y="1"/>
                      <a:pt x="45" y="0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1BA81515-4D06-4643-818A-893387C98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300" y="2768688"/>
                <a:ext cx="400024" cy="349856"/>
              </a:xfrm>
              <a:custGeom>
                <a:avLst/>
                <a:gdLst>
                  <a:gd name="T0" fmla="*/ 64 w 128"/>
                  <a:gd name="T1" fmla="*/ 0 h 112"/>
                  <a:gd name="T2" fmla="*/ 0 w 128"/>
                  <a:gd name="T3" fmla="*/ 48 h 112"/>
                  <a:gd name="T4" fmla="*/ 28 w 128"/>
                  <a:gd name="T5" fmla="*/ 88 h 112"/>
                  <a:gd name="T6" fmla="*/ 28 w 128"/>
                  <a:gd name="T7" fmla="*/ 88 h 112"/>
                  <a:gd name="T8" fmla="*/ 20 w 128"/>
                  <a:gd name="T9" fmla="*/ 107 h 112"/>
                  <a:gd name="T10" fmla="*/ 20 w 128"/>
                  <a:gd name="T11" fmla="*/ 107 h 112"/>
                  <a:gd name="T12" fmla="*/ 20 w 128"/>
                  <a:gd name="T13" fmla="*/ 108 h 112"/>
                  <a:gd name="T14" fmla="*/ 24 w 128"/>
                  <a:gd name="T15" fmla="*/ 112 h 112"/>
                  <a:gd name="T16" fmla="*/ 25 w 128"/>
                  <a:gd name="T17" fmla="*/ 112 h 112"/>
                  <a:gd name="T18" fmla="*/ 52 w 128"/>
                  <a:gd name="T19" fmla="*/ 95 h 112"/>
                  <a:gd name="T20" fmla="*/ 64 w 128"/>
                  <a:gd name="T21" fmla="*/ 96 h 112"/>
                  <a:gd name="T22" fmla="*/ 128 w 128"/>
                  <a:gd name="T23" fmla="*/ 48 h 112"/>
                  <a:gd name="T24" fmla="*/ 64 w 128"/>
                  <a:gd name="T25" fmla="*/ 0 h 112"/>
                  <a:gd name="T26" fmla="*/ 64 w 128"/>
                  <a:gd name="T27" fmla="*/ 88 h 112"/>
                  <a:gd name="T28" fmla="*/ 53 w 128"/>
                  <a:gd name="T29" fmla="*/ 87 h 112"/>
                  <a:gd name="T30" fmla="*/ 52 w 128"/>
                  <a:gd name="T31" fmla="*/ 87 h 112"/>
                  <a:gd name="T32" fmla="*/ 45 w 128"/>
                  <a:gd name="T33" fmla="*/ 90 h 112"/>
                  <a:gd name="T34" fmla="*/ 33 w 128"/>
                  <a:gd name="T35" fmla="*/ 100 h 112"/>
                  <a:gd name="T36" fmla="*/ 36 w 128"/>
                  <a:gd name="T37" fmla="*/ 88 h 112"/>
                  <a:gd name="T38" fmla="*/ 36 w 128"/>
                  <a:gd name="T39" fmla="*/ 88 h 112"/>
                  <a:gd name="T40" fmla="*/ 32 w 128"/>
                  <a:gd name="T41" fmla="*/ 81 h 112"/>
                  <a:gd name="T42" fmla="*/ 8 w 128"/>
                  <a:gd name="T43" fmla="*/ 48 h 112"/>
                  <a:gd name="T44" fmla="*/ 64 w 128"/>
                  <a:gd name="T45" fmla="*/ 8 h 112"/>
                  <a:gd name="T46" fmla="*/ 120 w 128"/>
                  <a:gd name="T47" fmla="*/ 48 h 112"/>
                  <a:gd name="T48" fmla="*/ 64 w 128"/>
                  <a:gd name="T49" fmla="*/ 8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112">
                    <a:moveTo>
                      <a:pt x="64" y="0"/>
                    </a:moveTo>
                    <a:cubicBezTo>
                      <a:pt x="29" y="0"/>
                      <a:pt x="0" y="21"/>
                      <a:pt x="0" y="48"/>
                    </a:cubicBezTo>
                    <a:cubicBezTo>
                      <a:pt x="0" y="65"/>
                      <a:pt x="11" y="79"/>
                      <a:pt x="28" y="88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95"/>
                      <a:pt x="23" y="103"/>
                      <a:pt x="20" y="107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20" y="107"/>
                      <a:pt x="20" y="108"/>
                      <a:pt x="20" y="108"/>
                    </a:cubicBezTo>
                    <a:cubicBezTo>
                      <a:pt x="20" y="110"/>
                      <a:pt x="22" y="112"/>
                      <a:pt x="24" y="112"/>
                    </a:cubicBezTo>
                    <a:cubicBezTo>
                      <a:pt x="24" y="112"/>
                      <a:pt x="25" y="112"/>
                      <a:pt x="25" y="112"/>
                    </a:cubicBezTo>
                    <a:cubicBezTo>
                      <a:pt x="37" y="110"/>
                      <a:pt x="49" y="98"/>
                      <a:pt x="52" y="95"/>
                    </a:cubicBezTo>
                    <a:cubicBezTo>
                      <a:pt x="56" y="96"/>
                      <a:pt x="60" y="96"/>
                      <a:pt x="64" y="96"/>
                    </a:cubicBezTo>
                    <a:cubicBezTo>
                      <a:pt x="99" y="96"/>
                      <a:pt x="128" y="75"/>
                      <a:pt x="128" y="48"/>
                    </a:cubicBezTo>
                    <a:cubicBezTo>
                      <a:pt x="128" y="21"/>
                      <a:pt x="99" y="0"/>
                      <a:pt x="64" y="0"/>
                    </a:cubicBezTo>
                    <a:close/>
                    <a:moveTo>
                      <a:pt x="64" y="88"/>
                    </a:moveTo>
                    <a:cubicBezTo>
                      <a:pt x="60" y="88"/>
                      <a:pt x="57" y="88"/>
                      <a:pt x="53" y="87"/>
                    </a:cubicBezTo>
                    <a:cubicBezTo>
                      <a:pt x="52" y="87"/>
                      <a:pt x="52" y="87"/>
                      <a:pt x="52" y="87"/>
                    </a:cubicBezTo>
                    <a:cubicBezTo>
                      <a:pt x="49" y="87"/>
                      <a:pt x="47" y="88"/>
                      <a:pt x="45" y="90"/>
                    </a:cubicBezTo>
                    <a:cubicBezTo>
                      <a:pt x="44" y="92"/>
                      <a:pt x="39" y="97"/>
                      <a:pt x="33" y="100"/>
                    </a:cubicBezTo>
                    <a:cubicBezTo>
                      <a:pt x="35" y="97"/>
                      <a:pt x="36" y="93"/>
                      <a:pt x="3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36" y="85"/>
                      <a:pt x="34" y="82"/>
                      <a:pt x="32" y="81"/>
                    </a:cubicBezTo>
                    <a:cubicBezTo>
                      <a:pt x="17" y="73"/>
                      <a:pt x="8" y="61"/>
                      <a:pt x="8" y="48"/>
                    </a:cubicBezTo>
                    <a:cubicBezTo>
                      <a:pt x="8" y="26"/>
                      <a:pt x="33" y="8"/>
                      <a:pt x="64" y="8"/>
                    </a:cubicBezTo>
                    <a:cubicBezTo>
                      <a:pt x="95" y="8"/>
                      <a:pt x="120" y="26"/>
                      <a:pt x="120" y="48"/>
                    </a:cubicBezTo>
                    <a:cubicBezTo>
                      <a:pt x="120" y="70"/>
                      <a:pt x="95" y="88"/>
                      <a:pt x="64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9A6EA245-7B08-4903-8DA3-627EFBE0B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9969" y="2308977"/>
              <a:ext cx="411906" cy="400024"/>
            </a:xfrm>
            <a:custGeom>
              <a:avLst/>
              <a:gdLst>
                <a:gd name="T0" fmla="*/ 94 w 132"/>
                <a:gd name="T1" fmla="*/ 0 h 128"/>
                <a:gd name="T2" fmla="*/ 56 w 132"/>
                <a:gd name="T3" fmla="*/ 27 h 128"/>
                <a:gd name="T4" fmla="*/ 55 w 132"/>
                <a:gd name="T5" fmla="*/ 27 h 128"/>
                <a:gd name="T6" fmla="*/ 14 w 132"/>
                <a:gd name="T7" fmla="*/ 69 h 128"/>
                <a:gd name="T8" fmla="*/ 1 w 132"/>
                <a:gd name="T9" fmla="*/ 110 h 128"/>
                <a:gd name="T10" fmla="*/ 14 w 132"/>
                <a:gd name="T11" fmla="*/ 128 h 128"/>
                <a:gd name="T12" fmla="*/ 53 w 132"/>
                <a:gd name="T13" fmla="*/ 118 h 128"/>
                <a:gd name="T14" fmla="*/ 120 w 132"/>
                <a:gd name="T15" fmla="*/ 53 h 128"/>
                <a:gd name="T16" fmla="*/ 64 w 132"/>
                <a:gd name="T17" fmla="*/ 95 h 128"/>
                <a:gd name="T18" fmla="*/ 99 w 132"/>
                <a:gd name="T19" fmla="*/ 47 h 128"/>
                <a:gd name="T20" fmla="*/ 95 w 132"/>
                <a:gd name="T21" fmla="*/ 67 h 128"/>
                <a:gd name="T22" fmla="*/ 64 w 132"/>
                <a:gd name="T23" fmla="*/ 98 h 128"/>
                <a:gd name="T24" fmla="*/ 59 w 132"/>
                <a:gd name="T25" fmla="*/ 81 h 128"/>
                <a:gd name="T26" fmla="*/ 46 w 132"/>
                <a:gd name="T27" fmla="*/ 68 h 128"/>
                <a:gd name="T28" fmla="*/ 92 w 132"/>
                <a:gd name="T29" fmla="*/ 36 h 128"/>
                <a:gd name="T30" fmla="*/ 59 w 132"/>
                <a:gd name="T31" fmla="*/ 81 h 128"/>
                <a:gd name="T32" fmla="*/ 30 w 132"/>
                <a:gd name="T33" fmla="*/ 64 h 128"/>
                <a:gd name="T34" fmla="*/ 80 w 132"/>
                <a:gd name="T35" fmla="*/ 29 h 128"/>
                <a:gd name="T36" fmla="*/ 17 w 132"/>
                <a:gd name="T37" fmla="*/ 119 h 128"/>
                <a:gd name="T38" fmla="*/ 8 w 132"/>
                <a:gd name="T39" fmla="*/ 114 h 128"/>
                <a:gd name="T40" fmla="*/ 13 w 132"/>
                <a:gd name="T41" fmla="*/ 96 h 128"/>
                <a:gd name="T42" fmla="*/ 32 w 132"/>
                <a:gd name="T43" fmla="*/ 116 h 128"/>
                <a:gd name="T44" fmla="*/ 35 w 132"/>
                <a:gd name="T45" fmla="*/ 115 h 128"/>
                <a:gd name="T46" fmla="*/ 14 w 132"/>
                <a:gd name="T47" fmla="*/ 92 h 128"/>
                <a:gd name="T48" fmla="*/ 19 w 132"/>
                <a:gd name="T49" fmla="*/ 75 h 128"/>
                <a:gd name="T50" fmla="*/ 52 w 132"/>
                <a:gd name="T51" fmla="*/ 110 h 128"/>
                <a:gd name="T52" fmla="*/ 35 w 132"/>
                <a:gd name="T53" fmla="*/ 115 h 128"/>
                <a:gd name="T54" fmla="*/ 108 w 132"/>
                <a:gd name="T55" fmla="*/ 54 h 128"/>
                <a:gd name="T56" fmla="*/ 98 w 132"/>
                <a:gd name="T57" fmla="*/ 30 h 128"/>
                <a:gd name="T58" fmla="*/ 81 w 132"/>
                <a:gd name="T59" fmla="*/ 13 h 128"/>
                <a:gd name="T60" fmla="*/ 112 w 132"/>
                <a:gd name="T61" fmla="*/ 16 h 128"/>
                <a:gd name="T62" fmla="*/ 115 w 132"/>
                <a:gd name="T63" fmla="*/ 4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28">
                  <a:moveTo>
                    <a:pt x="118" y="10"/>
                  </a:moveTo>
                  <a:cubicBezTo>
                    <a:pt x="111" y="4"/>
                    <a:pt x="102" y="0"/>
                    <a:pt x="94" y="0"/>
                  </a:cubicBezTo>
                  <a:cubicBezTo>
                    <a:pt x="87" y="0"/>
                    <a:pt x="80" y="3"/>
                    <a:pt x="75" y="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2" y="71"/>
                    <a:pt x="11" y="73"/>
                    <a:pt x="10" y="76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1" y="110"/>
                    <a:pt x="0" y="113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6" y="128"/>
                    <a:pt x="19" y="127"/>
                    <a:pt x="19" y="127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5" y="118"/>
                    <a:pt x="57" y="116"/>
                    <a:pt x="59" y="114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32" y="42"/>
                    <a:pt x="130" y="23"/>
                    <a:pt x="118" y="10"/>
                  </a:cubicBezTo>
                  <a:close/>
                  <a:moveTo>
                    <a:pt x="64" y="95"/>
                  </a:moveTo>
                  <a:cubicBezTo>
                    <a:pt x="64" y="92"/>
                    <a:pt x="63" y="88"/>
                    <a:pt x="61" y="85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101" y="54"/>
                    <a:pt x="100" y="62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97"/>
                    <a:pt x="64" y="96"/>
                    <a:pt x="64" y="95"/>
                  </a:cubicBezTo>
                  <a:close/>
                  <a:moveTo>
                    <a:pt x="59" y="81"/>
                  </a:moveTo>
                  <a:cubicBezTo>
                    <a:pt x="58" y="79"/>
                    <a:pt x="56" y="76"/>
                    <a:pt x="54" y="74"/>
                  </a:cubicBezTo>
                  <a:cubicBezTo>
                    <a:pt x="51" y="72"/>
                    <a:pt x="49" y="70"/>
                    <a:pt x="46" y="6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7" y="31"/>
                    <a:pt x="90" y="33"/>
                    <a:pt x="92" y="36"/>
                  </a:cubicBezTo>
                  <a:cubicBezTo>
                    <a:pt x="94" y="38"/>
                    <a:pt x="96" y="40"/>
                    <a:pt x="97" y="43"/>
                  </a:cubicBezTo>
                  <a:lnTo>
                    <a:pt x="59" y="81"/>
                  </a:lnTo>
                  <a:close/>
                  <a:moveTo>
                    <a:pt x="42" y="66"/>
                  </a:moveTo>
                  <a:cubicBezTo>
                    <a:pt x="38" y="65"/>
                    <a:pt x="34" y="64"/>
                    <a:pt x="30" y="6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6" y="28"/>
                    <a:pt x="73" y="27"/>
                    <a:pt x="80" y="29"/>
                  </a:cubicBezTo>
                  <a:lnTo>
                    <a:pt x="42" y="66"/>
                  </a:lnTo>
                  <a:close/>
                  <a:moveTo>
                    <a:pt x="17" y="119"/>
                  </a:moveTo>
                  <a:cubicBezTo>
                    <a:pt x="16" y="120"/>
                    <a:pt x="15" y="120"/>
                    <a:pt x="14" y="120"/>
                  </a:cubicBezTo>
                  <a:cubicBezTo>
                    <a:pt x="11" y="120"/>
                    <a:pt x="8" y="117"/>
                    <a:pt x="8" y="114"/>
                  </a:cubicBezTo>
                  <a:cubicBezTo>
                    <a:pt x="8" y="113"/>
                    <a:pt x="8" y="112"/>
                    <a:pt x="8" y="11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7" y="96"/>
                    <a:pt x="22" y="98"/>
                    <a:pt x="26" y="102"/>
                  </a:cubicBezTo>
                  <a:cubicBezTo>
                    <a:pt x="30" y="106"/>
                    <a:pt x="32" y="111"/>
                    <a:pt x="32" y="116"/>
                  </a:cubicBezTo>
                  <a:lnTo>
                    <a:pt x="17" y="119"/>
                  </a:lnTo>
                  <a:close/>
                  <a:moveTo>
                    <a:pt x="35" y="115"/>
                  </a:moveTo>
                  <a:cubicBezTo>
                    <a:pt x="35" y="109"/>
                    <a:pt x="33" y="104"/>
                    <a:pt x="29" y="99"/>
                  </a:cubicBezTo>
                  <a:cubicBezTo>
                    <a:pt x="25" y="95"/>
                    <a:pt x="19" y="93"/>
                    <a:pt x="14" y="9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7"/>
                    <a:pt x="19" y="76"/>
                    <a:pt x="19" y="75"/>
                  </a:cubicBezTo>
                  <a:cubicBezTo>
                    <a:pt x="27" y="69"/>
                    <a:pt x="40" y="71"/>
                    <a:pt x="48" y="80"/>
                  </a:cubicBezTo>
                  <a:cubicBezTo>
                    <a:pt x="57" y="89"/>
                    <a:pt x="59" y="102"/>
                    <a:pt x="52" y="110"/>
                  </a:cubicBezTo>
                  <a:cubicBezTo>
                    <a:pt x="51" y="110"/>
                    <a:pt x="51" y="111"/>
                    <a:pt x="50" y="111"/>
                  </a:cubicBezTo>
                  <a:lnTo>
                    <a:pt x="35" y="115"/>
                  </a:lnTo>
                  <a:close/>
                  <a:moveTo>
                    <a:pt x="115" y="47"/>
                  </a:moveTo>
                  <a:cubicBezTo>
                    <a:pt x="108" y="54"/>
                    <a:pt x="108" y="54"/>
                    <a:pt x="108" y="54"/>
                  </a:cubicBezTo>
                  <a:cubicBezTo>
                    <a:pt x="108" y="53"/>
                    <a:pt x="108" y="52"/>
                    <a:pt x="108" y="51"/>
                  </a:cubicBezTo>
                  <a:cubicBezTo>
                    <a:pt x="107" y="43"/>
                    <a:pt x="104" y="36"/>
                    <a:pt x="98" y="30"/>
                  </a:cubicBezTo>
                  <a:cubicBezTo>
                    <a:pt x="91" y="24"/>
                    <a:pt x="83" y="20"/>
                    <a:pt x="74" y="20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4" y="10"/>
                    <a:pt x="89" y="8"/>
                    <a:pt x="94" y="8"/>
                  </a:cubicBezTo>
                  <a:cubicBezTo>
                    <a:pt x="100" y="8"/>
                    <a:pt x="107" y="11"/>
                    <a:pt x="112" y="16"/>
                  </a:cubicBezTo>
                  <a:cubicBezTo>
                    <a:pt x="117" y="21"/>
                    <a:pt x="120" y="27"/>
                    <a:pt x="120" y="33"/>
                  </a:cubicBezTo>
                  <a:cubicBezTo>
                    <a:pt x="120" y="38"/>
                    <a:pt x="118" y="43"/>
                    <a:pt x="115" y="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DD57C34-8C5A-44FF-AF7A-4C662F0F5183}"/>
                </a:ext>
              </a:extLst>
            </p:cNvPr>
            <p:cNvGrpSpPr/>
            <p:nvPr/>
          </p:nvGrpSpPr>
          <p:grpSpPr>
            <a:xfrm>
              <a:off x="7673951" y="2308977"/>
              <a:ext cx="274604" cy="400024"/>
              <a:chOff x="3299397" y="1943557"/>
              <a:chExt cx="274604" cy="400024"/>
            </a:xfrm>
            <a:solidFill>
              <a:schemeClr val="bg2"/>
            </a:solidFill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A79DEBB-32AD-44C0-82C8-1698A1E3D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9397" y="1943557"/>
                <a:ext cx="274604" cy="400024"/>
              </a:xfrm>
              <a:custGeom>
                <a:avLst/>
                <a:gdLst>
                  <a:gd name="T0" fmla="*/ 44 w 88"/>
                  <a:gd name="T1" fmla="*/ 0 h 128"/>
                  <a:gd name="T2" fmla="*/ 0 w 88"/>
                  <a:gd name="T3" fmla="*/ 44 h 128"/>
                  <a:gd name="T4" fmla="*/ 20 w 88"/>
                  <a:gd name="T5" fmla="*/ 92 h 128"/>
                  <a:gd name="T6" fmla="*/ 44 w 88"/>
                  <a:gd name="T7" fmla="*/ 128 h 128"/>
                  <a:gd name="T8" fmla="*/ 68 w 88"/>
                  <a:gd name="T9" fmla="*/ 92 h 128"/>
                  <a:gd name="T10" fmla="*/ 88 w 88"/>
                  <a:gd name="T11" fmla="*/ 44 h 128"/>
                  <a:gd name="T12" fmla="*/ 44 w 88"/>
                  <a:gd name="T13" fmla="*/ 0 h 128"/>
                  <a:gd name="T14" fmla="*/ 54 w 88"/>
                  <a:gd name="T15" fmla="*/ 109 h 128"/>
                  <a:gd name="T16" fmla="*/ 35 w 88"/>
                  <a:gd name="T17" fmla="*/ 111 h 128"/>
                  <a:gd name="T18" fmla="*/ 32 w 88"/>
                  <a:gd name="T19" fmla="*/ 104 h 128"/>
                  <a:gd name="T20" fmla="*/ 32 w 88"/>
                  <a:gd name="T21" fmla="*/ 103 h 128"/>
                  <a:gd name="T22" fmla="*/ 57 w 88"/>
                  <a:gd name="T23" fmla="*/ 100 h 128"/>
                  <a:gd name="T24" fmla="*/ 56 w 88"/>
                  <a:gd name="T25" fmla="*/ 104 h 128"/>
                  <a:gd name="T26" fmla="*/ 54 w 88"/>
                  <a:gd name="T27" fmla="*/ 109 h 128"/>
                  <a:gd name="T28" fmla="*/ 31 w 88"/>
                  <a:gd name="T29" fmla="*/ 100 h 128"/>
                  <a:gd name="T30" fmla="*/ 28 w 88"/>
                  <a:gd name="T31" fmla="*/ 92 h 128"/>
                  <a:gd name="T32" fmla="*/ 60 w 88"/>
                  <a:gd name="T33" fmla="*/ 92 h 128"/>
                  <a:gd name="T34" fmla="*/ 58 w 88"/>
                  <a:gd name="T35" fmla="*/ 96 h 128"/>
                  <a:gd name="T36" fmla="*/ 31 w 88"/>
                  <a:gd name="T37" fmla="*/ 100 h 128"/>
                  <a:gd name="T38" fmla="*/ 44 w 88"/>
                  <a:gd name="T39" fmla="*/ 120 h 128"/>
                  <a:gd name="T40" fmla="*/ 36 w 88"/>
                  <a:gd name="T41" fmla="*/ 115 h 128"/>
                  <a:gd name="T42" fmla="*/ 53 w 88"/>
                  <a:gd name="T43" fmla="*/ 113 h 128"/>
                  <a:gd name="T44" fmla="*/ 44 w 88"/>
                  <a:gd name="T45" fmla="*/ 120 h 128"/>
                  <a:gd name="T46" fmla="*/ 63 w 88"/>
                  <a:gd name="T47" fmla="*/ 84 h 128"/>
                  <a:gd name="T48" fmla="*/ 25 w 88"/>
                  <a:gd name="T49" fmla="*/ 84 h 128"/>
                  <a:gd name="T50" fmla="*/ 19 w 88"/>
                  <a:gd name="T51" fmla="*/ 71 h 128"/>
                  <a:gd name="T52" fmla="*/ 8 w 88"/>
                  <a:gd name="T53" fmla="*/ 44 h 128"/>
                  <a:gd name="T54" fmla="*/ 44 w 88"/>
                  <a:gd name="T55" fmla="*/ 8 h 128"/>
                  <a:gd name="T56" fmla="*/ 80 w 88"/>
                  <a:gd name="T57" fmla="*/ 44 h 128"/>
                  <a:gd name="T58" fmla="*/ 69 w 88"/>
                  <a:gd name="T59" fmla="*/ 71 h 128"/>
                  <a:gd name="T60" fmla="*/ 63 w 88"/>
                  <a:gd name="T61" fmla="*/ 8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8" h="12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0"/>
                      <a:pt x="15" y="77"/>
                      <a:pt x="20" y="92"/>
                    </a:cubicBezTo>
                    <a:cubicBezTo>
                      <a:pt x="28" y="115"/>
                      <a:pt x="27" y="128"/>
                      <a:pt x="44" y="128"/>
                    </a:cubicBezTo>
                    <a:cubicBezTo>
                      <a:pt x="61" y="128"/>
                      <a:pt x="60" y="115"/>
                      <a:pt x="68" y="92"/>
                    </a:cubicBezTo>
                    <a:cubicBezTo>
                      <a:pt x="73" y="77"/>
                      <a:pt x="88" y="60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54" y="109"/>
                    </a:moveTo>
                    <a:cubicBezTo>
                      <a:pt x="35" y="111"/>
                      <a:pt x="35" y="111"/>
                      <a:pt x="35" y="111"/>
                    </a:cubicBezTo>
                    <a:cubicBezTo>
                      <a:pt x="34" y="109"/>
                      <a:pt x="33" y="107"/>
                      <a:pt x="32" y="104"/>
                    </a:cubicBezTo>
                    <a:cubicBezTo>
                      <a:pt x="32" y="104"/>
                      <a:pt x="32" y="104"/>
                      <a:pt x="32" y="103"/>
                    </a:cubicBezTo>
                    <a:cubicBezTo>
                      <a:pt x="57" y="100"/>
                      <a:pt x="57" y="100"/>
                      <a:pt x="57" y="100"/>
                    </a:cubicBezTo>
                    <a:cubicBezTo>
                      <a:pt x="57" y="102"/>
                      <a:pt x="56" y="103"/>
                      <a:pt x="56" y="104"/>
                    </a:cubicBezTo>
                    <a:cubicBezTo>
                      <a:pt x="55" y="106"/>
                      <a:pt x="55" y="107"/>
                      <a:pt x="54" y="109"/>
                    </a:cubicBezTo>
                    <a:close/>
                    <a:moveTo>
                      <a:pt x="31" y="100"/>
                    </a:moveTo>
                    <a:cubicBezTo>
                      <a:pt x="30" y="97"/>
                      <a:pt x="29" y="95"/>
                      <a:pt x="28" y="92"/>
                    </a:cubicBezTo>
                    <a:cubicBezTo>
                      <a:pt x="60" y="92"/>
                      <a:pt x="60" y="92"/>
                      <a:pt x="60" y="92"/>
                    </a:cubicBezTo>
                    <a:cubicBezTo>
                      <a:pt x="59" y="93"/>
                      <a:pt x="59" y="95"/>
                      <a:pt x="58" y="96"/>
                    </a:cubicBezTo>
                    <a:lnTo>
                      <a:pt x="31" y="100"/>
                    </a:lnTo>
                    <a:close/>
                    <a:moveTo>
                      <a:pt x="44" y="120"/>
                    </a:moveTo>
                    <a:cubicBezTo>
                      <a:pt x="40" y="120"/>
                      <a:pt x="38" y="120"/>
                      <a:pt x="36" y="115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51" y="119"/>
                      <a:pt x="49" y="120"/>
                      <a:pt x="44" y="120"/>
                    </a:cubicBezTo>
                    <a:close/>
                    <a:moveTo>
                      <a:pt x="63" y="84"/>
                    </a:moveTo>
                    <a:cubicBezTo>
                      <a:pt x="25" y="84"/>
                      <a:pt x="25" y="84"/>
                      <a:pt x="25" y="84"/>
                    </a:cubicBezTo>
                    <a:cubicBezTo>
                      <a:pt x="23" y="80"/>
                      <a:pt x="21" y="75"/>
                      <a:pt x="19" y="71"/>
                    </a:cubicBezTo>
                    <a:cubicBezTo>
                      <a:pt x="13" y="62"/>
                      <a:pt x="8" y="52"/>
                      <a:pt x="8" y="44"/>
                    </a:cubicBezTo>
                    <a:cubicBezTo>
                      <a:pt x="8" y="24"/>
                      <a:pt x="24" y="8"/>
                      <a:pt x="44" y="8"/>
                    </a:cubicBezTo>
                    <a:cubicBezTo>
                      <a:pt x="64" y="8"/>
                      <a:pt x="80" y="24"/>
                      <a:pt x="80" y="44"/>
                    </a:cubicBezTo>
                    <a:cubicBezTo>
                      <a:pt x="80" y="52"/>
                      <a:pt x="75" y="62"/>
                      <a:pt x="69" y="71"/>
                    </a:cubicBezTo>
                    <a:cubicBezTo>
                      <a:pt x="67" y="75"/>
                      <a:pt x="65" y="80"/>
                      <a:pt x="63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ACE125CA-1E0A-42B0-817F-9906893F3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1447" y="2006927"/>
                <a:ext cx="81853" cy="80533"/>
              </a:xfrm>
              <a:custGeom>
                <a:avLst/>
                <a:gdLst>
                  <a:gd name="T0" fmla="*/ 24 w 26"/>
                  <a:gd name="T1" fmla="*/ 0 h 26"/>
                  <a:gd name="T2" fmla="*/ 0 w 26"/>
                  <a:gd name="T3" fmla="*/ 24 h 26"/>
                  <a:gd name="T4" fmla="*/ 2 w 26"/>
                  <a:gd name="T5" fmla="*/ 26 h 26"/>
                  <a:gd name="T6" fmla="*/ 4 w 26"/>
                  <a:gd name="T7" fmla="*/ 24 h 26"/>
                  <a:gd name="T8" fmla="*/ 24 w 26"/>
                  <a:gd name="T9" fmla="*/ 4 h 26"/>
                  <a:gd name="T10" fmla="*/ 26 w 26"/>
                  <a:gd name="T11" fmla="*/ 2 h 26"/>
                  <a:gd name="T12" fmla="*/ 24 w 26"/>
                  <a:gd name="T13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6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25"/>
                      <a:pt x="1" y="26"/>
                      <a:pt x="2" y="26"/>
                    </a:cubicBezTo>
                    <a:cubicBezTo>
                      <a:pt x="3" y="26"/>
                      <a:pt x="4" y="25"/>
                      <a:pt x="4" y="24"/>
                    </a:cubicBezTo>
                    <a:cubicBezTo>
                      <a:pt x="4" y="13"/>
                      <a:pt x="13" y="4"/>
                      <a:pt x="24" y="4"/>
                    </a:cubicBezTo>
                    <a:cubicBezTo>
                      <a:pt x="25" y="4"/>
                      <a:pt x="26" y="3"/>
                      <a:pt x="26" y="2"/>
                    </a:cubicBezTo>
                    <a:cubicBezTo>
                      <a:pt x="26" y="1"/>
                      <a:pt x="25" y="0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A874D88E-0660-41C9-BAAF-DE474960781C}"/>
                </a:ext>
              </a:extLst>
            </p:cNvPr>
            <p:cNvGrpSpPr/>
            <p:nvPr/>
          </p:nvGrpSpPr>
          <p:grpSpPr>
            <a:xfrm>
              <a:off x="7661409" y="4941109"/>
              <a:ext cx="299688" cy="400024"/>
              <a:chOff x="2487468" y="1943557"/>
              <a:chExt cx="299688" cy="400024"/>
            </a:xfrm>
            <a:solidFill>
              <a:schemeClr val="bg2"/>
            </a:solidFill>
          </p:grpSpPr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B62A462A-F8E7-43A8-A5DF-AB176DC04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468" y="1943557"/>
                <a:ext cx="299688" cy="400024"/>
              </a:xfrm>
              <a:custGeom>
                <a:avLst/>
                <a:gdLst>
                  <a:gd name="T0" fmla="*/ 84 w 96"/>
                  <a:gd name="T1" fmla="*/ 52 h 128"/>
                  <a:gd name="T2" fmla="*/ 84 w 96"/>
                  <a:gd name="T3" fmla="*/ 36 h 128"/>
                  <a:gd name="T4" fmla="*/ 48 w 96"/>
                  <a:gd name="T5" fmla="*/ 0 h 128"/>
                  <a:gd name="T6" fmla="*/ 12 w 96"/>
                  <a:gd name="T7" fmla="*/ 36 h 128"/>
                  <a:gd name="T8" fmla="*/ 12 w 96"/>
                  <a:gd name="T9" fmla="*/ 52 h 128"/>
                  <a:gd name="T10" fmla="*/ 0 w 96"/>
                  <a:gd name="T11" fmla="*/ 64 h 128"/>
                  <a:gd name="T12" fmla="*/ 0 w 96"/>
                  <a:gd name="T13" fmla="*/ 76 h 128"/>
                  <a:gd name="T14" fmla="*/ 0 w 96"/>
                  <a:gd name="T15" fmla="*/ 80 h 128"/>
                  <a:gd name="T16" fmla="*/ 0 w 96"/>
                  <a:gd name="T17" fmla="*/ 88 h 128"/>
                  <a:gd name="T18" fmla="*/ 0 w 96"/>
                  <a:gd name="T19" fmla="*/ 92 h 128"/>
                  <a:gd name="T20" fmla="*/ 36 w 96"/>
                  <a:gd name="T21" fmla="*/ 128 h 128"/>
                  <a:gd name="T22" fmla="*/ 60 w 96"/>
                  <a:gd name="T23" fmla="*/ 128 h 128"/>
                  <a:gd name="T24" fmla="*/ 96 w 96"/>
                  <a:gd name="T25" fmla="*/ 92 h 128"/>
                  <a:gd name="T26" fmla="*/ 96 w 96"/>
                  <a:gd name="T27" fmla="*/ 88 h 128"/>
                  <a:gd name="T28" fmla="*/ 96 w 96"/>
                  <a:gd name="T29" fmla="*/ 80 h 128"/>
                  <a:gd name="T30" fmla="*/ 96 w 96"/>
                  <a:gd name="T31" fmla="*/ 76 h 128"/>
                  <a:gd name="T32" fmla="*/ 96 w 96"/>
                  <a:gd name="T33" fmla="*/ 64 h 128"/>
                  <a:gd name="T34" fmla="*/ 84 w 96"/>
                  <a:gd name="T35" fmla="*/ 52 h 128"/>
                  <a:gd name="T36" fmla="*/ 20 w 96"/>
                  <a:gd name="T37" fmla="*/ 36 h 128"/>
                  <a:gd name="T38" fmla="*/ 48 w 96"/>
                  <a:gd name="T39" fmla="*/ 8 h 128"/>
                  <a:gd name="T40" fmla="*/ 76 w 96"/>
                  <a:gd name="T41" fmla="*/ 36 h 128"/>
                  <a:gd name="T42" fmla="*/ 76 w 96"/>
                  <a:gd name="T43" fmla="*/ 52 h 128"/>
                  <a:gd name="T44" fmla="*/ 68 w 96"/>
                  <a:gd name="T45" fmla="*/ 52 h 128"/>
                  <a:gd name="T46" fmla="*/ 68 w 96"/>
                  <a:gd name="T47" fmla="*/ 36 h 128"/>
                  <a:gd name="T48" fmla="*/ 48 w 96"/>
                  <a:gd name="T49" fmla="*/ 16 h 128"/>
                  <a:gd name="T50" fmla="*/ 28 w 96"/>
                  <a:gd name="T51" fmla="*/ 36 h 128"/>
                  <a:gd name="T52" fmla="*/ 28 w 96"/>
                  <a:gd name="T53" fmla="*/ 52 h 128"/>
                  <a:gd name="T54" fmla="*/ 20 w 96"/>
                  <a:gd name="T55" fmla="*/ 52 h 128"/>
                  <a:gd name="T56" fmla="*/ 20 w 96"/>
                  <a:gd name="T57" fmla="*/ 36 h 128"/>
                  <a:gd name="T58" fmla="*/ 64 w 96"/>
                  <a:gd name="T59" fmla="*/ 36 h 128"/>
                  <a:gd name="T60" fmla="*/ 64 w 96"/>
                  <a:gd name="T61" fmla="*/ 36 h 128"/>
                  <a:gd name="T62" fmla="*/ 64 w 96"/>
                  <a:gd name="T63" fmla="*/ 52 h 128"/>
                  <a:gd name="T64" fmla="*/ 32 w 96"/>
                  <a:gd name="T65" fmla="*/ 52 h 128"/>
                  <a:gd name="T66" fmla="*/ 32 w 96"/>
                  <a:gd name="T67" fmla="*/ 36 h 128"/>
                  <a:gd name="T68" fmla="*/ 32 w 96"/>
                  <a:gd name="T69" fmla="*/ 36 h 128"/>
                  <a:gd name="T70" fmla="*/ 48 w 96"/>
                  <a:gd name="T71" fmla="*/ 20 h 128"/>
                  <a:gd name="T72" fmla="*/ 64 w 96"/>
                  <a:gd name="T73" fmla="*/ 36 h 128"/>
                  <a:gd name="T74" fmla="*/ 88 w 96"/>
                  <a:gd name="T75" fmla="*/ 76 h 128"/>
                  <a:gd name="T76" fmla="*/ 88 w 96"/>
                  <a:gd name="T77" fmla="*/ 80 h 128"/>
                  <a:gd name="T78" fmla="*/ 88 w 96"/>
                  <a:gd name="T79" fmla="*/ 88 h 128"/>
                  <a:gd name="T80" fmla="*/ 88 w 96"/>
                  <a:gd name="T81" fmla="*/ 92 h 128"/>
                  <a:gd name="T82" fmla="*/ 60 w 96"/>
                  <a:gd name="T83" fmla="*/ 120 h 128"/>
                  <a:gd name="T84" fmla="*/ 36 w 96"/>
                  <a:gd name="T85" fmla="*/ 120 h 128"/>
                  <a:gd name="T86" fmla="*/ 8 w 96"/>
                  <a:gd name="T87" fmla="*/ 92 h 128"/>
                  <a:gd name="T88" fmla="*/ 8 w 96"/>
                  <a:gd name="T89" fmla="*/ 88 h 128"/>
                  <a:gd name="T90" fmla="*/ 8 w 96"/>
                  <a:gd name="T91" fmla="*/ 80 h 128"/>
                  <a:gd name="T92" fmla="*/ 8 w 96"/>
                  <a:gd name="T93" fmla="*/ 76 h 128"/>
                  <a:gd name="T94" fmla="*/ 8 w 96"/>
                  <a:gd name="T95" fmla="*/ 64 h 128"/>
                  <a:gd name="T96" fmla="*/ 12 w 96"/>
                  <a:gd name="T97" fmla="*/ 60 h 128"/>
                  <a:gd name="T98" fmla="*/ 20 w 96"/>
                  <a:gd name="T99" fmla="*/ 60 h 128"/>
                  <a:gd name="T100" fmla="*/ 76 w 96"/>
                  <a:gd name="T101" fmla="*/ 60 h 128"/>
                  <a:gd name="T102" fmla="*/ 84 w 96"/>
                  <a:gd name="T103" fmla="*/ 60 h 128"/>
                  <a:gd name="T104" fmla="*/ 88 w 96"/>
                  <a:gd name="T105" fmla="*/ 64 h 128"/>
                  <a:gd name="T106" fmla="*/ 88 w 96"/>
                  <a:gd name="T107" fmla="*/ 7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6" h="128">
                    <a:moveTo>
                      <a:pt x="84" y="52"/>
                    </a:moveTo>
                    <a:cubicBezTo>
                      <a:pt x="84" y="36"/>
                      <a:pt x="84" y="36"/>
                      <a:pt x="84" y="36"/>
                    </a:cubicBezTo>
                    <a:cubicBezTo>
                      <a:pt x="84" y="16"/>
                      <a:pt x="68" y="0"/>
                      <a:pt x="48" y="0"/>
                    </a:cubicBezTo>
                    <a:cubicBezTo>
                      <a:pt x="28" y="0"/>
                      <a:pt x="12" y="16"/>
                      <a:pt x="12" y="36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5" y="52"/>
                      <a:pt x="0" y="57"/>
                      <a:pt x="0" y="6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12"/>
                      <a:pt x="16" y="128"/>
                      <a:pt x="36" y="128"/>
                    </a:cubicBezTo>
                    <a:cubicBezTo>
                      <a:pt x="60" y="128"/>
                      <a:pt x="60" y="128"/>
                      <a:pt x="60" y="128"/>
                    </a:cubicBezTo>
                    <a:cubicBezTo>
                      <a:pt x="80" y="128"/>
                      <a:pt x="96" y="112"/>
                      <a:pt x="96" y="92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57"/>
                      <a:pt x="91" y="52"/>
                      <a:pt x="84" y="52"/>
                    </a:cubicBezTo>
                    <a:close/>
                    <a:moveTo>
                      <a:pt x="20" y="36"/>
                    </a:moveTo>
                    <a:cubicBezTo>
                      <a:pt x="20" y="21"/>
                      <a:pt x="33" y="8"/>
                      <a:pt x="48" y="8"/>
                    </a:cubicBezTo>
                    <a:cubicBezTo>
                      <a:pt x="63" y="8"/>
                      <a:pt x="76" y="21"/>
                      <a:pt x="76" y="3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68" y="25"/>
                      <a:pt x="59" y="16"/>
                      <a:pt x="48" y="16"/>
                    </a:cubicBezTo>
                    <a:cubicBezTo>
                      <a:pt x="37" y="16"/>
                      <a:pt x="28" y="25"/>
                      <a:pt x="28" y="36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0" y="52"/>
                      <a:pt x="20" y="52"/>
                      <a:pt x="20" y="52"/>
                    </a:cubicBezTo>
                    <a:lnTo>
                      <a:pt x="20" y="36"/>
                    </a:lnTo>
                    <a:close/>
                    <a:moveTo>
                      <a:pt x="64" y="36"/>
                    </a:move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27"/>
                      <a:pt x="39" y="20"/>
                      <a:pt x="48" y="20"/>
                    </a:cubicBezTo>
                    <a:cubicBezTo>
                      <a:pt x="57" y="20"/>
                      <a:pt x="64" y="27"/>
                      <a:pt x="64" y="36"/>
                    </a:cubicBezTo>
                    <a:close/>
                    <a:moveTo>
                      <a:pt x="88" y="76"/>
                    </a:moveTo>
                    <a:cubicBezTo>
                      <a:pt x="88" y="80"/>
                      <a:pt x="88" y="80"/>
                      <a:pt x="88" y="80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92"/>
                      <a:pt x="88" y="92"/>
                      <a:pt x="88" y="92"/>
                    </a:cubicBezTo>
                    <a:cubicBezTo>
                      <a:pt x="88" y="107"/>
                      <a:pt x="75" y="120"/>
                      <a:pt x="60" y="120"/>
                    </a:cubicBezTo>
                    <a:cubicBezTo>
                      <a:pt x="36" y="120"/>
                      <a:pt x="36" y="120"/>
                      <a:pt x="36" y="120"/>
                    </a:cubicBezTo>
                    <a:cubicBezTo>
                      <a:pt x="21" y="120"/>
                      <a:pt x="8" y="107"/>
                      <a:pt x="8" y="92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8" y="80"/>
                      <a:pt x="8" y="80"/>
                      <a:pt x="8" y="80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62"/>
                      <a:pt x="10" y="60"/>
                      <a:pt x="12" y="60"/>
                    </a:cubicBezTo>
                    <a:cubicBezTo>
                      <a:pt x="15" y="60"/>
                      <a:pt x="17" y="60"/>
                      <a:pt x="20" y="60"/>
                    </a:cubicBezTo>
                    <a:cubicBezTo>
                      <a:pt x="76" y="60"/>
                      <a:pt x="76" y="60"/>
                      <a:pt x="76" y="60"/>
                    </a:cubicBezTo>
                    <a:cubicBezTo>
                      <a:pt x="79" y="60"/>
                      <a:pt x="81" y="60"/>
                      <a:pt x="84" y="60"/>
                    </a:cubicBezTo>
                    <a:cubicBezTo>
                      <a:pt x="86" y="60"/>
                      <a:pt x="88" y="62"/>
                      <a:pt x="88" y="64"/>
                    </a:cubicBezTo>
                    <a:lnTo>
                      <a:pt x="88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C67B7CA4-B229-47CD-B972-3C6CEF02D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567" y="2181195"/>
                <a:ext cx="50168" cy="75252"/>
              </a:xfrm>
              <a:custGeom>
                <a:avLst/>
                <a:gdLst>
                  <a:gd name="T0" fmla="*/ 8 w 16"/>
                  <a:gd name="T1" fmla="*/ 0 h 24"/>
                  <a:gd name="T2" fmla="*/ 0 w 16"/>
                  <a:gd name="T3" fmla="*/ 8 h 24"/>
                  <a:gd name="T4" fmla="*/ 3 w 16"/>
                  <a:gd name="T5" fmla="*/ 19 h 24"/>
                  <a:gd name="T6" fmla="*/ 8 w 16"/>
                  <a:gd name="T7" fmla="*/ 24 h 24"/>
                  <a:gd name="T8" fmla="*/ 13 w 16"/>
                  <a:gd name="T9" fmla="*/ 19 h 24"/>
                  <a:gd name="T10" fmla="*/ 16 w 16"/>
                  <a:gd name="T11" fmla="*/ 8 h 24"/>
                  <a:gd name="T12" fmla="*/ 8 w 16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24">
                    <a:moveTo>
                      <a:pt x="8" y="0"/>
                    </a:moveTo>
                    <a:cubicBezTo>
                      <a:pt x="4" y="0"/>
                      <a:pt x="0" y="4"/>
                      <a:pt x="0" y="8"/>
                    </a:cubicBezTo>
                    <a:cubicBezTo>
                      <a:pt x="0" y="10"/>
                      <a:pt x="1" y="15"/>
                      <a:pt x="3" y="19"/>
                    </a:cubicBezTo>
                    <a:cubicBezTo>
                      <a:pt x="4" y="22"/>
                      <a:pt x="5" y="24"/>
                      <a:pt x="8" y="24"/>
                    </a:cubicBezTo>
                    <a:cubicBezTo>
                      <a:pt x="11" y="24"/>
                      <a:pt x="12" y="22"/>
                      <a:pt x="13" y="19"/>
                    </a:cubicBezTo>
                    <a:cubicBezTo>
                      <a:pt x="15" y="15"/>
                      <a:pt x="16" y="10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0D148D7-4597-4709-A3D2-71DBCDF94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909" y="2359145"/>
              <a:ext cx="400024" cy="299688"/>
            </a:xfrm>
            <a:custGeom>
              <a:avLst/>
              <a:gdLst>
                <a:gd name="T0" fmla="*/ 105 w 128"/>
                <a:gd name="T1" fmla="*/ 2 h 96"/>
                <a:gd name="T2" fmla="*/ 28 w 128"/>
                <a:gd name="T3" fmla="*/ 0 h 96"/>
                <a:gd name="T4" fmla="*/ 2 w 128"/>
                <a:gd name="T5" fmla="*/ 23 h 96"/>
                <a:gd name="T6" fmla="*/ 2 w 128"/>
                <a:gd name="T7" fmla="*/ 34 h 96"/>
                <a:gd name="T8" fmla="*/ 64 w 128"/>
                <a:gd name="T9" fmla="*/ 96 h 96"/>
                <a:gd name="T10" fmla="*/ 126 w 128"/>
                <a:gd name="T11" fmla="*/ 34 h 96"/>
                <a:gd name="T12" fmla="*/ 126 w 128"/>
                <a:gd name="T13" fmla="*/ 23 h 96"/>
                <a:gd name="T14" fmla="*/ 55 w 128"/>
                <a:gd name="T15" fmla="*/ 28 h 96"/>
                <a:gd name="T16" fmla="*/ 73 w 128"/>
                <a:gd name="T17" fmla="*/ 28 h 96"/>
                <a:gd name="T18" fmla="*/ 78 w 128"/>
                <a:gd name="T19" fmla="*/ 9 h 96"/>
                <a:gd name="T20" fmla="*/ 76 w 128"/>
                <a:gd name="T21" fmla="*/ 25 h 96"/>
                <a:gd name="T22" fmla="*/ 52 w 128"/>
                <a:gd name="T23" fmla="*/ 25 h 96"/>
                <a:gd name="T24" fmla="*/ 50 w 128"/>
                <a:gd name="T25" fmla="*/ 9 h 96"/>
                <a:gd name="T26" fmla="*/ 52 w 128"/>
                <a:gd name="T27" fmla="*/ 25 h 96"/>
                <a:gd name="T28" fmla="*/ 64 w 128"/>
                <a:gd name="T29" fmla="*/ 82 h 96"/>
                <a:gd name="T30" fmla="*/ 74 w 128"/>
                <a:gd name="T31" fmla="*/ 32 h 96"/>
                <a:gd name="T32" fmla="*/ 98 w 128"/>
                <a:gd name="T33" fmla="*/ 32 h 96"/>
                <a:gd name="T34" fmla="*/ 78 w 128"/>
                <a:gd name="T35" fmla="*/ 32 h 96"/>
                <a:gd name="T36" fmla="*/ 89 w 128"/>
                <a:gd name="T37" fmla="*/ 20 h 96"/>
                <a:gd name="T38" fmla="*/ 79 w 128"/>
                <a:gd name="T39" fmla="*/ 28 h 96"/>
                <a:gd name="T40" fmla="*/ 97 w 128"/>
                <a:gd name="T41" fmla="*/ 8 h 96"/>
                <a:gd name="T42" fmla="*/ 83 w 128"/>
                <a:gd name="T43" fmla="*/ 8 h 96"/>
                <a:gd name="T44" fmla="*/ 55 w 128"/>
                <a:gd name="T45" fmla="*/ 8 h 96"/>
                <a:gd name="T46" fmla="*/ 64 w 128"/>
                <a:gd name="T47" fmla="*/ 15 h 96"/>
                <a:gd name="T48" fmla="*/ 31 w 128"/>
                <a:gd name="T49" fmla="*/ 8 h 96"/>
                <a:gd name="T50" fmla="*/ 39 w 128"/>
                <a:gd name="T51" fmla="*/ 14 h 96"/>
                <a:gd name="T52" fmla="*/ 49 w 128"/>
                <a:gd name="T53" fmla="*/ 28 h 96"/>
                <a:gd name="T54" fmla="*/ 39 w 128"/>
                <a:gd name="T55" fmla="*/ 20 h 96"/>
                <a:gd name="T56" fmla="*/ 60 w 128"/>
                <a:gd name="T57" fmla="*/ 81 h 96"/>
                <a:gd name="T58" fmla="*/ 50 w 128"/>
                <a:gd name="T59" fmla="*/ 32 h 96"/>
                <a:gd name="T60" fmla="*/ 11 w 128"/>
                <a:gd name="T61" fmla="*/ 32 h 96"/>
                <a:gd name="T62" fmla="*/ 51 w 128"/>
                <a:gd name="T63" fmla="*/ 74 h 96"/>
                <a:gd name="T64" fmla="*/ 117 w 128"/>
                <a:gd name="T65" fmla="*/ 32 h 96"/>
                <a:gd name="T66" fmla="*/ 102 w 128"/>
                <a:gd name="T67" fmla="*/ 32 h 96"/>
                <a:gd name="T68" fmla="*/ 92 w 128"/>
                <a:gd name="T69" fmla="*/ 17 h 96"/>
                <a:gd name="T70" fmla="*/ 120 w 128"/>
                <a:gd name="T71" fmla="*/ 28 h 96"/>
                <a:gd name="T72" fmla="*/ 27 w 128"/>
                <a:gd name="T73" fmla="*/ 10 h 96"/>
                <a:gd name="T74" fmla="*/ 25 w 128"/>
                <a:gd name="T75" fmla="*/ 28 h 96"/>
                <a:gd name="T76" fmla="*/ 27 w 128"/>
                <a:gd name="T77" fmla="*/ 1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8" h="96">
                  <a:moveTo>
                    <a:pt x="126" y="23"/>
                  </a:moveTo>
                  <a:cubicBezTo>
                    <a:pt x="105" y="2"/>
                    <a:pt x="105" y="2"/>
                    <a:pt x="105" y="2"/>
                  </a:cubicBezTo>
                  <a:cubicBezTo>
                    <a:pt x="104" y="1"/>
                    <a:pt x="102" y="0"/>
                    <a:pt x="10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1"/>
                    <a:pt x="23" y="2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1" y="24"/>
                    <a:pt x="0" y="26"/>
                    <a:pt x="0" y="28"/>
                  </a:cubicBezTo>
                  <a:cubicBezTo>
                    <a:pt x="0" y="30"/>
                    <a:pt x="1" y="32"/>
                    <a:pt x="2" y="34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60" y="95"/>
                    <a:pt x="62" y="96"/>
                    <a:pt x="64" y="96"/>
                  </a:cubicBezTo>
                  <a:cubicBezTo>
                    <a:pt x="66" y="96"/>
                    <a:pt x="68" y="95"/>
                    <a:pt x="70" y="93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7" y="32"/>
                    <a:pt x="128" y="30"/>
                    <a:pt x="128" y="28"/>
                  </a:cubicBezTo>
                  <a:cubicBezTo>
                    <a:pt x="128" y="26"/>
                    <a:pt x="127" y="24"/>
                    <a:pt x="126" y="23"/>
                  </a:cubicBezTo>
                  <a:close/>
                  <a:moveTo>
                    <a:pt x="73" y="28"/>
                  </a:moveTo>
                  <a:cubicBezTo>
                    <a:pt x="55" y="28"/>
                    <a:pt x="55" y="28"/>
                    <a:pt x="55" y="28"/>
                  </a:cubicBezTo>
                  <a:cubicBezTo>
                    <a:pt x="64" y="21"/>
                    <a:pt x="64" y="21"/>
                    <a:pt x="64" y="21"/>
                  </a:cubicBezTo>
                  <a:lnTo>
                    <a:pt x="73" y="28"/>
                  </a:lnTo>
                  <a:close/>
                  <a:moveTo>
                    <a:pt x="67" y="18"/>
                  </a:moveTo>
                  <a:cubicBezTo>
                    <a:pt x="78" y="9"/>
                    <a:pt x="78" y="9"/>
                    <a:pt x="78" y="9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76" y="25"/>
                    <a:pt x="76" y="25"/>
                    <a:pt x="76" y="25"/>
                  </a:cubicBezTo>
                  <a:lnTo>
                    <a:pt x="67" y="18"/>
                  </a:lnTo>
                  <a:close/>
                  <a:moveTo>
                    <a:pt x="52" y="25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52" y="25"/>
                  </a:lnTo>
                  <a:close/>
                  <a:moveTo>
                    <a:pt x="74" y="32"/>
                  </a:moveTo>
                  <a:cubicBezTo>
                    <a:pt x="64" y="82"/>
                    <a:pt x="64" y="82"/>
                    <a:pt x="64" y="82"/>
                  </a:cubicBezTo>
                  <a:cubicBezTo>
                    <a:pt x="54" y="32"/>
                    <a:pt x="54" y="32"/>
                    <a:pt x="54" y="32"/>
                  </a:cubicBezTo>
                  <a:lnTo>
                    <a:pt x="74" y="32"/>
                  </a:lnTo>
                  <a:close/>
                  <a:moveTo>
                    <a:pt x="78" y="32"/>
                  </a:moveTo>
                  <a:cubicBezTo>
                    <a:pt x="98" y="32"/>
                    <a:pt x="98" y="32"/>
                    <a:pt x="98" y="32"/>
                  </a:cubicBezTo>
                  <a:cubicBezTo>
                    <a:pt x="68" y="81"/>
                    <a:pt x="68" y="81"/>
                    <a:pt x="68" y="81"/>
                  </a:cubicBezTo>
                  <a:lnTo>
                    <a:pt x="78" y="32"/>
                  </a:lnTo>
                  <a:close/>
                  <a:moveTo>
                    <a:pt x="79" y="28"/>
                  </a:moveTo>
                  <a:cubicBezTo>
                    <a:pt x="89" y="20"/>
                    <a:pt x="89" y="20"/>
                    <a:pt x="89" y="20"/>
                  </a:cubicBezTo>
                  <a:cubicBezTo>
                    <a:pt x="97" y="28"/>
                    <a:pt x="97" y="28"/>
                    <a:pt x="97" y="28"/>
                  </a:cubicBezTo>
                  <a:lnTo>
                    <a:pt x="79" y="28"/>
                  </a:lnTo>
                  <a:close/>
                  <a:moveTo>
                    <a:pt x="83" y="8"/>
                  </a:moveTo>
                  <a:cubicBezTo>
                    <a:pt x="97" y="8"/>
                    <a:pt x="97" y="8"/>
                    <a:pt x="97" y="8"/>
                  </a:cubicBezTo>
                  <a:cubicBezTo>
                    <a:pt x="89" y="14"/>
                    <a:pt x="89" y="14"/>
                    <a:pt x="89" y="14"/>
                  </a:cubicBezTo>
                  <a:lnTo>
                    <a:pt x="83" y="8"/>
                  </a:lnTo>
                  <a:close/>
                  <a:moveTo>
                    <a:pt x="64" y="15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73" y="8"/>
                    <a:pt x="73" y="8"/>
                    <a:pt x="73" y="8"/>
                  </a:cubicBezTo>
                  <a:lnTo>
                    <a:pt x="64" y="15"/>
                  </a:lnTo>
                  <a:close/>
                  <a:moveTo>
                    <a:pt x="39" y="14"/>
                  </a:moveTo>
                  <a:cubicBezTo>
                    <a:pt x="31" y="8"/>
                    <a:pt x="31" y="8"/>
                    <a:pt x="31" y="8"/>
                  </a:cubicBezTo>
                  <a:cubicBezTo>
                    <a:pt x="45" y="8"/>
                    <a:pt x="45" y="8"/>
                    <a:pt x="45" y="8"/>
                  </a:cubicBezTo>
                  <a:lnTo>
                    <a:pt x="39" y="14"/>
                  </a:lnTo>
                  <a:close/>
                  <a:moveTo>
                    <a:pt x="39" y="20"/>
                  </a:moveTo>
                  <a:cubicBezTo>
                    <a:pt x="49" y="28"/>
                    <a:pt x="49" y="28"/>
                    <a:pt x="49" y="28"/>
                  </a:cubicBezTo>
                  <a:cubicBezTo>
                    <a:pt x="31" y="28"/>
                    <a:pt x="31" y="28"/>
                    <a:pt x="31" y="28"/>
                  </a:cubicBezTo>
                  <a:lnTo>
                    <a:pt x="39" y="20"/>
                  </a:lnTo>
                  <a:close/>
                  <a:moveTo>
                    <a:pt x="50" y="32"/>
                  </a:moveTo>
                  <a:cubicBezTo>
                    <a:pt x="60" y="81"/>
                    <a:pt x="60" y="81"/>
                    <a:pt x="60" y="81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50" y="32"/>
                  </a:lnTo>
                  <a:close/>
                  <a:moveTo>
                    <a:pt x="51" y="74"/>
                  </a:moveTo>
                  <a:cubicBezTo>
                    <a:pt x="11" y="32"/>
                    <a:pt x="11" y="32"/>
                    <a:pt x="11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51" y="74"/>
                  </a:lnTo>
                  <a:close/>
                  <a:moveTo>
                    <a:pt x="102" y="32"/>
                  </a:moveTo>
                  <a:cubicBezTo>
                    <a:pt x="117" y="32"/>
                    <a:pt x="117" y="32"/>
                    <a:pt x="117" y="32"/>
                  </a:cubicBezTo>
                  <a:cubicBezTo>
                    <a:pt x="77" y="74"/>
                    <a:pt x="77" y="74"/>
                    <a:pt x="77" y="74"/>
                  </a:cubicBezTo>
                  <a:lnTo>
                    <a:pt x="102" y="32"/>
                  </a:lnTo>
                  <a:close/>
                  <a:moveTo>
                    <a:pt x="103" y="28"/>
                  </a:moveTo>
                  <a:cubicBezTo>
                    <a:pt x="92" y="17"/>
                    <a:pt x="92" y="17"/>
                    <a:pt x="92" y="17"/>
                  </a:cubicBezTo>
                  <a:cubicBezTo>
                    <a:pt x="101" y="10"/>
                    <a:pt x="101" y="10"/>
                    <a:pt x="101" y="10"/>
                  </a:cubicBezTo>
                  <a:cubicBezTo>
                    <a:pt x="120" y="28"/>
                    <a:pt x="120" y="28"/>
                    <a:pt x="120" y="28"/>
                  </a:cubicBezTo>
                  <a:lnTo>
                    <a:pt x="103" y="28"/>
                  </a:lnTo>
                  <a:close/>
                  <a:moveTo>
                    <a:pt x="27" y="10"/>
                  </a:moveTo>
                  <a:cubicBezTo>
                    <a:pt x="36" y="17"/>
                    <a:pt x="36" y="17"/>
                    <a:pt x="36" y="17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27" y="1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89814F0-E4F6-492B-A5DA-AC25E083BFE5}"/>
                </a:ext>
              </a:extLst>
            </p:cNvPr>
            <p:cNvSpPr/>
            <p:nvPr/>
          </p:nvSpPr>
          <p:spPr>
            <a:xfrm>
              <a:off x="1783762" y="4203540"/>
              <a:ext cx="1891721" cy="614443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6482880-30A8-4CFB-BBD9-D5A3E5CDC39B}"/>
                </a:ext>
              </a:extLst>
            </p:cNvPr>
            <p:cNvSpPr/>
            <p:nvPr/>
          </p:nvSpPr>
          <p:spPr>
            <a:xfrm>
              <a:off x="4322895" y="2836673"/>
              <a:ext cx="1891721" cy="609892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9057183-F7E7-4CD7-A304-E4D7EF1D1B6C}"/>
                </a:ext>
              </a:extLst>
            </p:cNvPr>
            <p:cNvSpPr/>
            <p:nvPr/>
          </p:nvSpPr>
          <p:spPr>
            <a:xfrm>
              <a:off x="4313349" y="4203540"/>
              <a:ext cx="1891721" cy="614443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ED6C799-04B1-4AF8-AE40-B801C0252A51}"/>
                </a:ext>
              </a:extLst>
            </p:cNvPr>
            <p:cNvSpPr/>
            <p:nvPr/>
          </p:nvSpPr>
          <p:spPr>
            <a:xfrm>
              <a:off x="7002694" y="2836673"/>
              <a:ext cx="1891721" cy="609892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32DE46F-8CBA-4C0D-81BE-CC90AB9A9F8A}"/>
                </a:ext>
              </a:extLst>
            </p:cNvPr>
            <p:cNvSpPr/>
            <p:nvPr/>
          </p:nvSpPr>
          <p:spPr>
            <a:xfrm>
              <a:off x="6993148" y="4203540"/>
              <a:ext cx="1891721" cy="614443"/>
            </a:xfrm>
            <a:prstGeom prst="rect">
              <a:avLst/>
            </a:prstGeom>
          </p:spPr>
          <p:txBody>
            <a:bodyPr wrap="square" anchor="ctr">
              <a:norm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1000" kern="0" dirty="0"/>
                <a:t>此部分内容作为文字排版占位</a:t>
              </a:r>
              <a:br>
                <a:rPr lang="zh-CN" altLang="en-US" sz="1000" kern="0" dirty="0"/>
              </a:br>
              <a:r>
                <a:rPr lang="zh-CN" altLang="en-US" sz="1000" kern="0" dirty="0"/>
                <a:t>千图网</a:t>
              </a:r>
              <a:r>
                <a:rPr lang="en-US" altLang="zh-CN" sz="1000" kern="0" dirty="0"/>
                <a:t>58PIC.COM</a:t>
              </a:r>
              <a:endParaRPr lang="zh-CN" altLang="en-US" sz="1000" kern="0" dirty="0"/>
            </a:p>
          </p:txBody>
        </p: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6E6F4A54-02BB-4F6D-A4E8-3F5C72B8F5A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29648" y="1375266"/>
            <a:ext cx="10743214" cy="4731656"/>
            <a:chOff x="729648" y="1375266"/>
            <a:chExt cx="10743214" cy="4731656"/>
          </a:xfrm>
        </p:grpSpPr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739CCFCA-E1EA-476E-BABE-7546BF501182}"/>
                </a:ext>
              </a:extLst>
            </p:cNvPr>
            <p:cNvSpPr/>
            <p:nvPr/>
          </p:nvSpPr>
          <p:spPr>
            <a:xfrm rot="5400000">
              <a:off x="9882641" y="3339026"/>
              <a:ext cx="1758009" cy="804131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B905305C-2331-47CE-9FB2-9FBDCBD715A4}"/>
                </a:ext>
              </a:extLst>
            </p:cNvPr>
            <p:cNvSpPr/>
            <p:nvPr/>
          </p:nvSpPr>
          <p:spPr>
            <a:xfrm rot="5400000">
              <a:off x="8633117" y="3447031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65AE685-FA2C-4D11-92AE-D8842EAC5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0955" y="2077628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4AE6A170-D1D8-42FB-B60C-D1004039C4FA}"/>
                </a:ext>
              </a:extLst>
            </p:cNvPr>
            <p:cNvSpPr/>
            <p:nvPr/>
          </p:nvSpPr>
          <p:spPr>
            <a:xfrm rot="5400000">
              <a:off x="6005206" y="3447031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93BE821F-A9EE-450D-AD51-76E0FC5A3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3044" y="2077626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0EA0BB52-81E3-4F23-B841-A1A95677F55B}"/>
                </a:ext>
              </a:extLst>
            </p:cNvPr>
            <p:cNvSpPr/>
            <p:nvPr/>
          </p:nvSpPr>
          <p:spPr>
            <a:xfrm rot="5400000">
              <a:off x="3478759" y="3411827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936AEF46-A1EA-4E72-8E9E-66549EA61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599" y="2112831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3405B05-B725-4AC5-9D19-0898E37F7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648" y="1375266"/>
              <a:ext cx="10743214" cy="4731656"/>
            </a:xfrm>
            <a:custGeom>
              <a:avLst/>
              <a:gdLst>
                <a:gd name="T0" fmla="*/ 7710 w 8561"/>
                <a:gd name="T1" fmla="*/ 987 h 3943"/>
                <a:gd name="T2" fmla="*/ 6859 w 8561"/>
                <a:gd name="T3" fmla="*/ 0 h 3943"/>
                <a:gd name="T4" fmla="*/ 6859 w 8561"/>
                <a:gd name="T5" fmla="*/ 71 h 3943"/>
                <a:gd name="T6" fmla="*/ 7303 w 8561"/>
                <a:gd name="T7" fmla="*/ 724 h 3943"/>
                <a:gd name="T8" fmla="*/ 8112 w 8561"/>
                <a:gd name="T9" fmla="*/ 1908 h 3943"/>
                <a:gd name="T10" fmla="*/ 1033 w 8561"/>
                <a:gd name="T11" fmla="*/ 1908 h 3943"/>
                <a:gd name="T12" fmla="*/ 572 w 8561"/>
                <a:gd name="T13" fmla="*/ 1640 h 3943"/>
                <a:gd name="T14" fmla="*/ 0 w 8561"/>
                <a:gd name="T15" fmla="*/ 1311 h 3943"/>
                <a:gd name="T16" fmla="*/ 0 w 8561"/>
                <a:gd name="T17" fmla="*/ 1972 h 3943"/>
                <a:gd name="T18" fmla="*/ 0 w 8561"/>
                <a:gd name="T19" fmla="*/ 2632 h 3943"/>
                <a:gd name="T20" fmla="*/ 572 w 8561"/>
                <a:gd name="T21" fmla="*/ 2303 h 3943"/>
                <a:gd name="T22" fmla="*/ 1033 w 8561"/>
                <a:gd name="T23" fmla="*/ 2036 h 3943"/>
                <a:gd name="T24" fmla="*/ 8112 w 8561"/>
                <a:gd name="T25" fmla="*/ 2036 h 3943"/>
                <a:gd name="T26" fmla="*/ 7303 w 8561"/>
                <a:gd name="T27" fmla="*/ 3219 h 3943"/>
                <a:gd name="T28" fmla="*/ 6859 w 8561"/>
                <a:gd name="T29" fmla="*/ 3872 h 3943"/>
                <a:gd name="T30" fmla="*/ 6859 w 8561"/>
                <a:gd name="T31" fmla="*/ 3943 h 3943"/>
                <a:gd name="T32" fmla="*/ 7710 w 8561"/>
                <a:gd name="T33" fmla="*/ 2956 h 3943"/>
                <a:gd name="T34" fmla="*/ 8561 w 8561"/>
                <a:gd name="T35" fmla="*/ 1972 h 3943"/>
                <a:gd name="T36" fmla="*/ 7710 w 8561"/>
                <a:gd name="T37" fmla="*/ 987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561" h="3943">
                  <a:moveTo>
                    <a:pt x="7710" y="987"/>
                  </a:moveTo>
                  <a:lnTo>
                    <a:pt x="6859" y="0"/>
                  </a:lnTo>
                  <a:lnTo>
                    <a:pt x="6859" y="71"/>
                  </a:lnTo>
                  <a:lnTo>
                    <a:pt x="7303" y="724"/>
                  </a:lnTo>
                  <a:lnTo>
                    <a:pt x="8112" y="1908"/>
                  </a:lnTo>
                  <a:lnTo>
                    <a:pt x="1033" y="1908"/>
                  </a:lnTo>
                  <a:lnTo>
                    <a:pt x="572" y="1640"/>
                  </a:lnTo>
                  <a:lnTo>
                    <a:pt x="0" y="1311"/>
                  </a:lnTo>
                  <a:lnTo>
                    <a:pt x="0" y="1972"/>
                  </a:lnTo>
                  <a:lnTo>
                    <a:pt x="0" y="2632"/>
                  </a:lnTo>
                  <a:lnTo>
                    <a:pt x="572" y="2303"/>
                  </a:lnTo>
                  <a:lnTo>
                    <a:pt x="1033" y="2036"/>
                  </a:lnTo>
                  <a:lnTo>
                    <a:pt x="8112" y="2036"/>
                  </a:lnTo>
                  <a:lnTo>
                    <a:pt x="7303" y="3219"/>
                  </a:lnTo>
                  <a:lnTo>
                    <a:pt x="6859" y="3872"/>
                  </a:lnTo>
                  <a:lnTo>
                    <a:pt x="6859" y="3943"/>
                  </a:lnTo>
                  <a:lnTo>
                    <a:pt x="7710" y="2956"/>
                  </a:lnTo>
                  <a:lnTo>
                    <a:pt x="8561" y="1972"/>
                  </a:lnTo>
                  <a:lnTo>
                    <a:pt x="7710" y="987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455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">
            <a:extLst>
              <a:ext uri="{FF2B5EF4-FFF2-40B4-BE49-F238E27FC236}">
                <a16:creationId xmlns:a16="http://schemas.microsoft.com/office/drawing/2014/main" id="{833BC918-3896-4D0A-99C7-FC5214BF6565}"/>
              </a:ext>
            </a:extLst>
          </p:cNvPr>
          <p:cNvGrpSpPr/>
          <p:nvPr/>
        </p:nvGrpSpPr>
        <p:grpSpPr>
          <a:xfrm>
            <a:off x="5807969" y="2619670"/>
            <a:ext cx="4529193" cy="591159"/>
            <a:chOff x="3695701" y="1174083"/>
            <a:chExt cx="4907918" cy="402790"/>
          </a:xfrm>
        </p:grpSpPr>
        <p:sp>
          <p:nvSpPr>
            <p:cNvPr id="3" name="原创设计师QQ598969553      _1">
              <a:extLst>
                <a:ext uri="{FF2B5EF4-FFF2-40B4-BE49-F238E27FC236}">
                  <a16:creationId xmlns:a16="http://schemas.microsoft.com/office/drawing/2014/main" id="{B997A29F-80B6-4F31-BEDB-B4AB331E299D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原创设计师QQ598969553      _6">
              <a:extLst>
                <a:ext uri="{FF2B5EF4-FFF2-40B4-BE49-F238E27FC236}">
                  <a16:creationId xmlns:a16="http://schemas.microsoft.com/office/drawing/2014/main" id="{97C8E6CC-82D5-4DB0-AB05-EB4F70E419DC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1444" tIns="90723" rIns="181444" bIns="90723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2">
            <a:extLst>
              <a:ext uri="{FF2B5EF4-FFF2-40B4-BE49-F238E27FC236}">
                <a16:creationId xmlns:a16="http://schemas.microsoft.com/office/drawing/2014/main" id="{5B408BA2-86EE-42DA-A8AA-530EF6401FC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30590" y="2640606"/>
            <a:ext cx="3680525" cy="590221"/>
          </a:xfrm>
          <a:prstGeom prst="roundRect">
            <a:avLst/>
          </a:prstGeom>
          <a:noFill/>
          <a:ln>
            <a:noFill/>
          </a:ln>
          <a:extLst/>
        </p:spPr>
        <p:txBody>
          <a:bodyPr wrap="square" lIns="121844" tIns="60923" rIns="121844" bIns="60923">
            <a:spAutoFit/>
          </a:bodyPr>
          <a:lstStyle/>
          <a:p>
            <a:r>
              <a:rPr lang="zh-CN" altLang="en-US" sz="2667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请添加您的标题</a:t>
            </a:r>
          </a:p>
        </p:txBody>
      </p:sp>
      <p:grpSp>
        <p:nvGrpSpPr>
          <p:cNvPr id="6" name="3">
            <a:extLst>
              <a:ext uri="{FF2B5EF4-FFF2-40B4-BE49-F238E27FC236}">
                <a16:creationId xmlns:a16="http://schemas.microsoft.com/office/drawing/2014/main" id="{F76193D5-5909-47F4-B380-C1FC961574F4}"/>
              </a:ext>
            </a:extLst>
          </p:cNvPr>
          <p:cNvGrpSpPr/>
          <p:nvPr/>
        </p:nvGrpSpPr>
        <p:grpSpPr>
          <a:xfrm>
            <a:off x="9407004" y="2564907"/>
            <a:ext cx="930157" cy="661703"/>
            <a:chOff x="3595297" y="1157469"/>
            <a:chExt cx="633770" cy="450856"/>
          </a:xfrm>
        </p:grpSpPr>
        <p:sp>
          <p:nvSpPr>
            <p:cNvPr id="7" name="原创设计师QQ598969553      _19">
              <a:extLst>
                <a:ext uri="{FF2B5EF4-FFF2-40B4-BE49-F238E27FC236}">
                  <a16:creationId xmlns:a16="http://schemas.microsoft.com/office/drawing/2014/main" id="{75ACC47B-14F1-4F76-AE45-2C4EC5F31950}"/>
                </a:ext>
              </a:extLst>
            </p:cNvPr>
            <p:cNvSpPr/>
            <p:nvPr/>
          </p:nvSpPr>
          <p:spPr>
            <a:xfrm>
              <a:off x="3595297" y="1157469"/>
              <a:ext cx="633770" cy="450856"/>
            </a:xfrm>
            <a:prstGeom prst="roundRect">
              <a:avLst/>
            </a:prstGeom>
            <a:gradFill flip="none" rotWithShape="1">
              <a:gsLst>
                <a:gs pos="55000">
                  <a:srgbClr val="E7E7E7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18900000" scaled="1"/>
                <a:tileRect/>
              </a:gradFill>
            </a:ln>
            <a:effectLst>
              <a:outerShdw blurRad="190500" dist="76200" dir="8100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" name="原创设计师QQ598969553      _24">
              <a:extLst>
                <a:ext uri="{FF2B5EF4-FFF2-40B4-BE49-F238E27FC236}">
                  <a16:creationId xmlns:a16="http://schemas.microsoft.com/office/drawing/2014/main" id="{43DE4728-FCB0-4A93-B682-7C7EC32E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353" y="1173921"/>
              <a:ext cx="303659" cy="417905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3733" dirty="0">
                  <a:solidFill>
                    <a:schemeClr val="tx2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微软雅黑" panose="020B0503020204020204" pitchFamily="34" charset="-122"/>
                  <a:sym typeface="微软雅黑" pitchFamily="34" charset="-122"/>
                </a:rPr>
                <a:t>2</a:t>
              </a:r>
              <a:endParaRPr lang="zh-CN" altLang="en-US" sz="3733" dirty="0">
                <a:solidFill>
                  <a:schemeClr val="tx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  <a:sym typeface="微软雅黑" pitchFamily="34" charset="-122"/>
              </a:endParaRPr>
            </a:p>
          </p:txBody>
        </p:sp>
      </p:grpSp>
      <p:sp>
        <p:nvSpPr>
          <p:cNvPr id="9" name="4">
            <a:extLst>
              <a:ext uri="{FF2B5EF4-FFF2-40B4-BE49-F238E27FC236}">
                <a16:creationId xmlns:a16="http://schemas.microsoft.com/office/drawing/2014/main" id="{8D6F4395-BBEA-4BC6-888D-909E5F59053D}"/>
              </a:ext>
            </a:extLst>
          </p:cNvPr>
          <p:cNvSpPr txBox="1"/>
          <p:nvPr/>
        </p:nvSpPr>
        <p:spPr>
          <a:xfrm>
            <a:off x="5979997" y="3525012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0" name="5">
            <a:extLst>
              <a:ext uri="{FF2B5EF4-FFF2-40B4-BE49-F238E27FC236}">
                <a16:creationId xmlns:a16="http://schemas.microsoft.com/office/drawing/2014/main" id="{31906E47-5CFA-46F5-B87F-79054E5343AC}"/>
              </a:ext>
            </a:extLst>
          </p:cNvPr>
          <p:cNvSpPr txBox="1"/>
          <p:nvPr/>
        </p:nvSpPr>
        <p:spPr>
          <a:xfrm>
            <a:off x="7360391" y="3525012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1" name="6">
            <a:extLst>
              <a:ext uri="{FF2B5EF4-FFF2-40B4-BE49-F238E27FC236}">
                <a16:creationId xmlns:a16="http://schemas.microsoft.com/office/drawing/2014/main" id="{48307223-5220-40FF-A2A8-296328822891}"/>
              </a:ext>
            </a:extLst>
          </p:cNvPr>
          <p:cNvSpPr txBox="1"/>
          <p:nvPr/>
        </p:nvSpPr>
        <p:spPr>
          <a:xfrm>
            <a:off x="8740784" y="3557168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2" name="7">
            <a:extLst>
              <a:ext uri="{FF2B5EF4-FFF2-40B4-BE49-F238E27FC236}">
                <a16:creationId xmlns:a16="http://schemas.microsoft.com/office/drawing/2014/main" id="{AC169CA0-4C51-4EF0-8E45-F56165B73583}"/>
              </a:ext>
            </a:extLst>
          </p:cNvPr>
          <p:cNvSpPr txBox="1"/>
          <p:nvPr/>
        </p:nvSpPr>
        <p:spPr>
          <a:xfrm>
            <a:off x="5979998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3" name="8">
            <a:extLst>
              <a:ext uri="{FF2B5EF4-FFF2-40B4-BE49-F238E27FC236}">
                <a16:creationId xmlns:a16="http://schemas.microsoft.com/office/drawing/2014/main" id="{BF6428D2-012A-4527-B9B3-1B66CE09F7F4}"/>
              </a:ext>
            </a:extLst>
          </p:cNvPr>
          <p:cNvSpPr txBox="1"/>
          <p:nvPr/>
        </p:nvSpPr>
        <p:spPr>
          <a:xfrm>
            <a:off x="7360391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4" name="9">
            <a:extLst>
              <a:ext uri="{FF2B5EF4-FFF2-40B4-BE49-F238E27FC236}">
                <a16:creationId xmlns:a16="http://schemas.microsoft.com/office/drawing/2014/main" id="{3FE09909-9C20-4CDD-BCC5-B5022A4429D1}"/>
              </a:ext>
            </a:extLst>
          </p:cNvPr>
          <p:cNvSpPr txBox="1"/>
          <p:nvPr/>
        </p:nvSpPr>
        <p:spPr>
          <a:xfrm>
            <a:off x="8740784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5" name="10">
            <a:extLst>
              <a:ext uri="{FF2B5EF4-FFF2-40B4-BE49-F238E27FC236}">
                <a16:creationId xmlns:a16="http://schemas.microsoft.com/office/drawing/2014/main" id="{4A6DFBE4-C247-470E-A0FC-7A3FC659F7B1}"/>
              </a:ext>
            </a:extLst>
          </p:cNvPr>
          <p:cNvSpPr/>
          <p:nvPr/>
        </p:nvSpPr>
        <p:spPr>
          <a:xfrm rot="5400000">
            <a:off x="-23732" y="-325857"/>
            <a:ext cx="6291411" cy="3431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11">
            <a:extLst>
              <a:ext uri="{FF2B5EF4-FFF2-40B4-BE49-F238E27FC236}">
                <a16:creationId xmlns:a16="http://schemas.microsoft.com/office/drawing/2014/main" id="{6FDB9A2A-93F0-4C20-B603-D01861819532}"/>
              </a:ext>
            </a:extLst>
          </p:cNvPr>
          <p:cNvGrpSpPr/>
          <p:nvPr/>
        </p:nvGrpSpPr>
        <p:grpSpPr>
          <a:xfrm>
            <a:off x="1621555" y="1244858"/>
            <a:ext cx="3000837" cy="3000837"/>
            <a:chOff x="3393105" y="2094170"/>
            <a:chExt cx="2664367" cy="266436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F6827AA-1B58-4969-8F0B-F2CF8580B42B}"/>
                </a:ext>
              </a:extLst>
            </p:cNvPr>
            <p:cNvSpPr/>
            <p:nvPr/>
          </p:nvSpPr>
          <p:spPr>
            <a:xfrm>
              <a:off x="3393105" y="2094170"/>
              <a:ext cx="2664367" cy="2664367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2FADBFF-4601-4C75-90CC-F292B528431B}"/>
                </a:ext>
              </a:extLst>
            </p:cNvPr>
            <p:cNvGrpSpPr/>
            <p:nvPr/>
          </p:nvGrpSpPr>
          <p:grpSpPr>
            <a:xfrm>
              <a:off x="3655434" y="2332886"/>
              <a:ext cx="2167846" cy="2167846"/>
              <a:chOff x="3739822" y="2440887"/>
              <a:chExt cx="1970936" cy="1970936"/>
            </a:xfrm>
          </p:grpSpPr>
          <p:sp>
            <p:nvSpPr>
              <p:cNvPr id="19" name="圆角矩形 26">
                <a:extLst>
                  <a:ext uri="{FF2B5EF4-FFF2-40B4-BE49-F238E27FC236}">
                    <a16:creationId xmlns:a16="http://schemas.microsoft.com/office/drawing/2014/main" id="{7AAE254F-E6D4-4A3B-BC54-C12275A58390}"/>
                  </a:ext>
                </a:extLst>
              </p:cNvPr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1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D19410C-3078-4B20-B986-D8A49362EE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1" name="12">
            <a:extLst>
              <a:ext uri="{FF2B5EF4-FFF2-40B4-BE49-F238E27FC236}">
                <a16:creationId xmlns:a16="http://schemas.microsoft.com/office/drawing/2014/main" id="{CD9C6D7D-4917-44DB-97D9-D44881F1F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763" y="2815353"/>
            <a:ext cx="206442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/>
            <a:r>
              <a:rPr lang="en-US" altLang="zh-CN" sz="2667" dirty="0">
                <a:solidFill>
                  <a:schemeClr val="bg1"/>
                </a:solidFill>
              </a:rPr>
              <a:t>PART02</a:t>
            </a:r>
            <a:endParaRPr lang="zh-CN" altLang="en-US" sz="2667" dirty="0">
              <a:solidFill>
                <a:schemeClr val="bg1"/>
              </a:solidFill>
            </a:endParaRPr>
          </a:p>
        </p:txBody>
      </p:sp>
      <p:sp>
        <p:nvSpPr>
          <p:cNvPr id="22" name="13">
            <a:extLst>
              <a:ext uri="{FF2B5EF4-FFF2-40B4-BE49-F238E27FC236}">
                <a16:creationId xmlns:a16="http://schemas.microsoft.com/office/drawing/2014/main" id="{03CC7A34-F27B-4500-A5C7-E5204C15A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311" y="1892829"/>
            <a:ext cx="29813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/>
            <a:r>
              <a:rPr lang="en-US" altLang="zh-CN" sz="64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6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87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30173 -2.22222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3">
            <a:extLst>
              <a:ext uri="{FF2B5EF4-FFF2-40B4-BE49-F238E27FC236}">
                <a16:creationId xmlns:a16="http://schemas.microsoft.com/office/drawing/2014/main" id="{C00062CD-4C2F-4412-A92E-FC193055FFD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04153" y="1250824"/>
            <a:ext cx="5583695" cy="4883810"/>
            <a:chOff x="5992254" y="1319230"/>
            <a:chExt cx="5583695" cy="4883810"/>
          </a:xfrm>
        </p:grpSpPr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8979FAE-6041-477E-872B-D353CB1F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657" y="3698837"/>
              <a:ext cx="3940889" cy="902928"/>
            </a:xfrm>
            <a:custGeom>
              <a:avLst/>
              <a:gdLst>
                <a:gd name="T0" fmla="*/ 2154 w 2562"/>
                <a:gd name="T1" fmla="*/ 0 h 587"/>
                <a:gd name="T2" fmla="*/ 408 w 2562"/>
                <a:gd name="T3" fmla="*/ 0 h 587"/>
                <a:gd name="T4" fmla="*/ 0 w 2562"/>
                <a:gd name="T5" fmla="*/ 587 h 587"/>
                <a:gd name="T6" fmla="*/ 2562 w 2562"/>
                <a:gd name="T7" fmla="*/ 587 h 587"/>
                <a:gd name="T8" fmla="*/ 2154 w 2562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2137CA0-50BD-4AB7-9527-BDCE92EF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254" y="5518538"/>
              <a:ext cx="5583695" cy="684502"/>
            </a:xfrm>
            <a:custGeom>
              <a:avLst/>
              <a:gdLst>
                <a:gd name="T0" fmla="*/ 306 w 3630"/>
                <a:gd name="T1" fmla="*/ 0 h 445"/>
                <a:gd name="T2" fmla="*/ 0 w 3630"/>
                <a:gd name="T3" fmla="*/ 445 h 445"/>
                <a:gd name="T4" fmla="*/ 3630 w 3630"/>
                <a:gd name="T5" fmla="*/ 445 h 445"/>
                <a:gd name="T6" fmla="*/ 3324 w 3630"/>
                <a:gd name="T7" fmla="*/ 0 h 445"/>
                <a:gd name="T8" fmla="*/ 306 w 3630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E1750BD6-1663-417B-893E-10E771CFE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496" y="1319230"/>
              <a:ext cx="1981212" cy="1444377"/>
            </a:xfrm>
            <a:custGeom>
              <a:avLst/>
              <a:gdLst>
                <a:gd name="T0" fmla="*/ 1288 w 1288"/>
                <a:gd name="T1" fmla="*/ 939 h 939"/>
                <a:gd name="T2" fmla="*/ 644 w 1288"/>
                <a:gd name="T3" fmla="*/ 0 h 939"/>
                <a:gd name="T4" fmla="*/ 0 w 1288"/>
                <a:gd name="T5" fmla="*/ 939 h 939"/>
                <a:gd name="T6" fmla="*/ 1288 w 1288"/>
                <a:gd name="T7" fmla="*/ 939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36A07C0F-7E7B-4645-A064-DF8DA359CFC4}"/>
                </a:ext>
              </a:extLst>
            </p:cNvPr>
            <p:cNvGrpSpPr/>
            <p:nvPr/>
          </p:nvGrpSpPr>
          <p:grpSpPr>
            <a:xfrm>
              <a:off x="6752123" y="4627910"/>
              <a:ext cx="4063940" cy="872162"/>
              <a:chOff x="3995738" y="4686300"/>
              <a:chExt cx="4194176" cy="900112"/>
            </a:xfrm>
            <a:solidFill>
              <a:schemeClr val="accent3"/>
            </a:solidFill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D2000EF6-E1AC-487F-B9B6-0D2502858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6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8E303BAB-092F-44F1-8658-36486C422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26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0237375D-4035-4017-B1C8-AE7E924C4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11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88207CF0-DD04-4E19-9F86-8E9F48861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5738" y="4686300"/>
                <a:ext cx="568325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B8BD5CA3-A534-4533-B09E-303C6BF7B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875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624BA2EE-75D0-48B6-8634-8C38FE85D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2C6BA50B-AADB-4D4B-9EDD-67BB5EB42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27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0F550316-838E-4748-BE64-16D3779F0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831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C173E314-7497-4A80-92B6-04CA7DBCE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380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9469E241-AC74-4AC6-87E2-2C4A91B47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742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7818140E-68E5-461C-ACE3-CD91FFC02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32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49EE8EC7-3371-417B-ADD6-ECA2880CE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31FB5F04-F7D2-4264-9FE4-E954A7C10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04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1509FC66-4FE5-41AB-94BA-F7AC51896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247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948BA5B9-7A90-48F8-86D3-1DF953CA5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796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25E0ABE0-4F87-464C-91B4-C49791B22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000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84615DA-1956-4498-A70D-494BCB5DA894}"/>
                </a:ext>
              </a:extLst>
            </p:cNvPr>
            <p:cNvGrpSpPr/>
            <p:nvPr/>
          </p:nvGrpSpPr>
          <p:grpSpPr>
            <a:xfrm>
              <a:off x="7755032" y="2794368"/>
              <a:ext cx="2058120" cy="872162"/>
              <a:chOff x="5030788" y="2794000"/>
              <a:chExt cx="2124076" cy="900112"/>
            </a:xfrm>
            <a:solidFill>
              <a:schemeClr val="accent1"/>
            </a:solidFill>
          </p:grpSpPr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CAFEAB5C-474D-4E30-A504-95997E2C5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875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0ABD8EDC-534F-4F86-A857-BEDFC9D7B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590F6C5C-2556-4CCA-ABF2-2CBFA4C25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27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7B4D163B-8058-4439-8C77-D0038C10A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8313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3151E7A1-08E8-4AEB-960D-7F53B0A7E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380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EA913961-112F-466E-94AA-0ECD57BBA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7426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2486291-2277-476F-B0EB-2C5FF2BC1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32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024D0395-2409-49E1-95FA-537315BE8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4951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7" name="文本框 7">
              <a:extLst>
                <a:ext uri="{FF2B5EF4-FFF2-40B4-BE49-F238E27FC236}">
                  <a16:creationId xmlns:a16="http://schemas.microsoft.com/office/drawing/2014/main" id="{EE473590-8874-40D3-9CEF-F9B0BD4F4E1D}"/>
                </a:ext>
              </a:extLst>
            </p:cNvPr>
            <p:cNvSpPr txBox="1"/>
            <p:nvPr/>
          </p:nvSpPr>
          <p:spPr>
            <a:xfrm>
              <a:off x="8002354" y="5681856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输入标题文本</a:t>
              </a:r>
            </a:p>
          </p:txBody>
        </p:sp>
        <p:sp>
          <p:nvSpPr>
            <p:cNvPr id="38" name="文本框 8">
              <a:extLst>
                <a:ext uri="{FF2B5EF4-FFF2-40B4-BE49-F238E27FC236}">
                  <a16:creationId xmlns:a16="http://schemas.microsoft.com/office/drawing/2014/main" id="{F835950B-19C4-4CA2-AE52-3ACBB3D83218}"/>
                </a:ext>
              </a:extLst>
            </p:cNvPr>
            <p:cNvSpPr txBox="1"/>
            <p:nvPr/>
          </p:nvSpPr>
          <p:spPr>
            <a:xfrm>
              <a:off x="8080930" y="3971369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输入标题文本</a:t>
              </a:r>
            </a:p>
          </p:txBody>
        </p:sp>
        <p:sp>
          <p:nvSpPr>
            <p:cNvPr id="39" name="文本框 9">
              <a:extLst>
                <a:ext uri="{FF2B5EF4-FFF2-40B4-BE49-F238E27FC236}">
                  <a16:creationId xmlns:a16="http://schemas.microsoft.com/office/drawing/2014/main" id="{89D761E7-3B43-4F5D-B109-AB197B537217}"/>
                </a:ext>
              </a:extLst>
            </p:cNvPr>
            <p:cNvSpPr txBox="1"/>
            <p:nvPr/>
          </p:nvSpPr>
          <p:spPr>
            <a:xfrm>
              <a:off x="8230103" y="1996188"/>
              <a:ext cx="1107996" cy="646331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标题</a:t>
              </a:r>
              <a:br>
                <a:rPr lang="zh-CN" altLang="en-US" b="1">
                  <a:solidFill>
                    <a:schemeClr val="bg1"/>
                  </a:solidFill>
                </a:rPr>
              </a:br>
              <a:r>
                <a:rPr lang="zh-CN" altLang="en-US" b="1">
                  <a:solidFill>
                    <a:schemeClr val="bg1"/>
                  </a:solidFill>
                </a:rPr>
                <a:t>文本预设</a:t>
              </a:r>
            </a:p>
          </p:txBody>
        </p:sp>
      </p:grpSp>
      <p:grpSp>
        <p:nvGrpSpPr>
          <p:cNvPr id="5" name="千图PPT彼岸天：ID 8661124库_组合 4">
            <a:extLst>
              <a:ext uri="{FF2B5EF4-FFF2-40B4-BE49-F238E27FC236}">
                <a16:creationId xmlns:a16="http://schemas.microsoft.com/office/drawing/2014/main" id="{AE554B96-BB6B-47D7-AA82-7186D7C75BF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170814" y="2000541"/>
            <a:ext cx="2749722" cy="3463424"/>
            <a:chOff x="8170814" y="1912116"/>
            <a:chExt cx="2749722" cy="3463424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18DA5ED-27B2-4561-A979-3572E488ABEB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F0612824-4DAA-4118-827D-9A2070D274A0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文本框 45">
                  <a:extLst>
                    <a:ext uri="{FF2B5EF4-FFF2-40B4-BE49-F238E27FC236}">
                      <a16:creationId xmlns:a16="http://schemas.microsoft.com/office/drawing/2014/main" id="{7962512E-4085-40E6-8B49-8BC770F3575A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F3F3784D-4A56-40C4-8BE4-25AF3ACDD130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4DCAF503-1485-44C0-ABF2-CDD043435485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文本框 43">
                  <a:extLst>
                    <a:ext uri="{FF2B5EF4-FFF2-40B4-BE49-F238E27FC236}">
                      <a16:creationId xmlns:a16="http://schemas.microsoft.com/office/drawing/2014/main" id="{8E6880F7-45B1-43F1-AC05-EAF0EF99F30E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0B6460E9-3518-467E-963B-CFB6A06729DB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C1B87290-7FA1-424C-B5EE-939305DBF6E2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文本框 41">
                  <a:extLst>
                    <a:ext uri="{FF2B5EF4-FFF2-40B4-BE49-F238E27FC236}">
                      <a16:creationId xmlns:a16="http://schemas.microsoft.com/office/drawing/2014/main" id="{1C9B9D70-F83F-40B2-AAB7-DB6B4314985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48C1E81-75B7-4145-8340-E3715894AE96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C207BB6-EAA1-48C5-A16B-3207F2BC19DD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AD8A1E4-9A0C-4591-9F06-32E181069EF3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千图PPT彼岸天：ID 8661124库_组合 5">
            <a:extLst>
              <a:ext uri="{FF2B5EF4-FFF2-40B4-BE49-F238E27FC236}">
                <a16:creationId xmlns:a16="http://schemas.microsoft.com/office/drawing/2014/main" id="{530C9484-A6D5-440E-A208-A5F36C094BF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07468" y="2000541"/>
            <a:ext cx="2713719" cy="3463424"/>
            <a:chOff x="1307468" y="1697288"/>
            <a:chExt cx="2713719" cy="346342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6B9A804-22F4-4420-A0B4-CF45699E443F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13E0CCCF-B696-4EB0-80C5-422F44175307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文本框 59">
                  <a:extLst>
                    <a:ext uri="{FF2B5EF4-FFF2-40B4-BE49-F238E27FC236}">
                      <a16:creationId xmlns:a16="http://schemas.microsoft.com/office/drawing/2014/main" id="{6FA1DD98-7637-4083-B6D1-D26B0065CF2D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68BD7BCA-F52E-43C4-A5DA-F689F60F8CF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34EFB87D-FDB0-47CC-97FC-8A35DDC2E233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文本框 57">
                  <a:extLst>
                    <a:ext uri="{FF2B5EF4-FFF2-40B4-BE49-F238E27FC236}">
                      <a16:creationId xmlns:a16="http://schemas.microsoft.com/office/drawing/2014/main" id="{2F5B7D7E-4BF2-461A-8EAD-982FCDA2F937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113BA3BB-4B24-470A-A976-096C14442549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59C9FFDD-3B6E-4D14-B8BB-7A126B6DB3D3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文本框 55">
                  <a:extLst>
                    <a:ext uri="{FF2B5EF4-FFF2-40B4-BE49-F238E27FC236}">
                      <a16:creationId xmlns:a16="http://schemas.microsoft.com/office/drawing/2014/main" id="{F5298C06-4FA3-47D6-8BF8-5B08CD4C7CEC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43875237-C83D-44AC-937A-13BD7108945B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EF5ADDD-AB83-4A26-8B1B-F309836E14EA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7E2DCD4-EB2A-4004-A44A-CC76AB1044D2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6A5D5DBF-5E90-43C2-AF5A-59D503C4E5E8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947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">
            <a:extLst>
              <a:ext uri="{FF2B5EF4-FFF2-40B4-BE49-F238E27FC236}">
                <a16:creationId xmlns:a16="http://schemas.microsoft.com/office/drawing/2014/main" id="{DBDA002C-6F84-4AF6-9CE2-79D7C9C8AA5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950314" y="2384885"/>
            <a:ext cx="4328892" cy="4473115"/>
            <a:chOff x="6513526" y="1639850"/>
            <a:chExt cx="5049903" cy="5218150"/>
          </a:xfrm>
        </p:grpSpPr>
        <p:sp>
          <p:nvSpPr>
            <p:cNvPr id="32" name="Freeform: Shape 2">
              <a:extLst>
                <a:ext uri="{FF2B5EF4-FFF2-40B4-BE49-F238E27FC236}">
                  <a16:creationId xmlns:a16="http://schemas.microsoft.com/office/drawing/2014/main" id="{DB2DA22B-5682-4953-A0EC-0537CB541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087" y="3068398"/>
              <a:ext cx="3025592" cy="3789602"/>
            </a:xfrm>
            <a:custGeom>
              <a:avLst/>
              <a:gdLst>
                <a:gd name="T0" fmla="*/ 197 w 454"/>
                <a:gd name="T1" fmla="*/ 254 h 569"/>
                <a:gd name="T2" fmla="*/ 200 w 454"/>
                <a:gd name="T3" fmla="*/ 449 h 569"/>
                <a:gd name="T4" fmla="*/ 148 w 454"/>
                <a:gd name="T5" fmla="*/ 559 h 569"/>
                <a:gd name="T6" fmla="*/ 122 w 454"/>
                <a:gd name="T7" fmla="*/ 569 h 569"/>
                <a:gd name="T8" fmla="*/ 339 w 454"/>
                <a:gd name="T9" fmla="*/ 569 h 569"/>
                <a:gd name="T10" fmla="*/ 304 w 454"/>
                <a:gd name="T11" fmla="*/ 557 h 569"/>
                <a:gd name="T12" fmla="*/ 277 w 454"/>
                <a:gd name="T13" fmla="*/ 354 h 569"/>
                <a:gd name="T14" fmla="*/ 282 w 454"/>
                <a:gd name="T15" fmla="*/ 261 h 569"/>
                <a:gd name="T16" fmla="*/ 315 w 454"/>
                <a:gd name="T17" fmla="*/ 247 h 569"/>
                <a:gd name="T18" fmla="*/ 454 w 454"/>
                <a:gd name="T19" fmla="*/ 120 h 569"/>
                <a:gd name="T20" fmla="*/ 451 w 454"/>
                <a:gd name="T21" fmla="*/ 117 h 569"/>
                <a:gd name="T22" fmla="*/ 451 w 454"/>
                <a:gd name="T23" fmla="*/ 117 h 569"/>
                <a:gd name="T24" fmla="*/ 389 w 454"/>
                <a:gd name="T25" fmla="*/ 164 h 569"/>
                <a:gd name="T26" fmla="*/ 400 w 454"/>
                <a:gd name="T27" fmla="*/ 82 h 569"/>
                <a:gd name="T28" fmla="*/ 399 w 454"/>
                <a:gd name="T29" fmla="*/ 82 h 569"/>
                <a:gd name="T30" fmla="*/ 398 w 454"/>
                <a:gd name="T31" fmla="*/ 82 h 569"/>
                <a:gd name="T32" fmla="*/ 362 w 454"/>
                <a:gd name="T33" fmla="*/ 182 h 569"/>
                <a:gd name="T34" fmla="*/ 257 w 454"/>
                <a:gd name="T35" fmla="*/ 234 h 569"/>
                <a:gd name="T36" fmla="*/ 241 w 454"/>
                <a:gd name="T37" fmla="*/ 146 h 569"/>
                <a:gd name="T38" fmla="*/ 296 w 454"/>
                <a:gd name="T39" fmla="*/ 54 h 569"/>
                <a:gd name="T40" fmla="*/ 295 w 454"/>
                <a:gd name="T41" fmla="*/ 54 h 569"/>
                <a:gd name="T42" fmla="*/ 294 w 454"/>
                <a:gd name="T43" fmla="*/ 52 h 569"/>
                <a:gd name="T44" fmla="*/ 238 w 454"/>
                <a:gd name="T45" fmla="*/ 113 h 569"/>
                <a:gd name="T46" fmla="*/ 235 w 454"/>
                <a:gd name="T47" fmla="*/ 35 h 569"/>
                <a:gd name="T48" fmla="*/ 235 w 454"/>
                <a:gd name="T49" fmla="*/ 35 h 569"/>
                <a:gd name="T50" fmla="*/ 230 w 454"/>
                <a:gd name="T51" fmla="*/ 35 h 569"/>
                <a:gd name="T52" fmla="*/ 219 w 454"/>
                <a:gd name="T53" fmla="*/ 223 h 569"/>
                <a:gd name="T54" fmla="*/ 122 w 454"/>
                <a:gd name="T55" fmla="*/ 132 h 569"/>
                <a:gd name="T56" fmla="*/ 137 w 454"/>
                <a:gd name="T57" fmla="*/ 64 h 569"/>
                <a:gd name="T58" fmla="*/ 135 w 454"/>
                <a:gd name="T59" fmla="*/ 63 h 569"/>
                <a:gd name="T60" fmla="*/ 135 w 454"/>
                <a:gd name="T61" fmla="*/ 63 h 569"/>
                <a:gd name="T62" fmla="*/ 113 w 454"/>
                <a:gd name="T63" fmla="*/ 118 h 569"/>
                <a:gd name="T64" fmla="*/ 52 w 454"/>
                <a:gd name="T65" fmla="*/ 1 h 569"/>
                <a:gd name="T66" fmla="*/ 50 w 454"/>
                <a:gd name="T67" fmla="*/ 0 h 569"/>
                <a:gd name="T68" fmla="*/ 46 w 454"/>
                <a:gd name="T69" fmla="*/ 1 h 569"/>
                <a:gd name="T70" fmla="*/ 74 w 454"/>
                <a:gd name="T71" fmla="*/ 91 h 569"/>
                <a:gd name="T72" fmla="*/ 74 w 454"/>
                <a:gd name="T73" fmla="*/ 91 h 569"/>
                <a:gd name="T74" fmla="*/ 149 w 454"/>
                <a:gd name="T75" fmla="*/ 208 h 569"/>
                <a:gd name="T76" fmla="*/ 3 w 454"/>
                <a:gd name="T77" fmla="*/ 195 h 569"/>
                <a:gd name="T78" fmla="*/ 3 w 454"/>
                <a:gd name="T79" fmla="*/ 196 h 569"/>
                <a:gd name="T80" fmla="*/ 0 w 454"/>
                <a:gd name="T81" fmla="*/ 201 h 569"/>
                <a:gd name="T82" fmla="*/ 172 w 454"/>
                <a:gd name="T83" fmla="*/ 237 h 569"/>
                <a:gd name="T84" fmla="*/ 197 w 454"/>
                <a:gd name="T85" fmla="*/ 254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DD1FA4DD-B461-4E20-B9BA-C5B9D1CFFFAA}"/>
                </a:ext>
              </a:extLst>
            </p:cNvPr>
            <p:cNvGrpSpPr/>
            <p:nvPr/>
          </p:nvGrpSpPr>
          <p:grpSpPr>
            <a:xfrm>
              <a:off x="6685154" y="1639850"/>
              <a:ext cx="4779675" cy="3671505"/>
              <a:chOff x="7223605" y="1034167"/>
              <a:chExt cx="4779675" cy="3671505"/>
            </a:xfrm>
            <a:solidFill>
              <a:schemeClr val="accent5">
                <a:alpha val="70000"/>
              </a:schemeClr>
            </a:solidFill>
          </p:grpSpPr>
          <p:sp>
            <p:nvSpPr>
              <p:cNvPr id="78" name="Oval 49">
                <a:extLst>
                  <a:ext uri="{FF2B5EF4-FFF2-40B4-BE49-F238E27FC236}">
                    <a16:creationId xmlns:a16="http://schemas.microsoft.com/office/drawing/2014/main" id="{99EE9551-8E79-4A9E-8619-6BAA868595BF}"/>
                  </a:ext>
                </a:extLst>
              </p:cNvPr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Oval 50">
                <a:extLst>
                  <a:ext uri="{FF2B5EF4-FFF2-40B4-BE49-F238E27FC236}">
                    <a16:creationId xmlns:a16="http://schemas.microsoft.com/office/drawing/2014/main" id="{8AF167D7-C6F0-46D8-B542-19AA25CFB904}"/>
                  </a:ext>
                </a:extLst>
              </p:cNvPr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Oval 51">
                <a:extLst>
                  <a:ext uri="{FF2B5EF4-FFF2-40B4-BE49-F238E27FC236}">
                    <a16:creationId xmlns:a16="http://schemas.microsoft.com/office/drawing/2014/main" id="{1BF53914-34C4-4B85-ACA1-0D22AD8C0CC4}"/>
                  </a:ext>
                </a:extLst>
              </p:cNvPr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Oval 52">
                <a:extLst>
                  <a:ext uri="{FF2B5EF4-FFF2-40B4-BE49-F238E27FC236}">
                    <a16:creationId xmlns:a16="http://schemas.microsoft.com/office/drawing/2014/main" id="{10AB662A-AA06-42DC-84E2-23117E9E64F6}"/>
                  </a:ext>
                </a:extLst>
              </p:cNvPr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Oval 53">
                <a:extLst>
                  <a:ext uri="{FF2B5EF4-FFF2-40B4-BE49-F238E27FC236}">
                    <a16:creationId xmlns:a16="http://schemas.microsoft.com/office/drawing/2014/main" id="{C735F30E-358E-451C-AE1D-0D6F3B7A6F3B}"/>
                  </a:ext>
                </a:extLst>
              </p:cNvPr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Oval 54">
                <a:extLst>
                  <a:ext uri="{FF2B5EF4-FFF2-40B4-BE49-F238E27FC236}">
                    <a16:creationId xmlns:a16="http://schemas.microsoft.com/office/drawing/2014/main" id="{A1BBB30F-AF2D-4920-A4C6-CDA5837223F8}"/>
                  </a:ext>
                </a:extLst>
              </p:cNvPr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Oval 55">
                <a:extLst>
                  <a:ext uri="{FF2B5EF4-FFF2-40B4-BE49-F238E27FC236}">
                    <a16:creationId xmlns:a16="http://schemas.microsoft.com/office/drawing/2014/main" id="{4ABDFC94-484F-4692-9DD9-D602903B040A}"/>
                  </a:ext>
                </a:extLst>
              </p:cNvPr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Oval 56">
                <a:extLst>
                  <a:ext uri="{FF2B5EF4-FFF2-40B4-BE49-F238E27FC236}">
                    <a16:creationId xmlns:a16="http://schemas.microsoft.com/office/drawing/2014/main" id="{C0F6ACBF-C6D0-4CD1-BB9D-D49027243E89}"/>
                  </a:ext>
                </a:extLst>
              </p:cNvPr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Oval 57">
                <a:extLst>
                  <a:ext uri="{FF2B5EF4-FFF2-40B4-BE49-F238E27FC236}">
                    <a16:creationId xmlns:a16="http://schemas.microsoft.com/office/drawing/2014/main" id="{54DD6B61-9104-4508-B9CE-7E5160054353}"/>
                  </a:ext>
                </a:extLst>
              </p:cNvPr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C6885DA1-43A9-480C-A7B8-F24BD7D7DA5B}"/>
                </a:ext>
              </a:extLst>
            </p:cNvPr>
            <p:cNvGrpSpPr/>
            <p:nvPr/>
          </p:nvGrpSpPr>
          <p:grpSpPr>
            <a:xfrm>
              <a:off x="6574014" y="1946200"/>
              <a:ext cx="4788017" cy="3731205"/>
              <a:chOff x="7071416" y="1121303"/>
              <a:chExt cx="4788017" cy="3731205"/>
            </a:xfrm>
            <a:solidFill>
              <a:schemeClr val="accent2">
                <a:alpha val="40000"/>
              </a:schemeClr>
            </a:solidFill>
          </p:grpSpPr>
          <p:sp>
            <p:nvSpPr>
              <p:cNvPr id="68" name="Oval 39">
                <a:extLst>
                  <a:ext uri="{FF2B5EF4-FFF2-40B4-BE49-F238E27FC236}">
                    <a16:creationId xmlns:a16="http://schemas.microsoft.com/office/drawing/2014/main" id="{07FD2DAD-F7DD-4DEA-AE60-3B572CC11D4E}"/>
                  </a:ext>
                </a:extLst>
              </p:cNvPr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Oval 40">
                <a:extLst>
                  <a:ext uri="{FF2B5EF4-FFF2-40B4-BE49-F238E27FC236}">
                    <a16:creationId xmlns:a16="http://schemas.microsoft.com/office/drawing/2014/main" id="{60DE568D-2FA0-4ADB-A4B2-918277CEF85F}"/>
                  </a:ext>
                </a:extLst>
              </p:cNvPr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Oval 41">
                <a:extLst>
                  <a:ext uri="{FF2B5EF4-FFF2-40B4-BE49-F238E27FC236}">
                    <a16:creationId xmlns:a16="http://schemas.microsoft.com/office/drawing/2014/main" id="{31636AA1-3050-4FAB-B062-372895621A38}"/>
                  </a:ext>
                </a:extLst>
              </p:cNvPr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Oval 42">
                <a:extLst>
                  <a:ext uri="{FF2B5EF4-FFF2-40B4-BE49-F238E27FC236}">
                    <a16:creationId xmlns:a16="http://schemas.microsoft.com/office/drawing/2014/main" id="{4F433F7B-BCA1-4749-8A89-ABEB159DB2E5}"/>
                  </a:ext>
                </a:extLst>
              </p:cNvPr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Oval 43">
                <a:extLst>
                  <a:ext uri="{FF2B5EF4-FFF2-40B4-BE49-F238E27FC236}">
                    <a16:creationId xmlns:a16="http://schemas.microsoft.com/office/drawing/2014/main" id="{52765713-14F2-456C-A59B-48104F70618C}"/>
                  </a:ext>
                </a:extLst>
              </p:cNvPr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Oval 44">
                <a:extLst>
                  <a:ext uri="{FF2B5EF4-FFF2-40B4-BE49-F238E27FC236}">
                    <a16:creationId xmlns:a16="http://schemas.microsoft.com/office/drawing/2014/main" id="{654E3C65-7D59-49EB-868C-19911B8CFD87}"/>
                  </a:ext>
                </a:extLst>
              </p:cNvPr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Oval 45">
                <a:extLst>
                  <a:ext uri="{FF2B5EF4-FFF2-40B4-BE49-F238E27FC236}">
                    <a16:creationId xmlns:a16="http://schemas.microsoft.com/office/drawing/2014/main" id="{2460AD39-BC46-41DF-8E34-85EA36B77280}"/>
                  </a:ext>
                </a:extLst>
              </p:cNvPr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Oval 46">
                <a:extLst>
                  <a:ext uri="{FF2B5EF4-FFF2-40B4-BE49-F238E27FC236}">
                    <a16:creationId xmlns:a16="http://schemas.microsoft.com/office/drawing/2014/main" id="{C0F74238-EC0B-428C-8D21-B20701DD892E}"/>
                  </a:ext>
                </a:extLst>
              </p:cNvPr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Oval 47">
                <a:extLst>
                  <a:ext uri="{FF2B5EF4-FFF2-40B4-BE49-F238E27FC236}">
                    <a16:creationId xmlns:a16="http://schemas.microsoft.com/office/drawing/2014/main" id="{25E0DC9F-879D-4DCA-A8A1-BBEE0EDDBFF3}"/>
                  </a:ext>
                </a:extLst>
              </p:cNvPr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Oval 48">
                <a:extLst>
                  <a:ext uri="{FF2B5EF4-FFF2-40B4-BE49-F238E27FC236}">
                    <a16:creationId xmlns:a16="http://schemas.microsoft.com/office/drawing/2014/main" id="{1638CE16-BD6F-496E-909E-3E90CE070E5D}"/>
                  </a:ext>
                </a:extLst>
              </p:cNvPr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E27B123E-C60D-4464-B6A6-7ACB3732D4C2}"/>
                </a:ext>
              </a:extLst>
            </p:cNvPr>
            <p:cNvGrpSpPr/>
            <p:nvPr/>
          </p:nvGrpSpPr>
          <p:grpSpPr>
            <a:xfrm>
              <a:off x="7210995" y="2279145"/>
              <a:ext cx="4142805" cy="3446444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58" name="Oval 29">
                <a:extLst>
                  <a:ext uri="{FF2B5EF4-FFF2-40B4-BE49-F238E27FC236}">
                    <a16:creationId xmlns:a16="http://schemas.microsoft.com/office/drawing/2014/main" id="{AD0DFA98-339C-42D7-942D-7BD754D2BC48}"/>
                  </a:ext>
                </a:extLst>
              </p:cNvPr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Oval 30">
                <a:extLst>
                  <a:ext uri="{FF2B5EF4-FFF2-40B4-BE49-F238E27FC236}">
                    <a16:creationId xmlns:a16="http://schemas.microsoft.com/office/drawing/2014/main" id="{D437F00D-C34C-4483-9836-2AF0A35095B0}"/>
                  </a:ext>
                </a:extLst>
              </p:cNvPr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Oval 31">
                <a:extLst>
                  <a:ext uri="{FF2B5EF4-FFF2-40B4-BE49-F238E27FC236}">
                    <a16:creationId xmlns:a16="http://schemas.microsoft.com/office/drawing/2014/main" id="{45D750C4-0EF6-4DFC-B4F7-3521008C8A49}"/>
                  </a:ext>
                </a:extLst>
              </p:cNvPr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Oval 32">
                <a:extLst>
                  <a:ext uri="{FF2B5EF4-FFF2-40B4-BE49-F238E27FC236}">
                    <a16:creationId xmlns:a16="http://schemas.microsoft.com/office/drawing/2014/main" id="{4A64B1C0-7C01-479B-AF30-3BD0B6C2C612}"/>
                  </a:ext>
                </a:extLst>
              </p:cNvPr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Oval 33">
                <a:extLst>
                  <a:ext uri="{FF2B5EF4-FFF2-40B4-BE49-F238E27FC236}">
                    <a16:creationId xmlns:a16="http://schemas.microsoft.com/office/drawing/2014/main" id="{004ADF13-0068-4288-A28E-1CF04388DA94}"/>
                  </a:ext>
                </a:extLst>
              </p:cNvPr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Oval 34">
                <a:extLst>
                  <a:ext uri="{FF2B5EF4-FFF2-40B4-BE49-F238E27FC236}">
                    <a16:creationId xmlns:a16="http://schemas.microsoft.com/office/drawing/2014/main" id="{8385CB4B-4C5D-46BE-8DD2-7E61627E7AAF}"/>
                  </a:ext>
                </a:extLst>
              </p:cNvPr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Oval 35">
                <a:extLst>
                  <a:ext uri="{FF2B5EF4-FFF2-40B4-BE49-F238E27FC236}">
                    <a16:creationId xmlns:a16="http://schemas.microsoft.com/office/drawing/2014/main" id="{CD31B30A-59AC-4AB5-917B-BA127EABB347}"/>
                  </a:ext>
                </a:extLst>
              </p:cNvPr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Oval 36">
                <a:extLst>
                  <a:ext uri="{FF2B5EF4-FFF2-40B4-BE49-F238E27FC236}">
                    <a16:creationId xmlns:a16="http://schemas.microsoft.com/office/drawing/2014/main" id="{6AEB10E7-733E-4CBD-9F15-D8F8C75CE6C2}"/>
                  </a:ext>
                </a:extLst>
              </p:cNvPr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Oval 37">
                <a:extLst>
                  <a:ext uri="{FF2B5EF4-FFF2-40B4-BE49-F238E27FC236}">
                    <a16:creationId xmlns:a16="http://schemas.microsoft.com/office/drawing/2014/main" id="{B478E1BC-8553-4FA2-87FA-DCF1872CC229}"/>
                  </a:ext>
                </a:extLst>
              </p:cNvPr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Oval 38">
                <a:extLst>
                  <a:ext uri="{FF2B5EF4-FFF2-40B4-BE49-F238E27FC236}">
                    <a16:creationId xmlns:a16="http://schemas.microsoft.com/office/drawing/2014/main" id="{88F53F42-2C79-41EA-A95A-684F9CC87E1F}"/>
                  </a:ext>
                </a:extLst>
              </p:cNvPr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93CE12C0-19AF-4C2A-8A17-8D22FD64DC4F}"/>
                </a:ext>
              </a:extLst>
            </p:cNvPr>
            <p:cNvGrpSpPr/>
            <p:nvPr/>
          </p:nvGrpSpPr>
          <p:grpSpPr>
            <a:xfrm rot="9000000">
              <a:off x="7380010" y="1811773"/>
              <a:ext cx="3591334" cy="2758680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49" name="Oval 20">
                <a:extLst>
                  <a:ext uri="{FF2B5EF4-FFF2-40B4-BE49-F238E27FC236}">
                    <a16:creationId xmlns:a16="http://schemas.microsoft.com/office/drawing/2014/main" id="{311188E0-D681-4A6F-B991-52ABB738DBB5}"/>
                  </a:ext>
                </a:extLst>
              </p:cNvPr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Oval 21">
                <a:extLst>
                  <a:ext uri="{FF2B5EF4-FFF2-40B4-BE49-F238E27FC236}">
                    <a16:creationId xmlns:a16="http://schemas.microsoft.com/office/drawing/2014/main" id="{FD459174-B8D9-4B99-AB06-04274ABBE20B}"/>
                  </a:ext>
                </a:extLst>
              </p:cNvPr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Oval 22">
                <a:extLst>
                  <a:ext uri="{FF2B5EF4-FFF2-40B4-BE49-F238E27FC236}">
                    <a16:creationId xmlns:a16="http://schemas.microsoft.com/office/drawing/2014/main" id="{BA2EB0B4-CB50-40AE-9488-8036C60B13A9}"/>
                  </a:ext>
                </a:extLst>
              </p:cNvPr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Oval 23">
                <a:extLst>
                  <a:ext uri="{FF2B5EF4-FFF2-40B4-BE49-F238E27FC236}">
                    <a16:creationId xmlns:a16="http://schemas.microsoft.com/office/drawing/2014/main" id="{E7D3FA98-243F-4991-8BBB-C0A765AFB3D9}"/>
                  </a:ext>
                </a:extLst>
              </p:cNvPr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Oval 24">
                <a:extLst>
                  <a:ext uri="{FF2B5EF4-FFF2-40B4-BE49-F238E27FC236}">
                    <a16:creationId xmlns:a16="http://schemas.microsoft.com/office/drawing/2014/main" id="{DC30B5B5-4674-40E0-85CB-13DDC8AD4FBC}"/>
                  </a:ext>
                </a:extLst>
              </p:cNvPr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Oval 25">
                <a:extLst>
                  <a:ext uri="{FF2B5EF4-FFF2-40B4-BE49-F238E27FC236}">
                    <a16:creationId xmlns:a16="http://schemas.microsoft.com/office/drawing/2014/main" id="{045DF37A-B66F-45E3-9092-55544EF91AD9}"/>
                  </a:ext>
                </a:extLst>
              </p:cNvPr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Oval 26">
                <a:extLst>
                  <a:ext uri="{FF2B5EF4-FFF2-40B4-BE49-F238E27FC236}">
                    <a16:creationId xmlns:a16="http://schemas.microsoft.com/office/drawing/2014/main" id="{0573B9DD-27A6-4885-9307-28496A2421C6}"/>
                  </a:ext>
                </a:extLst>
              </p:cNvPr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Oval 27">
                <a:extLst>
                  <a:ext uri="{FF2B5EF4-FFF2-40B4-BE49-F238E27FC236}">
                    <a16:creationId xmlns:a16="http://schemas.microsoft.com/office/drawing/2014/main" id="{FD0FEB51-F33A-4087-AD59-390100103D76}"/>
                  </a:ext>
                </a:extLst>
              </p:cNvPr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Oval 28">
                <a:extLst>
                  <a:ext uri="{FF2B5EF4-FFF2-40B4-BE49-F238E27FC236}">
                    <a16:creationId xmlns:a16="http://schemas.microsoft.com/office/drawing/2014/main" id="{B5AFCA26-9E4B-49F8-B480-DD5A781B1925}"/>
                  </a:ext>
                </a:extLst>
              </p:cNvPr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7" name="Oval 7">
              <a:extLst>
                <a:ext uri="{FF2B5EF4-FFF2-40B4-BE49-F238E27FC236}">
                  <a16:creationId xmlns:a16="http://schemas.microsoft.com/office/drawing/2014/main" id="{C7D56DAD-65BB-4C9B-83FF-931EF7FB1B09}"/>
                </a:ext>
              </a:extLst>
            </p:cNvPr>
            <p:cNvSpPr/>
            <p:nvPr/>
          </p:nvSpPr>
          <p:spPr>
            <a:xfrm>
              <a:off x="7498233" y="1881011"/>
              <a:ext cx="1514855" cy="1514855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Oval 8">
              <a:extLst>
                <a:ext uri="{FF2B5EF4-FFF2-40B4-BE49-F238E27FC236}">
                  <a16:creationId xmlns:a16="http://schemas.microsoft.com/office/drawing/2014/main" id="{FE5E6011-67B9-4110-A4C8-0031A4691790}"/>
                </a:ext>
              </a:extLst>
            </p:cNvPr>
            <p:cNvSpPr/>
            <p:nvPr/>
          </p:nvSpPr>
          <p:spPr>
            <a:xfrm>
              <a:off x="9449885" y="2141135"/>
              <a:ext cx="1437159" cy="1437159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Oval 9">
              <a:extLst>
                <a:ext uri="{FF2B5EF4-FFF2-40B4-BE49-F238E27FC236}">
                  <a16:creationId xmlns:a16="http://schemas.microsoft.com/office/drawing/2014/main" id="{3843A5DD-D5A5-443B-BFC6-E7BA2633BBEA}"/>
                </a:ext>
              </a:extLst>
            </p:cNvPr>
            <p:cNvSpPr/>
            <p:nvPr/>
          </p:nvSpPr>
          <p:spPr>
            <a:xfrm>
              <a:off x="6513526" y="3453959"/>
              <a:ext cx="1437159" cy="143715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Oval 10">
              <a:extLst>
                <a:ext uri="{FF2B5EF4-FFF2-40B4-BE49-F238E27FC236}">
                  <a16:creationId xmlns:a16="http://schemas.microsoft.com/office/drawing/2014/main" id="{DD5B4A59-909F-443A-8907-DF5076DBE2DB}"/>
                </a:ext>
              </a:extLst>
            </p:cNvPr>
            <p:cNvSpPr/>
            <p:nvPr/>
          </p:nvSpPr>
          <p:spPr>
            <a:xfrm>
              <a:off x="10126270" y="3664860"/>
              <a:ext cx="1437159" cy="1437159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1" name="Group 11">
              <a:extLst>
                <a:ext uri="{FF2B5EF4-FFF2-40B4-BE49-F238E27FC236}">
                  <a16:creationId xmlns:a16="http://schemas.microsoft.com/office/drawing/2014/main" id="{DF13AAA8-6D6C-42D1-84C7-3224FC63CF1E}"/>
                </a:ext>
              </a:extLst>
            </p:cNvPr>
            <p:cNvGrpSpPr/>
            <p:nvPr/>
          </p:nvGrpSpPr>
          <p:grpSpPr>
            <a:xfrm>
              <a:off x="9937478" y="2603151"/>
              <a:ext cx="500065" cy="470320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47" name="Oval 18">
                <a:extLst>
                  <a:ext uri="{FF2B5EF4-FFF2-40B4-BE49-F238E27FC236}">
                    <a16:creationId xmlns:a16="http://schemas.microsoft.com/office/drawing/2014/main" id="{501019CC-FA6C-40BF-A777-F8F89E9BA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19">
                <a:extLst>
                  <a:ext uri="{FF2B5EF4-FFF2-40B4-BE49-F238E27FC236}">
                    <a16:creationId xmlns:a16="http://schemas.microsoft.com/office/drawing/2014/main" id="{7A640F22-51DB-4931-BA82-4FE659F16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2" name="Freeform: Shape 12">
              <a:extLst>
                <a:ext uri="{FF2B5EF4-FFF2-40B4-BE49-F238E27FC236}">
                  <a16:creationId xmlns:a16="http://schemas.microsoft.com/office/drawing/2014/main" id="{602F3CE6-D22E-4540-9669-5132F0399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4922" y="4125900"/>
              <a:ext cx="485537" cy="485537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3" name="Group 13">
              <a:extLst>
                <a:ext uri="{FF2B5EF4-FFF2-40B4-BE49-F238E27FC236}">
                  <a16:creationId xmlns:a16="http://schemas.microsoft.com/office/drawing/2014/main" id="{4943F684-FD5E-4318-A1B9-EC969CE6B109}"/>
                </a:ext>
              </a:extLst>
            </p:cNvPr>
            <p:cNvGrpSpPr/>
            <p:nvPr/>
          </p:nvGrpSpPr>
          <p:grpSpPr>
            <a:xfrm>
              <a:off x="6993231" y="3943997"/>
              <a:ext cx="486920" cy="424672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45" name="Freeform: Shape 16">
                <a:extLst>
                  <a:ext uri="{FF2B5EF4-FFF2-40B4-BE49-F238E27FC236}">
                    <a16:creationId xmlns:a16="http://schemas.microsoft.com/office/drawing/2014/main" id="{DC85C68E-3BDA-4DA7-9046-7B97B0317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17">
                <a:extLst>
                  <a:ext uri="{FF2B5EF4-FFF2-40B4-BE49-F238E27FC236}">
                    <a16:creationId xmlns:a16="http://schemas.microsoft.com/office/drawing/2014/main" id="{173737DF-7F8B-4EE0-BA1B-C9149FA6D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4" name="Freeform: Shape 14">
              <a:extLst>
                <a:ext uri="{FF2B5EF4-FFF2-40B4-BE49-F238E27FC236}">
                  <a16:creationId xmlns:a16="http://schemas.microsoft.com/office/drawing/2014/main" id="{4BE1215B-940D-4FE8-82E2-5CE20CF5C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4168" y="2472432"/>
              <a:ext cx="485537" cy="36380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5" name="千图PPT彼岸天：ID 8661124库_组合 58">
            <a:extLst>
              <a:ext uri="{FF2B5EF4-FFF2-40B4-BE49-F238E27FC236}">
                <a16:creationId xmlns:a16="http://schemas.microsoft.com/office/drawing/2014/main" id="{A019D089-5C8A-4C3F-8AFC-CE62F55F942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602069" y="2010678"/>
            <a:ext cx="2749722" cy="3463424"/>
            <a:chOff x="8170814" y="1912116"/>
            <a:chExt cx="2749722" cy="3463424"/>
          </a:xfrm>
        </p:grpSpPr>
        <p:grpSp>
          <p:nvGrpSpPr>
            <p:cNvPr id="20" name="Group 59">
              <a:extLst>
                <a:ext uri="{FF2B5EF4-FFF2-40B4-BE49-F238E27FC236}">
                  <a16:creationId xmlns:a16="http://schemas.microsoft.com/office/drawing/2014/main" id="{22011D51-EE1D-4BFB-B3F7-B7253FC35E37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62">
                <a:extLst>
                  <a:ext uri="{FF2B5EF4-FFF2-40B4-BE49-F238E27FC236}">
                    <a16:creationId xmlns:a16="http://schemas.microsoft.com/office/drawing/2014/main" id="{5E9372BA-DB4D-477B-BB2A-4F4C4C17B378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69">
                  <a:extLst>
                    <a:ext uri="{FF2B5EF4-FFF2-40B4-BE49-F238E27FC236}">
                      <a16:creationId xmlns:a16="http://schemas.microsoft.com/office/drawing/2014/main" id="{6CCB2591-81B1-4307-A296-62530BCB8B83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1" name="Rectangle 70">
                  <a:extLst>
                    <a:ext uri="{FF2B5EF4-FFF2-40B4-BE49-F238E27FC236}">
                      <a16:creationId xmlns:a16="http://schemas.microsoft.com/office/drawing/2014/main" id="{252C154A-E465-439A-8A65-6E54E3E90A53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4" name="Group 63">
                <a:extLst>
                  <a:ext uri="{FF2B5EF4-FFF2-40B4-BE49-F238E27FC236}">
                    <a16:creationId xmlns:a16="http://schemas.microsoft.com/office/drawing/2014/main" id="{05021A5C-DBDB-4CCE-B6AF-7266652B7F43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67">
                  <a:extLst>
                    <a:ext uri="{FF2B5EF4-FFF2-40B4-BE49-F238E27FC236}">
                      <a16:creationId xmlns:a16="http://schemas.microsoft.com/office/drawing/2014/main" id="{8DA0353B-6D18-4456-98B8-ADF9F192CCA5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9" name="Rectangle 68">
                  <a:extLst>
                    <a:ext uri="{FF2B5EF4-FFF2-40B4-BE49-F238E27FC236}">
                      <a16:creationId xmlns:a16="http://schemas.microsoft.com/office/drawing/2014/main" id="{9C2C53F6-0DAB-4739-AF0D-F9469805D139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Group 64">
                <a:extLst>
                  <a:ext uri="{FF2B5EF4-FFF2-40B4-BE49-F238E27FC236}">
                    <a16:creationId xmlns:a16="http://schemas.microsoft.com/office/drawing/2014/main" id="{4DCE5D43-B102-49B0-B4E5-FA615E38341E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65">
                  <a:extLst>
                    <a:ext uri="{FF2B5EF4-FFF2-40B4-BE49-F238E27FC236}">
                      <a16:creationId xmlns:a16="http://schemas.microsoft.com/office/drawing/2014/main" id="{912008DE-B10E-48D7-ABB6-920BD6606C03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7" name="Rectangle 66">
                  <a:extLst>
                    <a:ext uri="{FF2B5EF4-FFF2-40B4-BE49-F238E27FC236}">
                      <a16:creationId xmlns:a16="http://schemas.microsoft.com/office/drawing/2014/main" id="{CEF21E83-D976-43B1-9304-24042C41F7E1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1" name="Straight Connector 60">
              <a:extLst>
                <a:ext uri="{FF2B5EF4-FFF2-40B4-BE49-F238E27FC236}">
                  <a16:creationId xmlns:a16="http://schemas.microsoft.com/office/drawing/2014/main" id="{BBFDD626-D5A0-4AF5-B771-88A18CEC8D41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1">
              <a:extLst>
                <a:ext uri="{FF2B5EF4-FFF2-40B4-BE49-F238E27FC236}">
                  <a16:creationId xmlns:a16="http://schemas.microsoft.com/office/drawing/2014/main" id="{1531F837-072A-4C89-B173-3135A8BCD307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千图PPT彼岸天：ID 8661124库_组合 71">
            <a:extLst>
              <a:ext uri="{FF2B5EF4-FFF2-40B4-BE49-F238E27FC236}">
                <a16:creationId xmlns:a16="http://schemas.microsoft.com/office/drawing/2014/main" id="{272A3390-8CE4-43F5-9BBF-79F473FC5BB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914156" y="2010678"/>
            <a:ext cx="2713719" cy="3463424"/>
            <a:chOff x="1307468" y="1697288"/>
            <a:chExt cx="2713719" cy="3463424"/>
          </a:xfrm>
        </p:grpSpPr>
        <p:grpSp>
          <p:nvGrpSpPr>
            <p:cNvPr id="7" name="Group 72">
              <a:extLst>
                <a:ext uri="{FF2B5EF4-FFF2-40B4-BE49-F238E27FC236}">
                  <a16:creationId xmlns:a16="http://schemas.microsoft.com/office/drawing/2014/main" id="{3B04BA94-4C4F-4099-A9C6-559DAF05FE35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76">
                <a:extLst>
                  <a:ext uri="{FF2B5EF4-FFF2-40B4-BE49-F238E27FC236}">
                    <a16:creationId xmlns:a16="http://schemas.microsoft.com/office/drawing/2014/main" id="{0F3B24DA-F4FA-41BD-A3FC-6B3EB2CF467A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83">
                  <a:extLst>
                    <a:ext uri="{FF2B5EF4-FFF2-40B4-BE49-F238E27FC236}">
                      <a16:creationId xmlns:a16="http://schemas.microsoft.com/office/drawing/2014/main" id="{F7CA5EBA-3E0E-4E3A-A2D4-60CF44945AE7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9" name="Rectangle 84">
                  <a:extLst>
                    <a:ext uri="{FF2B5EF4-FFF2-40B4-BE49-F238E27FC236}">
                      <a16:creationId xmlns:a16="http://schemas.microsoft.com/office/drawing/2014/main" id="{422EB889-C3BE-47BB-8182-5C92FA7296FB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2" name="Group 77">
                <a:extLst>
                  <a:ext uri="{FF2B5EF4-FFF2-40B4-BE49-F238E27FC236}">
                    <a16:creationId xmlns:a16="http://schemas.microsoft.com/office/drawing/2014/main" id="{8444955A-CD16-4C37-944B-EA1866A90722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81">
                  <a:extLst>
                    <a:ext uri="{FF2B5EF4-FFF2-40B4-BE49-F238E27FC236}">
                      <a16:creationId xmlns:a16="http://schemas.microsoft.com/office/drawing/2014/main" id="{15E743DB-B110-471F-BEEE-CFDB2C1E8A7F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7" name="Rectangle 82">
                  <a:extLst>
                    <a:ext uri="{FF2B5EF4-FFF2-40B4-BE49-F238E27FC236}">
                      <a16:creationId xmlns:a16="http://schemas.microsoft.com/office/drawing/2014/main" id="{998C5EFC-F6EA-490D-A402-EC7CDCA2C90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Group 78">
                <a:extLst>
                  <a:ext uri="{FF2B5EF4-FFF2-40B4-BE49-F238E27FC236}">
                    <a16:creationId xmlns:a16="http://schemas.microsoft.com/office/drawing/2014/main" id="{04D58AEE-3347-4662-BC2D-FC46C7DF0841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79">
                  <a:extLst>
                    <a:ext uri="{FF2B5EF4-FFF2-40B4-BE49-F238E27FC236}">
                      <a16:creationId xmlns:a16="http://schemas.microsoft.com/office/drawing/2014/main" id="{7AB19267-58FE-47D5-86BC-9215968747A8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5" name="Rectangle 80">
                  <a:extLst>
                    <a:ext uri="{FF2B5EF4-FFF2-40B4-BE49-F238E27FC236}">
                      <a16:creationId xmlns:a16="http://schemas.microsoft.com/office/drawing/2014/main" id="{A6D69840-0CF6-4023-9ECD-93743E60DE37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8" name="Group 73">
              <a:extLst>
                <a:ext uri="{FF2B5EF4-FFF2-40B4-BE49-F238E27FC236}">
                  <a16:creationId xmlns:a16="http://schemas.microsoft.com/office/drawing/2014/main" id="{6E0F0F35-F134-43EA-B1CE-2E9292248E53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74">
                <a:extLst>
                  <a:ext uri="{FF2B5EF4-FFF2-40B4-BE49-F238E27FC236}">
                    <a16:creationId xmlns:a16="http://schemas.microsoft.com/office/drawing/2014/main" id="{F6C67D71-B207-45A9-A6A4-F4A09A51FABF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75">
                <a:extLst>
                  <a:ext uri="{FF2B5EF4-FFF2-40B4-BE49-F238E27FC236}">
                    <a16:creationId xmlns:a16="http://schemas.microsoft.com/office/drawing/2014/main" id="{1A2B27A0-1F42-4D48-BA09-CF40FDDAC3D9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68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">
            <a:extLst>
              <a:ext uri="{FF2B5EF4-FFF2-40B4-BE49-F238E27FC236}">
                <a16:creationId xmlns:a16="http://schemas.microsoft.com/office/drawing/2014/main" id="{6074616A-86D6-4E76-B24C-04BE398704D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939456" y="1871200"/>
            <a:ext cx="4313091" cy="3423376"/>
            <a:chOff x="3939456" y="2099548"/>
            <a:chExt cx="4313091" cy="3423376"/>
          </a:xfrm>
        </p:grpSpPr>
        <p:sp>
          <p:nvSpPr>
            <p:cNvPr id="32" name="Freeform: Shape 2">
              <a:extLst>
                <a:ext uri="{FF2B5EF4-FFF2-40B4-BE49-F238E27FC236}">
                  <a16:creationId xmlns:a16="http://schemas.microsoft.com/office/drawing/2014/main" id="{2FB4BE97-DD9C-4B39-9212-FDC750F61B4E}"/>
                </a:ext>
              </a:extLst>
            </p:cNvPr>
            <p:cNvSpPr/>
            <p:nvPr/>
          </p:nvSpPr>
          <p:spPr>
            <a:xfrm>
              <a:off x="4348427" y="2099548"/>
              <a:ext cx="3423297" cy="3423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9" y="101"/>
                  </a:moveTo>
                  <a:cubicBezTo>
                    <a:pt x="11049" y="101"/>
                    <a:pt x="11048" y="101"/>
                    <a:pt x="11048" y="101"/>
                  </a:cubicBezTo>
                  <a:cubicBezTo>
                    <a:pt x="10966" y="99"/>
                    <a:pt x="10882" y="98"/>
                    <a:pt x="10800" y="98"/>
                  </a:cubicBezTo>
                  <a:lnTo>
                    <a:pt x="10788" y="98"/>
                  </a:lnTo>
                  <a:cubicBezTo>
                    <a:pt x="10761" y="98"/>
                    <a:pt x="10739" y="76"/>
                    <a:pt x="10739" y="49"/>
                  </a:cubicBezTo>
                  <a:cubicBezTo>
                    <a:pt x="10739" y="22"/>
                    <a:pt x="10761" y="0"/>
                    <a:pt x="10788" y="0"/>
                  </a:cubicBezTo>
                  <a:lnTo>
                    <a:pt x="10800" y="0"/>
                  </a:lnTo>
                  <a:cubicBezTo>
                    <a:pt x="10883" y="0"/>
                    <a:pt x="10967" y="1"/>
                    <a:pt x="11050" y="3"/>
                  </a:cubicBezTo>
                  <a:cubicBezTo>
                    <a:pt x="11077" y="3"/>
                    <a:pt x="11099" y="26"/>
                    <a:pt x="11098" y="53"/>
                  </a:cubicBezTo>
                  <a:cubicBezTo>
                    <a:pt x="11097" y="80"/>
                    <a:pt x="11076" y="101"/>
                    <a:pt x="11049" y="101"/>
                  </a:cubicBezTo>
                  <a:close/>
                  <a:moveTo>
                    <a:pt x="10266" y="111"/>
                  </a:moveTo>
                  <a:cubicBezTo>
                    <a:pt x="10240" y="111"/>
                    <a:pt x="10218" y="91"/>
                    <a:pt x="10217" y="64"/>
                  </a:cubicBezTo>
                  <a:cubicBezTo>
                    <a:pt x="10216" y="37"/>
                    <a:pt x="10237" y="14"/>
                    <a:pt x="10264" y="13"/>
                  </a:cubicBezTo>
                  <a:cubicBezTo>
                    <a:pt x="10351" y="9"/>
                    <a:pt x="10439" y="6"/>
                    <a:pt x="10526" y="3"/>
                  </a:cubicBezTo>
                  <a:cubicBezTo>
                    <a:pt x="10553" y="2"/>
                    <a:pt x="10575" y="24"/>
                    <a:pt x="10576" y="51"/>
                  </a:cubicBezTo>
                  <a:cubicBezTo>
                    <a:pt x="10577" y="78"/>
                    <a:pt x="10555" y="101"/>
                    <a:pt x="10528" y="101"/>
                  </a:cubicBezTo>
                  <a:cubicBezTo>
                    <a:pt x="10442" y="103"/>
                    <a:pt x="10355" y="107"/>
                    <a:pt x="10268" y="111"/>
                  </a:cubicBezTo>
                  <a:cubicBezTo>
                    <a:pt x="10268" y="111"/>
                    <a:pt x="10267" y="111"/>
                    <a:pt x="10266" y="111"/>
                  </a:cubicBezTo>
                  <a:close/>
                  <a:moveTo>
                    <a:pt x="11571" y="125"/>
                  </a:moveTo>
                  <a:cubicBezTo>
                    <a:pt x="11570" y="125"/>
                    <a:pt x="11568" y="125"/>
                    <a:pt x="11567" y="125"/>
                  </a:cubicBezTo>
                  <a:cubicBezTo>
                    <a:pt x="11481" y="119"/>
                    <a:pt x="11394" y="114"/>
                    <a:pt x="11308" y="110"/>
                  </a:cubicBezTo>
                  <a:cubicBezTo>
                    <a:pt x="11281" y="109"/>
                    <a:pt x="11260" y="86"/>
                    <a:pt x="11261" y="59"/>
                  </a:cubicBezTo>
                  <a:cubicBezTo>
                    <a:pt x="11262" y="32"/>
                    <a:pt x="11285" y="11"/>
                    <a:pt x="11312" y="12"/>
                  </a:cubicBezTo>
                  <a:cubicBezTo>
                    <a:pt x="11399" y="16"/>
                    <a:pt x="11487" y="21"/>
                    <a:pt x="11574" y="27"/>
                  </a:cubicBezTo>
                  <a:cubicBezTo>
                    <a:pt x="11601" y="29"/>
                    <a:pt x="11621" y="53"/>
                    <a:pt x="11620" y="80"/>
                  </a:cubicBezTo>
                  <a:cubicBezTo>
                    <a:pt x="11618" y="105"/>
                    <a:pt x="11596" y="125"/>
                    <a:pt x="11571" y="125"/>
                  </a:cubicBezTo>
                  <a:close/>
                  <a:moveTo>
                    <a:pt x="9745" y="149"/>
                  </a:moveTo>
                  <a:cubicBezTo>
                    <a:pt x="9720" y="149"/>
                    <a:pt x="9699" y="130"/>
                    <a:pt x="9696" y="105"/>
                  </a:cubicBezTo>
                  <a:cubicBezTo>
                    <a:pt x="9694" y="78"/>
                    <a:pt x="9714" y="54"/>
                    <a:pt x="9740" y="51"/>
                  </a:cubicBezTo>
                  <a:cubicBezTo>
                    <a:pt x="9827" y="43"/>
                    <a:pt x="9915" y="35"/>
                    <a:pt x="10002" y="29"/>
                  </a:cubicBezTo>
                  <a:cubicBezTo>
                    <a:pt x="10029" y="28"/>
                    <a:pt x="10052" y="47"/>
                    <a:pt x="10054" y="74"/>
                  </a:cubicBezTo>
                  <a:cubicBezTo>
                    <a:pt x="10056" y="101"/>
                    <a:pt x="10036" y="125"/>
                    <a:pt x="10009" y="127"/>
                  </a:cubicBezTo>
                  <a:cubicBezTo>
                    <a:pt x="9923" y="133"/>
                    <a:pt x="9836" y="140"/>
                    <a:pt x="9750" y="149"/>
                  </a:cubicBezTo>
                  <a:cubicBezTo>
                    <a:pt x="9748" y="149"/>
                    <a:pt x="9747" y="149"/>
                    <a:pt x="9745" y="149"/>
                  </a:cubicBezTo>
                  <a:close/>
                  <a:moveTo>
                    <a:pt x="12091" y="175"/>
                  </a:moveTo>
                  <a:cubicBezTo>
                    <a:pt x="12089" y="175"/>
                    <a:pt x="12087" y="174"/>
                    <a:pt x="12085" y="174"/>
                  </a:cubicBezTo>
                  <a:cubicBezTo>
                    <a:pt x="11999" y="164"/>
                    <a:pt x="11912" y="155"/>
                    <a:pt x="11826" y="147"/>
                  </a:cubicBezTo>
                  <a:cubicBezTo>
                    <a:pt x="11799" y="144"/>
                    <a:pt x="11780" y="120"/>
                    <a:pt x="11782" y="93"/>
                  </a:cubicBezTo>
                  <a:cubicBezTo>
                    <a:pt x="11785" y="66"/>
                    <a:pt x="11809" y="46"/>
                    <a:pt x="11836" y="49"/>
                  </a:cubicBezTo>
                  <a:cubicBezTo>
                    <a:pt x="11922" y="57"/>
                    <a:pt x="12010" y="67"/>
                    <a:pt x="12096" y="77"/>
                  </a:cubicBezTo>
                  <a:cubicBezTo>
                    <a:pt x="12123" y="80"/>
                    <a:pt x="12142" y="105"/>
                    <a:pt x="12139" y="131"/>
                  </a:cubicBezTo>
                  <a:cubicBezTo>
                    <a:pt x="12136" y="156"/>
                    <a:pt x="12115" y="175"/>
                    <a:pt x="12091" y="175"/>
                  </a:cubicBezTo>
                  <a:close/>
                  <a:moveTo>
                    <a:pt x="9227" y="212"/>
                  </a:moveTo>
                  <a:cubicBezTo>
                    <a:pt x="9203" y="212"/>
                    <a:pt x="9182" y="195"/>
                    <a:pt x="9178" y="170"/>
                  </a:cubicBezTo>
                  <a:cubicBezTo>
                    <a:pt x="9174" y="144"/>
                    <a:pt x="9193" y="119"/>
                    <a:pt x="9220" y="115"/>
                  </a:cubicBezTo>
                  <a:cubicBezTo>
                    <a:pt x="9306" y="102"/>
                    <a:pt x="9394" y="90"/>
                    <a:pt x="9480" y="80"/>
                  </a:cubicBezTo>
                  <a:cubicBezTo>
                    <a:pt x="9507" y="77"/>
                    <a:pt x="9531" y="96"/>
                    <a:pt x="9534" y="123"/>
                  </a:cubicBezTo>
                  <a:cubicBezTo>
                    <a:pt x="9538" y="149"/>
                    <a:pt x="9518" y="174"/>
                    <a:pt x="9492" y="177"/>
                  </a:cubicBezTo>
                  <a:cubicBezTo>
                    <a:pt x="9406" y="188"/>
                    <a:pt x="9319" y="199"/>
                    <a:pt x="9234" y="212"/>
                  </a:cubicBezTo>
                  <a:cubicBezTo>
                    <a:pt x="9232" y="212"/>
                    <a:pt x="9229" y="212"/>
                    <a:pt x="9227" y="212"/>
                  </a:cubicBezTo>
                  <a:close/>
                  <a:moveTo>
                    <a:pt x="12607" y="249"/>
                  </a:moveTo>
                  <a:cubicBezTo>
                    <a:pt x="12605" y="249"/>
                    <a:pt x="12602" y="249"/>
                    <a:pt x="12599" y="249"/>
                  </a:cubicBezTo>
                  <a:cubicBezTo>
                    <a:pt x="12514" y="234"/>
                    <a:pt x="12428" y="221"/>
                    <a:pt x="12342" y="208"/>
                  </a:cubicBezTo>
                  <a:cubicBezTo>
                    <a:pt x="12316" y="204"/>
                    <a:pt x="12297" y="180"/>
                    <a:pt x="12301" y="153"/>
                  </a:cubicBezTo>
                  <a:cubicBezTo>
                    <a:pt x="12305" y="126"/>
                    <a:pt x="12330" y="107"/>
                    <a:pt x="12356" y="111"/>
                  </a:cubicBezTo>
                  <a:cubicBezTo>
                    <a:pt x="12442" y="124"/>
                    <a:pt x="12530" y="137"/>
                    <a:pt x="12616" y="152"/>
                  </a:cubicBezTo>
                  <a:cubicBezTo>
                    <a:pt x="12642" y="156"/>
                    <a:pt x="12660" y="182"/>
                    <a:pt x="12656" y="208"/>
                  </a:cubicBezTo>
                  <a:cubicBezTo>
                    <a:pt x="12652" y="232"/>
                    <a:pt x="12631" y="249"/>
                    <a:pt x="12607" y="249"/>
                  </a:cubicBezTo>
                  <a:close/>
                  <a:moveTo>
                    <a:pt x="8712" y="301"/>
                  </a:moveTo>
                  <a:cubicBezTo>
                    <a:pt x="8689" y="301"/>
                    <a:pt x="8669" y="284"/>
                    <a:pt x="8664" y="261"/>
                  </a:cubicBezTo>
                  <a:cubicBezTo>
                    <a:pt x="8659" y="234"/>
                    <a:pt x="8676" y="209"/>
                    <a:pt x="8703" y="203"/>
                  </a:cubicBezTo>
                  <a:cubicBezTo>
                    <a:pt x="8788" y="187"/>
                    <a:pt x="8875" y="171"/>
                    <a:pt x="8961" y="156"/>
                  </a:cubicBezTo>
                  <a:cubicBezTo>
                    <a:pt x="8987" y="151"/>
                    <a:pt x="9013" y="169"/>
                    <a:pt x="9017" y="196"/>
                  </a:cubicBezTo>
                  <a:cubicBezTo>
                    <a:pt x="9022" y="223"/>
                    <a:pt x="9004" y="248"/>
                    <a:pt x="8977" y="253"/>
                  </a:cubicBezTo>
                  <a:cubicBezTo>
                    <a:pt x="8892" y="267"/>
                    <a:pt x="8806" y="283"/>
                    <a:pt x="8722" y="300"/>
                  </a:cubicBezTo>
                  <a:cubicBezTo>
                    <a:pt x="8718" y="300"/>
                    <a:pt x="8715" y="301"/>
                    <a:pt x="8712" y="301"/>
                  </a:cubicBezTo>
                  <a:close/>
                  <a:moveTo>
                    <a:pt x="13120" y="349"/>
                  </a:moveTo>
                  <a:cubicBezTo>
                    <a:pt x="13117" y="349"/>
                    <a:pt x="13113" y="349"/>
                    <a:pt x="13109" y="348"/>
                  </a:cubicBezTo>
                  <a:cubicBezTo>
                    <a:pt x="13025" y="329"/>
                    <a:pt x="12939" y="311"/>
                    <a:pt x="12855" y="295"/>
                  </a:cubicBezTo>
                  <a:cubicBezTo>
                    <a:pt x="12828" y="290"/>
                    <a:pt x="12811" y="264"/>
                    <a:pt x="12816" y="238"/>
                  </a:cubicBezTo>
                  <a:cubicBezTo>
                    <a:pt x="12821" y="211"/>
                    <a:pt x="12847" y="194"/>
                    <a:pt x="12874" y="199"/>
                  </a:cubicBezTo>
                  <a:cubicBezTo>
                    <a:pt x="12959" y="215"/>
                    <a:pt x="13045" y="233"/>
                    <a:pt x="13130" y="252"/>
                  </a:cubicBezTo>
                  <a:cubicBezTo>
                    <a:pt x="13157" y="258"/>
                    <a:pt x="13174" y="284"/>
                    <a:pt x="13168" y="310"/>
                  </a:cubicBezTo>
                  <a:cubicBezTo>
                    <a:pt x="13163" y="333"/>
                    <a:pt x="13142" y="349"/>
                    <a:pt x="13120" y="349"/>
                  </a:cubicBezTo>
                  <a:close/>
                  <a:moveTo>
                    <a:pt x="8202" y="414"/>
                  </a:moveTo>
                  <a:cubicBezTo>
                    <a:pt x="8180" y="414"/>
                    <a:pt x="8160" y="399"/>
                    <a:pt x="8155" y="377"/>
                  </a:cubicBezTo>
                  <a:cubicBezTo>
                    <a:pt x="8148" y="350"/>
                    <a:pt x="8164" y="324"/>
                    <a:pt x="8191" y="317"/>
                  </a:cubicBezTo>
                  <a:cubicBezTo>
                    <a:pt x="8275" y="296"/>
                    <a:pt x="8361" y="276"/>
                    <a:pt x="8446" y="257"/>
                  </a:cubicBezTo>
                  <a:cubicBezTo>
                    <a:pt x="8472" y="251"/>
                    <a:pt x="8499" y="268"/>
                    <a:pt x="8504" y="294"/>
                  </a:cubicBezTo>
                  <a:cubicBezTo>
                    <a:pt x="8510" y="321"/>
                    <a:pt x="8494" y="347"/>
                    <a:pt x="8467" y="353"/>
                  </a:cubicBezTo>
                  <a:cubicBezTo>
                    <a:pt x="8383" y="372"/>
                    <a:pt x="8298" y="392"/>
                    <a:pt x="8214" y="412"/>
                  </a:cubicBezTo>
                  <a:cubicBezTo>
                    <a:pt x="8210" y="413"/>
                    <a:pt x="8206" y="414"/>
                    <a:pt x="8202" y="414"/>
                  </a:cubicBezTo>
                  <a:close/>
                  <a:moveTo>
                    <a:pt x="13627" y="474"/>
                  </a:moveTo>
                  <a:cubicBezTo>
                    <a:pt x="13623" y="474"/>
                    <a:pt x="13619" y="473"/>
                    <a:pt x="13614" y="472"/>
                  </a:cubicBezTo>
                  <a:cubicBezTo>
                    <a:pt x="13531" y="449"/>
                    <a:pt x="13446" y="427"/>
                    <a:pt x="13363" y="407"/>
                  </a:cubicBezTo>
                  <a:cubicBezTo>
                    <a:pt x="13336" y="400"/>
                    <a:pt x="13320" y="374"/>
                    <a:pt x="13327" y="347"/>
                  </a:cubicBezTo>
                  <a:cubicBezTo>
                    <a:pt x="13333" y="321"/>
                    <a:pt x="13360" y="305"/>
                    <a:pt x="13386" y="312"/>
                  </a:cubicBezTo>
                  <a:cubicBezTo>
                    <a:pt x="13470" y="332"/>
                    <a:pt x="13556" y="354"/>
                    <a:pt x="13640" y="377"/>
                  </a:cubicBezTo>
                  <a:cubicBezTo>
                    <a:pt x="13666" y="384"/>
                    <a:pt x="13681" y="411"/>
                    <a:pt x="13674" y="437"/>
                  </a:cubicBezTo>
                  <a:cubicBezTo>
                    <a:pt x="13668" y="459"/>
                    <a:pt x="13649" y="474"/>
                    <a:pt x="13627" y="474"/>
                  </a:cubicBezTo>
                  <a:close/>
                  <a:moveTo>
                    <a:pt x="7699" y="552"/>
                  </a:moveTo>
                  <a:cubicBezTo>
                    <a:pt x="7678" y="552"/>
                    <a:pt x="7658" y="538"/>
                    <a:pt x="7652" y="517"/>
                  </a:cubicBezTo>
                  <a:cubicBezTo>
                    <a:pt x="7644" y="491"/>
                    <a:pt x="7659" y="464"/>
                    <a:pt x="7685" y="456"/>
                  </a:cubicBezTo>
                  <a:cubicBezTo>
                    <a:pt x="7768" y="431"/>
                    <a:pt x="7853" y="407"/>
                    <a:pt x="7937" y="384"/>
                  </a:cubicBezTo>
                  <a:cubicBezTo>
                    <a:pt x="7963" y="376"/>
                    <a:pt x="7990" y="392"/>
                    <a:pt x="7997" y="418"/>
                  </a:cubicBezTo>
                  <a:cubicBezTo>
                    <a:pt x="8004" y="444"/>
                    <a:pt x="7989" y="471"/>
                    <a:pt x="7963" y="478"/>
                  </a:cubicBezTo>
                  <a:cubicBezTo>
                    <a:pt x="7880" y="501"/>
                    <a:pt x="7796" y="525"/>
                    <a:pt x="7713" y="550"/>
                  </a:cubicBezTo>
                  <a:cubicBezTo>
                    <a:pt x="7708" y="551"/>
                    <a:pt x="7704" y="552"/>
                    <a:pt x="7699" y="552"/>
                  </a:cubicBezTo>
                  <a:close/>
                  <a:moveTo>
                    <a:pt x="14127" y="623"/>
                  </a:moveTo>
                  <a:cubicBezTo>
                    <a:pt x="14122" y="623"/>
                    <a:pt x="14117" y="622"/>
                    <a:pt x="14112" y="620"/>
                  </a:cubicBezTo>
                  <a:cubicBezTo>
                    <a:pt x="14030" y="594"/>
                    <a:pt x="13947" y="568"/>
                    <a:pt x="13864" y="543"/>
                  </a:cubicBezTo>
                  <a:cubicBezTo>
                    <a:pt x="13838" y="535"/>
                    <a:pt x="13824" y="508"/>
                    <a:pt x="13831" y="482"/>
                  </a:cubicBezTo>
                  <a:cubicBezTo>
                    <a:pt x="13839" y="456"/>
                    <a:pt x="13866" y="442"/>
                    <a:pt x="13892" y="449"/>
                  </a:cubicBezTo>
                  <a:cubicBezTo>
                    <a:pt x="13976" y="474"/>
                    <a:pt x="14060" y="500"/>
                    <a:pt x="14143" y="527"/>
                  </a:cubicBezTo>
                  <a:cubicBezTo>
                    <a:pt x="14168" y="536"/>
                    <a:pt x="14182" y="563"/>
                    <a:pt x="14174" y="589"/>
                  </a:cubicBezTo>
                  <a:cubicBezTo>
                    <a:pt x="14167" y="610"/>
                    <a:pt x="14148" y="623"/>
                    <a:pt x="14127" y="623"/>
                  </a:cubicBezTo>
                  <a:close/>
                  <a:moveTo>
                    <a:pt x="7203" y="715"/>
                  </a:moveTo>
                  <a:cubicBezTo>
                    <a:pt x="7183" y="715"/>
                    <a:pt x="7164" y="702"/>
                    <a:pt x="7157" y="682"/>
                  </a:cubicBezTo>
                  <a:cubicBezTo>
                    <a:pt x="7147" y="656"/>
                    <a:pt x="7161" y="628"/>
                    <a:pt x="7186" y="619"/>
                  </a:cubicBezTo>
                  <a:cubicBezTo>
                    <a:pt x="7269" y="590"/>
                    <a:pt x="7352" y="562"/>
                    <a:pt x="7435" y="535"/>
                  </a:cubicBezTo>
                  <a:cubicBezTo>
                    <a:pt x="7460" y="526"/>
                    <a:pt x="7488" y="540"/>
                    <a:pt x="7496" y="566"/>
                  </a:cubicBezTo>
                  <a:cubicBezTo>
                    <a:pt x="7505" y="592"/>
                    <a:pt x="7491" y="619"/>
                    <a:pt x="7465" y="628"/>
                  </a:cubicBezTo>
                  <a:cubicBezTo>
                    <a:pt x="7383" y="655"/>
                    <a:pt x="7301" y="683"/>
                    <a:pt x="7219" y="712"/>
                  </a:cubicBezTo>
                  <a:cubicBezTo>
                    <a:pt x="7214" y="714"/>
                    <a:pt x="7208" y="715"/>
                    <a:pt x="7203" y="715"/>
                  </a:cubicBezTo>
                  <a:close/>
                  <a:moveTo>
                    <a:pt x="14622" y="797"/>
                  </a:moveTo>
                  <a:cubicBezTo>
                    <a:pt x="14616" y="797"/>
                    <a:pt x="14610" y="796"/>
                    <a:pt x="14604" y="794"/>
                  </a:cubicBezTo>
                  <a:cubicBezTo>
                    <a:pt x="14523" y="763"/>
                    <a:pt x="14441" y="733"/>
                    <a:pt x="14359" y="704"/>
                  </a:cubicBezTo>
                  <a:cubicBezTo>
                    <a:pt x="14334" y="695"/>
                    <a:pt x="14320" y="667"/>
                    <a:pt x="14329" y="642"/>
                  </a:cubicBezTo>
                  <a:cubicBezTo>
                    <a:pt x="14338" y="616"/>
                    <a:pt x="14366" y="603"/>
                    <a:pt x="14392" y="612"/>
                  </a:cubicBezTo>
                  <a:cubicBezTo>
                    <a:pt x="14474" y="641"/>
                    <a:pt x="14557" y="671"/>
                    <a:pt x="14639" y="702"/>
                  </a:cubicBezTo>
                  <a:cubicBezTo>
                    <a:pt x="14664" y="712"/>
                    <a:pt x="14677" y="740"/>
                    <a:pt x="14667" y="765"/>
                  </a:cubicBezTo>
                  <a:cubicBezTo>
                    <a:pt x="14660" y="785"/>
                    <a:pt x="14641" y="797"/>
                    <a:pt x="14622" y="797"/>
                  </a:cubicBezTo>
                  <a:close/>
                  <a:moveTo>
                    <a:pt x="6715" y="901"/>
                  </a:moveTo>
                  <a:cubicBezTo>
                    <a:pt x="6696" y="901"/>
                    <a:pt x="6677" y="890"/>
                    <a:pt x="6670" y="871"/>
                  </a:cubicBezTo>
                  <a:cubicBezTo>
                    <a:pt x="6659" y="846"/>
                    <a:pt x="6671" y="817"/>
                    <a:pt x="6696" y="807"/>
                  </a:cubicBezTo>
                  <a:cubicBezTo>
                    <a:pt x="6777" y="774"/>
                    <a:pt x="6859" y="741"/>
                    <a:pt x="6940" y="710"/>
                  </a:cubicBezTo>
                  <a:cubicBezTo>
                    <a:pt x="6965" y="700"/>
                    <a:pt x="6994" y="713"/>
                    <a:pt x="7003" y="738"/>
                  </a:cubicBezTo>
                  <a:cubicBezTo>
                    <a:pt x="7013" y="764"/>
                    <a:pt x="7000" y="792"/>
                    <a:pt x="6975" y="802"/>
                  </a:cubicBezTo>
                  <a:cubicBezTo>
                    <a:pt x="6894" y="833"/>
                    <a:pt x="6813" y="865"/>
                    <a:pt x="6734" y="897"/>
                  </a:cubicBezTo>
                  <a:cubicBezTo>
                    <a:pt x="6727" y="900"/>
                    <a:pt x="6721" y="901"/>
                    <a:pt x="6715" y="901"/>
                  </a:cubicBezTo>
                  <a:close/>
                  <a:moveTo>
                    <a:pt x="15106" y="995"/>
                  </a:moveTo>
                  <a:cubicBezTo>
                    <a:pt x="15100" y="995"/>
                    <a:pt x="15093" y="994"/>
                    <a:pt x="15087" y="991"/>
                  </a:cubicBezTo>
                  <a:cubicBezTo>
                    <a:pt x="15007" y="956"/>
                    <a:pt x="14926" y="922"/>
                    <a:pt x="14847" y="889"/>
                  </a:cubicBezTo>
                  <a:cubicBezTo>
                    <a:pt x="14822" y="879"/>
                    <a:pt x="14810" y="851"/>
                    <a:pt x="14820" y="826"/>
                  </a:cubicBezTo>
                  <a:cubicBezTo>
                    <a:pt x="14830" y="801"/>
                    <a:pt x="14859" y="789"/>
                    <a:pt x="14884" y="799"/>
                  </a:cubicBezTo>
                  <a:cubicBezTo>
                    <a:pt x="14964" y="832"/>
                    <a:pt x="15046" y="866"/>
                    <a:pt x="15126" y="901"/>
                  </a:cubicBezTo>
                  <a:cubicBezTo>
                    <a:pt x="15151" y="912"/>
                    <a:pt x="15162" y="941"/>
                    <a:pt x="15151" y="966"/>
                  </a:cubicBezTo>
                  <a:cubicBezTo>
                    <a:pt x="15143" y="984"/>
                    <a:pt x="15125" y="995"/>
                    <a:pt x="15106" y="995"/>
                  </a:cubicBezTo>
                  <a:close/>
                  <a:moveTo>
                    <a:pt x="6239" y="1111"/>
                  </a:moveTo>
                  <a:cubicBezTo>
                    <a:pt x="6220" y="1111"/>
                    <a:pt x="6203" y="1100"/>
                    <a:pt x="6194" y="1083"/>
                  </a:cubicBezTo>
                  <a:cubicBezTo>
                    <a:pt x="6183" y="1058"/>
                    <a:pt x="6193" y="1029"/>
                    <a:pt x="6218" y="1017"/>
                  </a:cubicBezTo>
                  <a:cubicBezTo>
                    <a:pt x="6296" y="981"/>
                    <a:pt x="6376" y="944"/>
                    <a:pt x="6456" y="909"/>
                  </a:cubicBezTo>
                  <a:cubicBezTo>
                    <a:pt x="6480" y="898"/>
                    <a:pt x="6509" y="910"/>
                    <a:pt x="6520" y="934"/>
                  </a:cubicBezTo>
                  <a:cubicBezTo>
                    <a:pt x="6531" y="959"/>
                    <a:pt x="6520" y="988"/>
                    <a:pt x="6495" y="999"/>
                  </a:cubicBezTo>
                  <a:cubicBezTo>
                    <a:pt x="6416" y="1034"/>
                    <a:pt x="6337" y="1070"/>
                    <a:pt x="6259" y="1106"/>
                  </a:cubicBezTo>
                  <a:cubicBezTo>
                    <a:pt x="6253" y="1109"/>
                    <a:pt x="6246" y="1111"/>
                    <a:pt x="6239" y="1111"/>
                  </a:cubicBezTo>
                  <a:close/>
                  <a:moveTo>
                    <a:pt x="15581" y="1217"/>
                  </a:moveTo>
                  <a:cubicBezTo>
                    <a:pt x="15573" y="1217"/>
                    <a:pt x="15566" y="1215"/>
                    <a:pt x="15559" y="1212"/>
                  </a:cubicBezTo>
                  <a:cubicBezTo>
                    <a:pt x="15481" y="1173"/>
                    <a:pt x="15402" y="1135"/>
                    <a:pt x="15324" y="1098"/>
                  </a:cubicBezTo>
                  <a:cubicBezTo>
                    <a:pt x="15300" y="1087"/>
                    <a:pt x="15289" y="1058"/>
                    <a:pt x="15301" y="1033"/>
                  </a:cubicBezTo>
                  <a:cubicBezTo>
                    <a:pt x="15312" y="1009"/>
                    <a:pt x="15341" y="998"/>
                    <a:pt x="15366" y="1010"/>
                  </a:cubicBezTo>
                  <a:cubicBezTo>
                    <a:pt x="15445" y="1047"/>
                    <a:pt x="15524" y="1085"/>
                    <a:pt x="15602" y="1124"/>
                  </a:cubicBezTo>
                  <a:cubicBezTo>
                    <a:pt x="15627" y="1136"/>
                    <a:pt x="15637" y="1165"/>
                    <a:pt x="15624" y="1190"/>
                  </a:cubicBezTo>
                  <a:cubicBezTo>
                    <a:pt x="15616" y="1207"/>
                    <a:pt x="15599" y="1217"/>
                    <a:pt x="15581" y="1217"/>
                  </a:cubicBezTo>
                  <a:close/>
                  <a:moveTo>
                    <a:pt x="5773" y="1343"/>
                  </a:moveTo>
                  <a:cubicBezTo>
                    <a:pt x="5755" y="1343"/>
                    <a:pt x="5738" y="1334"/>
                    <a:pt x="5729" y="1317"/>
                  </a:cubicBezTo>
                  <a:cubicBezTo>
                    <a:pt x="5717" y="1293"/>
                    <a:pt x="5726" y="1264"/>
                    <a:pt x="5750" y="1251"/>
                  </a:cubicBezTo>
                  <a:cubicBezTo>
                    <a:pt x="5827" y="1210"/>
                    <a:pt x="5905" y="1170"/>
                    <a:pt x="5982" y="1131"/>
                  </a:cubicBezTo>
                  <a:cubicBezTo>
                    <a:pt x="6006" y="1119"/>
                    <a:pt x="6036" y="1129"/>
                    <a:pt x="6048" y="1153"/>
                  </a:cubicBezTo>
                  <a:cubicBezTo>
                    <a:pt x="6060" y="1178"/>
                    <a:pt x="6050" y="1207"/>
                    <a:pt x="6026" y="1219"/>
                  </a:cubicBezTo>
                  <a:cubicBezTo>
                    <a:pt x="5949" y="1257"/>
                    <a:pt x="5872" y="1297"/>
                    <a:pt x="5796" y="1338"/>
                  </a:cubicBezTo>
                  <a:cubicBezTo>
                    <a:pt x="5788" y="1341"/>
                    <a:pt x="5780" y="1343"/>
                    <a:pt x="5773" y="1343"/>
                  </a:cubicBezTo>
                  <a:close/>
                  <a:moveTo>
                    <a:pt x="16043" y="1461"/>
                  </a:moveTo>
                  <a:cubicBezTo>
                    <a:pt x="16035" y="1461"/>
                    <a:pt x="16027" y="1459"/>
                    <a:pt x="16019" y="1455"/>
                  </a:cubicBezTo>
                  <a:cubicBezTo>
                    <a:pt x="15944" y="1412"/>
                    <a:pt x="15867" y="1371"/>
                    <a:pt x="15791" y="1330"/>
                  </a:cubicBezTo>
                  <a:cubicBezTo>
                    <a:pt x="15767" y="1318"/>
                    <a:pt x="15758" y="1288"/>
                    <a:pt x="15770" y="1264"/>
                  </a:cubicBezTo>
                  <a:cubicBezTo>
                    <a:pt x="15783" y="1240"/>
                    <a:pt x="15813" y="1231"/>
                    <a:pt x="15836" y="1244"/>
                  </a:cubicBezTo>
                  <a:cubicBezTo>
                    <a:pt x="15913" y="1284"/>
                    <a:pt x="15991" y="1327"/>
                    <a:pt x="16067" y="1369"/>
                  </a:cubicBezTo>
                  <a:cubicBezTo>
                    <a:pt x="16091" y="1383"/>
                    <a:pt x="16099" y="1412"/>
                    <a:pt x="16086" y="1436"/>
                  </a:cubicBezTo>
                  <a:cubicBezTo>
                    <a:pt x="16077" y="1452"/>
                    <a:pt x="16060" y="1461"/>
                    <a:pt x="16043" y="1461"/>
                  </a:cubicBezTo>
                  <a:close/>
                  <a:moveTo>
                    <a:pt x="5318" y="1598"/>
                  </a:moveTo>
                  <a:cubicBezTo>
                    <a:pt x="5302" y="1598"/>
                    <a:pt x="5285" y="1590"/>
                    <a:pt x="5276" y="1574"/>
                  </a:cubicBezTo>
                  <a:cubicBezTo>
                    <a:pt x="5262" y="1551"/>
                    <a:pt x="5270" y="1521"/>
                    <a:pt x="5293" y="1507"/>
                  </a:cubicBezTo>
                  <a:cubicBezTo>
                    <a:pt x="5368" y="1463"/>
                    <a:pt x="5444" y="1419"/>
                    <a:pt x="5520" y="1376"/>
                  </a:cubicBezTo>
                  <a:cubicBezTo>
                    <a:pt x="5544" y="1363"/>
                    <a:pt x="5573" y="1372"/>
                    <a:pt x="5587" y="1395"/>
                  </a:cubicBezTo>
                  <a:cubicBezTo>
                    <a:pt x="5600" y="1419"/>
                    <a:pt x="5592" y="1449"/>
                    <a:pt x="5568" y="1462"/>
                  </a:cubicBezTo>
                  <a:cubicBezTo>
                    <a:pt x="5493" y="1504"/>
                    <a:pt x="5417" y="1547"/>
                    <a:pt x="5343" y="1591"/>
                  </a:cubicBezTo>
                  <a:cubicBezTo>
                    <a:pt x="5336" y="1596"/>
                    <a:pt x="5327" y="1598"/>
                    <a:pt x="5318" y="1598"/>
                  </a:cubicBezTo>
                  <a:close/>
                  <a:moveTo>
                    <a:pt x="16493" y="1728"/>
                  </a:moveTo>
                  <a:cubicBezTo>
                    <a:pt x="16484" y="1728"/>
                    <a:pt x="16476" y="1725"/>
                    <a:pt x="16467" y="1720"/>
                  </a:cubicBezTo>
                  <a:cubicBezTo>
                    <a:pt x="16394" y="1674"/>
                    <a:pt x="16319" y="1629"/>
                    <a:pt x="16245" y="1585"/>
                  </a:cubicBezTo>
                  <a:cubicBezTo>
                    <a:pt x="16222" y="1571"/>
                    <a:pt x="16214" y="1541"/>
                    <a:pt x="16228" y="1518"/>
                  </a:cubicBezTo>
                  <a:cubicBezTo>
                    <a:pt x="16242" y="1494"/>
                    <a:pt x="16272" y="1487"/>
                    <a:pt x="16295" y="1500"/>
                  </a:cubicBezTo>
                  <a:cubicBezTo>
                    <a:pt x="16370" y="1545"/>
                    <a:pt x="16445" y="1591"/>
                    <a:pt x="16519" y="1637"/>
                  </a:cubicBezTo>
                  <a:cubicBezTo>
                    <a:pt x="16542" y="1651"/>
                    <a:pt x="16549" y="1682"/>
                    <a:pt x="16535" y="1705"/>
                  </a:cubicBezTo>
                  <a:cubicBezTo>
                    <a:pt x="16526" y="1719"/>
                    <a:pt x="16510" y="1728"/>
                    <a:pt x="16493" y="1728"/>
                  </a:cubicBezTo>
                  <a:close/>
                  <a:moveTo>
                    <a:pt x="4877" y="1875"/>
                  </a:moveTo>
                  <a:cubicBezTo>
                    <a:pt x="4861" y="1875"/>
                    <a:pt x="4845" y="1868"/>
                    <a:pt x="4836" y="1853"/>
                  </a:cubicBezTo>
                  <a:cubicBezTo>
                    <a:pt x="4821" y="1831"/>
                    <a:pt x="4827" y="1800"/>
                    <a:pt x="4850" y="1785"/>
                  </a:cubicBezTo>
                  <a:cubicBezTo>
                    <a:pt x="4922" y="1737"/>
                    <a:pt x="4996" y="1690"/>
                    <a:pt x="5070" y="1644"/>
                  </a:cubicBezTo>
                  <a:cubicBezTo>
                    <a:pt x="5093" y="1629"/>
                    <a:pt x="5123" y="1636"/>
                    <a:pt x="5137" y="1659"/>
                  </a:cubicBezTo>
                  <a:cubicBezTo>
                    <a:pt x="5152" y="1682"/>
                    <a:pt x="5145" y="1712"/>
                    <a:pt x="5122" y="1727"/>
                  </a:cubicBezTo>
                  <a:cubicBezTo>
                    <a:pt x="5049" y="1772"/>
                    <a:pt x="4976" y="1820"/>
                    <a:pt x="4904" y="1867"/>
                  </a:cubicBezTo>
                  <a:cubicBezTo>
                    <a:pt x="4895" y="1873"/>
                    <a:pt x="4886" y="1875"/>
                    <a:pt x="4877" y="1875"/>
                  </a:cubicBezTo>
                  <a:close/>
                  <a:moveTo>
                    <a:pt x="16930" y="2015"/>
                  </a:moveTo>
                  <a:cubicBezTo>
                    <a:pt x="16920" y="2015"/>
                    <a:pt x="16910" y="2013"/>
                    <a:pt x="16902" y="2007"/>
                  </a:cubicBezTo>
                  <a:cubicBezTo>
                    <a:pt x="16831" y="1957"/>
                    <a:pt x="16758" y="1908"/>
                    <a:pt x="16686" y="1861"/>
                  </a:cubicBezTo>
                  <a:cubicBezTo>
                    <a:pt x="16664" y="1846"/>
                    <a:pt x="16658" y="1816"/>
                    <a:pt x="16672" y="1793"/>
                  </a:cubicBezTo>
                  <a:cubicBezTo>
                    <a:pt x="16687" y="1770"/>
                    <a:pt x="16718" y="1764"/>
                    <a:pt x="16740" y="1779"/>
                  </a:cubicBezTo>
                  <a:cubicBezTo>
                    <a:pt x="16813" y="1827"/>
                    <a:pt x="16886" y="1876"/>
                    <a:pt x="16958" y="1926"/>
                  </a:cubicBezTo>
                  <a:cubicBezTo>
                    <a:pt x="16980" y="1942"/>
                    <a:pt x="16985" y="1972"/>
                    <a:pt x="16970" y="1994"/>
                  </a:cubicBezTo>
                  <a:cubicBezTo>
                    <a:pt x="16961" y="2008"/>
                    <a:pt x="16945" y="2015"/>
                    <a:pt x="16930" y="2015"/>
                  </a:cubicBezTo>
                  <a:close/>
                  <a:moveTo>
                    <a:pt x="4449" y="2173"/>
                  </a:moveTo>
                  <a:cubicBezTo>
                    <a:pt x="4434" y="2173"/>
                    <a:pt x="4419" y="2166"/>
                    <a:pt x="4409" y="2153"/>
                  </a:cubicBezTo>
                  <a:cubicBezTo>
                    <a:pt x="4393" y="2132"/>
                    <a:pt x="4398" y="2101"/>
                    <a:pt x="4420" y="2085"/>
                  </a:cubicBezTo>
                  <a:cubicBezTo>
                    <a:pt x="4490" y="2034"/>
                    <a:pt x="4562" y="1982"/>
                    <a:pt x="4633" y="1933"/>
                  </a:cubicBezTo>
                  <a:cubicBezTo>
                    <a:pt x="4655" y="1917"/>
                    <a:pt x="4686" y="1923"/>
                    <a:pt x="4701" y="1945"/>
                  </a:cubicBezTo>
                  <a:cubicBezTo>
                    <a:pt x="4717" y="1967"/>
                    <a:pt x="4711" y="1997"/>
                    <a:pt x="4689" y="2013"/>
                  </a:cubicBezTo>
                  <a:cubicBezTo>
                    <a:pt x="4618" y="2062"/>
                    <a:pt x="4547" y="2113"/>
                    <a:pt x="4478" y="2164"/>
                  </a:cubicBezTo>
                  <a:cubicBezTo>
                    <a:pt x="4469" y="2170"/>
                    <a:pt x="4459" y="2173"/>
                    <a:pt x="4449" y="2173"/>
                  </a:cubicBezTo>
                  <a:close/>
                  <a:moveTo>
                    <a:pt x="17352" y="2324"/>
                  </a:moveTo>
                  <a:cubicBezTo>
                    <a:pt x="17341" y="2324"/>
                    <a:pt x="17331" y="2321"/>
                    <a:pt x="17322" y="2314"/>
                  </a:cubicBezTo>
                  <a:cubicBezTo>
                    <a:pt x="17253" y="2261"/>
                    <a:pt x="17183" y="2208"/>
                    <a:pt x="17114" y="2158"/>
                  </a:cubicBezTo>
                  <a:cubicBezTo>
                    <a:pt x="17092" y="2142"/>
                    <a:pt x="17087" y="2111"/>
                    <a:pt x="17103" y="2089"/>
                  </a:cubicBezTo>
                  <a:cubicBezTo>
                    <a:pt x="17119" y="2068"/>
                    <a:pt x="17150" y="2063"/>
                    <a:pt x="17171" y="2079"/>
                  </a:cubicBezTo>
                  <a:cubicBezTo>
                    <a:pt x="17241" y="2130"/>
                    <a:pt x="17312" y="2183"/>
                    <a:pt x="17381" y="2236"/>
                  </a:cubicBezTo>
                  <a:cubicBezTo>
                    <a:pt x="17403" y="2253"/>
                    <a:pt x="17407" y="2284"/>
                    <a:pt x="17390" y="2305"/>
                  </a:cubicBezTo>
                  <a:cubicBezTo>
                    <a:pt x="17381" y="2318"/>
                    <a:pt x="17366" y="2324"/>
                    <a:pt x="17352" y="2324"/>
                  </a:cubicBezTo>
                  <a:close/>
                  <a:moveTo>
                    <a:pt x="4036" y="2492"/>
                  </a:moveTo>
                  <a:cubicBezTo>
                    <a:pt x="4022" y="2492"/>
                    <a:pt x="4007" y="2486"/>
                    <a:pt x="3998" y="2474"/>
                  </a:cubicBezTo>
                  <a:cubicBezTo>
                    <a:pt x="3981" y="2453"/>
                    <a:pt x="3984" y="2422"/>
                    <a:pt x="4005" y="2405"/>
                  </a:cubicBezTo>
                  <a:cubicBezTo>
                    <a:pt x="4072" y="2350"/>
                    <a:pt x="4141" y="2296"/>
                    <a:pt x="4211" y="2242"/>
                  </a:cubicBezTo>
                  <a:cubicBezTo>
                    <a:pt x="4232" y="2226"/>
                    <a:pt x="4263" y="2230"/>
                    <a:pt x="4279" y="2251"/>
                  </a:cubicBezTo>
                  <a:cubicBezTo>
                    <a:pt x="4296" y="2273"/>
                    <a:pt x="4292" y="2303"/>
                    <a:pt x="4270" y="2320"/>
                  </a:cubicBezTo>
                  <a:cubicBezTo>
                    <a:pt x="4202" y="2373"/>
                    <a:pt x="4133" y="2427"/>
                    <a:pt x="4067" y="2481"/>
                  </a:cubicBezTo>
                  <a:cubicBezTo>
                    <a:pt x="4058" y="2488"/>
                    <a:pt x="4047" y="2492"/>
                    <a:pt x="4036" y="2492"/>
                  </a:cubicBezTo>
                  <a:close/>
                  <a:moveTo>
                    <a:pt x="17758" y="2653"/>
                  </a:moveTo>
                  <a:cubicBezTo>
                    <a:pt x="17747" y="2653"/>
                    <a:pt x="17735" y="2649"/>
                    <a:pt x="17726" y="2641"/>
                  </a:cubicBezTo>
                  <a:cubicBezTo>
                    <a:pt x="17661" y="2585"/>
                    <a:pt x="17593" y="2530"/>
                    <a:pt x="17526" y="2475"/>
                  </a:cubicBezTo>
                  <a:cubicBezTo>
                    <a:pt x="17505" y="2458"/>
                    <a:pt x="17502" y="2427"/>
                    <a:pt x="17519" y="2406"/>
                  </a:cubicBezTo>
                  <a:cubicBezTo>
                    <a:pt x="17536" y="2385"/>
                    <a:pt x="17566" y="2382"/>
                    <a:pt x="17588" y="2399"/>
                  </a:cubicBezTo>
                  <a:cubicBezTo>
                    <a:pt x="17655" y="2454"/>
                    <a:pt x="17723" y="2510"/>
                    <a:pt x="17790" y="2566"/>
                  </a:cubicBezTo>
                  <a:cubicBezTo>
                    <a:pt x="17810" y="2584"/>
                    <a:pt x="17813" y="2615"/>
                    <a:pt x="17795" y="2635"/>
                  </a:cubicBezTo>
                  <a:cubicBezTo>
                    <a:pt x="17785" y="2647"/>
                    <a:pt x="17772" y="2653"/>
                    <a:pt x="17758" y="2653"/>
                  </a:cubicBezTo>
                  <a:close/>
                  <a:moveTo>
                    <a:pt x="3638" y="2830"/>
                  </a:moveTo>
                  <a:cubicBezTo>
                    <a:pt x="3625" y="2830"/>
                    <a:pt x="3612" y="2825"/>
                    <a:pt x="3602" y="2814"/>
                  </a:cubicBezTo>
                  <a:cubicBezTo>
                    <a:pt x="3584" y="2794"/>
                    <a:pt x="3586" y="2763"/>
                    <a:pt x="3606" y="2745"/>
                  </a:cubicBezTo>
                  <a:cubicBezTo>
                    <a:pt x="3671" y="2687"/>
                    <a:pt x="3737" y="2629"/>
                    <a:pt x="3803" y="2572"/>
                  </a:cubicBezTo>
                  <a:cubicBezTo>
                    <a:pt x="3824" y="2555"/>
                    <a:pt x="3855" y="2557"/>
                    <a:pt x="3872" y="2578"/>
                  </a:cubicBezTo>
                  <a:cubicBezTo>
                    <a:pt x="3890" y="2599"/>
                    <a:pt x="3887" y="2629"/>
                    <a:pt x="3867" y="2647"/>
                  </a:cubicBezTo>
                  <a:cubicBezTo>
                    <a:pt x="3801" y="2703"/>
                    <a:pt x="3735" y="2760"/>
                    <a:pt x="3671" y="2818"/>
                  </a:cubicBezTo>
                  <a:cubicBezTo>
                    <a:pt x="3662" y="2826"/>
                    <a:pt x="3650" y="2830"/>
                    <a:pt x="3638" y="2830"/>
                  </a:cubicBezTo>
                  <a:close/>
                  <a:moveTo>
                    <a:pt x="18148" y="3000"/>
                  </a:moveTo>
                  <a:cubicBezTo>
                    <a:pt x="18136" y="3000"/>
                    <a:pt x="18124" y="2996"/>
                    <a:pt x="18114" y="2987"/>
                  </a:cubicBezTo>
                  <a:cubicBezTo>
                    <a:pt x="18051" y="2928"/>
                    <a:pt x="17986" y="2869"/>
                    <a:pt x="17922" y="2812"/>
                  </a:cubicBezTo>
                  <a:cubicBezTo>
                    <a:pt x="17902" y="2794"/>
                    <a:pt x="17900" y="2763"/>
                    <a:pt x="17918" y="2743"/>
                  </a:cubicBezTo>
                  <a:cubicBezTo>
                    <a:pt x="17936" y="2723"/>
                    <a:pt x="17967" y="2721"/>
                    <a:pt x="17987" y="2739"/>
                  </a:cubicBezTo>
                  <a:cubicBezTo>
                    <a:pt x="18052" y="2796"/>
                    <a:pt x="18117" y="2856"/>
                    <a:pt x="18181" y="2916"/>
                  </a:cubicBezTo>
                  <a:cubicBezTo>
                    <a:pt x="18201" y="2934"/>
                    <a:pt x="18202" y="2965"/>
                    <a:pt x="18183" y="2985"/>
                  </a:cubicBezTo>
                  <a:cubicBezTo>
                    <a:pt x="18174" y="2995"/>
                    <a:pt x="18161" y="3000"/>
                    <a:pt x="18148" y="3000"/>
                  </a:cubicBezTo>
                  <a:close/>
                  <a:moveTo>
                    <a:pt x="3258" y="3187"/>
                  </a:moveTo>
                  <a:cubicBezTo>
                    <a:pt x="3245" y="3187"/>
                    <a:pt x="3232" y="3182"/>
                    <a:pt x="3223" y="3173"/>
                  </a:cubicBezTo>
                  <a:cubicBezTo>
                    <a:pt x="3204" y="3153"/>
                    <a:pt x="3204" y="3122"/>
                    <a:pt x="3223" y="3103"/>
                  </a:cubicBezTo>
                  <a:cubicBezTo>
                    <a:pt x="3286" y="3042"/>
                    <a:pt x="3349" y="2981"/>
                    <a:pt x="3412" y="2922"/>
                  </a:cubicBezTo>
                  <a:cubicBezTo>
                    <a:pt x="3432" y="2903"/>
                    <a:pt x="3463" y="2904"/>
                    <a:pt x="3482" y="2924"/>
                  </a:cubicBezTo>
                  <a:cubicBezTo>
                    <a:pt x="3500" y="2944"/>
                    <a:pt x="3499" y="2975"/>
                    <a:pt x="3479" y="2993"/>
                  </a:cubicBezTo>
                  <a:cubicBezTo>
                    <a:pt x="3417" y="3052"/>
                    <a:pt x="3354" y="3112"/>
                    <a:pt x="3292" y="3173"/>
                  </a:cubicBezTo>
                  <a:cubicBezTo>
                    <a:pt x="3283" y="3183"/>
                    <a:pt x="3270" y="3187"/>
                    <a:pt x="3258" y="3187"/>
                  </a:cubicBezTo>
                  <a:close/>
                  <a:moveTo>
                    <a:pt x="18520" y="3366"/>
                  </a:moveTo>
                  <a:cubicBezTo>
                    <a:pt x="18507" y="3366"/>
                    <a:pt x="18494" y="3361"/>
                    <a:pt x="18485" y="3352"/>
                  </a:cubicBezTo>
                  <a:cubicBezTo>
                    <a:pt x="18425" y="3290"/>
                    <a:pt x="18363" y="3228"/>
                    <a:pt x="18302" y="3167"/>
                  </a:cubicBezTo>
                  <a:cubicBezTo>
                    <a:pt x="18282" y="3148"/>
                    <a:pt x="18282" y="3117"/>
                    <a:pt x="18301" y="3098"/>
                  </a:cubicBezTo>
                  <a:cubicBezTo>
                    <a:pt x="18320" y="3079"/>
                    <a:pt x="18351" y="3078"/>
                    <a:pt x="18370" y="3097"/>
                  </a:cubicBezTo>
                  <a:cubicBezTo>
                    <a:pt x="18432" y="3158"/>
                    <a:pt x="18495" y="3221"/>
                    <a:pt x="18555" y="3283"/>
                  </a:cubicBezTo>
                  <a:cubicBezTo>
                    <a:pt x="18574" y="3303"/>
                    <a:pt x="18573" y="3334"/>
                    <a:pt x="18554" y="3353"/>
                  </a:cubicBezTo>
                  <a:cubicBezTo>
                    <a:pt x="18545" y="3362"/>
                    <a:pt x="18532" y="3366"/>
                    <a:pt x="18520" y="3366"/>
                  </a:cubicBezTo>
                  <a:close/>
                  <a:moveTo>
                    <a:pt x="2895" y="3562"/>
                  </a:moveTo>
                  <a:cubicBezTo>
                    <a:pt x="2883" y="3562"/>
                    <a:pt x="2871" y="3558"/>
                    <a:pt x="2861" y="3550"/>
                  </a:cubicBezTo>
                  <a:cubicBezTo>
                    <a:pt x="2841" y="3531"/>
                    <a:pt x="2840" y="3500"/>
                    <a:pt x="2859" y="3480"/>
                  </a:cubicBezTo>
                  <a:cubicBezTo>
                    <a:pt x="2917" y="3417"/>
                    <a:pt x="2978" y="3352"/>
                    <a:pt x="3039" y="3290"/>
                  </a:cubicBezTo>
                  <a:cubicBezTo>
                    <a:pt x="3058" y="3270"/>
                    <a:pt x="3089" y="3270"/>
                    <a:pt x="3108" y="3289"/>
                  </a:cubicBezTo>
                  <a:cubicBezTo>
                    <a:pt x="3127" y="3307"/>
                    <a:pt x="3128" y="3338"/>
                    <a:pt x="3109" y="3358"/>
                  </a:cubicBezTo>
                  <a:cubicBezTo>
                    <a:pt x="3049" y="3420"/>
                    <a:pt x="2989" y="3484"/>
                    <a:pt x="2931" y="3547"/>
                  </a:cubicBezTo>
                  <a:cubicBezTo>
                    <a:pt x="2921" y="3557"/>
                    <a:pt x="2908" y="3562"/>
                    <a:pt x="2895" y="3562"/>
                  </a:cubicBezTo>
                  <a:close/>
                  <a:moveTo>
                    <a:pt x="18874" y="3750"/>
                  </a:moveTo>
                  <a:cubicBezTo>
                    <a:pt x="18861" y="3750"/>
                    <a:pt x="18847" y="3744"/>
                    <a:pt x="18837" y="3733"/>
                  </a:cubicBezTo>
                  <a:cubicBezTo>
                    <a:pt x="18780" y="3668"/>
                    <a:pt x="18721" y="3603"/>
                    <a:pt x="18663" y="3540"/>
                  </a:cubicBezTo>
                  <a:cubicBezTo>
                    <a:pt x="18645" y="3520"/>
                    <a:pt x="18646" y="3489"/>
                    <a:pt x="18666" y="3471"/>
                  </a:cubicBezTo>
                  <a:cubicBezTo>
                    <a:pt x="18686" y="3453"/>
                    <a:pt x="18717" y="3454"/>
                    <a:pt x="18735" y="3474"/>
                  </a:cubicBezTo>
                  <a:cubicBezTo>
                    <a:pt x="18794" y="3537"/>
                    <a:pt x="18853" y="3603"/>
                    <a:pt x="18911" y="3669"/>
                  </a:cubicBezTo>
                  <a:cubicBezTo>
                    <a:pt x="18929" y="3689"/>
                    <a:pt x="18927" y="3720"/>
                    <a:pt x="18906" y="3738"/>
                  </a:cubicBezTo>
                  <a:cubicBezTo>
                    <a:pt x="18897" y="3746"/>
                    <a:pt x="18886" y="3750"/>
                    <a:pt x="18874" y="3750"/>
                  </a:cubicBezTo>
                  <a:close/>
                  <a:moveTo>
                    <a:pt x="2550" y="3955"/>
                  </a:moveTo>
                  <a:cubicBezTo>
                    <a:pt x="2539" y="3955"/>
                    <a:pt x="2528" y="3951"/>
                    <a:pt x="2518" y="3944"/>
                  </a:cubicBezTo>
                  <a:cubicBezTo>
                    <a:pt x="2498" y="3926"/>
                    <a:pt x="2495" y="3895"/>
                    <a:pt x="2512" y="3875"/>
                  </a:cubicBezTo>
                  <a:cubicBezTo>
                    <a:pt x="2568" y="3808"/>
                    <a:pt x="2626" y="3741"/>
                    <a:pt x="2683" y="3675"/>
                  </a:cubicBezTo>
                  <a:cubicBezTo>
                    <a:pt x="2701" y="3655"/>
                    <a:pt x="2732" y="3653"/>
                    <a:pt x="2752" y="3671"/>
                  </a:cubicBezTo>
                  <a:cubicBezTo>
                    <a:pt x="2772" y="3689"/>
                    <a:pt x="2774" y="3720"/>
                    <a:pt x="2757" y="3740"/>
                  </a:cubicBezTo>
                  <a:cubicBezTo>
                    <a:pt x="2700" y="3805"/>
                    <a:pt x="2643" y="3871"/>
                    <a:pt x="2587" y="3937"/>
                  </a:cubicBezTo>
                  <a:cubicBezTo>
                    <a:pt x="2578" y="3949"/>
                    <a:pt x="2564" y="3955"/>
                    <a:pt x="2550" y="3955"/>
                  </a:cubicBezTo>
                  <a:close/>
                  <a:moveTo>
                    <a:pt x="19209" y="4150"/>
                  </a:moveTo>
                  <a:cubicBezTo>
                    <a:pt x="19195" y="4150"/>
                    <a:pt x="19181" y="4144"/>
                    <a:pt x="19171" y="4131"/>
                  </a:cubicBezTo>
                  <a:cubicBezTo>
                    <a:pt x="19117" y="4064"/>
                    <a:pt x="19062" y="3996"/>
                    <a:pt x="19007" y="3930"/>
                  </a:cubicBezTo>
                  <a:cubicBezTo>
                    <a:pt x="18989" y="3910"/>
                    <a:pt x="18992" y="3879"/>
                    <a:pt x="19013" y="3861"/>
                  </a:cubicBezTo>
                  <a:cubicBezTo>
                    <a:pt x="19033" y="3844"/>
                    <a:pt x="19064" y="3847"/>
                    <a:pt x="19082" y="3867"/>
                  </a:cubicBezTo>
                  <a:cubicBezTo>
                    <a:pt x="19138" y="3934"/>
                    <a:pt x="19193" y="4002"/>
                    <a:pt x="19248" y="4070"/>
                  </a:cubicBezTo>
                  <a:cubicBezTo>
                    <a:pt x="19264" y="4091"/>
                    <a:pt x="19261" y="4122"/>
                    <a:pt x="19240" y="4139"/>
                  </a:cubicBezTo>
                  <a:cubicBezTo>
                    <a:pt x="19231" y="4146"/>
                    <a:pt x="19220" y="4150"/>
                    <a:pt x="19209" y="4150"/>
                  </a:cubicBezTo>
                  <a:close/>
                  <a:moveTo>
                    <a:pt x="2224" y="4364"/>
                  </a:moveTo>
                  <a:cubicBezTo>
                    <a:pt x="2214" y="4364"/>
                    <a:pt x="2204" y="4360"/>
                    <a:pt x="2195" y="4354"/>
                  </a:cubicBezTo>
                  <a:cubicBezTo>
                    <a:pt x="2173" y="4337"/>
                    <a:pt x="2169" y="4307"/>
                    <a:pt x="2185" y="4285"/>
                  </a:cubicBezTo>
                  <a:cubicBezTo>
                    <a:pt x="2238" y="4216"/>
                    <a:pt x="2292" y="4146"/>
                    <a:pt x="2346" y="4078"/>
                  </a:cubicBezTo>
                  <a:cubicBezTo>
                    <a:pt x="2363" y="4057"/>
                    <a:pt x="2394" y="4053"/>
                    <a:pt x="2415" y="4070"/>
                  </a:cubicBezTo>
                  <a:cubicBezTo>
                    <a:pt x="2436" y="4087"/>
                    <a:pt x="2440" y="4118"/>
                    <a:pt x="2423" y="4139"/>
                  </a:cubicBezTo>
                  <a:cubicBezTo>
                    <a:pt x="2369" y="4206"/>
                    <a:pt x="2315" y="4275"/>
                    <a:pt x="2263" y="4344"/>
                  </a:cubicBezTo>
                  <a:cubicBezTo>
                    <a:pt x="2254" y="4357"/>
                    <a:pt x="2239" y="4364"/>
                    <a:pt x="2224" y="4364"/>
                  </a:cubicBezTo>
                  <a:close/>
                  <a:moveTo>
                    <a:pt x="19525" y="4565"/>
                  </a:moveTo>
                  <a:cubicBezTo>
                    <a:pt x="19509" y="4565"/>
                    <a:pt x="19494" y="4558"/>
                    <a:pt x="19485" y="4545"/>
                  </a:cubicBezTo>
                  <a:cubicBezTo>
                    <a:pt x="19434" y="4475"/>
                    <a:pt x="19382" y="4405"/>
                    <a:pt x="19330" y="4336"/>
                  </a:cubicBezTo>
                  <a:cubicBezTo>
                    <a:pt x="19314" y="4315"/>
                    <a:pt x="19318" y="4284"/>
                    <a:pt x="19340" y="4268"/>
                  </a:cubicBezTo>
                  <a:cubicBezTo>
                    <a:pt x="19361" y="4251"/>
                    <a:pt x="19392" y="4256"/>
                    <a:pt x="19408" y="4277"/>
                  </a:cubicBezTo>
                  <a:cubicBezTo>
                    <a:pt x="19461" y="4346"/>
                    <a:pt x="19513" y="4417"/>
                    <a:pt x="19564" y="4488"/>
                  </a:cubicBezTo>
                  <a:cubicBezTo>
                    <a:pt x="19580" y="4510"/>
                    <a:pt x="19575" y="4540"/>
                    <a:pt x="19553" y="4556"/>
                  </a:cubicBezTo>
                  <a:cubicBezTo>
                    <a:pt x="19545" y="4562"/>
                    <a:pt x="19535" y="4565"/>
                    <a:pt x="19525" y="4565"/>
                  </a:cubicBezTo>
                  <a:close/>
                  <a:moveTo>
                    <a:pt x="1919" y="4788"/>
                  </a:moveTo>
                  <a:cubicBezTo>
                    <a:pt x="1909" y="4788"/>
                    <a:pt x="1900" y="4785"/>
                    <a:pt x="1891" y="4779"/>
                  </a:cubicBezTo>
                  <a:cubicBezTo>
                    <a:pt x="1869" y="4764"/>
                    <a:pt x="1863" y="4734"/>
                    <a:pt x="1879" y="4711"/>
                  </a:cubicBezTo>
                  <a:cubicBezTo>
                    <a:pt x="1928" y="4639"/>
                    <a:pt x="1978" y="4567"/>
                    <a:pt x="2029" y="4496"/>
                  </a:cubicBezTo>
                  <a:cubicBezTo>
                    <a:pt x="2045" y="4474"/>
                    <a:pt x="2076" y="4469"/>
                    <a:pt x="2098" y="4485"/>
                  </a:cubicBezTo>
                  <a:cubicBezTo>
                    <a:pt x="2120" y="4501"/>
                    <a:pt x="2125" y="4532"/>
                    <a:pt x="2109" y="4554"/>
                  </a:cubicBezTo>
                  <a:cubicBezTo>
                    <a:pt x="2058" y="4624"/>
                    <a:pt x="2008" y="4695"/>
                    <a:pt x="1959" y="4766"/>
                  </a:cubicBezTo>
                  <a:cubicBezTo>
                    <a:pt x="1950" y="4780"/>
                    <a:pt x="1935" y="4788"/>
                    <a:pt x="1919" y="4788"/>
                  </a:cubicBezTo>
                  <a:close/>
                  <a:moveTo>
                    <a:pt x="19819" y="4995"/>
                  </a:moveTo>
                  <a:cubicBezTo>
                    <a:pt x="19803" y="4995"/>
                    <a:pt x="19788" y="4988"/>
                    <a:pt x="19778" y="4973"/>
                  </a:cubicBezTo>
                  <a:cubicBezTo>
                    <a:pt x="19731" y="4901"/>
                    <a:pt x="19683" y="4829"/>
                    <a:pt x="19634" y="4757"/>
                  </a:cubicBezTo>
                  <a:cubicBezTo>
                    <a:pt x="19619" y="4735"/>
                    <a:pt x="19625" y="4705"/>
                    <a:pt x="19647" y="4689"/>
                  </a:cubicBezTo>
                  <a:cubicBezTo>
                    <a:pt x="19669" y="4674"/>
                    <a:pt x="19700" y="4680"/>
                    <a:pt x="19715" y="4702"/>
                  </a:cubicBezTo>
                  <a:cubicBezTo>
                    <a:pt x="19764" y="4774"/>
                    <a:pt x="19813" y="4847"/>
                    <a:pt x="19860" y="4920"/>
                  </a:cubicBezTo>
                  <a:cubicBezTo>
                    <a:pt x="19875" y="4942"/>
                    <a:pt x="19869" y="4973"/>
                    <a:pt x="19846" y="4988"/>
                  </a:cubicBezTo>
                  <a:cubicBezTo>
                    <a:pt x="19838" y="4993"/>
                    <a:pt x="19829" y="4995"/>
                    <a:pt x="19819" y="4995"/>
                  </a:cubicBezTo>
                  <a:close/>
                  <a:moveTo>
                    <a:pt x="1634" y="5226"/>
                  </a:moveTo>
                  <a:cubicBezTo>
                    <a:pt x="1626" y="5226"/>
                    <a:pt x="1617" y="5224"/>
                    <a:pt x="1609" y="5219"/>
                  </a:cubicBezTo>
                  <a:cubicBezTo>
                    <a:pt x="1586" y="5205"/>
                    <a:pt x="1578" y="5175"/>
                    <a:pt x="1593" y="5152"/>
                  </a:cubicBezTo>
                  <a:cubicBezTo>
                    <a:pt x="1638" y="5078"/>
                    <a:pt x="1685" y="5003"/>
                    <a:pt x="1733" y="4930"/>
                  </a:cubicBezTo>
                  <a:cubicBezTo>
                    <a:pt x="1748" y="4907"/>
                    <a:pt x="1778" y="4901"/>
                    <a:pt x="1801" y="4915"/>
                  </a:cubicBezTo>
                  <a:cubicBezTo>
                    <a:pt x="1823" y="4930"/>
                    <a:pt x="1830" y="4960"/>
                    <a:pt x="1815" y="4983"/>
                  </a:cubicBezTo>
                  <a:cubicBezTo>
                    <a:pt x="1768" y="5056"/>
                    <a:pt x="1721" y="5130"/>
                    <a:pt x="1676" y="5203"/>
                  </a:cubicBezTo>
                  <a:cubicBezTo>
                    <a:pt x="1667" y="5218"/>
                    <a:pt x="1651" y="5226"/>
                    <a:pt x="1634" y="5226"/>
                  </a:cubicBezTo>
                  <a:close/>
                  <a:moveTo>
                    <a:pt x="20093" y="5439"/>
                  </a:moveTo>
                  <a:cubicBezTo>
                    <a:pt x="20076" y="5439"/>
                    <a:pt x="20060" y="5430"/>
                    <a:pt x="20050" y="5415"/>
                  </a:cubicBezTo>
                  <a:cubicBezTo>
                    <a:pt x="20007" y="5341"/>
                    <a:pt x="19963" y="5266"/>
                    <a:pt x="19917" y="5192"/>
                  </a:cubicBezTo>
                  <a:cubicBezTo>
                    <a:pt x="19903" y="5169"/>
                    <a:pt x="19910" y="5139"/>
                    <a:pt x="19933" y="5125"/>
                  </a:cubicBezTo>
                  <a:cubicBezTo>
                    <a:pt x="19956" y="5111"/>
                    <a:pt x="19986" y="5118"/>
                    <a:pt x="20000" y="5141"/>
                  </a:cubicBezTo>
                  <a:cubicBezTo>
                    <a:pt x="20046" y="5216"/>
                    <a:pt x="20092" y="5291"/>
                    <a:pt x="20135" y="5366"/>
                  </a:cubicBezTo>
                  <a:cubicBezTo>
                    <a:pt x="20149" y="5389"/>
                    <a:pt x="20141" y="5419"/>
                    <a:pt x="20117" y="5432"/>
                  </a:cubicBezTo>
                  <a:cubicBezTo>
                    <a:pt x="20110" y="5437"/>
                    <a:pt x="20101" y="5439"/>
                    <a:pt x="20093" y="5439"/>
                  </a:cubicBezTo>
                  <a:close/>
                  <a:moveTo>
                    <a:pt x="1371" y="5679"/>
                  </a:moveTo>
                  <a:cubicBezTo>
                    <a:pt x="1363" y="5679"/>
                    <a:pt x="1355" y="5677"/>
                    <a:pt x="1348" y="5673"/>
                  </a:cubicBezTo>
                  <a:cubicBezTo>
                    <a:pt x="1324" y="5660"/>
                    <a:pt x="1315" y="5630"/>
                    <a:pt x="1328" y="5606"/>
                  </a:cubicBezTo>
                  <a:cubicBezTo>
                    <a:pt x="1370" y="5530"/>
                    <a:pt x="1414" y="5453"/>
                    <a:pt x="1458" y="5377"/>
                  </a:cubicBezTo>
                  <a:cubicBezTo>
                    <a:pt x="1471" y="5354"/>
                    <a:pt x="1501" y="5346"/>
                    <a:pt x="1525" y="5360"/>
                  </a:cubicBezTo>
                  <a:cubicBezTo>
                    <a:pt x="1548" y="5373"/>
                    <a:pt x="1556" y="5403"/>
                    <a:pt x="1542" y="5427"/>
                  </a:cubicBezTo>
                  <a:cubicBezTo>
                    <a:pt x="1499" y="5501"/>
                    <a:pt x="1456" y="5578"/>
                    <a:pt x="1414" y="5653"/>
                  </a:cubicBezTo>
                  <a:cubicBezTo>
                    <a:pt x="1405" y="5669"/>
                    <a:pt x="1389" y="5679"/>
                    <a:pt x="1371" y="5679"/>
                  </a:cubicBezTo>
                  <a:close/>
                  <a:moveTo>
                    <a:pt x="20344" y="5895"/>
                  </a:moveTo>
                  <a:cubicBezTo>
                    <a:pt x="20327" y="5895"/>
                    <a:pt x="20310" y="5886"/>
                    <a:pt x="20301" y="5869"/>
                  </a:cubicBezTo>
                  <a:cubicBezTo>
                    <a:pt x="20261" y="5792"/>
                    <a:pt x="20220" y="5715"/>
                    <a:pt x="20178" y="5640"/>
                  </a:cubicBezTo>
                  <a:cubicBezTo>
                    <a:pt x="20165" y="5617"/>
                    <a:pt x="20174" y="5587"/>
                    <a:pt x="20198" y="5574"/>
                  </a:cubicBezTo>
                  <a:cubicBezTo>
                    <a:pt x="20221" y="5561"/>
                    <a:pt x="20251" y="5569"/>
                    <a:pt x="20264" y="5593"/>
                  </a:cubicBezTo>
                  <a:cubicBezTo>
                    <a:pt x="20306" y="5669"/>
                    <a:pt x="20348" y="5746"/>
                    <a:pt x="20388" y="5824"/>
                  </a:cubicBezTo>
                  <a:cubicBezTo>
                    <a:pt x="20400" y="5848"/>
                    <a:pt x="20391" y="5877"/>
                    <a:pt x="20367" y="5890"/>
                  </a:cubicBezTo>
                  <a:cubicBezTo>
                    <a:pt x="20360" y="5894"/>
                    <a:pt x="20352" y="5895"/>
                    <a:pt x="20344" y="5895"/>
                  </a:cubicBezTo>
                  <a:close/>
                  <a:moveTo>
                    <a:pt x="1131" y="6143"/>
                  </a:moveTo>
                  <a:cubicBezTo>
                    <a:pt x="1123" y="6143"/>
                    <a:pt x="1116" y="6142"/>
                    <a:pt x="1109" y="6138"/>
                  </a:cubicBezTo>
                  <a:cubicBezTo>
                    <a:pt x="1085" y="6126"/>
                    <a:pt x="1075" y="6097"/>
                    <a:pt x="1087" y="6073"/>
                  </a:cubicBezTo>
                  <a:cubicBezTo>
                    <a:pt x="1125" y="5994"/>
                    <a:pt x="1165" y="5915"/>
                    <a:pt x="1205" y="5838"/>
                  </a:cubicBezTo>
                  <a:cubicBezTo>
                    <a:pt x="1217" y="5814"/>
                    <a:pt x="1247" y="5804"/>
                    <a:pt x="1271" y="5817"/>
                  </a:cubicBezTo>
                  <a:cubicBezTo>
                    <a:pt x="1295" y="5829"/>
                    <a:pt x="1304" y="5859"/>
                    <a:pt x="1292" y="5883"/>
                  </a:cubicBezTo>
                  <a:cubicBezTo>
                    <a:pt x="1252" y="5960"/>
                    <a:pt x="1213" y="6038"/>
                    <a:pt x="1175" y="6116"/>
                  </a:cubicBezTo>
                  <a:cubicBezTo>
                    <a:pt x="1166" y="6133"/>
                    <a:pt x="1149" y="6143"/>
                    <a:pt x="1131" y="6143"/>
                  </a:cubicBezTo>
                  <a:close/>
                  <a:moveTo>
                    <a:pt x="20573" y="6363"/>
                  </a:moveTo>
                  <a:cubicBezTo>
                    <a:pt x="20555" y="6363"/>
                    <a:pt x="20537" y="6352"/>
                    <a:pt x="20529" y="6335"/>
                  </a:cubicBezTo>
                  <a:cubicBezTo>
                    <a:pt x="20493" y="6256"/>
                    <a:pt x="20456" y="6178"/>
                    <a:pt x="20418" y="6100"/>
                  </a:cubicBezTo>
                  <a:cubicBezTo>
                    <a:pt x="20406" y="6076"/>
                    <a:pt x="20416" y="6047"/>
                    <a:pt x="20440" y="6035"/>
                  </a:cubicBezTo>
                  <a:cubicBezTo>
                    <a:pt x="20464" y="6023"/>
                    <a:pt x="20494" y="6033"/>
                    <a:pt x="20506" y="6057"/>
                  </a:cubicBezTo>
                  <a:cubicBezTo>
                    <a:pt x="20544" y="6135"/>
                    <a:pt x="20582" y="6215"/>
                    <a:pt x="20618" y="6294"/>
                  </a:cubicBezTo>
                  <a:cubicBezTo>
                    <a:pt x="20629" y="6318"/>
                    <a:pt x="20618" y="6347"/>
                    <a:pt x="20594" y="6359"/>
                  </a:cubicBezTo>
                  <a:cubicBezTo>
                    <a:pt x="20587" y="6362"/>
                    <a:pt x="20580" y="6363"/>
                    <a:pt x="20573" y="6363"/>
                  </a:cubicBezTo>
                  <a:close/>
                  <a:moveTo>
                    <a:pt x="913" y="6619"/>
                  </a:moveTo>
                  <a:cubicBezTo>
                    <a:pt x="906" y="6619"/>
                    <a:pt x="900" y="6618"/>
                    <a:pt x="894" y="6615"/>
                  </a:cubicBezTo>
                  <a:cubicBezTo>
                    <a:pt x="869" y="6605"/>
                    <a:pt x="857" y="6576"/>
                    <a:pt x="868" y="6551"/>
                  </a:cubicBezTo>
                  <a:cubicBezTo>
                    <a:pt x="902" y="6470"/>
                    <a:pt x="938" y="6390"/>
                    <a:pt x="974" y="6310"/>
                  </a:cubicBezTo>
                  <a:cubicBezTo>
                    <a:pt x="986" y="6286"/>
                    <a:pt x="1015" y="6275"/>
                    <a:pt x="1039" y="6286"/>
                  </a:cubicBezTo>
                  <a:cubicBezTo>
                    <a:pt x="1064" y="6298"/>
                    <a:pt x="1075" y="6327"/>
                    <a:pt x="1063" y="6351"/>
                  </a:cubicBezTo>
                  <a:cubicBezTo>
                    <a:pt x="1027" y="6430"/>
                    <a:pt x="992" y="6510"/>
                    <a:pt x="958" y="6590"/>
                  </a:cubicBezTo>
                  <a:cubicBezTo>
                    <a:pt x="950" y="6608"/>
                    <a:pt x="932" y="6619"/>
                    <a:pt x="913" y="6619"/>
                  </a:cubicBezTo>
                  <a:close/>
                  <a:moveTo>
                    <a:pt x="20779" y="6841"/>
                  </a:moveTo>
                  <a:cubicBezTo>
                    <a:pt x="20760" y="6841"/>
                    <a:pt x="20741" y="6829"/>
                    <a:pt x="20734" y="6810"/>
                  </a:cubicBezTo>
                  <a:cubicBezTo>
                    <a:pt x="20702" y="6731"/>
                    <a:pt x="20668" y="6651"/>
                    <a:pt x="20634" y="6571"/>
                  </a:cubicBezTo>
                  <a:cubicBezTo>
                    <a:pt x="20623" y="6546"/>
                    <a:pt x="20635" y="6518"/>
                    <a:pt x="20660" y="6507"/>
                  </a:cubicBezTo>
                  <a:cubicBezTo>
                    <a:pt x="20685" y="6496"/>
                    <a:pt x="20713" y="6508"/>
                    <a:pt x="20724" y="6532"/>
                  </a:cubicBezTo>
                  <a:cubicBezTo>
                    <a:pt x="20759" y="6613"/>
                    <a:pt x="20792" y="6694"/>
                    <a:pt x="20825" y="6774"/>
                  </a:cubicBezTo>
                  <a:cubicBezTo>
                    <a:pt x="20835" y="6799"/>
                    <a:pt x="20822" y="6827"/>
                    <a:pt x="20797" y="6837"/>
                  </a:cubicBezTo>
                  <a:cubicBezTo>
                    <a:pt x="20791" y="6840"/>
                    <a:pt x="20785" y="6841"/>
                    <a:pt x="20779" y="6841"/>
                  </a:cubicBezTo>
                  <a:close/>
                  <a:moveTo>
                    <a:pt x="718" y="7106"/>
                  </a:moveTo>
                  <a:cubicBezTo>
                    <a:pt x="713" y="7106"/>
                    <a:pt x="707" y="7105"/>
                    <a:pt x="701" y="7102"/>
                  </a:cubicBezTo>
                  <a:cubicBezTo>
                    <a:pt x="676" y="7093"/>
                    <a:pt x="663" y="7065"/>
                    <a:pt x="673" y="7040"/>
                  </a:cubicBezTo>
                  <a:cubicBezTo>
                    <a:pt x="703" y="6957"/>
                    <a:pt x="735" y="6875"/>
                    <a:pt x="767" y="6794"/>
                  </a:cubicBezTo>
                  <a:cubicBezTo>
                    <a:pt x="777" y="6769"/>
                    <a:pt x="806" y="6757"/>
                    <a:pt x="831" y="6767"/>
                  </a:cubicBezTo>
                  <a:cubicBezTo>
                    <a:pt x="856" y="6777"/>
                    <a:pt x="868" y="6805"/>
                    <a:pt x="858" y="6830"/>
                  </a:cubicBezTo>
                  <a:cubicBezTo>
                    <a:pt x="826" y="6910"/>
                    <a:pt x="795" y="6992"/>
                    <a:pt x="764" y="7074"/>
                  </a:cubicBezTo>
                  <a:cubicBezTo>
                    <a:pt x="757" y="7093"/>
                    <a:pt x="738" y="7106"/>
                    <a:pt x="718" y="7106"/>
                  </a:cubicBezTo>
                  <a:close/>
                  <a:moveTo>
                    <a:pt x="20962" y="7330"/>
                  </a:moveTo>
                  <a:cubicBezTo>
                    <a:pt x="20942" y="7330"/>
                    <a:pt x="20923" y="7317"/>
                    <a:pt x="20916" y="7297"/>
                  </a:cubicBezTo>
                  <a:cubicBezTo>
                    <a:pt x="20887" y="7215"/>
                    <a:pt x="20858" y="7133"/>
                    <a:pt x="20828" y="7053"/>
                  </a:cubicBezTo>
                  <a:cubicBezTo>
                    <a:pt x="20818" y="7027"/>
                    <a:pt x="20831" y="6999"/>
                    <a:pt x="20856" y="6990"/>
                  </a:cubicBezTo>
                  <a:cubicBezTo>
                    <a:pt x="20882" y="6980"/>
                    <a:pt x="20910" y="6993"/>
                    <a:pt x="20919" y="7018"/>
                  </a:cubicBezTo>
                  <a:cubicBezTo>
                    <a:pt x="20950" y="7100"/>
                    <a:pt x="20980" y="7183"/>
                    <a:pt x="21008" y="7265"/>
                  </a:cubicBezTo>
                  <a:cubicBezTo>
                    <a:pt x="21017" y="7291"/>
                    <a:pt x="21004" y="7319"/>
                    <a:pt x="20978" y="7327"/>
                  </a:cubicBezTo>
                  <a:cubicBezTo>
                    <a:pt x="20973" y="7329"/>
                    <a:pt x="20967" y="7330"/>
                    <a:pt x="20962" y="7330"/>
                  </a:cubicBezTo>
                  <a:close/>
                  <a:moveTo>
                    <a:pt x="548" y="7601"/>
                  </a:moveTo>
                  <a:cubicBezTo>
                    <a:pt x="543" y="7601"/>
                    <a:pt x="538" y="7600"/>
                    <a:pt x="533" y="7599"/>
                  </a:cubicBezTo>
                  <a:cubicBezTo>
                    <a:pt x="508" y="7591"/>
                    <a:pt x="493" y="7563"/>
                    <a:pt x="501" y="7537"/>
                  </a:cubicBezTo>
                  <a:cubicBezTo>
                    <a:pt x="528" y="7454"/>
                    <a:pt x="555" y="7370"/>
                    <a:pt x="584" y="7287"/>
                  </a:cubicBezTo>
                  <a:cubicBezTo>
                    <a:pt x="593" y="7262"/>
                    <a:pt x="620" y="7248"/>
                    <a:pt x="646" y="7257"/>
                  </a:cubicBezTo>
                  <a:cubicBezTo>
                    <a:pt x="672" y="7266"/>
                    <a:pt x="685" y="7294"/>
                    <a:pt x="677" y="7319"/>
                  </a:cubicBezTo>
                  <a:cubicBezTo>
                    <a:pt x="648" y="7401"/>
                    <a:pt x="621" y="7484"/>
                    <a:pt x="595" y="7567"/>
                  </a:cubicBezTo>
                  <a:cubicBezTo>
                    <a:pt x="588" y="7588"/>
                    <a:pt x="569" y="7601"/>
                    <a:pt x="548" y="7601"/>
                  </a:cubicBezTo>
                  <a:close/>
                  <a:moveTo>
                    <a:pt x="21121" y="7828"/>
                  </a:moveTo>
                  <a:cubicBezTo>
                    <a:pt x="21099" y="7828"/>
                    <a:pt x="21080" y="7814"/>
                    <a:pt x="21074" y="7792"/>
                  </a:cubicBezTo>
                  <a:cubicBezTo>
                    <a:pt x="21049" y="7709"/>
                    <a:pt x="21024" y="7626"/>
                    <a:pt x="20998" y="7544"/>
                  </a:cubicBezTo>
                  <a:cubicBezTo>
                    <a:pt x="20989" y="7518"/>
                    <a:pt x="21004" y="7490"/>
                    <a:pt x="21029" y="7482"/>
                  </a:cubicBezTo>
                  <a:cubicBezTo>
                    <a:pt x="21055" y="7474"/>
                    <a:pt x="21083" y="7488"/>
                    <a:pt x="21091" y="7514"/>
                  </a:cubicBezTo>
                  <a:cubicBezTo>
                    <a:pt x="21117" y="7597"/>
                    <a:pt x="21143" y="7681"/>
                    <a:pt x="21168" y="7765"/>
                  </a:cubicBezTo>
                  <a:cubicBezTo>
                    <a:pt x="21175" y="7791"/>
                    <a:pt x="21160" y="7818"/>
                    <a:pt x="21134" y="7826"/>
                  </a:cubicBezTo>
                  <a:cubicBezTo>
                    <a:pt x="21130" y="7827"/>
                    <a:pt x="21125" y="7828"/>
                    <a:pt x="21121" y="7828"/>
                  </a:cubicBezTo>
                  <a:close/>
                  <a:moveTo>
                    <a:pt x="403" y="8103"/>
                  </a:moveTo>
                  <a:cubicBezTo>
                    <a:pt x="399" y="8103"/>
                    <a:pt x="394" y="8102"/>
                    <a:pt x="390" y="8101"/>
                  </a:cubicBezTo>
                  <a:cubicBezTo>
                    <a:pt x="364" y="8094"/>
                    <a:pt x="348" y="8067"/>
                    <a:pt x="355" y="8041"/>
                  </a:cubicBezTo>
                  <a:cubicBezTo>
                    <a:pt x="377" y="7957"/>
                    <a:pt x="401" y="7872"/>
                    <a:pt x="425" y="7788"/>
                  </a:cubicBezTo>
                  <a:cubicBezTo>
                    <a:pt x="433" y="7762"/>
                    <a:pt x="460" y="7747"/>
                    <a:pt x="486" y="7755"/>
                  </a:cubicBezTo>
                  <a:cubicBezTo>
                    <a:pt x="512" y="7762"/>
                    <a:pt x="527" y="7790"/>
                    <a:pt x="519" y="7816"/>
                  </a:cubicBezTo>
                  <a:cubicBezTo>
                    <a:pt x="495" y="7899"/>
                    <a:pt x="472" y="7983"/>
                    <a:pt x="450" y="8066"/>
                  </a:cubicBezTo>
                  <a:cubicBezTo>
                    <a:pt x="444" y="8088"/>
                    <a:pt x="424" y="8103"/>
                    <a:pt x="403" y="8103"/>
                  </a:cubicBezTo>
                  <a:close/>
                  <a:moveTo>
                    <a:pt x="21255" y="8332"/>
                  </a:moveTo>
                  <a:cubicBezTo>
                    <a:pt x="21233" y="8332"/>
                    <a:pt x="21213" y="8317"/>
                    <a:pt x="21207" y="8295"/>
                  </a:cubicBezTo>
                  <a:cubicBezTo>
                    <a:pt x="21187" y="8210"/>
                    <a:pt x="21166" y="8125"/>
                    <a:pt x="21144" y="8043"/>
                  </a:cubicBezTo>
                  <a:cubicBezTo>
                    <a:pt x="21137" y="8017"/>
                    <a:pt x="21152" y="7990"/>
                    <a:pt x="21178" y="7983"/>
                  </a:cubicBezTo>
                  <a:cubicBezTo>
                    <a:pt x="21204" y="7976"/>
                    <a:pt x="21231" y="7991"/>
                    <a:pt x="21238" y="8018"/>
                  </a:cubicBezTo>
                  <a:cubicBezTo>
                    <a:pt x="21260" y="8101"/>
                    <a:pt x="21282" y="8187"/>
                    <a:pt x="21302" y="8272"/>
                  </a:cubicBezTo>
                  <a:cubicBezTo>
                    <a:pt x="21309" y="8298"/>
                    <a:pt x="21293" y="8325"/>
                    <a:pt x="21266" y="8331"/>
                  </a:cubicBezTo>
                  <a:cubicBezTo>
                    <a:pt x="21262" y="8332"/>
                    <a:pt x="21259" y="8332"/>
                    <a:pt x="21255" y="8332"/>
                  </a:cubicBezTo>
                  <a:close/>
                  <a:moveTo>
                    <a:pt x="282" y="8611"/>
                  </a:moveTo>
                  <a:cubicBezTo>
                    <a:pt x="279" y="8611"/>
                    <a:pt x="275" y="8610"/>
                    <a:pt x="272" y="8610"/>
                  </a:cubicBezTo>
                  <a:cubicBezTo>
                    <a:pt x="246" y="8604"/>
                    <a:pt x="229" y="8578"/>
                    <a:pt x="234" y="8552"/>
                  </a:cubicBezTo>
                  <a:cubicBezTo>
                    <a:pt x="252" y="8467"/>
                    <a:pt x="272" y="8381"/>
                    <a:pt x="292" y="8296"/>
                  </a:cubicBezTo>
                  <a:cubicBezTo>
                    <a:pt x="298" y="8269"/>
                    <a:pt x="324" y="8253"/>
                    <a:pt x="351" y="8259"/>
                  </a:cubicBezTo>
                  <a:cubicBezTo>
                    <a:pt x="377" y="8266"/>
                    <a:pt x="393" y="8292"/>
                    <a:pt x="387" y="8318"/>
                  </a:cubicBezTo>
                  <a:cubicBezTo>
                    <a:pt x="367" y="8402"/>
                    <a:pt x="348" y="8488"/>
                    <a:pt x="330" y="8572"/>
                  </a:cubicBezTo>
                  <a:cubicBezTo>
                    <a:pt x="325" y="8595"/>
                    <a:pt x="305" y="8611"/>
                    <a:pt x="282" y="8611"/>
                  </a:cubicBezTo>
                  <a:close/>
                  <a:moveTo>
                    <a:pt x="21364" y="8843"/>
                  </a:moveTo>
                  <a:cubicBezTo>
                    <a:pt x="21341" y="8843"/>
                    <a:pt x="21321" y="8826"/>
                    <a:pt x="21316" y="8803"/>
                  </a:cubicBezTo>
                  <a:cubicBezTo>
                    <a:pt x="21300" y="8718"/>
                    <a:pt x="21283" y="8632"/>
                    <a:pt x="21265" y="8548"/>
                  </a:cubicBezTo>
                  <a:cubicBezTo>
                    <a:pt x="21259" y="8522"/>
                    <a:pt x="21276" y="8496"/>
                    <a:pt x="21302" y="8490"/>
                  </a:cubicBezTo>
                  <a:cubicBezTo>
                    <a:pt x="21329" y="8484"/>
                    <a:pt x="21355" y="8501"/>
                    <a:pt x="21361" y="8528"/>
                  </a:cubicBezTo>
                  <a:cubicBezTo>
                    <a:pt x="21379" y="8612"/>
                    <a:pt x="21396" y="8699"/>
                    <a:pt x="21412" y="8785"/>
                  </a:cubicBezTo>
                  <a:cubicBezTo>
                    <a:pt x="21417" y="8811"/>
                    <a:pt x="21400" y="8837"/>
                    <a:pt x="21373" y="8842"/>
                  </a:cubicBezTo>
                  <a:cubicBezTo>
                    <a:pt x="21370" y="8843"/>
                    <a:pt x="21367" y="8843"/>
                    <a:pt x="21364" y="8843"/>
                  </a:cubicBezTo>
                  <a:close/>
                  <a:moveTo>
                    <a:pt x="186" y="9124"/>
                  </a:moveTo>
                  <a:cubicBezTo>
                    <a:pt x="184" y="9124"/>
                    <a:pt x="181" y="9124"/>
                    <a:pt x="179" y="9123"/>
                  </a:cubicBezTo>
                  <a:cubicBezTo>
                    <a:pt x="152" y="9119"/>
                    <a:pt x="134" y="9094"/>
                    <a:pt x="138" y="9067"/>
                  </a:cubicBezTo>
                  <a:cubicBezTo>
                    <a:pt x="152" y="8981"/>
                    <a:pt x="167" y="8894"/>
                    <a:pt x="183" y="8809"/>
                  </a:cubicBezTo>
                  <a:cubicBezTo>
                    <a:pt x="188" y="8782"/>
                    <a:pt x="213" y="8765"/>
                    <a:pt x="240" y="8770"/>
                  </a:cubicBezTo>
                  <a:cubicBezTo>
                    <a:pt x="267" y="8775"/>
                    <a:pt x="284" y="8800"/>
                    <a:pt x="279" y="8827"/>
                  </a:cubicBezTo>
                  <a:cubicBezTo>
                    <a:pt x="263" y="8912"/>
                    <a:pt x="248" y="8998"/>
                    <a:pt x="235" y="9083"/>
                  </a:cubicBezTo>
                  <a:cubicBezTo>
                    <a:pt x="231" y="9107"/>
                    <a:pt x="210" y="9124"/>
                    <a:pt x="186" y="9124"/>
                  </a:cubicBezTo>
                  <a:close/>
                  <a:moveTo>
                    <a:pt x="21448" y="9358"/>
                  </a:moveTo>
                  <a:cubicBezTo>
                    <a:pt x="21424" y="9358"/>
                    <a:pt x="21403" y="9340"/>
                    <a:pt x="21400" y="9316"/>
                  </a:cubicBezTo>
                  <a:cubicBezTo>
                    <a:pt x="21388" y="9230"/>
                    <a:pt x="21375" y="9143"/>
                    <a:pt x="21361" y="9059"/>
                  </a:cubicBezTo>
                  <a:cubicBezTo>
                    <a:pt x="21357" y="9032"/>
                    <a:pt x="21375" y="9007"/>
                    <a:pt x="21402" y="9003"/>
                  </a:cubicBezTo>
                  <a:cubicBezTo>
                    <a:pt x="21428" y="8998"/>
                    <a:pt x="21453" y="9016"/>
                    <a:pt x="21458" y="9043"/>
                  </a:cubicBezTo>
                  <a:cubicBezTo>
                    <a:pt x="21472" y="9128"/>
                    <a:pt x="21485" y="9216"/>
                    <a:pt x="21497" y="9302"/>
                  </a:cubicBezTo>
                  <a:cubicBezTo>
                    <a:pt x="21501" y="9329"/>
                    <a:pt x="21482" y="9354"/>
                    <a:pt x="21455" y="9358"/>
                  </a:cubicBezTo>
                  <a:cubicBezTo>
                    <a:pt x="21453" y="9358"/>
                    <a:pt x="21451" y="9358"/>
                    <a:pt x="21448" y="9358"/>
                  </a:cubicBezTo>
                  <a:close/>
                  <a:moveTo>
                    <a:pt x="116" y="9641"/>
                  </a:moveTo>
                  <a:cubicBezTo>
                    <a:pt x="114" y="9641"/>
                    <a:pt x="112" y="9641"/>
                    <a:pt x="110" y="9641"/>
                  </a:cubicBezTo>
                  <a:cubicBezTo>
                    <a:pt x="84" y="9638"/>
                    <a:pt x="64" y="9614"/>
                    <a:pt x="67" y="9587"/>
                  </a:cubicBezTo>
                  <a:cubicBezTo>
                    <a:pt x="77" y="9500"/>
                    <a:pt x="88" y="9413"/>
                    <a:pt x="99" y="9327"/>
                  </a:cubicBezTo>
                  <a:cubicBezTo>
                    <a:pt x="103" y="9300"/>
                    <a:pt x="128" y="9281"/>
                    <a:pt x="155" y="9285"/>
                  </a:cubicBezTo>
                  <a:cubicBezTo>
                    <a:pt x="181" y="9288"/>
                    <a:pt x="200" y="9313"/>
                    <a:pt x="196" y="9340"/>
                  </a:cubicBezTo>
                  <a:cubicBezTo>
                    <a:pt x="185" y="9425"/>
                    <a:pt x="174" y="9512"/>
                    <a:pt x="164" y="9598"/>
                  </a:cubicBezTo>
                  <a:cubicBezTo>
                    <a:pt x="162" y="9623"/>
                    <a:pt x="141" y="9641"/>
                    <a:pt x="116" y="9641"/>
                  </a:cubicBezTo>
                  <a:close/>
                  <a:moveTo>
                    <a:pt x="21508" y="9877"/>
                  </a:moveTo>
                  <a:cubicBezTo>
                    <a:pt x="21483" y="9877"/>
                    <a:pt x="21461" y="9858"/>
                    <a:pt x="21459" y="9832"/>
                  </a:cubicBezTo>
                  <a:cubicBezTo>
                    <a:pt x="21451" y="9747"/>
                    <a:pt x="21442" y="9660"/>
                    <a:pt x="21433" y="9574"/>
                  </a:cubicBezTo>
                  <a:cubicBezTo>
                    <a:pt x="21430" y="9547"/>
                    <a:pt x="21449" y="9523"/>
                    <a:pt x="21476" y="9520"/>
                  </a:cubicBezTo>
                  <a:cubicBezTo>
                    <a:pt x="21503" y="9516"/>
                    <a:pt x="21527" y="9536"/>
                    <a:pt x="21530" y="9563"/>
                  </a:cubicBezTo>
                  <a:cubicBezTo>
                    <a:pt x="21540" y="9649"/>
                    <a:pt x="21549" y="9737"/>
                    <a:pt x="21556" y="9824"/>
                  </a:cubicBezTo>
                  <a:cubicBezTo>
                    <a:pt x="21559" y="9851"/>
                    <a:pt x="21539" y="9874"/>
                    <a:pt x="21512" y="9877"/>
                  </a:cubicBezTo>
                  <a:cubicBezTo>
                    <a:pt x="21511" y="9877"/>
                    <a:pt x="21509" y="9877"/>
                    <a:pt x="21508" y="9877"/>
                  </a:cubicBezTo>
                  <a:close/>
                  <a:moveTo>
                    <a:pt x="70" y="10162"/>
                  </a:moveTo>
                  <a:cubicBezTo>
                    <a:pt x="69" y="10162"/>
                    <a:pt x="68" y="10162"/>
                    <a:pt x="67" y="10162"/>
                  </a:cubicBezTo>
                  <a:cubicBezTo>
                    <a:pt x="40" y="10160"/>
                    <a:pt x="20" y="10137"/>
                    <a:pt x="22" y="10110"/>
                  </a:cubicBezTo>
                  <a:cubicBezTo>
                    <a:pt x="27" y="10023"/>
                    <a:pt x="34" y="9935"/>
                    <a:pt x="41" y="9848"/>
                  </a:cubicBezTo>
                  <a:cubicBezTo>
                    <a:pt x="44" y="9821"/>
                    <a:pt x="67" y="9801"/>
                    <a:pt x="94" y="9804"/>
                  </a:cubicBezTo>
                  <a:cubicBezTo>
                    <a:pt x="121" y="9806"/>
                    <a:pt x="141" y="9830"/>
                    <a:pt x="139" y="9857"/>
                  </a:cubicBezTo>
                  <a:cubicBezTo>
                    <a:pt x="131" y="9943"/>
                    <a:pt x="125" y="10030"/>
                    <a:pt x="119" y="10116"/>
                  </a:cubicBezTo>
                  <a:cubicBezTo>
                    <a:pt x="118" y="10142"/>
                    <a:pt x="96" y="10162"/>
                    <a:pt x="70" y="10162"/>
                  </a:cubicBezTo>
                  <a:close/>
                  <a:moveTo>
                    <a:pt x="21542" y="10398"/>
                  </a:moveTo>
                  <a:cubicBezTo>
                    <a:pt x="21516" y="10398"/>
                    <a:pt x="21494" y="10377"/>
                    <a:pt x="21493" y="10351"/>
                  </a:cubicBezTo>
                  <a:cubicBezTo>
                    <a:pt x="21489" y="10264"/>
                    <a:pt x="21485" y="10177"/>
                    <a:pt x="21479" y="10092"/>
                  </a:cubicBezTo>
                  <a:cubicBezTo>
                    <a:pt x="21477" y="10065"/>
                    <a:pt x="21498" y="10041"/>
                    <a:pt x="21525" y="10039"/>
                  </a:cubicBezTo>
                  <a:cubicBezTo>
                    <a:pt x="21551" y="10038"/>
                    <a:pt x="21575" y="10058"/>
                    <a:pt x="21577" y="10085"/>
                  </a:cubicBezTo>
                  <a:cubicBezTo>
                    <a:pt x="21582" y="10171"/>
                    <a:pt x="21587" y="10259"/>
                    <a:pt x="21591" y="10347"/>
                  </a:cubicBezTo>
                  <a:cubicBezTo>
                    <a:pt x="21592" y="10374"/>
                    <a:pt x="21571" y="10397"/>
                    <a:pt x="21544" y="10398"/>
                  </a:cubicBezTo>
                  <a:cubicBezTo>
                    <a:pt x="21543" y="10398"/>
                    <a:pt x="21542" y="10398"/>
                    <a:pt x="21542" y="10398"/>
                  </a:cubicBezTo>
                  <a:close/>
                  <a:moveTo>
                    <a:pt x="50" y="10683"/>
                  </a:moveTo>
                  <a:cubicBezTo>
                    <a:pt x="50" y="10683"/>
                    <a:pt x="50" y="10683"/>
                    <a:pt x="49" y="10683"/>
                  </a:cubicBezTo>
                  <a:cubicBezTo>
                    <a:pt x="22" y="10683"/>
                    <a:pt x="1" y="10661"/>
                    <a:pt x="1" y="10634"/>
                  </a:cubicBezTo>
                  <a:cubicBezTo>
                    <a:pt x="2" y="10547"/>
                    <a:pt x="5" y="10458"/>
                    <a:pt x="8" y="10371"/>
                  </a:cubicBezTo>
                  <a:cubicBezTo>
                    <a:pt x="9" y="10344"/>
                    <a:pt x="32" y="10324"/>
                    <a:pt x="59" y="10324"/>
                  </a:cubicBezTo>
                  <a:cubicBezTo>
                    <a:pt x="86" y="10325"/>
                    <a:pt x="107" y="10348"/>
                    <a:pt x="106" y="10375"/>
                  </a:cubicBezTo>
                  <a:cubicBezTo>
                    <a:pt x="103" y="10461"/>
                    <a:pt x="100" y="10549"/>
                    <a:pt x="99" y="10635"/>
                  </a:cubicBezTo>
                  <a:cubicBezTo>
                    <a:pt x="99" y="10662"/>
                    <a:pt x="77" y="10683"/>
                    <a:pt x="50" y="10683"/>
                  </a:cubicBezTo>
                  <a:close/>
                  <a:moveTo>
                    <a:pt x="21548" y="11110"/>
                  </a:moveTo>
                  <a:cubicBezTo>
                    <a:pt x="21548" y="11110"/>
                    <a:pt x="21547" y="11110"/>
                    <a:pt x="21547" y="11110"/>
                  </a:cubicBezTo>
                  <a:cubicBezTo>
                    <a:pt x="21520" y="11109"/>
                    <a:pt x="21498" y="11087"/>
                    <a:pt x="21499" y="11060"/>
                  </a:cubicBezTo>
                  <a:cubicBezTo>
                    <a:pt x="21501" y="10973"/>
                    <a:pt x="21502" y="10886"/>
                    <a:pt x="21502" y="10800"/>
                  </a:cubicBezTo>
                  <a:cubicBezTo>
                    <a:pt x="21502" y="10737"/>
                    <a:pt x="21502" y="10673"/>
                    <a:pt x="21500" y="10610"/>
                  </a:cubicBezTo>
                  <a:cubicBezTo>
                    <a:pt x="21500" y="10583"/>
                    <a:pt x="21521" y="10561"/>
                    <a:pt x="21549" y="10561"/>
                  </a:cubicBezTo>
                  <a:cubicBezTo>
                    <a:pt x="21549" y="10561"/>
                    <a:pt x="21549" y="10561"/>
                    <a:pt x="21549" y="10561"/>
                  </a:cubicBezTo>
                  <a:cubicBezTo>
                    <a:pt x="21576" y="10561"/>
                    <a:pt x="21598" y="10582"/>
                    <a:pt x="21598" y="10609"/>
                  </a:cubicBezTo>
                  <a:cubicBezTo>
                    <a:pt x="21599" y="10672"/>
                    <a:pt x="21600" y="10736"/>
                    <a:pt x="21600" y="10800"/>
                  </a:cubicBezTo>
                  <a:cubicBezTo>
                    <a:pt x="21600" y="10887"/>
                    <a:pt x="21599" y="10975"/>
                    <a:pt x="21597" y="11062"/>
                  </a:cubicBezTo>
                  <a:cubicBezTo>
                    <a:pt x="21596" y="11089"/>
                    <a:pt x="21574" y="11110"/>
                    <a:pt x="21548" y="11110"/>
                  </a:cubicBezTo>
                  <a:close/>
                  <a:moveTo>
                    <a:pt x="55" y="11205"/>
                  </a:moveTo>
                  <a:cubicBezTo>
                    <a:pt x="28" y="11205"/>
                    <a:pt x="6" y="11184"/>
                    <a:pt x="6" y="11158"/>
                  </a:cubicBezTo>
                  <a:cubicBezTo>
                    <a:pt x="3" y="11071"/>
                    <a:pt x="1" y="10983"/>
                    <a:pt x="0" y="10896"/>
                  </a:cubicBezTo>
                  <a:cubicBezTo>
                    <a:pt x="0" y="10869"/>
                    <a:pt x="22" y="10847"/>
                    <a:pt x="49" y="10847"/>
                  </a:cubicBezTo>
                  <a:cubicBezTo>
                    <a:pt x="49" y="10847"/>
                    <a:pt x="49" y="10847"/>
                    <a:pt x="49" y="10847"/>
                  </a:cubicBezTo>
                  <a:cubicBezTo>
                    <a:pt x="76" y="10847"/>
                    <a:pt x="98" y="10868"/>
                    <a:pt x="98" y="10895"/>
                  </a:cubicBezTo>
                  <a:cubicBezTo>
                    <a:pt x="99" y="10981"/>
                    <a:pt x="101" y="11068"/>
                    <a:pt x="103" y="11155"/>
                  </a:cubicBezTo>
                  <a:cubicBezTo>
                    <a:pt x="104" y="11182"/>
                    <a:pt x="83" y="11204"/>
                    <a:pt x="56" y="11205"/>
                  </a:cubicBezTo>
                  <a:cubicBezTo>
                    <a:pt x="56" y="11205"/>
                    <a:pt x="55" y="11205"/>
                    <a:pt x="55" y="11205"/>
                  </a:cubicBezTo>
                  <a:close/>
                  <a:moveTo>
                    <a:pt x="21523" y="11632"/>
                  </a:moveTo>
                  <a:cubicBezTo>
                    <a:pt x="21522" y="11632"/>
                    <a:pt x="21521" y="11632"/>
                    <a:pt x="21519" y="11631"/>
                  </a:cubicBezTo>
                  <a:cubicBezTo>
                    <a:pt x="21492" y="11630"/>
                    <a:pt x="21472" y="11606"/>
                    <a:pt x="21474" y="11579"/>
                  </a:cubicBezTo>
                  <a:cubicBezTo>
                    <a:pt x="21480" y="11494"/>
                    <a:pt x="21485" y="11406"/>
                    <a:pt x="21490" y="11320"/>
                  </a:cubicBezTo>
                  <a:cubicBezTo>
                    <a:pt x="21491" y="11293"/>
                    <a:pt x="21513" y="11271"/>
                    <a:pt x="21541" y="11273"/>
                  </a:cubicBezTo>
                  <a:cubicBezTo>
                    <a:pt x="21568" y="11274"/>
                    <a:pt x="21589" y="11297"/>
                    <a:pt x="21587" y="11324"/>
                  </a:cubicBezTo>
                  <a:cubicBezTo>
                    <a:pt x="21583" y="11412"/>
                    <a:pt x="21578" y="11500"/>
                    <a:pt x="21572" y="11586"/>
                  </a:cubicBezTo>
                  <a:cubicBezTo>
                    <a:pt x="21570" y="11612"/>
                    <a:pt x="21548" y="11632"/>
                    <a:pt x="21523" y="11632"/>
                  </a:cubicBezTo>
                  <a:close/>
                  <a:moveTo>
                    <a:pt x="84" y="11727"/>
                  </a:moveTo>
                  <a:cubicBezTo>
                    <a:pt x="59" y="11727"/>
                    <a:pt x="37" y="11707"/>
                    <a:pt x="35" y="11682"/>
                  </a:cubicBezTo>
                  <a:cubicBezTo>
                    <a:pt x="28" y="11595"/>
                    <a:pt x="22" y="11507"/>
                    <a:pt x="17" y="11420"/>
                  </a:cubicBezTo>
                  <a:cubicBezTo>
                    <a:pt x="16" y="11393"/>
                    <a:pt x="36" y="11370"/>
                    <a:pt x="63" y="11368"/>
                  </a:cubicBezTo>
                  <a:cubicBezTo>
                    <a:pt x="91" y="11367"/>
                    <a:pt x="114" y="11387"/>
                    <a:pt x="115" y="11414"/>
                  </a:cubicBezTo>
                  <a:cubicBezTo>
                    <a:pt x="120" y="11501"/>
                    <a:pt x="126" y="11588"/>
                    <a:pt x="133" y="11674"/>
                  </a:cubicBezTo>
                  <a:cubicBezTo>
                    <a:pt x="135" y="11701"/>
                    <a:pt x="115" y="11724"/>
                    <a:pt x="88" y="11727"/>
                  </a:cubicBezTo>
                  <a:cubicBezTo>
                    <a:pt x="87" y="11727"/>
                    <a:pt x="85" y="11727"/>
                    <a:pt x="84" y="11727"/>
                  </a:cubicBezTo>
                  <a:close/>
                  <a:moveTo>
                    <a:pt x="21473" y="12151"/>
                  </a:moveTo>
                  <a:cubicBezTo>
                    <a:pt x="21471" y="12151"/>
                    <a:pt x="21469" y="12151"/>
                    <a:pt x="21467" y="12151"/>
                  </a:cubicBezTo>
                  <a:cubicBezTo>
                    <a:pt x="21440" y="12148"/>
                    <a:pt x="21421" y="12123"/>
                    <a:pt x="21424" y="12097"/>
                  </a:cubicBezTo>
                  <a:cubicBezTo>
                    <a:pt x="21435" y="12010"/>
                    <a:pt x="21444" y="11923"/>
                    <a:pt x="21452" y="11838"/>
                  </a:cubicBezTo>
                  <a:cubicBezTo>
                    <a:pt x="21455" y="11811"/>
                    <a:pt x="21479" y="11791"/>
                    <a:pt x="21506" y="11794"/>
                  </a:cubicBezTo>
                  <a:cubicBezTo>
                    <a:pt x="21533" y="11797"/>
                    <a:pt x="21552" y="11821"/>
                    <a:pt x="21550" y="11847"/>
                  </a:cubicBezTo>
                  <a:cubicBezTo>
                    <a:pt x="21542" y="11933"/>
                    <a:pt x="21532" y="12021"/>
                    <a:pt x="21522" y="12108"/>
                  </a:cubicBezTo>
                  <a:cubicBezTo>
                    <a:pt x="21519" y="12133"/>
                    <a:pt x="21497" y="12151"/>
                    <a:pt x="21473" y="12151"/>
                  </a:cubicBezTo>
                  <a:close/>
                  <a:moveTo>
                    <a:pt x="139" y="12246"/>
                  </a:moveTo>
                  <a:cubicBezTo>
                    <a:pt x="114" y="12246"/>
                    <a:pt x="93" y="12228"/>
                    <a:pt x="90" y="12203"/>
                  </a:cubicBezTo>
                  <a:cubicBezTo>
                    <a:pt x="79" y="12117"/>
                    <a:pt x="69" y="12029"/>
                    <a:pt x="60" y="11943"/>
                  </a:cubicBezTo>
                  <a:cubicBezTo>
                    <a:pt x="57" y="11916"/>
                    <a:pt x="76" y="11892"/>
                    <a:pt x="103" y="11889"/>
                  </a:cubicBezTo>
                  <a:cubicBezTo>
                    <a:pt x="130" y="11886"/>
                    <a:pt x="154" y="11906"/>
                    <a:pt x="157" y="11933"/>
                  </a:cubicBezTo>
                  <a:cubicBezTo>
                    <a:pt x="166" y="12018"/>
                    <a:pt x="176" y="12105"/>
                    <a:pt x="187" y="12191"/>
                  </a:cubicBezTo>
                  <a:cubicBezTo>
                    <a:pt x="191" y="12218"/>
                    <a:pt x="172" y="12242"/>
                    <a:pt x="145" y="12246"/>
                  </a:cubicBezTo>
                  <a:cubicBezTo>
                    <a:pt x="143" y="12246"/>
                    <a:pt x="141" y="12246"/>
                    <a:pt x="139" y="12246"/>
                  </a:cubicBezTo>
                  <a:close/>
                  <a:moveTo>
                    <a:pt x="21398" y="12668"/>
                  </a:moveTo>
                  <a:cubicBezTo>
                    <a:pt x="21395" y="12668"/>
                    <a:pt x="21392" y="12668"/>
                    <a:pt x="21390" y="12667"/>
                  </a:cubicBezTo>
                  <a:cubicBezTo>
                    <a:pt x="21363" y="12663"/>
                    <a:pt x="21345" y="12638"/>
                    <a:pt x="21350" y="12611"/>
                  </a:cubicBezTo>
                  <a:cubicBezTo>
                    <a:pt x="21364" y="12526"/>
                    <a:pt x="21378" y="12439"/>
                    <a:pt x="21390" y="12354"/>
                  </a:cubicBezTo>
                  <a:cubicBezTo>
                    <a:pt x="21394" y="12327"/>
                    <a:pt x="21419" y="12309"/>
                    <a:pt x="21446" y="12313"/>
                  </a:cubicBezTo>
                  <a:cubicBezTo>
                    <a:pt x="21472" y="12317"/>
                    <a:pt x="21491" y="12341"/>
                    <a:pt x="21487" y="12368"/>
                  </a:cubicBezTo>
                  <a:cubicBezTo>
                    <a:pt x="21474" y="12454"/>
                    <a:pt x="21461" y="12541"/>
                    <a:pt x="21446" y="12627"/>
                  </a:cubicBezTo>
                  <a:cubicBezTo>
                    <a:pt x="21442" y="12651"/>
                    <a:pt x="21421" y="12668"/>
                    <a:pt x="21398" y="12668"/>
                  </a:cubicBezTo>
                  <a:close/>
                  <a:moveTo>
                    <a:pt x="218" y="12762"/>
                  </a:moveTo>
                  <a:cubicBezTo>
                    <a:pt x="195" y="12762"/>
                    <a:pt x="175" y="12745"/>
                    <a:pt x="170" y="12722"/>
                  </a:cubicBezTo>
                  <a:cubicBezTo>
                    <a:pt x="155" y="12636"/>
                    <a:pt x="140" y="12549"/>
                    <a:pt x="127" y="12463"/>
                  </a:cubicBezTo>
                  <a:cubicBezTo>
                    <a:pt x="123" y="12436"/>
                    <a:pt x="141" y="12411"/>
                    <a:pt x="168" y="12407"/>
                  </a:cubicBezTo>
                  <a:cubicBezTo>
                    <a:pt x="195" y="12403"/>
                    <a:pt x="220" y="12421"/>
                    <a:pt x="224" y="12448"/>
                  </a:cubicBezTo>
                  <a:cubicBezTo>
                    <a:pt x="237" y="12533"/>
                    <a:pt x="251" y="12620"/>
                    <a:pt x="267" y="12704"/>
                  </a:cubicBezTo>
                  <a:cubicBezTo>
                    <a:pt x="271" y="12731"/>
                    <a:pt x="254" y="12756"/>
                    <a:pt x="227" y="12761"/>
                  </a:cubicBezTo>
                  <a:cubicBezTo>
                    <a:pt x="224" y="12762"/>
                    <a:pt x="221" y="12762"/>
                    <a:pt x="218" y="12762"/>
                  </a:cubicBezTo>
                  <a:close/>
                  <a:moveTo>
                    <a:pt x="21298" y="13181"/>
                  </a:moveTo>
                  <a:cubicBezTo>
                    <a:pt x="21294" y="13181"/>
                    <a:pt x="21290" y="13180"/>
                    <a:pt x="21287" y="13179"/>
                  </a:cubicBezTo>
                  <a:cubicBezTo>
                    <a:pt x="21261" y="13174"/>
                    <a:pt x="21244" y="13147"/>
                    <a:pt x="21250" y="13121"/>
                  </a:cubicBezTo>
                  <a:cubicBezTo>
                    <a:pt x="21268" y="13037"/>
                    <a:pt x="21286" y="12951"/>
                    <a:pt x="21303" y="12867"/>
                  </a:cubicBezTo>
                  <a:cubicBezTo>
                    <a:pt x="21308" y="12840"/>
                    <a:pt x="21334" y="12823"/>
                    <a:pt x="21360" y="12828"/>
                  </a:cubicBezTo>
                  <a:cubicBezTo>
                    <a:pt x="21387" y="12833"/>
                    <a:pt x="21404" y="12859"/>
                    <a:pt x="21399" y="12885"/>
                  </a:cubicBezTo>
                  <a:cubicBezTo>
                    <a:pt x="21382" y="12971"/>
                    <a:pt x="21364" y="13057"/>
                    <a:pt x="21345" y="13142"/>
                  </a:cubicBezTo>
                  <a:cubicBezTo>
                    <a:pt x="21340" y="13165"/>
                    <a:pt x="21320" y="13181"/>
                    <a:pt x="21298" y="13181"/>
                  </a:cubicBezTo>
                  <a:close/>
                  <a:moveTo>
                    <a:pt x="323" y="13274"/>
                  </a:moveTo>
                  <a:cubicBezTo>
                    <a:pt x="301" y="13274"/>
                    <a:pt x="281" y="13258"/>
                    <a:pt x="276" y="13236"/>
                  </a:cubicBezTo>
                  <a:cubicBezTo>
                    <a:pt x="256" y="13150"/>
                    <a:pt x="237" y="13064"/>
                    <a:pt x="220" y="12979"/>
                  </a:cubicBezTo>
                  <a:cubicBezTo>
                    <a:pt x="214" y="12953"/>
                    <a:pt x="231" y="12927"/>
                    <a:pt x="258" y="12921"/>
                  </a:cubicBezTo>
                  <a:cubicBezTo>
                    <a:pt x="284" y="12916"/>
                    <a:pt x="310" y="12933"/>
                    <a:pt x="316" y="12960"/>
                  </a:cubicBezTo>
                  <a:cubicBezTo>
                    <a:pt x="333" y="13044"/>
                    <a:pt x="352" y="13129"/>
                    <a:pt x="371" y="13214"/>
                  </a:cubicBezTo>
                  <a:cubicBezTo>
                    <a:pt x="377" y="13240"/>
                    <a:pt x="361" y="13266"/>
                    <a:pt x="334" y="13272"/>
                  </a:cubicBezTo>
                  <a:cubicBezTo>
                    <a:pt x="331" y="13273"/>
                    <a:pt x="327" y="13274"/>
                    <a:pt x="323" y="13274"/>
                  </a:cubicBezTo>
                  <a:close/>
                  <a:moveTo>
                    <a:pt x="21172" y="13688"/>
                  </a:moveTo>
                  <a:cubicBezTo>
                    <a:pt x="21168" y="13688"/>
                    <a:pt x="21164" y="13687"/>
                    <a:pt x="21159" y="13686"/>
                  </a:cubicBezTo>
                  <a:cubicBezTo>
                    <a:pt x="21133" y="13679"/>
                    <a:pt x="21118" y="13652"/>
                    <a:pt x="21125" y="13626"/>
                  </a:cubicBezTo>
                  <a:cubicBezTo>
                    <a:pt x="21148" y="13542"/>
                    <a:pt x="21170" y="13458"/>
                    <a:pt x="21191" y="13374"/>
                  </a:cubicBezTo>
                  <a:cubicBezTo>
                    <a:pt x="21197" y="13348"/>
                    <a:pt x="21224" y="13332"/>
                    <a:pt x="21250" y="13338"/>
                  </a:cubicBezTo>
                  <a:cubicBezTo>
                    <a:pt x="21276" y="13345"/>
                    <a:pt x="21292" y="13371"/>
                    <a:pt x="21286" y="13398"/>
                  </a:cubicBezTo>
                  <a:cubicBezTo>
                    <a:pt x="21265" y="13482"/>
                    <a:pt x="21242" y="13567"/>
                    <a:pt x="21220" y="13651"/>
                  </a:cubicBezTo>
                  <a:cubicBezTo>
                    <a:pt x="21214" y="13673"/>
                    <a:pt x="21194" y="13688"/>
                    <a:pt x="21172" y="13688"/>
                  </a:cubicBezTo>
                  <a:close/>
                  <a:moveTo>
                    <a:pt x="453" y="13779"/>
                  </a:moveTo>
                  <a:cubicBezTo>
                    <a:pt x="432" y="13779"/>
                    <a:pt x="412" y="13765"/>
                    <a:pt x="406" y="13744"/>
                  </a:cubicBezTo>
                  <a:cubicBezTo>
                    <a:pt x="382" y="13660"/>
                    <a:pt x="359" y="13575"/>
                    <a:pt x="338" y="13490"/>
                  </a:cubicBezTo>
                  <a:cubicBezTo>
                    <a:pt x="331" y="13464"/>
                    <a:pt x="347" y="13438"/>
                    <a:pt x="373" y="13431"/>
                  </a:cubicBezTo>
                  <a:cubicBezTo>
                    <a:pt x="399" y="13424"/>
                    <a:pt x="426" y="13440"/>
                    <a:pt x="432" y="13466"/>
                  </a:cubicBezTo>
                  <a:cubicBezTo>
                    <a:pt x="454" y="13549"/>
                    <a:pt x="477" y="13634"/>
                    <a:pt x="500" y="13717"/>
                  </a:cubicBezTo>
                  <a:cubicBezTo>
                    <a:pt x="507" y="13743"/>
                    <a:pt x="492" y="13770"/>
                    <a:pt x="466" y="13778"/>
                  </a:cubicBezTo>
                  <a:cubicBezTo>
                    <a:pt x="462" y="13779"/>
                    <a:pt x="457" y="13779"/>
                    <a:pt x="453" y="13779"/>
                  </a:cubicBezTo>
                  <a:close/>
                  <a:moveTo>
                    <a:pt x="21023" y="14188"/>
                  </a:moveTo>
                  <a:cubicBezTo>
                    <a:pt x="21017" y="14188"/>
                    <a:pt x="21012" y="14187"/>
                    <a:pt x="21007" y="14185"/>
                  </a:cubicBezTo>
                  <a:cubicBezTo>
                    <a:pt x="20982" y="14177"/>
                    <a:pt x="20968" y="14149"/>
                    <a:pt x="20976" y="14124"/>
                  </a:cubicBezTo>
                  <a:cubicBezTo>
                    <a:pt x="21003" y="14042"/>
                    <a:pt x="21029" y="13959"/>
                    <a:pt x="21054" y="13876"/>
                  </a:cubicBezTo>
                  <a:cubicBezTo>
                    <a:pt x="21061" y="13850"/>
                    <a:pt x="21089" y="13835"/>
                    <a:pt x="21115" y="13843"/>
                  </a:cubicBezTo>
                  <a:cubicBezTo>
                    <a:pt x="21140" y="13850"/>
                    <a:pt x="21155" y="13878"/>
                    <a:pt x="21147" y="13904"/>
                  </a:cubicBezTo>
                  <a:cubicBezTo>
                    <a:pt x="21122" y="13988"/>
                    <a:pt x="21096" y="14072"/>
                    <a:pt x="21069" y="14154"/>
                  </a:cubicBezTo>
                  <a:cubicBezTo>
                    <a:pt x="21062" y="14175"/>
                    <a:pt x="21043" y="14188"/>
                    <a:pt x="21023" y="14188"/>
                  </a:cubicBezTo>
                  <a:close/>
                  <a:moveTo>
                    <a:pt x="607" y="14278"/>
                  </a:moveTo>
                  <a:cubicBezTo>
                    <a:pt x="587" y="14278"/>
                    <a:pt x="568" y="14265"/>
                    <a:pt x="561" y="14245"/>
                  </a:cubicBezTo>
                  <a:cubicBezTo>
                    <a:pt x="533" y="14162"/>
                    <a:pt x="506" y="14078"/>
                    <a:pt x="480" y="13995"/>
                  </a:cubicBezTo>
                  <a:cubicBezTo>
                    <a:pt x="472" y="13969"/>
                    <a:pt x="487" y="13942"/>
                    <a:pt x="513" y="13934"/>
                  </a:cubicBezTo>
                  <a:cubicBezTo>
                    <a:pt x="538" y="13926"/>
                    <a:pt x="566" y="13940"/>
                    <a:pt x="574" y="13966"/>
                  </a:cubicBezTo>
                  <a:cubicBezTo>
                    <a:pt x="599" y="14049"/>
                    <a:pt x="626" y="14132"/>
                    <a:pt x="654" y="14214"/>
                  </a:cubicBezTo>
                  <a:cubicBezTo>
                    <a:pt x="662" y="14239"/>
                    <a:pt x="649" y="14267"/>
                    <a:pt x="623" y="14276"/>
                  </a:cubicBezTo>
                  <a:cubicBezTo>
                    <a:pt x="618" y="14277"/>
                    <a:pt x="612" y="14278"/>
                    <a:pt x="607" y="14278"/>
                  </a:cubicBezTo>
                  <a:close/>
                  <a:moveTo>
                    <a:pt x="20848" y="14682"/>
                  </a:moveTo>
                  <a:cubicBezTo>
                    <a:pt x="20842" y="14682"/>
                    <a:pt x="20836" y="14681"/>
                    <a:pt x="20830" y="14678"/>
                  </a:cubicBezTo>
                  <a:cubicBezTo>
                    <a:pt x="20805" y="14669"/>
                    <a:pt x="20792" y="14641"/>
                    <a:pt x="20802" y="14615"/>
                  </a:cubicBezTo>
                  <a:cubicBezTo>
                    <a:pt x="20833" y="14535"/>
                    <a:pt x="20863" y="14453"/>
                    <a:pt x="20892" y="14370"/>
                  </a:cubicBezTo>
                  <a:cubicBezTo>
                    <a:pt x="20901" y="14345"/>
                    <a:pt x="20929" y="14332"/>
                    <a:pt x="20954" y="14341"/>
                  </a:cubicBezTo>
                  <a:cubicBezTo>
                    <a:pt x="20980" y="14350"/>
                    <a:pt x="20993" y="14378"/>
                    <a:pt x="20984" y="14403"/>
                  </a:cubicBezTo>
                  <a:cubicBezTo>
                    <a:pt x="20955" y="14486"/>
                    <a:pt x="20924" y="14569"/>
                    <a:pt x="20893" y="14650"/>
                  </a:cubicBezTo>
                  <a:cubicBezTo>
                    <a:pt x="20886" y="14670"/>
                    <a:pt x="20867" y="14682"/>
                    <a:pt x="20848" y="14682"/>
                  </a:cubicBezTo>
                  <a:close/>
                  <a:moveTo>
                    <a:pt x="786" y="14769"/>
                  </a:moveTo>
                  <a:cubicBezTo>
                    <a:pt x="766" y="14769"/>
                    <a:pt x="748" y="14757"/>
                    <a:pt x="740" y="14738"/>
                  </a:cubicBezTo>
                  <a:cubicBezTo>
                    <a:pt x="708" y="14656"/>
                    <a:pt x="677" y="14574"/>
                    <a:pt x="648" y="14492"/>
                  </a:cubicBezTo>
                  <a:cubicBezTo>
                    <a:pt x="638" y="14467"/>
                    <a:pt x="651" y="14439"/>
                    <a:pt x="677" y="14430"/>
                  </a:cubicBezTo>
                  <a:cubicBezTo>
                    <a:pt x="702" y="14420"/>
                    <a:pt x="730" y="14434"/>
                    <a:pt x="740" y="14459"/>
                  </a:cubicBezTo>
                  <a:cubicBezTo>
                    <a:pt x="769" y="14540"/>
                    <a:pt x="800" y="14621"/>
                    <a:pt x="831" y="14702"/>
                  </a:cubicBezTo>
                  <a:cubicBezTo>
                    <a:pt x="841" y="14727"/>
                    <a:pt x="829" y="14756"/>
                    <a:pt x="804" y="14766"/>
                  </a:cubicBezTo>
                  <a:cubicBezTo>
                    <a:pt x="798" y="14768"/>
                    <a:pt x="792" y="14769"/>
                    <a:pt x="786" y="14769"/>
                  </a:cubicBezTo>
                  <a:close/>
                  <a:moveTo>
                    <a:pt x="20649" y="15166"/>
                  </a:moveTo>
                  <a:cubicBezTo>
                    <a:pt x="20642" y="15166"/>
                    <a:pt x="20636" y="15165"/>
                    <a:pt x="20629" y="15162"/>
                  </a:cubicBezTo>
                  <a:cubicBezTo>
                    <a:pt x="20605" y="15151"/>
                    <a:pt x="20593" y="15122"/>
                    <a:pt x="20604" y="15098"/>
                  </a:cubicBezTo>
                  <a:cubicBezTo>
                    <a:pt x="20639" y="15018"/>
                    <a:pt x="20673" y="14937"/>
                    <a:pt x="20706" y="14858"/>
                  </a:cubicBezTo>
                  <a:cubicBezTo>
                    <a:pt x="20716" y="14833"/>
                    <a:pt x="20745" y="14821"/>
                    <a:pt x="20770" y="14831"/>
                  </a:cubicBezTo>
                  <a:cubicBezTo>
                    <a:pt x="20795" y="14841"/>
                    <a:pt x="20807" y="14870"/>
                    <a:pt x="20797" y="14895"/>
                  </a:cubicBezTo>
                  <a:cubicBezTo>
                    <a:pt x="20764" y="14975"/>
                    <a:pt x="20729" y="15057"/>
                    <a:pt x="20694" y="15137"/>
                  </a:cubicBezTo>
                  <a:cubicBezTo>
                    <a:pt x="20686" y="15155"/>
                    <a:pt x="20668" y="15166"/>
                    <a:pt x="20649" y="15166"/>
                  </a:cubicBezTo>
                  <a:close/>
                  <a:moveTo>
                    <a:pt x="987" y="15249"/>
                  </a:moveTo>
                  <a:cubicBezTo>
                    <a:pt x="969" y="15249"/>
                    <a:pt x="951" y="15238"/>
                    <a:pt x="943" y="15220"/>
                  </a:cubicBezTo>
                  <a:cubicBezTo>
                    <a:pt x="907" y="15141"/>
                    <a:pt x="872" y="15060"/>
                    <a:pt x="839" y="14980"/>
                  </a:cubicBezTo>
                  <a:cubicBezTo>
                    <a:pt x="828" y="14955"/>
                    <a:pt x="840" y="14926"/>
                    <a:pt x="865" y="14916"/>
                  </a:cubicBezTo>
                  <a:cubicBezTo>
                    <a:pt x="890" y="14905"/>
                    <a:pt x="918" y="14917"/>
                    <a:pt x="929" y="14942"/>
                  </a:cubicBezTo>
                  <a:cubicBezTo>
                    <a:pt x="962" y="15021"/>
                    <a:pt x="997" y="15101"/>
                    <a:pt x="1032" y="15180"/>
                  </a:cubicBezTo>
                  <a:cubicBezTo>
                    <a:pt x="1043" y="15204"/>
                    <a:pt x="1032" y="15233"/>
                    <a:pt x="1007" y="15244"/>
                  </a:cubicBezTo>
                  <a:cubicBezTo>
                    <a:pt x="1001" y="15247"/>
                    <a:pt x="994" y="15249"/>
                    <a:pt x="987" y="15249"/>
                  </a:cubicBezTo>
                  <a:close/>
                  <a:moveTo>
                    <a:pt x="20427" y="15640"/>
                  </a:moveTo>
                  <a:cubicBezTo>
                    <a:pt x="20420" y="15640"/>
                    <a:pt x="20412" y="15639"/>
                    <a:pt x="20405" y="15635"/>
                  </a:cubicBezTo>
                  <a:cubicBezTo>
                    <a:pt x="20381" y="15623"/>
                    <a:pt x="20371" y="15594"/>
                    <a:pt x="20383" y="15569"/>
                  </a:cubicBezTo>
                  <a:cubicBezTo>
                    <a:pt x="20421" y="15493"/>
                    <a:pt x="20460" y="15414"/>
                    <a:pt x="20497" y="15335"/>
                  </a:cubicBezTo>
                  <a:cubicBezTo>
                    <a:pt x="20508" y="15310"/>
                    <a:pt x="20537" y="15300"/>
                    <a:pt x="20562" y="15311"/>
                  </a:cubicBezTo>
                  <a:cubicBezTo>
                    <a:pt x="20586" y="15323"/>
                    <a:pt x="20597" y="15352"/>
                    <a:pt x="20585" y="15376"/>
                  </a:cubicBezTo>
                  <a:cubicBezTo>
                    <a:pt x="20548" y="15456"/>
                    <a:pt x="20509" y="15536"/>
                    <a:pt x="20471" y="15613"/>
                  </a:cubicBezTo>
                  <a:cubicBezTo>
                    <a:pt x="20462" y="15630"/>
                    <a:pt x="20445" y="15640"/>
                    <a:pt x="20427" y="15640"/>
                  </a:cubicBezTo>
                  <a:close/>
                  <a:moveTo>
                    <a:pt x="1212" y="15718"/>
                  </a:moveTo>
                  <a:cubicBezTo>
                    <a:pt x="1194" y="15718"/>
                    <a:pt x="1177" y="15709"/>
                    <a:pt x="1168" y="15692"/>
                  </a:cubicBezTo>
                  <a:cubicBezTo>
                    <a:pt x="1129" y="15614"/>
                    <a:pt x="1090" y="15535"/>
                    <a:pt x="1053" y="15457"/>
                  </a:cubicBezTo>
                  <a:cubicBezTo>
                    <a:pt x="1041" y="15433"/>
                    <a:pt x="1051" y="15403"/>
                    <a:pt x="1076" y="15392"/>
                  </a:cubicBezTo>
                  <a:cubicBezTo>
                    <a:pt x="1100" y="15380"/>
                    <a:pt x="1129" y="15390"/>
                    <a:pt x="1141" y="15415"/>
                  </a:cubicBezTo>
                  <a:cubicBezTo>
                    <a:pt x="1178" y="15492"/>
                    <a:pt x="1216" y="15570"/>
                    <a:pt x="1256" y="15647"/>
                  </a:cubicBezTo>
                  <a:cubicBezTo>
                    <a:pt x="1268" y="15671"/>
                    <a:pt x="1258" y="15701"/>
                    <a:pt x="1234" y="15713"/>
                  </a:cubicBezTo>
                  <a:cubicBezTo>
                    <a:pt x="1227" y="15717"/>
                    <a:pt x="1220" y="15718"/>
                    <a:pt x="1212" y="15718"/>
                  </a:cubicBezTo>
                  <a:close/>
                  <a:moveTo>
                    <a:pt x="20182" y="16103"/>
                  </a:moveTo>
                  <a:cubicBezTo>
                    <a:pt x="20174" y="16103"/>
                    <a:pt x="20166" y="16101"/>
                    <a:pt x="20158" y="16096"/>
                  </a:cubicBezTo>
                  <a:cubicBezTo>
                    <a:pt x="20135" y="16083"/>
                    <a:pt x="20126" y="16053"/>
                    <a:pt x="20139" y="16030"/>
                  </a:cubicBezTo>
                  <a:cubicBezTo>
                    <a:pt x="20182" y="15954"/>
                    <a:pt x="20224" y="15877"/>
                    <a:pt x="20264" y="15801"/>
                  </a:cubicBezTo>
                  <a:cubicBezTo>
                    <a:pt x="20277" y="15777"/>
                    <a:pt x="20306" y="15768"/>
                    <a:pt x="20330" y="15781"/>
                  </a:cubicBezTo>
                  <a:cubicBezTo>
                    <a:pt x="20354" y="15793"/>
                    <a:pt x="20363" y="15823"/>
                    <a:pt x="20351" y="15847"/>
                  </a:cubicBezTo>
                  <a:cubicBezTo>
                    <a:pt x="20310" y="15924"/>
                    <a:pt x="20268" y="16002"/>
                    <a:pt x="20225" y="16078"/>
                  </a:cubicBezTo>
                  <a:cubicBezTo>
                    <a:pt x="20216" y="16094"/>
                    <a:pt x="20199" y="16103"/>
                    <a:pt x="20182" y="16103"/>
                  </a:cubicBezTo>
                  <a:close/>
                  <a:moveTo>
                    <a:pt x="1460" y="16177"/>
                  </a:moveTo>
                  <a:cubicBezTo>
                    <a:pt x="1443" y="16177"/>
                    <a:pt x="1426" y="16168"/>
                    <a:pt x="1417" y="16152"/>
                  </a:cubicBezTo>
                  <a:cubicBezTo>
                    <a:pt x="1374" y="16077"/>
                    <a:pt x="1331" y="16000"/>
                    <a:pt x="1290" y="15923"/>
                  </a:cubicBezTo>
                  <a:cubicBezTo>
                    <a:pt x="1277" y="15899"/>
                    <a:pt x="1286" y="15870"/>
                    <a:pt x="1310" y="15857"/>
                  </a:cubicBezTo>
                  <a:cubicBezTo>
                    <a:pt x="1334" y="15844"/>
                    <a:pt x="1363" y="15853"/>
                    <a:pt x="1376" y="15877"/>
                  </a:cubicBezTo>
                  <a:cubicBezTo>
                    <a:pt x="1417" y="15952"/>
                    <a:pt x="1459" y="16029"/>
                    <a:pt x="1502" y="16103"/>
                  </a:cubicBezTo>
                  <a:cubicBezTo>
                    <a:pt x="1516" y="16127"/>
                    <a:pt x="1507" y="16157"/>
                    <a:pt x="1484" y="16170"/>
                  </a:cubicBezTo>
                  <a:cubicBezTo>
                    <a:pt x="1476" y="16175"/>
                    <a:pt x="1468" y="16177"/>
                    <a:pt x="1460" y="16177"/>
                  </a:cubicBezTo>
                  <a:close/>
                  <a:moveTo>
                    <a:pt x="19915" y="16552"/>
                  </a:moveTo>
                  <a:cubicBezTo>
                    <a:pt x="19906" y="16552"/>
                    <a:pt x="19897" y="16550"/>
                    <a:pt x="19889" y="16545"/>
                  </a:cubicBezTo>
                  <a:cubicBezTo>
                    <a:pt x="19866" y="16531"/>
                    <a:pt x="19859" y="16500"/>
                    <a:pt x="19874" y="16477"/>
                  </a:cubicBezTo>
                  <a:cubicBezTo>
                    <a:pt x="19919" y="16404"/>
                    <a:pt x="19965" y="16330"/>
                    <a:pt x="20009" y="16255"/>
                  </a:cubicBezTo>
                  <a:cubicBezTo>
                    <a:pt x="20023" y="16232"/>
                    <a:pt x="20053" y="16224"/>
                    <a:pt x="20076" y="16238"/>
                  </a:cubicBezTo>
                  <a:cubicBezTo>
                    <a:pt x="20100" y="16252"/>
                    <a:pt x="20107" y="16282"/>
                    <a:pt x="20093" y="16305"/>
                  </a:cubicBezTo>
                  <a:cubicBezTo>
                    <a:pt x="20049" y="16380"/>
                    <a:pt x="20003" y="16456"/>
                    <a:pt x="19957" y="16529"/>
                  </a:cubicBezTo>
                  <a:cubicBezTo>
                    <a:pt x="19947" y="16544"/>
                    <a:pt x="19931" y="16552"/>
                    <a:pt x="19915" y="16552"/>
                  </a:cubicBezTo>
                  <a:close/>
                  <a:moveTo>
                    <a:pt x="1729" y="16623"/>
                  </a:moveTo>
                  <a:cubicBezTo>
                    <a:pt x="1713" y="16623"/>
                    <a:pt x="1697" y="16615"/>
                    <a:pt x="1688" y="16600"/>
                  </a:cubicBezTo>
                  <a:cubicBezTo>
                    <a:pt x="1641" y="16527"/>
                    <a:pt x="1595" y="16452"/>
                    <a:pt x="1550" y="16378"/>
                  </a:cubicBezTo>
                  <a:cubicBezTo>
                    <a:pt x="1536" y="16354"/>
                    <a:pt x="1543" y="16324"/>
                    <a:pt x="1566" y="16310"/>
                  </a:cubicBezTo>
                  <a:cubicBezTo>
                    <a:pt x="1589" y="16296"/>
                    <a:pt x="1620" y="16304"/>
                    <a:pt x="1634" y="16327"/>
                  </a:cubicBezTo>
                  <a:cubicBezTo>
                    <a:pt x="1678" y="16401"/>
                    <a:pt x="1724" y="16475"/>
                    <a:pt x="1770" y="16547"/>
                  </a:cubicBezTo>
                  <a:cubicBezTo>
                    <a:pt x="1785" y="16570"/>
                    <a:pt x="1778" y="16601"/>
                    <a:pt x="1755" y="16615"/>
                  </a:cubicBezTo>
                  <a:cubicBezTo>
                    <a:pt x="1747" y="16620"/>
                    <a:pt x="1738" y="16623"/>
                    <a:pt x="1729" y="16623"/>
                  </a:cubicBezTo>
                  <a:close/>
                  <a:moveTo>
                    <a:pt x="19627" y="16988"/>
                  </a:moveTo>
                  <a:cubicBezTo>
                    <a:pt x="19617" y="16988"/>
                    <a:pt x="19607" y="16986"/>
                    <a:pt x="19599" y="16980"/>
                  </a:cubicBezTo>
                  <a:cubicBezTo>
                    <a:pt x="19577" y="16964"/>
                    <a:pt x="19571" y="16934"/>
                    <a:pt x="19587" y="16912"/>
                  </a:cubicBezTo>
                  <a:cubicBezTo>
                    <a:pt x="19636" y="16841"/>
                    <a:pt x="19685" y="16769"/>
                    <a:pt x="19733" y="16696"/>
                  </a:cubicBezTo>
                  <a:cubicBezTo>
                    <a:pt x="19748" y="16674"/>
                    <a:pt x="19778" y="16667"/>
                    <a:pt x="19801" y="16682"/>
                  </a:cubicBezTo>
                  <a:cubicBezTo>
                    <a:pt x="19823" y="16697"/>
                    <a:pt x="19829" y="16728"/>
                    <a:pt x="19814" y="16750"/>
                  </a:cubicBezTo>
                  <a:cubicBezTo>
                    <a:pt x="19766" y="16823"/>
                    <a:pt x="19716" y="16896"/>
                    <a:pt x="19667" y="16967"/>
                  </a:cubicBezTo>
                  <a:cubicBezTo>
                    <a:pt x="19657" y="16981"/>
                    <a:pt x="19642" y="16988"/>
                    <a:pt x="19627" y="16988"/>
                  </a:cubicBezTo>
                  <a:close/>
                  <a:moveTo>
                    <a:pt x="2020" y="17055"/>
                  </a:moveTo>
                  <a:cubicBezTo>
                    <a:pt x="2005" y="17055"/>
                    <a:pt x="1990" y="17048"/>
                    <a:pt x="1980" y="17035"/>
                  </a:cubicBezTo>
                  <a:cubicBezTo>
                    <a:pt x="1930" y="16964"/>
                    <a:pt x="1880" y="16891"/>
                    <a:pt x="1831" y="16819"/>
                  </a:cubicBezTo>
                  <a:cubicBezTo>
                    <a:pt x="1816" y="16797"/>
                    <a:pt x="1822" y="16766"/>
                    <a:pt x="1845" y="16751"/>
                  </a:cubicBezTo>
                  <a:cubicBezTo>
                    <a:pt x="1867" y="16736"/>
                    <a:pt x="1898" y="16742"/>
                    <a:pt x="1913" y="16764"/>
                  </a:cubicBezTo>
                  <a:cubicBezTo>
                    <a:pt x="1961" y="16836"/>
                    <a:pt x="2010" y="16908"/>
                    <a:pt x="2060" y="16978"/>
                  </a:cubicBezTo>
                  <a:cubicBezTo>
                    <a:pt x="2076" y="17000"/>
                    <a:pt x="2070" y="17031"/>
                    <a:pt x="2048" y="17046"/>
                  </a:cubicBezTo>
                  <a:cubicBezTo>
                    <a:pt x="2040" y="17052"/>
                    <a:pt x="2030" y="17055"/>
                    <a:pt x="2020" y="17055"/>
                  </a:cubicBezTo>
                  <a:close/>
                  <a:moveTo>
                    <a:pt x="19318" y="17410"/>
                  </a:moveTo>
                  <a:cubicBezTo>
                    <a:pt x="19307" y="17410"/>
                    <a:pt x="19297" y="17407"/>
                    <a:pt x="19288" y="17400"/>
                  </a:cubicBezTo>
                  <a:cubicBezTo>
                    <a:pt x="19266" y="17383"/>
                    <a:pt x="19262" y="17352"/>
                    <a:pt x="19279" y="17331"/>
                  </a:cubicBezTo>
                  <a:cubicBezTo>
                    <a:pt x="19332" y="17263"/>
                    <a:pt x="19384" y="17193"/>
                    <a:pt x="19435" y="17123"/>
                  </a:cubicBezTo>
                  <a:cubicBezTo>
                    <a:pt x="19451" y="17101"/>
                    <a:pt x="19482" y="17097"/>
                    <a:pt x="19504" y="17113"/>
                  </a:cubicBezTo>
                  <a:cubicBezTo>
                    <a:pt x="19526" y="17129"/>
                    <a:pt x="19530" y="17159"/>
                    <a:pt x="19514" y="17181"/>
                  </a:cubicBezTo>
                  <a:cubicBezTo>
                    <a:pt x="19463" y="17251"/>
                    <a:pt x="19410" y="17322"/>
                    <a:pt x="19356" y="17391"/>
                  </a:cubicBezTo>
                  <a:cubicBezTo>
                    <a:pt x="19347" y="17403"/>
                    <a:pt x="19332" y="17410"/>
                    <a:pt x="19318" y="17410"/>
                  </a:cubicBezTo>
                  <a:close/>
                  <a:moveTo>
                    <a:pt x="2332" y="17474"/>
                  </a:moveTo>
                  <a:cubicBezTo>
                    <a:pt x="2317" y="17474"/>
                    <a:pt x="2303" y="17467"/>
                    <a:pt x="2293" y="17455"/>
                  </a:cubicBezTo>
                  <a:cubicBezTo>
                    <a:pt x="2239" y="17386"/>
                    <a:pt x="2186" y="17316"/>
                    <a:pt x="2134" y="17247"/>
                  </a:cubicBezTo>
                  <a:cubicBezTo>
                    <a:pt x="2118" y="17225"/>
                    <a:pt x="2122" y="17194"/>
                    <a:pt x="2144" y="17178"/>
                  </a:cubicBezTo>
                  <a:cubicBezTo>
                    <a:pt x="2166" y="17162"/>
                    <a:pt x="2196" y="17166"/>
                    <a:pt x="2213" y="17188"/>
                  </a:cubicBezTo>
                  <a:cubicBezTo>
                    <a:pt x="2264" y="17257"/>
                    <a:pt x="2317" y="17326"/>
                    <a:pt x="2370" y="17394"/>
                  </a:cubicBezTo>
                  <a:cubicBezTo>
                    <a:pt x="2387" y="17416"/>
                    <a:pt x="2383" y="17447"/>
                    <a:pt x="2362" y="17463"/>
                  </a:cubicBezTo>
                  <a:cubicBezTo>
                    <a:pt x="2353" y="17470"/>
                    <a:pt x="2342" y="17474"/>
                    <a:pt x="2332" y="17474"/>
                  </a:cubicBezTo>
                  <a:close/>
                  <a:moveTo>
                    <a:pt x="18988" y="17816"/>
                  </a:moveTo>
                  <a:cubicBezTo>
                    <a:pt x="18977" y="17816"/>
                    <a:pt x="18966" y="17812"/>
                    <a:pt x="18957" y="17804"/>
                  </a:cubicBezTo>
                  <a:cubicBezTo>
                    <a:pt x="18936" y="17787"/>
                    <a:pt x="18934" y="17756"/>
                    <a:pt x="18951" y="17735"/>
                  </a:cubicBezTo>
                  <a:cubicBezTo>
                    <a:pt x="19007" y="17669"/>
                    <a:pt x="19063" y="17602"/>
                    <a:pt x="19117" y="17535"/>
                  </a:cubicBezTo>
                  <a:cubicBezTo>
                    <a:pt x="19135" y="17514"/>
                    <a:pt x="19165" y="17511"/>
                    <a:pt x="19186" y="17528"/>
                  </a:cubicBezTo>
                  <a:cubicBezTo>
                    <a:pt x="19207" y="17545"/>
                    <a:pt x="19211" y="17576"/>
                    <a:pt x="19194" y="17597"/>
                  </a:cubicBezTo>
                  <a:cubicBezTo>
                    <a:pt x="19139" y="17664"/>
                    <a:pt x="19082" y="17732"/>
                    <a:pt x="19026" y="17799"/>
                  </a:cubicBezTo>
                  <a:cubicBezTo>
                    <a:pt x="19016" y="17810"/>
                    <a:pt x="19002" y="17816"/>
                    <a:pt x="18988" y="17816"/>
                  </a:cubicBezTo>
                  <a:close/>
                  <a:moveTo>
                    <a:pt x="2663" y="17876"/>
                  </a:moveTo>
                  <a:cubicBezTo>
                    <a:pt x="2650" y="17876"/>
                    <a:pt x="2636" y="17871"/>
                    <a:pt x="2626" y="17859"/>
                  </a:cubicBezTo>
                  <a:cubicBezTo>
                    <a:pt x="2569" y="17793"/>
                    <a:pt x="2512" y="17726"/>
                    <a:pt x="2457" y="17659"/>
                  </a:cubicBezTo>
                  <a:cubicBezTo>
                    <a:pt x="2440" y="17638"/>
                    <a:pt x="2443" y="17607"/>
                    <a:pt x="2464" y="17590"/>
                  </a:cubicBezTo>
                  <a:cubicBezTo>
                    <a:pt x="2485" y="17573"/>
                    <a:pt x="2516" y="17576"/>
                    <a:pt x="2533" y="17597"/>
                  </a:cubicBezTo>
                  <a:cubicBezTo>
                    <a:pt x="2587" y="17663"/>
                    <a:pt x="2644" y="17730"/>
                    <a:pt x="2700" y="17795"/>
                  </a:cubicBezTo>
                  <a:cubicBezTo>
                    <a:pt x="2718" y="17816"/>
                    <a:pt x="2716" y="17847"/>
                    <a:pt x="2695" y="17865"/>
                  </a:cubicBezTo>
                  <a:cubicBezTo>
                    <a:pt x="2686" y="17873"/>
                    <a:pt x="2675" y="17876"/>
                    <a:pt x="2663" y="17876"/>
                  </a:cubicBezTo>
                  <a:close/>
                  <a:moveTo>
                    <a:pt x="18640" y="18205"/>
                  </a:moveTo>
                  <a:cubicBezTo>
                    <a:pt x="18628" y="18205"/>
                    <a:pt x="18616" y="18201"/>
                    <a:pt x="18607" y="18192"/>
                  </a:cubicBezTo>
                  <a:cubicBezTo>
                    <a:pt x="18587" y="18173"/>
                    <a:pt x="18586" y="18142"/>
                    <a:pt x="18605" y="18123"/>
                  </a:cubicBezTo>
                  <a:cubicBezTo>
                    <a:pt x="18664" y="18059"/>
                    <a:pt x="18723" y="17995"/>
                    <a:pt x="18780" y="17931"/>
                  </a:cubicBezTo>
                  <a:cubicBezTo>
                    <a:pt x="18798" y="17911"/>
                    <a:pt x="18829" y="17909"/>
                    <a:pt x="18849" y="17927"/>
                  </a:cubicBezTo>
                  <a:cubicBezTo>
                    <a:pt x="18870" y="17945"/>
                    <a:pt x="18871" y="17976"/>
                    <a:pt x="18853" y="17996"/>
                  </a:cubicBezTo>
                  <a:cubicBezTo>
                    <a:pt x="18796" y="18061"/>
                    <a:pt x="18736" y="18126"/>
                    <a:pt x="18676" y="18190"/>
                  </a:cubicBezTo>
                  <a:cubicBezTo>
                    <a:pt x="18666" y="18200"/>
                    <a:pt x="18653" y="18205"/>
                    <a:pt x="18640" y="18205"/>
                  </a:cubicBezTo>
                  <a:close/>
                  <a:moveTo>
                    <a:pt x="3014" y="18263"/>
                  </a:moveTo>
                  <a:cubicBezTo>
                    <a:pt x="3001" y="18263"/>
                    <a:pt x="2988" y="18258"/>
                    <a:pt x="2979" y="18248"/>
                  </a:cubicBezTo>
                  <a:cubicBezTo>
                    <a:pt x="2919" y="18185"/>
                    <a:pt x="2859" y="18120"/>
                    <a:pt x="2800" y="18056"/>
                  </a:cubicBezTo>
                  <a:cubicBezTo>
                    <a:pt x="2782" y="18036"/>
                    <a:pt x="2783" y="18005"/>
                    <a:pt x="2803" y="17987"/>
                  </a:cubicBezTo>
                  <a:cubicBezTo>
                    <a:pt x="2824" y="17968"/>
                    <a:pt x="2854" y="17970"/>
                    <a:pt x="2873" y="17990"/>
                  </a:cubicBezTo>
                  <a:cubicBezTo>
                    <a:pt x="2931" y="18054"/>
                    <a:pt x="2990" y="18118"/>
                    <a:pt x="3050" y="18180"/>
                  </a:cubicBezTo>
                  <a:cubicBezTo>
                    <a:pt x="3068" y="18200"/>
                    <a:pt x="3067" y="18231"/>
                    <a:pt x="3048" y="18249"/>
                  </a:cubicBezTo>
                  <a:cubicBezTo>
                    <a:pt x="3038" y="18258"/>
                    <a:pt x="3026" y="18263"/>
                    <a:pt x="3014" y="18263"/>
                  </a:cubicBezTo>
                  <a:close/>
                  <a:moveTo>
                    <a:pt x="18274" y="18577"/>
                  </a:moveTo>
                  <a:cubicBezTo>
                    <a:pt x="18261" y="18577"/>
                    <a:pt x="18248" y="18572"/>
                    <a:pt x="18239" y="18562"/>
                  </a:cubicBezTo>
                  <a:cubicBezTo>
                    <a:pt x="18220" y="18543"/>
                    <a:pt x="18220" y="18512"/>
                    <a:pt x="18240" y="18493"/>
                  </a:cubicBezTo>
                  <a:cubicBezTo>
                    <a:pt x="18302" y="18433"/>
                    <a:pt x="18364" y="18372"/>
                    <a:pt x="18425" y="18310"/>
                  </a:cubicBezTo>
                  <a:cubicBezTo>
                    <a:pt x="18443" y="18291"/>
                    <a:pt x="18475" y="18290"/>
                    <a:pt x="18494" y="18309"/>
                  </a:cubicBezTo>
                  <a:cubicBezTo>
                    <a:pt x="18513" y="18328"/>
                    <a:pt x="18513" y="18359"/>
                    <a:pt x="18494" y="18379"/>
                  </a:cubicBezTo>
                  <a:cubicBezTo>
                    <a:pt x="18433" y="18441"/>
                    <a:pt x="18370" y="18503"/>
                    <a:pt x="18308" y="18563"/>
                  </a:cubicBezTo>
                  <a:cubicBezTo>
                    <a:pt x="18299" y="18573"/>
                    <a:pt x="18286" y="18577"/>
                    <a:pt x="18274" y="18577"/>
                  </a:cubicBezTo>
                  <a:close/>
                  <a:moveTo>
                    <a:pt x="3383" y="18632"/>
                  </a:moveTo>
                  <a:cubicBezTo>
                    <a:pt x="3371" y="18632"/>
                    <a:pt x="3359" y="18628"/>
                    <a:pt x="3349" y="18619"/>
                  </a:cubicBezTo>
                  <a:cubicBezTo>
                    <a:pt x="3286" y="18558"/>
                    <a:pt x="3223" y="18497"/>
                    <a:pt x="3162" y="18435"/>
                  </a:cubicBezTo>
                  <a:cubicBezTo>
                    <a:pt x="3143" y="18416"/>
                    <a:pt x="3143" y="18385"/>
                    <a:pt x="3162" y="18366"/>
                  </a:cubicBezTo>
                  <a:cubicBezTo>
                    <a:pt x="3181" y="18347"/>
                    <a:pt x="3212" y="18347"/>
                    <a:pt x="3231" y="18366"/>
                  </a:cubicBezTo>
                  <a:cubicBezTo>
                    <a:pt x="3292" y="18427"/>
                    <a:pt x="3354" y="18488"/>
                    <a:pt x="3417" y="18548"/>
                  </a:cubicBezTo>
                  <a:cubicBezTo>
                    <a:pt x="3437" y="18566"/>
                    <a:pt x="3437" y="18597"/>
                    <a:pt x="3419" y="18617"/>
                  </a:cubicBezTo>
                  <a:cubicBezTo>
                    <a:pt x="3409" y="18627"/>
                    <a:pt x="3396" y="18632"/>
                    <a:pt x="3383" y="18632"/>
                  </a:cubicBezTo>
                  <a:close/>
                  <a:moveTo>
                    <a:pt x="17890" y="18931"/>
                  </a:moveTo>
                  <a:cubicBezTo>
                    <a:pt x="17877" y="18931"/>
                    <a:pt x="17863" y="18925"/>
                    <a:pt x="17853" y="18914"/>
                  </a:cubicBezTo>
                  <a:cubicBezTo>
                    <a:pt x="17836" y="18894"/>
                    <a:pt x="17838" y="18863"/>
                    <a:pt x="17858" y="18845"/>
                  </a:cubicBezTo>
                  <a:cubicBezTo>
                    <a:pt x="17923" y="18788"/>
                    <a:pt x="17988" y="18730"/>
                    <a:pt x="18051" y="18671"/>
                  </a:cubicBezTo>
                  <a:cubicBezTo>
                    <a:pt x="18071" y="18653"/>
                    <a:pt x="18102" y="18654"/>
                    <a:pt x="18120" y="18674"/>
                  </a:cubicBezTo>
                  <a:cubicBezTo>
                    <a:pt x="18139" y="18694"/>
                    <a:pt x="18137" y="18725"/>
                    <a:pt x="18117" y="18743"/>
                  </a:cubicBezTo>
                  <a:cubicBezTo>
                    <a:pt x="18054" y="18802"/>
                    <a:pt x="17988" y="18861"/>
                    <a:pt x="17923" y="18919"/>
                  </a:cubicBezTo>
                  <a:cubicBezTo>
                    <a:pt x="17913" y="18927"/>
                    <a:pt x="17902" y="18931"/>
                    <a:pt x="17890" y="18931"/>
                  </a:cubicBezTo>
                  <a:close/>
                  <a:moveTo>
                    <a:pt x="3770" y="18983"/>
                  </a:moveTo>
                  <a:cubicBezTo>
                    <a:pt x="3758" y="18983"/>
                    <a:pt x="3747" y="18979"/>
                    <a:pt x="3738" y="18971"/>
                  </a:cubicBezTo>
                  <a:cubicBezTo>
                    <a:pt x="3671" y="18914"/>
                    <a:pt x="3605" y="18855"/>
                    <a:pt x="3541" y="18797"/>
                  </a:cubicBezTo>
                  <a:cubicBezTo>
                    <a:pt x="3521" y="18779"/>
                    <a:pt x="3520" y="18748"/>
                    <a:pt x="3538" y="18728"/>
                  </a:cubicBezTo>
                  <a:cubicBezTo>
                    <a:pt x="3556" y="18708"/>
                    <a:pt x="3587" y="18707"/>
                    <a:pt x="3607" y="18725"/>
                  </a:cubicBezTo>
                  <a:cubicBezTo>
                    <a:pt x="3671" y="18782"/>
                    <a:pt x="3736" y="18840"/>
                    <a:pt x="3802" y="18897"/>
                  </a:cubicBezTo>
                  <a:cubicBezTo>
                    <a:pt x="3822" y="18915"/>
                    <a:pt x="3825" y="18946"/>
                    <a:pt x="3807" y="18966"/>
                  </a:cubicBezTo>
                  <a:cubicBezTo>
                    <a:pt x="3797" y="18978"/>
                    <a:pt x="3784" y="18983"/>
                    <a:pt x="3770" y="18983"/>
                  </a:cubicBezTo>
                  <a:close/>
                  <a:moveTo>
                    <a:pt x="17490" y="19266"/>
                  </a:moveTo>
                  <a:cubicBezTo>
                    <a:pt x="17475" y="19266"/>
                    <a:pt x="17461" y="19259"/>
                    <a:pt x="17452" y="19247"/>
                  </a:cubicBezTo>
                  <a:cubicBezTo>
                    <a:pt x="17435" y="19226"/>
                    <a:pt x="17438" y="19195"/>
                    <a:pt x="17459" y="19178"/>
                  </a:cubicBezTo>
                  <a:cubicBezTo>
                    <a:pt x="17526" y="19125"/>
                    <a:pt x="17594" y="19070"/>
                    <a:pt x="17661" y="19014"/>
                  </a:cubicBezTo>
                  <a:cubicBezTo>
                    <a:pt x="17681" y="18997"/>
                    <a:pt x="17712" y="19000"/>
                    <a:pt x="17730" y="19020"/>
                  </a:cubicBezTo>
                  <a:cubicBezTo>
                    <a:pt x="17747" y="19041"/>
                    <a:pt x="17744" y="19072"/>
                    <a:pt x="17723" y="19089"/>
                  </a:cubicBezTo>
                  <a:cubicBezTo>
                    <a:pt x="17656" y="19145"/>
                    <a:pt x="17588" y="19201"/>
                    <a:pt x="17520" y="19255"/>
                  </a:cubicBezTo>
                  <a:cubicBezTo>
                    <a:pt x="17511" y="19262"/>
                    <a:pt x="17501" y="19266"/>
                    <a:pt x="17490" y="19266"/>
                  </a:cubicBezTo>
                  <a:close/>
                  <a:moveTo>
                    <a:pt x="4173" y="19315"/>
                  </a:moveTo>
                  <a:cubicBezTo>
                    <a:pt x="4163" y="19315"/>
                    <a:pt x="4152" y="19312"/>
                    <a:pt x="4143" y="19305"/>
                  </a:cubicBezTo>
                  <a:cubicBezTo>
                    <a:pt x="4074" y="19251"/>
                    <a:pt x="4005" y="19196"/>
                    <a:pt x="3938" y="19141"/>
                  </a:cubicBezTo>
                  <a:cubicBezTo>
                    <a:pt x="3917" y="19123"/>
                    <a:pt x="3915" y="19093"/>
                    <a:pt x="3932" y="19072"/>
                  </a:cubicBezTo>
                  <a:cubicBezTo>
                    <a:pt x="3949" y="19051"/>
                    <a:pt x="3980" y="19048"/>
                    <a:pt x="4001" y="19065"/>
                  </a:cubicBezTo>
                  <a:cubicBezTo>
                    <a:pt x="4067" y="19120"/>
                    <a:pt x="4135" y="19174"/>
                    <a:pt x="4203" y="19228"/>
                  </a:cubicBezTo>
                  <a:cubicBezTo>
                    <a:pt x="4225" y="19245"/>
                    <a:pt x="4228" y="19275"/>
                    <a:pt x="4212" y="19297"/>
                  </a:cubicBezTo>
                  <a:cubicBezTo>
                    <a:pt x="4202" y="19309"/>
                    <a:pt x="4188" y="19315"/>
                    <a:pt x="4173" y="19315"/>
                  </a:cubicBezTo>
                  <a:close/>
                  <a:moveTo>
                    <a:pt x="17074" y="19580"/>
                  </a:moveTo>
                  <a:cubicBezTo>
                    <a:pt x="17059" y="19580"/>
                    <a:pt x="17044" y="19573"/>
                    <a:pt x="17034" y="19560"/>
                  </a:cubicBezTo>
                  <a:cubicBezTo>
                    <a:pt x="17018" y="19538"/>
                    <a:pt x="17023" y="19508"/>
                    <a:pt x="17045" y="19492"/>
                  </a:cubicBezTo>
                  <a:cubicBezTo>
                    <a:pt x="17115" y="19441"/>
                    <a:pt x="17186" y="19389"/>
                    <a:pt x="17254" y="19338"/>
                  </a:cubicBezTo>
                  <a:cubicBezTo>
                    <a:pt x="17276" y="19321"/>
                    <a:pt x="17306" y="19325"/>
                    <a:pt x="17323" y="19347"/>
                  </a:cubicBezTo>
                  <a:cubicBezTo>
                    <a:pt x="17339" y="19369"/>
                    <a:pt x="17335" y="19399"/>
                    <a:pt x="17313" y="19416"/>
                  </a:cubicBezTo>
                  <a:cubicBezTo>
                    <a:pt x="17244" y="19468"/>
                    <a:pt x="17173" y="19520"/>
                    <a:pt x="17103" y="19571"/>
                  </a:cubicBezTo>
                  <a:cubicBezTo>
                    <a:pt x="17094" y="19577"/>
                    <a:pt x="17084" y="19580"/>
                    <a:pt x="17074" y="19580"/>
                  </a:cubicBezTo>
                  <a:close/>
                  <a:moveTo>
                    <a:pt x="4592" y="19628"/>
                  </a:moveTo>
                  <a:cubicBezTo>
                    <a:pt x="4582" y="19628"/>
                    <a:pt x="4572" y="19625"/>
                    <a:pt x="4564" y="19619"/>
                  </a:cubicBezTo>
                  <a:cubicBezTo>
                    <a:pt x="4493" y="19569"/>
                    <a:pt x="4422" y="19517"/>
                    <a:pt x="4351" y="19464"/>
                  </a:cubicBezTo>
                  <a:cubicBezTo>
                    <a:pt x="4330" y="19448"/>
                    <a:pt x="4325" y="19418"/>
                    <a:pt x="4341" y="19396"/>
                  </a:cubicBezTo>
                  <a:cubicBezTo>
                    <a:pt x="4358" y="19374"/>
                    <a:pt x="4388" y="19370"/>
                    <a:pt x="4410" y="19386"/>
                  </a:cubicBezTo>
                  <a:cubicBezTo>
                    <a:pt x="4480" y="19438"/>
                    <a:pt x="4550" y="19489"/>
                    <a:pt x="4620" y="19539"/>
                  </a:cubicBezTo>
                  <a:cubicBezTo>
                    <a:pt x="4643" y="19555"/>
                    <a:pt x="4648" y="19585"/>
                    <a:pt x="4632" y="19607"/>
                  </a:cubicBezTo>
                  <a:cubicBezTo>
                    <a:pt x="4623" y="19621"/>
                    <a:pt x="4607" y="19628"/>
                    <a:pt x="4592" y="19628"/>
                  </a:cubicBezTo>
                  <a:close/>
                  <a:moveTo>
                    <a:pt x="16644" y="19875"/>
                  </a:moveTo>
                  <a:cubicBezTo>
                    <a:pt x="16628" y="19875"/>
                    <a:pt x="16612" y="19867"/>
                    <a:pt x="16603" y="19852"/>
                  </a:cubicBezTo>
                  <a:cubicBezTo>
                    <a:pt x="16588" y="19830"/>
                    <a:pt x="16594" y="19799"/>
                    <a:pt x="16617" y="19785"/>
                  </a:cubicBezTo>
                  <a:cubicBezTo>
                    <a:pt x="16689" y="19738"/>
                    <a:pt x="16762" y="19689"/>
                    <a:pt x="16833" y="19641"/>
                  </a:cubicBezTo>
                  <a:cubicBezTo>
                    <a:pt x="16855" y="19626"/>
                    <a:pt x="16886" y="19631"/>
                    <a:pt x="16901" y="19654"/>
                  </a:cubicBezTo>
                  <a:cubicBezTo>
                    <a:pt x="16916" y="19676"/>
                    <a:pt x="16911" y="19706"/>
                    <a:pt x="16888" y="19722"/>
                  </a:cubicBezTo>
                  <a:cubicBezTo>
                    <a:pt x="16817" y="19771"/>
                    <a:pt x="16743" y="19819"/>
                    <a:pt x="16670" y="19867"/>
                  </a:cubicBezTo>
                  <a:cubicBezTo>
                    <a:pt x="16662" y="19872"/>
                    <a:pt x="16653" y="19875"/>
                    <a:pt x="16644" y="19875"/>
                  </a:cubicBezTo>
                  <a:close/>
                  <a:moveTo>
                    <a:pt x="5026" y="19920"/>
                  </a:moveTo>
                  <a:cubicBezTo>
                    <a:pt x="5017" y="19920"/>
                    <a:pt x="5008" y="19917"/>
                    <a:pt x="5000" y="19912"/>
                  </a:cubicBezTo>
                  <a:cubicBezTo>
                    <a:pt x="4926" y="19865"/>
                    <a:pt x="4852" y="19817"/>
                    <a:pt x="4780" y="19768"/>
                  </a:cubicBezTo>
                  <a:cubicBezTo>
                    <a:pt x="4758" y="19753"/>
                    <a:pt x="4752" y="19722"/>
                    <a:pt x="4767" y="19700"/>
                  </a:cubicBezTo>
                  <a:cubicBezTo>
                    <a:pt x="4782" y="19678"/>
                    <a:pt x="4812" y="19672"/>
                    <a:pt x="4835" y="19687"/>
                  </a:cubicBezTo>
                  <a:cubicBezTo>
                    <a:pt x="4906" y="19735"/>
                    <a:pt x="4980" y="19783"/>
                    <a:pt x="5052" y="19829"/>
                  </a:cubicBezTo>
                  <a:cubicBezTo>
                    <a:pt x="5075" y="19844"/>
                    <a:pt x="5082" y="19874"/>
                    <a:pt x="5067" y="19897"/>
                  </a:cubicBezTo>
                  <a:cubicBezTo>
                    <a:pt x="5058" y="19912"/>
                    <a:pt x="5042" y="19920"/>
                    <a:pt x="5026" y="19920"/>
                  </a:cubicBezTo>
                  <a:close/>
                  <a:moveTo>
                    <a:pt x="16200" y="20148"/>
                  </a:moveTo>
                  <a:cubicBezTo>
                    <a:pt x="16183" y="20148"/>
                    <a:pt x="16166" y="20139"/>
                    <a:pt x="16157" y="20123"/>
                  </a:cubicBezTo>
                  <a:cubicBezTo>
                    <a:pt x="16144" y="20100"/>
                    <a:pt x="16152" y="20070"/>
                    <a:pt x="16175" y="20056"/>
                  </a:cubicBezTo>
                  <a:cubicBezTo>
                    <a:pt x="16249" y="20013"/>
                    <a:pt x="16324" y="19968"/>
                    <a:pt x="16398" y="19923"/>
                  </a:cubicBezTo>
                  <a:cubicBezTo>
                    <a:pt x="16421" y="19909"/>
                    <a:pt x="16451" y="19916"/>
                    <a:pt x="16465" y="19939"/>
                  </a:cubicBezTo>
                  <a:cubicBezTo>
                    <a:pt x="16479" y="19962"/>
                    <a:pt x="16472" y="19992"/>
                    <a:pt x="16449" y="20007"/>
                  </a:cubicBezTo>
                  <a:cubicBezTo>
                    <a:pt x="16375" y="20052"/>
                    <a:pt x="16299" y="20097"/>
                    <a:pt x="16224" y="20141"/>
                  </a:cubicBezTo>
                  <a:cubicBezTo>
                    <a:pt x="16216" y="20146"/>
                    <a:pt x="16208" y="20148"/>
                    <a:pt x="16200" y="20148"/>
                  </a:cubicBezTo>
                  <a:close/>
                  <a:moveTo>
                    <a:pt x="5474" y="20190"/>
                  </a:moveTo>
                  <a:cubicBezTo>
                    <a:pt x="5465" y="20190"/>
                    <a:pt x="5457" y="20188"/>
                    <a:pt x="5449" y="20184"/>
                  </a:cubicBezTo>
                  <a:cubicBezTo>
                    <a:pt x="5374" y="20140"/>
                    <a:pt x="5298" y="20096"/>
                    <a:pt x="5223" y="20050"/>
                  </a:cubicBezTo>
                  <a:cubicBezTo>
                    <a:pt x="5200" y="20036"/>
                    <a:pt x="5192" y="20006"/>
                    <a:pt x="5206" y="19983"/>
                  </a:cubicBezTo>
                  <a:cubicBezTo>
                    <a:pt x="5220" y="19960"/>
                    <a:pt x="5250" y="19953"/>
                    <a:pt x="5273" y="19967"/>
                  </a:cubicBezTo>
                  <a:cubicBezTo>
                    <a:pt x="5348" y="20011"/>
                    <a:pt x="5423" y="20056"/>
                    <a:pt x="5498" y="20099"/>
                  </a:cubicBezTo>
                  <a:cubicBezTo>
                    <a:pt x="5521" y="20112"/>
                    <a:pt x="5530" y="20142"/>
                    <a:pt x="5516" y="20165"/>
                  </a:cubicBezTo>
                  <a:cubicBezTo>
                    <a:pt x="5507" y="20181"/>
                    <a:pt x="5491" y="20190"/>
                    <a:pt x="5474" y="20190"/>
                  </a:cubicBezTo>
                  <a:close/>
                  <a:moveTo>
                    <a:pt x="15743" y="20399"/>
                  </a:moveTo>
                  <a:cubicBezTo>
                    <a:pt x="15725" y="20399"/>
                    <a:pt x="15708" y="20389"/>
                    <a:pt x="15700" y="20372"/>
                  </a:cubicBezTo>
                  <a:cubicBezTo>
                    <a:pt x="15687" y="20348"/>
                    <a:pt x="15697" y="20319"/>
                    <a:pt x="15721" y="20306"/>
                  </a:cubicBezTo>
                  <a:cubicBezTo>
                    <a:pt x="15797" y="20267"/>
                    <a:pt x="15874" y="20225"/>
                    <a:pt x="15949" y="20184"/>
                  </a:cubicBezTo>
                  <a:cubicBezTo>
                    <a:pt x="15973" y="20171"/>
                    <a:pt x="16003" y="20180"/>
                    <a:pt x="16016" y="20203"/>
                  </a:cubicBezTo>
                  <a:cubicBezTo>
                    <a:pt x="16029" y="20227"/>
                    <a:pt x="16020" y="20257"/>
                    <a:pt x="15996" y="20270"/>
                  </a:cubicBezTo>
                  <a:cubicBezTo>
                    <a:pt x="15921" y="20312"/>
                    <a:pt x="15843" y="20353"/>
                    <a:pt x="15766" y="20393"/>
                  </a:cubicBezTo>
                  <a:cubicBezTo>
                    <a:pt x="15758" y="20397"/>
                    <a:pt x="15751" y="20399"/>
                    <a:pt x="15743" y="20399"/>
                  </a:cubicBezTo>
                  <a:close/>
                  <a:moveTo>
                    <a:pt x="5934" y="20438"/>
                  </a:moveTo>
                  <a:cubicBezTo>
                    <a:pt x="5927" y="20438"/>
                    <a:pt x="5919" y="20437"/>
                    <a:pt x="5912" y="20433"/>
                  </a:cubicBezTo>
                  <a:cubicBezTo>
                    <a:pt x="5835" y="20394"/>
                    <a:pt x="5756" y="20353"/>
                    <a:pt x="5679" y="20311"/>
                  </a:cubicBezTo>
                  <a:cubicBezTo>
                    <a:pt x="5655" y="20298"/>
                    <a:pt x="5646" y="20269"/>
                    <a:pt x="5659" y="20245"/>
                  </a:cubicBezTo>
                  <a:cubicBezTo>
                    <a:pt x="5672" y="20221"/>
                    <a:pt x="5702" y="20212"/>
                    <a:pt x="5726" y="20225"/>
                  </a:cubicBezTo>
                  <a:cubicBezTo>
                    <a:pt x="5802" y="20266"/>
                    <a:pt x="5880" y="20307"/>
                    <a:pt x="5956" y="20346"/>
                  </a:cubicBezTo>
                  <a:cubicBezTo>
                    <a:pt x="5980" y="20358"/>
                    <a:pt x="5990" y="20388"/>
                    <a:pt x="5978" y="20412"/>
                  </a:cubicBezTo>
                  <a:cubicBezTo>
                    <a:pt x="5969" y="20429"/>
                    <a:pt x="5952" y="20438"/>
                    <a:pt x="5934" y="20438"/>
                  </a:cubicBezTo>
                  <a:close/>
                  <a:moveTo>
                    <a:pt x="15275" y="20627"/>
                  </a:moveTo>
                  <a:cubicBezTo>
                    <a:pt x="15257" y="20627"/>
                    <a:pt x="15239" y="20617"/>
                    <a:pt x="15231" y="20599"/>
                  </a:cubicBezTo>
                  <a:cubicBezTo>
                    <a:pt x="15219" y="20574"/>
                    <a:pt x="15230" y="20545"/>
                    <a:pt x="15255" y="20534"/>
                  </a:cubicBezTo>
                  <a:cubicBezTo>
                    <a:pt x="15333" y="20498"/>
                    <a:pt x="15412" y="20460"/>
                    <a:pt x="15489" y="20423"/>
                  </a:cubicBezTo>
                  <a:cubicBezTo>
                    <a:pt x="15513" y="20411"/>
                    <a:pt x="15543" y="20421"/>
                    <a:pt x="15555" y="20445"/>
                  </a:cubicBezTo>
                  <a:cubicBezTo>
                    <a:pt x="15566" y="20470"/>
                    <a:pt x="15556" y="20499"/>
                    <a:pt x="15532" y="20511"/>
                  </a:cubicBezTo>
                  <a:cubicBezTo>
                    <a:pt x="15454" y="20549"/>
                    <a:pt x="15375" y="20586"/>
                    <a:pt x="15296" y="20623"/>
                  </a:cubicBezTo>
                  <a:cubicBezTo>
                    <a:pt x="15289" y="20626"/>
                    <a:pt x="15282" y="20627"/>
                    <a:pt x="15275" y="20627"/>
                  </a:cubicBezTo>
                  <a:close/>
                  <a:moveTo>
                    <a:pt x="6406" y="20664"/>
                  </a:moveTo>
                  <a:cubicBezTo>
                    <a:pt x="6400" y="20664"/>
                    <a:pt x="6393" y="20663"/>
                    <a:pt x="6386" y="20660"/>
                  </a:cubicBezTo>
                  <a:cubicBezTo>
                    <a:pt x="6306" y="20624"/>
                    <a:pt x="6226" y="20587"/>
                    <a:pt x="6148" y="20549"/>
                  </a:cubicBezTo>
                  <a:cubicBezTo>
                    <a:pt x="6123" y="20538"/>
                    <a:pt x="6113" y="20508"/>
                    <a:pt x="6125" y="20484"/>
                  </a:cubicBezTo>
                  <a:cubicBezTo>
                    <a:pt x="6136" y="20460"/>
                    <a:pt x="6166" y="20449"/>
                    <a:pt x="6190" y="20461"/>
                  </a:cubicBezTo>
                  <a:cubicBezTo>
                    <a:pt x="6267" y="20498"/>
                    <a:pt x="6347" y="20535"/>
                    <a:pt x="6426" y="20571"/>
                  </a:cubicBezTo>
                  <a:cubicBezTo>
                    <a:pt x="6451" y="20582"/>
                    <a:pt x="6462" y="20611"/>
                    <a:pt x="6451" y="20635"/>
                  </a:cubicBezTo>
                  <a:cubicBezTo>
                    <a:pt x="6443" y="20653"/>
                    <a:pt x="6425" y="20664"/>
                    <a:pt x="6406" y="20664"/>
                  </a:cubicBezTo>
                  <a:close/>
                  <a:moveTo>
                    <a:pt x="14797" y="20832"/>
                  </a:moveTo>
                  <a:cubicBezTo>
                    <a:pt x="14778" y="20832"/>
                    <a:pt x="14759" y="20821"/>
                    <a:pt x="14752" y="20802"/>
                  </a:cubicBezTo>
                  <a:cubicBezTo>
                    <a:pt x="14741" y="20777"/>
                    <a:pt x="14754" y="20748"/>
                    <a:pt x="14779" y="20738"/>
                  </a:cubicBezTo>
                  <a:cubicBezTo>
                    <a:pt x="14858" y="20706"/>
                    <a:pt x="14939" y="20673"/>
                    <a:pt x="15018" y="20639"/>
                  </a:cubicBezTo>
                  <a:cubicBezTo>
                    <a:pt x="15043" y="20628"/>
                    <a:pt x="15072" y="20640"/>
                    <a:pt x="15082" y="20664"/>
                  </a:cubicBezTo>
                  <a:cubicBezTo>
                    <a:pt x="15093" y="20689"/>
                    <a:pt x="15082" y="20718"/>
                    <a:pt x="15057" y="20729"/>
                  </a:cubicBezTo>
                  <a:cubicBezTo>
                    <a:pt x="14977" y="20763"/>
                    <a:pt x="14895" y="20797"/>
                    <a:pt x="14815" y="20829"/>
                  </a:cubicBezTo>
                  <a:cubicBezTo>
                    <a:pt x="14809" y="20831"/>
                    <a:pt x="14803" y="20832"/>
                    <a:pt x="14797" y="20832"/>
                  </a:cubicBezTo>
                  <a:close/>
                  <a:moveTo>
                    <a:pt x="6889" y="20867"/>
                  </a:moveTo>
                  <a:cubicBezTo>
                    <a:pt x="6883" y="20867"/>
                    <a:pt x="6877" y="20866"/>
                    <a:pt x="6871" y="20863"/>
                  </a:cubicBezTo>
                  <a:cubicBezTo>
                    <a:pt x="6790" y="20832"/>
                    <a:pt x="6708" y="20798"/>
                    <a:pt x="6628" y="20765"/>
                  </a:cubicBezTo>
                  <a:cubicBezTo>
                    <a:pt x="6603" y="20754"/>
                    <a:pt x="6591" y="20725"/>
                    <a:pt x="6601" y="20700"/>
                  </a:cubicBezTo>
                  <a:cubicBezTo>
                    <a:pt x="6612" y="20676"/>
                    <a:pt x="6641" y="20664"/>
                    <a:pt x="6665" y="20674"/>
                  </a:cubicBezTo>
                  <a:cubicBezTo>
                    <a:pt x="6745" y="20708"/>
                    <a:pt x="6827" y="20741"/>
                    <a:pt x="6907" y="20772"/>
                  </a:cubicBezTo>
                  <a:cubicBezTo>
                    <a:pt x="6932" y="20782"/>
                    <a:pt x="6945" y="20810"/>
                    <a:pt x="6935" y="20836"/>
                  </a:cubicBezTo>
                  <a:cubicBezTo>
                    <a:pt x="6927" y="20855"/>
                    <a:pt x="6909" y="20867"/>
                    <a:pt x="6889" y="20867"/>
                  </a:cubicBezTo>
                  <a:close/>
                  <a:moveTo>
                    <a:pt x="14308" y="21015"/>
                  </a:moveTo>
                  <a:cubicBezTo>
                    <a:pt x="14287" y="21015"/>
                    <a:pt x="14268" y="21002"/>
                    <a:pt x="14261" y="20982"/>
                  </a:cubicBezTo>
                  <a:cubicBezTo>
                    <a:pt x="14253" y="20956"/>
                    <a:pt x="14266" y="20928"/>
                    <a:pt x="14292" y="20920"/>
                  </a:cubicBezTo>
                  <a:cubicBezTo>
                    <a:pt x="14373" y="20891"/>
                    <a:pt x="14456" y="20862"/>
                    <a:pt x="14536" y="20832"/>
                  </a:cubicBezTo>
                  <a:cubicBezTo>
                    <a:pt x="14562" y="20822"/>
                    <a:pt x="14590" y="20835"/>
                    <a:pt x="14599" y="20861"/>
                  </a:cubicBezTo>
                  <a:cubicBezTo>
                    <a:pt x="14609" y="20886"/>
                    <a:pt x="14596" y="20914"/>
                    <a:pt x="14571" y="20923"/>
                  </a:cubicBezTo>
                  <a:cubicBezTo>
                    <a:pt x="14489" y="20954"/>
                    <a:pt x="14406" y="20984"/>
                    <a:pt x="14324" y="21012"/>
                  </a:cubicBezTo>
                  <a:cubicBezTo>
                    <a:pt x="14318" y="21014"/>
                    <a:pt x="14313" y="21015"/>
                    <a:pt x="14308" y="21015"/>
                  </a:cubicBezTo>
                  <a:close/>
                  <a:moveTo>
                    <a:pt x="7382" y="21045"/>
                  </a:moveTo>
                  <a:cubicBezTo>
                    <a:pt x="7377" y="21045"/>
                    <a:pt x="7371" y="21044"/>
                    <a:pt x="7366" y="21043"/>
                  </a:cubicBezTo>
                  <a:cubicBezTo>
                    <a:pt x="7282" y="21015"/>
                    <a:pt x="7199" y="20985"/>
                    <a:pt x="7118" y="20956"/>
                  </a:cubicBezTo>
                  <a:cubicBezTo>
                    <a:pt x="7092" y="20947"/>
                    <a:pt x="7079" y="20919"/>
                    <a:pt x="7088" y="20893"/>
                  </a:cubicBezTo>
                  <a:cubicBezTo>
                    <a:pt x="7098" y="20868"/>
                    <a:pt x="7126" y="20855"/>
                    <a:pt x="7151" y="20864"/>
                  </a:cubicBezTo>
                  <a:cubicBezTo>
                    <a:pt x="7231" y="20893"/>
                    <a:pt x="7314" y="20922"/>
                    <a:pt x="7397" y="20950"/>
                  </a:cubicBezTo>
                  <a:cubicBezTo>
                    <a:pt x="7423" y="20958"/>
                    <a:pt x="7437" y="20986"/>
                    <a:pt x="7428" y="21012"/>
                  </a:cubicBezTo>
                  <a:cubicBezTo>
                    <a:pt x="7421" y="21032"/>
                    <a:pt x="7402" y="21045"/>
                    <a:pt x="7382" y="21045"/>
                  </a:cubicBezTo>
                  <a:close/>
                  <a:moveTo>
                    <a:pt x="13810" y="21173"/>
                  </a:moveTo>
                  <a:cubicBezTo>
                    <a:pt x="13789" y="21173"/>
                    <a:pt x="13769" y="21159"/>
                    <a:pt x="13763" y="21138"/>
                  </a:cubicBezTo>
                  <a:cubicBezTo>
                    <a:pt x="13755" y="21112"/>
                    <a:pt x="13770" y="21084"/>
                    <a:pt x="13796" y="21077"/>
                  </a:cubicBezTo>
                  <a:cubicBezTo>
                    <a:pt x="13879" y="21053"/>
                    <a:pt x="13963" y="21027"/>
                    <a:pt x="14045" y="21001"/>
                  </a:cubicBezTo>
                  <a:cubicBezTo>
                    <a:pt x="14071" y="20993"/>
                    <a:pt x="14098" y="21007"/>
                    <a:pt x="14106" y="21033"/>
                  </a:cubicBezTo>
                  <a:cubicBezTo>
                    <a:pt x="14115" y="21059"/>
                    <a:pt x="14100" y="21086"/>
                    <a:pt x="14075" y="21095"/>
                  </a:cubicBezTo>
                  <a:cubicBezTo>
                    <a:pt x="13992" y="21121"/>
                    <a:pt x="13907" y="21147"/>
                    <a:pt x="13824" y="21171"/>
                  </a:cubicBezTo>
                  <a:cubicBezTo>
                    <a:pt x="13819" y="21172"/>
                    <a:pt x="13814" y="21173"/>
                    <a:pt x="13810" y="21173"/>
                  </a:cubicBezTo>
                  <a:close/>
                  <a:moveTo>
                    <a:pt x="7882" y="21199"/>
                  </a:moveTo>
                  <a:cubicBezTo>
                    <a:pt x="7877" y="21199"/>
                    <a:pt x="7873" y="21199"/>
                    <a:pt x="7869" y="21197"/>
                  </a:cubicBezTo>
                  <a:cubicBezTo>
                    <a:pt x="7785" y="21174"/>
                    <a:pt x="7700" y="21149"/>
                    <a:pt x="7617" y="21123"/>
                  </a:cubicBezTo>
                  <a:cubicBezTo>
                    <a:pt x="7591" y="21115"/>
                    <a:pt x="7577" y="21088"/>
                    <a:pt x="7585" y="21062"/>
                  </a:cubicBezTo>
                  <a:cubicBezTo>
                    <a:pt x="7592" y="21036"/>
                    <a:pt x="7620" y="21022"/>
                    <a:pt x="7646" y="21030"/>
                  </a:cubicBezTo>
                  <a:cubicBezTo>
                    <a:pt x="7728" y="21055"/>
                    <a:pt x="7812" y="21080"/>
                    <a:pt x="7895" y="21103"/>
                  </a:cubicBezTo>
                  <a:cubicBezTo>
                    <a:pt x="7921" y="21110"/>
                    <a:pt x="7936" y="21138"/>
                    <a:pt x="7929" y="21164"/>
                  </a:cubicBezTo>
                  <a:cubicBezTo>
                    <a:pt x="7923" y="21185"/>
                    <a:pt x="7903" y="21199"/>
                    <a:pt x="7882" y="21199"/>
                  </a:cubicBezTo>
                  <a:close/>
                  <a:moveTo>
                    <a:pt x="13305" y="21307"/>
                  </a:moveTo>
                  <a:cubicBezTo>
                    <a:pt x="13283" y="21307"/>
                    <a:pt x="13263" y="21291"/>
                    <a:pt x="13258" y="21269"/>
                  </a:cubicBezTo>
                  <a:cubicBezTo>
                    <a:pt x="13251" y="21243"/>
                    <a:pt x="13268" y="21216"/>
                    <a:pt x="13294" y="21210"/>
                  </a:cubicBezTo>
                  <a:cubicBezTo>
                    <a:pt x="13378" y="21190"/>
                    <a:pt x="13463" y="21168"/>
                    <a:pt x="13546" y="21147"/>
                  </a:cubicBezTo>
                  <a:cubicBezTo>
                    <a:pt x="13572" y="21140"/>
                    <a:pt x="13599" y="21155"/>
                    <a:pt x="13606" y="21181"/>
                  </a:cubicBezTo>
                  <a:cubicBezTo>
                    <a:pt x="13613" y="21207"/>
                    <a:pt x="13597" y="21234"/>
                    <a:pt x="13571" y="21241"/>
                  </a:cubicBezTo>
                  <a:cubicBezTo>
                    <a:pt x="13487" y="21263"/>
                    <a:pt x="13402" y="21285"/>
                    <a:pt x="13317" y="21305"/>
                  </a:cubicBezTo>
                  <a:cubicBezTo>
                    <a:pt x="13313" y="21306"/>
                    <a:pt x="13309" y="21307"/>
                    <a:pt x="13305" y="21307"/>
                  </a:cubicBezTo>
                  <a:close/>
                  <a:moveTo>
                    <a:pt x="8388" y="21328"/>
                  </a:moveTo>
                  <a:cubicBezTo>
                    <a:pt x="8384" y="21328"/>
                    <a:pt x="8381" y="21328"/>
                    <a:pt x="8377" y="21327"/>
                  </a:cubicBezTo>
                  <a:cubicBezTo>
                    <a:pt x="8292" y="21308"/>
                    <a:pt x="8206" y="21287"/>
                    <a:pt x="8122" y="21265"/>
                  </a:cubicBezTo>
                  <a:cubicBezTo>
                    <a:pt x="8096" y="21259"/>
                    <a:pt x="8080" y="21232"/>
                    <a:pt x="8087" y="21206"/>
                  </a:cubicBezTo>
                  <a:cubicBezTo>
                    <a:pt x="8093" y="21180"/>
                    <a:pt x="8120" y="21164"/>
                    <a:pt x="8146" y="21170"/>
                  </a:cubicBezTo>
                  <a:cubicBezTo>
                    <a:pt x="8230" y="21192"/>
                    <a:pt x="8315" y="21212"/>
                    <a:pt x="8399" y="21232"/>
                  </a:cubicBezTo>
                  <a:cubicBezTo>
                    <a:pt x="8425" y="21238"/>
                    <a:pt x="8442" y="21264"/>
                    <a:pt x="8436" y="21290"/>
                  </a:cubicBezTo>
                  <a:cubicBezTo>
                    <a:pt x="8430" y="21313"/>
                    <a:pt x="8410" y="21328"/>
                    <a:pt x="8388" y="21328"/>
                  </a:cubicBezTo>
                  <a:close/>
                  <a:moveTo>
                    <a:pt x="12794" y="21415"/>
                  </a:moveTo>
                  <a:cubicBezTo>
                    <a:pt x="12771" y="21415"/>
                    <a:pt x="12751" y="21399"/>
                    <a:pt x="12746" y="21375"/>
                  </a:cubicBezTo>
                  <a:cubicBezTo>
                    <a:pt x="12741" y="21349"/>
                    <a:pt x="12759" y="21323"/>
                    <a:pt x="12785" y="21318"/>
                  </a:cubicBezTo>
                  <a:cubicBezTo>
                    <a:pt x="12871" y="21302"/>
                    <a:pt x="12957" y="21285"/>
                    <a:pt x="13040" y="21267"/>
                  </a:cubicBezTo>
                  <a:cubicBezTo>
                    <a:pt x="13067" y="21262"/>
                    <a:pt x="13093" y="21278"/>
                    <a:pt x="13098" y="21305"/>
                  </a:cubicBezTo>
                  <a:cubicBezTo>
                    <a:pt x="13104" y="21331"/>
                    <a:pt x="13087" y="21357"/>
                    <a:pt x="13061" y="21363"/>
                  </a:cubicBezTo>
                  <a:cubicBezTo>
                    <a:pt x="12976" y="21381"/>
                    <a:pt x="12890" y="21398"/>
                    <a:pt x="12804" y="21415"/>
                  </a:cubicBezTo>
                  <a:cubicBezTo>
                    <a:pt x="12800" y="21415"/>
                    <a:pt x="12797" y="21415"/>
                    <a:pt x="12794" y="21415"/>
                  </a:cubicBezTo>
                  <a:close/>
                  <a:moveTo>
                    <a:pt x="8900" y="21433"/>
                  </a:moveTo>
                  <a:cubicBezTo>
                    <a:pt x="8897" y="21433"/>
                    <a:pt x="8894" y="21432"/>
                    <a:pt x="8891" y="21432"/>
                  </a:cubicBezTo>
                  <a:cubicBezTo>
                    <a:pt x="8805" y="21416"/>
                    <a:pt x="8718" y="21400"/>
                    <a:pt x="8633" y="21383"/>
                  </a:cubicBezTo>
                  <a:cubicBezTo>
                    <a:pt x="8607" y="21377"/>
                    <a:pt x="8590" y="21351"/>
                    <a:pt x="8595" y="21325"/>
                  </a:cubicBezTo>
                  <a:cubicBezTo>
                    <a:pt x="8600" y="21298"/>
                    <a:pt x="8626" y="21281"/>
                    <a:pt x="8653" y="21287"/>
                  </a:cubicBezTo>
                  <a:cubicBezTo>
                    <a:pt x="8737" y="21304"/>
                    <a:pt x="8823" y="21320"/>
                    <a:pt x="8908" y="21335"/>
                  </a:cubicBezTo>
                  <a:cubicBezTo>
                    <a:pt x="8935" y="21340"/>
                    <a:pt x="8952" y="21366"/>
                    <a:pt x="8948" y="21392"/>
                  </a:cubicBezTo>
                  <a:cubicBezTo>
                    <a:pt x="8943" y="21416"/>
                    <a:pt x="8923" y="21433"/>
                    <a:pt x="8900" y="21433"/>
                  </a:cubicBezTo>
                  <a:close/>
                  <a:moveTo>
                    <a:pt x="12279" y="21499"/>
                  </a:moveTo>
                  <a:cubicBezTo>
                    <a:pt x="12255" y="21499"/>
                    <a:pt x="12234" y="21481"/>
                    <a:pt x="12231" y="21457"/>
                  </a:cubicBezTo>
                  <a:cubicBezTo>
                    <a:pt x="12227" y="21430"/>
                    <a:pt x="12246" y="21405"/>
                    <a:pt x="12272" y="21402"/>
                  </a:cubicBezTo>
                  <a:cubicBezTo>
                    <a:pt x="12359" y="21390"/>
                    <a:pt x="12445" y="21377"/>
                    <a:pt x="12529" y="21363"/>
                  </a:cubicBezTo>
                  <a:cubicBezTo>
                    <a:pt x="12556" y="21359"/>
                    <a:pt x="12581" y="21377"/>
                    <a:pt x="12586" y="21404"/>
                  </a:cubicBezTo>
                  <a:cubicBezTo>
                    <a:pt x="12590" y="21430"/>
                    <a:pt x="12572" y="21455"/>
                    <a:pt x="12545" y="21460"/>
                  </a:cubicBezTo>
                  <a:cubicBezTo>
                    <a:pt x="12460" y="21474"/>
                    <a:pt x="12373" y="21487"/>
                    <a:pt x="12286" y="21499"/>
                  </a:cubicBezTo>
                  <a:cubicBezTo>
                    <a:pt x="12284" y="21499"/>
                    <a:pt x="12281" y="21499"/>
                    <a:pt x="12279" y="21499"/>
                  </a:cubicBezTo>
                  <a:close/>
                  <a:moveTo>
                    <a:pt x="9416" y="21512"/>
                  </a:moveTo>
                  <a:cubicBezTo>
                    <a:pt x="9414" y="21512"/>
                    <a:pt x="9411" y="21512"/>
                    <a:pt x="9409" y="21511"/>
                  </a:cubicBezTo>
                  <a:cubicBezTo>
                    <a:pt x="9323" y="21500"/>
                    <a:pt x="9235" y="21488"/>
                    <a:pt x="9150" y="21475"/>
                  </a:cubicBezTo>
                  <a:cubicBezTo>
                    <a:pt x="9123" y="21471"/>
                    <a:pt x="9105" y="21446"/>
                    <a:pt x="9109" y="21419"/>
                  </a:cubicBezTo>
                  <a:cubicBezTo>
                    <a:pt x="9113" y="21392"/>
                    <a:pt x="9138" y="21374"/>
                    <a:pt x="9164" y="21378"/>
                  </a:cubicBezTo>
                  <a:cubicBezTo>
                    <a:pt x="9249" y="21391"/>
                    <a:pt x="9336" y="21403"/>
                    <a:pt x="9422" y="21414"/>
                  </a:cubicBezTo>
                  <a:cubicBezTo>
                    <a:pt x="9449" y="21418"/>
                    <a:pt x="9468" y="21442"/>
                    <a:pt x="9464" y="21469"/>
                  </a:cubicBezTo>
                  <a:cubicBezTo>
                    <a:pt x="9461" y="21494"/>
                    <a:pt x="9440" y="21512"/>
                    <a:pt x="9416" y="21512"/>
                  </a:cubicBezTo>
                  <a:close/>
                  <a:moveTo>
                    <a:pt x="11760" y="21558"/>
                  </a:moveTo>
                  <a:cubicBezTo>
                    <a:pt x="11735" y="21558"/>
                    <a:pt x="11714" y="21539"/>
                    <a:pt x="11711" y="21513"/>
                  </a:cubicBezTo>
                  <a:cubicBezTo>
                    <a:pt x="11709" y="21486"/>
                    <a:pt x="11729" y="21462"/>
                    <a:pt x="11756" y="21460"/>
                  </a:cubicBezTo>
                  <a:cubicBezTo>
                    <a:pt x="11842" y="21452"/>
                    <a:pt x="11929" y="21444"/>
                    <a:pt x="12015" y="21434"/>
                  </a:cubicBezTo>
                  <a:cubicBezTo>
                    <a:pt x="12041" y="21431"/>
                    <a:pt x="12066" y="21450"/>
                    <a:pt x="12069" y="21477"/>
                  </a:cubicBezTo>
                  <a:cubicBezTo>
                    <a:pt x="12072" y="21504"/>
                    <a:pt x="12052" y="21528"/>
                    <a:pt x="12026" y="21531"/>
                  </a:cubicBezTo>
                  <a:cubicBezTo>
                    <a:pt x="11939" y="21541"/>
                    <a:pt x="11851" y="21550"/>
                    <a:pt x="11765" y="21558"/>
                  </a:cubicBezTo>
                  <a:cubicBezTo>
                    <a:pt x="11763" y="21558"/>
                    <a:pt x="11762" y="21558"/>
                    <a:pt x="11760" y="21558"/>
                  </a:cubicBezTo>
                  <a:close/>
                  <a:moveTo>
                    <a:pt x="9935" y="21566"/>
                  </a:moveTo>
                  <a:cubicBezTo>
                    <a:pt x="9934" y="21566"/>
                    <a:pt x="9932" y="21566"/>
                    <a:pt x="9931" y="21566"/>
                  </a:cubicBezTo>
                  <a:cubicBezTo>
                    <a:pt x="9845" y="21559"/>
                    <a:pt x="9757" y="21551"/>
                    <a:pt x="9670" y="21542"/>
                  </a:cubicBezTo>
                  <a:cubicBezTo>
                    <a:pt x="9643" y="21539"/>
                    <a:pt x="9623" y="21515"/>
                    <a:pt x="9626" y="21488"/>
                  </a:cubicBezTo>
                  <a:cubicBezTo>
                    <a:pt x="9629" y="21461"/>
                    <a:pt x="9653" y="21442"/>
                    <a:pt x="9680" y="21444"/>
                  </a:cubicBezTo>
                  <a:cubicBezTo>
                    <a:pt x="9766" y="21453"/>
                    <a:pt x="9854" y="21461"/>
                    <a:pt x="9939" y="21468"/>
                  </a:cubicBezTo>
                  <a:cubicBezTo>
                    <a:pt x="9966" y="21470"/>
                    <a:pt x="9986" y="21494"/>
                    <a:pt x="9984" y="21521"/>
                  </a:cubicBezTo>
                  <a:cubicBezTo>
                    <a:pt x="9982" y="21546"/>
                    <a:pt x="9960" y="21566"/>
                    <a:pt x="9935" y="21566"/>
                  </a:cubicBezTo>
                  <a:close/>
                  <a:moveTo>
                    <a:pt x="11239" y="21591"/>
                  </a:moveTo>
                  <a:cubicBezTo>
                    <a:pt x="11213" y="21591"/>
                    <a:pt x="11191" y="21571"/>
                    <a:pt x="11190" y="21544"/>
                  </a:cubicBezTo>
                  <a:cubicBezTo>
                    <a:pt x="11189" y="21517"/>
                    <a:pt x="11210" y="21494"/>
                    <a:pt x="11237" y="21493"/>
                  </a:cubicBezTo>
                  <a:cubicBezTo>
                    <a:pt x="11324" y="21490"/>
                    <a:pt x="11411" y="21485"/>
                    <a:pt x="11497" y="21480"/>
                  </a:cubicBezTo>
                  <a:cubicBezTo>
                    <a:pt x="11524" y="21478"/>
                    <a:pt x="11547" y="21498"/>
                    <a:pt x="11549" y="21525"/>
                  </a:cubicBezTo>
                  <a:cubicBezTo>
                    <a:pt x="11550" y="21552"/>
                    <a:pt x="11530" y="21576"/>
                    <a:pt x="11503" y="21578"/>
                  </a:cubicBezTo>
                  <a:cubicBezTo>
                    <a:pt x="11417" y="21583"/>
                    <a:pt x="11329" y="21588"/>
                    <a:pt x="11241" y="21591"/>
                  </a:cubicBezTo>
                  <a:cubicBezTo>
                    <a:pt x="11240" y="21591"/>
                    <a:pt x="11240" y="21591"/>
                    <a:pt x="11239" y="21591"/>
                  </a:cubicBezTo>
                  <a:close/>
                  <a:moveTo>
                    <a:pt x="10456" y="21595"/>
                  </a:moveTo>
                  <a:cubicBezTo>
                    <a:pt x="10456" y="21595"/>
                    <a:pt x="10455" y="21595"/>
                    <a:pt x="10455" y="21595"/>
                  </a:cubicBezTo>
                  <a:cubicBezTo>
                    <a:pt x="10367" y="21592"/>
                    <a:pt x="10279" y="21588"/>
                    <a:pt x="10193" y="21583"/>
                  </a:cubicBezTo>
                  <a:cubicBezTo>
                    <a:pt x="10166" y="21582"/>
                    <a:pt x="10145" y="21559"/>
                    <a:pt x="10147" y="21532"/>
                  </a:cubicBezTo>
                  <a:cubicBezTo>
                    <a:pt x="10148" y="21505"/>
                    <a:pt x="10171" y="21485"/>
                    <a:pt x="10198" y="21485"/>
                  </a:cubicBezTo>
                  <a:cubicBezTo>
                    <a:pt x="10283" y="21490"/>
                    <a:pt x="10371" y="21494"/>
                    <a:pt x="10458" y="21497"/>
                  </a:cubicBezTo>
                  <a:cubicBezTo>
                    <a:pt x="10485" y="21498"/>
                    <a:pt x="10506" y="21520"/>
                    <a:pt x="10505" y="21547"/>
                  </a:cubicBezTo>
                  <a:cubicBezTo>
                    <a:pt x="10504" y="21574"/>
                    <a:pt x="10483" y="21595"/>
                    <a:pt x="10456" y="21595"/>
                  </a:cubicBezTo>
                  <a:close/>
                  <a:moveTo>
                    <a:pt x="10800" y="21600"/>
                  </a:moveTo>
                  <a:cubicBezTo>
                    <a:pt x="10772" y="21600"/>
                    <a:pt x="10745" y="21600"/>
                    <a:pt x="10717" y="21600"/>
                  </a:cubicBezTo>
                  <a:cubicBezTo>
                    <a:pt x="10690" y="21599"/>
                    <a:pt x="10668" y="21577"/>
                    <a:pt x="10668" y="21550"/>
                  </a:cubicBezTo>
                  <a:cubicBezTo>
                    <a:pt x="10669" y="21523"/>
                    <a:pt x="10691" y="21502"/>
                    <a:pt x="10717" y="21502"/>
                  </a:cubicBezTo>
                  <a:cubicBezTo>
                    <a:pt x="10718" y="21502"/>
                    <a:pt x="10718" y="21502"/>
                    <a:pt x="10718" y="21502"/>
                  </a:cubicBezTo>
                  <a:cubicBezTo>
                    <a:pt x="10804" y="21502"/>
                    <a:pt x="10891" y="21502"/>
                    <a:pt x="10978" y="21501"/>
                  </a:cubicBezTo>
                  <a:cubicBezTo>
                    <a:pt x="10978" y="21501"/>
                    <a:pt x="10978" y="21501"/>
                    <a:pt x="10979" y="21501"/>
                  </a:cubicBezTo>
                  <a:cubicBezTo>
                    <a:pt x="11005" y="21501"/>
                    <a:pt x="11027" y="21522"/>
                    <a:pt x="11027" y="21549"/>
                  </a:cubicBezTo>
                  <a:cubicBezTo>
                    <a:pt x="11028" y="21576"/>
                    <a:pt x="11006" y="21598"/>
                    <a:pt x="10979" y="21599"/>
                  </a:cubicBezTo>
                  <a:cubicBezTo>
                    <a:pt x="10920" y="21600"/>
                    <a:pt x="10860" y="21600"/>
                    <a:pt x="10800" y="21600"/>
                  </a:cubicBezTo>
                  <a:close/>
                </a:path>
              </a:pathLst>
            </a:custGeom>
            <a:solidFill>
              <a:srgbClr val="176490"/>
            </a:solidFill>
            <a:ln w="12700">
              <a:solidFill>
                <a:schemeClr val="tx2"/>
              </a:solidFill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259A2CED-9B0A-44CE-8DC5-870DABA71FF8}"/>
                </a:ext>
              </a:extLst>
            </p:cNvPr>
            <p:cNvGrpSpPr/>
            <p:nvPr/>
          </p:nvGrpSpPr>
          <p:grpSpPr>
            <a:xfrm>
              <a:off x="5073172" y="2796315"/>
              <a:ext cx="1973808" cy="1973812"/>
              <a:chOff x="0" y="0"/>
              <a:chExt cx="3947612" cy="3947620"/>
            </a:xfrm>
          </p:grpSpPr>
          <p:sp>
            <p:nvSpPr>
              <p:cNvPr id="52" name="Oval 22">
                <a:extLst>
                  <a:ext uri="{FF2B5EF4-FFF2-40B4-BE49-F238E27FC236}">
                    <a16:creationId xmlns:a16="http://schemas.microsoft.com/office/drawing/2014/main" id="{627C6C26-FE86-43E7-95D0-53F0D2CA4EDF}"/>
                  </a:ext>
                </a:extLst>
              </p:cNvPr>
              <p:cNvSpPr/>
              <p:nvPr/>
            </p:nvSpPr>
            <p:spPr>
              <a:xfrm>
                <a:off x="0" y="0"/>
                <a:ext cx="3947612" cy="3947620"/>
              </a:xfrm>
              <a:prstGeom prst="ellipse">
                <a:avLst/>
              </a:pr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Freeform: Shape 23">
                <a:extLst>
                  <a:ext uri="{FF2B5EF4-FFF2-40B4-BE49-F238E27FC236}">
                    <a16:creationId xmlns:a16="http://schemas.microsoft.com/office/drawing/2014/main" id="{86F3472C-9CEE-47F3-A6FB-F11310036770}"/>
                  </a:ext>
                </a:extLst>
              </p:cNvPr>
              <p:cNvSpPr/>
              <p:nvPr/>
            </p:nvSpPr>
            <p:spPr>
              <a:xfrm>
                <a:off x="68872" y="329382"/>
                <a:ext cx="3794628" cy="3401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878" y="0"/>
                    </a:moveTo>
                    <a:lnTo>
                      <a:pt x="5241" y="531"/>
                    </a:lnTo>
                    <a:lnTo>
                      <a:pt x="5825" y="531"/>
                    </a:lnTo>
                    <a:lnTo>
                      <a:pt x="5878" y="722"/>
                    </a:lnTo>
                    <a:lnTo>
                      <a:pt x="5727" y="881"/>
                    </a:lnTo>
                    <a:lnTo>
                      <a:pt x="6373" y="902"/>
                    </a:lnTo>
                    <a:lnTo>
                      <a:pt x="6471" y="1161"/>
                    </a:lnTo>
                    <a:lnTo>
                      <a:pt x="5743" y="1132"/>
                    </a:lnTo>
                    <a:lnTo>
                      <a:pt x="5708" y="932"/>
                    </a:lnTo>
                    <a:lnTo>
                      <a:pt x="5251" y="821"/>
                    </a:lnTo>
                    <a:lnTo>
                      <a:pt x="5008" y="671"/>
                    </a:lnTo>
                    <a:lnTo>
                      <a:pt x="4480" y="676"/>
                    </a:lnTo>
                    <a:cubicBezTo>
                      <a:pt x="2900" y="1948"/>
                      <a:pt x="1644" y="3688"/>
                      <a:pt x="868" y="5710"/>
                    </a:cubicBezTo>
                    <a:lnTo>
                      <a:pt x="868" y="6391"/>
                    </a:lnTo>
                    <a:lnTo>
                      <a:pt x="1318" y="6632"/>
                    </a:lnTo>
                    <a:lnTo>
                      <a:pt x="1318" y="7585"/>
                    </a:lnTo>
                    <a:lnTo>
                      <a:pt x="1748" y="8404"/>
                    </a:lnTo>
                    <a:lnTo>
                      <a:pt x="2097" y="8465"/>
                    </a:lnTo>
                    <a:lnTo>
                      <a:pt x="2143" y="8183"/>
                    </a:lnTo>
                    <a:lnTo>
                      <a:pt x="1730" y="7472"/>
                    </a:lnTo>
                    <a:lnTo>
                      <a:pt x="1649" y="6781"/>
                    </a:lnTo>
                    <a:lnTo>
                      <a:pt x="1892" y="6781"/>
                    </a:lnTo>
                    <a:lnTo>
                      <a:pt x="1994" y="7493"/>
                    </a:lnTo>
                    <a:lnTo>
                      <a:pt x="2592" y="8465"/>
                    </a:lnTo>
                    <a:lnTo>
                      <a:pt x="2437" y="8779"/>
                    </a:lnTo>
                    <a:lnTo>
                      <a:pt x="2817" y="9426"/>
                    </a:lnTo>
                    <a:lnTo>
                      <a:pt x="3759" y="9686"/>
                    </a:lnTo>
                    <a:lnTo>
                      <a:pt x="3759" y="9516"/>
                    </a:lnTo>
                    <a:lnTo>
                      <a:pt x="4137" y="9577"/>
                    </a:lnTo>
                    <a:lnTo>
                      <a:pt x="4101" y="9877"/>
                    </a:lnTo>
                    <a:lnTo>
                      <a:pt x="4397" y="9937"/>
                    </a:lnTo>
                    <a:lnTo>
                      <a:pt x="4855" y="10076"/>
                    </a:lnTo>
                    <a:lnTo>
                      <a:pt x="5501" y="10899"/>
                    </a:lnTo>
                    <a:lnTo>
                      <a:pt x="6328" y="10969"/>
                    </a:lnTo>
                    <a:lnTo>
                      <a:pt x="6408" y="11721"/>
                    </a:lnTo>
                    <a:lnTo>
                      <a:pt x="5843" y="12161"/>
                    </a:lnTo>
                    <a:lnTo>
                      <a:pt x="5816" y="12831"/>
                    </a:lnTo>
                    <a:lnTo>
                      <a:pt x="5736" y="13242"/>
                    </a:lnTo>
                    <a:lnTo>
                      <a:pt x="6552" y="14384"/>
                    </a:lnTo>
                    <a:lnTo>
                      <a:pt x="6615" y="14775"/>
                    </a:lnTo>
                    <a:cubicBezTo>
                      <a:pt x="6615" y="14775"/>
                      <a:pt x="6911" y="14865"/>
                      <a:pt x="6947" y="14865"/>
                    </a:cubicBezTo>
                    <a:cubicBezTo>
                      <a:pt x="6983" y="14865"/>
                      <a:pt x="7612" y="15396"/>
                      <a:pt x="7612" y="15396"/>
                    </a:cubicBezTo>
                    <a:lnTo>
                      <a:pt x="7612" y="17460"/>
                    </a:lnTo>
                    <a:lnTo>
                      <a:pt x="7837" y="17530"/>
                    </a:lnTo>
                    <a:lnTo>
                      <a:pt x="7684" y="18482"/>
                    </a:lnTo>
                    <a:lnTo>
                      <a:pt x="8062" y="19042"/>
                    </a:lnTo>
                    <a:lnTo>
                      <a:pt x="7991" y="19987"/>
                    </a:lnTo>
                    <a:lnTo>
                      <a:pt x="8489" y="20964"/>
                    </a:lnTo>
                    <a:lnTo>
                      <a:pt x="9130" y="21586"/>
                    </a:lnTo>
                    <a:lnTo>
                      <a:pt x="9773" y="21600"/>
                    </a:lnTo>
                    <a:lnTo>
                      <a:pt x="9836" y="21369"/>
                    </a:lnTo>
                    <a:lnTo>
                      <a:pt x="9363" y="20926"/>
                    </a:lnTo>
                    <a:lnTo>
                      <a:pt x="9390" y="20706"/>
                    </a:lnTo>
                    <a:lnTo>
                      <a:pt x="9475" y="20434"/>
                    </a:lnTo>
                    <a:lnTo>
                      <a:pt x="9494" y="20160"/>
                    </a:lnTo>
                    <a:lnTo>
                      <a:pt x="9173" y="20150"/>
                    </a:lnTo>
                    <a:lnTo>
                      <a:pt x="9012" y="19923"/>
                    </a:lnTo>
                    <a:lnTo>
                      <a:pt x="9278" y="19638"/>
                    </a:lnTo>
                    <a:lnTo>
                      <a:pt x="9313" y="19422"/>
                    </a:lnTo>
                    <a:lnTo>
                      <a:pt x="9017" y="19328"/>
                    </a:lnTo>
                    <a:lnTo>
                      <a:pt x="9034" y="19128"/>
                    </a:lnTo>
                    <a:lnTo>
                      <a:pt x="9457" y="19056"/>
                    </a:lnTo>
                    <a:lnTo>
                      <a:pt x="10100" y="18713"/>
                    </a:lnTo>
                    <a:lnTo>
                      <a:pt x="10315" y="18271"/>
                    </a:lnTo>
                    <a:lnTo>
                      <a:pt x="10837" y="17527"/>
                    </a:lnTo>
                    <a:lnTo>
                      <a:pt x="10989" y="17309"/>
                    </a:lnTo>
                    <a:lnTo>
                      <a:pt x="10837" y="16560"/>
                    </a:lnTo>
                    <a:lnTo>
                      <a:pt x="10835" y="16558"/>
                    </a:lnTo>
                    <a:lnTo>
                      <a:pt x="10837" y="16556"/>
                    </a:lnTo>
                    <a:lnTo>
                      <a:pt x="11042" y="16158"/>
                    </a:lnTo>
                    <a:lnTo>
                      <a:pt x="11662" y="16177"/>
                    </a:lnTo>
                    <a:lnTo>
                      <a:pt x="12080" y="15810"/>
                    </a:lnTo>
                    <a:lnTo>
                      <a:pt x="12213" y="14359"/>
                    </a:lnTo>
                    <a:lnTo>
                      <a:pt x="12677" y="13704"/>
                    </a:lnTo>
                    <a:lnTo>
                      <a:pt x="12757" y="13282"/>
                    </a:lnTo>
                    <a:lnTo>
                      <a:pt x="12336" y="13131"/>
                    </a:lnTo>
                    <a:lnTo>
                      <a:pt x="12057" y="12622"/>
                    </a:lnTo>
                    <a:lnTo>
                      <a:pt x="11105" y="12612"/>
                    </a:lnTo>
                    <a:lnTo>
                      <a:pt x="10837" y="12498"/>
                    </a:lnTo>
                    <a:lnTo>
                      <a:pt x="10351" y="12291"/>
                    </a:lnTo>
                    <a:lnTo>
                      <a:pt x="10315" y="11690"/>
                    </a:lnTo>
                    <a:lnTo>
                      <a:pt x="10063" y="11200"/>
                    </a:lnTo>
                    <a:lnTo>
                      <a:pt x="9382" y="11189"/>
                    </a:lnTo>
                    <a:lnTo>
                      <a:pt x="8987" y="10497"/>
                    </a:lnTo>
                    <a:lnTo>
                      <a:pt x="8636" y="10307"/>
                    </a:lnTo>
                    <a:lnTo>
                      <a:pt x="8618" y="10518"/>
                    </a:lnTo>
                    <a:lnTo>
                      <a:pt x="7981" y="10559"/>
                    </a:lnTo>
                    <a:lnTo>
                      <a:pt x="7747" y="10197"/>
                    </a:lnTo>
                    <a:lnTo>
                      <a:pt x="7082" y="10047"/>
                    </a:lnTo>
                    <a:lnTo>
                      <a:pt x="6535" y="10754"/>
                    </a:lnTo>
                    <a:lnTo>
                      <a:pt x="5673" y="10590"/>
                    </a:lnTo>
                    <a:lnTo>
                      <a:pt x="5609" y="9506"/>
                    </a:lnTo>
                    <a:lnTo>
                      <a:pt x="4981" y="9387"/>
                    </a:lnTo>
                    <a:lnTo>
                      <a:pt x="5232" y="8855"/>
                    </a:lnTo>
                    <a:lnTo>
                      <a:pt x="5160" y="8549"/>
                    </a:lnTo>
                    <a:lnTo>
                      <a:pt x="4334" y="9166"/>
                    </a:lnTo>
                    <a:lnTo>
                      <a:pt x="3814" y="9095"/>
                    </a:lnTo>
                    <a:lnTo>
                      <a:pt x="3628" y="8642"/>
                    </a:lnTo>
                    <a:lnTo>
                      <a:pt x="3742" y="8175"/>
                    </a:lnTo>
                    <a:lnTo>
                      <a:pt x="4028" y="7585"/>
                    </a:lnTo>
                    <a:lnTo>
                      <a:pt x="4688" y="7212"/>
                    </a:lnTo>
                    <a:lnTo>
                      <a:pt x="5963" y="7212"/>
                    </a:lnTo>
                    <a:lnTo>
                      <a:pt x="5959" y="7645"/>
                    </a:lnTo>
                    <a:lnTo>
                      <a:pt x="6418" y="7883"/>
                    </a:lnTo>
                    <a:lnTo>
                      <a:pt x="6382" y="7141"/>
                    </a:lnTo>
                    <a:lnTo>
                      <a:pt x="6711" y="6771"/>
                    </a:lnTo>
                    <a:lnTo>
                      <a:pt x="7378" y="6283"/>
                    </a:lnTo>
                    <a:lnTo>
                      <a:pt x="7423" y="5939"/>
                    </a:lnTo>
                    <a:lnTo>
                      <a:pt x="8088" y="5169"/>
                    </a:lnTo>
                    <a:lnTo>
                      <a:pt x="8795" y="4733"/>
                    </a:lnTo>
                    <a:lnTo>
                      <a:pt x="8732" y="4675"/>
                    </a:lnTo>
                    <a:lnTo>
                      <a:pt x="9211" y="4172"/>
                    </a:lnTo>
                    <a:lnTo>
                      <a:pt x="9385" y="4225"/>
                    </a:lnTo>
                    <a:lnTo>
                      <a:pt x="9466" y="4337"/>
                    </a:lnTo>
                    <a:lnTo>
                      <a:pt x="9648" y="4112"/>
                    </a:lnTo>
                    <a:lnTo>
                      <a:pt x="9692" y="4091"/>
                    </a:lnTo>
                    <a:lnTo>
                      <a:pt x="9494" y="4058"/>
                    </a:lnTo>
                    <a:lnTo>
                      <a:pt x="9292" y="3984"/>
                    </a:lnTo>
                    <a:lnTo>
                      <a:pt x="9292" y="3766"/>
                    </a:lnTo>
                    <a:lnTo>
                      <a:pt x="9399" y="3669"/>
                    </a:lnTo>
                    <a:lnTo>
                      <a:pt x="9634" y="3669"/>
                    </a:lnTo>
                    <a:lnTo>
                      <a:pt x="9742" y="3721"/>
                    </a:lnTo>
                    <a:lnTo>
                      <a:pt x="9837" y="3932"/>
                    </a:lnTo>
                    <a:lnTo>
                      <a:pt x="9951" y="3912"/>
                    </a:lnTo>
                    <a:lnTo>
                      <a:pt x="9951" y="3894"/>
                    </a:lnTo>
                    <a:lnTo>
                      <a:pt x="9985" y="3906"/>
                    </a:lnTo>
                    <a:lnTo>
                      <a:pt x="10315" y="3849"/>
                    </a:lnTo>
                    <a:lnTo>
                      <a:pt x="10362" y="3669"/>
                    </a:lnTo>
                    <a:lnTo>
                      <a:pt x="10550" y="3721"/>
                    </a:lnTo>
                    <a:lnTo>
                      <a:pt x="10550" y="3916"/>
                    </a:lnTo>
                    <a:lnTo>
                      <a:pt x="10376" y="4051"/>
                    </a:lnTo>
                    <a:lnTo>
                      <a:pt x="10401" y="4267"/>
                    </a:lnTo>
                    <a:lnTo>
                      <a:pt x="10837" y="4416"/>
                    </a:lnTo>
                    <a:lnTo>
                      <a:pt x="11002" y="4472"/>
                    </a:lnTo>
                    <a:cubicBezTo>
                      <a:pt x="11002" y="4472"/>
                      <a:pt x="11003" y="4476"/>
                      <a:pt x="11003" y="4481"/>
                    </a:cubicBezTo>
                    <a:lnTo>
                      <a:pt x="11141" y="4468"/>
                    </a:lnTo>
                    <a:lnTo>
                      <a:pt x="11150" y="4178"/>
                    </a:lnTo>
                    <a:lnTo>
                      <a:pt x="10837" y="4018"/>
                    </a:lnTo>
                    <a:lnTo>
                      <a:pt x="10674" y="3936"/>
                    </a:lnTo>
                    <a:lnTo>
                      <a:pt x="10647" y="3797"/>
                    </a:lnTo>
                    <a:lnTo>
                      <a:pt x="10837" y="3725"/>
                    </a:lnTo>
                    <a:lnTo>
                      <a:pt x="11042" y="3646"/>
                    </a:lnTo>
                    <a:lnTo>
                      <a:pt x="11060" y="3225"/>
                    </a:lnTo>
                    <a:lnTo>
                      <a:pt x="10837" y="3073"/>
                    </a:lnTo>
                    <a:lnTo>
                      <a:pt x="10647" y="2945"/>
                    </a:lnTo>
                    <a:lnTo>
                      <a:pt x="10621" y="2234"/>
                    </a:lnTo>
                    <a:lnTo>
                      <a:pt x="10055" y="2544"/>
                    </a:lnTo>
                    <a:lnTo>
                      <a:pt x="9848" y="2544"/>
                    </a:lnTo>
                    <a:lnTo>
                      <a:pt x="9901" y="2003"/>
                    </a:lnTo>
                    <a:lnTo>
                      <a:pt x="9132" y="1800"/>
                    </a:lnTo>
                    <a:lnTo>
                      <a:pt x="8814" y="2068"/>
                    </a:lnTo>
                    <a:lnTo>
                      <a:pt x="8814" y="2887"/>
                    </a:lnTo>
                    <a:lnTo>
                      <a:pt x="8241" y="3090"/>
                    </a:lnTo>
                    <a:lnTo>
                      <a:pt x="8011" y="3623"/>
                    </a:lnTo>
                    <a:lnTo>
                      <a:pt x="7762" y="3669"/>
                    </a:lnTo>
                    <a:lnTo>
                      <a:pt x="7762" y="2986"/>
                    </a:lnTo>
                    <a:lnTo>
                      <a:pt x="7224" y="2903"/>
                    </a:lnTo>
                    <a:lnTo>
                      <a:pt x="6955" y="2707"/>
                    </a:lnTo>
                    <a:lnTo>
                      <a:pt x="6846" y="2264"/>
                    </a:lnTo>
                    <a:lnTo>
                      <a:pt x="7809" y="1634"/>
                    </a:lnTo>
                    <a:lnTo>
                      <a:pt x="8281" y="1475"/>
                    </a:lnTo>
                    <a:lnTo>
                      <a:pt x="8328" y="1829"/>
                    </a:lnTo>
                    <a:lnTo>
                      <a:pt x="8592" y="1813"/>
                    </a:lnTo>
                    <a:lnTo>
                      <a:pt x="8612" y="1634"/>
                    </a:lnTo>
                    <a:lnTo>
                      <a:pt x="8886" y="1591"/>
                    </a:lnTo>
                    <a:lnTo>
                      <a:pt x="8891" y="1529"/>
                    </a:lnTo>
                    <a:lnTo>
                      <a:pt x="8773" y="1475"/>
                    </a:lnTo>
                    <a:lnTo>
                      <a:pt x="8746" y="1287"/>
                    </a:lnTo>
                    <a:lnTo>
                      <a:pt x="9084" y="1256"/>
                    </a:lnTo>
                    <a:lnTo>
                      <a:pt x="9287" y="1019"/>
                    </a:lnTo>
                    <a:lnTo>
                      <a:pt x="9298" y="1002"/>
                    </a:lnTo>
                    <a:lnTo>
                      <a:pt x="9301" y="1002"/>
                    </a:lnTo>
                    <a:lnTo>
                      <a:pt x="9363" y="932"/>
                    </a:lnTo>
                    <a:lnTo>
                      <a:pt x="10073" y="831"/>
                    </a:lnTo>
                    <a:lnTo>
                      <a:pt x="10386" y="1129"/>
                    </a:lnTo>
                    <a:lnTo>
                      <a:pt x="9565" y="1617"/>
                    </a:lnTo>
                    <a:lnTo>
                      <a:pt x="10611" y="1893"/>
                    </a:lnTo>
                    <a:lnTo>
                      <a:pt x="10746" y="1502"/>
                    </a:lnTo>
                    <a:lnTo>
                      <a:pt x="10837" y="1502"/>
                    </a:lnTo>
                    <a:lnTo>
                      <a:pt x="11204" y="1502"/>
                    </a:lnTo>
                    <a:lnTo>
                      <a:pt x="11367" y="1161"/>
                    </a:lnTo>
                    <a:lnTo>
                      <a:pt x="11042" y="1071"/>
                    </a:lnTo>
                    <a:lnTo>
                      <a:pt x="11042" y="641"/>
                    </a:lnTo>
                    <a:lnTo>
                      <a:pt x="10837" y="539"/>
                    </a:lnTo>
                    <a:lnTo>
                      <a:pt x="10028" y="139"/>
                    </a:lnTo>
                    <a:lnTo>
                      <a:pt x="9327" y="229"/>
                    </a:lnTo>
                    <a:lnTo>
                      <a:pt x="8932" y="460"/>
                    </a:lnTo>
                    <a:lnTo>
                      <a:pt x="8959" y="1022"/>
                    </a:lnTo>
                    <a:lnTo>
                      <a:pt x="8546" y="952"/>
                    </a:lnTo>
                    <a:lnTo>
                      <a:pt x="8482" y="641"/>
                    </a:lnTo>
                    <a:lnTo>
                      <a:pt x="8878" y="241"/>
                    </a:lnTo>
                    <a:lnTo>
                      <a:pt x="8160" y="200"/>
                    </a:lnTo>
                    <a:lnTo>
                      <a:pt x="7953" y="270"/>
                    </a:lnTo>
                    <a:lnTo>
                      <a:pt x="7863" y="541"/>
                    </a:lnTo>
                    <a:lnTo>
                      <a:pt x="8133" y="591"/>
                    </a:lnTo>
                    <a:lnTo>
                      <a:pt x="8079" y="891"/>
                    </a:lnTo>
                    <a:lnTo>
                      <a:pt x="7621" y="922"/>
                    </a:lnTo>
                    <a:lnTo>
                      <a:pt x="7549" y="1122"/>
                    </a:lnTo>
                    <a:lnTo>
                      <a:pt x="6885" y="1142"/>
                    </a:lnTo>
                    <a:cubicBezTo>
                      <a:pt x="6885" y="1142"/>
                      <a:pt x="6867" y="722"/>
                      <a:pt x="6840" y="722"/>
                    </a:cubicBezTo>
                    <a:cubicBezTo>
                      <a:pt x="6813" y="722"/>
                      <a:pt x="7361" y="711"/>
                      <a:pt x="7361" y="711"/>
                    </a:cubicBezTo>
                    <a:lnTo>
                      <a:pt x="7756" y="280"/>
                    </a:lnTo>
                    <a:lnTo>
                      <a:pt x="7540" y="160"/>
                    </a:lnTo>
                    <a:lnTo>
                      <a:pt x="7254" y="470"/>
                    </a:lnTo>
                    <a:lnTo>
                      <a:pt x="6777" y="441"/>
                    </a:lnTo>
                    <a:lnTo>
                      <a:pt x="6489" y="0"/>
                    </a:lnTo>
                    <a:lnTo>
                      <a:pt x="5878" y="0"/>
                    </a:lnTo>
                    <a:close/>
                    <a:moveTo>
                      <a:pt x="868" y="5710"/>
                    </a:moveTo>
                    <a:lnTo>
                      <a:pt x="868" y="5704"/>
                    </a:lnTo>
                    <a:cubicBezTo>
                      <a:pt x="850" y="5751"/>
                      <a:pt x="834" y="5800"/>
                      <a:pt x="816" y="5848"/>
                    </a:cubicBezTo>
                    <a:cubicBezTo>
                      <a:pt x="834" y="5802"/>
                      <a:pt x="851" y="5755"/>
                      <a:pt x="868" y="5710"/>
                    </a:cubicBezTo>
                    <a:close/>
                    <a:moveTo>
                      <a:pt x="17957" y="1411"/>
                    </a:moveTo>
                    <a:lnTo>
                      <a:pt x="17841" y="1640"/>
                    </a:lnTo>
                    <a:cubicBezTo>
                      <a:pt x="17841" y="1640"/>
                      <a:pt x="17342" y="1858"/>
                      <a:pt x="17342" y="1858"/>
                    </a:cubicBezTo>
                    <a:lnTo>
                      <a:pt x="17133" y="2113"/>
                    </a:lnTo>
                    <a:lnTo>
                      <a:pt x="17181" y="2409"/>
                    </a:lnTo>
                    <a:lnTo>
                      <a:pt x="17438" y="2449"/>
                    </a:lnTo>
                    <a:lnTo>
                      <a:pt x="17593" y="2882"/>
                    </a:lnTo>
                    <a:lnTo>
                      <a:pt x="18036" y="2682"/>
                    </a:lnTo>
                    <a:lnTo>
                      <a:pt x="18109" y="3260"/>
                    </a:lnTo>
                    <a:lnTo>
                      <a:pt x="17976" y="3260"/>
                    </a:lnTo>
                    <a:lnTo>
                      <a:pt x="17611" y="3200"/>
                    </a:lnTo>
                    <a:lnTo>
                      <a:pt x="17207" y="3276"/>
                    </a:lnTo>
                    <a:lnTo>
                      <a:pt x="16817" y="3891"/>
                    </a:lnTo>
                    <a:lnTo>
                      <a:pt x="16258" y="3989"/>
                    </a:lnTo>
                    <a:lnTo>
                      <a:pt x="16177" y="4523"/>
                    </a:lnTo>
                    <a:lnTo>
                      <a:pt x="16413" y="4585"/>
                    </a:lnTo>
                    <a:lnTo>
                      <a:pt x="16345" y="4928"/>
                    </a:lnTo>
                    <a:lnTo>
                      <a:pt x="15790" y="4803"/>
                    </a:lnTo>
                    <a:lnTo>
                      <a:pt x="15281" y="4928"/>
                    </a:lnTo>
                    <a:lnTo>
                      <a:pt x="15173" y="5244"/>
                    </a:lnTo>
                    <a:lnTo>
                      <a:pt x="15261" y="5907"/>
                    </a:lnTo>
                    <a:lnTo>
                      <a:pt x="15560" y="6063"/>
                    </a:lnTo>
                    <a:lnTo>
                      <a:pt x="16061" y="6059"/>
                    </a:lnTo>
                    <a:lnTo>
                      <a:pt x="16399" y="6025"/>
                    </a:lnTo>
                    <a:lnTo>
                      <a:pt x="16503" y="5725"/>
                    </a:lnTo>
                    <a:lnTo>
                      <a:pt x="17032" y="4958"/>
                    </a:lnTo>
                    <a:lnTo>
                      <a:pt x="17380" y="5037"/>
                    </a:lnTo>
                    <a:lnTo>
                      <a:pt x="17722" y="4692"/>
                    </a:lnTo>
                    <a:lnTo>
                      <a:pt x="17786" y="4962"/>
                    </a:lnTo>
                    <a:lnTo>
                      <a:pt x="18631" y="5597"/>
                    </a:lnTo>
                    <a:lnTo>
                      <a:pt x="18528" y="5752"/>
                    </a:lnTo>
                    <a:lnTo>
                      <a:pt x="18147" y="5729"/>
                    </a:lnTo>
                    <a:lnTo>
                      <a:pt x="18294" y="5960"/>
                    </a:lnTo>
                    <a:lnTo>
                      <a:pt x="18528" y="6018"/>
                    </a:lnTo>
                    <a:lnTo>
                      <a:pt x="18801" y="5890"/>
                    </a:lnTo>
                    <a:lnTo>
                      <a:pt x="18797" y="5521"/>
                    </a:lnTo>
                    <a:lnTo>
                      <a:pt x="18918" y="5453"/>
                    </a:lnTo>
                    <a:lnTo>
                      <a:pt x="18821" y="5338"/>
                    </a:lnTo>
                    <a:lnTo>
                      <a:pt x="18258" y="4988"/>
                    </a:lnTo>
                    <a:lnTo>
                      <a:pt x="18109" y="4523"/>
                    </a:lnTo>
                    <a:lnTo>
                      <a:pt x="18578" y="4523"/>
                    </a:lnTo>
                    <a:lnTo>
                      <a:pt x="18726" y="4688"/>
                    </a:lnTo>
                    <a:lnTo>
                      <a:pt x="19130" y="5075"/>
                    </a:lnTo>
                    <a:lnTo>
                      <a:pt x="19147" y="5544"/>
                    </a:lnTo>
                    <a:lnTo>
                      <a:pt x="19564" y="6039"/>
                    </a:lnTo>
                    <a:lnTo>
                      <a:pt x="19720" y="5359"/>
                    </a:lnTo>
                    <a:lnTo>
                      <a:pt x="20009" y="5183"/>
                    </a:lnTo>
                    <a:lnTo>
                      <a:pt x="20063" y="5739"/>
                    </a:lnTo>
                    <a:lnTo>
                      <a:pt x="20346" y="6086"/>
                    </a:lnTo>
                    <a:lnTo>
                      <a:pt x="20884" y="6076"/>
                    </a:lnTo>
                    <a:cubicBezTo>
                      <a:pt x="20253" y="4268"/>
                      <a:pt x="19240" y="2672"/>
                      <a:pt x="17957" y="1411"/>
                    </a:cubicBezTo>
                    <a:close/>
                    <a:moveTo>
                      <a:pt x="10045" y="4377"/>
                    </a:moveTo>
                    <a:cubicBezTo>
                      <a:pt x="10045" y="4377"/>
                      <a:pt x="9923" y="4379"/>
                      <a:pt x="9923" y="4379"/>
                    </a:cubicBezTo>
                    <a:lnTo>
                      <a:pt x="9859" y="4564"/>
                    </a:lnTo>
                    <a:lnTo>
                      <a:pt x="9549" y="4564"/>
                    </a:lnTo>
                    <a:lnTo>
                      <a:pt x="9549" y="4743"/>
                    </a:lnTo>
                    <a:lnTo>
                      <a:pt x="9623" y="4743"/>
                    </a:lnTo>
                    <a:cubicBezTo>
                      <a:pt x="9623" y="4743"/>
                      <a:pt x="9626" y="4780"/>
                      <a:pt x="9633" y="4830"/>
                    </a:cubicBezTo>
                    <a:lnTo>
                      <a:pt x="9823" y="4812"/>
                    </a:lnTo>
                    <a:lnTo>
                      <a:pt x="9941" y="4730"/>
                    </a:lnTo>
                    <a:lnTo>
                      <a:pt x="9972" y="4564"/>
                    </a:lnTo>
                    <a:lnTo>
                      <a:pt x="10126" y="4548"/>
                    </a:lnTo>
                    <a:lnTo>
                      <a:pt x="10187" y="4409"/>
                    </a:lnTo>
                    <a:lnTo>
                      <a:pt x="10045" y="4377"/>
                    </a:lnTo>
                    <a:close/>
                    <a:moveTo>
                      <a:pt x="9226" y="4572"/>
                    </a:moveTo>
                    <a:cubicBezTo>
                      <a:pt x="9226" y="4572"/>
                      <a:pt x="9125" y="4712"/>
                      <a:pt x="9125" y="4712"/>
                    </a:cubicBezTo>
                    <a:lnTo>
                      <a:pt x="9113" y="4886"/>
                    </a:lnTo>
                    <a:lnTo>
                      <a:pt x="9337" y="4865"/>
                    </a:lnTo>
                    <a:lnTo>
                      <a:pt x="9360" y="4689"/>
                    </a:lnTo>
                    <a:lnTo>
                      <a:pt x="9226" y="4572"/>
                    </a:lnTo>
                    <a:close/>
                    <a:moveTo>
                      <a:pt x="17863" y="5981"/>
                    </a:moveTo>
                    <a:lnTo>
                      <a:pt x="16651" y="6087"/>
                    </a:lnTo>
                    <a:lnTo>
                      <a:pt x="16274" y="6314"/>
                    </a:lnTo>
                    <a:lnTo>
                      <a:pt x="15794" y="6314"/>
                    </a:lnTo>
                    <a:lnTo>
                      <a:pt x="15558" y="6287"/>
                    </a:lnTo>
                    <a:lnTo>
                      <a:pt x="14973" y="6649"/>
                    </a:lnTo>
                    <a:lnTo>
                      <a:pt x="14973" y="7330"/>
                    </a:lnTo>
                    <a:lnTo>
                      <a:pt x="13778" y="8291"/>
                    </a:lnTo>
                    <a:lnTo>
                      <a:pt x="13877" y="8703"/>
                    </a:lnTo>
                    <a:lnTo>
                      <a:pt x="14119" y="8703"/>
                    </a:lnTo>
                    <a:lnTo>
                      <a:pt x="14056" y="9092"/>
                    </a:lnTo>
                    <a:lnTo>
                      <a:pt x="13886" y="9163"/>
                    </a:lnTo>
                    <a:lnTo>
                      <a:pt x="13877" y="10185"/>
                    </a:lnTo>
                    <a:lnTo>
                      <a:pt x="14909" y="11497"/>
                    </a:lnTo>
                    <a:lnTo>
                      <a:pt x="15358" y="11497"/>
                    </a:lnTo>
                    <a:lnTo>
                      <a:pt x="15386" y="11417"/>
                    </a:lnTo>
                    <a:lnTo>
                      <a:pt x="16194" y="11417"/>
                    </a:lnTo>
                    <a:lnTo>
                      <a:pt x="16427" y="11176"/>
                    </a:lnTo>
                    <a:lnTo>
                      <a:pt x="16885" y="11176"/>
                    </a:lnTo>
                    <a:lnTo>
                      <a:pt x="17136" y="11456"/>
                    </a:lnTo>
                    <a:lnTo>
                      <a:pt x="17819" y="11536"/>
                    </a:lnTo>
                    <a:lnTo>
                      <a:pt x="17730" y="12548"/>
                    </a:lnTo>
                    <a:lnTo>
                      <a:pt x="18488" y="14041"/>
                    </a:lnTo>
                    <a:lnTo>
                      <a:pt x="18088" y="14892"/>
                    </a:lnTo>
                    <a:lnTo>
                      <a:pt x="18116" y="15293"/>
                    </a:lnTo>
                    <a:lnTo>
                      <a:pt x="18430" y="15644"/>
                    </a:lnTo>
                    <a:lnTo>
                      <a:pt x="18430" y="16607"/>
                    </a:lnTo>
                    <a:lnTo>
                      <a:pt x="18843" y="17226"/>
                    </a:lnTo>
                    <a:lnTo>
                      <a:pt x="18843" y="18029"/>
                    </a:lnTo>
                    <a:lnTo>
                      <a:pt x="19182" y="18029"/>
                    </a:lnTo>
                    <a:cubicBezTo>
                      <a:pt x="20693" y="15958"/>
                      <a:pt x="21600" y="13318"/>
                      <a:pt x="21600" y="10441"/>
                    </a:cubicBezTo>
                    <a:cubicBezTo>
                      <a:pt x="21600" y="9264"/>
                      <a:pt x="21447" y="8128"/>
                      <a:pt x="21165" y="7053"/>
                    </a:cubicBezTo>
                    <a:lnTo>
                      <a:pt x="21124" y="7095"/>
                    </a:lnTo>
                    <a:cubicBezTo>
                      <a:pt x="21124" y="7095"/>
                      <a:pt x="20262" y="7095"/>
                      <a:pt x="20262" y="7095"/>
                    </a:cubicBezTo>
                    <a:lnTo>
                      <a:pt x="19736" y="6658"/>
                    </a:lnTo>
                    <a:lnTo>
                      <a:pt x="19185" y="6718"/>
                    </a:lnTo>
                    <a:lnTo>
                      <a:pt x="19185" y="7095"/>
                    </a:lnTo>
                    <a:lnTo>
                      <a:pt x="19009" y="7095"/>
                    </a:lnTo>
                    <a:lnTo>
                      <a:pt x="18820" y="6944"/>
                    </a:lnTo>
                    <a:lnTo>
                      <a:pt x="17863" y="6674"/>
                    </a:lnTo>
                    <a:lnTo>
                      <a:pt x="17863" y="5981"/>
                    </a:lnTo>
                    <a:close/>
                    <a:moveTo>
                      <a:pt x="57" y="9260"/>
                    </a:moveTo>
                    <a:cubicBezTo>
                      <a:pt x="23" y="9647"/>
                      <a:pt x="0" y="10037"/>
                      <a:pt x="0" y="10434"/>
                    </a:cubicBezTo>
                    <a:cubicBezTo>
                      <a:pt x="0" y="15421"/>
                      <a:pt x="2723" y="19699"/>
                      <a:pt x="6601" y="21524"/>
                    </a:cubicBezTo>
                    <a:cubicBezTo>
                      <a:pt x="2729" y="19689"/>
                      <a:pt x="5" y="15404"/>
                      <a:pt x="5" y="10423"/>
                    </a:cubicBezTo>
                    <a:cubicBezTo>
                      <a:pt x="5" y="10031"/>
                      <a:pt x="24" y="9643"/>
                      <a:pt x="57" y="9260"/>
                    </a:cubicBezTo>
                    <a:close/>
                  </a:path>
                </a:pathLst>
              </a:custGeom>
              <a:solidFill>
                <a:srgbClr val="E6E7EA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5F0CEFE3-34D4-4B4F-A1DB-7E5FDDDE5E12}"/>
                </a:ext>
              </a:extLst>
            </p:cNvPr>
            <p:cNvGrpSpPr/>
            <p:nvPr/>
          </p:nvGrpSpPr>
          <p:grpSpPr>
            <a:xfrm>
              <a:off x="3939456" y="3314084"/>
              <a:ext cx="815537" cy="815522"/>
              <a:chOff x="3939456" y="3314084"/>
              <a:chExt cx="815537" cy="815522"/>
            </a:xfrm>
          </p:grpSpPr>
          <p:sp>
            <p:nvSpPr>
              <p:cNvPr id="50" name="Oval 20">
                <a:extLst>
                  <a:ext uri="{FF2B5EF4-FFF2-40B4-BE49-F238E27FC236}">
                    <a16:creationId xmlns:a16="http://schemas.microsoft.com/office/drawing/2014/main" id="{EE16990F-7366-482D-8E45-B01874C61629}"/>
                  </a:ext>
                </a:extLst>
              </p:cNvPr>
              <p:cNvSpPr/>
              <p:nvPr/>
            </p:nvSpPr>
            <p:spPr>
              <a:xfrm>
                <a:off x="3939456" y="3314084"/>
                <a:ext cx="815537" cy="815522"/>
              </a:xfrm>
              <a:prstGeom prst="ellipse">
                <a:avLst/>
              </a:prstGeom>
              <a:solidFill>
                <a:schemeClr val="accent2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21">
                <a:extLst>
                  <a:ext uri="{FF2B5EF4-FFF2-40B4-BE49-F238E27FC236}">
                    <a16:creationId xmlns:a16="http://schemas.microsoft.com/office/drawing/2014/main" id="{ECBDE41A-D1A6-44CD-8100-1F40ADB90E0F}"/>
                  </a:ext>
                </a:extLst>
              </p:cNvPr>
              <p:cNvSpPr/>
              <p:nvPr/>
            </p:nvSpPr>
            <p:spPr>
              <a:xfrm>
                <a:off x="4223398" y="3546793"/>
                <a:ext cx="215736" cy="3049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272" y="0"/>
                    </a:moveTo>
                    <a:lnTo>
                      <a:pt x="7174" y="2185"/>
                    </a:lnTo>
                    <a:lnTo>
                      <a:pt x="3804" y="2185"/>
                    </a:lnTo>
                    <a:lnTo>
                      <a:pt x="5183" y="4371"/>
                    </a:lnTo>
                    <a:cubicBezTo>
                      <a:pt x="5183" y="4371"/>
                      <a:pt x="16315" y="4371"/>
                      <a:pt x="16315" y="4371"/>
                    </a:cubicBezTo>
                    <a:lnTo>
                      <a:pt x="17694" y="2185"/>
                    </a:lnTo>
                    <a:lnTo>
                      <a:pt x="14323" y="2185"/>
                    </a:lnTo>
                    <a:lnTo>
                      <a:pt x="13225" y="0"/>
                    </a:lnTo>
                    <a:lnTo>
                      <a:pt x="8272" y="0"/>
                    </a:lnTo>
                    <a:close/>
                    <a:moveTo>
                      <a:pt x="2145" y="1932"/>
                    </a:moveTo>
                    <a:cubicBezTo>
                      <a:pt x="957" y="1932"/>
                      <a:pt x="0" y="2627"/>
                      <a:pt x="0" y="3468"/>
                    </a:cubicBezTo>
                    <a:lnTo>
                      <a:pt x="0" y="20065"/>
                    </a:lnTo>
                    <a:cubicBezTo>
                      <a:pt x="0" y="20905"/>
                      <a:pt x="957" y="21600"/>
                      <a:pt x="2145" y="21600"/>
                    </a:cubicBezTo>
                    <a:lnTo>
                      <a:pt x="19455" y="21600"/>
                    </a:lnTo>
                    <a:cubicBezTo>
                      <a:pt x="20643" y="21600"/>
                      <a:pt x="21600" y="20905"/>
                      <a:pt x="21600" y="20065"/>
                    </a:cubicBezTo>
                    <a:lnTo>
                      <a:pt x="21600" y="3468"/>
                    </a:lnTo>
                    <a:cubicBezTo>
                      <a:pt x="21600" y="2627"/>
                      <a:pt x="20643" y="1932"/>
                      <a:pt x="19455" y="1932"/>
                    </a:cubicBezTo>
                    <a:lnTo>
                      <a:pt x="17591" y="5219"/>
                    </a:lnTo>
                    <a:lnTo>
                      <a:pt x="4008" y="5219"/>
                    </a:lnTo>
                    <a:lnTo>
                      <a:pt x="2145" y="1932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B57C0D5C-E991-42F5-825B-1225D9A6D7A8}"/>
                </a:ext>
              </a:extLst>
            </p:cNvPr>
            <p:cNvGrpSpPr/>
            <p:nvPr/>
          </p:nvGrpSpPr>
          <p:grpSpPr>
            <a:xfrm>
              <a:off x="7437012" y="3314084"/>
              <a:ext cx="815535" cy="815522"/>
              <a:chOff x="7437012" y="3314084"/>
              <a:chExt cx="815535" cy="815522"/>
            </a:xfrm>
          </p:grpSpPr>
          <p:sp>
            <p:nvSpPr>
              <p:cNvPr id="48" name="Oval 18">
                <a:extLst>
                  <a:ext uri="{FF2B5EF4-FFF2-40B4-BE49-F238E27FC236}">
                    <a16:creationId xmlns:a16="http://schemas.microsoft.com/office/drawing/2014/main" id="{08B3D104-7982-4118-B15E-BB952289B760}"/>
                  </a:ext>
                </a:extLst>
              </p:cNvPr>
              <p:cNvSpPr/>
              <p:nvPr/>
            </p:nvSpPr>
            <p:spPr>
              <a:xfrm>
                <a:off x="7437012" y="3314084"/>
                <a:ext cx="815535" cy="815522"/>
              </a:xfrm>
              <a:prstGeom prst="ellipse">
                <a:avLst/>
              </a:prstGeom>
              <a:solidFill>
                <a:schemeClr val="accent2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19">
                <a:extLst>
                  <a:ext uri="{FF2B5EF4-FFF2-40B4-BE49-F238E27FC236}">
                    <a16:creationId xmlns:a16="http://schemas.microsoft.com/office/drawing/2014/main" id="{C1383893-D9CD-48C3-9A7E-DCF2074B85C3}"/>
                  </a:ext>
                </a:extLst>
              </p:cNvPr>
              <p:cNvSpPr/>
              <p:nvPr/>
            </p:nvSpPr>
            <p:spPr>
              <a:xfrm>
                <a:off x="7701394" y="3578462"/>
                <a:ext cx="286768" cy="286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14" h="20814" extrusionOk="0">
                    <a:moveTo>
                      <a:pt x="16063" y="4751"/>
                    </a:moveTo>
                    <a:cubicBezTo>
                      <a:pt x="14562" y="3251"/>
                      <a:pt x="14186" y="1270"/>
                      <a:pt x="14318" y="1137"/>
                    </a:cubicBezTo>
                    <a:cubicBezTo>
                      <a:pt x="14452" y="1003"/>
                      <a:pt x="16354" y="1458"/>
                      <a:pt x="17856" y="2959"/>
                    </a:cubicBezTo>
                    <a:cubicBezTo>
                      <a:pt x="19356" y="4460"/>
                      <a:pt x="19807" y="6366"/>
                      <a:pt x="19677" y="6496"/>
                    </a:cubicBezTo>
                    <a:cubicBezTo>
                      <a:pt x="19548" y="6625"/>
                      <a:pt x="17564" y="6252"/>
                      <a:pt x="16063" y="4751"/>
                    </a:cubicBezTo>
                    <a:close/>
                    <a:moveTo>
                      <a:pt x="8257" y="11610"/>
                    </a:moveTo>
                    <a:cubicBezTo>
                      <a:pt x="7827" y="11179"/>
                      <a:pt x="7967" y="10342"/>
                      <a:pt x="8569" y="9739"/>
                    </a:cubicBezTo>
                    <a:cubicBezTo>
                      <a:pt x="9172" y="9137"/>
                      <a:pt x="10009" y="8997"/>
                      <a:pt x="10440" y="9428"/>
                    </a:cubicBezTo>
                    <a:cubicBezTo>
                      <a:pt x="10869" y="9858"/>
                      <a:pt x="10730" y="10696"/>
                      <a:pt x="10128" y="11298"/>
                    </a:cubicBezTo>
                    <a:cubicBezTo>
                      <a:pt x="9526" y="11900"/>
                      <a:pt x="8687" y="12040"/>
                      <a:pt x="8257" y="11610"/>
                    </a:cubicBezTo>
                    <a:close/>
                    <a:moveTo>
                      <a:pt x="18634" y="2180"/>
                    </a:moveTo>
                    <a:cubicBezTo>
                      <a:pt x="16698" y="243"/>
                      <a:pt x="14265" y="-466"/>
                      <a:pt x="13491" y="308"/>
                    </a:cubicBezTo>
                    <a:lnTo>
                      <a:pt x="10372" y="3426"/>
                    </a:lnTo>
                    <a:cubicBezTo>
                      <a:pt x="9900" y="3899"/>
                      <a:pt x="9488" y="5482"/>
                      <a:pt x="9676" y="7085"/>
                    </a:cubicBezTo>
                    <a:lnTo>
                      <a:pt x="240" y="16521"/>
                    </a:lnTo>
                    <a:cubicBezTo>
                      <a:pt x="-320" y="17081"/>
                      <a:pt x="134" y="18442"/>
                      <a:pt x="1253" y="19561"/>
                    </a:cubicBezTo>
                    <a:cubicBezTo>
                      <a:pt x="2373" y="20681"/>
                      <a:pt x="3733" y="21134"/>
                      <a:pt x="4293" y="20574"/>
                    </a:cubicBezTo>
                    <a:lnTo>
                      <a:pt x="13729" y="11138"/>
                    </a:lnTo>
                    <a:cubicBezTo>
                      <a:pt x="15332" y="11327"/>
                      <a:pt x="16915" y="10914"/>
                      <a:pt x="17388" y="10442"/>
                    </a:cubicBezTo>
                    <a:lnTo>
                      <a:pt x="20506" y="7324"/>
                    </a:lnTo>
                    <a:cubicBezTo>
                      <a:pt x="21280" y="6549"/>
                      <a:pt x="20573" y="4116"/>
                      <a:pt x="18634" y="2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B1A34049-FC2D-484C-A8C2-AA7942E6B95C}"/>
                </a:ext>
              </a:extLst>
            </p:cNvPr>
            <p:cNvGrpSpPr/>
            <p:nvPr/>
          </p:nvGrpSpPr>
          <p:grpSpPr>
            <a:xfrm>
              <a:off x="6900237" y="2116589"/>
              <a:ext cx="815539" cy="815528"/>
              <a:chOff x="6900237" y="2116589"/>
              <a:chExt cx="815539" cy="815528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4A008E27-5695-41F3-9A34-19CB295CFDD0}"/>
                  </a:ext>
                </a:extLst>
              </p:cNvPr>
              <p:cNvSpPr/>
              <p:nvPr/>
            </p:nvSpPr>
            <p:spPr>
              <a:xfrm>
                <a:off x="6900237" y="2116589"/>
                <a:ext cx="815539" cy="815528"/>
              </a:xfrm>
              <a:prstGeom prst="ellipse">
                <a:avLst/>
              </a:prstGeom>
              <a:solidFill>
                <a:schemeClr val="accent3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17">
                <a:extLst>
                  <a:ext uri="{FF2B5EF4-FFF2-40B4-BE49-F238E27FC236}">
                    <a16:creationId xmlns:a16="http://schemas.microsoft.com/office/drawing/2014/main" id="{2C4B399E-81CC-4C1F-BFEB-F90719216E0C}"/>
                  </a:ext>
                </a:extLst>
              </p:cNvPr>
              <p:cNvSpPr/>
              <p:nvPr/>
            </p:nvSpPr>
            <p:spPr>
              <a:xfrm>
                <a:off x="7198252" y="2380966"/>
                <a:ext cx="286768" cy="286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8" h="21320" extrusionOk="0">
                    <a:moveTo>
                      <a:pt x="6122" y="19157"/>
                    </a:moveTo>
                    <a:lnTo>
                      <a:pt x="3902" y="19634"/>
                    </a:lnTo>
                    <a:cubicBezTo>
                      <a:pt x="3688" y="19233"/>
                      <a:pt x="3431" y="18833"/>
                      <a:pt x="2957" y="18361"/>
                    </a:cubicBezTo>
                    <a:cubicBezTo>
                      <a:pt x="2486" y="17889"/>
                      <a:pt x="2085" y="17631"/>
                      <a:pt x="1685" y="17417"/>
                    </a:cubicBezTo>
                    <a:lnTo>
                      <a:pt x="2162" y="15198"/>
                    </a:lnTo>
                    <a:lnTo>
                      <a:pt x="2804" y="14556"/>
                    </a:lnTo>
                    <a:cubicBezTo>
                      <a:pt x="2804" y="14556"/>
                      <a:pt x="4012" y="14580"/>
                      <a:pt x="5374" y="15944"/>
                    </a:cubicBezTo>
                    <a:cubicBezTo>
                      <a:pt x="6737" y="17307"/>
                      <a:pt x="6762" y="18516"/>
                      <a:pt x="6762" y="18516"/>
                    </a:cubicBezTo>
                    <a:cubicBezTo>
                      <a:pt x="6762" y="18516"/>
                      <a:pt x="6122" y="19157"/>
                      <a:pt x="6122" y="19157"/>
                    </a:cubicBezTo>
                    <a:close/>
                    <a:moveTo>
                      <a:pt x="19625" y="1692"/>
                    </a:moveTo>
                    <a:cubicBezTo>
                      <a:pt x="17654" y="-280"/>
                      <a:pt x="16174" y="15"/>
                      <a:pt x="16174" y="15"/>
                    </a:cubicBezTo>
                    <a:lnTo>
                      <a:pt x="9270" y="6920"/>
                    </a:lnTo>
                    <a:lnTo>
                      <a:pt x="1379" y="14810"/>
                    </a:lnTo>
                    <a:lnTo>
                      <a:pt x="0" y="21320"/>
                    </a:lnTo>
                    <a:lnTo>
                      <a:pt x="6508" y="19939"/>
                    </a:lnTo>
                    <a:lnTo>
                      <a:pt x="14399" y="12048"/>
                    </a:lnTo>
                    <a:lnTo>
                      <a:pt x="21302" y="5145"/>
                    </a:lnTo>
                    <a:cubicBezTo>
                      <a:pt x="21302" y="5145"/>
                      <a:pt x="21600" y="3665"/>
                      <a:pt x="19625" y="16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" name="Group 7">
              <a:extLst>
                <a:ext uri="{FF2B5EF4-FFF2-40B4-BE49-F238E27FC236}">
                  <a16:creationId xmlns:a16="http://schemas.microsoft.com/office/drawing/2014/main" id="{019ED964-A011-48D1-9A58-CF933793BF3F}"/>
                </a:ext>
              </a:extLst>
            </p:cNvPr>
            <p:cNvGrpSpPr/>
            <p:nvPr/>
          </p:nvGrpSpPr>
          <p:grpSpPr>
            <a:xfrm>
              <a:off x="4386768" y="2116590"/>
              <a:ext cx="815535" cy="815539"/>
              <a:chOff x="4386768" y="2116590"/>
              <a:chExt cx="815535" cy="815539"/>
            </a:xfrm>
          </p:grpSpPr>
          <p:sp>
            <p:nvSpPr>
              <p:cNvPr id="44" name="Oval 14">
                <a:extLst>
                  <a:ext uri="{FF2B5EF4-FFF2-40B4-BE49-F238E27FC236}">
                    <a16:creationId xmlns:a16="http://schemas.microsoft.com/office/drawing/2014/main" id="{9D828C01-FE8A-4FA3-A7FB-926537BB3281}"/>
                  </a:ext>
                </a:extLst>
              </p:cNvPr>
              <p:cNvSpPr/>
              <p:nvPr/>
            </p:nvSpPr>
            <p:spPr>
              <a:xfrm>
                <a:off x="4386768" y="2116590"/>
                <a:ext cx="815535" cy="815539"/>
              </a:xfrm>
              <a:prstGeom prst="ellipse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15">
                <a:extLst>
                  <a:ext uri="{FF2B5EF4-FFF2-40B4-BE49-F238E27FC236}">
                    <a16:creationId xmlns:a16="http://schemas.microsoft.com/office/drawing/2014/main" id="{49ED2B17-1413-4FE4-BB27-72465FBE714A}"/>
                  </a:ext>
                </a:extLst>
              </p:cNvPr>
              <p:cNvSpPr/>
              <p:nvPr/>
            </p:nvSpPr>
            <p:spPr>
              <a:xfrm>
                <a:off x="4685454" y="2363193"/>
                <a:ext cx="225633" cy="3223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57" h="21276" extrusionOk="0">
                    <a:moveTo>
                      <a:pt x="1877" y="21023"/>
                    </a:moveTo>
                    <a:cubicBezTo>
                      <a:pt x="2335" y="19958"/>
                      <a:pt x="3030" y="18458"/>
                      <a:pt x="3960" y="16288"/>
                    </a:cubicBezTo>
                    <a:cubicBezTo>
                      <a:pt x="8011" y="15823"/>
                      <a:pt x="9689" y="16658"/>
                      <a:pt x="12261" y="13325"/>
                    </a:cubicBezTo>
                    <a:cubicBezTo>
                      <a:pt x="10172" y="13789"/>
                      <a:pt x="7654" y="12465"/>
                      <a:pt x="7789" y="11892"/>
                    </a:cubicBezTo>
                    <a:cubicBezTo>
                      <a:pt x="7924" y="11318"/>
                      <a:pt x="13647" y="12306"/>
                      <a:pt x="17393" y="8447"/>
                    </a:cubicBezTo>
                    <a:cubicBezTo>
                      <a:pt x="12670" y="9202"/>
                      <a:pt x="11160" y="7540"/>
                      <a:pt x="11769" y="7289"/>
                    </a:cubicBezTo>
                    <a:cubicBezTo>
                      <a:pt x="13175" y="6708"/>
                      <a:pt x="17348" y="7048"/>
                      <a:pt x="19572" y="5477"/>
                    </a:cubicBezTo>
                    <a:cubicBezTo>
                      <a:pt x="20719" y="4669"/>
                      <a:pt x="21256" y="2702"/>
                      <a:pt x="20789" y="2000"/>
                    </a:cubicBezTo>
                    <a:cubicBezTo>
                      <a:pt x="20229" y="1153"/>
                      <a:pt x="16813" y="-111"/>
                      <a:pt x="14931" y="7"/>
                    </a:cubicBezTo>
                    <a:cubicBezTo>
                      <a:pt x="13047" y="126"/>
                      <a:pt x="10093" y="5208"/>
                      <a:pt x="9217" y="5168"/>
                    </a:cubicBezTo>
                    <a:cubicBezTo>
                      <a:pt x="8341" y="5128"/>
                      <a:pt x="8166" y="2892"/>
                      <a:pt x="9694" y="813"/>
                    </a:cubicBezTo>
                    <a:cubicBezTo>
                      <a:pt x="8081" y="1330"/>
                      <a:pt x="5127" y="2940"/>
                      <a:pt x="4200" y="4315"/>
                    </a:cubicBezTo>
                    <a:cubicBezTo>
                      <a:pt x="2475" y="6874"/>
                      <a:pt x="4362" y="12744"/>
                      <a:pt x="3757" y="12953"/>
                    </a:cubicBezTo>
                    <a:cubicBezTo>
                      <a:pt x="3151" y="13163"/>
                      <a:pt x="1114" y="10259"/>
                      <a:pt x="505" y="8944"/>
                    </a:cubicBezTo>
                    <a:cubicBezTo>
                      <a:pt x="-324" y="10961"/>
                      <a:pt x="-344" y="12982"/>
                      <a:pt x="2082" y="15667"/>
                    </a:cubicBezTo>
                    <a:cubicBezTo>
                      <a:pt x="1167" y="17429"/>
                      <a:pt x="667" y="19457"/>
                      <a:pt x="592" y="20487"/>
                    </a:cubicBezTo>
                    <a:cubicBezTo>
                      <a:pt x="557" y="21312"/>
                      <a:pt x="1675" y="21489"/>
                      <a:pt x="1877" y="210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8" name="Group 8">
              <a:extLst>
                <a:ext uri="{FF2B5EF4-FFF2-40B4-BE49-F238E27FC236}">
                  <a16:creationId xmlns:a16="http://schemas.microsoft.com/office/drawing/2014/main" id="{3E5401A7-F6B3-42D2-A69B-25B138D8C226}"/>
                </a:ext>
              </a:extLst>
            </p:cNvPr>
            <p:cNvGrpSpPr/>
            <p:nvPr/>
          </p:nvGrpSpPr>
          <p:grpSpPr>
            <a:xfrm>
              <a:off x="6900236" y="4455395"/>
              <a:ext cx="815514" cy="815539"/>
              <a:chOff x="6900236" y="4455395"/>
              <a:chExt cx="815514" cy="815539"/>
            </a:xfrm>
          </p:grpSpPr>
          <p:sp>
            <p:nvSpPr>
              <p:cNvPr id="42" name="Oval 12">
                <a:extLst>
                  <a:ext uri="{FF2B5EF4-FFF2-40B4-BE49-F238E27FC236}">
                    <a16:creationId xmlns:a16="http://schemas.microsoft.com/office/drawing/2014/main" id="{BA6D559F-C101-4F7F-9799-40FBCE444428}"/>
                  </a:ext>
                </a:extLst>
              </p:cNvPr>
              <p:cNvSpPr/>
              <p:nvPr/>
            </p:nvSpPr>
            <p:spPr>
              <a:xfrm>
                <a:off x="6900236" y="4455395"/>
                <a:ext cx="815514" cy="815539"/>
              </a:xfrm>
              <a:prstGeom prst="ellipse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Freeform: Shape 13">
                <a:extLst>
                  <a:ext uri="{FF2B5EF4-FFF2-40B4-BE49-F238E27FC236}">
                    <a16:creationId xmlns:a16="http://schemas.microsoft.com/office/drawing/2014/main" id="{F97464A3-208A-4531-BD2E-06F01A9F4926}"/>
                  </a:ext>
                </a:extLst>
              </p:cNvPr>
              <p:cNvSpPr/>
              <p:nvPr/>
            </p:nvSpPr>
            <p:spPr>
              <a:xfrm>
                <a:off x="7164609" y="4711258"/>
                <a:ext cx="286768" cy="2867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5" h="21474" extrusionOk="0">
                    <a:moveTo>
                      <a:pt x="2578" y="8409"/>
                    </a:moveTo>
                    <a:cubicBezTo>
                      <a:pt x="2578" y="5193"/>
                      <a:pt x="5174" y="2587"/>
                      <a:pt x="8376" y="2587"/>
                    </a:cubicBezTo>
                    <a:cubicBezTo>
                      <a:pt x="11580" y="2587"/>
                      <a:pt x="14435" y="5451"/>
                      <a:pt x="14435" y="8666"/>
                    </a:cubicBezTo>
                    <a:cubicBezTo>
                      <a:pt x="14435" y="11882"/>
                      <a:pt x="11838" y="14488"/>
                      <a:pt x="8635" y="14488"/>
                    </a:cubicBezTo>
                    <a:cubicBezTo>
                      <a:pt x="5431" y="14488"/>
                      <a:pt x="2578" y="11624"/>
                      <a:pt x="2578" y="8409"/>
                    </a:cubicBezTo>
                    <a:close/>
                    <a:moveTo>
                      <a:pt x="20914" y="18167"/>
                    </a:moveTo>
                    <a:lnTo>
                      <a:pt x="15797" y="13032"/>
                    </a:lnTo>
                    <a:cubicBezTo>
                      <a:pt x="16568" y="11759"/>
                      <a:pt x="17013" y="10265"/>
                      <a:pt x="17013" y="8666"/>
                    </a:cubicBezTo>
                    <a:cubicBezTo>
                      <a:pt x="17013" y="4023"/>
                      <a:pt x="13004" y="0"/>
                      <a:pt x="8376" y="0"/>
                    </a:cubicBezTo>
                    <a:cubicBezTo>
                      <a:pt x="3750" y="0"/>
                      <a:pt x="0" y="3765"/>
                      <a:pt x="0" y="8409"/>
                    </a:cubicBezTo>
                    <a:cubicBezTo>
                      <a:pt x="0" y="13052"/>
                      <a:pt x="4008" y="17075"/>
                      <a:pt x="8635" y="17075"/>
                    </a:cubicBezTo>
                    <a:cubicBezTo>
                      <a:pt x="10173" y="17075"/>
                      <a:pt x="11614" y="16657"/>
                      <a:pt x="12852" y="15931"/>
                    </a:cubicBezTo>
                    <a:lnTo>
                      <a:pt x="17996" y="21094"/>
                    </a:lnTo>
                    <a:cubicBezTo>
                      <a:pt x="18500" y="21600"/>
                      <a:pt x="19317" y="21600"/>
                      <a:pt x="19819" y="21094"/>
                    </a:cubicBezTo>
                    <a:lnTo>
                      <a:pt x="21096" y="19815"/>
                    </a:lnTo>
                    <a:cubicBezTo>
                      <a:pt x="21600" y="19309"/>
                      <a:pt x="21417" y="18672"/>
                      <a:pt x="20914" y="181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6D156A09-ED7F-464C-91F2-EB1A1FA174E7}"/>
                </a:ext>
              </a:extLst>
            </p:cNvPr>
            <p:cNvGrpSpPr/>
            <p:nvPr/>
          </p:nvGrpSpPr>
          <p:grpSpPr>
            <a:xfrm>
              <a:off x="4386768" y="4446874"/>
              <a:ext cx="815535" cy="815534"/>
              <a:chOff x="4386768" y="4446874"/>
              <a:chExt cx="815535" cy="815534"/>
            </a:xfrm>
          </p:grpSpPr>
          <p:sp>
            <p:nvSpPr>
              <p:cNvPr id="40" name="Oval 10">
                <a:extLst>
                  <a:ext uri="{FF2B5EF4-FFF2-40B4-BE49-F238E27FC236}">
                    <a16:creationId xmlns:a16="http://schemas.microsoft.com/office/drawing/2014/main" id="{C77193D2-509F-45A0-A277-CD8EFFD3EE56}"/>
                  </a:ext>
                </a:extLst>
              </p:cNvPr>
              <p:cNvSpPr/>
              <p:nvPr/>
            </p:nvSpPr>
            <p:spPr>
              <a:xfrm>
                <a:off x="4386768" y="4446874"/>
                <a:ext cx="815535" cy="815534"/>
              </a:xfrm>
              <a:prstGeom prst="ellipse">
                <a:avLst/>
              </a:prstGeom>
              <a:solidFill>
                <a:schemeClr val="accent3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Freeform: Shape 11">
                <a:extLst>
                  <a:ext uri="{FF2B5EF4-FFF2-40B4-BE49-F238E27FC236}">
                    <a16:creationId xmlns:a16="http://schemas.microsoft.com/office/drawing/2014/main" id="{A90868D2-C6EC-45D8-884A-FD50768A6775}"/>
                  </a:ext>
                </a:extLst>
              </p:cNvPr>
              <p:cNvSpPr/>
              <p:nvPr/>
            </p:nvSpPr>
            <p:spPr>
              <a:xfrm>
                <a:off x="4633067" y="4702147"/>
                <a:ext cx="330404" cy="3049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692" y="12333"/>
                    </a:moveTo>
                    <a:cubicBezTo>
                      <a:pt x="19528" y="12511"/>
                      <a:pt x="19333" y="12600"/>
                      <a:pt x="19107" y="12600"/>
                    </a:cubicBezTo>
                    <a:cubicBezTo>
                      <a:pt x="18882" y="12600"/>
                      <a:pt x="18688" y="12511"/>
                      <a:pt x="18524" y="12333"/>
                    </a:cubicBezTo>
                    <a:cubicBezTo>
                      <a:pt x="18360" y="12155"/>
                      <a:pt x="18277" y="11944"/>
                      <a:pt x="18277" y="11700"/>
                    </a:cubicBezTo>
                    <a:cubicBezTo>
                      <a:pt x="18277" y="11456"/>
                      <a:pt x="18360" y="11245"/>
                      <a:pt x="18524" y="11067"/>
                    </a:cubicBezTo>
                    <a:cubicBezTo>
                      <a:pt x="18688" y="10889"/>
                      <a:pt x="18882" y="10800"/>
                      <a:pt x="19107" y="10800"/>
                    </a:cubicBezTo>
                    <a:cubicBezTo>
                      <a:pt x="19333" y="10800"/>
                      <a:pt x="19528" y="10889"/>
                      <a:pt x="19692" y="11067"/>
                    </a:cubicBezTo>
                    <a:cubicBezTo>
                      <a:pt x="19857" y="11245"/>
                      <a:pt x="19938" y="11456"/>
                      <a:pt x="19938" y="11700"/>
                    </a:cubicBezTo>
                    <a:cubicBezTo>
                      <a:pt x="19938" y="11944"/>
                      <a:pt x="19857" y="12155"/>
                      <a:pt x="19692" y="12333"/>
                    </a:cubicBezTo>
                    <a:cubicBezTo>
                      <a:pt x="19692" y="12333"/>
                      <a:pt x="19692" y="12333"/>
                      <a:pt x="19692" y="12333"/>
                    </a:cubicBezTo>
                    <a:close/>
                    <a:moveTo>
                      <a:pt x="16616" y="10800"/>
                    </a:moveTo>
                    <a:lnTo>
                      <a:pt x="4984" y="10800"/>
                    </a:lnTo>
                    <a:lnTo>
                      <a:pt x="4984" y="1800"/>
                    </a:lnTo>
                    <a:lnTo>
                      <a:pt x="13292" y="1800"/>
                    </a:lnTo>
                    <a:lnTo>
                      <a:pt x="13292" y="4050"/>
                    </a:lnTo>
                    <a:cubicBezTo>
                      <a:pt x="13292" y="4425"/>
                      <a:pt x="13414" y="4744"/>
                      <a:pt x="13655" y="5006"/>
                    </a:cubicBezTo>
                    <a:cubicBezTo>
                      <a:pt x="13898" y="5269"/>
                      <a:pt x="14192" y="5400"/>
                      <a:pt x="14538" y="5400"/>
                    </a:cubicBezTo>
                    <a:lnTo>
                      <a:pt x="16616" y="5400"/>
                    </a:lnTo>
                    <a:cubicBezTo>
                      <a:pt x="16616" y="5400"/>
                      <a:pt x="16616" y="10800"/>
                      <a:pt x="16616" y="10800"/>
                    </a:cubicBezTo>
                    <a:close/>
                    <a:moveTo>
                      <a:pt x="16616" y="19800"/>
                    </a:moveTo>
                    <a:lnTo>
                      <a:pt x="4984" y="19800"/>
                    </a:lnTo>
                    <a:lnTo>
                      <a:pt x="4984" y="16200"/>
                    </a:lnTo>
                    <a:lnTo>
                      <a:pt x="16616" y="16200"/>
                    </a:lnTo>
                    <a:cubicBezTo>
                      <a:pt x="16616" y="16200"/>
                      <a:pt x="16616" y="19800"/>
                      <a:pt x="16616" y="19800"/>
                    </a:cubicBezTo>
                    <a:close/>
                    <a:moveTo>
                      <a:pt x="20867" y="9795"/>
                    </a:moveTo>
                    <a:cubicBezTo>
                      <a:pt x="20378" y="9265"/>
                      <a:pt x="19791" y="9000"/>
                      <a:pt x="19107" y="9000"/>
                    </a:cubicBezTo>
                    <a:lnTo>
                      <a:pt x="18277" y="9000"/>
                    </a:lnTo>
                    <a:lnTo>
                      <a:pt x="18277" y="5400"/>
                    </a:lnTo>
                    <a:cubicBezTo>
                      <a:pt x="18277" y="5025"/>
                      <a:pt x="18190" y="4613"/>
                      <a:pt x="18018" y="4163"/>
                    </a:cubicBezTo>
                    <a:cubicBezTo>
                      <a:pt x="17844" y="3712"/>
                      <a:pt x="17637" y="3356"/>
                      <a:pt x="17394" y="3094"/>
                    </a:cubicBezTo>
                    <a:lnTo>
                      <a:pt x="15421" y="957"/>
                    </a:lnTo>
                    <a:cubicBezTo>
                      <a:pt x="15179" y="694"/>
                      <a:pt x="14850" y="469"/>
                      <a:pt x="14435" y="281"/>
                    </a:cubicBezTo>
                    <a:cubicBezTo>
                      <a:pt x="14020" y="94"/>
                      <a:pt x="13638" y="0"/>
                      <a:pt x="13292" y="0"/>
                    </a:cubicBezTo>
                    <a:lnTo>
                      <a:pt x="4569" y="0"/>
                    </a:lnTo>
                    <a:cubicBezTo>
                      <a:pt x="4223" y="0"/>
                      <a:pt x="3929" y="132"/>
                      <a:pt x="3687" y="394"/>
                    </a:cubicBezTo>
                    <a:cubicBezTo>
                      <a:pt x="3444" y="656"/>
                      <a:pt x="3323" y="975"/>
                      <a:pt x="3323" y="1350"/>
                    </a:cubicBezTo>
                    <a:lnTo>
                      <a:pt x="3323" y="9000"/>
                    </a:lnTo>
                    <a:lnTo>
                      <a:pt x="2493" y="9000"/>
                    </a:lnTo>
                    <a:cubicBezTo>
                      <a:pt x="1809" y="9000"/>
                      <a:pt x="1222" y="9265"/>
                      <a:pt x="734" y="9795"/>
                    </a:cubicBezTo>
                    <a:cubicBezTo>
                      <a:pt x="244" y="10324"/>
                      <a:pt x="0" y="10960"/>
                      <a:pt x="0" y="11700"/>
                    </a:cubicBezTo>
                    <a:lnTo>
                      <a:pt x="0" y="17550"/>
                    </a:lnTo>
                    <a:cubicBezTo>
                      <a:pt x="0" y="17673"/>
                      <a:pt x="41" y="17777"/>
                      <a:pt x="124" y="17866"/>
                    </a:cubicBezTo>
                    <a:cubicBezTo>
                      <a:pt x="205" y="17956"/>
                      <a:pt x="303" y="18000"/>
                      <a:pt x="415" y="18000"/>
                    </a:cubicBezTo>
                    <a:lnTo>
                      <a:pt x="3323" y="18000"/>
                    </a:lnTo>
                    <a:lnTo>
                      <a:pt x="3323" y="20250"/>
                    </a:lnTo>
                    <a:cubicBezTo>
                      <a:pt x="3323" y="20625"/>
                      <a:pt x="3444" y="20944"/>
                      <a:pt x="3687" y="21206"/>
                    </a:cubicBezTo>
                    <a:cubicBezTo>
                      <a:pt x="3929" y="21468"/>
                      <a:pt x="4223" y="21600"/>
                      <a:pt x="4569" y="21600"/>
                    </a:cubicBezTo>
                    <a:lnTo>
                      <a:pt x="17031" y="21600"/>
                    </a:lnTo>
                    <a:cubicBezTo>
                      <a:pt x="17377" y="21600"/>
                      <a:pt x="17671" y="21468"/>
                      <a:pt x="17913" y="21206"/>
                    </a:cubicBezTo>
                    <a:cubicBezTo>
                      <a:pt x="18156" y="20943"/>
                      <a:pt x="18277" y="20625"/>
                      <a:pt x="18277" y="20250"/>
                    </a:cubicBezTo>
                    <a:lnTo>
                      <a:pt x="18277" y="18000"/>
                    </a:lnTo>
                    <a:lnTo>
                      <a:pt x="21185" y="18000"/>
                    </a:lnTo>
                    <a:cubicBezTo>
                      <a:pt x="21297" y="18000"/>
                      <a:pt x="21395" y="17956"/>
                      <a:pt x="21476" y="17866"/>
                    </a:cubicBezTo>
                    <a:cubicBezTo>
                      <a:pt x="21559" y="17777"/>
                      <a:pt x="21600" y="17673"/>
                      <a:pt x="21600" y="17550"/>
                    </a:cubicBezTo>
                    <a:lnTo>
                      <a:pt x="21600" y="11700"/>
                    </a:lnTo>
                    <a:cubicBezTo>
                      <a:pt x="21600" y="10960"/>
                      <a:pt x="21356" y="10324"/>
                      <a:pt x="20867" y="9795"/>
                    </a:cubicBezTo>
                    <a:cubicBezTo>
                      <a:pt x="20867" y="9795"/>
                      <a:pt x="20867" y="9795"/>
                      <a:pt x="20867" y="97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5" name="千图PPT彼岸天：ID 8661124库_组合 24">
            <a:extLst>
              <a:ext uri="{FF2B5EF4-FFF2-40B4-BE49-F238E27FC236}">
                <a16:creationId xmlns:a16="http://schemas.microsoft.com/office/drawing/2014/main" id="{A7706F13-8C59-48DF-B31E-1FDCCE74CCB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170814" y="1697288"/>
            <a:ext cx="2749722" cy="3463424"/>
            <a:chOff x="8170814" y="1912116"/>
            <a:chExt cx="2749722" cy="3463424"/>
          </a:xfrm>
        </p:grpSpPr>
        <p:grpSp>
          <p:nvGrpSpPr>
            <p:cNvPr id="20" name="Group 25">
              <a:extLst>
                <a:ext uri="{FF2B5EF4-FFF2-40B4-BE49-F238E27FC236}">
                  <a16:creationId xmlns:a16="http://schemas.microsoft.com/office/drawing/2014/main" id="{771368BF-6B62-44C1-BABB-F8012FAE51AB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28">
                <a:extLst>
                  <a:ext uri="{FF2B5EF4-FFF2-40B4-BE49-F238E27FC236}">
                    <a16:creationId xmlns:a16="http://schemas.microsoft.com/office/drawing/2014/main" id="{B0FF7653-1DB1-44D0-8E4F-2F69C937125E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35">
                  <a:extLst>
                    <a:ext uri="{FF2B5EF4-FFF2-40B4-BE49-F238E27FC236}">
                      <a16:creationId xmlns:a16="http://schemas.microsoft.com/office/drawing/2014/main" id="{BDC867D7-6302-4208-8707-86F4D82CE6D7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1" name="Rectangle 36">
                  <a:extLst>
                    <a:ext uri="{FF2B5EF4-FFF2-40B4-BE49-F238E27FC236}">
                      <a16:creationId xmlns:a16="http://schemas.microsoft.com/office/drawing/2014/main" id="{6A695EF4-422F-43DD-81B5-6A6900039907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4" name="Group 29">
                <a:extLst>
                  <a:ext uri="{FF2B5EF4-FFF2-40B4-BE49-F238E27FC236}">
                    <a16:creationId xmlns:a16="http://schemas.microsoft.com/office/drawing/2014/main" id="{B9C91962-F0A0-42B2-81E1-C1DD42BF61EC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33">
                  <a:extLst>
                    <a:ext uri="{FF2B5EF4-FFF2-40B4-BE49-F238E27FC236}">
                      <a16:creationId xmlns:a16="http://schemas.microsoft.com/office/drawing/2014/main" id="{E561B538-D82D-4AE5-BA96-041363A1436D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9" name="Rectangle 34">
                  <a:extLst>
                    <a:ext uri="{FF2B5EF4-FFF2-40B4-BE49-F238E27FC236}">
                      <a16:creationId xmlns:a16="http://schemas.microsoft.com/office/drawing/2014/main" id="{27652FCB-E4E3-4575-BB2E-C26E2E9F6797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Group 30">
                <a:extLst>
                  <a:ext uri="{FF2B5EF4-FFF2-40B4-BE49-F238E27FC236}">
                    <a16:creationId xmlns:a16="http://schemas.microsoft.com/office/drawing/2014/main" id="{ED6D116B-4CB5-4139-B609-9D4D1F79B933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31">
                  <a:extLst>
                    <a:ext uri="{FF2B5EF4-FFF2-40B4-BE49-F238E27FC236}">
                      <a16:creationId xmlns:a16="http://schemas.microsoft.com/office/drawing/2014/main" id="{13A9BD60-27C2-4F04-A15E-2FCF2C49698B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7" name="Rectangle 32">
                  <a:extLst>
                    <a:ext uri="{FF2B5EF4-FFF2-40B4-BE49-F238E27FC236}">
                      <a16:creationId xmlns:a16="http://schemas.microsoft.com/office/drawing/2014/main" id="{71001365-C1DB-41C3-906A-140F8B24EF6F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1" name="Straight Connector 26">
              <a:extLst>
                <a:ext uri="{FF2B5EF4-FFF2-40B4-BE49-F238E27FC236}">
                  <a16:creationId xmlns:a16="http://schemas.microsoft.com/office/drawing/2014/main" id="{C4967844-5A93-4812-AD65-64E11317FA46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7">
              <a:extLst>
                <a:ext uri="{FF2B5EF4-FFF2-40B4-BE49-F238E27FC236}">
                  <a16:creationId xmlns:a16="http://schemas.microsoft.com/office/drawing/2014/main" id="{12773087-8687-44C2-B248-55631152B474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千图PPT彼岸天：ID 8661124库_组合 37">
            <a:extLst>
              <a:ext uri="{FF2B5EF4-FFF2-40B4-BE49-F238E27FC236}">
                <a16:creationId xmlns:a16="http://schemas.microsoft.com/office/drawing/2014/main" id="{D689EC3F-13C2-4D3B-9306-08995737FA85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07468" y="1697288"/>
            <a:ext cx="2713719" cy="3463424"/>
            <a:chOff x="1307468" y="1697288"/>
            <a:chExt cx="2713719" cy="3463424"/>
          </a:xfrm>
        </p:grpSpPr>
        <p:grpSp>
          <p:nvGrpSpPr>
            <p:cNvPr id="7" name="Group 38">
              <a:extLst>
                <a:ext uri="{FF2B5EF4-FFF2-40B4-BE49-F238E27FC236}">
                  <a16:creationId xmlns:a16="http://schemas.microsoft.com/office/drawing/2014/main" id="{1C051023-031E-457A-8EB1-4B5D6A062EF1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42">
                <a:extLst>
                  <a:ext uri="{FF2B5EF4-FFF2-40B4-BE49-F238E27FC236}">
                    <a16:creationId xmlns:a16="http://schemas.microsoft.com/office/drawing/2014/main" id="{432F7D7F-A749-4063-880E-D801FFB075A0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49">
                  <a:extLst>
                    <a:ext uri="{FF2B5EF4-FFF2-40B4-BE49-F238E27FC236}">
                      <a16:creationId xmlns:a16="http://schemas.microsoft.com/office/drawing/2014/main" id="{62F76A9F-35CE-455D-8D3E-AF404C08B8EA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9" name="Rectangle 50">
                  <a:extLst>
                    <a:ext uri="{FF2B5EF4-FFF2-40B4-BE49-F238E27FC236}">
                      <a16:creationId xmlns:a16="http://schemas.microsoft.com/office/drawing/2014/main" id="{81BBAB5D-489B-4849-85E1-D6397E2699E4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2" name="Group 43">
                <a:extLst>
                  <a:ext uri="{FF2B5EF4-FFF2-40B4-BE49-F238E27FC236}">
                    <a16:creationId xmlns:a16="http://schemas.microsoft.com/office/drawing/2014/main" id="{99D910A0-9EF2-45C0-A822-A26A6CC3A157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47">
                  <a:extLst>
                    <a:ext uri="{FF2B5EF4-FFF2-40B4-BE49-F238E27FC236}">
                      <a16:creationId xmlns:a16="http://schemas.microsoft.com/office/drawing/2014/main" id="{B9E94FCE-F87D-44B4-8519-F70B39B3B415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7" name="Rectangle 48">
                  <a:extLst>
                    <a:ext uri="{FF2B5EF4-FFF2-40B4-BE49-F238E27FC236}">
                      <a16:creationId xmlns:a16="http://schemas.microsoft.com/office/drawing/2014/main" id="{B13CE382-C22D-491A-9790-E22CEF12457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Group 44">
                <a:extLst>
                  <a:ext uri="{FF2B5EF4-FFF2-40B4-BE49-F238E27FC236}">
                    <a16:creationId xmlns:a16="http://schemas.microsoft.com/office/drawing/2014/main" id="{04CBD60A-7A89-4426-93D2-D3630573E0A8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45">
                  <a:extLst>
                    <a:ext uri="{FF2B5EF4-FFF2-40B4-BE49-F238E27FC236}">
                      <a16:creationId xmlns:a16="http://schemas.microsoft.com/office/drawing/2014/main" id="{D76896F3-F9CD-4945-A103-4FEB3966D8DC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5" name="Rectangle 46">
                  <a:extLst>
                    <a:ext uri="{FF2B5EF4-FFF2-40B4-BE49-F238E27FC236}">
                      <a16:creationId xmlns:a16="http://schemas.microsoft.com/office/drawing/2014/main" id="{608F56B8-2CFC-4DF8-ABAD-C7DBB638067E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8" name="Group 39">
              <a:extLst>
                <a:ext uri="{FF2B5EF4-FFF2-40B4-BE49-F238E27FC236}">
                  <a16:creationId xmlns:a16="http://schemas.microsoft.com/office/drawing/2014/main" id="{4F2EDD41-DF11-4401-A88A-265ADF8541B7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40">
                <a:extLst>
                  <a:ext uri="{FF2B5EF4-FFF2-40B4-BE49-F238E27FC236}">
                    <a16:creationId xmlns:a16="http://schemas.microsoft.com/office/drawing/2014/main" id="{8A0004D5-B1C1-4E9A-9878-21A2C80B75C2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41">
                <a:extLst>
                  <a:ext uri="{FF2B5EF4-FFF2-40B4-BE49-F238E27FC236}">
                    <a16:creationId xmlns:a16="http://schemas.microsoft.com/office/drawing/2014/main" id="{36C7C625-CC75-4666-9276-4A1C540712E4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7585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2">
            <a:extLst>
              <a:ext uri="{FF2B5EF4-FFF2-40B4-BE49-F238E27FC236}">
                <a16:creationId xmlns:a16="http://schemas.microsoft.com/office/drawing/2014/main" id="{F65D0ABF-B55F-4AC9-BE1E-FB95F510D6B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26747" y="2020125"/>
            <a:ext cx="6644067" cy="4510930"/>
            <a:chOff x="-1072503" y="1802281"/>
            <a:chExt cx="6644067" cy="4510930"/>
          </a:xfrm>
        </p:grpSpPr>
        <p:sp>
          <p:nvSpPr>
            <p:cNvPr id="32" name="Freeform: Shape 13">
              <a:extLst>
                <a:ext uri="{FF2B5EF4-FFF2-40B4-BE49-F238E27FC236}">
                  <a16:creationId xmlns:a16="http://schemas.microsoft.com/office/drawing/2014/main" id="{3766B9DE-B873-4243-90D5-4BE1DA7E8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689" y="2896069"/>
              <a:ext cx="560388" cy="333375"/>
            </a:xfrm>
            <a:custGeom>
              <a:avLst/>
              <a:gdLst>
                <a:gd name="T0" fmla="*/ 0 w 353"/>
                <a:gd name="T1" fmla="*/ 0 h 210"/>
                <a:gd name="T2" fmla="*/ 0 w 353"/>
                <a:gd name="T3" fmla="*/ 0 h 210"/>
                <a:gd name="T4" fmla="*/ 43 w 353"/>
                <a:gd name="T5" fmla="*/ 11 h 210"/>
                <a:gd name="T6" fmla="*/ 89 w 353"/>
                <a:gd name="T7" fmla="*/ 26 h 210"/>
                <a:gd name="T8" fmla="*/ 143 w 353"/>
                <a:gd name="T9" fmla="*/ 43 h 210"/>
                <a:gd name="T10" fmla="*/ 173 w 353"/>
                <a:gd name="T11" fmla="*/ 54 h 210"/>
                <a:gd name="T12" fmla="*/ 203 w 353"/>
                <a:gd name="T13" fmla="*/ 65 h 210"/>
                <a:gd name="T14" fmla="*/ 232 w 353"/>
                <a:gd name="T15" fmla="*/ 78 h 210"/>
                <a:gd name="T16" fmla="*/ 261 w 353"/>
                <a:gd name="T17" fmla="*/ 92 h 210"/>
                <a:gd name="T18" fmla="*/ 288 w 353"/>
                <a:gd name="T19" fmla="*/ 106 h 210"/>
                <a:gd name="T20" fmla="*/ 312 w 353"/>
                <a:gd name="T21" fmla="*/ 122 h 210"/>
                <a:gd name="T22" fmla="*/ 335 w 353"/>
                <a:gd name="T23" fmla="*/ 138 h 210"/>
                <a:gd name="T24" fmla="*/ 353 w 353"/>
                <a:gd name="T25" fmla="*/ 155 h 210"/>
                <a:gd name="T26" fmla="*/ 353 w 353"/>
                <a:gd name="T27" fmla="*/ 155 h 210"/>
                <a:gd name="T28" fmla="*/ 343 w 353"/>
                <a:gd name="T29" fmla="*/ 167 h 210"/>
                <a:gd name="T30" fmla="*/ 332 w 353"/>
                <a:gd name="T31" fmla="*/ 179 h 210"/>
                <a:gd name="T32" fmla="*/ 318 w 353"/>
                <a:gd name="T33" fmla="*/ 191 h 210"/>
                <a:gd name="T34" fmla="*/ 310 w 353"/>
                <a:gd name="T35" fmla="*/ 197 h 210"/>
                <a:gd name="T36" fmla="*/ 302 w 353"/>
                <a:gd name="T37" fmla="*/ 201 h 210"/>
                <a:gd name="T38" fmla="*/ 292 w 353"/>
                <a:gd name="T39" fmla="*/ 206 h 210"/>
                <a:gd name="T40" fmla="*/ 284 w 353"/>
                <a:gd name="T41" fmla="*/ 208 h 210"/>
                <a:gd name="T42" fmla="*/ 274 w 353"/>
                <a:gd name="T43" fmla="*/ 210 h 210"/>
                <a:gd name="T44" fmla="*/ 264 w 353"/>
                <a:gd name="T45" fmla="*/ 210 h 210"/>
                <a:gd name="T46" fmla="*/ 252 w 353"/>
                <a:gd name="T47" fmla="*/ 207 h 210"/>
                <a:gd name="T48" fmla="*/ 242 w 353"/>
                <a:gd name="T49" fmla="*/ 201 h 210"/>
                <a:gd name="T50" fmla="*/ 242 w 353"/>
                <a:gd name="T51" fmla="*/ 201 h 210"/>
                <a:gd name="T52" fmla="*/ 181 w 353"/>
                <a:gd name="T53" fmla="*/ 160 h 210"/>
                <a:gd name="T54" fmla="*/ 142 w 353"/>
                <a:gd name="T55" fmla="*/ 133 h 210"/>
                <a:gd name="T56" fmla="*/ 101 w 353"/>
                <a:gd name="T57" fmla="*/ 102 h 210"/>
                <a:gd name="T58" fmla="*/ 62 w 353"/>
                <a:gd name="T59" fmla="*/ 72 h 210"/>
                <a:gd name="T60" fmla="*/ 45 w 353"/>
                <a:gd name="T61" fmla="*/ 58 h 210"/>
                <a:gd name="T62" fmla="*/ 30 w 353"/>
                <a:gd name="T63" fmla="*/ 44 h 210"/>
                <a:gd name="T64" fmla="*/ 18 w 353"/>
                <a:gd name="T65" fmla="*/ 31 h 210"/>
                <a:gd name="T66" fmla="*/ 8 w 353"/>
                <a:gd name="T67" fmla="*/ 18 h 210"/>
                <a:gd name="T68" fmla="*/ 3 w 353"/>
                <a:gd name="T69" fmla="*/ 9 h 210"/>
                <a:gd name="T70" fmla="*/ 1 w 353"/>
                <a:gd name="T71" fmla="*/ 4 h 210"/>
                <a:gd name="T72" fmla="*/ 0 w 353"/>
                <a:gd name="T7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53" h="210">
                  <a:moveTo>
                    <a:pt x="0" y="0"/>
                  </a:moveTo>
                  <a:lnTo>
                    <a:pt x="0" y="0"/>
                  </a:lnTo>
                  <a:lnTo>
                    <a:pt x="43" y="11"/>
                  </a:lnTo>
                  <a:lnTo>
                    <a:pt x="89" y="26"/>
                  </a:lnTo>
                  <a:lnTo>
                    <a:pt x="143" y="43"/>
                  </a:lnTo>
                  <a:lnTo>
                    <a:pt x="173" y="54"/>
                  </a:lnTo>
                  <a:lnTo>
                    <a:pt x="203" y="65"/>
                  </a:lnTo>
                  <a:lnTo>
                    <a:pt x="232" y="78"/>
                  </a:lnTo>
                  <a:lnTo>
                    <a:pt x="261" y="92"/>
                  </a:lnTo>
                  <a:lnTo>
                    <a:pt x="288" y="106"/>
                  </a:lnTo>
                  <a:lnTo>
                    <a:pt x="312" y="122"/>
                  </a:lnTo>
                  <a:lnTo>
                    <a:pt x="335" y="13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43" y="167"/>
                  </a:lnTo>
                  <a:lnTo>
                    <a:pt x="332" y="179"/>
                  </a:lnTo>
                  <a:lnTo>
                    <a:pt x="318" y="191"/>
                  </a:lnTo>
                  <a:lnTo>
                    <a:pt x="310" y="197"/>
                  </a:lnTo>
                  <a:lnTo>
                    <a:pt x="302" y="201"/>
                  </a:lnTo>
                  <a:lnTo>
                    <a:pt x="292" y="206"/>
                  </a:lnTo>
                  <a:lnTo>
                    <a:pt x="284" y="208"/>
                  </a:lnTo>
                  <a:lnTo>
                    <a:pt x="274" y="210"/>
                  </a:lnTo>
                  <a:lnTo>
                    <a:pt x="264" y="210"/>
                  </a:lnTo>
                  <a:lnTo>
                    <a:pt x="252" y="207"/>
                  </a:lnTo>
                  <a:lnTo>
                    <a:pt x="242" y="201"/>
                  </a:lnTo>
                  <a:lnTo>
                    <a:pt x="242" y="201"/>
                  </a:lnTo>
                  <a:lnTo>
                    <a:pt x="181" y="160"/>
                  </a:lnTo>
                  <a:lnTo>
                    <a:pt x="142" y="133"/>
                  </a:lnTo>
                  <a:lnTo>
                    <a:pt x="101" y="102"/>
                  </a:lnTo>
                  <a:lnTo>
                    <a:pt x="62" y="72"/>
                  </a:lnTo>
                  <a:lnTo>
                    <a:pt x="45" y="58"/>
                  </a:lnTo>
                  <a:lnTo>
                    <a:pt x="30" y="44"/>
                  </a:lnTo>
                  <a:lnTo>
                    <a:pt x="18" y="31"/>
                  </a:lnTo>
                  <a:lnTo>
                    <a:pt x="8" y="18"/>
                  </a:lnTo>
                  <a:lnTo>
                    <a:pt x="3" y="9"/>
                  </a:lnTo>
                  <a:lnTo>
                    <a:pt x="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3167B224-E112-4A42-B116-93963C1C2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689" y="2896069"/>
              <a:ext cx="560388" cy="333375"/>
            </a:xfrm>
            <a:custGeom>
              <a:avLst/>
              <a:gdLst>
                <a:gd name="T0" fmla="*/ 0 w 353"/>
                <a:gd name="T1" fmla="*/ 0 h 210"/>
                <a:gd name="T2" fmla="*/ 0 w 353"/>
                <a:gd name="T3" fmla="*/ 0 h 210"/>
                <a:gd name="T4" fmla="*/ 43 w 353"/>
                <a:gd name="T5" fmla="*/ 11 h 210"/>
                <a:gd name="T6" fmla="*/ 89 w 353"/>
                <a:gd name="T7" fmla="*/ 26 h 210"/>
                <a:gd name="T8" fmla="*/ 143 w 353"/>
                <a:gd name="T9" fmla="*/ 43 h 210"/>
                <a:gd name="T10" fmla="*/ 173 w 353"/>
                <a:gd name="T11" fmla="*/ 54 h 210"/>
                <a:gd name="T12" fmla="*/ 203 w 353"/>
                <a:gd name="T13" fmla="*/ 65 h 210"/>
                <a:gd name="T14" fmla="*/ 232 w 353"/>
                <a:gd name="T15" fmla="*/ 78 h 210"/>
                <a:gd name="T16" fmla="*/ 261 w 353"/>
                <a:gd name="T17" fmla="*/ 92 h 210"/>
                <a:gd name="T18" fmla="*/ 288 w 353"/>
                <a:gd name="T19" fmla="*/ 106 h 210"/>
                <a:gd name="T20" fmla="*/ 312 w 353"/>
                <a:gd name="T21" fmla="*/ 122 h 210"/>
                <a:gd name="T22" fmla="*/ 335 w 353"/>
                <a:gd name="T23" fmla="*/ 138 h 210"/>
                <a:gd name="T24" fmla="*/ 353 w 353"/>
                <a:gd name="T25" fmla="*/ 155 h 210"/>
                <a:gd name="T26" fmla="*/ 353 w 353"/>
                <a:gd name="T27" fmla="*/ 155 h 210"/>
                <a:gd name="T28" fmla="*/ 343 w 353"/>
                <a:gd name="T29" fmla="*/ 167 h 210"/>
                <a:gd name="T30" fmla="*/ 332 w 353"/>
                <a:gd name="T31" fmla="*/ 179 h 210"/>
                <a:gd name="T32" fmla="*/ 318 w 353"/>
                <a:gd name="T33" fmla="*/ 191 h 210"/>
                <a:gd name="T34" fmla="*/ 310 w 353"/>
                <a:gd name="T35" fmla="*/ 197 h 210"/>
                <a:gd name="T36" fmla="*/ 302 w 353"/>
                <a:gd name="T37" fmla="*/ 201 h 210"/>
                <a:gd name="T38" fmla="*/ 292 w 353"/>
                <a:gd name="T39" fmla="*/ 206 h 210"/>
                <a:gd name="T40" fmla="*/ 284 w 353"/>
                <a:gd name="T41" fmla="*/ 208 h 210"/>
                <a:gd name="T42" fmla="*/ 274 w 353"/>
                <a:gd name="T43" fmla="*/ 210 h 210"/>
                <a:gd name="T44" fmla="*/ 264 w 353"/>
                <a:gd name="T45" fmla="*/ 210 h 210"/>
                <a:gd name="T46" fmla="*/ 252 w 353"/>
                <a:gd name="T47" fmla="*/ 207 h 210"/>
                <a:gd name="T48" fmla="*/ 242 w 353"/>
                <a:gd name="T49" fmla="*/ 201 h 210"/>
                <a:gd name="T50" fmla="*/ 242 w 353"/>
                <a:gd name="T51" fmla="*/ 201 h 210"/>
                <a:gd name="T52" fmla="*/ 181 w 353"/>
                <a:gd name="T53" fmla="*/ 160 h 210"/>
                <a:gd name="T54" fmla="*/ 142 w 353"/>
                <a:gd name="T55" fmla="*/ 133 h 210"/>
                <a:gd name="T56" fmla="*/ 101 w 353"/>
                <a:gd name="T57" fmla="*/ 102 h 210"/>
                <a:gd name="T58" fmla="*/ 62 w 353"/>
                <a:gd name="T59" fmla="*/ 72 h 210"/>
                <a:gd name="T60" fmla="*/ 45 w 353"/>
                <a:gd name="T61" fmla="*/ 58 h 210"/>
                <a:gd name="T62" fmla="*/ 30 w 353"/>
                <a:gd name="T63" fmla="*/ 44 h 210"/>
                <a:gd name="T64" fmla="*/ 18 w 353"/>
                <a:gd name="T65" fmla="*/ 31 h 210"/>
                <a:gd name="T66" fmla="*/ 8 w 353"/>
                <a:gd name="T67" fmla="*/ 18 h 210"/>
                <a:gd name="T68" fmla="*/ 3 w 353"/>
                <a:gd name="T69" fmla="*/ 9 h 210"/>
                <a:gd name="T70" fmla="*/ 1 w 353"/>
                <a:gd name="T71" fmla="*/ 4 h 210"/>
                <a:gd name="T72" fmla="*/ 0 w 353"/>
                <a:gd name="T7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53" h="210">
                  <a:moveTo>
                    <a:pt x="0" y="0"/>
                  </a:moveTo>
                  <a:lnTo>
                    <a:pt x="0" y="0"/>
                  </a:lnTo>
                  <a:lnTo>
                    <a:pt x="43" y="11"/>
                  </a:lnTo>
                  <a:lnTo>
                    <a:pt x="89" y="26"/>
                  </a:lnTo>
                  <a:lnTo>
                    <a:pt x="143" y="43"/>
                  </a:lnTo>
                  <a:lnTo>
                    <a:pt x="173" y="54"/>
                  </a:lnTo>
                  <a:lnTo>
                    <a:pt x="203" y="65"/>
                  </a:lnTo>
                  <a:lnTo>
                    <a:pt x="232" y="78"/>
                  </a:lnTo>
                  <a:lnTo>
                    <a:pt x="261" y="92"/>
                  </a:lnTo>
                  <a:lnTo>
                    <a:pt x="288" y="106"/>
                  </a:lnTo>
                  <a:lnTo>
                    <a:pt x="312" y="122"/>
                  </a:lnTo>
                  <a:lnTo>
                    <a:pt x="335" y="13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43" y="167"/>
                  </a:lnTo>
                  <a:lnTo>
                    <a:pt x="332" y="179"/>
                  </a:lnTo>
                  <a:lnTo>
                    <a:pt x="318" y="191"/>
                  </a:lnTo>
                  <a:lnTo>
                    <a:pt x="310" y="197"/>
                  </a:lnTo>
                  <a:lnTo>
                    <a:pt x="302" y="201"/>
                  </a:lnTo>
                  <a:lnTo>
                    <a:pt x="292" y="206"/>
                  </a:lnTo>
                  <a:lnTo>
                    <a:pt x="284" y="208"/>
                  </a:lnTo>
                  <a:lnTo>
                    <a:pt x="274" y="210"/>
                  </a:lnTo>
                  <a:lnTo>
                    <a:pt x="264" y="210"/>
                  </a:lnTo>
                  <a:lnTo>
                    <a:pt x="252" y="207"/>
                  </a:lnTo>
                  <a:lnTo>
                    <a:pt x="242" y="201"/>
                  </a:lnTo>
                  <a:lnTo>
                    <a:pt x="242" y="201"/>
                  </a:lnTo>
                  <a:lnTo>
                    <a:pt x="181" y="160"/>
                  </a:lnTo>
                  <a:lnTo>
                    <a:pt x="142" y="133"/>
                  </a:lnTo>
                  <a:lnTo>
                    <a:pt x="101" y="102"/>
                  </a:lnTo>
                  <a:lnTo>
                    <a:pt x="62" y="72"/>
                  </a:lnTo>
                  <a:lnTo>
                    <a:pt x="45" y="58"/>
                  </a:lnTo>
                  <a:lnTo>
                    <a:pt x="30" y="44"/>
                  </a:lnTo>
                  <a:lnTo>
                    <a:pt x="18" y="31"/>
                  </a:lnTo>
                  <a:lnTo>
                    <a:pt x="8" y="18"/>
                  </a:lnTo>
                  <a:lnTo>
                    <a:pt x="3" y="9"/>
                  </a:lnTo>
                  <a:lnTo>
                    <a:pt x="1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5CA740F1-5D2C-4942-AFF4-0B612BB70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664" y="2596031"/>
              <a:ext cx="406400" cy="365125"/>
            </a:xfrm>
            <a:custGeom>
              <a:avLst/>
              <a:gdLst>
                <a:gd name="T0" fmla="*/ 0 w 256"/>
                <a:gd name="T1" fmla="*/ 193 h 230"/>
                <a:gd name="T2" fmla="*/ 0 w 256"/>
                <a:gd name="T3" fmla="*/ 193 h 230"/>
                <a:gd name="T4" fmla="*/ 1 w 256"/>
                <a:gd name="T5" fmla="*/ 179 h 230"/>
                <a:gd name="T6" fmla="*/ 8 w 256"/>
                <a:gd name="T7" fmla="*/ 147 h 230"/>
                <a:gd name="T8" fmla="*/ 13 w 256"/>
                <a:gd name="T9" fmla="*/ 127 h 230"/>
                <a:gd name="T10" fmla="*/ 20 w 256"/>
                <a:gd name="T11" fmla="*/ 107 h 230"/>
                <a:gd name="T12" fmla="*/ 28 w 256"/>
                <a:gd name="T13" fmla="*/ 90 h 230"/>
                <a:gd name="T14" fmla="*/ 32 w 256"/>
                <a:gd name="T15" fmla="*/ 83 h 230"/>
                <a:gd name="T16" fmla="*/ 38 w 256"/>
                <a:gd name="T17" fmla="*/ 76 h 230"/>
                <a:gd name="T18" fmla="*/ 38 w 256"/>
                <a:gd name="T19" fmla="*/ 76 h 230"/>
                <a:gd name="T20" fmla="*/ 52 w 256"/>
                <a:gd name="T21" fmla="*/ 63 h 230"/>
                <a:gd name="T22" fmla="*/ 69 w 256"/>
                <a:gd name="T23" fmla="*/ 50 h 230"/>
                <a:gd name="T24" fmla="*/ 89 w 256"/>
                <a:gd name="T25" fmla="*/ 37 h 230"/>
                <a:gd name="T26" fmla="*/ 110 w 256"/>
                <a:gd name="T27" fmla="*/ 26 h 230"/>
                <a:gd name="T28" fmla="*/ 146 w 256"/>
                <a:gd name="T29" fmla="*/ 8 h 230"/>
                <a:gd name="T30" fmla="*/ 161 w 256"/>
                <a:gd name="T31" fmla="*/ 0 h 230"/>
                <a:gd name="T32" fmla="*/ 161 w 256"/>
                <a:gd name="T33" fmla="*/ 0 h 230"/>
                <a:gd name="T34" fmla="*/ 201 w 256"/>
                <a:gd name="T35" fmla="*/ 59 h 230"/>
                <a:gd name="T36" fmla="*/ 234 w 256"/>
                <a:gd name="T37" fmla="*/ 107 h 230"/>
                <a:gd name="T38" fmla="*/ 246 w 256"/>
                <a:gd name="T39" fmla="*/ 128 h 230"/>
                <a:gd name="T40" fmla="*/ 256 w 256"/>
                <a:gd name="T41" fmla="*/ 147 h 230"/>
                <a:gd name="T42" fmla="*/ 256 w 256"/>
                <a:gd name="T43" fmla="*/ 147 h 230"/>
                <a:gd name="T44" fmla="*/ 239 w 256"/>
                <a:gd name="T45" fmla="*/ 158 h 230"/>
                <a:gd name="T46" fmla="*/ 197 w 256"/>
                <a:gd name="T47" fmla="*/ 186 h 230"/>
                <a:gd name="T48" fmla="*/ 171 w 256"/>
                <a:gd name="T49" fmla="*/ 200 h 230"/>
                <a:gd name="T50" fmla="*/ 144 w 256"/>
                <a:gd name="T51" fmla="*/ 215 h 230"/>
                <a:gd name="T52" fmla="*/ 119 w 256"/>
                <a:gd name="T53" fmla="*/ 224 h 230"/>
                <a:gd name="T54" fmla="*/ 108 w 256"/>
                <a:gd name="T55" fmla="*/ 227 h 230"/>
                <a:gd name="T56" fmla="*/ 98 w 256"/>
                <a:gd name="T57" fmla="*/ 230 h 230"/>
                <a:gd name="T58" fmla="*/ 98 w 256"/>
                <a:gd name="T59" fmla="*/ 230 h 230"/>
                <a:gd name="T60" fmla="*/ 88 w 256"/>
                <a:gd name="T61" fmla="*/ 230 h 230"/>
                <a:gd name="T62" fmla="*/ 78 w 256"/>
                <a:gd name="T63" fmla="*/ 230 h 230"/>
                <a:gd name="T64" fmla="*/ 61 w 256"/>
                <a:gd name="T65" fmla="*/ 227 h 230"/>
                <a:gd name="T66" fmla="*/ 44 w 256"/>
                <a:gd name="T67" fmla="*/ 222 h 230"/>
                <a:gd name="T68" fmla="*/ 28 w 256"/>
                <a:gd name="T69" fmla="*/ 213 h 230"/>
                <a:gd name="T70" fmla="*/ 17 w 256"/>
                <a:gd name="T71" fmla="*/ 206 h 230"/>
                <a:gd name="T72" fmla="*/ 7 w 256"/>
                <a:gd name="T73" fmla="*/ 199 h 230"/>
                <a:gd name="T74" fmla="*/ 0 w 256"/>
                <a:gd name="T75" fmla="*/ 193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6" h="230">
                  <a:moveTo>
                    <a:pt x="0" y="193"/>
                  </a:moveTo>
                  <a:lnTo>
                    <a:pt x="0" y="193"/>
                  </a:lnTo>
                  <a:lnTo>
                    <a:pt x="1" y="179"/>
                  </a:lnTo>
                  <a:lnTo>
                    <a:pt x="8" y="147"/>
                  </a:lnTo>
                  <a:lnTo>
                    <a:pt x="13" y="127"/>
                  </a:lnTo>
                  <a:lnTo>
                    <a:pt x="20" y="107"/>
                  </a:lnTo>
                  <a:lnTo>
                    <a:pt x="28" y="90"/>
                  </a:lnTo>
                  <a:lnTo>
                    <a:pt x="32" y="83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52" y="63"/>
                  </a:lnTo>
                  <a:lnTo>
                    <a:pt x="69" y="50"/>
                  </a:lnTo>
                  <a:lnTo>
                    <a:pt x="89" y="37"/>
                  </a:lnTo>
                  <a:lnTo>
                    <a:pt x="110" y="26"/>
                  </a:lnTo>
                  <a:lnTo>
                    <a:pt x="146" y="8"/>
                  </a:lnTo>
                  <a:lnTo>
                    <a:pt x="161" y="0"/>
                  </a:lnTo>
                  <a:lnTo>
                    <a:pt x="161" y="0"/>
                  </a:lnTo>
                  <a:lnTo>
                    <a:pt x="201" y="59"/>
                  </a:lnTo>
                  <a:lnTo>
                    <a:pt x="234" y="107"/>
                  </a:lnTo>
                  <a:lnTo>
                    <a:pt x="246" y="128"/>
                  </a:lnTo>
                  <a:lnTo>
                    <a:pt x="256" y="147"/>
                  </a:lnTo>
                  <a:lnTo>
                    <a:pt x="256" y="147"/>
                  </a:lnTo>
                  <a:lnTo>
                    <a:pt x="239" y="158"/>
                  </a:lnTo>
                  <a:lnTo>
                    <a:pt x="197" y="186"/>
                  </a:lnTo>
                  <a:lnTo>
                    <a:pt x="171" y="200"/>
                  </a:lnTo>
                  <a:lnTo>
                    <a:pt x="144" y="215"/>
                  </a:lnTo>
                  <a:lnTo>
                    <a:pt x="119" y="224"/>
                  </a:lnTo>
                  <a:lnTo>
                    <a:pt x="108" y="227"/>
                  </a:lnTo>
                  <a:lnTo>
                    <a:pt x="98" y="230"/>
                  </a:lnTo>
                  <a:lnTo>
                    <a:pt x="98" y="230"/>
                  </a:lnTo>
                  <a:lnTo>
                    <a:pt x="88" y="230"/>
                  </a:lnTo>
                  <a:lnTo>
                    <a:pt x="78" y="230"/>
                  </a:lnTo>
                  <a:lnTo>
                    <a:pt x="61" y="227"/>
                  </a:lnTo>
                  <a:lnTo>
                    <a:pt x="44" y="222"/>
                  </a:lnTo>
                  <a:lnTo>
                    <a:pt x="28" y="213"/>
                  </a:lnTo>
                  <a:lnTo>
                    <a:pt x="17" y="206"/>
                  </a:lnTo>
                  <a:lnTo>
                    <a:pt x="7" y="199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79CB12A-5E6F-49EC-8CFA-AC78B6362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664" y="2596031"/>
              <a:ext cx="406400" cy="365125"/>
            </a:xfrm>
            <a:custGeom>
              <a:avLst/>
              <a:gdLst>
                <a:gd name="T0" fmla="*/ 0 w 256"/>
                <a:gd name="T1" fmla="*/ 193 h 230"/>
                <a:gd name="T2" fmla="*/ 0 w 256"/>
                <a:gd name="T3" fmla="*/ 193 h 230"/>
                <a:gd name="T4" fmla="*/ 1 w 256"/>
                <a:gd name="T5" fmla="*/ 179 h 230"/>
                <a:gd name="T6" fmla="*/ 8 w 256"/>
                <a:gd name="T7" fmla="*/ 147 h 230"/>
                <a:gd name="T8" fmla="*/ 13 w 256"/>
                <a:gd name="T9" fmla="*/ 127 h 230"/>
                <a:gd name="T10" fmla="*/ 20 w 256"/>
                <a:gd name="T11" fmla="*/ 107 h 230"/>
                <a:gd name="T12" fmla="*/ 28 w 256"/>
                <a:gd name="T13" fmla="*/ 90 h 230"/>
                <a:gd name="T14" fmla="*/ 32 w 256"/>
                <a:gd name="T15" fmla="*/ 83 h 230"/>
                <a:gd name="T16" fmla="*/ 38 w 256"/>
                <a:gd name="T17" fmla="*/ 76 h 230"/>
                <a:gd name="T18" fmla="*/ 38 w 256"/>
                <a:gd name="T19" fmla="*/ 76 h 230"/>
                <a:gd name="T20" fmla="*/ 52 w 256"/>
                <a:gd name="T21" fmla="*/ 63 h 230"/>
                <a:gd name="T22" fmla="*/ 69 w 256"/>
                <a:gd name="T23" fmla="*/ 50 h 230"/>
                <a:gd name="T24" fmla="*/ 89 w 256"/>
                <a:gd name="T25" fmla="*/ 37 h 230"/>
                <a:gd name="T26" fmla="*/ 110 w 256"/>
                <a:gd name="T27" fmla="*/ 26 h 230"/>
                <a:gd name="T28" fmla="*/ 146 w 256"/>
                <a:gd name="T29" fmla="*/ 8 h 230"/>
                <a:gd name="T30" fmla="*/ 161 w 256"/>
                <a:gd name="T31" fmla="*/ 0 h 230"/>
                <a:gd name="T32" fmla="*/ 161 w 256"/>
                <a:gd name="T33" fmla="*/ 0 h 230"/>
                <a:gd name="T34" fmla="*/ 201 w 256"/>
                <a:gd name="T35" fmla="*/ 59 h 230"/>
                <a:gd name="T36" fmla="*/ 234 w 256"/>
                <a:gd name="T37" fmla="*/ 107 h 230"/>
                <a:gd name="T38" fmla="*/ 246 w 256"/>
                <a:gd name="T39" fmla="*/ 128 h 230"/>
                <a:gd name="T40" fmla="*/ 256 w 256"/>
                <a:gd name="T41" fmla="*/ 147 h 230"/>
                <a:gd name="T42" fmla="*/ 256 w 256"/>
                <a:gd name="T43" fmla="*/ 147 h 230"/>
                <a:gd name="T44" fmla="*/ 239 w 256"/>
                <a:gd name="T45" fmla="*/ 158 h 230"/>
                <a:gd name="T46" fmla="*/ 197 w 256"/>
                <a:gd name="T47" fmla="*/ 186 h 230"/>
                <a:gd name="T48" fmla="*/ 171 w 256"/>
                <a:gd name="T49" fmla="*/ 200 h 230"/>
                <a:gd name="T50" fmla="*/ 144 w 256"/>
                <a:gd name="T51" fmla="*/ 215 h 230"/>
                <a:gd name="T52" fmla="*/ 119 w 256"/>
                <a:gd name="T53" fmla="*/ 224 h 230"/>
                <a:gd name="T54" fmla="*/ 108 w 256"/>
                <a:gd name="T55" fmla="*/ 227 h 230"/>
                <a:gd name="T56" fmla="*/ 98 w 256"/>
                <a:gd name="T57" fmla="*/ 230 h 230"/>
                <a:gd name="T58" fmla="*/ 98 w 256"/>
                <a:gd name="T59" fmla="*/ 230 h 230"/>
                <a:gd name="T60" fmla="*/ 88 w 256"/>
                <a:gd name="T61" fmla="*/ 230 h 230"/>
                <a:gd name="T62" fmla="*/ 78 w 256"/>
                <a:gd name="T63" fmla="*/ 230 h 230"/>
                <a:gd name="T64" fmla="*/ 61 w 256"/>
                <a:gd name="T65" fmla="*/ 227 h 230"/>
                <a:gd name="T66" fmla="*/ 44 w 256"/>
                <a:gd name="T67" fmla="*/ 222 h 230"/>
                <a:gd name="T68" fmla="*/ 28 w 256"/>
                <a:gd name="T69" fmla="*/ 213 h 230"/>
                <a:gd name="T70" fmla="*/ 17 w 256"/>
                <a:gd name="T71" fmla="*/ 206 h 230"/>
                <a:gd name="T72" fmla="*/ 7 w 256"/>
                <a:gd name="T73" fmla="*/ 199 h 230"/>
                <a:gd name="T74" fmla="*/ 0 w 256"/>
                <a:gd name="T75" fmla="*/ 193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6" h="230">
                  <a:moveTo>
                    <a:pt x="0" y="193"/>
                  </a:moveTo>
                  <a:lnTo>
                    <a:pt x="0" y="193"/>
                  </a:lnTo>
                  <a:lnTo>
                    <a:pt x="1" y="179"/>
                  </a:lnTo>
                  <a:lnTo>
                    <a:pt x="8" y="147"/>
                  </a:lnTo>
                  <a:lnTo>
                    <a:pt x="13" y="127"/>
                  </a:lnTo>
                  <a:lnTo>
                    <a:pt x="20" y="107"/>
                  </a:lnTo>
                  <a:lnTo>
                    <a:pt x="28" y="90"/>
                  </a:lnTo>
                  <a:lnTo>
                    <a:pt x="32" y="83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52" y="63"/>
                  </a:lnTo>
                  <a:lnTo>
                    <a:pt x="69" y="50"/>
                  </a:lnTo>
                  <a:lnTo>
                    <a:pt x="89" y="37"/>
                  </a:lnTo>
                  <a:lnTo>
                    <a:pt x="110" y="26"/>
                  </a:lnTo>
                  <a:lnTo>
                    <a:pt x="146" y="8"/>
                  </a:lnTo>
                  <a:lnTo>
                    <a:pt x="161" y="0"/>
                  </a:lnTo>
                  <a:lnTo>
                    <a:pt x="161" y="0"/>
                  </a:lnTo>
                  <a:lnTo>
                    <a:pt x="201" y="59"/>
                  </a:lnTo>
                  <a:lnTo>
                    <a:pt x="234" y="107"/>
                  </a:lnTo>
                  <a:lnTo>
                    <a:pt x="246" y="128"/>
                  </a:lnTo>
                  <a:lnTo>
                    <a:pt x="256" y="147"/>
                  </a:lnTo>
                  <a:lnTo>
                    <a:pt x="256" y="147"/>
                  </a:lnTo>
                  <a:lnTo>
                    <a:pt x="239" y="158"/>
                  </a:lnTo>
                  <a:lnTo>
                    <a:pt x="197" y="186"/>
                  </a:lnTo>
                  <a:lnTo>
                    <a:pt x="171" y="200"/>
                  </a:lnTo>
                  <a:lnTo>
                    <a:pt x="144" y="215"/>
                  </a:lnTo>
                  <a:lnTo>
                    <a:pt x="119" y="224"/>
                  </a:lnTo>
                  <a:lnTo>
                    <a:pt x="108" y="227"/>
                  </a:lnTo>
                  <a:lnTo>
                    <a:pt x="98" y="230"/>
                  </a:lnTo>
                  <a:lnTo>
                    <a:pt x="98" y="230"/>
                  </a:lnTo>
                  <a:lnTo>
                    <a:pt x="88" y="230"/>
                  </a:lnTo>
                  <a:lnTo>
                    <a:pt x="78" y="230"/>
                  </a:lnTo>
                  <a:lnTo>
                    <a:pt x="61" y="227"/>
                  </a:lnTo>
                  <a:lnTo>
                    <a:pt x="44" y="222"/>
                  </a:lnTo>
                  <a:lnTo>
                    <a:pt x="28" y="213"/>
                  </a:lnTo>
                  <a:lnTo>
                    <a:pt x="17" y="206"/>
                  </a:lnTo>
                  <a:lnTo>
                    <a:pt x="7" y="199"/>
                  </a:lnTo>
                  <a:lnTo>
                    <a:pt x="0" y="1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Freeform: Shape 17">
              <a:extLst>
                <a:ext uri="{FF2B5EF4-FFF2-40B4-BE49-F238E27FC236}">
                  <a16:creationId xmlns:a16="http://schemas.microsoft.com/office/drawing/2014/main" id="{372A7193-EC74-4ED2-AB54-9C4354356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464" y="2621431"/>
              <a:ext cx="300038" cy="268288"/>
            </a:xfrm>
            <a:custGeom>
              <a:avLst/>
              <a:gdLst>
                <a:gd name="T0" fmla="*/ 0 w 189"/>
                <a:gd name="T1" fmla="*/ 142 h 169"/>
                <a:gd name="T2" fmla="*/ 0 w 189"/>
                <a:gd name="T3" fmla="*/ 142 h 169"/>
                <a:gd name="T4" fmla="*/ 2 w 189"/>
                <a:gd name="T5" fmla="*/ 131 h 169"/>
                <a:gd name="T6" fmla="*/ 6 w 189"/>
                <a:gd name="T7" fmla="*/ 106 h 169"/>
                <a:gd name="T8" fmla="*/ 10 w 189"/>
                <a:gd name="T9" fmla="*/ 92 h 169"/>
                <a:gd name="T10" fmla="*/ 16 w 189"/>
                <a:gd name="T11" fmla="*/ 78 h 169"/>
                <a:gd name="T12" fmla="*/ 22 w 189"/>
                <a:gd name="T13" fmla="*/ 65 h 169"/>
                <a:gd name="T14" fmla="*/ 29 w 189"/>
                <a:gd name="T15" fmla="*/ 55 h 169"/>
                <a:gd name="T16" fmla="*/ 29 w 189"/>
                <a:gd name="T17" fmla="*/ 55 h 169"/>
                <a:gd name="T18" fmla="*/ 39 w 189"/>
                <a:gd name="T19" fmla="*/ 45 h 169"/>
                <a:gd name="T20" fmla="*/ 51 w 189"/>
                <a:gd name="T21" fmla="*/ 37 h 169"/>
                <a:gd name="T22" fmla="*/ 67 w 189"/>
                <a:gd name="T23" fmla="*/ 27 h 169"/>
                <a:gd name="T24" fmla="*/ 81 w 189"/>
                <a:gd name="T25" fmla="*/ 19 h 169"/>
                <a:gd name="T26" fmla="*/ 108 w 189"/>
                <a:gd name="T27" fmla="*/ 6 h 169"/>
                <a:gd name="T28" fmla="*/ 118 w 189"/>
                <a:gd name="T29" fmla="*/ 0 h 169"/>
                <a:gd name="T30" fmla="*/ 118 w 189"/>
                <a:gd name="T31" fmla="*/ 0 h 169"/>
                <a:gd name="T32" fmla="*/ 148 w 189"/>
                <a:gd name="T33" fmla="*/ 43 h 169"/>
                <a:gd name="T34" fmla="*/ 172 w 189"/>
                <a:gd name="T35" fmla="*/ 78 h 169"/>
                <a:gd name="T36" fmla="*/ 189 w 189"/>
                <a:gd name="T37" fmla="*/ 106 h 169"/>
                <a:gd name="T38" fmla="*/ 189 w 189"/>
                <a:gd name="T39" fmla="*/ 106 h 169"/>
                <a:gd name="T40" fmla="*/ 176 w 189"/>
                <a:gd name="T41" fmla="*/ 116 h 169"/>
                <a:gd name="T42" fmla="*/ 145 w 189"/>
                <a:gd name="T43" fmla="*/ 136 h 169"/>
                <a:gd name="T44" fmla="*/ 125 w 189"/>
                <a:gd name="T45" fmla="*/ 148 h 169"/>
                <a:gd name="T46" fmla="*/ 107 w 189"/>
                <a:gd name="T47" fmla="*/ 157 h 169"/>
                <a:gd name="T48" fmla="*/ 88 w 189"/>
                <a:gd name="T49" fmla="*/ 165 h 169"/>
                <a:gd name="T50" fmla="*/ 80 w 189"/>
                <a:gd name="T51" fmla="*/ 167 h 169"/>
                <a:gd name="T52" fmla="*/ 73 w 189"/>
                <a:gd name="T53" fmla="*/ 169 h 169"/>
                <a:gd name="T54" fmla="*/ 73 w 189"/>
                <a:gd name="T55" fmla="*/ 169 h 169"/>
                <a:gd name="T56" fmla="*/ 59 w 189"/>
                <a:gd name="T57" fmla="*/ 169 h 169"/>
                <a:gd name="T58" fmla="*/ 44 w 189"/>
                <a:gd name="T59" fmla="*/ 166 h 169"/>
                <a:gd name="T60" fmla="*/ 33 w 189"/>
                <a:gd name="T61" fmla="*/ 162 h 169"/>
                <a:gd name="T62" fmla="*/ 22 w 189"/>
                <a:gd name="T63" fmla="*/ 156 h 169"/>
                <a:gd name="T64" fmla="*/ 6 w 189"/>
                <a:gd name="T65" fmla="*/ 146 h 169"/>
                <a:gd name="T66" fmla="*/ 0 w 189"/>
                <a:gd name="T67" fmla="*/ 142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9" h="169">
                  <a:moveTo>
                    <a:pt x="0" y="142"/>
                  </a:moveTo>
                  <a:lnTo>
                    <a:pt x="0" y="142"/>
                  </a:lnTo>
                  <a:lnTo>
                    <a:pt x="2" y="131"/>
                  </a:lnTo>
                  <a:lnTo>
                    <a:pt x="6" y="106"/>
                  </a:lnTo>
                  <a:lnTo>
                    <a:pt x="10" y="92"/>
                  </a:lnTo>
                  <a:lnTo>
                    <a:pt x="16" y="78"/>
                  </a:lnTo>
                  <a:lnTo>
                    <a:pt x="22" y="65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9" y="45"/>
                  </a:lnTo>
                  <a:lnTo>
                    <a:pt x="51" y="37"/>
                  </a:lnTo>
                  <a:lnTo>
                    <a:pt x="67" y="27"/>
                  </a:lnTo>
                  <a:lnTo>
                    <a:pt x="81" y="19"/>
                  </a:lnTo>
                  <a:lnTo>
                    <a:pt x="108" y="6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48" y="43"/>
                  </a:lnTo>
                  <a:lnTo>
                    <a:pt x="172" y="78"/>
                  </a:lnTo>
                  <a:lnTo>
                    <a:pt x="189" y="106"/>
                  </a:lnTo>
                  <a:lnTo>
                    <a:pt x="189" y="106"/>
                  </a:lnTo>
                  <a:lnTo>
                    <a:pt x="176" y="116"/>
                  </a:lnTo>
                  <a:lnTo>
                    <a:pt x="145" y="136"/>
                  </a:lnTo>
                  <a:lnTo>
                    <a:pt x="125" y="148"/>
                  </a:lnTo>
                  <a:lnTo>
                    <a:pt x="107" y="157"/>
                  </a:lnTo>
                  <a:lnTo>
                    <a:pt x="88" y="165"/>
                  </a:lnTo>
                  <a:lnTo>
                    <a:pt x="80" y="167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59" y="169"/>
                  </a:lnTo>
                  <a:lnTo>
                    <a:pt x="44" y="166"/>
                  </a:lnTo>
                  <a:lnTo>
                    <a:pt x="33" y="162"/>
                  </a:lnTo>
                  <a:lnTo>
                    <a:pt x="22" y="156"/>
                  </a:lnTo>
                  <a:lnTo>
                    <a:pt x="6" y="146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Freeform: Shape 18">
              <a:extLst>
                <a:ext uri="{FF2B5EF4-FFF2-40B4-BE49-F238E27FC236}">
                  <a16:creationId xmlns:a16="http://schemas.microsoft.com/office/drawing/2014/main" id="{0751E9DE-E6E1-4DF8-8392-3C551C156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464" y="2621431"/>
              <a:ext cx="300038" cy="268288"/>
            </a:xfrm>
            <a:custGeom>
              <a:avLst/>
              <a:gdLst>
                <a:gd name="T0" fmla="*/ 0 w 189"/>
                <a:gd name="T1" fmla="*/ 142 h 169"/>
                <a:gd name="T2" fmla="*/ 0 w 189"/>
                <a:gd name="T3" fmla="*/ 142 h 169"/>
                <a:gd name="T4" fmla="*/ 2 w 189"/>
                <a:gd name="T5" fmla="*/ 131 h 169"/>
                <a:gd name="T6" fmla="*/ 6 w 189"/>
                <a:gd name="T7" fmla="*/ 106 h 169"/>
                <a:gd name="T8" fmla="*/ 10 w 189"/>
                <a:gd name="T9" fmla="*/ 92 h 169"/>
                <a:gd name="T10" fmla="*/ 16 w 189"/>
                <a:gd name="T11" fmla="*/ 78 h 169"/>
                <a:gd name="T12" fmla="*/ 22 w 189"/>
                <a:gd name="T13" fmla="*/ 65 h 169"/>
                <a:gd name="T14" fmla="*/ 29 w 189"/>
                <a:gd name="T15" fmla="*/ 55 h 169"/>
                <a:gd name="T16" fmla="*/ 29 w 189"/>
                <a:gd name="T17" fmla="*/ 55 h 169"/>
                <a:gd name="T18" fmla="*/ 39 w 189"/>
                <a:gd name="T19" fmla="*/ 45 h 169"/>
                <a:gd name="T20" fmla="*/ 51 w 189"/>
                <a:gd name="T21" fmla="*/ 37 h 169"/>
                <a:gd name="T22" fmla="*/ 67 w 189"/>
                <a:gd name="T23" fmla="*/ 27 h 169"/>
                <a:gd name="T24" fmla="*/ 81 w 189"/>
                <a:gd name="T25" fmla="*/ 19 h 169"/>
                <a:gd name="T26" fmla="*/ 108 w 189"/>
                <a:gd name="T27" fmla="*/ 6 h 169"/>
                <a:gd name="T28" fmla="*/ 118 w 189"/>
                <a:gd name="T29" fmla="*/ 0 h 169"/>
                <a:gd name="T30" fmla="*/ 118 w 189"/>
                <a:gd name="T31" fmla="*/ 0 h 169"/>
                <a:gd name="T32" fmla="*/ 148 w 189"/>
                <a:gd name="T33" fmla="*/ 43 h 169"/>
                <a:gd name="T34" fmla="*/ 172 w 189"/>
                <a:gd name="T35" fmla="*/ 78 h 169"/>
                <a:gd name="T36" fmla="*/ 189 w 189"/>
                <a:gd name="T37" fmla="*/ 106 h 169"/>
                <a:gd name="T38" fmla="*/ 189 w 189"/>
                <a:gd name="T39" fmla="*/ 106 h 169"/>
                <a:gd name="T40" fmla="*/ 176 w 189"/>
                <a:gd name="T41" fmla="*/ 116 h 169"/>
                <a:gd name="T42" fmla="*/ 145 w 189"/>
                <a:gd name="T43" fmla="*/ 136 h 169"/>
                <a:gd name="T44" fmla="*/ 125 w 189"/>
                <a:gd name="T45" fmla="*/ 148 h 169"/>
                <a:gd name="T46" fmla="*/ 107 w 189"/>
                <a:gd name="T47" fmla="*/ 157 h 169"/>
                <a:gd name="T48" fmla="*/ 88 w 189"/>
                <a:gd name="T49" fmla="*/ 165 h 169"/>
                <a:gd name="T50" fmla="*/ 80 w 189"/>
                <a:gd name="T51" fmla="*/ 167 h 169"/>
                <a:gd name="T52" fmla="*/ 73 w 189"/>
                <a:gd name="T53" fmla="*/ 169 h 169"/>
                <a:gd name="T54" fmla="*/ 73 w 189"/>
                <a:gd name="T55" fmla="*/ 169 h 169"/>
                <a:gd name="T56" fmla="*/ 59 w 189"/>
                <a:gd name="T57" fmla="*/ 169 h 169"/>
                <a:gd name="T58" fmla="*/ 44 w 189"/>
                <a:gd name="T59" fmla="*/ 166 h 169"/>
                <a:gd name="T60" fmla="*/ 33 w 189"/>
                <a:gd name="T61" fmla="*/ 162 h 169"/>
                <a:gd name="T62" fmla="*/ 22 w 189"/>
                <a:gd name="T63" fmla="*/ 156 h 169"/>
                <a:gd name="T64" fmla="*/ 6 w 189"/>
                <a:gd name="T65" fmla="*/ 146 h 169"/>
                <a:gd name="T66" fmla="*/ 0 w 189"/>
                <a:gd name="T67" fmla="*/ 142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9" h="169">
                  <a:moveTo>
                    <a:pt x="0" y="142"/>
                  </a:moveTo>
                  <a:lnTo>
                    <a:pt x="0" y="142"/>
                  </a:lnTo>
                  <a:lnTo>
                    <a:pt x="2" y="131"/>
                  </a:lnTo>
                  <a:lnTo>
                    <a:pt x="6" y="106"/>
                  </a:lnTo>
                  <a:lnTo>
                    <a:pt x="10" y="92"/>
                  </a:lnTo>
                  <a:lnTo>
                    <a:pt x="16" y="78"/>
                  </a:lnTo>
                  <a:lnTo>
                    <a:pt x="22" y="65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9" y="45"/>
                  </a:lnTo>
                  <a:lnTo>
                    <a:pt x="51" y="37"/>
                  </a:lnTo>
                  <a:lnTo>
                    <a:pt x="67" y="27"/>
                  </a:lnTo>
                  <a:lnTo>
                    <a:pt x="81" y="19"/>
                  </a:lnTo>
                  <a:lnTo>
                    <a:pt x="108" y="6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48" y="43"/>
                  </a:lnTo>
                  <a:lnTo>
                    <a:pt x="172" y="78"/>
                  </a:lnTo>
                  <a:lnTo>
                    <a:pt x="189" y="106"/>
                  </a:lnTo>
                  <a:lnTo>
                    <a:pt x="189" y="106"/>
                  </a:lnTo>
                  <a:lnTo>
                    <a:pt x="176" y="116"/>
                  </a:lnTo>
                  <a:lnTo>
                    <a:pt x="145" y="136"/>
                  </a:lnTo>
                  <a:lnTo>
                    <a:pt x="125" y="148"/>
                  </a:lnTo>
                  <a:lnTo>
                    <a:pt x="107" y="157"/>
                  </a:lnTo>
                  <a:lnTo>
                    <a:pt x="88" y="165"/>
                  </a:lnTo>
                  <a:lnTo>
                    <a:pt x="80" y="167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59" y="169"/>
                  </a:lnTo>
                  <a:lnTo>
                    <a:pt x="44" y="166"/>
                  </a:lnTo>
                  <a:lnTo>
                    <a:pt x="33" y="162"/>
                  </a:lnTo>
                  <a:lnTo>
                    <a:pt x="22" y="156"/>
                  </a:lnTo>
                  <a:lnTo>
                    <a:pt x="6" y="146"/>
                  </a:lnTo>
                  <a:lnTo>
                    <a:pt x="0" y="1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Freeform: Shape 19">
              <a:extLst>
                <a:ext uri="{FF2B5EF4-FFF2-40B4-BE49-F238E27FC236}">
                  <a16:creationId xmlns:a16="http://schemas.microsoft.com/office/drawing/2014/main" id="{330FB2E5-202F-481C-8483-2F0A51CC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114" y="2638894"/>
              <a:ext cx="169863" cy="231775"/>
            </a:xfrm>
            <a:custGeom>
              <a:avLst/>
              <a:gdLst>
                <a:gd name="T0" fmla="*/ 0 w 107"/>
                <a:gd name="T1" fmla="*/ 0 h 146"/>
                <a:gd name="T2" fmla="*/ 0 w 107"/>
                <a:gd name="T3" fmla="*/ 0 h 146"/>
                <a:gd name="T4" fmla="*/ 12 w 107"/>
                <a:gd name="T5" fmla="*/ 19 h 146"/>
                <a:gd name="T6" fmla="*/ 41 w 107"/>
                <a:gd name="T7" fmla="*/ 63 h 146"/>
                <a:gd name="T8" fmla="*/ 76 w 107"/>
                <a:gd name="T9" fmla="*/ 111 h 146"/>
                <a:gd name="T10" fmla="*/ 93 w 107"/>
                <a:gd name="T11" fmla="*/ 132 h 146"/>
                <a:gd name="T12" fmla="*/ 107 w 107"/>
                <a:gd name="T13" fmla="*/ 146 h 146"/>
                <a:gd name="T14" fmla="*/ 107 w 107"/>
                <a:gd name="T15" fmla="*/ 146 h 146"/>
                <a:gd name="T16" fmla="*/ 93 w 107"/>
                <a:gd name="T17" fmla="*/ 134 h 146"/>
                <a:gd name="T18" fmla="*/ 78 w 107"/>
                <a:gd name="T19" fmla="*/ 120 h 146"/>
                <a:gd name="T20" fmla="*/ 61 w 107"/>
                <a:gd name="T21" fmla="*/ 101 h 146"/>
                <a:gd name="T22" fmla="*/ 42 w 107"/>
                <a:gd name="T23" fmla="*/ 78 h 146"/>
                <a:gd name="T24" fmla="*/ 24 w 107"/>
                <a:gd name="T25" fmla="*/ 53 h 146"/>
                <a:gd name="T26" fmla="*/ 17 w 107"/>
                <a:gd name="T27" fmla="*/ 40 h 146"/>
                <a:gd name="T28" fmla="*/ 9 w 107"/>
                <a:gd name="T29" fmla="*/ 27 h 146"/>
                <a:gd name="T30" fmla="*/ 4 w 107"/>
                <a:gd name="T31" fmla="*/ 15 h 146"/>
                <a:gd name="T32" fmla="*/ 0 w 107"/>
                <a:gd name="T3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146">
                  <a:moveTo>
                    <a:pt x="0" y="0"/>
                  </a:moveTo>
                  <a:lnTo>
                    <a:pt x="0" y="0"/>
                  </a:lnTo>
                  <a:lnTo>
                    <a:pt x="12" y="19"/>
                  </a:lnTo>
                  <a:lnTo>
                    <a:pt x="41" y="63"/>
                  </a:lnTo>
                  <a:lnTo>
                    <a:pt x="76" y="111"/>
                  </a:lnTo>
                  <a:lnTo>
                    <a:pt x="93" y="132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93" y="134"/>
                  </a:lnTo>
                  <a:lnTo>
                    <a:pt x="78" y="120"/>
                  </a:lnTo>
                  <a:lnTo>
                    <a:pt x="61" y="101"/>
                  </a:lnTo>
                  <a:lnTo>
                    <a:pt x="42" y="78"/>
                  </a:lnTo>
                  <a:lnTo>
                    <a:pt x="24" y="53"/>
                  </a:lnTo>
                  <a:lnTo>
                    <a:pt x="17" y="40"/>
                  </a:lnTo>
                  <a:lnTo>
                    <a:pt x="9" y="27"/>
                  </a:lnTo>
                  <a:lnTo>
                    <a:pt x="4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Freeform: Shape 20">
              <a:extLst>
                <a:ext uri="{FF2B5EF4-FFF2-40B4-BE49-F238E27FC236}">
                  <a16:creationId xmlns:a16="http://schemas.microsoft.com/office/drawing/2014/main" id="{F94AF7EA-1B4D-4427-9B36-CCC093718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114" y="2638894"/>
              <a:ext cx="169863" cy="231775"/>
            </a:xfrm>
            <a:custGeom>
              <a:avLst/>
              <a:gdLst>
                <a:gd name="T0" fmla="*/ 0 w 107"/>
                <a:gd name="T1" fmla="*/ 0 h 146"/>
                <a:gd name="T2" fmla="*/ 0 w 107"/>
                <a:gd name="T3" fmla="*/ 0 h 146"/>
                <a:gd name="T4" fmla="*/ 12 w 107"/>
                <a:gd name="T5" fmla="*/ 19 h 146"/>
                <a:gd name="T6" fmla="*/ 41 w 107"/>
                <a:gd name="T7" fmla="*/ 63 h 146"/>
                <a:gd name="T8" fmla="*/ 76 w 107"/>
                <a:gd name="T9" fmla="*/ 111 h 146"/>
                <a:gd name="T10" fmla="*/ 93 w 107"/>
                <a:gd name="T11" fmla="*/ 132 h 146"/>
                <a:gd name="T12" fmla="*/ 107 w 107"/>
                <a:gd name="T13" fmla="*/ 146 h 146"/>
                <a:gd name="T14" fmla="*/ 107 w 107"/>
                <a:gd name="T15" fmla="*/ 146 h 146"/>
                <a:gd name="T16" fmla="*/ 93 w 107"/>
                <a:gd name="T17" fmla="*/ 134 h 146"/>
                <a:gd name="T18" fmla="*/ 78 w 107"/>
                <a:gd name="T19" fmla="*/ 120 h 146"/>
                <a:gd name="T20" fmla="*/ 61 w 107"/>
                <a:gd name="T21" fmla="*/ 101 h 146"/>
                <a:gd name="T22" fmla="*/ 42 w 107"/>
                <a:gd name="T23" fmla="*/ 78 h 146"/>
                <a:gd name="T24" fmla="*/ 24 w 107"/>
                <a:gd name="T25" fmla="*/ 53 h 146"/>
                <a:gd name="T26" fmla="*/ 17 w 107"/>
                <a:gd name="T27" fmla="*/ 40 h 146"/>
                <a:gd name="T28" fmla="*/ 9 w 107"/>
                <a:gd name="T29" fmla="*/ 27 h 146"/>
                <a:gd name="T30" fmla="*/ 4 w 107"/>
                <a:gd name="T31" fmla="*/ 15 h 146"/>
                <a:gd name="T32" fmla="*/ 0 w 107"/>
                <a:gd name="T3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146">
                  <a:moveTo>
                    <a:pt x="0" y="0"/>
                  </a:moveTo>
                  <a:lnTo>
                    <a:pt x="0" y="0"/>
                  </a:lnTo>
                  <a:lnTo>
                    <a:pt x="12" y="19"/>
                  </a:lnTo>
                  <a:lnTo>
                    <a:pt x="41" y="63"/>
                  </a:lnTo>
                  <a:lnTo>
                    <a:pt x="76" y="111"/>
                  </a:lnTo>
                  <a:lnTo>
                    <a:pt x="93" y="132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93" y="134"/>
                  </a:lnTo>
                  <a:lnTo>
                    <a:pt x="78" y="120"/>
                  </a:lnTo>
                  <a:lnTo>
                    <a:pt x="61" y="101"/>
                  </a:lnTo>
                  <a:lnTo>
                    <a:pt x="42" y="78"/>
                  </a:lnTo>
                  <a:lnTo>
                    <a:pt x="24" y="53"/>
                  </a:lnTo>
                  <a:lnTo>
                    <a:pt x="17" y="40"/>
                  </a:lnTo>
                  <a:lnTo>
                    <a:pt x="9" y="27"/>
                  </a:lnTo>
                  <a:lnTo>
                    <a:pt x="4" y="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21">
              <a:extLst>
                <a:ext uri="{FF2B5EF4-FFF2-40B4-BE49-F238E27FC236}">
                  <a16:creationId xmlns:a16="http://schemas.microsoft.com/office/drawing/2014/main" id="{78CEA421-B21D-47B5-AB9A-367D8F5C2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889" y="4142256"/>
              <a:ext cx="798513" cy="801688"/>
            </a:xfrm>
            <a:custGeom>
              <a:avLst/>
              <a:gdLst>
                <a:gd name="T0" fmla="*/ 503 w 503"/>
                <a:gd name="T1" fmla="*/ 271 h 505"/>
                <a:gd name="T2" fmla="*/ 495 w 503"/>
                <a:gd name="T3" fmla="*/ 322 h 505"/>
                <a:gd name="T4" fmla="*/ 476 w 503"/>
                <a:gd name="T5" fmla="*/ 368 h 505"/>
                <a:gd name="T6" fmla="*/ 449 w 503"/>
                <a:gd name="T7" fmla="*/ 409 h 505"/>
                <a:gd name="T8" fmla="*/ 417 w 503"/>
                <a:gd name="T9" fmla="*/ 444 h 505"/>
                <a:gd name="T10" fmla="*/ 377 w 503"/>
                <a:gd name="T11" fmla="*/ 471 h 505"/>
                <a:gd name="T12" fmla="*/ 333 w 503"/>
                <a:gd name="T13" fmla="*/ 491 h 505"/>
                <a:gd name="T14" fmla="*/ 285 w 503"/>
                <a:gd name="T15" fmla="*/ 502 h 505"/>
                <a:gd name="T16" fmla="*/ 234 w 503"/>
                <a:gd name="T17" fmla="*/ 504 h 505"/>
                <a:gd name="T18" fmla="*/ 208 w 503"/>
                <a:gd name="T19" fmla="*/ 501 h 505"/>
                <a:gd name="T20" fmla="*/ 159 w 503"/>
                <a:gd name="T21" fmla="*/ 487 h 505"/>
                <a:gd name="T22" fmla="*/ 116 w 503"/>
                <a:gd name="T23" fmla="*/ 464 h 505"/>
                <a:gd name="T24" fmla="*/ 78 w 503"/>
                <a:gd name="T25" fmla="*/ 434 h 505"/>
                <a:gd name="T26" fmla="*/ 47 w 503"/>
                <a:gd name="T27" fmla="*/ 397 h 505"/>
                <a:gd name="T28" fmla="*/ 23 w 503"/>
                <a:gd name="T29" fmla="*/ 356 h 505"/>
                <a:gd name="T30" fmla="*/ 7 w 503"/>
                <a:gd name="T31" fmla="*/ 310 h 505"/>
                <a:gd name="T32" fmla="*/ 0 w 503"/>
                <a:gd name="T33" fmla="*/ 260 h 505"/>
                <a:gd name="T34" fmla="*/ 1 w 503"/>
                <a:gd name="T35" fmla="*/ 234 h 505"/>
                <a:gd name="T36" fmla="*/ 10 w 503"/>
                <a:gd name="T37" fmla="*/ 183 h 505"/>
                <a:gd name="T38" fmla="*/ 28 w 503"/>
                <a:gd name="T39" fmla="*/ 138 h 505"/>
                <a:gd name="T40" fmla="*/ 54 w 503"/>
                <a:gd name="T41" fmla="*/ 97 h 505"/>
                <a:gd name="T42" fmla="*/ 88 w 503"/>
                <a:gd name="T43" fmla="*/ 61 h 505"/>
                <a:gd name="T44" fmla="*/ 128 w 503"/>
                <a:gd name="T45" fmla="*/ 35 h 505"/>
                <a:gd name="T46" fmla="*/ 172 w 503"/>
                <a:gd name="T47" fmla="*/ 15 h 505"/>
                <a:gd name="T48" fmla="*/ 220 w 503"/>
                <a:gd name="T49" fmla="*/ 3 h 505"/>
                <a:gd name="T50" fmla="*/ 271 w 503"/>
                <a:gd name="T51" fmla="*/ 2 h 505"/>
                <a:gd name="T52" fmla="*/ 296 w 503"/>
                <a:gd name="T53" fmla="*/ 5 h 505"/>
                <a:gd name="T54" fmla="*/ 345 w 503"/>
                <a:gd name="T55" fmla="*/ 19 h 505"/>
                <a:gd name="T56" fmla="*/ 388 w 503"/>
                <a:gd name="T57" fmla="*/ 40 h 505"/>
                <a:gd name="T58" fmla="*/ 427 w 503"/>
                <a:gd name="T59" fmla="*/ 71 h 505"/>
                <a:gd name="T60" fmla="*/ 458 w 503"/>
                <a:gd name="T61" fmla="*/ 107 h 505"/>
                <a:gd name="T62" fmla="*/ 482 w 503"/>
                <a:gd name="T63" fmla="*/ 149 h 505"/>
                <a:gd name="T64" fmla="*/ 498 w 503"/>
                <a:gd name="T65" fmla="*/ 196 h 505"/>
                <a:gd name="T66" fmla="*/ 503 w 503"/>
                <a:gd name="T67" fmla="*/ 246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3" h="505">
                  <a:moveTo>
                    <a:pt x="503" y="271"/>
                  </a:moveTo>
                  <a:lnTo>
                    <a:pt x="503" y="271"/>
                  </a:lnTo>
                  <a:lnTo>
                    <a:pt x="500" y="297"/>
                  </a:lnTo>
                  <a:lnTo>
                    <a:pt x="495" y="322"/>
                  </a:lnTo>
                  <a:lnTo>
                    <a:pt x="486" y="345"/>
                  </a:lnTo>
                  <a:lnTo>
                    <a:pt x="476" y="368"/>
                  </a:lnTo>
                  <a:lnTo>
                    <a:pt x="464" y="389"/>
                  </a:lnTo>
                  <a:lnTo>
                    <a:pt x="449" y="409"/>
                  </a:lnTo>
                  <a:lnTo>
                    <a:pt x="434" y="427"/>
                  </a:lnTo>
                  <a:lnTo>
                    <a:pt x="417" y="444"/>
                  </a:lnTo>
                  <a:lnTo>
                    <a:pt x="397" y="458"/>
                  </a:lnTo>
                  <a:lnTo>
                    <a:pt x="377" y="471"/>
                  </a:lnTo>
                  <a:lnTo>
                    <a:pt x="356" y="483"/>
                  </a:lnTo>
                  <a:lnTo>
                    <a:pt x="333" y="491"/>
                  </a:lnTo>
                  <a:lnTo>
                    <a:pt x="309" y="498"/>
                  </a:lnTo>
                  <a:lnTo>
                    <a:pt x="285" y="502"/>
                  </a:lnTo>
                  <a:lnTo>
                    <a:pt x="259" y="505"/>
                  </a:lnTo>
                  <a:lnTo>
                    <a:pt x="234" y="504"/>
                  </a:lnTo>
                  <a:lnTo>
                    <a:pt x="234" y="504"/>
                  </a:lnTo>
                  <a:lnTo>
                    <a:pt x="208" y="501"/>
                  </a:lnTo>
                  <a:lnTo>
                    <a:pt x="183" y="495"/>
                  </a:lnTo>
                  <a:lnTo>
                    <a:pt x="159" y="487"/>
                  </a:lnTo>
                  <a:lnTo>
                    <a:pt x="138" y="477"/>
                  </a:lnTo>
                  <a:lnTo>
                    <a:pt x="116" y="464"/>
                  </a:lnTo>
                  <a:lnTo>
                    <a:pt x="96" y="450"/>
                  </a:lnTo>
                  <a:lnTo>
                    <a:pt x="78" y="434"/>
                  </a:lnTo>
                  <a:lnTo>
                    <a:pt x="61" y="417"/>
                  </a:lnTo>
                  <a:lnTo>
                    <a:pt x="47" y="397"/>
                  </a:lnTo>
                  <a:lnTo>
                    <a:pt x="34" y="378"/>
                  </a:lnTo>
                  <a:lnTo>
                    <a:pt x="23" y="356"/>
                  </a:lnTo>
                  <a:lnTo>
                    <a:pt x="13" y="334"/>
                  </a:lnTo>
                  <a:lnTo>
                    <a:pt x="7" y="310"/>
                  </a:lnTo>
                  <a:lnTo>
                    <a:pt x="3" y="285"/>
                  </a:lnTo>
                  <a:lnTo>
                    <a:pt x="0" y="260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4" y="209"/>
                  </a:lnTo>
                  <a:lnTo>
                    <a:pt x="10" y="183"/>
                  </a:lnTo>
                  <a:lnTo>
                    <a:pt x="18" y="161"/>
                  </a:lnTo>
                  <a:lnTo>
                    <a:pt x="28" y="138"/>
                  </a:lnTo>
                  <a:lnTo>
                    <a:pt x="40" y="117"/>
                  </a:lnTo>
                  <a:lnTo>
                    <a:pt x="54" y="97"/>
                  </a:lnTo>
                  <a:lnTo>
                    <a:pt x="71" y="78"/>
                  </a:lnTo>
                  <a:lnTo>
                    <a:pt x="88" y="61"/>
                  </a:lnTo>
                  <a:lnTo>
                    <a:pt x="106" y="47"/>
                  </a:lnTo>
                  <a:lnTo>
                    <a:pt x="128" y="35"/>
                  </a:lnTo>
                  <a:lnTo>
                    <a:pt x="149" y="23"/>
                  </a:lnTo>
                  <a:lnTo>
                    <a:pt x="172" y="15"/>
                  </a:lnTo>
                  <a:lnTo>
                    <a:pt x="196" y="8"/>
                  </a:lnTo>
                  <a:lnTo>
                    <a:pt x="220" y="3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71" y="2"/>
                  </a:lnTo>
                  <a:lnTo>
                    <a:pt x="296" y="5"/>
                  </a:lnTo>
                  <a:lnTo>
                    <a:pt x="322" y="10"/>
                  </a:lnTo>
                  <a:lnTo>
                    <a:pt x="345" y="19"/>
                  </a:lnTo>
                  <a:lnTo>
                    <a:pt x="367" y="29"/>
                  </a:lnTo>
                  <a:lnTo>
                    <a:pt x="388" y="40"/>
                  </a:lnTo>
                  <a:lnTo>
                    <a:pt x="408" y="54"/>
                  </a:lnTo>
                  <a:lnTo>
                    <a:pt x="427" y="71"/>
                  </a:lnTo>
                  <a:lnTo>
                    <a:pt x="442" y="88"/>
                  </a:lnTo>
                  <a:lnTo>
                    <a:pt x="458" y="107"/>
                  </a:lnTo>
                  <a:lnTo>
                    <a:pt x="471" y="128"/>
                  </a:lnTo>
                  <a:lnTo>
                    <a:pt x="482" y="149"/>
                  </a:lnTo>
                  <a:lnTo>
                    <a:pt x="491" y="172"/>
                  </a:lnTo>
                  <a:lnTo>
                    <a:pt x="498" y="196"/>
                  </a:lnTo>
                  <a:lnTo>
                    <a:pt x="502" y="220"/>
                  </a:lnTo>
                  <a:lnTo>
                    <a:pt x="503" y="246"/>
                  </a:lnTo>
                  <a:lnTo>
                    <a:pt x="503" y="27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22">
              <a:extLst>
                <a:ext uri="{FF2B5EF4-FFF2-40B4-BE49-F238E27FC236}">
                  <a16:creationId xmlns:a16="http://schemas.microsoft.com/office/drawing/2014/main" id="{A740D3A6-73D8-4926-97F3-E7DD7AC6E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889" y="4142256"/>
              <a:ext cx="798513" cy="801688"/>
            </a:xfrm>
            <a:custGeom>
              <a:avLst/>
              <a:gdLst>
                <a:gd name="T0" fmla="*/ 503 w 503"/>
                <a:gd name="T1" fmla="*/ 271 h 505"/>
                <a:gd name="T2" fmla="*/ 495 w 503"/>
                <a:gd name="T3" fmla="*/ 322 h 505"/>
                <a:gd name="T4" fmla="*/ 476 w 503"/>
                <a:gd name="T5" fmla="*/ 368 h 505"/>
                <a:gd name="T6" fmla="*/ 449 w 503"/>
                <a:gd name="T7" fmla="*/ 409 h 505"/>
                <a:gd name="T8" fmla="*/ 417 w 503"/>
                <a:gd name="T9" fmla="*/ 444 h 505"/>
                <a:gd name="T10" fmla="*/ 377 w 503"/>
                <a:gd name="T11" fmla="*/ 471 h 505"/>
                <a:gd name="T12" fmla="*/ 333 w 503"/>
                <a:gd name="T13" fmla="*/ 491 h 505"/>
                <a:gd name="T14" fmla="*/ 285 w 503"/>
                <a:gd name="T15" fmla="*/ 502 h 505"/>
                <a:gd name="T16" fmla="*/ 234 w 503"/>
                <a:gd name="T17" fmla="*/ 504 h 505"/>
                <a:gd name="T18" fmla="*/ 208 w 503"/>
                <a:gd name="T19" fmla="*/ 501 h 505"/>
                <a:gd name="T20" fmla="*/ 159 w 503"/>
                <a:gd name="T21" fmla="*/ 487 h 505"/>
                <a:gd name="T22" fmla="*/ 116 w 503"/>
                <a:gd name="T23" fmla="*/ 464 h 505"/>
                <a:gd name="T24" fmla="*/ 78 w 503"/>
                <a:gd name="T25" fmla="*/ 434 h 505"/>
                <a:gd name="T26" fmla="*/ 47 w 503"/>
                <a:gd name="T27" fmla="*/ 397 h 505"/>
                <a:gd name="T28" fmla="*/ 23 w 503"/>
                <a:gd name="T29" fmla="*/ 356 h 505"/>
                <a:gd name="T30" fmla="*/ 7 w 503"/>
                <a:gd name="T31" fmla="*/ 310 h 505"/>
                <a:gd name="T32" fmla="*/ 0 w 503"/>
                <a:gd name="T33" fmla="*/ 260 h 505"/>
                <a:gd name="T34" fmla="*/ 1 w 503"/>
                <a:gd name="T35" fmla="*/ 234 h 505"/>
                <a:gd name="T36" fmla="*/ 10 w 503"/>
                <a:gd name="T37" fmla="*/ 183 h 505"/>
                <a:gd name="T38" fmla="*/ 28 w 503"/>
                <a:gd name="T39" fmla="*/ 138 h 505"/>
                <a:gd name="T40" fmla="*/ 54 w 503"/>
                <a:gd name="T41" fmla="*/ 97 h 505"/>
                <a:gd name="T42" fmla="*/ 88 w 503"/>
                <a:gd name="T43" fmla="*/ 61 h 505"/>
                <a:gd name="T44" fmla="*/ 128 w 503"/>
                <a:gd name="T45" fmla="*/ 35 h 505"/>
                <a:gd name="T46" fmla="*/ 172 w 503"/>
                <a:gd name="T47" fmla="*/ 15 h 505"/>
                <a:gd name="T48" fmla="*/ 220 w 503"/>
                <a:gd name="T49" fmla="*/ 3 h 505"/>
                <a:gd name="T50" fmla="*/ 271 w 503"/>
                <a:gd name="T51" fmla="*/ 2 h 505"/>
                <a:gd name="T52" fmla="*/ 296 w 503"/>
                <a:gd name="T53" fmla="*/ 5 h 505"/>
                <a:gd name="T54" fmla="*/ 345 w 503"/>
                <a:gd name="T55" fmla="*/ 19 h 505"/>
                <a:gd name="T56" fmla="*/ 388 w 503"/>
                <a:gd name="T57" fmla="*/ 40 h 505"/>
                <a:gd name="T58" fmla="*/ 427 w 503"/>
                <a:gd name="T59" fmla="*/ 71 h 505"/>
                <a:gd name="T60" fmla="*/ 458 w 503"/>
                <a:gd name="T61" fmla="*/ 107 h 505"/>
                <a:gd name="T62" fmla="*/ 482 w 503"/>
                <a:gd name="T63" fmla="*/ 149 h 505"/>
                <a:gd name="T64" fmla="*/ 498 w 503"/>
                <a:gd name="T65" fmla="*/ 196 h 505"/>
                <a:gd name="T66" fmla="*/ 503 w 503"/>
                <a:gd name="T67" fmla="*/ 246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3" h="505">
                  <a:moveTo>
                    <a:pt x="503" y="271"/>
                  </a:moveTo>
                  <a:lnTo>
                    <a:pt x="503" y="271"/>
                  </a:lnTo>
                  <a:lnTo>
                    <a:pt x="500" y="297"/>
                  </a:lnTo>
                  <a:lnTo>
                    <a:pt x="495" y="322"/>
                  </a:lnTo>
                  <a:lnTo>
                    <a:pt x="486" y="345"/>
                  </a:lnTo>
                  <a:lnTo>
                    <a:pt x="476" y="368"/>
                  </a:lnTo>
                  <a:lnTo>
                    <a:pt x="464" y="389"/>
                  </a:lnTo>
                  <a:lnTo>
                    <a:pt x="449" y="409"/>
                  </a:lnTo>
                  <a:lnTo>
                    <a:pt x="434" y="427"/>
                  </a:lnTo>
                  <a:lnTo>
                    <a:pt x="417" y="444"/>
                  </a:lnTo>
                  <a:lnTo>
                    <a:pt x="397" y="458"/>
                  </a:lnTo>
                  <a:lnTo>
                    <a:pt x="377" y="471"/>
                  </a:lnTo>
                  <a:lnTo>
                    <a:pt x="356" y="483"/>
                  </a:lnTo>
                  <a:lnTo>
                    <a:pt x="333" y="491"/>
                  </a:lnTo>
                  <a:lnTo>
                    <a:pt x="309" y="498"/>
                  </a:lnTo>
                  <a:lnTo>
                    <a:pt x="285" y="502"/>
                  </a:lnTo>
                  <a:lnTo>
                    <a:pt x="259" y="505"/>
                  </a:lnTo>
                  <a:lnTo>
                    <a:pt x="234" y="504"/>
                  </a:lnTo>
                  <a:lnTo>
                    <a:pt x="234" y="504"/>
                  </a:lnTo>
                  <a:lnTo>
                    <a:pt x="208" y="501"/>
                  </a:lnTo>
                  <a:lnTo>
                    <a:pt x="183" y="495"/>
                  </a:lnTo>
                  <a:lnTo>
                    <a:pt x="159" y="487"/>
                  </a:lnTo>
                  <a:lnTo>
                    <a:pt x="138" y="477"/>
                  </a:lnTo>
                  <a:lnTo>
                    <a:pt x="116" y="464"/>
                  </a:lnTo>
                  <a:lnTo>
                    <a:pt x="96" y="450"/>
                  </a:lnTo>
                  <a:lnTo>
                    <a:pt x="78" y="434"/>
                  </a:lnTo>
                  <a:lnTo>
                    <a:pt x="61" y="417"/>
                  </a:lnTo>
                  <a:lnTo>
                    <a:pt x="47" y="397"/>
                  </a:lnTo>
                  <a:lnTo>
                    <a:pt x="34" y="378"/>
                  </a:lnTo>
                  <a:lnTo>
                    <a:pt x="23" y="356"/>
                  </a:lnTo>
                  <a:lnTo>
                    <a:pt x="13" y="334"/>
                  </a:lnTo>
                  <a:lnTo>
                    <a:pt x="7" y="310"/>
                  </a:lnTo>
                  <a:lnTo>
                    <a:pt x="3" y="285"/>
                  </a:lnTo>
                  <a:lnTo>
                    <a:pt x="0" y="260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4" y="209"/>
                  </a:lnTo>
                  <a:lnTo>
                    <a:pt x="10" y="183"/>
                  </a:lnTo>
                  <a:lnTo>
                    <a:pt x="18" y="161"/>
                  </a:lnTo>
                  <a:lnTo>
                    <a:pt x="28" y="138"/>
                  </a:lnTo>
                  <a:lnTo>
                    <a:pt x="40" y="117"/>
                  </a:lnTo>
                  <a:lnTo>
                    <a:pt x="54" y="97"/>
                  </a:lnTo>
                  <a:lnTo>
                    <a:pt x="71" y="78"/>
                  </a:lnTo>
                  <a:lnTo>
                    <a:pt x="88" y="61"/>
                  </a:lnTo>
                  <a:lnTo>
                    <a:pt x="106" y="47"/>
                  </a:lnTo>
                  <a:lnTo>
                    <a:pt x="128" y="35"/>
                  </a:lnTo>
                  <a:lnTo>
                    <a:pt x="149" y="23"/>
                  </a:lnTo>
                  <a:lnTo>
                    <a:pt x="172" y="15"/>
                  </a:lnTo>
                  <a:lnTo>
                    <a:pt x="196" y="8"/>
                  </a:lnTo>
                  <a:lnTo>
                    <a:pt x="220" y="3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71" y="2"/>
                  </a:lnTo>
                  <a:lnTo>
                    <a:pt x="296" y="5"/>
                  </a:lnTo>
                  <a:lnTo>
                    <a:pt x="322" y="10"/>
                  </a:lnTo>
                  <a:lnTo>
                    <a:pt x="345" y="19"/>
                  </a:lnTo>
                  <a:lnTo>
                    <a:pt x="367" y="29"/>
                  </a:lnTo>
                  <a:lnTo>
                    <a:pt x="388" y="40"/>
                  </a:lnTo>
                  <a:lnTo>
                    <a:pt x="408" y="54"/>
                  </a:lnTo>
                  <a:lnTo>
                    <a:pt x="427" y="71"/>
                  </a:lnTo>
                  <a:lnTo>
                    <a:pt x="442" y="88"/>
                  </a:lnTo>
                  <a:lnTo>
                    <a:pt x="458" y="107"/>
                  </a:lnTo>
                  <a:lnTo>
                    <a:pt x="471" y="128"/>
                  </a:lnTo>
                  <a:lnTo>
                    <a:pt x="482" y="149"/>
                  </a:lnTo>
                  <a:lnTo>
                    <a:pt x="491" y="172"/>
                  </a:lnTo>
                  <a:lnTo>
                    <a:pt x="498" y="196"/>
                  </a:lnTo>
                  <a:lnTo>
                    <a:pt x="502" y="220"/>
                  </a:lnTo>
                  <a:lnTo>
                    <a:pt x="503" y="246"/>
                  </a:lnTo>
                  <a:lnTo>
                    <a:pt x="503" y="2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23">
              <a:extLst>
                <a:ext uri="{FF2B5EF4-FFF2-40B4-BE49-F238E27FC236}">
                  <a16:creationId xmlns:a16="http://schemas.microsoft.com/office/drawing/2014/main" id="{592C3086-2F87-4696-B06B-3D6900064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076" y="4247031"/>
              <a:ext cx="595313" cy="593725"/>
            </a:xfrm>
            <a:custGeom>
              <a:avLst/>
              <a:gdLst>
                <a:gd name="T0" fmla="*/ 373 w 375"/>
                <a:gd name="T1" fmla="*/ 201 h 374"/>
                <a:gd name="T2" fmla="*/ 367 w 375"/>
                <a:gd name="T3" fmla="*/ 238 h 374"/>
                <a:gd name="T4" fmla="*/ 353 w 375"/>
                <a:gd name="T5" fmla="*/ 272 h 374"/>
                <a:gd name="T6" fmla="*/ 333 w 375"/>
                <a:gd name="T7" fmla="*/ 303 h 374"/>
                <a:gd name="T8" fmla="*/ 309 w 375"/>
                <a:gd name="T9" fmla="*/ 329 h 374"/>
                <a:gd name="T10" fmla="*/ 280 w 375"/>
                <a:gd name="T11" fmla="*/ 348 h 374"/>
                <a:gd name="T12" fmla="*/ 247 w 375"/>
                <a:gd name="T13" fmla="*/ 364 h 374"/>
                <a:gd name="T14" fmla="*/ 211 w 375"/>
                <a:gd name="T15" fmla="*/ 373 h 374"/>
                <a:gd name="T16" fmla="*/ 173 w 375"/>
                <a:gd name="T17" fmla="*/ 373 h 374"/>
                <a:gd name="T18" fmla="*/ 155 w 375"/>
                <a:gd name="T19" fmla="*/ 371 h 374"/>
                <a:gd name="T20" fmla="*/ 118 w 375"/>
                <a:gd name="T21" fmla="*/ 361 h 374"/>
                <a:gd name="T22" fmla="*/ 85 w 375"/>
                <a:gd name="T23" fmla="*/ 344 h 374"/>
                <a:gd name="T24" fmla="*/ 58 w 375"/>
                <a:gd name="T25" fmla="*/ 322 h 374"/>
                <a:gd name="T26" fmla="*/ 34 w 375"/>
                <a:gd name="T27" fmla="*/ 295 h 374"/>
                <a:gd name="T28" fmla="*/ 17 w 375"/>
                <a:gd name="T29" fmla="*/ 263 h 374"/>
                <a:gd name="T30" fmla="*/ 5 w 375"/>
                <a:gd name="T31" fmla="*/ 229 h 374"/>
                <a:gd name="T32" fmla="*/ 0 w 375"/>
                <a:gd name="T33" fmla="*/ 193 h 374"/>
                <a:gd name="T34" fmla="*/ 0 w 375"/>
                <a:gd name="T35" fmla="*/ 173 h 374"/>
                <a:gd name="T36" fmla="*/ 7 w 375"/>
                <a:gd name="T37" fmla="*/ 136 h 374"/>
                <a:gd name="T38" fmla="*/ 20 w 375"/>
                <a:gd name="T39" fmla="*/ 102 h 374"/>
                <a:gd name="T40" fmla="*/ 40 w 375"/>
                <a:gd name="T41" fmla="*/ 71 h 374"/>
                <a:gd name="T42" fmla="*/ 65 w 375"/>
                <a:gd name="T43" fmla="*/ 45 h 374"/>
                <a:gd name="T44" fmla="*/ 94 w 375"/>
                <a:gd name="T45" fmla="*/ 24 h 374"/>
                <a:gd name="T46" fmla="*/ 128 w 375"/>
                <a:gd name="T47" fmla="*/ 10 h 374"/>
                <a:gd name="T48" fmla="*/ 163 w 375"/>
                <a:gd name="T49" fmla="*/ 1 h 374"/>
                <a:gd name="T50" fmla="*/ 202 w 375"/>
                <a:gd name="T51" fmla="*/ 0 h 374"/>
                <a:gd name="T52" fmla="*/ 220 w 375"/>
                <a:gd name="T53" fmla="*/ 3 h 374"/>
                <a:gd name="T54" fmla="*/ 255 w 375"/>
                <a:gd name="T55" fmla="*/ 12 h 374"/>
                <a:gd name="T56" fmla="*/ 288 w 375"/>
                <a:gd name="T57" fmla="*/ 29 h 374"/>
                <a:gd name="T58" fmla="*/ 316 w 375"/>
                <a:gd name="T59" fmla="*/ 52 h 374"/>
                <a:gd name="T60" fmla="*/ 340 w 375"/>
                <a:gd name="T61" fmla="*/ 79 h 374"/>
                <a:gd name="T62" fmla="*/ 357 w 375"/>
                <a:gd name="T63" fmla="*/ 110 h 374"/>
                <a:gd name="T64" fmla="*/ 369 w 375"/>
                <a:gd name="T65" fmla="*/ 144 h 374"/>
                <a:gd name="T66" fmla="*/ 375 w 375"/>
                <a:gd name="T67" fmla="*/ 181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5" h="374">
                  <a:moveTo>
                    <a:pt x="373" y="201"/>
                  </a:moveTo>
                  <a:lnTo>
                    <a:pt x="373" y="201"/>
                  </a:lnTo>
                  <a:lnTo>
                    <a:pt x="372" y="219"/>
                  </a:lnTo>
                  <a:lnTo>
                    <a:pt x="367" y="238"/>
                  </a:lnTo>
                  <a:lnTo>
                    <a:pt x="360" y="255"/>
                  </a:lnTo>
                  <a:lnTo>
                    <a:pt x="353" y="272"/>
                  </a:lnTo>
                  <a:lnTo>
                    <a:pt x="345" y="288"/>
                  </a:lnTo>
                  <a:lnTo>
                    <a:pt x="333" y="303"/>
                  </a:lnTo>
                  <a:lnTo>
                    <a:pt x="322" y="316"/>
                  </a:lnTo>
                  <a:lnTo>
                    <a:pt x="309" y="329"/>
                  </a:lnTo>
                  <a:lnTo>
                    <a:pt x="295" y="340"/>
                  </a:lnTo>
                  <a:lnTo>
                    <a:pt x="280" y="348"/>
                  </a:lnTo>
                  <a:lnTo>
                    <a:pt x="264" y="357"/>
                  </a:lnTo>
                  <a:lnTo>
                    <a:pt x="247" y="364"/>
                  </a:lnTo>
                  <a:lnTo>
                    <a:pt x="230" y="368"/>
                  </a:lnTo>
                  <a:lnTo>
                    <a:pt x="211" y="373"/>
                  </a:lnTo>
                  <a:lnTo>
                    <a:pt x="192" y="374"/>
                  </a:lnTo>
                  <a:lnTo>
                    <a:pt x="173" y="373"/>
                  </a:lnTo>
                  <a:lnTo>
                    <a:pt x="173" y="373"/>
                  </a:lnTo>
                  <a:lnTo>
                    <a:pt x="155" y="371"/>
                  </a:lnTo>
                  <a:lnTo>
                    <a:pt x="136" y="367"/>
                  </a:lnTo>
                  <a:lnTo>
                    <a:pt x="118" y="361"/>
                  </a:lnTo>
                  <a:lnTo>
                    <a:pt x="102" y="353"/>
                  </a:lnTo>
                  <a:lnTo>
                    <a:pt x="85" y="344"/>
                  </a:lnTo>
                  <a:lnTo>
                    <a:pt x="71" y="333"/>
                  </a:lnTo>
                  <a:lnTo>
                    <a:pt x="58" y="322"/>
                  </a:lnTo>
                  <a:lnTo>
                    <a:pt x="46" y="309"/>
                  </a:lnTo>
                  <a:lnTo>
                    <a:pt x="34" y="295"/>
                  </a:lnTo>
                  <a:lnTo>
                    <a:pt x="24" y="279"/>
                  </a:lnTo>
                  <a:lnTo>
                    <a:pt x="17" y="263"/>
                  </a:lnTo>
                  <a:lnTo>
                    <a:pt x="10" y="246"/>
                  </a:lnTo>
                  <a:lnTo>
                    <a:pt x="5" y="229"/>
                  </a:lnTo>
                  <a:lnTo>
                    <a:pt x="2" y="211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7" y="136"/>
                  </a:lnTo>
                  <a:lnTo>
                    <a:pt x="13" y="117"/>
                  </a:lnTo>
                  <a:lnTo>
                    <a:pt x="20" y="102"/>
                  </a:lnTo>
                  <a:lnTo>
                    <a:pt x="30" y="86"/>
                  </a:lnTo>
                  <a:lnTo>
                    <a:pt x="40" y="71"/>
                  </a:lnTo>
                  <a:lnTo>
                    <a:pt x="53" y="58"/>
                  </a:lnTo>
                  <a:lnTo>
                    <a:pt x="65" y="45"/>
                  </a:lnTo>
                  <a:lnTo>
                    <a:pt x="80" y="34"/>
                  </a:lnTo>
                  <a:lnTo>
                    <a:pt x="94" y="24"/>
                  </a:lnTo>
                  <a:lnTo>
                    <a:pt x="111" y="17"/>
                  </a:lnTo>
                  <a:lnTo>
                    <a:pt x="128" y="10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202" y="0"/>
                  </a:lnTo>
                  <a:lnTo>
                    <a:pt x="202" y="0"/>
                  </a:lnTo>
                  <a:lnTo>
                    <a:pt x="220" y="3"/>
                  </a:lnTo>
                  <a:lnTo>
                    <a:pt x="238" y="7"/>
                  </a:lnTo>
                  <a:lnTo>
                    <a:pt x="255" y="12"/>
                  </a:lnTo>
                  <a:lnTo>
                    <a:pt x="272" y="21"/>
                  </a:lnTo>
                  <a:lnTo>
                    <a:pt x="288" y="29"/>
                  </a:lnTo>
                  <a:lnTo>
                    <a:pt x="304" y="39"/>
                  </a:lnTo>
                  <a:lnTo>
                    <a:pt x="316" y="52"/>
                  </a:lnTo>
                  <a:lnTo>
                    <a:pt x="329" y="65"/>
                  </a:lnTo>
                  <a:lnTo>
                    <a:pt x="340" y="79"/>
                  </a:lnTo>
                  <a:lnTo>
                    <a:pt x="349" y="95"/>
                  </a:lnTo>
                  <a:lnTo>
                    <a:pt x="357" y="110"/>
                  </a:lnTo>
                  <a:lnTo>
                    <a:pt x="365" y="127"/>
                  </a:lnTo>
                  <a:lnTo>
                    <a:pt x="369" y="144"/>
                  </a:lnTo>
                  <a:lnTo>
                    <a:pt x="373" y="163"/>
                  </a:lnTo>
                  <a:lnTo>
                    <a:pt x="375" y="181"/>
                  </a:lnTo>
                  <a:lnTo>
                    <a:pt x="373" y="20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Freeform: Shape 24">
              <a:extLst>
                <a:ext uri="{FF2B5EF4-FFF2-40B4-BE49-F238E27FC236}">
                  <a16:creationId xmlns:a16="http://schemas.microsoft.com/office/drawing/2014/main" id="{8DAAECBE-23DA-48B5-B987-624C1114F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076" y="4247031"/>
              <a:ext cx="595313" cy="593725"/>
            </a:xfrm>
            <a:custGeom>
              <a:avLst/>
              <a:gdLst>
                <a:gd name="T0" fmla="*/ 373 w 375"/>
                <a:gd name="T1" fmla="*/ 201 h 374"/>
                <a:gd name="T2" fmla="*/ 367 w 375"/>
                <a:gd name="T3" fmla="*/ 238 h 374"/>
                <a:gd name="T4" fmla="*/ 353 w 375"/>
                <a:gd name="T5" fmla="*/ 272 h 374"/>
                <a:gd name="T6" fmla="*/ 333 w 375"/>
                <a:gd name="T7" fmla="*/ 303 h 374"/>
                <a:gd name="T8" fmla="*/ 309 w 375"/>
                <a:gd name="T9" fmla="*/ 329 h 374"/>
                <a:gd name="T10" fmla="*/ 280 w 375"/>
                <a:gd name="T11" fmla="*/ 348 h 374"/>
                <a:gd name="T12" fmla="*/ 247 w 375"/>
                <a:gd name="T13" fmla="*/ 364 h 374"/>
                <a:gd name="T14" fmla="*/ 211 w 375"/>
                <a:gd name="T15" fmla="*/ 373 h 374"/>
                <a:gd name="T16" fmla="*/ 173 w 375"/>
                <a:gd name="T17" fmla="*/ 373 h 374"/>
                <a:gd name="T18" fmla="*/ 155 w 375"/>
                <a:gd name="T19" fmla="*/ 371 h 374"/>
                <a:gd name="T20" fmla="*/ 118 w 375"/>
                <a:gd name="T21" fmla="*/ 361 h 374"/>
                <a:gd name="T22" fmla="*/ 85 w 375"/>
                <a:gd name="T23" fmla="*/ 344 h 374"/>
                <a:gd name="T24" fmla="*/ 58 w 375"/>
                <a:gd name="T25" fmla="*/ 322 h 374"/>
                <a:gd name="T26" fmla="*/ 34 w 375"/>
                <a:gd name="T27" fmla="*/ 295 h 374"/>
                <a:gd name="T28" fmla="*/ 17 w 375"/>
                <a:gd name="T29" fmla="*/ 263 h 374"/>
                <a:gd name="T30" fmla="*/ 5 w 375"/>
                <a:gd name="T31" fmla="*/ 229 h 374"/>
                <a:gd name="T32" fmla="*/ 0 w 375"/>
                <a:gd name="T33" fmla="*/ 193 h 374"/>
                <a:gd name="T34" fmla="*/ 0 w 375"/>
                <a:gd name="T35" fmla="*/ 173 h 374"/>
                <a:gd name="T36" fmla="*/ 7 w 375"/>
                <a:gd name="T37" fmla="*/ 136 h 374"/>
                <a:gd name="T38" fmla="*/ 20 w 375"/>
                <a:gd name="T39" fmla="*/ 102 h 374"/>
                <a:gd name="T40" fmla="*/ 40 w 375"/>
                <a:gd name="T41" fmla="*/ 71 h 374"/>
                <a:gd name="T42" fmla="*/ 65 w 375"/>
                <a:gd name="T43" fmla="*/ 45 h 374"/>
                <a:gd name="T44" fmla="*/ 94 w 375"/>
                <a:gd name="T45" fmla="*/ 24 h 374"/>
                <a:gd name="T46" fmla="*/ 128 w 375"/>
                <a:gd name="T47" fmla="*/ 10 h 374"/>
                <a:gd name="T48" fmla="*/ 163 w 375"/>
                <a:gd name="T49" fmla="*/ 1 h 374"/>
                <a:gd name="T50" fmla="*/ 202 w 375"/>
                <a:gd name="T51" fmla="*/ 0 h 374"/>
                <a:gd name="T52" fmla="*/ 220 w 375"/>
                <a:gd name="T53" fmla="*/ 3 h 374"/>
                <a:gd name="T54" fmla="*/ 255 w 375"/>
                <a:gd name="T55" fmla="*/ 12 h 374"/>
                <a:gd name="T56" fmla="*/ 288 w 375"/>
                <a:gd name="T57" fmla="*/ 29 h 374"/>
                <a:gd name="T58" fmla="*/ 316 w 375"/>
                <a:gd name="T59" fmla="*/ 52 h 374"/>
                <a:gd name="T60" fmla="*/ 340 w 375"/>
                <a:gd name="T61" fmla="*/ 79 h 374"/>
                <a:gd name="T62" fmla="*/ 357 w 375"/>
                <a:gd name="T63" fmla="*/ 110 h 374"/>
                <a:gd name="T64" fmla="*/ 369 w 375"/>
                <a:gd name="T65" fmla="*/ 144 h 374"/>
                <a:gd name="T66" fmla="*/ 375 w 375"/>
                <a:gd name="T67" fmla="*/ 181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5" h="374">
                  <a:moveTo>
                    <a:pt x="373" y="201"/>
                  </a:moveTo>
                  <a:lnTo>
                    <a:pt x="373" y="201"/>
                  </a:lnTo>
                  <a:lnTo>
                    <a:pt x="372" y="219"/>
                  </a:lnTo>
                  <a:lnTo>
                    <a:pt x="367" y="238"/>
                  </a:lnTo>
                  <a:lnTo>
                    <a:pt x="360" y="255"/>
                  </a:lnTo>
                  <a:lnTo>
                    <a:pt x="353" y="272"/>
                  </a:lnTo>
                  <a:lnTo>
                    <a:pt x="345" y="288"/>
                  </a:lnTo>
                  <a:lnTo>
                    <a:pt x="333" y="303"/>
                  </a:lnTo>
                  <a:lnTo>
                    <a:pt x="322" y="316"/>
                  </a:lnTo>
                  <a:lnTo>
                    <a:pt x="309" y="329"/>
                  </a:lnTo>
                  <a:lnTo>
                    <a:pt x="295" y="340"/>
                  </a:lnTo>
                  <a:lnTo>
                    <a:pt x="280" y="348"/>
                  </a:lnTo>
                  <a:lnTo>
                    <a:pt x="264" y="357"/>
                  </a:lnTo>
                  <a:lnTo>
                    <a:pt x="247" y="364"/>
                  </a:lnTo>
                  <a:lnTo>
                    <a:pt x="230" y="368"/>
                  </a:lnTo>
                  <a:lnTo>
                    <a:pt x="211" y="373"/>
                  </a:lnTo>
                  <a:lnTo>
                    <a:pt x="192" y="374"/>
                  </a:lnTo>
                  <a:lnTo>
                    <a:pt x="173" y="373"/>
                  </a:lnTo>
                  <a:lnTo>
                    <a:pt x="173" y="373"/>
                  </a:lnTo>
                  <a:lnTo>
                    <a:pt x="155" y="371"/>
                  </a:lnTo>
                  <a:lnTo>
                    <a:pt x="136" y="367"/>
                  </a:lnTo>
                  <a:lnTo>
                    <a:pt x="118" y="361"/>
                  </a:lnTo>
                  <a:lnTo>
                    <a:pt x="102" y="353"/>
                  </a:lnTo>
                  <a:lnTo>
                    <a:pt x="85" y="344"/>
                  </a:lnTo>
                  <a:lnTo>
                    <a:pt x="71" y="333"/>
                  </a:lnTo>
                  <a:lnTo>
                    <a:pt x="58" y="322"/>
                  </a:lnTo>
                  <a:lnTo>
                    <a:pt x="46" y="309"/>
                  </a:lnTo>
                  <a:lnTo>
                    <a:pt x="34" y="295"/>
                  </a:lnTo>
                  <a:lnTo>
                    <a:pt x="24" y="279"/>
                  </a:lnTo>
                  <a:lnTo>
                    <a:pt x="17" y="263"/>
                  </a:lnTo>
                  <a:lnTo>
                    <a:pt x="10" y="246"/>
                  </a:lnTo>
                  <a:lnTo>
                    <a:pt x="5" y="229"/>
                  </a:lnTo>
                  <a:lnTo>
                    <a:pt x="2" y="211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7" y="136"/>
                  </a:lnTo>
                  <a:lnTo>
                    <a:pt x="13" y="117"/>
                  </a:lnTo>
                  <a:lnTo>
                    <a:pt x="20" y="102"/>
                  </a:lnTo>
                  <a:lnTo>
                    <a:pt x="30" y="86"/>
                  </a:lnTo>
                  <a:lnTo>
                    <a:pt x="40" y="71"/>
                  </a:lnTo>
                  <a:lnTo>
                    <a:pt x="53" y="58"/>
                  </a:lnTo>
                  <a:lnTo>
                    <a:pt x="65" y="45"/>
                  </a:lnTo>
                  <a:lnTo>
                    <a:pt x="80" y="34"/>
                  </a:lnTo>
                  <a:lnTo>
                    <a:pt x="94" y="24"/>
                  </a:lnTo>
                  <a:lnTo>
                    <a:pt x="111" y="17"/>
                  </a:lnTo>
                  <a:lnTo>
                    <a:pt x="128" y="10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202" y="0"/>
                  </a:lnTo>
                  <a:lnTo>
                    <a:pt x="202" y="0"/>
                  </a:lnTo>
                  <a:lnTo>
                    <a:pt x="220" y="3"/>
                  </a:lnTo>
                  <a:lnTo>
                    <a:pt x="238" y="7"/>
                  </a:lnTo>
                  <a:lnTo>
                    <a:pt x="255" y="12"/>
                  </a:lnTo>
                  <a:lnTo>
                    <a:pt x="272" y="21"/>
                  </a:lnTo>
                  <a:lnTo>
                    <a:pt x="288" y="29"/>
                  </a:lnTo>
                  <a:lnTo>
                    <a:pt x="304" y="39"/>
                  </a:lnTo>
                  <a:lnTo>
                    <a:pt x="316" y="52"/>
                  </a:lnTo>
                  <a:lnTo>
                    <a:pt x="329" y="65"/>
                  </a:lnTo>
                  <a:lnTo>
                    <a:pt x="340" y="79"/>
                  </a:lnTo>
                  <a:lnTo>
                    <a:pt x="349" y="95"/>
                  </a:lnTo>
                  <a:lnTo>
                    <a:pt x="357" y="110"/>
                  </a:lnTo>
                  <a:lnTo>
                    <a:pt x="365" y="127"/>
                  </a:lnTo>
                  <a:lnTo>
                    <a:pt x="369" y="144"/>
                  </a:lnTo>
                  <a:lnTo>
                    <a:pt x="373" y="163"/>
                  </a:lnTo>
                  <a:lnTo>
                    <a:pt x="375" y="181"/>
                  </a:lnTo>
                  <a:lnTo>
                    <a:pt x="373" y="2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25">
              <a:extLst>
                <a:ext uri="{FF2B5EF4-FFF2-40B4-BE49-F238E27FC236}">
                  <a16:creationId xmlns:a16="http://schemas.microsoft.com/office/drawing/2014/main" id="{3687D3BD-E614-4A36-89B5-EE0574FD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939" y="4289894"/>
              <a:ext cx="509588" cy="508000"/>
            </a:xfrm>
            <a:custGeom>
              <a:avLst/>
              <a:gdLst>
                <a:gd name="T0" fmla="*/ 321 w 321"/>
                <a:gd name="T1" fmla="*/ 171 h 320"/>
                <a:gd name="T2" fmla="*/ 315 w 321"/>
                <a:gd name="T3" fmla="*/ 204 h 320"/>
                <a:gd name="T4" fmla="*/ 302 w 321"/>
                <a:gd name="T5" fmla="*/ 234 h 320"/>
                <a:gd name="T6" fmla="*/ 287 w 321"/>
                <a:gd name="T7" fmla="*/ 259 h 320"/>
                <a:gd name="T8" fmla="*/ 265 w 321"/>
                <a:gd name="T9" fmla="*/ 282 h 320"/>
                <a:gd name="T10" fmla="*/ 240 w 321"/>
                <a:gd name="T11" fmla="*/ 299 h 320"/>
                <a:gd name="T12" fmla="*/ 211 w 321"/>
                <a:gd name="T13" fmla="*/ 312 h 320"/>
                <a:gd name="T14" fmla="*/ 180 w 321"/>
                <a:gd name="T15" fmla="*/ 319 h 320"/>
                <a:gd name="T16" fmla="*/ 148 w 321"/>
                <a:gd name="T17" fmla="*/ 320 h 320"/>
                <a:gd name="T18" fmla="*/ 132 w 321"/>
                <a:gd name="T19" fmla="*/ 317 h 320"/>
                <a:gd name="T20" fmla="*/ 101 w 321"/>
                <a:gd name="T21" fmla="*/ 309 h 320"/>
                <a:gd name="T22" fmla="*/ 74 w 321"/>
                <a:gd name="T23" fmla="*/ 295 h 320"/>
                <a:gd name="T24" fmla="*/ 50 w 321"/>
                <a:gd name="T25" fmla="*/ 276 h 320"/>
                <a:gd name="T26" fmla="*/ 29 w 321"/>
                <a:gd name="T27" fmla="*/ 252 h 320"/>
                <a:gd name="T28" fmla="*/ 14 w 321"/>
                <a:gd name="T29" fmla="*/ 225 h 320"/>
                <a:gd name="T30" fmla="*/ 4 w 321"/>
                <a:gd name="T31" fmla="*/ 195 h 320"/>
                <a:gd name="T32" fmla="*/ 0 w 321"/>
                <a:gd name="T33" fmla="*/ 164 h 320"/>
                <a:gd name="T34" fmla="*/ 0 w 321"/>
                <a:gd name="T35" fmla="*/ 147 h 320"/>
                <a:gd name="T36" fmla="*/ 6 w 321"/>
                <a:gd name="T37" fmla="*/ 116 h 320"/>
                <a:gd name="T38" fmla="*/ 17 w 321"/>
                <a:gd name="T39" fmla="*/ 86 h 320"/>
                <a:gd name="T40" fmla="*/ 34 w 321"/>
                <a:gd name="T41" fmla="*/ 61 h 320"/>
                <a:gd name="T42" fmla="*/ 55 w 321"/>
                <a:gd name="T43" fmla="*/ 38 h 320"/>
                <a:gd name="T44" fmla="*/ 81 w 321"/>
                <a:gd name="T45" fmla="*/ 21 h 320"/>
                <a:gd name="T46" fmla="*/ 109 w 321"/>
                <a:gd name="T47" fmla="*/ 8 h 320"/>
                <a:gd name="T48" fmla="*/ 139 w 321"/>
                <a:gd name="T49" fmla="*/ 1 h 320"/>
                <a:gd name="T50" fmla="*/ 172 w 321"/>
                <a:gd name="T51" fmla="*/ 0 h 320"/>
                <a:gd name="T52" fmla="*/ 189 w 321"/>
                <a:gd name="T53" fmla="*/ 2 h 320"/>
                <a:gd name="T54" fmla="*/ 219 w 321"/>
                <a:gd name="T55" fmla="*/ 11 h 320"/>
                <a:gd name="T56" fmla="*/ 247 w 321"/>
                <a:gd name="T57" fmla="*/ 25 h 320"/>
                <a:gd name="T58" fmla="*/ 271 w 321"/>
                <a:gd name="T59" fmla="*/ 44 h 320"/>
                <a:gd name="T60" fmla="*/ 291 w 321"/>
                <a:gd name="T61" fmla="*/ 68 h 320"/>
                <a:gd name="T62" fmla="*/ 306 w 321"/>
                <a:gd name="T63" fmla="*/ 95 h 320"/>
                <a:gd name="T64" fmla="*/ 316 w 321"/>
                <a:gd name="T65" fmla="*/ 123 h 320"/>
                <a:gd name="T66" fmla="*/ 321 w 321"/>
                <a:gd name="T67" fmla="*/ 15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1" h="320">
                  <a:moveTo>
                    <a:pt x="321" y="171"/>
                  </a:moveTo>
                  <a:lnTo>
                    <a:pt x="321" y="171"/>
                  </a:lnTo>
                  <a:lnTo>
                    <a:pt x="318" y="188"/>
                  </a:lnTo>
                  <a:lnTo>
                    <a:pt x="315" y="204"/>
                  </a:lnTo>
                  <a:lnTo>
                    <a:pt x="309" y="218"/>
                  </a:lnTo>
                  <a:lnTo>
                    <a:pt x="302" y="234"/>
                  </a:lnTo>
                  <a:lnTo>
                    <a:pt x="295" y="246"/>
                  </a:lnTo>
                  <a:lnTo>
                    <a:pt x="287" y="259"/>
                  </a:lnTo>
                  <a:lnTo>
                    <a:pt x="275" y="270"/>
                  </a:lnTo>
                  <a:lnTo>
                    <a:pt x="265" y="282"/>
                  </a:lnTo>
                  <a:lnTo>
                    <a:pt x="253" y="290"/>
                  </a:lnTo>
                  <a:lnTo>
                    <a:pt x="240" y="299"/>
                  </a:lnTo>
                  <a:lnTo>
                    <a:pt x="226" y="306"/>
                  </a:lnTo>
                  <a:lnTo>
                    <a:pt x="211" y="312"/>
                  </a:lnTo>
                  <a:lnTo>
                    <a:pt x="196" y="316"/>
                  </a:lnTo>
                  <a:lnTo>
                    <a:pt x="180" y="319"/>
                  </a:lnTo>
                  <a:lnTo>
                    <a:pt x="165" y="320"/>
                  </a:lnTo>
                  <a:lnTo>
                    <a:pt x="148" y="320"/>
                  </a:lnTo>
                  <a:lnTo>
                    <a:pt x="148" y="320"/>
                  </a:lnTo>
                  <a:lnTo>
                    <a:pt x="132" y="317"/>
                  </a:lnTo>
                  <a:lnTo>
                    <a:pt x="116" y="314"/>
                  </a:lnTo>
                  <a:lnTo>
                    <a:pt x="101" y="309"/>
                  </a:lnTo>
                  <a:lnTo>
                    <a:pt x="87" y="302"/>
                  </a:lnTo>
                  <a:lnTo>
                    <a:pt x="74" y="295"/>
                  </a:lnTo>
                  <a:lnTo>
                    <a:pt x="61" y="286"/>
                  </a:lnTo>
                  <a:lnTo>
                    <a:pt x="50" y="276"/>
                  </a:lnTo>
                  <a:lnTo>
                    <a:pt x="38" y="265"/>
                  </a:lnTo>
                  <a:lnTo>
                    <a:pt x="29" y="252"/>
                  </a:lnTo>
                  <a:lnTo>
                    <a:pt x="21" y="239"/>
                  </a:lnTo>
                  <a:lnTo>
                    <a:pt x="14" y="225"/>
                  </a:lnTo>
                  <a:lnTo>
                    <a:pt x="9" y="211"/>
                  </a:lnTo>
                  <a:lnTo>
                    <a:pt x="4" y="195"/>
                  </a:lnTo>
                  <a:lnTo>
                    <a:pt x="2" y="180"/>
                  </a:lnTo>
                  <a:lnTo>
                    <a:pt x="0" y="164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3" y="132"/>
                  </a:lnTo>
                  <a:lnTo>
                    <a:pt x="6" y="116"/>
                  </a:lnTo>
                  <a:lnTo>
                    <a:pt x="12" y="100"/>
                  </a:lnTo>
                  <a:lnTo>
                    <a:pt x="17" y="86"/>
                  </a:lnTo>
                  <a:lnTo>
                    <a:pt x="26" y="73"/>
                  </a:lnTo>
                  <a:lnTo>
                    <a:pt x="34" y="61"/>
                  </a:lnTo>
                  <a:lnTo>
                    <a:pt x="44" y="49"/>
                  </a:lnTo>
                  <a:lnTo>
                    <a:pt x="55" y="38"/>
                  </a:lnTo>
                  <a:lnTo>
                    <a:pt x="68" y="29"/>
                  </a:lnTo>
                  <a:lnTo>
                    <a:pt x="81" y="21"/>
                  </a:lnTo>
                  <a:lnTo>
                    <a:pt x="95" y="14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9" y="1"/>
                  </a:lnTo>
                  <a:lnTo>
                    <a:pt x="156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89" y="2"/>
                  </a:lnTo>
                  <a:lnTo>
                    <a:pt x="204" y="5"/>
                  </a:lnTo>
                  <a:lnTo>
                    <a:pt x="219" y="11"/>
                  </a:lnTo>
                  <a:lnTo>
                    <a:pt x="233" y="17"/>
                  </a:lnTo>
                  <a:lnTo>
                    <a:pt x="247" y="25"/>
                  </a:lnTo>
                  <a:lnTo>
                    <a:pt x="260" y="34"/>
                  </a:lnTo>
                  <a:lnTo>
                    <a:pt x="271" y="44"/>
                  </a:lnTo>
                  <a:lnTo>
                    <a:pt x="281" y="55"/>
                  </a:lnTo>
                  <a:lnTo>
                    <a:pt x="291" y="68"/>
                  </a:lnTo>
                  <a:lnTo>
                    <a:pt x="299" y="80"/>
                  </a:lnTo>
                  <a:lnTo>
                    <a:pt x="306" y="95"/>
                  </a:lnTo>
                  <a:lnTo>
                    <a:pt x="312" y="109"/>
                  </a:lnTo>
                  <a:lnTo>
                    <a:pt x="316" y="123"/>
                  </a:lnTo>
                  <a:lnTo>
                    <a:pt x="319" y="139"/>
                  </a:lnTo>
                  <a:lnTo>
                    <a:pt x="321" y="156"/>
                  </a:lnTo>
                  <a:lnTo>
                    <a:pt x="321" y="171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Freeform: Shape 26">
              <a:extLst>
                <a:ext uri="{FF2B5EF4-FFF2-40B4-BE49-F238E27FC236}">
                  <a16:creationId xmlns:a16="http://schemas.microsoft.com/office/drawing/2014/main" id="{4F6711F3-D70E-40EE-84E0-AD384A190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939" y="4289894"/>
              <a:ext cx="509588" cy="508000"/>
            </a:xfrm>
            <a:custGeom>
              <a:avLst/>
              <a:gdLst>
                <a:gd name="T0" fmla="*/ 321 w 321"/>
                <a:gd name="T1" fmla="*/ 171 h 320"/>
                <a:gd name="T2" fmla="*/ 315 w 321"/>
                <a:gd name="T3" fmla="*/ 204 h 320"/>
                <a:gd name="T4" fmla="*/ 302 w 321"/>
                <a:gd name="T5" fmla="*/ 234 h 320"/>
                <a:gd name="T6" fmla="*/ 287 w 321"/>
                <a:gd name="T7" fmla="*/ 259 h 320"/>
                <a:gd name="T8" fmla="*/ 265 w 321"/>
                <a:gd name="T9" fmla="*/ 282 h 320"/>
                <a:gd name="T10" fmla="*/ 240 w 321"/>
                <a:gd name="T11" fmla="*/ 299 h 320"/>
                <a:gd name="T12" fmla="*/ 211 w 321"/>
                <a:gd name="T13" fmla="*/ 312 h 320"/>
                <a:gd name="T14" fmla="*/ 180 w 321"/>
                <a:gd name="T15" fmla="*/ 319 h 320"/>
                <a:gd name="T16" fmla="*/ 148 w 321"/>
                <a:gd name="T17" fmla="*/ 320 h 320"/>
                <a:gd name="T18" fmla="*/ 132 w 321"/>
                <a:gd name="T19" fmla="*/ 317 h 320"/>
                <a:gd name="T20" fmla="*/ 101 w 321"/>
                <a:gd name="T21" fmla="*/ 309 h 320"/>
                <a:gd name="T22" fmla="*/ 74 w 321"/>
                <a:gd name="T23" fmla="*/ 295 h 320"/>
                <a:gd name="T24" fmla="*/ 50 w 321"/>
                <a:gd name="T25" fmla="*/ 276 h 320"/>
                <a:gd name="T26" fmla="*/ 29 w 321"/>
                <a:gd name="T27" fmla="*/ 252 h 320"/>
                <a:gd name="T28" fmla="*/ 14 w 321"/>
                <a:gd name="T29" fmla="*/ 225 h 320"/>
                <a:gd name="T30" fmla="*/ 4 w 321"/>
                <a:gd name="T31" fmla="*/ 195 h 320"/>
                <a:gd name="T32" fmla="*/ 0 w 321"/>
                <a:gd name="T33" fmla="*/ 164 h 320"/>
                <a:gd name="T34" fmla="*/ 0 w 321"/>
                <a:gd name="T35" fmla="*/ 147 h 320"/>
                <a:gd name="T36" fmla="*/ 6 w 321"/>
                <a:gd name="T37" fmla="*/ 116 h 320"/>
                <a:gd name="T38" fmla="*/ 17 w 321"/>
                <a:gd name="T39" fmla="*/ 86 h 320"/>
                <a:gd name="T40" fmla="*/ 34 w 321"/>
                <a:gd name="T41" fmla="*/ 61 h 320"/>
                <a:gd name="T42" fmla="*/ 55 w 321"/>
                <a:gd name="T43" fmla="*/ 38 h 320"/>
                <a:gd name="T44" fmla="*/ 81 w 321"/>
                <a:gd name="T45" fmla="*/ 21 h 320"/>
                <a:gd name="T46" fmla="*/ 109 w 321"/>
                <a:gd name="T47" fmla="*/ 8 h 320"/>
                <a:gd name="T48" fmla="*/ 139 w 321"/>
                <a:gd name="T49" fmla="*/ 1 h 320"/>
                <a:gd name="T50" fmla="*/ 172 w 321"/>
                <a:gd name="T51" fmla="*/ 0 h 320"/>
                <a:gd name="T52" fmla="*/ 189 w 321"/>
                <a:gd name="T53" fmla="*/ 2 h 320"/>
                <a:gd name="T54" fmla="*/ 219 w 321"/>
                <a:gd name="T55" fmla="*/ 11 h 320"/>
                <a:gd name="T56" fmla="*/ 247 w 321"/>
                <a:gd name="T57" fmla="*/ 25 h 320"/>
                <a:gd name="T58" fmla="*/ 271 w 321"/>
                <a:gd name="T59" fmla="*/ 44 h 320"/>
                <a:gd name="T60" fmla="*/ 291 w 321"/>
                <a:gd name="T61" fmla="*/ 68 h 320"/>
                <a:gd name="T62" fmla="*/ 306 w 321"/>
                <a:gd name="T63" fmla="*/ 95 h 320"/>
                <a:gd name="T64" fmla="*/ 316 w 321"/>
                <a:gd name="T65" fmla="*/ 123 h 320"/>
                <a:gd name="T66" fmla="*/ 321 w 321"/>
                <a:gd name="T67" fmla="*/ 15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1" h="320">
                  <a:moveTo>
                    <a:pt x="321" y="171"/>
                  </a:moveTo>
                  <a:lnTo>
                    <a:pt x="321" y="171"/>
                  </a:lnTo>
                  <a:lnTo>
                    <a:pt x="318" y="188"/>
                  </a:lnTo>
                  <a:lnTo>
                    <a:pt x="315" y="204"/>
                  </a:lnTo>
                  <a:lnTo>
                    <a:pt x="309" y="218"/>
                  </a:lnTo>
                  <a:lnTo>
                    <a:pt x="302" y="234"/>
                  </a:lnTo>
                  <a:lnTo>
                    <a:pt x="295" y="246"/>
                  </a:lnTo>
                  <a:lnTo>
                    <a:pt x="287" y="259"/>
                  </a:lnTo>
                  <a:lnTo>
                    <a:pt x="275" y="270"/>
                  </a:lnTo>
                  <a:lnTo>
                    <a:pt x="265" y="282"/>
                  </a:lnTo>
                  <a:lnTo>
                    <a:pt x="253" y="290"/>
                  </a:lnTo>
                  <a:lnTo>
                    <a:pt x="240" y="299"/>
                  </a:lnTo>
                  <a:lnTo>
                    <a:pt x="226" y="306"/>
                  </a:lnTo>
                  <a:lnTo>
                    <a:pt x="211" y="312"/>
                  </a:lnTo>
                  <a:lnTo>
                    <a:pt x="196" y="316"/>
                  </a:lnTo>
                  <a:lnTo>
                    <a:pt x="180" y="319"/>
                  </a:lnTo>
                  <a:lnTo>
                    <a:pt x="165" y="320"/>
                  </a:lnTo>
                  <a:lnTo>
                    <a:pt x="148" y="320"/>
                  </a:lnTo>
                  <a:lnTo>
                    <a:pt x="148" y="320"/>
                  </a:lnTo>
                  <a:lnTo>
                    <a:pt x="132" y="317"/>
                  </a:lnTo>
                  <a:lnTo>
                    <a:pt x="116" y="314"/>
                  </a:lnTo>
                  <a:lnTo>
                    <a:pt x="101" y="309"/>
                  </a:lnTo>
                  <a:lnTo>
                    <a:pt x="87" y="302"/>
                  </a:lnTo>
                  <a:lnTo>
                    <a:pt x="74" y="295"/>
                  </a:lnTo>
                  <a:lnTo>
                    <a:pt x="61" y="286"/>
                  </a:lnTo>
                  <a:lnTo>
                    <a:pt x="50" y="276"/>
                  </a:lnTo>
                  <a:lnTo>
                    <a:pt x="38" y="265"/>
                  </a:lnTo>
                  <a:lnTo>
                    <a:pt x="29" y="252"/>
                  </a:lnTo>
                  <a:lnTo>
                    <a:pt x="21" y="239"/>
                  </a:lnTo>
                  <a:lnTo>
                    <a:pt x="14" y="225"/>
                  </a:lnTo>
                  <a:lnTo>
                    <a:pt x="9" y="211"/>
                  </a:lnTo>
                  <a:lnTo>
                    <a:pt x="4" y="195"/>
                  </a:lnTo>
                  <a:lnTo>
                    <a:pt x="2" y="180"/>
                  </a:lnTo>
                  <a:lnTo>
                    <a:pt x="0" y="164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3" y="132"/>
                  </a:lnTo>
                  <a:lnTo>
                    <a:pt x="6" y="116"/>
                  </a:lnTo>
                  <a:lnTo>
                    <a:pt x="12" y="100"/>
                  </a:lnTo>
                  <a:lnTo>
                    <a:pt x="17" y="86"/>
                  </a:lnTo>
                  <a:lnTo>
                    <a:pt x="26" y="73"/>
                  </a:lnTo>
                  <a:lnTo>
                    <a:pt x="34" y="61"/>
                  </a:lnTo>
                  <a:lnTo>
                    <a:pt x="44" y="49"/>
                  </a:lnTo>
                  <a:lnTo>
                    <a:pt x="55" y="38"/>
                  </a:lnTo>
                  <a:lnTo>
                    <a:pt x="68" y="29"/>
                  </a:lnTo>
                  <a:lnTo>
                    <a:pt x="81" y="21"/>
                  </a:lnTo>
                  <a:lnTo>
                    <a:pt x="95" y="14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9" y="1"/>
                  </a:lnTo>
                  <a:lnTo>
                    <a:pt x="156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89" y="2"/>
                  </a:lnTo>
                  <a:lnTo>
                    <a:pt x="204" y="5"/>
                  </a:lnTo>
                  <a:lnTo>
                    <a:pt x="219" y="11"/>
                  </a:lnTo>
                  <a:lnTo>
                    <a:pt x="233" y="17"/>
                  </a:lnTo>
                  <a:lnTo>
                    <a:pt x="247" y="25"/>
                  </a:lnTo>
                  <a:lnTo>
                    <a:pt x="260" y="34"/>
                  </a:lnTo>
                  <a:lnTo>
                    <a:pt x="271" y="44"/>
                  </a:lnTo>
                  <a:lnTo>
                    <a:pt x="281" y="55"/>
                  </a:lnTo>
                  <a:lnTo>
                    <a:pt x="291" y="68"/>
                  </a:lnTo>
                  <a:lnTo>
                    <a:pt x="299" y="80"/>
                  </a:lnTo>
                  <a:lnTo>
                    <a:pt x="306" y="95"/>
                  </a:lnTo>
                  <a:lnTo>
                    <a:pt x="312" y="109"/>
                  </a:lnTo>
                  <a:lnTo>
                    <a:pt x="316" y="123"/>
                  </a:lnTo>
                  <a:lnTo>
                    <a:pt x="319" y="139"/>
                  </a:lnTo>
                  <a:lnTo>
                    <a:pt x="321" y="156"/>
                  </a:lnTo>
                  <a:lnTo>
                    <a:pt x="321" y="1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Freeform: Shape 27">
              <a:extLst>
                <a:ext uri="{FF2B5EF4-FFF2-40B4-BE49-F238E27FC236}">
                  <a16:creationId xmlns:a16="http://schemas.microsoft.com/office/drawing/2014/main" id="{30206E4A-FB25-4146-95E1-F7ABDF1E9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276" y="4448644"/>
              <a:ext cx="188913" cy="188913"/>
            </a:xfrm>
            <a:custGeom>
              <a:avLst/>
              <a:gdLst>
                <a:gd name="T0" fmla="*/ 119 w 119"/>
                <a:gd name="T1" fmla="*/ 64 h 119"/>
                <a:gd name="T2" fmla="*/ 119 w 119"/>
                <a:gd name="T3" fmla="*/ 64 h 119"/>
                <a:gd name="T4" fmla="*/ 118 w 119"/>
                <a:gd name="T5" fmla="*/ 77 h 119"/>
                <a:gd name="T6" fmla="*/ 113 w 119"/>
                <a:gd name="T7" fmla="*/ 87 h 119"/>
                <a:gd name="T8" fmla="*/ 106 w 119"/>
                <a:gd name="T9" fmla="*/ 97 h 119"/>
                <a:gd name="T10" fmla="*/ 98 w 119"/>
                <a:gd name="T11" fmla="*/ 105 h 119"/>
                <a:gd name="T12" fmla="*/ 89 w 119"/>
                <a:gd name="T13" fmla="*/ 112 h 119"/>
                <a:gd name="T14" fmla="*/ 78 w 119"/>
                <a:gd name="T15" fmla="*/ 117 h 119"/>
                <a:gd name="T16" fmla="*/ 66 w 119"/>
                <a:gd name="T17" fmla="*/ 119 h 119"/>
                <a:gd name="T18" fmla="*/ 55 w 119"/>
                <a:gd name="T19" fmla="*/ 119 h 119"/>
                <a:gd name="T20" fmla="*/ 55 w 119"/>
                <a:gd name="T21" fmla="*/ 119 h 119"/>
                <a:gd name="T22" fmla="*/ 42 w 119"/>
                <a:gd name="T23" fmla="*/ 118 h 119"/>
                <a:gd name="T24" fmla="*/ 31 w 119"/>
                <a:gd name="T25" fmla="*/ 114 h 119"/>
                <a:gd name="T26" fmla="*/ 23 w 119"/>
                <a:gd name="T27" fmla="*/ 107 h 119"/>
                <a:gd name="T28" fmla="*/ 14 w 119"/>
                <a:gd name="T29" fmla="*/ 100 h 119"/>
                <a:gd name="T30" fmla="*/ 7 w 119"/>
                <a:gd name="T31" fmla="*/ 90 h 119"/>
                <a:gd name="T32" fmla="*/ 3 w 119"/>
                <a:gd name="T33" fmla="*/ 78 h 119"/>
                <a:gd name="T34" fmla="*/ 0 w 119"/>
                <a:gd name="T35" fmla="*/ 67 h 119"/>
                <a:gd name="T36" fmla="*/ 0 w 119"/>
                <a:gd name="T37" fmla="*/ 56 h 119"/>
                <a:gd name="T38" fmla="*/ 0 w 119"/>
                <a:gd name="T39" fmla="*/ 56 h 119"/>
                <a:gd name="T40" fmla="*/ 1 w 119"/>
                <a:gd name="T41" fmla="*/ 43 h 119"/>
                <a:gd name="T42" fmla="*/ 6 w 119"/>
                <a:gd name="T43" fmla="*/ 33 h 119"/>
                <a:gd name="T44" fmla="*/ 13 w 119"/>
                <a:gd name="T45" fmla="*/ 23 h 119"/>
                <a:gd name="T46" fmla="*/ 20 w 119"/>
                <a:gd name="T47" fmla="*/ 14 h 119"/>
                <a:gd name="T48" fmla="*/ 30 w 119"/>
                <a:gd name="T49" fmla="*/ 7 h 119"/>
                <a:gd name="T50" fmla="*/ 40 w 119"/>
                <a:gd name="T51" fmla="*/ 3 h 119"/>
                <a:gd name="T52" fmla="*/ 51 w 119"/>
                <a:gd name="T53" fmla="*/ 0 h 119"/>
                <a:gd name="T54" fmla="*/ 64 w 119"/>
                <a:gd name="T55" fmla="*/ 0 h 119"/>
                <a:gd name="T56" fmla="*/ 64 w 119"/>
                <a:gd name="T57" fmla="*/ 0 h 119"/>
                <a:gd name="T58" fmla="*/ 75 w 119"/>
                <a:gd name="T59" fmla="*/ 2 h 119"/>
                <a:gd name="T60" fmla="*/ 86 w 119"/>
                <a:gd name="T61" fmla="*/ 6 h 119"/>
                <a:gd name="T62" fmla="*/ 96 w 119"/>
                <a:gd name="T63" fmla="*/ 13 h 119"/>
                <a:gd name="T64" fmla="*/ 105 w 119"/>
                <a:gd name="T65" fmla="*/ 20 h 119"/>
                <a:gd name="T66" fmla="*/ 112 w 119"/>
                <a:gd name="T67" fmla="*/ 30 h 119"/>
                <a:gd name="T68" fmla="*/ 116 w 119"/>
                <a:gd name="T69" fmla="*/ 40 h 119"/>
                <a:gd name="T70" fmla="*/ 119 w 119"/>
                <a:gd name="T71" fmla="*/ 51 h 119"/>
                <a:gd name="T72" fmla="*/ 119 w 119"/>
                <a:gd name="T73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9" h="119">
                  <a:moveTo>
                    <a:pt x="119" y="64"/>
                  </a:moveTo>
                  <a:lnTo>
                    <a:pt x="119" y="64"/>
                  </a:lnTo>
                  <a:lnTo>
                    <a:pt x="118" y="77"/>
                  </a:lnTo>
                  <a:lnTo>
                    <a:pt x="113" y="87"/>
                  </a:lnTo>
                  <a:lnTo>
                    <a:pt x="106" y="97"/>
                  </a:lnTo>
                  <a:lnTo>
                    <a:pt x="98" y="105"/>
                  </a:lnTo>
                  <a:lnTo>
                    <a:pt x="89" y="112"/>
                  </a:lnTo>
                  <a:lnTo>
                    <a:pt x="78" y="117"/>
                  </a:lnTo>
                  <a:lnTo>
                    <a:pt x="66" y="119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42" y="118"/>
                  </a:lnTo>
                  <a:lnTo>
                    <a:pt x="31" y="114"/>
                  </a:lnTo>
                  <a:lnTo>
                    <a:pt x="23" y="107"/>
                  </a:lnTo>
                  <a:lnTo>
                    <a:pt x="14" y="100"/>
                  </a:lnTo>
                  <a:lnTo>
                    <a:pt x="7" y="90"/>
                  </a:lnTo>
                  <a:lnTo>
                    <a:pt x="3" y="78"/>
                  </a:lnTo>
                  <a:lnTo>
                    <a:pt x="0" y="67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1" y="43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0" y="14"/>
                  </a:lnTo>
                  <a:lnTo>
                    <a:pt x="30" y="7"/>
                  </a:lnTo>
                  <a:lnTo>
                    <a:pt x="40" y="3"/>
                  </a:lnTo>
                  <a:lnTo>
                    <a:pt x="51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5" y="2"/>
                  </a:lnTo>
                  <a:lnTo>
                    <a:pt x="86" y="6"/>
                  </a:lnTo>
                  <a:lnTo>
                    <a:pt x="96" y="13"/>
                  </a:lnTo>
                  <a:lnTo>
                    <a:pt x="105" y="20"/>
                  </a:lnTo>
                  <a:lnTo>
                    <a:pt x="112" y="30"/>
                  </a:lnTo>
                  <a:lnTo>
                    <a:pt x="116" y="40"/>
                  </a:lnTo>
                  <a:lnTo>
                    <a:pt x="119" y="51"/>
                  </a:lnTo>
                  <a:lnTo>
                    <a:pt x="119" y="64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Freeform: Shape 28">
              <a:extLst>
                <a:ext uri="{FF2B5EF4-FFF2-40B4-BE49-F238E27FC236}">
                  <a16:creationId xmlns:a16="http://schemas.microsoft.com/office/drawing/2014/main" id="{C02EC03F-E69E-459F-A34C-042C0046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276" y="4448644"/>
              <a:ext cx="188913" cy="188913"/>
            </a:xfrm>
            <a:custGeom>
              <a:avLst/>
              <a:gdLst>
                <a:gd name="T0" fmla="*/ 119 w 119"/>
                <a:gd name="T1" fmla="*/ 64 h 119"/>
                <a:gd name="T2" fmla="*/ 119 w 119"/>
                <a:gd name="T3" fmla="*/ 64 h 119"/>
                <a:gd name="T4" fmla="*/ 118 w 119"/>
                <a:gd name="T5" fmla="*/ 77 h 119"/>
                <a:gd name="T6" fmla="*/ 113 w 119"/>
                <a:gd name="T7" fmla="*/ 87 h 119"/>
                <a:gd name="T8" fmla="*/ 106 w 119"/>
                <a:gd name="T9" fmla="*/ 97 h 119"/>
                <a:gd name="T10" fmla="*/ 98 w 119"/>
                <a:gd name="T11" fmla="*/ 105 h 119"/>
                <a:gd name="T12" fmla="*/ 89 w 119"/>
                <a:gd name="T13" fmla="*/ 112 h 119"/>
                <a:gd name="T14" fmla="*/ 78 w 119"/>
                <a:gd name="T15" fmla="*/ 117 h 119"/>
                <a:gd name="T16" fmla="*/ 66 w 119"/>
                <a:gd name="T17" fmla="*/ 119 h 119"/>
                <a:gd name="T18" fmla="*/ 55 w 119"/>
                <a:gd name="T19" fmla="*/ 119 h 119"/>
                <a:gd name="T20" fmla="*/ 55 w 119"/>
                <a:gd name="T21" fmla="*/ 119 h 119"/>
                <a:gd name="T22" fmla="*/ 42 w 119"/>
                <a:gd name="T23" fmla="*/ 118 h 119"/>
                <a:gd name="T24" fmla="*/ 31 w 119"/>
                <a:gd name="T25" fmla="*/ 114 h 119"/>
                <a:gd name="T26" fmla="*/ 23 w 119"/>
                <a:gd name="T27" fmla="*/ 107 h 119"/>
                <a:gd name="T28" fmla="*/ 14 w 119"/>
                <a:gd name="T29" fmla="*/ 100 h 119"/>
                <a:gd name="T30" fmla="*/ 7 w 119"/>
                <a:gd name="T31" fmla="*/ 90 h 119"/>
                <a:gd name="T32" fmla="*/ 3 w 119"/>
                <a:gd name="T33" fmla="*/ 78 h 119"/>
                <a:gd name="T34" fmla="*/ 0 w 119"/>
                <a:gd name="T35" fmla="*/ 67 h 119"/>
                <a:gd name="T36" fmla="*/ 0 w 119"/>
                <a:gd name="T37" fmla="*/ 56 h 119"/>
                <a:gd name="T38" fmla="*/ 0 w 119"/>
                <a:gd name="T39" fmla="*/ 56 h 119"/>
                <a:gd name="T40" fmla="*/ 1 w 119"/>
                <a:gd name="T41" fmla="*/ 43 h 119"/>
                <a:gd name="T42" fmla="*/ 6 w 119"/>
                <a:gd name="T43" fmla="*/ 33 h 119"/>
                <a:gd name="T44" fmla="*/ 13 w 119"/>
                <a:gd name="T45" fmla="*/ 23 h 119"/>
                <a:gd name="T46" fmla="*/ 20 w 119"/>
                <a:gd name="T47" fmla="*/ 14 h 119"/>
                <a:gd name="T48" fmla="*/ 30 w 119"/>
                <a:gd name="T49" fmla="*/ 7 h 119"/>
                <a:gd name="T50" fmla="*/ 40 w 119"/>
                <a:gd name="T51" fmla="*/ 3 h 119"/>
                <a:gd name="T52" fmla="*/ 51 w 119"/>
                <a:gd name="T53" fmla="*/ 0 h 119"/>
                <a:gd name="T54" fmla="*/ 64 w 119"/>
                <a:gd name="T55" fmla="*/ 0 h 119"/>
                <a:gd name="T56" fmla="*/ 64 w 119"/>
                <a:gd name="T57" fmla="*/ 0 h 119"/>
                <a:gd name="T58" fmla="*/ 75 w 119"/>
                <a:gd name="T59" fmla="*/ 2 h 119"/>
                <a:gd name="T60" fmla="*/ 86 w 119"/>
                <a:gd name="T61" fmla="*/ 6 h 119"/>
                <a:gd name="T62" fmla="*/ 96 w 119"/>
                <a:gd name="T63" fmla="*/ 13 h 119"/>
                <a:gd name="T64" fmla="*/ 105 w 119"/>
                <a:gd name="T65" fmla="*/ 20 h 119"/>
                <a:gd name="T66" fmla="*/ 112 w 119"/>
                <a:gd name="T67" fmla="*/ 30 h 119"/>
                <a:gd name="T68" fmla="*/ 116 w 119"/>
                <a:gd name="T69" fmla="*/ 40 h 119"/>
                <a:gd name="T70" fmla="*/ 119 w 119"/>
                <a:gd name="T71" fmla="*/ 51 h 119"/>
                <a:gd name="T72" fmla="*/ 119 w 119"/>
                <a:gd name="T73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9" h="119">
                  <a:moveTo>
                    <a:pt x="119" y="64"/>
                  </a:moveTo>
                  <a:lnTo>
                    <a:pt x="119" y="64"/>
                  </a:lnTo>
                  <a:lnTo>
                    <a:pt x="118" y="77"/>
                  </a:lnTo>
                  <a:lnTo>
                    <a:pt x="113" y="87"/>
                  </a:lnTo>
                  <a:lnTo>
                    <a:pt x="106" y="97"/>
                  </a:lnTo>
                  <a:lnTo>
                    <a:pt x="98" y="105"/>
                  </a:lnTo>
                  <a:lnTo>
                    <a:pt x="89" y="112"/>
                  </a:lnTo>
                  <a:lnTo>
                    <a:pt x="78" y="117"/>
                  </a:lnTo>
                  <a:lnTo>
                    <a:pt x="66" y="119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42" y="118"/>
                  </a:lnTo>
                  <a:lnTo>
                    <a:pt x="31" y="114"/>
                  </a:lnTo>
                  <a:lnTo>
                    <a:pt x="23" y="107"/>
                  </a:lnTo>
                  <a:lnTo>
                    <a:pt x="14" y="100"/>
                  </a:lnTo>
                  <a:lnTo>
                    <a:pt x="7" y="90"/>
                  </a:lnTo>
                  <a:lnTo>
                    <a:pt x="3" y="78"/>
                  </a:lnTo>
                  <a:lnTo>
                    <a:pt x="0" y="67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1" y="43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0" y="14"/>
                  </a:lnTo>
                  <a:lnTo>
                    <a:pt x="30" y="7"/>
                  </a:lnTo>
                  <a:lnTo>
                    <a:pt x="40" y="3"/>
                  </a:lnTo>
                  <a:lnTo>
                    <a:pt x="51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5" y="2"/>
                  </a:lnTo>
                  <a:lnTo>
                    <a:pt x="86" y="6"/>
                  </a:lnTo>
                  <a:lnTo>
                    <a:pt x="96" y="13"/>
                  </a:lnTo>
                  <a:lnTo>
                    <a:pt x="105" y="20"/>
                  </a:lnTo>
                  <a:lnTo>
                    <a:pt x="112" y="30"/>
                  </a:lnTo>
                  <a:lnTo>
                    <a:pt x="116" y="40"/>
                  </a:lnTo>
                  <a:lnTo>
                    <a:pt x="119" y="51"/>
                  </a:lnTo>
                  <a:lnTo>
                    <a:pt x="119" y="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29">
              <a:extLst>
                <a:ext uri="{FF2B5EF4-FFF2-40B4-BE49-F238E27FC236}">
                  <a16:creationId xmlns:a16="http://schemas.microsoft.com/office/drawing/2014/main" id="{EEBF19B7-EB95-4EB4-8CC2-7200D6A51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989" y="4289894"/>
              <a:ext cx="280988" cy="287338"/>
            </a:xfrm>
            <a:custGeom>
              <a:avLst/>
              <a:gdLst>
                <a:gd name="T0" fmla="*/ 0 w 177"/>
                <a:gd name="T1" fmla="*/ 35 h 181"/>
                <a:gd name="T2" fmla="*/ 138 w 177"/>
                <a:gd name="T3" fmla="*/ 181 h 181"/>
                <a:gd name="T4" fmla="*/ 177 w 177"/>
                <a:gd name="T5" fmla="*/ 149 h 181"/>
                <a:gd name="T6" fmla="*/ 42 w 177"/>
                <a:gd name="T7" fmla="*/ 0 h 181"/>
                <a:gd name="T8" fmla="*/ 0 w 177"/>
                <a:gd name="T9" fmla="*/ 3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81">
                  <a:moveTo>
                    <a:pt x="0" y="35"/>
                  </a:moveTo>
                  <a:lnTo>
                    <a:pt x="138" y="181"/>
                  </a:lnTo>
                  <a:lnTo>
                    <a:pt x="177" y="149"/>
                  </a:lnTo>
                  <a:lnTo>
                    <a:pt x="42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Freeform: Shape 30">
              <a:extLst>
                <a:ext uri="{FF2B5EF4-FFF2-40B4-BE49-F238E27FC236}">
                  <a16:creationId xmlns:a16="http://schemas.microsoft.com/office/drawing/2014/main" id="{871D073C-409E-42E9-96B4-9BBA3D39D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964" y="4489919"/>
              <a:ext cx="107950" cy="107950"/>
            </a:xfrm>
            <a:custGeom>
              <a:avLst/>
              <a:gdLst>
                <a:gd name="T0" fmla="*/ 68 w 68"/>
                <a:gd name="T1" fmla="*/ 37 h 68"/>
                <a:gd name="T2" fmla="*/ 68 w 68"/>
                <a:gd name="T3" fmla="*/ 37 h 68"/>
                <a:gd name="T4" fmla="*/ 67 w 68"/>
                <a:gd name="T5" fmla="*/ 44 h 68"/>
                <a:gd name="T6" fmla="*/ 64 w 68"/>
                <a:gd name="T7" fmla="*/ 49 h 68"/>
                <a:gd name="T8" fmla="*/ 61 w 68"/>
                <a:gd name="T9" fmla="*/ 55 h 68"/>
                <a:gd name="T10" fmla="*/ 57 w 68"/>
                <a:gd name="T11" fmla="*/ 59 h 68"/>
                <a:gd name="T12" fmla="*/ 51 w 68"/>
                <a:gd name="T13" fmla="*/ 64 h 68"/>
                <a:gd name="T14" fmla="*/ 46 w 68"/>
                <a:gd name="T15" fmla="*/ 66 h 68"/>
                <a:gd name="T16" fmla="*/ 39 w 68"/>
                <a:gd name="T17" fmla="*/ 68 h 68"/>
                <a:gd name="T18" fmla="*/ 32 w 68"/>
                <a:gd name="T19" fmla="*/ 68 h 68"/>
                <a:gd name="T20" fmla="*/ 32 w 68"/>
                <a:gd name="T21" fmla="*/ 68 h 68"/>
                <a:gd name="T22" fmla="*/ 24 w 68"/>
                <a:gd name="T23" fmla="*/ 66 h 68"/>
                <a:gd name="T24" fmla="*/ 19 w 68"/>
                <a:gd name="T25" fmla="*/ 64 h 68"/>
                <a:gd name="T26" fmla="*/ 13 w 68"/>
                <a:gd name="T27" fmla="*/ 61 h 68"/>
                <a:gd name="T28" fmla="*/ 7 w 68"/>
                <a:gd name="T29" fmla="*/ 57 h 68"/>
                <a:gd name="T30" fmla="*/ 5 w 68"/>
                <a:gd name="T31" fmla="*/ 51 h 68"/>
                <a:gd name="T32" fmla="*/ 2 w 68"/>
                <a:gd name="T33" fmla="*/ 45 h 68"/>
                <a:gd name="T34" fmla="*/ 0 w 68"/>
                <a:gd name="T35" fmla="*/ 38 h 68"/>
                <a:gd name="T36" fmla="*/ 0 w 68"/>
                <a:gd name="T37" fmla="*/ 31 h 68"/>
                <a:gd name="T38" fmla="*/ 0 w 68"/>
                <a:gd name="T39" fmla="*/ 31 h 68"/>
                <a:gd name="T40" fmla="*/ 2 w 68"/>
                <a:gd name="T41" fmla="*/ 24 h 68"/>
                <a:gd name="T42" fmla="*/ 3 w 68"/>
                <a:gd name="T43" fmla="*/ 18 h 68"/>
                <a:gd name="T44" fmla="*/ 7 w 68"/>
                <a:gd name="T45" fmla="*/ 13 h 68"/>
                <a:gd name="T46" fmla="*/ 12 w 68"/>
                <a:gd name="T47" fmla="*/ 8 h 68"/>
                <a:gd name="T48" fmla="*/ 17 w 68"/>
                <a:gd name="T49" fmla="*/ 4 h 68"/>
                <a:gd name="T50" fmla="*/ 23 w 68"/>
                <a:gd name="T51" fmla="*/ 1 h 68"/>
                <a:gd name="T52" fmla="*/ 30 w 68"/>
                <a:gd name="T53" fmla="*/ 0 h 68"/>
                <a:gd name="T54" fmla="*/ 37 w 68"/>
                <a:gd name="T55" fmla="*/ 0 h 68"/>
                <a:gd name="T56" fmla="*/ 37 w 68"/>
                <a:gd name="T57" fmla="*/ 0 h 68"/>
                <a:gd name="T58" fmla="*/ 43 w 68"/>
                <a:gd name="T59" fmla="*/ 1 h 68"/>
                <a:gd name="T60" fmla="*/ 50 w 68"/>
                <a:gd name="T61" fmla="*/ 3 h 68"/>
                <a:gd name="T62" fmla="*/ 56 w 68"/>
                <a:gd name="T63" fmla="*/ 7 h 68"/>
                <a:gd name="T64" fmla="*/ 60 w 68"/>
                <a:gd name="T65" fmla="*/ 11 h 68"/>
                <a:gd name="T66" fmla="*/ 64 w 68"/>
                <a:gd name="T67" fmla="*/ 17 h 68"/>
                <a:gd name="T68" fmla="*/ 67 w 68"/>
                <a:gd name="T69" fmla="*/ 23 h 68"/>
                <a:gd name="T70" fmla="*/ 68 w 68"/>
                <a:gd name="T71" fmla="*/ 30 h 68"/>
                <a:gd name="T72" fmla="*/ 68 w 68"/>
                <a:gd name="T73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68">
                  <a:moveTo>
                    <a:pt x="68" y="37"/>
                  </a:moveTo>
                  <a:lnTo>
                    <a:pt x="68" y="37"/>
                  </a:lnTo>
                  <a:lnTo>
                    <a:pt x="67" y="44"/>
                  </a:lnTo>
                  <a:lnTo>
                    <a:pt x="64" y="49"/>
                  </a:lnTo>
                  <a:lnTo>
                    <a:pt x="61" y="55"/>
                  </a:lnTo>
                  <a:lnTo>
                    <a:pt x="57" y="59"/>
                  </a:lnTo>
                  <a:lnTo>
                    <a:pt x="51" y="64"/>
                  </a:lnTo>
                  <a:lnTo>
                    <a:pt x="46" y="66"/>
                  </a:lnTo>
                  <a:lnTo>
                    <a:pt x="39" y="68"/>
                  </a:lnTo>
                  <a:lnTo>
                    <a:pt x="32" y="68"/>
                  </a:lnTo>
                  <a:lnTo>
                    <a:pt x="32" y="68"/>
                  </a:lnTo>
                  <a:lnTo>
                    <a:pt x="24" y="66"/>
                  </a:lnTo>
                  <a:lnTo>
                    <a:pt x="19" y="64"/>
                  </a:lnTo>
                  <a:lnTo>
                    <a:pt x="13" y="61"/>
                  </a:lnTo>
                  <a:lnTo>
                    <a:pt x="7" y="57"/>
                  </a:lnTo>
                  <a:lnTo>
                    <a:pt x="5" y="51"/>
                  </a:lnTo>
                  <a:lnTo>
                    <a:pt x="2" y="45"/>
                  </a:lnTo>
                  <a:lnTo>
                    <a:pt x="0" y="38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2" y="24"/>
                  </a:lnTo>
                  <a:lnTo>
                    <a:pt x="3" y="18"/>
                  </a:lnTo>
                  <a:lnTo>
                    <a:pt x="7" y="13"/>
                  </a:lnTo>
                  <a:lnTo>
                    <a:pt x="12" y="8"/>
                  </a:lnTo>
                  <a:lnTo>
                    <a:pt x="17" y="4"/>
                  </a:lnTo>
                  <a:lnTo>
                    <a:pt x="23" y="1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50" y="3"/>
                  </a:lnTo>
                  <a:lnTo>
                    <a:pt x="56" y="7"/>
                  </a:lnTo>
                  <a:lnTo>
                    <a:pt x="60" y="11"/>
                  </a:lnTo>
                  <a:lnTo>
                    <a:pt x="64" y="17"/>
                  </a:lnTo>
                  <a:lnTo>
                    <a:pt x="67" y="23"/>
                  </a:lnTo>
                  <a:lnTo>
                    <a:pt x="68" y="30"/>
                  </a:lnTo>
                  <a:lnTo>
                    <a:pt x="68" y="37"/>
                  </a:lnTo>
                  <a:close/>
                </a:path>
              </a:pathLst>
            </a:custGeom>
            <a:solidFill>
              <a:srgbClr val="D1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Freeform: Shape 31">
              <a:extLst>
                <a:ext uri="{FF2B5EF4-FFF2-40B4-BE49-F238E27FC236}">
                  <a16:creationId xmlns:a16="http://schemas.microsoft.com/office/drawing/2014/main" id="{EFAD2A15-7713-4803-9390-C51B9D19D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964" y="4489919"/>
              <a:ext cx="107950" cy="107950"/>
            </a:xfrm>
            <a:custGeom>
              <a:avLst/>
              <a:gdLst>
                <a:gd name="T0" fmla="*/ 68 w 68"/>
                <a:gd name="T1" fmla="*/ 37 h 68"/>
                <a:gd name="T2" fmla="*/ 68 w 68"/>
                <a:gd name="T3" fmla="*/ 37 h 68"/>
                <a:gd name="T4" fmla="*/ 67 w 68"/>
                <a:gd name="T5" fmla="*/ 44 h 68"/>
                <a:gd name="T6" fmla="*/ 64 w 68"/>
                <a:gd name="T7" fmla="*/ 49 h 68"/>
                <a:gd name="T8" fmla="*/ 61 w 68"/>
                <a:gd name="T9" fmla="*/ 55 h 68"/>
                <a:gd name="T10" fmla="*/ 57 w 68"/>
                <a:gd name="T11" fmla="*/ 59 h 68"/>
                <a:gd name="T12" fmla="*/ 51 w 68"/>
                <a:gd name="T13" fmla="*/ 64 h 68"/>
                <a:gd name="T14" fmla="*/ 46 w 68"/>
                <a:gd name="T15" fmla="*/ 66 h 68"/>
                <a:gd name="T16" fmla="*/ 39 w 68"/>
                <a:gd name="T17" fmla="*/ 68 h 68"/>
                <a:gd name="T18" fmla="*/ 32 w 68"/>
                <a:gd name="T19" fmla="*/ 68 h 68"/>
                <a:gd name="T20" fmla="*/ 32 w 68"/>
                <a:gd name="T21" fmla="*/ 68 h 68"/>
                <a:gd name="T22" fmla="*/ 24 w 68"/>
                <a:gd name="T23" fmla="*/ 66 h 68"/>
                <a:gd name="T24" fmla="*/ 19 w 68"/>
                <a:gd name="T25" fmla="*/ 64 h 68"/>
                <a:gd name="T26" fmla="*/ 13 w 68"/>
                <a:gd name="T27" fmla="*/ 61 h 68"/>
                <a:gd name="T28" fmla="*/ 7 w 68"/>
                <a:gd name="T29" fmla="*/ 57 h 68"/>
                <a:gd name="T30" fmla="*/ 5 w 68"/>
                <a:gd name="T31" fmla="*/ 51 h 68"/>
                <a:gd name="T32" fmla="*/ 2 w 68"/>
                <a:gd name="T33" fmla="*/ 45 h 68"/>
                <a:gd name="T34" fmla="*/ 0 w 68"/>
                <a:gd name="T35" fmla="*/ 38 h 68"/>
                <a:gd name="T36" fmla="*/ 0 w 68"/>
                <a:gd name="T37" fmla="*/ 31 h 68"/>
                <a:gd name="T38" fmla="*/ 0 w 68"/>
                <a:gd name="T39" fmla="*/ 31 h 68"/>
                <a:gd name="T40" fmla="*/ 2 w 68"/>
                <a:gd name="T41" fmla="*/ 24 h 68"/>
                <a:gd name="T42" fmla="*/ 3 w 68"/>
                <a:gd name="T43" fmla="*/ 18 h 68"/>
                <a:gd name="T44" fmla="*/ 7 w 68"/>
                <a:gd name="T45" fmla="*/ 13 h 68"/>
                <a:gd name="T46" fmla="*/ 12 w 68"/>
                <a:gd name="T47" fmla="*/ 8 h 68"/>
                <a:gd name="T48" fmla="*/ 17 w 68"/>
                <a:gd name="T49" fmla="*/ 4 h 68"/>
                <a:gd name="T50" fmla="*/ 23 w 68"/>
                <a:gd name="T51" fmla="*/ 1 h 68"/>
                <a:gd name="T52" fmla="*/ 30 w 68"/>
                <a:gd name="T53" fmla="*/ 0 h 68"/>
                <a:gd name="T54" fmla="*/ 37 w 68"/>
                <a:gd name="T55" fmla="*/ 0 h 68"/>
                <a:gd name="T56" fmla="*/ 37 w 68"/>
                <a:gd name="T57" fmla="*/ 0 h 68"/>
                <a:gd name="T58" fmla="*/ 43 w 68"/>
                <a:gd name="T59" fmla="*/ 1 h 68"/>
                <a:gd name="T60" fmla="*/ 50 w 68"/>
                <a:gd name="T61" fmla="*/ 3 h 68"/>
                <a:gd name="T62" fmla="*/ 56 w 68"/>
                <a:gd name="T63" fmla="*/ 7 h 68"/>
                <a:gd name="T64" fmla="*/ 60 w 68"/>
                <a:gd name="T65" fmla="*/ 11 h 68"/>
                <a:gd name="T66" fmla="*/ 64 w 68"/>
                <a:gd name="T67" fmla="*/ 17 h 68"/>
                <a:gd name="T68" fmla="*/ 67 w 68"/>
                <a:gd name="T69" fmla="*/ 23 h 68"/>
                <a:gd name="T70" fmla="*/ 68 w 68"/>
                <a:gd name="T71" fmla="*/ 30 h 68"/>
                <a:gd name="T72" fmla="*/ 68 w 68"/>
                <a:gd name="T73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68">
                  <a:moveTo>
                    <a:pt x="68" y="37"/>
                  </a:moveTo>
                  <a:lnTo>
                    <a:pt x="68" y="37"/>
                  </a:lnTo>
                  <a:lnTo>
                    <a:pt x="67" y="44"/>
                  </a:lnTo>
                  <a:lnTo>
                    <a:pt x="64" y="49"/>
                  </a:lnTo>
                  <a:lnTo>
                    <a:pt x="61" y="55"/>
                  </a:lnTo>
                  <a:lnTo>
                    <a:pt x="57" y="59"/>
                  </a:lnTo>
                  <a:lnTo>
                    <a:pt x="51" y="64"/>
                  </a:lnTo>
                  <a:lnTo>
                    <a:pt x="46" y="66"/>
                  </a:lnTo>
                  <a:lnTo>
                    <a:pt x="39" y="68"/>
                  </a:lnTo>
                  <a:lnTo>
                    <a:pt x="32" y="68"/>
                  </a:lnTo>
                  <a:lnTo>
                    <a:pt x="32" y="68"/>
                  </a:lnTo>
                  <a:lnTo>
                    <a:pt x="24" y="66"/>
                  </a:lnTo>
                  <a:lnTo>
                    <a:pt x="19" y="64"/>
                  </a:lnTo>
                  <a:lnTo>
                    <a:pt x="13" y="61"/>
                  </a:lnTo>
                  <a:lnTo>
                    <a:pt x="7" y="57"/>
                  </a:lnTo>
                  <a:lnTo>
                    <a:pt x="5" y="51"/>
                  </a:lnTo>
                  <a:lnTo>
                    <a:pt x="2" y="45"/>
                  </a:lnTo>
                  <a:lnTo>
                    <a:pt x="0" y="38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2" y="24"/>
                  </a:lnTo>
                  <a:lnTo>
                    <a:pt x="3" y="18"/>
                  </a:lnTo>
                  <a:lnTo>
                    <a:pt x="7" y="13"/>
                  </a:lnTo>
                  <a:lnTo>
                    <a:pt x="12" y="8"/>
                  </a:lnTo>
                  <a:lnTo>
                    <a:pt x="17" y="4"/>
                  </a:lnTo>
                  <a:lnTo>
                    <a:pt x="23" y="1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50" y="3"/>
                  </a:lnTo>
                  <a:lnTo>
                    <a:pt x="56" y="7"/>
                  </a:lnTo>
                  <a:lnTo>
                    <a:pt x="60" y="11"/>
                  </a:lnTo>
                  <a:lnTo>
                    <a:pt x="64" y="17"/>
                  </a:lnTo>
                  <a:lnTo>
                    <a:pt x="67" y="23"/>
                  </a:lnTo>
                  <a:lnTo>
                    <a:pt x="68" y="30"/>
                  </a:lnTo>
                  <a:lnTo>
                    <a:pt x="68" y="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Freeform: Shape 32">
              <a:extLst>
                <a:ext uri="{FF2B5EF4-FFF2-40B4-BE49-F238E27FC236}">
                  <a16:creationId xmlns:a16="http://schemas.microsoft.com/office/drawing/2014/main" id="{21BFBE5E-6D3A-4804-A92A-382310C1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651" y="3037356"/>
              <a:ext cx="800100" cy="800100"/>
            </a:xfrm>
            <a:custGeom>
              <a:avLst/>
              <a:gdLst>
                <a:gd name="T0" fmla="*/ 503 w 504"/>
                <a:gd name="T1" fmla="*/ 271 h 504"/>
                <a:gd name="T2" fmla="*/ 494 w 504"/>
                <a:gd name="T3" fmla="*/ 321 h 504"/>
                <a:gd name="T4" fmla="*/ 476 w 504"/>
                <a:gd name="T5" fmla="*/ 368 h 504"/>
                <a:gd name="T6" fmla="*/ 450 w 504"/>
                <a:gd name="T7" fmla="*/ 407 h 504"/>
                <a:gd name="T8" fmla="*/ 416 w 504"/>
                <a:gd name="T9" fmla="*/ 443 h 504"/>
                <a:gd name="T10" fmla="*/ 377 w 504"/>
                <a:gd name="T11" fmla="*/ 471 h 504"/>
                <a:gd name="T12" fmla="*/ 333 w 504"/>
                <a:gd name="T13" fmla="*/ 491 h 504"/>
                <a:gd name="T14" fmla="*/ 285 w 504"/>
                <a:gd name="T15" fmla="*/ 502 h 504"/>
                <a:gd name="T16" fmla="*/ 233 w 504"/>
                <a:gd name="T17" fmla="*/ 504 h 504"/>
                <a:gd name="T18" fmla="*/ 208 w 504"/>
                <a:gd name="T19" fmla="*/ 499 h 504"/>
                <a:gd name="T20" fmla="*/ 160 w 504"/>
                <a:gd name="T21" fmla="*/ 487 h 504"/>
                <a:gd name="T22" fmla="*/ 116 w 504"/>
                <a:gd name="T23" fmla="*/ 464 h 504"/>
                <a:gd name="T24" fmla="*/ 78 w 504"/>
                <a:gd name="T25" fmla="*/ 434 h 504"/>
                <a:gd name="T26" fmla="*/ 46 w 504"/>
                <a:gd name="T27" fmla="*/ 397 h 504"/>
                <a:gd name="T28" fmla="*/ 22 w 504"/>
                <a:gd name="T29" fmla="*/ 355 h 504"/>
                <a:gd name="T30" fmla="*/ 7 w 504"/>
                <a:gd name="T31" fmla="*/ 308 h 504"/>
                <a:gd name="T32" fmla="*/ 0 w 504"/>
                <a:gd name="T33" fmla="*/ 258 h 504"/>
                <a:gd name="T34" fmla="*/ 1 w 504"/>
                <a:gd name="T35" fmla="*/ 233 h 504"/>
                <a:gd name="T36" fmla="*/ 10 w 504"/>
                <a:gd name="T37" fmla="*/ 183 h 504"/>
                <a:gd name="T38" fmla="*/ 28 w 504"/>
                <a:gd name="T39" fmla="*/ 136 h 504"/>
                <a:gd name="T40" fmla="*/ 55 w 504"/>
                <a:gd name="T41" fmla="*/ 95 h 504"/>
                <a:gd name="T42" fmla="*/ 87 w 504"/>
                <a:gd name="T43" fmla="*/ 61 h 504"/>
                <a:gd name="T44" fmla="*/ 127 w 504"/>
                <a:gd name="T45" fmla="*/ 33 h 504"/>
                <a:gd name="T46" fmla="*/ 171 w 504"/>
                <a:gd name="T47" fmla="*/ 13 h 504"/>
                <a:gd name="T48" fmla="*/ 219 w 504"/>
                <a:gd name="T49" fmla="*/ 2 h 504"/>
                <a:gd name="T50" fmla="*/ 270 w 504"/>
                <a:gd name="T51" fmla="*/ 0 h 504"/>
                <a:gd name="T52" fmla="*/ 296 w 504"/>
                <a:gd name="T53" fmla="*/ 3 h 504"/>
                <a:gd name="T54" fmla="*/ 344 w 504"/>
                <a:gd name="T55" fmla="*/ 17 h 504"/>
                <a:gd name="T56" fmla="*/ 388 w 504"/>
                <a:gd name="T57" fmla="*/ 40 h 504"/>
                <a:gd name="T58" fmla="*/ 426 w 504"/>
                <a:gd name="T59" fmla="*/ 70 h 504"/>
                <a:gd name="T60" fmla="*/ 457 w 504"/>
                <a:gd name="T61" fmla="*/ 107 h 504"/>
                <a:gd name="T62" fmla="*/ 482 w 504"/>
                <a:gd name="T63" fmla="*/ 149 h 504"/>
                <a:gd name="T64" fmla="*/ 497 w 504"/>
                <a:gd name="T65" fmla="*/ 195 h 504"/>
                <a:gd name="T66" fmla="*/ 504 w 504"/>
                <a:gd name="T67" fmla="*/ 244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4" h="504">
                  <a:moveTo>
                    <a:pt x="503" y="271"/>
                  </a:moveTo>
                  <a:lnTo>
                    <a:pt x="503" y="271"/>
                  </a:lnTo>
                  <a:lnTo>
                    <a:pt x="500" y="297"/>
                  </a:lnTo>
                  <a:lnTo>
                    <a:pt x="494" y="321"/>
                  </a:lnTo>
                  <a:lnTo>
                    <a:pt x="486" y="345"/>
                  </a:lnTo>
                  <a:lnTo>
                    <a:pt x="476" y="368"/>
                  </a:lnTo>
                  <a:lnTo>
                    <a:pt x="463" y="387"/>
                  </a:lnTo>
                  <a:lnTo>
                    <a:pt x="450" y="407"/>
                  </a:lnTo>
                  <a:lnTo>
                    <a:pt x="433" y="426"/>
                  </a:lnTo>
                  <a:lnTo>
                    <a:pt x="416" y="443"/>
                  </a:lnTo>
                  <a:lnTo>
                    <a:pt x="397" y="457"/>
                  </a:lnTo>
                  <a:lnTo>
                    <a:pt x="377" y="471"/>
                  </a:lnTo>
                  <a:lnTo>
                    <a:pt x="355" y="481"/>
                  </a:lnTo>
                  <a:lnTo>
                    <a:pt x="333" y="491"/>
                  </a:lnTo>
                  <a:lnTo>
                    <a:pt x="309" y="497"/>
                  </a:lnTo>
                  <a:lnTo>
                    <a:pt x="285" y="502"/>
                  </a:lnTo>
                  <a:lnTo>
                    <a:pt x="259" y="504"/>
                  </a:lnTo>
                  <a:lnTo>
                    <a:pt x="233" y="504"/>
                  </a:lnTo>
                  <a:lnTo>
                    <a:pt x="233" y="504"/>
                  </a:lnTo>
                  <a:lnTo>
                    <a:pt x="208" y="499"/>
                  </a:lnTo>
                  <a:lnTo>
                    <a:pt x="182" y="494"/>
                  </a:lnTo>
                  <a:lnTo>
                    <a:pt x="160" y="487"/>
                  </a:lnTo>
                  <a:lnTo>
                    <a:pt x="137" y="475"/>
                  </a:lnTo>
                  <a:lnTo>
                    <a:pt x="116" y="464"/>
                  </a:lnTo>
                  <a:lnTo>
                    <a:pt x="96" y="450"/>
                  </a:lnTo>
                  <a:lnTo>
                    <a:pt x="78" y="434"/>
                  </a:lnTo>
                  <a:lnTo>
                    <a:pt x="61" y="416"/>
                  </a:lnTo>
                  <a:lnTo>
                    <a:pt x="46" y="397"/>
                  </a:lnTo>
                  <a:lnTo>
                    <a:pt x="34" y="376"/>
                  </a:lnTo>
                  <a:lnTo>
                    <a:pt x="22" y="355"/>
                  </a:lnTo>
                  <a:lnTo>
                    <a:pt x="14" y="332"/>
                  </a:lnTo>
                  <a:lnTo>
                    <a:pt x="7" y="308"/>
                  </a:lnTo>
                  <a:lnTo>
                    <a:pt x="2" y="284"/>
                  </a:lnTo>
                  <a:lnTo>
                    <a:pt x="0" y="258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4" y="207"/>
                  </a:lnTo>
                  <a:lnTo>
                    <a:pt x="10" y="183"/>
                  </a:lnTo>
                  <a:lnTo>
                    <a:pt x="18" y="159"/>
                  </a:lnTo>
                  <a:lnTo>
                    <a:pt x="28" y="136"/>
                  </a:lnTo>
                  <a:lnTo>
                    <a:pt x="41" y="115"/>
                  </a:lnTo>
                  <a:lnTo>
                    <a:pt x="55" y="95"/>
                  </a:lnTo>
                  <a:lnTo>
                    <a:pt x="70" y="77"/>
                  </a:lnTo>
                  <a:lnTo>
                    <a:pt x="87" y="61"/>
                  </a:lnTo>
                  <a:lnTo>
                    <a:pt x="107" y="46"/>
                  </a:lnTo>
                  <a:lnTo>
                    <a:pt x="127" y="33"/>
                  </a:lnTo>
                  <a:lnTo>
                    <a:pt x="148" y="22"/>
                  </a:lnTo>
                  <a:lnTo>
                    <a:pt x="171" y="13"/>
                  </a:lnTo>
                  <a:lnTo>
                    <a:pt x="195" y="6"/>
                  </a:lnTo>
                  <a:lnTo>
                    <a:pt x="219" y="2"/>
                  </a:lnTo>
                  <a:lnTo>
                    <a:pt x="245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96" y="3"/>
                  </a:lnTo>
                  <a:lnTo>
                    <a:pt x="321" y="9"/>
                  </a:lnTo>
                  <a:lnTo>
                    <a:pt x="344" y="17"/>
                  </a:lnTo>
                  <a:lnTo>
                    <a:pt x="367" y="27"/>
                  </a:lnTo>
                  <a:lnTo>
                    <a:pt x="388" y="40"/>
                  </a:lnTo>
                  <a:lnTo>
                    <a:pt x="408" y="54"/>
                  </a:lnTo>
                  <a:lnTo>
                    <a:pt x="426" y="70"/>
                  </a:lnTo>
                  <a:lnTo>
                    <a:pt x="443" y="87"/>
                  </a:lnTo>
                  <a:lnTo>
                    <a:pt x="457" y="107"/>
                  </a:lnTo>
                  <a:lnTo>
                    <a:pt x="470" y="127"/>
                  </a:lnTo>
                  <a:lnTo>
                    <a:pt x="482" y="149"/>
                  </a:lnTo>
                  <a:lnTo>
                    <a:pt x="490" y="172"/>
                  </a:lnTo>
                  <a:lnTo>
                    <a:pt x="497" y="195"/>
                  </a:lnTo>
                  <a:lnTo>
                    <a:pt x="501" y="220"/>
                  </a:lnTo>
                  <a:lnTo>
                    <a:pt x="504" y="244"/>
                  </a:lnTo>
                  <a:lnTo>
                    <a:pt x="503" y="27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Freeform: Shape 33">
              <a:extLst>
                <a:ext uri="{FF2B5EF4-FFF2-40B4-BE49-F238E27FC236}">
                  <a16:creationId xmlns:a16="http://schemas.microsoft.com/office/drawing/2014/main" id="{0D4676A9-1A79-4CE1-954C-4572D0507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651" y="3037356"/>
              <a:ext cx="800100" cy="800100"/>
            </a:xfrm>
            <a:custGeom>
              <a:avLst/>
              <a:gdLst>
                <a:gd name="T0" fmla="*/ 503 w 504"/>
                <a:gd name="T1" fmla="*/ 271 h 504"/>
                <a:gd name="T2" fmla="*/ 494 w 504"/>
                <a:gd name="T3" fmla="*/ 321 h 504"/>
                <a:gd name="T4" fmla="*/ 476 w 504"/>
                <a:gd name="T5" fmla="*/ 368 h 504"/>
                <a:gd name="T6" fmla="*/ 450 w 504"/>
                <a:gd name="T7" fmla="*/ 407 h 504"/>
                <a:gd name="T8" fmla="*/ 416 w 504"/>
                <a:gd name="T9" fmla="*/ 443 h 504"/>
                <a:gd name="T10" fmla="*/ 377 w 504"/>
                <a:gd name="T11" fmla="*/ 471 h 504"/>
                <a:gd name="T12" fmla="*/ 333 w 504"/>
                <a:gd name="T13" fmla="*/ 491 h 504"/>
                <a:gd name="T14" fmla="*/ 285 w 504"/>
                <a:gd name="T15" fmla="*/ 502 h 504"/>
                <a:gd name="T16" fmla="*/ 233 w 504"/>
                <a:gd name="T17" fmla="*/ 504 h 504"/>
                <a:gd name="T18" fmla="*/ 208 w 504"/>
                <a:gd name="T19" fmla="*/ 499 h 504"/>
                <a:gd name="T20" fmla="*/ 160 w 504"/>
                <a:gd name="T21" fmla="*/ 487 h 504"/>
                <a:gd name="T22" fmla="*/ 116 w 504"/>
                <a:gd name="T23" fmla="*/ 464 h 504"/>
                <a:gd name="T24" fmla="*/ 78 w 504"/>
                <a:gd name="T25" fmla="*/ 434 h 504"/>
                <a:gd name="T26" fmla="*/ 46 w 504"/>
                <a:gd name="T27" fmla="*/ 397 h 504"/>
                <a:gd name="T28" fmla="*/ 22 w 504"/>
                <a:gd name="T29" fmla="*/ 355 h 504"/>
                <a:gd name="T30" fmla="*/ 7 w 504"/>
                <a:gd name="T31" fmla="*/ 308 h 504"/>
                <a:gd name="T32" fmla="*/ 0 w 504"/>
                <a:gd name="T33" fmla="*/ 258 h 504"/>
                <a:gd name="T34" fmla="*/ 1 w 504"/>
                <a:gd name="T35" fmla="*/ 233 h 504"/>
                <a:gd name="T36" fmla="*/ 10 w 504"/>
                <a:gd name="T37" fmla="*/ 183 h 504"/>
                <a:gd name="T38" fmla="*/ 28 w 504"/>
                <a:gd name="T39" fmla="*/ 136 h 504"/>
                <a:gd name="T40" fmla="*/ 55 w 504"/>
                <a:gd name="T41" fmla="*/ 95 h 504"/>
                <a:gd name="T42" fmla="*/ 87 w 504"/>
                <a:gd name="T43" fmla="*/ 61 h 504"/>
                <a:gd name="T44" fmla="*/ 127 w 504"/>
                <a:gd name="T45" fmla="*/ 33 h 504"/>
                <a:gd name="T46" fmla="*/ 171 w 504"/>
                <a:gd name="T47" fmla="*/ 13 h 504"/>
                <a:gd name="T48" fmla="*/ 219 w 504"/>
                <a:gd name="T49" fmla="*/ 2 h 504"/>
                <a:gd name="T50" fmla="*/ 270 w 504"/>
                <a:gd name="T51" fmla="*/ 0 h 504"/>
                <a:gd name="T52" fmla="*/ 296 w 504"/>
                <a:gd name="T53" fmla="*/ 3 h 504"/>
                <a:gd name="T54" fmla="*/ 344 w 504"/>
                <a:gd name="T55" fmla="*/ 17 h 504"/>
                <a:gd name="T56" fmla="*/ 388 w 504"/>
                <a:gd name="T57" fmla="*/ 40 h 504"/>
                <a:gd name="T58" fmla="*/ 426 w 504"/>
                <a:gd name="T59" fmla="*/ 70 h 504"/>
                <a:gd name="T60" fmla="*/ 457 w 504"/>
                <a:gd name="T61" fmla="*/ 107 h 504"/>
                <a:gd name="T62" fmla="*/ 482 w 504"/>
                <a:gd name="T63" fmla="*/ 149 h 504"/>
                <a:gd name="T64" fmla="*/ 497 w 504"/>
                <a:gd name="T65" fmla="*/ 195 h 504"/>
                <a:gd name="T66" fmla="*/ 504 w 504"/>
                <a:gd name="T67" fmla="*/ 244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4" h="504">
                  <a:moveTo>
                    <a:pt x="503" y="271"/>
                  </a:moveTo>
                  <a:lnTo>
                    <a:pt x="503" y="271"/>
                  </a:lnTo>
                  <a:lnTo>
                    <a:pt x="500" y="297"/>
                  </a:lnTo>
                  <a:lnTo>
                    <a:pt x="494" y="321"/>
                  </a:lnTo>
                  <a:lnTo>
                    <a:pt x="486" y="345"/>
                  </a:lnTo>
                  <a:lnTo>
                    <a:pt x="476" y="368"/>
                  </a:lnTo>
                  <a:lnTo>
                    <a:pt x="463" y="387"/>
                  </a:lnTo>
                  <a:lnTo>
                    <a:pt x="450" y="407"/>
                  </a:lnTo>
                  <a:lnTo>
                    <a:pt x="433" y="426"/>
                  </a:lnTo>
                  <a:lnTo>
                    <a:pt x="416" y="443"/>
                  </a:lnTo>
                  <a:lnTo>
                    <a:pt x="397" y="457"/>
                  </a:lnTo>
                  <a:lnTo>
                    <a:pt x="377" y="471"/>
                  </a:lnTo>
                  <a:lnTo>
                    <a:pt x="355" y="481"/>
                  </a:lnTo>
                  <a:lnTo>
                    <a:pt x="333" y="491"/>
                  </a:lnTo>
                  <a:lnTo>
                    <a:pt x="309" y="497"/>
                  </a:lnTo>
                  <a:lnTo>
                    <a:pt x="285" y="502"/>
                  </a:lnTo>
                  <a:lnTo>
                    <a:pt x="259" y="504"/>
                  </a:lnTo>
                  <a:lnTo>
                    <a:pt x="233" y="504"/>
                  </a:lnTo>
                  <a:lnTo>
                    <a:pt x="233" y="504"/>
                  </a:lnTo>
                  <a:lnTo>
                    <a:pt x="208" y="499"/>
                  </a:lnTo>
                  <a:lnTo>
                    <a:pt x="182" y="494"/>
                  </a:lnTo>
                  <a:lnTo>
                    <a:pt x="160" y="487"/>
                  </a:lnTo>
                  <a:lnTo>
                    <a:pt x="137" y="475"/>
                  </a:lnTo>
                  <a:lnTo>
                    <a:pt x="116" y="464"/>
                  </a:lnTo>
                  <a:lnTo>
                    <a:pt x="96" y="450"/>
                  </a:lnTo>
                  <a:lnTo>
                    <a:pt x="78" y="434"/>
                  </a:lnTo>
                  <a:lnTo>
                    <a:pt x="61" y="416"/>
                  </a:lnTo>
                  <a:lnTo>
                    <a:pt x="46" y="397"/>
                  </a:lnTo>
                  <a:lnTo>
                    <a:pt x="34" y="376"/>
                  </a:lnTo>
                  <a:lnTo>
                    <a:pt x="22" y="355"/>
                  </a:lnTo>
                  <a:lnTo>
                    <a:pt x="14" y="332"/>
                  </a:lnTo>
                  <a:lnTo>
                    <a:pt x="7" y="308"/>
                  </a:lnTo>
                  <a:lnTo>
                    <a:pt x="2" y="284"/>
                  </a:lnTo>
                  <a:lnTo>
                    <a:pt x="0" y="258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4" y="207"/>
                  </a:lnTo>
                  <a:lnTo>
                    <a:pt x="10" y="183"/>
                  </a:lnTo>
                  <a:lnTo>
                    <a:pt x="18" y="159"/>
                  </a:lnTo>
                  <a:lnTo>
                    <a:pt x="28" y="136"/>
                  </a:lnTo>
                  <a:lnTo>
                    <a:pt x="41" y="115"/>
                  </a:lnTo>
                  <a:lnTo>
                    <a:pt x="55" y="95"/>
                  </a:lnTo>
                  <a:lnTo>
                    <a:pt x="70" y="77"/>
                  </a:lnTo>
                  <a:lnTo>
                    <a:pt x="87" y="61"/>
                  </a:lnTo>
                  <a:lnTo>
                    <a:pt x="107" y="46"/>
                  </a:lnTo>
                  <a:lnTo>
                    <a:pt x="127" y="33"/>
                  </a:lnTo>
                  <a:lnTo>
                    <a:pt x="148" y="22"/>
                  </a:lnTo>
                  <a:lnTo>
                    <a:pt x="171" y="13"/>
                  </a:lnTo>
                  <a:lnTo>
                    <a:pt x="195" y="6"/>
                  </a:lnTo>
                  <a:lnTo>
                    <a:pt x="219" y="2"/>
                  </a:lnTo>
                  <a:lnTo>
                    <a:pt x="245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96" y="3"/>
                  </a:lnTo>
                  <a:lnTo>
                    <a:pt x="321" y="9"/>
                  </a:lnTo>
                  <a:lnTo>
                    <a:pt x="344" y="17"/>
                  </a:lnTo>
                  <a:lnTo>
                    <a:pt x="367" y="27"/>
                  </a:lnTo>
                  <a:lnTo>
                    <a:pt x="388" y="40"/>
                  </a:lnTo>
                  <a:lnTo>
                    <a:pt x="408" y="54"/>
                  </a:lnTo>
                  <a:lnTo>
                    <a:pt x="426" y="70"/>
                  </a:lnTo>
                  <a:lnTo>
                    <a:pt x="443" y="87"/>
                  </a:lnTo>
                  <a:lnTo>
                    <a:pt x="457" y="107"/>
                  </a:lnTo>
                  <a:lnTo>
                    <a:pt x="470" y="127"/>
                  </a:lnTo>
                  <a:lnTo>
                    <a:pt x="482" y="149"/>
                  </a:lnTo>
                  <a:lnTo>
                    <a:pt x="490" y="172"/>
                  </a:lnTo>
                  <a:lnTo>
                    <a:pt x="497" y="195"/>
                  </a:lnTo>
                  <a:lnTo>
                    <a:pt x="501" y="220"/>
                  </a:lnTo>
                  <a:lnTo>
                    <a:pt x="504" y="244"/>
                  </a:lnTo>
                  <a:lnTo>
                    <a:pt x="503" y="2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Freeform: Shape 34">
              <a:extLst>
                <a:ext uri="{FF2B5EF4-FFF2-40B4-BE49-F238E27FC236}">
                  <a16:creationId xmlns:a16="http://schemas.microsoft.com/office/drawing/2014/main" id="{3FD9A227-F0B7-466A-9C8F-AD698EBE0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839" y="3142131"/>
              <a:ext cx="593725" cy="590550"/>
            </a:xfrm>
            <a:custGeom>
              <a:avLst/>
              <a:gdLst>
                <a:gd name="T0" fmla="*/ 374 w 374"/>
                <a:gd name="T1" fmla="*/ 199 h 372"/>
                <a:gd name="T2" fmla="*/ 367 w 374"/>
                <a:gd name="T3" fmla="*/ 236 h 372"/>
                <a:gd name="T4" fmla="*/ 353 w 374"/>
                <a:gd name="T5" fmla="*/ 272 h 372"/>
                <a:gd name="T6" fmla="*/ 334 w 374"/>
                <a:gd name="T7" fmla="*/ 302 h 372"/>
                <a:gd name="T8" fmla="*/ 309 w 374"/>
                <a:gd name="T9" fmla="*/ 327 h 372"/>
                <a:gd name="T10" fmla="*/ 279 w 374"/>
                <a:gd name="T11" fmla="*/ 348 h 372"/>
                <a:gd name="T12" fmla="*/ 246 w 374"/>
                <a:gd name="T13" fmla="*/ 363 h 372"/>
                <a:gd name="T14" fmla="*/ 211 w 374"/>
                <a:gd name="T15" fmla="*/ 371 h 372"/>
                <a:gd name="T16" fmla="*/ 173 w 374"/>
                <a:gd name="T17" fmla="*/ 372 h 372"/>
                <a:gd name="T18" fmla="*/ 154 w 374"/>
                <a:gd name="T19" fmla="*/ 370 h 372"/>
                <a:gd name="T20" fmla="*/ 119 w 374"/>
                <a:gd name="T21" fmla="*/ 360 h 372"/>
                <a:gd name="T22" fmla="*/ 86 w 374"/>
                <a:gd name="T23" fmla="*/ 343 h 372"/>
                <a:gd name="T24" fmla="*/ 58 w 374"/>
                <a:gd name="T25" fmla="*/ 321 h 372"/>
                <a:gd name="T26" fmla="*/ 34 w 374"/>
                <a:gd name="T27" fmla="*/ 293 h 372"/>
                <a:gd name="T28" fmla="*/ 17 w 374"/>
                <a:gd name="T29" fmla="*/ 262 h 372"/>
                <a:gd name="T30" fmla="*/ 5 w 374"/>
                <a:gd name="T31" fmla="*/ 228 h 372"/>
                <a:gd name="T32" fmla="*/ 0 w 374"/>
                <a:gd name="T33" fmla="*/ 191 h 372"/>
                <a:gd name="T34" fmla="*/ 1 w 374"/>
                <a:gd name="T35" fmla="*/ 173 h 372"/>
                <a:gd name="T36" fmla="*/ 7 w 374"/>
                <a:gd name="T37" fmla="*/ 134 h 372"/>
                <a:gd name="T38" fmla="*/ 21 w 374"/>
                <a:gd name="T39" fmla="*/ 100 h 372"/>
                <a:gd name="T40" fmla="*/ 39 w 374"/>
                <a:gd name="T41" fmla="*/ 70 h 372"/>
                <a:gd name="T42" fmla="*/ 65 w 374"/>
                <a:gd name="T43" fmla="*/ 44 h 372"/>
                <a:gd name="T44" fmla="*/ 95 w 374"/>
                <a:gd name="T45" fmla="*/ 24 h 372"/>
                <a:gd name="T46" fmla="*/ 127 w 374"/>
                <a:gd name="T47" fmla="*/ 8 h 372"/>
                <a:gd name="T48" fmla="*/ 163 w 374"/>
                <a:gd name="T49" fmla="*/ 1 h 372"/>
                <a:gd name="T50" fmla="*/ 201 w 374"/>
                <a:gd name="T51" fmla="*/ 0 h 372"/>
                <a:gd name="T52" fmla="*/ 220 w 374"/>
                <a:gd name="T53" fmla="*/ 2 h 372"/>
                <a:gd name="T54" fmla="*/ 256 w 374"/>
                <a:gd name="T55" fmla="*/ 12 h 372"/>
                <a:gd name="T56" fmla="*/ 288 w 374"/>
                <a:gd name="T57" fmla="*/ 28 h 372"/>
                <a:gd name="T58" fmla="*/ 316 w 374"/>
                <a:gd name="T59" fmla="*/ 51 h 372"/>
                <a:gd name="T60" fmla="*/ 340 w 374"/>
                <a:gd name="T61" fmla="*/ 78 h 372"/>
                <a:gd name="T62" fmla="*/ 357 w 374"/>
                <a:gd name="T63" fmla="*/ 109 h 372"/>
                <a:gd name="T64" fmla="*/ 370 w 374"/>
                <a:gd name="T65" fmla="*/ 144 h 372"/>
                <a:gd name="T66" fmla="*/ 374 w 374"/>
                <a:gd name="T67" fmla="*/ 181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4" h="372">
                  <a:moveTo>
                    <a:pt x="374" y="199"/>
                  </a:moveTo>
                  <a:lnTo>
                    <a:pt x="374" y="199"/>
                  </a:lnTo>
                  <a:lnTo>
                    <a:pt x="371" y="219"/>
                  </a:lnTo>
                  <a:lnTo>
                    <a:pt x="367" y="236"/>
                  </a:lnTo>
                  <a:lnTo>
                    <a:pt x="361" y="255"/>
                  </a:lnTo>
                  <a:lnTo>
                    <a:pt x="353" y="272"/>
                  </a:lnTo>
                  <a:lnTo>
                    <a:pt x="344" y="287"/>
                  </a:lnTo>
                  <a:lnTo>
                    <a:pt x="334" y="302"/>
                  </a:lnTo>
                  <a:lnTo>
                    <a:pt x="322" y="316"/>
                  </a:lnTo>
                  <a:lnTo>
                    <a:pt x="309" y="327"/>
                  </a:lnTo>
                  <a:lnTo>
                    <a:pt x="295" y="338"/>
                  </a:lnTo>
                  <a:lnTo>
                    <a:pt x="279" y="348"/>
                  </a:lnTo>
                  <a:lnTo>
                    <a:pt x="263" y="357"/>
                  </a:lnTo>
                  <a:lnTo>
                    <a:pt x="246" y="363"/>
                  </a:lnTo>
                  <a:lnTo>
                    <a:pt x="229" y="368"/>
                  </a:lnTo>
                  <a:lnTo>
                    <a:pt x="211" y="371"/>
                  </a:lnTo>
                  <a:lnTo>
                    <a:pt x="193" y="372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54" y="370"/>
                  </a:lnTo>
                  <a:lnTo>
                    <a:pt x="136" y="365"/>
                  </a:lnTo>
                  <a:lnTo>
                    <a:pt x="119" y="360"/>
                  </a:lnTo>
                  <a:lnTo>
                    <a:pt x="102" y="353"/>
                  </a:lnTo>
                  <a:lnTo>
                    <a:pt x="86" y="343"/>
                  </a:lnTo>
                  <a:lnTo>
                    <a:pt x="71" y="333"/>
                  </a:lnTo>
                  <a:lnTo>
                    <a:pt x="58" y="321"/>
                  </a:lnTo>
                  <a:lnTo>
                    <a:pt x="45" y="307"/>
                  </a:lnTo>
                  <a:lnTo>
                    <a:pt x="34" y="293"/>
                  </a:lnTo>
                  <a:lnTo>
                    <a:pt x="24" y="279"/>
                  </a:lnTo>
                  <a:lnTo>
                    <a:pt x="17" y="262"/>
                  </a:lnTo>
                  <a:lnTo>
                    <a:pt x="10" y="245"/>
                  </a:lnTo>
                  <a:lnTo>
                    <a:pt x="5" y="228"/>
                  </a:lnTo>
                  <a:lnTo>
                    <a:pt x="1" y="209"/>
                  </a:lnTo>
                  <a:lnTo>
                    <a:pt x="0" y="191"/>
                  </a:lnTo>
                  <a:lnTo>
                    <a:pt x="1" y="173"/>
                  </a:lnTo>
                  <a:lnTo>
                    <a:pt x="1" y="173"/>
                  </a:lnTo>
                  <a:lnTo>
                    <a:pt x="3" y="153"/>
                  </a:lnTo>
                  <a:lnTo>
                    <a:pt x="7" y="134"/>
                  </a:lnTo>
                  <a:lnTo>
                    <a:pt x="13" y="117"/>
                  </a:lnTo>
                  <a:lnTo>
                    <a:pt x="21" y="100"/>
                  </a:lnTo>
                  <a:lnTo>
                    <a:pt x="30" y="85"/>
                  </a:lnTo>
                  <a:lnTo>
                    <a:pt x="39" y="70"/>
                  </a:lnTo>
                  <a:lnTo>
                    <a:pt x="52" y="56"/>
                  </a:lnTo>
                  <a:lnTo>
                    <a:pt x="65" y="44"/>
                  </a:lnTo>
                  <a:lnTo>
                    <a:pt x="79" y="34"/>
                  </a:lnTo>
                  <a:lnTo>
                    <a:pt x="95" y="24"/>
                  </a:lnTo>
                  <a:lnTo>
                    <a:pt x="110" y="15"/>
                  </a:lnTo>
                  <a:lnTo>
                    <a:pt x="127" y="8"/>
                  </a:lnTo>
                  <a:lnTo>
                    <a:pt x="144" y="4"/>
                  </a:lnTo>
                  <a:lnTo>
                    <a:pt x="163" y="1"/>
                  </a:lnTo>
                  <a:lnTo>
                    <a:pt x="181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20" y="2"/>
                  </a:lnTo>
                  <a:lnTo>
                    <a:pt x="238" y="7"/>
                  </a:lnTo>
                  <a:lnTo>
                    <a:pt x="256" y="12"/>
                  </a:lnTo>
                  <a:lnTo>
                    <a:pt x="272" y="19"/>
                  </a:lnTo>
                  <a:lnTo>
                    <a:pt x="288" y="28"/>
                  </a:lnTo>
                  <a:lnTo>
                    <a:pt x="303" y="39"/>
                  </a:lnTo>
                  <a:lnTo>
                    <a:pt x="316" y="51"/>
                  </a:lnTo>
                  <a:lnTo>
                    <a:pt x="329" y="63"/>
                  </a:lnTo>
                  <a:lnTo>
                    <a:pt x="340" y="78"/>
                  </a:lnTo>
                  <a:lnTo>
                    <a:pt x="350" y="93"/>
                  </a:lnTo>
                  <a:lnTo>
                    <a:pt x="357" y="109"/>
                  </a:lnTo>
                  <a:lnTo>
                    <a:pt x="364" y="126"/>
                  </a:lnTo>
                  <a:lnTo>
                    <a:pt x="370" y="144"/>
                  </a:lnTo>
                  <a:lnTo>
                    <a:pt x="373" y="161"/>
                  </a:lnTo>
                  <a:lnTo>
                    <a:pt x="374" y="181"/>
                  </a:lnTo>
                  <a:lnTo>
                    <a:pt x="374" y="199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Freeform: Shape 35">
              <a:extLst>
                <a:ext uri="{FF2B5EF4-FFF2-40B4-BE49-F238E27FC236}">
                  <a16:creationId xmlns:a16="http://schemas.microsoft.com/office/drawing/2014/main" id="{7912DB70-761D-4CB7-B611-6057CAF6D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839" y="3142131"/>
              <a:ext cx="593725" cy="590550"/>
            </a:xfrm>
            <a:custGeom>
              <a:avLst/>
              <a:gdLst>
                <a:gd name="T0" fmla="*/ 374 w 374"/>
                <a:gd name="T1" fmla="*/ 199 h 372"/>
                <a:gd name="T2" fmla="*/ 367 w 374"/>
                <a:gd name="T3" fmla="*/ 236 h 372"/>
                <a:gd name="T4" fmla="*/ 353 w 374"/>
                <a:gd name="T5" fmla="*/ 272 h 372"/>
                <a:gd name="T6" fmla="*/ 334 w 374"/>
                <a:gd name="T7" fmla="*/ 302 h 372"/>
                <a:gd name="T8" fmla="*/ 309 w 374"/>
                <a:gd name="T9" fmla="*/ 327 h 372"/>
                <a:gd name="T10" fmla="*/ 279 w 374"/>
                <a:gd name="T11" fmla="*/ 348 h 372"/>
                <a:gd name="T12" fmla="*/ 246 w 374"/>
                <a:gd name="T13" fmla="*/ 363 h 372"/>
                <a:gd name="T14" fmla="*/ 211 w 374"/>
                <a:gd name="T15" fmla="*/ 371 h 372"/>
                <a:gd name="T16" fmla="*/ 173 w 374"/>
                <a:gd name="T17" fmla="*/ 372 h 372"/>
                <a:gd name="T18" fmla="*/ 154 w 374"/>
                <a:gd name="T19" fmla="*/ 370 h 372"/>
                <a:gd name="T20" fmla="*/ 119 w 374"/>
                <a:gd name="T21" fmla="*/ 360 h 372"/>
                <a:gd name="T22" fmla="*/ 86 w 374"/>
                <a:gd name="T23" fmla="*/ 343 h 372"/>
                <a:gd name="T24" fmla="*/ 58 w 374"/>
                <a:gd name="T25" fmla="*/ 321 h 372"/>
                <a:gd name="T26" fmla="*/ 34 w 374"/>
                <a:gd name="T27" fmla="*/ 293 h 372"/>
                <a:gd name="T28" fmla="*/ 17 w 374"/>
                <a:gd name="T29" fmla="*/ 262 h 372"/>
                <a:gd name="T30" fmla="*/ 5 w 374"/>
                <a:gd name="T31" fmla="*/ 228 h 372"/>
                <a:gd name="T32" fmla="*/ 0 w 374"/>
                <a:gd name="T33" fmla="*/ 191 h 372"/>
                <a:gd name="T34" fmla="*/ 1 w 374"/>
                <a:gd name="T35" fmla="*/ 173 h 372"/>
                <a:gd name="T36" fmla="*/ 7 w 374"/>
                <a:gd name="T37" fmla="*/ 134 h 372"/>
                <a:gd name="T38" fmla="*/ 21 w 374"/>
                <a:gd name="T39" fmla="*/ 100 h 372"/>
                <a:gd name="T40" fmla="*/ 39 w 374"/>
                <a:gd name="T41" fmla="*/ 70 h 372"/>
                <a:gd name="T42" fmla="*/ 65 w 374"/>
                <a:gd name="T43" fmla="*/ 44 h 372"/>
                <a:gd name="T44" fmla="*/ 95 w 374"/>
                <a:gd name="T45" fmla="*/ 24 h 372"/>
                <a:gd name="T46" fmla="*/ 127 w 374"/>
                <a:gd name="T47" fmla="*/ 8 h 372"/>
                <a:gd name="T48" fmla="*/ 163 w 374"/>
                <a:gd name="T49" fmla="*/ 1 h 372"/>
                <a:gd name="T50" fmla="*/ 201 w 374"/>
                <a:gd name="T51" fmla="*/ 0 h 372"/>
                <a:gd name="T52" fmla="*/ 220 w 374"/>
                <a:gd name="T53" fmla="*/ 2 h 372"/>
                <a:gd name="T54" fmla="*/ 256 w 374"/>
                <a:gd name="T55" fmla="*/ 12 h 372"/>
                <a:gd name="T56" fmla="*/ 288 w 374"/>
                <a:gd name="T57" fmla="*/ 28 h 372"/>
                <a:gd name="T58" fmla="*/ 316 w 374"/>
                <a:gd name="T59" fmla="*/ 51 h 372"/>
                <a:gd name="T60" fmla="*/ 340 w 374"/>
                <a:gd name="T61" fmla="*/ 78 h 372"/>
                <a:gd name="T62" fmla="*/ 357 w 374"/>
                <a:gd name="T63" fmla="*/ 109 h 372"/>
                <a:gd name="T64" fmla="*/ 370 w 374"/>
                <a:gd name="T65" fmla="*/ 144 h 372"/>
                <a:gd name="T66" fmla="*/ 374 w 374"/>
                <a:gd name="T67" fmla="*/ 181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4" h="372">
                  <a:moveTo>
                    <a:pt x="374" y="199"/>
                  </a:moveTo>
                  <a:lnTo>
                    <a:pt x="374" y="199"/>
                  </a:lnTo>
                  <a:lnTo>
                    <a:pt x="371" y="219"/>
                  </a:lnTo>
                  <a:lnTo>
                    <a:pt x="367" y="236"/>
                  </a:lnTo>
                  <a:lnTo>
                    <a:pt x="361" y="255"/>
                  </a:lnTo>
                  <a:lnTo>
                    <a:pt x="353" y="272"/>
                  </a:lnTo>
                  <a:lnTo>
                    <a:pt x="344" y="287"/>
                  </a:lnTo>
                  <a:lnTo>
                    <a:pt x="334" y="302"/>
                  </a:lnTo>
                  <a:lnTo>
                    <a:pt x="322" y="316"/>
                  </a:lnTo>
                  <a:lnTo>
                    <a:pt x="309" y="327"/>
                  </a:lnTo>
                  <a:lnTo>
                    <a:pt x="295" y="338"/>
                  </a:lnTo>
                  <a:lnTo>
                    <a:pt x="279" y="348"/>
                  </a:lnTo>
                  <a:lnTo>
                    <a:pt x="263" y="357"/>
                  </a:lnTo>
                  <a:lnTo>
                    <a:pt x="246" y="363"/>
                  </a:lnTo>
                  <a:lnTo>
                    <a:pt x="229" y="368"/>
                  </a:lnTo>
                  <a:lnTo>
                    <a:pt x="211" y="371"/>
                  </a:lnTo>
                  <a:lnTo>
                    <a:pt x="193" y="372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54" y="370"/>
                  </a:lnTo>
                  <a:lnTo>
                    <a:pt x="136" y="365"/>
                  </a:lnTo>
                  <a:lnTo>
                    <a:pt x="119" y="360"/>
                  </a:lnTo>
                  <a:lnTo>
                    <a:pt x="102" y="353"/>
                  </a:lnTo>
                  <a:lnTo>
                    <a:pt x="86" y="343"/>
                  </a:lnTo>
                  <a:lnTo>
                    <a:pt x="71" y="333"/>
                  </a:lnTo>
                  <a:lnTo>
                    <a:pt x="58" y="321"/>
                  </a:lnTo>
                  <a:lnTo>
                    <a:pt x="45" y="307"/>
                  </a:lnTo>
                  <a:lnTo>
                    <a:pt x="34" y="293"/>
                  </a:lnTo>
                  <a:lnTo>
                    <a:pt x="24" y="279"/>
                  </a:lnTo>
                  <a:lnTo>
                    <a:pt x="17" y="262"/>
                  </a:lnTo>
                  <a:lnTo>
                    <a:pt x="10" y="245"/>
                  </a:lnTo>
                  <a:lnTo>
                    <a:pt x="5" y="228"/>
                  </a:lnTo>
                  <a:lnTo>
                    <a:pt x="1" y="209"/>
                  </a:lnTo>
                  <a:lnTo>
                    <a:pt x="0" y="191"/>
                  </a:lnTo>
                  <a:lnTo>
                    <a:pt x="1" y="173"/>
                  </a:lnTo>
                  <a:lnTo>
                    <a:pt x="1" y="173"/>
                  </a:lnTo>
                  <a:lnTo>
                    <a:pt x="3" y="153"/>
                  </a:lnTo>
                  <a:lnTo>
                    <a:pt x="7" y="134"/>
                  </a:lnTo>
                  <a:lnTo>
                    <a:pt x="13" y="117"/>
                  </a:lnTo>
                  <a:lnTo>
                    <a:pt x="21" y="100"/>
                  </a:lnTo>
                  <a:lnTo>
                    <a:pt x="30" y="85"/>
                  </a:lnTo>
                  <a:lnTo>
                    <a:pt x="39" y="70"/>
                  </a:lnTo>
                  <a:lnTo>
                    <a:pt x="52" y="56"/>
                  </a:lnTo>
                  <a:lnTo>
                    <a:pt x="65" y="44"/>
                  </a:lnTo>
                  <a:lnTo>
                    <a:pt x="79" y="34"/>
                  </a:lnTo>
                  <a:lnTo>
                    <a:pt x="95" y="24"/>
                  </a:lnTo>
                  <a:lnTo>
                    <a:pt x="110" y="15"/>
                  </a:lnTo>
                  <a:lnTo>
                    <a:pt x="127" y="8"/>
                  </a:lnTo>
                  <a:lnTo>
                    <a:pt x="144" y="4"/>
                  </a:lnTo>
                  <a:lnTo>
                    <a:pt x="163" y="1"/>
                  </a:lnTo>
                  <a:lnTo>
                    <a:pt x="181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20" y="2"/>
                  </a:lnTo>
                  <a:lnTo>
                    <a:pt x="238" y="7"/>
                  </a:lnTo>
                  <a:lnTo>
                    <a:pt x="256" y="12"/>
                  </a:lnTo>
                  <a:lnTo>
                    <a:pt x="272" y="19"/>
                  </a:lnTo>
                  <a:lnTo>
                    <a:pt x="288" y="28"/>
                  </a:lnTo>
                  <a:lnTo>
                    <a:pt x="303" y="39"/>
                  </a:lnTo>
                  <a:lnTo>
                    <a:pt x="316" y="51"/>
                  </a:lnTo>
                  <a:lnTo>
                    <a:pt x="329" y="63"/>
                  </a:lnTo>
                  <a:lnTo>
                    <a:pt x="340" y="78"/>
                  </a:lnTo>
                  <a:lnTo>
                    <a:pt x="350" y="93"/>
                  </a:lnTo>
                  <a:lnTo>
                    <a:pt x="357" y="109"/>
                  </a:lnTo>
                  <a:lnTo>
                    <a:pt x="364" y="126"/>
                  </a:lnTo>
                  <a:lnTo>
                    <a:pt x="370" y="144"/>
                  </a:lnTo>
                  <a:lnTo>
                    <a:pt x="373" y="161"/>
                  </a:lnTo>
                  <a:lnTo>
                    <a:pt x="374" y="181"/>
                  </a:lnTo>
                  <a:lnTo>
                    <a:pt x="374" y="1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Freeform: Shape 36">
              <a:extLst>
                <a:ext uri="{FF2B5EF4-FFF2-40B4-BE49-F238E27FC236}">
                  <a16:creationId xmlns:a16="http://schemas.microsoft.com/office/drawing/2014/main" id="{E435D4B6-A95D-40D4-A772-7BEB1FD7F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01" y="3181819"/>
              <a:ext cx="508000" cy="509588"/>
            </a:xfrm>
            <a:custGeom>
              <a:avLst/>
              <a:gdLst>
                <a:gd name="T0" fmla="*/ 320 w 320"/>
                <a:gd name="T1" fmla="*/ 173 h 321"/>
                <a:gd name="T2" fmla="*/ 314 w 320"/>
                <a:gd name="T3" fmla="*/ 204 h 321"/>
                <a:gd name="T4" fmla="*/ 303 w 320"/>
                <a:gd name="T5" fmla="*/ 234 h 321"/>
                <a:gd name="T6" fmla="*/ 286 w 320"/>
                <a:gd name="T7" fmla="*/ 260 h 321"/>
                <a:gd name="T8" fmla="*/ 265 w 320"/>
                <a:gd name="T9" fmla="*/ 282 h 321"/>
                <a:gd name="T10" fmla="*/ 239 w 320"/>
                <a:gd name="T11" fmla="*/ 301 h 321"/>
                <a:gd name="T12" fmla="*/ 211 w 320"/>
                <a:gd name="T13" fmla="*/ 312 h 321"/>
                <a:gd name="T14" fmla="*/ 180 w 320"/>
                <a:gd name="T15" fmla="*/ 319 h 321"/>
                <a:gd name="T16" fmla="*/ 149 w 320"/>
                <a:gd name="T17" fmla="*/ 321 h 321"/>
                <a:gd name="T18" fmla="*/ 132 w 320"/>
                <a:gd name="T19" fmla="*/ 319 h 321"/>
                <a:gd name="T20" fmla="*/ 100 w 320"/>
                <a:gd name="T21" fmla="*/ 309 h 321"/>
                <a:gd name="T22" fmla="*/ 73 w 320"/>
                <a:gd name="T23" fmla="*/ 295 h 321"/>
                <a:gd name="T24" fmla="*/ 49 w 320"/>
                <a:gd name="T25" fmla="*/ 277 h 321"/>
                <a:gd name="T26" fmla="*/ 29 w 320"/>
                <a:gd name="T27" fmla="*/ 254 h 321"/>
                <a:gd name="T28" fmla="*/ 14 w 320"/>
                <a:gd name="T29" fmla="*/ 227 h 321"/>
                <a:gd name="T30" fmla="*/ 4 w 320"/>
                <a:gd name="T31" fmla="*/ 197 h 321"/>
                <a:gd name="T32" fmla="*/ 0 w 320"/>
                <a:gd name="T33" fmla="*/ 165 h 321"/>
                <a:gd name="T34" fmla="*/ 0 w 320"/>
                <a:gd name="T35" fmla="*/ 149 h 321"/>
                <a:gd name="T36" fmla="*/ 5 w 320"/>
                <a:gd name="T37" fmla="*/ 116 h 321"/>
                <a:gd name="T38" fmla="*/ 17 w 320"/>
                <a:gd name="T39" fmla="*/ 88 h 321"/>
                <a:gd name="T40" fmla="*/ 34 w 320"/>
                <a:gd name="T41" fmla="*/ 61 h 321"/>
                <a:gd name="T42" fmla="*/ 55 w 320"/>
                <a:gd name="T43" fmla="*/ 40 h 321"/>
                <a:gd name="T44" fmla="*/ 81 w 320"/>
                <a:gd name="T45" fmla="*/ 21 h 321"/>
                <a:gd name="T46" fmla="*/ 109 w 320"/>
                <a:gd name="T47" fmla="*/ 9 h 321"/>
                <a:gd name="T48" fmla="*/ 140 w 320"/>
                <a:gd name="T49" fmla="*/ 2 h 321"/>
                <a:gd name="T50" fmla="*/ 171 w 320"/>
                <a:gd name="T51" fmla="*/ 2 h 321"/>
                <a:gd name="T52" fmla="*/ 188 w 320"/>
                <a:gd name="T53" fmla="*/ 3 h 321"/>
                <a:gd name="T54" fmla="*/ 219 w 320"/>
                <a:gd name="T55" fmla="*/ 11 h 321"/>
                <a:gd name="T56" fmla="*/ 246 w 320"/>
                <a:gd name="T57" fmla="*/ 26 h 321"/>
                <a:gd name="T58" fmla="*/ 270 w 320"/>
                <a:gd name="T59" fmla="*/ 45 h 321"/>
                <a:gd name="T60" fmla="*/ 290 w 320"/>
                <a:gd name="T61" fmla="*/ 68 h 321"/>
                <a:gd name="T62" fmla="*/ 306 w 320"/>
                <a:gd name="T63" fmla="*/ 95 h 321"/>
                <a:gd name="T64" fmla="*/ 316 w 320"/>
                <a:gd name="T65" fmla="*/ 125 h 321"/>
                <a:gd name="T66" fmla="*/ 320 w 320"/>
                <a:gd name="T67" fmla="*/ 156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321">
                  <a:moveTo>
                    <a:pt x="320" y="173"/>
                  </a:moveTo>
                  <a:lnTo>
                    <a:pt x="320" y="173"/>
                  </a:lnTo>
                  <a:lnTo>
                    <a:pt x="317" y="189"/>
                  </a:lnTo>
                  <a:lnTo>
                    <a:pt x="314" y="204"/>
                  </a:lnTo>
                  <a:lnTo>
                    <a:pt x="309" y="220"/>
                  </a:lnTo>
                  <a:lnTo>
                    <a:pt x="303" y="234"/>
                  </a:lnTo>
                  <a:lnTo>
                    <a:pt x="295" y="247"/>
                  </a:lnTo>
                  <a:lnTo>
                    <a:pt x="286" y="260"/>
                  </a:lnTo>
                  <a:lnTo>
                    <a:pt x="276" y="272"/>
                  </a:lnTo>
                  <a:lnTo>
                    <a:pt x="265" y="282"/>
                  </a:lnTo>
                  <a:lnTo>
                    <a:pt x="252" y="292"/>
                  </a:lnTo>
                  <a:lnTo>
                    <a:pt x="239" y="301"/>
                  </a:lnTo>
                  <a:lnTo>
                    <a:pt x="225" y="306"/>
                  </a:lnTo>
                  <a:lnTo>
                    <a:pt x="211" y="312"/>
                  </a:lnTo>
                  <a:lnTo>
                    <a:pt x="195" y="316"/>
                  </a:lnTo>
                  <a:lnTo>
                    <a:pt x="180" y="319"/>
                  </a:lnTo>
                  <a:lnTo>
                    <a:pt x="164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32" y="319"/>
                  </a:lnTo>
                  <a:lnTo>
                    <a:pt x="116" y="315"/>
                  </a:lnTo>
                  <a:lnTo>
                    <a:pt x="100" y="309"/>
                  </a:lnTo>
                  <a:lnTo>
                    <a:pt x="86" y="304"/>
                  </a:lnTo>
                  <a:lnTo>
                    <a:pt x="73" y="295"/>
                  </a:lnTo>
                  <a:lnTo>
                    <a:pt x="61" y="286"/>
                  </a:lnTo>
                  <a:lnTo>
                    <a:pt x="49" y="277"/>
                  </a:lnTo>
                  <a:lnTo>
                    <a:pt x="38" y="265"/>
                  </a:lnTo>
                  <a:lnTo>
                    <a:pt x="29" y="254"/>
                  </a:lnTo>
                  <a:lnTo>
                    <a:pt x="21" y="240"/>
                  </a:lnTo>
                  <a:lnTo>
                    <a:pt x="14" y="227"/>
                  </a:lnTo>
                  <a:lnTo>
                    <a:pt x="8" y="211"/>
                  </a:lnTo>
                  <a:lnTo>
                    <a:pt x="4" y="197"/>
                  </a:lnTo>
                  <a:lnTo>
                    <a:pt x="1" y="182"/>
                  </a:lnTo>
                  <a:lnTo>
                    <a:pt x="0" y="165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3" y="132"/>
                  </a:lnTo>
                  <a:lnTo>
                    <a:pt x="5" y="116"/>
                  </a:lnTo>
                  <a:lnTo>
                    <a:pt x="11" y="102"/>
                  </a:lnTo>
                  <a:lnTo>
                    <a:pt x="17" y="88"/>
                  </a:lnTo>
                  <a:lnTo>
                    <a:pt x="25" y="74"/>
                  </a:lnTo>
                  <a:lnTo>
                    <a:pt x="34" y="61"/>
                  </a:lnTo>
                  <a:lnTo>
                    <a:pt x="44" y="50"/>
                  </a:lnTo>
                  <a:lnTo>
                    <a:pt x="55" y="40"/>
                  </a:lnTo>
                  <a:lnTo>
                    <a:pt x="68" y="30"/>
                  </a:lnTo>
                  <a:lnTo>
                    <a:pt x="81" y="21"/>
                  </a:lnTo>
                  <a:lnTo>
                    <a:pt x="95" y="14"/>
                  </a:lnTo>
                  <a:lnTo>
                    <a:pt x="109" y="9"/>
                  </a:lnTo>
                  <a:lnTo>
                    <a:pt x="124" y="4"/>
                  </a:lnTo>
                  <a:lnTo>
                    <a:pt x="140" y="2"/>
                  </a:lnTo>
                  <a:lnTo>
                    <a:pt x="156" y="0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88" y="3"/>
                  </a:lnTo>
                  <a:lnTo>
                    <a:pt x="204" y="7"/>
                  </a:lnTo>
                  <a:lnTo>
                    <a:pt x="219" y="11"/>
                  </a:lnTo>
                  <a:lnTo>
                    <a:pt x="234" y="19"/>
                  </a:lnTo>
                  <a:lnTo>
                    <a:pt x="246" y="26"/>
                  </a:lnTo>
                  <a:lnTo>
                    <a:pt x="259" y="36"/>
                  </a:lnTo>
                  <a:lnTo>
                    <a:pt x="270" y="45"/>
                  </a:lnTo>
                  <a:lnTo>
                    <a:pt x="282" y="57"/>
                  </a:lnTo>
                  <a:lnTo>
                    <a:pt x="290" y="68"/>
                  </a:lnTo>
                  <a:lnTo>
                    <a:pt x="299" y="81"/>
                  </a:lnTo>
                  <a:lnTo>
                    <a:pt x="306" y="95"/>
                  </a:lnTo>
                  <a:lnTo>
                    <a:pt x="312" y="109"/>
                  </a:lnTo>
                  <a:lnTo>
                    <a:pt x="316" y="125"/>
                  </a:lnTo>
                  <a:lnTo>
                    <a:pt x="319" y="140"/>
                  </a:lnTo>
                  <a:lnTo>
                    <a:pt x="320" y="156"/>
                  </a:lnTo>
                  <a:lnTo>
                    <a:pt x="320" y="173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Freeform: Shape 37">
              <a:extLst>
                <a:ext uri="{FF2B5EF4-FFF2-40B4-BE49-F238E27FC236}">
                  <a16:creationId xmlns:a16="http://schemas.microsoft.com/office/drawing/2014/main" id="{57E05150-78C4-425E-AF8E-A0AB1CD23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701" y="3181819"/>
              <a:ext cx="508000" cy="509588"/>
            </a:xfrm>
            <a:custGeom>
              <a:avLst/>
              <a:gdLst>
                <a:gd name="T0" fmla="*/ 320 w 320"/>
                <a:gd name="T1" fmla="*/ 173 h 321"/>
                <a:gd name="T2" fmla="*/ 314 w 320"/>
                <a:gd name="T3" fmla="*/ 204 h 321"/>
                <a:gd name="T4" fmla="*/ 303 w 320"/>
                <a:gd name="T5" fmla="*/ 234 h 321"/>
                <a:gd name="T6" fmla="*/ 286 w 320"/>
                <a:gd name="T7" fmla="*/ 260 h 321"/>
                <a:gd name="T8" fmla="*/ 265 w 320"/>
                <a:gd name="T9" fmla="*/ 282 h 321"/>
                <a:gd name="T10" fmla="*/ 239 w 320"/>
                <a:gd name="T11" fmla="*/ 301 h 321"/>
                <a:gd name="T12" fmla="*/ 211 w 320"/>
                <a:gd name="T13" fmla="*/ 312 h 321"/>
                <a:gd name="T14" fmla="*/ 180 w 320"/>
                <a:gd name="T15" fmla="*/ 319 h 321"/>
                <a:gd name="T16" fmla="*/ 149 w 320"/>
                <a:gd name="T17" fmla="*/ 321 h 321"/>
                <a:gd name="T18" fmla="*/ 132 w 320"/>
                <a:gd name="T19" fmla="*/ 319 h 321"/>
                <a:gd name="T20" fmla="*/ 100 w 320"/>
                <a:gd name="T21" fmla="*/ 309 h 321"/>
                <a:gd name="T22" fmla="*/ 73 w 320"/>
                <a:gd name="T23" fmla="*/ 295 h 321"/>
                <a:gd name="T24" fmla="*/ 49 w 320"/>
                <a:gd name="T25" fmla="*/ 277 h 321"/>
                <a:gd name="T26" fmla="*/ 29 w 320"/>
                <a:gd name="T27" fmla="*/ 254 h 321"/>
                <a:gd name="T28" fmla="*/ 14 w 320"/>
                <a:gd name="T29" fmla="*/ 227 h 321"/>
                <a:gd name="T30" fmla="*/ 4 w 320"/>
                <a:gd name="T31" fmla="*/ 197 h 321"/>
                <a:gd name="T32" fmla="*/ 0 w 320"/>
                <a:gd name="T33" fmla="*/ 165 h 321"/>
                <a:gd name="T34" fmla="*/ 0 w 320"/>
                <a:gd name="T35" fmla="*/ 149 h 321"/>
                <a:gd name="T36" fmla="*/ 5 w 320"/>
                <a:gd name="T37" fmla="*/ 116 h 321"/>
                <a:gd name="T38" fmla="*/ 17 w 320"/>
                <a:gd name="T39" fmla="*/ 88 h 321"/>
                <a:gd name="T40" fmla="*/ 34 w 320"/>
                <a:gd name="T41" fmla="*/ 61 h 321"/>
                <a:gd name="T42" fmla="*/ 55 w 320"/>
                <a:gd name="T43" fmla="*/ 40 h 321"/>
                <a:gd name="T44" fmla="*/ 81 w 320"/>
                <a:gd name="T45" fmla="*/ 21 h 321"/>
                <a:gd name="T46" fmla="*/ 109 w 320"/>
                <a:gd name="T47" fmla="*/ 9 h 321"/>
                <a:gd name="T48" fmla="*/ 140 w 320"/>
                <a:gd name="T49" fmla="*/ 2 h 321"/>
                <a:gd name="T50" fmla="*/ 171 w 320"/>
                <a:gd name="T51" fmla="*/ 2 h 321"/>
                <a:gd name="T52" fmla="*/ 188 w 320"/>
                <a:gd name="T53" fmla="*/ 3 h 321"/>
                <a:gd name="T54" fmla="*/ 219 w 320"/>
                <a:gd name="T55" fmla="*/ 11 h 321"/>
                <a:gd name="T56" fmla="*/ 246 w 320"/>
                <a:gd name="T57" fmla="*/ 26 h 321"/>
                <a:gd name="T58" fmla="*/ 270 w 320"/>
                <a:gd name="T59" fmla="*/ 45 h 321"/>
                <a:gd name="T60" fmla="*/ 290 w 320"/>
                <a:gd name="T61" fmla="*/ 68 h 321"/>
                <a:gd name="T62" fmla="*/ 306 w 320"/>
                <a:gd name="T63" fmla="*/ 95 h 321"/>
                <a:gd name="T64" fmla="*/ 316 w 320"/>
                <a:gd name="T65" fmla="*/ 125 h 321"/>
                <a:gd name="T66" fmla="*/ 320 w 320"/>
                <a:gd name="T67" fmla="*/ 156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0" h="321">
                  <a:moveTo>
                    <a:pt x="320" y="173"/>
                  </a:moveTo>
                  <a:lnTo>
                    <a:pt x="320" y="173"/>
                  </a:lnTo>
                  <a:lnTo>
                    <a:pt x="317" y="189"/>
                  </a:lnTo>
                  <a:lnTo>
                    <a:pt x="314" y="204"/>
                  </a:lnTo>
                  <a:lnTo>
                    <a:pt x="309" y="220"/>
                  </a:lnTo>
                  <a:lnTo>
                    <a:pt x="303" y="234"/>
                  </a:lnTo>
                  <a:lnTo>
                    <a:pt x="295" y="247"/>
                  </a:lnTo>
                  <a:lnTo>
                    <a:pt x="286" y="260"/>
                  </a:lnTo>
                  <a:lnTo>
                    <a:pt x="276" y="272"/>
                  </a:lnTo>
                  <a:lnTo>
                    <a:pt x="265" y="282"/>
                  </a:lnTo>
                  <a:lnTo>
                    <a:pt x="252" y="292"/>
                  </a:lnTo>
                  <a:lnTo>
                    <a:pt x="239" y="301"/>
                  </a:lnTo>
                  <a:lnTo>
                    <a:pt x="225" y="306"/>
                  </a:lnTo>
                  <a:lnTo>
                    <a:pt x="211" y="312"/>
                  </a:lnTo>
                  <a:lnTo>
                    <a:pt x="195" y="316"/>
                  </a:lnTo>
                  <a:lnTo>
                    <a:pt x="180" y="319"/>
                  </a:lnTo>
                  <a:lnTo>
                    <a:pt x="164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32" y="319"/>
                  </a:lnTo>
                  <a:lnTo>
                    <a:pt x="116" y="315"/>
                  </a:lnTo>
                  <a:lnTo>
                    <a:pt x="100" y="309"/>
                  </a:lnTo>
                  <a:lnTo>
                    <a:pt x="86" y="304"/>
                  </a:lnTo>
                  <a:lnTo>
                    <a:pt x="73" y="295"/>
                  </a:lnTo>
                  <a:lnTo>
                    <a:pt x="61" y="286"/>
                  </a:lnTo>
                  <a:lnTo>
                    <a:pt x="49" y="277"/>
                  </a:lnTo>
                  <a:lnTo>
                    <a:pt x="38" y="265"/>
                  </a:lnTo>
                  <a:lnTo>
                    <a:pt x="29" y="254"/>
                  </a:lnTo>
                  <a:lnTo>
                    <a:pt x="21" y="240"/>
                  </a:lnTo>
                  <a:lnTo>
                    <a:pt x="14" y="227"/>
                  </a:lnTo>
                  <a:lnTo>
                    <a:pt x="8" y="211"/>
                  </a:lnTo>
                  <a:lnTo>
                    <a:pt x="4" y="197"/>
                  </a:lnTo>
                  <a:lnTo>
                    <a:pt x="1" y="182"/>
                  </a:lnTo>
                  <a:lnTo>
                    <a:pt x="0" y="165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3" y="132"/>
                  </a:lnTo>
                  <a:lnTo>
                    <a:pt x="5" y="116"/>
                  </a:lnTo>
                  <a:lnTo>
                    <a:pt x="11" y="102"/>
                  </a:lnTo>
                  <a:lnTo>
                    <a:pt x="17" y="88"/>
                  </a:lnTo>
                  <a:lnTo>
                    <a:pt x="25" y="74"/>
                  </a:lnTo>
                  <a:lnTo>
                    <a:pt x="34" y="61"/>
                  </a:lnTo>
                  <a:lnTo>
                    <a:pt x="44" y="50"/>
                  </a:lnTo>
                  <a:lnTo>
                    <a:pt x="55" y="40"/>
                  </a:lnTo>
                  <a:lnTo>
                    <a:pt x="68" y="30"/>
                  </a:lnTo>
                  <a:lnTo>
                    <a:pt x="81" y="21"/>
                  </a:lnTo>
                  <a:lnTo>
                    <a:pt x="95" y="14"/>
                  </a:lnTo>
                  <a:lnTo>
                    <a:pt x="109" y="9"/>
                  </a:lnTo>
                  <a:lnTo>
                    <a:pt x="124" y="4"/>
                  </a:lnTo>
                  <a:lnTo>
                    <a:pt x="140" y="2"/>
                  </a:lnTo>
                  <a:lnTo>
                    <a:pt x="156" y="0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88" y="3"/>
                  </a:lnTo>
                  <a:lnTo>
                    <a:pt x="204" y="7"/>
                  </a:lnTo>
                  <a:lnTo>
                    <a:pt x="219" y="11"/>
                  </a:lnTo>
                  <a:lnTo>
                    <a:pt x="234" y="19"/>
                  </a:lnTo>
                  <a:lnTo>
                    <a:pt x="246" y="26"/>
                  </a:lnTo>
                  <a:lnTo>
                    <a:pt x="259" y="36"/>
                  </a:lnTo>
                  <a:lnTo>
                    <a:pt x="270" y="45"/>
                  </a:lnTo>
                  <a:lnTo>
                    <a:pt x="282" y="57"/>
                  </a:lnTo>
                  <a:lnTo>
                    <a:pt x="290" y="68"/>
                  </a:lnTo>
                  <a:lnTo>
                    <a:pt x="299" y="81"/>
                  </a:lnTo>
                  <a:lnTo>
                    <a:pt x="306" y="95"/>
                  </a:lnTo>
                  <a:lnTo>
                    <a:pt x="312" y="109"/>
                  </a:lnTo>
                  <a:lnTo>
                    <a:pt x="316" y="125"/>
                  </a:lnTo>
                  <a:lnTo>
                    <a:pt x="319" y="140"/>
                  </a:lnTo>
                  <a:lnTo>
                    <a:pt x="320" y="156"/>
                  </a:lnTo>
                  <a:lnTo>
                    <a:pt x="320" y="17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Freeform: Shape 38">
              <a:extLst>
                <a:ext uri="{FF2B5EF4-FFF2-40B4-BE49-F238E27FC236}">
                  <a16:creationId xmlns:a16="http://schemas.microsoft.com/office/drawing/2014/main" id="{9A2E4F73-3BDC-4B4C-970D-3ECA17884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5451" y="3342156"/>
              <a:ext cx="188913" cy="190500"/>
            </a:xfrm>
            <a:custGeom>
              <a:avLst/>
              <a:gdLst>
                <a:gd name="T0" fmla="*/ 119 w 119"/>
                <a:gd name="T1" fmla="*/ 65 h 120"/>
                <a:gd name="T2" fmla="*/ 119 w 119"/>
                <a:gd name="T3" fmla="*/ 65 h 120"/>
                <a:gd name="T4" fmla="*/ 118 w 119"/>
                <a:gd name="T5" fmla="*/ 76 h 120"/>
                <a:gd name="T6" fmla="*/ 114 w 119"/>
                <a:gd name="T7" fmla="*/ 88 h 120"/>
                <a:gd name="T8" fmla="*/ 107 w 119"/>
                <a:gd name="T9" fmla="*/ 98 h 120"/>
                <a:gd name="T10" fmla="*/ 100 w 119"/>
                <a:gd name="T11" fmla="*/ 105 h 120"/>
                <a:gd name="T12" fmla="*/ 90 w 119"/>
                <a:gd name="T13" fmla="*/ 112 h 120"/>
                <a:gd name="T14" fmla="*/ 80 w 119"/>
                <a:gd name="T15" fmla="*/ 117 h 120"/>
                <a:gd name="T16" fmla="*/ 67 w 119"/>
                <a:gd name="T17" fmla="*/ 119 h 120"/>
                <a:gd name="T18" fmla="*/ 56 w 119"/>
                <a:gd name="T19" fmla="*/ 120 h 120"/>
                <a:gd name="T20" fmla="*/ 56 w 119"/>
                <a:gd name="T21" fmla="*/ 120 h 120"/>
                <a:gd name="T22" fmla="*/ 43 w 119"/>
                <a:gd name="T23" fmla="*/ 117 h 120"/>
                <a:gd name="T24" fmla="*/ 33 w 119"/>
                <a:gd name="T25" fmla="*/ 113 h 120"/>
                <a:gd name="T26" fmla="*/ 23 w 119"/>
                <a:gd name="T27" fmla="*/ 108 h 120"/>
                <a:gd name="T28" fmla="*/ 15 w 119"/>
                <a:gd name="T29" fmla="*/ 99 h 120"/>
                <a:gd name="T30" fmla="*/ 7 w 119"/>
                <a:gd name="T31" fmla="*/ 89 h 120"/>
                <a:gd name="T32" fmla="*/ 3 w 119"/>
                <a:gd name="T33" fmla="*/ 79 h 120"/>
                <a:gd name="T34" fmla="*/ 0 w 119"/>
                <a:gd name="T35" fmla="*/ 68 h 120"/>
                <a:gd name="T36" fmla="*/ 0 w 119"/>
                <a:gd name="T37" fmla="*/ 55 h 120"/>
                <a:gd name="T38" fmla="*/ 0 w 119"/>
                <a:gd name="T39" fmla="*/ 55 h 120"/>
                <a:gd name="T40" fmla="*/ 2 w 119"/>
                <a:gd name="T41" fmla="*/ 44 h 120"/>
                <a:gd name="T42" fmla="*/ 6 w 119"/>
                <a:gd name="T43" fmla="*/ 32 h 120"/>
                <a:gd name="T44" fmla="*/ 13 w 119"/>
                <a:gd name="T45" fmla="*/ 22 h 120"/>
                <a:gd name="T46" fmla="*/ 20 w 119"/>
                <a:gd name="T47" fmla="*/ 14 h 120"/>
                <a:gd name="T48" fmla="*/ 30 w 119"/>
                <a:gd name="T49" fmla="*/ 8 h 120"/>
                <a:gd name="T50" fmla="*/ 40 w 119"/>
                <a:gd name="T51" fmla="*/ 3 h 120"/>
                <a:gd name="T52" fmla="*/ 53 w 119"/>
                <a:gd name="T53" fmla="*/ 0 h 120"/>
                <a:gd name="T54" fmla="*/ 64 w 119"/>
                <a:gd name="T55" fmla="*/ 0 h 120"/>
                <a:gd name="T56" fmla="*/ 64 w 119"/>
                <a:gd name="T57" fmla="*/ 0 h 120"/>
                <a:gd name="T58" fmla="*/ 77 w 119"/>
                <a:gd name="T59" fmla="*/ 3 h 120"/>
                <a:gd name="T60" fmla="*/ 87 w 119"/>
                <a:gd name="T61" fmla="*/ 7 h 120"/>
                <a:gd name="T62" fmla="*/ 97 w 119"/>
                <a:gd name="T63" fmla="*/ 13 h 120"/>
                <a:gd name="T64" fmla="*/ 105 w 119"/>
                <a:gd name="T65" fmla="*/ 21 h 120"/>
                <a:gd name="T66" fmla="*/ 112 w 119"/>
                <a:gd name="T67" fmla="*/ 30 h 120"/>
                <a:gd name="T68" fmla="*/ 117 w 119"/>
                <a:gd name="T69" fmla="*/ 41 h 120"/>
                <a:gd name="T70" fmla="*/ 119 w 119"/>
                <a:gd name="T71" fmla="*/ 52 h 120"/>
                <a:gd name="T72" fmla="*/ 119 w 119"/>
                <a:gd name="T73" fmla="*/ 6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9" h="120">
                  <a:moveTo>
                    <a:pt x="119" y="65"/>
                  </a:moveTo>
                  <a:lnTo>
                    <a:pt x="119" y="65"/>
                  </a:lnTo>
                  <a:lnTo>
                    <a:pt x="118" y="76"/>
                  </a:lnTo>
                  <a:lnTo>
                    <a:pt x="114" y="88"/>
                  </a:lnTo>
                  <a:lnTo>
                    <a:pt x="107" y="98"/>
                  </a:lnTo>
                  <a:lnTo>
                    <a:pt x="100" y="105"/>
                  </a:lnTo>
                  <a:lnTo>
                    <a:pt x="90" y="112"/>
                  </a:lnTo>
                  <a:lnTo>
                    <a:pt x="80" y="117"/>
                  </a:lnTo>
                  <a:lnTo>
                    <a:pt x="67" y="119"/>
                  </a:lnTo>
                  <a:lnTo>
                    <a:pt x="56" y="120"/>
                  </a:lnTo>
                  <a:lnTo>
                    <a:pt x="56" y="120"/>
                  </a:lnTo>
                  <a:lnTo>
                    <a:pt x="43" y="117"/>
                  </a:lnTo>
                  <a:lnTo>
                    <a:pt x="33" y="113"/>
                  </a:lnTo>
                  <a:lnTo>
                    <a:pt x="23" y="108"/>
                  </a:lnTo>
                  <a:lnTo>
                    <a:pt x="15" y="99"/>
                  </a:lnTo>
                  <a:lnTo>
                    <a:pt x="7" y="89"/>
                  </a:lnTo>
                  <a:lnTo>
                    <a:pt x="3" y="79"/>
                  </a:lnTo>
                  <a:lnTo>
                    <a:pt x="0" y="68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2" y="44"/>
                  </a:lnTo>
                  <a:lnTo>
                    <a:pt x="6" y="32"/>
                  </a:lnTo>
                  <a:lnTo>
                    <a:pt x="13" y="22"/>
                  </a:lnTo>
                  <a:lnTo>
                    <a:pt x="20" y="14"/>
                  </a:lnTo>
                  <a:lnTo>
                    <a:pt x="30" y="8"/>
                  </a:lnTo>
                  <a:lnTo>
                    <a:pt x="40" y="3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7" y="3"/>
                  </a:lnTo>
                  <a:lnTo>
                    <a:pt x="87" y="7"/>
                  </a:lnTo>
                  <a:lnTo>
                    <a:pt x="97" y="13"/>
                  </a:lnTo>
                  <a:lnTo>
                    <a:pt x="105" y="21"/>
                  </a:lnTo>
                  <a:lnTo>
                    <a:pt x="112" y="30"/>
                  </a:lnTo>
                  <a:lnTo>
                    <a:pt x="117" y="41"/>
                  </a:lnTo>
                  <a:lnTo>
                    <a:pt x="119" y="52"/>
                  </a:lnTo>
                  <a:lnTo>
                    <a:pt x="119" y="65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Freeform: Shape 39">
              <a:extLst>
                <a:ext uri="{FF2B5EF4-FFF2-40B4-BE49-F238E27FC236}">
                  <a16:creationId xmlns:a16="http://schemas.microsoft.com/office/drawing/2014/main" id="{E46ABCC7-3013-4A63-9247-AAE99BC43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5451" y="3342156"/>
              <a:ext cx="188913" cy="190500"/>
            </a:xfrm>
            <a:custGeom>
              <a:avLst/>
              <a:gdLst>
                <a:gd name="T0" fmla="*/ 119 w 119"/>
                <a:gd name="T1" fmla="*/ 65 h 120"/>
                <a:gd name="T2" fmla="*/ 119 w 119"/>
                <a:gd name="T3" fmla="*/ 65 h 120"/>
                <a:gd name="T4" fmla="*/ 118 w 119"/>
                <a:gd name="T5" fmla="*/ 76 h 120"/>
                <a:gd name="T6" fmla="*/ 114 w 119"/>
                <a:gd name="T7" fmla="*/ 88 h 120"/>
                <a:gd name="T8" fmla="*/ 107 w 119"/>
                <a:gd name="T9" fmla="*/ 98 h 120"/>
                <a:gd name="T10" fmla="*/ 100 w 119"/>
                <a:gd name="T11" fmla="*/ 105 h 120"/>
                <a:gd name="T12" fmla="*/ 90 w 119"/>
                <a:gd name="T13" fmla="*/ 112 h 120"/>
                <a:gd name="T14" fmla="*/ 80 w 119"/>
                <a:gd name="T15" fmla="*/ 117 h 120"/>
                <a:gd name="T16" fmla="*/ 67 w 119"/>
                <a:gd name="T17" fmla="*/ 119 h 120"/>
                <a:gd name="T18" fmla="*/ 56 w 119"/>
                <a:gd name="T19" fmla="*/ 120 h 120"/>
                <a:gd name="T20" fmla="*/ 56 w 119"/>
                <a:gd name="T21" fmla="*/ 120 h 120"/>
                <a:gd name="T22" fmla="*/ 43 w 119"/>
                <a:gd name="T23" fmla="*/ 117 h 120"/>
                <a:gd name="T24" fmla="*/ 33 w 119"/>
                <a:gd name="T25" fmla="*/ 113 h 120"/>
                <a:gd name="T26" fmla="*/ 23 w 119"/>
                <a:gd name="T27" fmla="*/ 108 h 120"/>
                <a:gd name="T28" fmla="*/ 15 w 119"/>
                <a:gd name="T29" fmla="*/ 99 h 120"/>
                <a:gd name="T30" fmla="*/ 7 w 119"/>
                <a:gd name="T31" fmla="*/ 89 h 120"/>
                <a:gd name="T32" fmla="*/ 3 w 119"/>
                <a:gd name="T33" fmla="*/ 79 h 120"/>
                <a:gd name="T34" fmla="*/ 0 w 119"/>
                <a:gd name="T35" fmla="*/ 68 h 120"/>
                <a:gd name="T36" fmla="*/ 0 w 119"/>
                <a:gd name="T37" fmla="*/ 55 h 120"/>
                <a:gd name="T38" fmla="*/ 0 w 119"/>
                <a:gd name="T39" fmla="*/ 55 h 120"/>
                <a:gd name="T40" fmla="*/ 2 w 119"/>
                <a:gd name="T41" fmla="*/ 44 h 120"/>
                <a:gd name="T42" fmla="*/ 6 w 119"/>
                <a:gd name="T43" fmla="*/ 32 h 120"/>
                <a:gd name="T44" fmla="*/ 13 w 119"/>
                <a:gd name="T45" fmla="*/ 22 h 120"/>
                <a:gd name="T46" fmla="*/ 20 w 119"/>
                <a:gd name="T47" fmla="*/ 14 h 120"/>
                <a:gd name="T48" fmla="*/ 30 w 119"/>
                <a:gd name="T49" fmla="*/ 8 h 120"/>
                <a:gd name="T50" fmla="*/ 40 w 119"/>
                <a:gd name="T51" fmla="*/ 3 h 120"/>
                <a:gd name="T52" fmla="*/ 53 w 119"/>
                <a:gd name="T53" fmla="*/ 0 h 120"/>
                <a:gd name="T54" fmla="*/ 64 w 119"/>
                <a:gd name="T55" fmla="*/ 0 h 120"/>
                <a:gd name="T56" fmla="*/ 64 w 119"/>
                <a:gd name="T57" fmla="*/ 0 h 120"/>
                <a:gd name="T58" fmla="*/ 77 w 119"/>
                <a:gd name="T59" fmla="*/ 3 h 120"/>
                <a:gd name="T60" fmla="*/ 87 w 119"/>
                <a:gd name="T61" fmla="*/ 7 h 120"/>
                <a:gd name="T62" fmla="*/ 97 w 119"/>
                <a:gd name="T63" fmla="*/ 13 h 120"/>
                <a:gd name="T64" fmla="*/ 105 w 119"/>
                <a:gd name="T65" fmla="*/ 21 h 120"/>
                <a:gd name="T66" fmla="*/ 112 w 119"/>
                <a:gd name="T67" fmla="*/ 30 h 120"/>
                <a:gd name="T68" fmla="*/ 117 w 119"/>
                <a:gd name="T69" fmla="*/ 41 h 120"/>
                <a:gd name="T70" fmla="*/ 119 w 119"/>
                <a:gd name="T71" fmla="*/ 52 h 120"/>
                <a:gd name="T72" fmla="*/ 119 w 119"/>
                <a:gd name="T73" fmla="*/ 6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9" h="120">
                  <a:moveTo>
                    <a:pt x="119" y="65"/>
                  </a:moveTo>
                  <a:lnTo>
                    <a:pt x="119" y="65"/>
                  </a:lnTo>
                  <a:lnTo>
                    <a:pt x="118" y="76"/>
                  </a:lnTo>
                  <a:lnTo>
                    <a:pt x="114" y="88"/>
                  </a:lnTo>
                  <a:lnTo>
                    <a:pt x="107" y="98"/>
                  </a:lnTo>
                  <a:lnTo>
                    <a:pt x="100" y="105"/>
                  </a:lnTo>
                  <a:lnTo>
                    <a:pt x="90" y="112"/>
                  </a:lnTo>
                  <a:lnTo>
                    <a:pt x="80" y="117"/>
                  </a:lnTo>
                  <a:lnTo>
                    <a:pt x="67" y="119"/>
                  </a:lnTo>
                  <a:lnTo>
                    <a:pt x="56" y="120"/>
                  </a:lnTo>
                  <a:lnTo>
                    <a:pt x="56" y="120"/>
                  </a:lnTo>
                  <a:lnTo>
                    <a:pt x="43" y="117"/>
                  </a:lnTo>
                  <a:lnTo>
                    <a:pt x="33" y="113"/>
                  </a:lnTo>
                  <a:lnTo>
                    <a:pt x="23" y="108"/>
                  </a:lnTo>
                  <a:lnTo>
                    <a:pt x="15" y="99"/>
                  </a:lnTo>
                  <a:lnTo>
                    <a:pt x="7" y="89"/>
                  </a:lnTo>
                  <a:lnTo>
                    <a:pt x="3" y="79"/>
                  </a:lnTo>
                  <a:lnTo>
                    <a:pt x="0" y="68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2" y="44"/>
                  </a:lnTo>
                  <a:lnTo>
                    <a:pt x="6" y="32"/>
                  </a:lnTo>
                  <a:lnTo>
                    <a:pt x="13" y="22"/>
                  </a:lnTo>
                  <a:lnTo>
                    <a:pt x="20" y="14"/>
                  </a:lnTo>
                  <a:lnTo>
                    <a:pt x="30" y="8"/>
                  </a:lnTo>
                  <a:lnTo>
                    <a:pt x="40" y="3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7" y="3"/>
                  </a:lnTo>
                  <a:lnTo>
                    <a:pt x="87" y="7"/>
                  </a:lnTo>
                  <a:lnTo>
                    <a:pt x="97" y="13"/>
                  </a:lnTo>
                  <a:lnTo>
                    <a:pt x="105" y="21"/>
                  </a:lnTo>
                  <a:lnTo>
                    <a:pt x="112" y="30"/>
                  </a:lnTo>
                  <a:lnTo>
                    <a:pt x="117" y="41"/>
                  </a:lnTo>
                  <a:lnTo>
                    <a:pt x="119" y="52"/>
                  </a:lnTo>
                  <a:lnTo>
                    <a:pt x="119" y="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Freeform: Shape 40">
              <a:extLst>
                <a:ext uri="{FF2B5EF4-FFF2-40B4-BE49-F238E27FC236}">
                  <a16:creationId xmlns:a16="http://schemas.microsoft.com/office/drawing/2014/main" id="{2E700B33-3937-44AB-A727-79F419DA1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751" y="3184994"/>
              <a:ext cx="279400" cy="287338"/>
            </a:xfrm>
            <a:custGeom>
              <a:avLst/>
              <a:gdLst>
                <a:gd name="T0" fmla="*/ 0 w 176"/>
                <a:gd name="T1" fmla="*/ 35 h 181"/>
                <a:gd name="T2" fmla="*/ 138 w 176"/>
                <a:gd name="T3" fmla="*/ 181 h 181"/>
                <a:gd name="T4" fmla="*/ 176 w 176"/>
                <a:gd name="T5" fmla="*/ 148 h 181"/>
                <a:gd name="T6" fmla="*/ 43 w 176"/>
                <a:gd name="T7" fmla="*/ 0 h 181"/>
                <a:gd name="T8" fmla="*/ 0 w 176"/>
                <a:gd name="T9" fmla="*/ 3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181">
                  <a:moveTo>
                    <a:pt x="0" y="35"/>
                  </a:moveTo>
                  <a:lnTo>
                    <a:pt x="138" y="181"/>
                  </a:lnTo>
                  <a:lnTo>
                    <a:pt x="176" y="148"/>
                  </a:lnTo>
                  <a:lnTo>
                    <a:pt x="43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Freeform: Shape 41">
              <a:extLst>
                <a:ext uri="{FF2B5EF4-FFF2-40B4-BE49-F238E27FC236}">
                  <a16:creationId xmlns:a16="http://schemas.microsoft.com/office/drawing/2014/main" id="{505A0E86-8804-44D8-BB6A-36F37EE38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726" y="3381844"/>
              <a:ext cx="107950" cy="107950"/>
            </a:xfrm>
            <a:custGeom>
              <a:avLst/>
              <a:gdLst>
                <a:gd name="T0" fmla="*/ 68 w 68"/>
                <a:gd name="T1" fmla="*/ 37 h 68"/>
                <a:gd name="T2" fmla="*/ 68 w 68"/>
                <a:gd name="T3" fmla="*/ 37 h 68"/>
                <a:gd name="T4" fmla="*/ 67 w 68"/>
                <a:gd name="T5" fmla="*/ 44 h 68"/>
                <a:gd name="T6" fmla="*/ 65 w 68"/>
                <a:gd name="T7" fmla="*/ 50 h 68"/>
                <a:gd name="T8" fmla="*/ 61 w 68"/>
                <a:gd name="T9" fmla="*/ 56 h 68"/>
                <a:gd name="T10" fmla="*/ 57 w 68"/>
                <a:gd name="T11" fmla="*/ 61 h 68"/>
                <a:gd name="T12" fmla="*/ 51 w 68"/>
                <a:gd name="T13" fmla="*/ 64 h 68"/>
                <a:gd name="T14" fmla="*/ 45 w 68"/>
                <a:gd name="T15" fmla="*/ 67 h 68"/>
                <a:gd name="T16" fmla="*/ 38 w 68"/>
                <a:gd name="T17" fmla="*/ 68 h 68"/>
                <a:gd name="T18" fmla="*/ 31 w 68"/>
                <a:gd name="T19" fmla="*/ 68 h 68"/>
                <a:gd name="T20" fmla="*/ 31 w 68"/>
                <a:gd name="T21" fmla="*/ 68 h 68"/>
                <a:gd name="T22" fmla="*/ 24 w 68"/>
                <a:gd name="T23" fmla="*/ 68 h 68"/>
                <a:gd name="T24" fmla="*/ 18 w 68"/>
                <a:gd name="T25" fmla="*/ 66 h 68"/>
                <a:gd name="T26" fmla="*/ 13 w 68"/>
                <a:gd name="T27" fmla="*/ 61 h 68"/>
                <a:gd name="T28" fmla="*/ 8 w 68"/>
                <a:gd name="T29" fmla="*/ 57 h 68"/>
                <a:gd name="T30" fmla="*/ 4 w 68"/>
                <a:gd name="T31" fmla="*/ 51 h 68"/>
                <a:gd name="T32" fmla="*/ 1 w 68"/>
                <a:gd name="T33" fmla="*/ 46 h 68"/>
                <a:gd name="T34" fmla="*/ 0 w 68"/>
                <a:gd name="T35" fmla="*/ 39 h 68"/>
                <a:gd name="T36" fmla="*/ 0 w 68"/>
                <a:gd name="T37" fmla="*/ 33 h 68"/>
                <a:gd name="T38" fmla="*/ 0 w 68"/>
                <a:gd name="T39" fmla="*/ 33 h 68"/>
                <a:gd name="T40" fmla="*/ 1 w 68"/>
                <a:gd name="T41" fmla="*/ 26 h 68"/>
                <a:gd name="T42" fmla="*/ 3 w 68"/>
                <a:gd name="T43" fmla="*/ 19 h 68"/>
                <a:gd name="T44" fmla="*/ 7 w 68"/>
                <a:gd name="T45" fmla="*/ 13 h 68"/>
                <a:gd name="T46" fmla="*/ 11 w 68"/>
                <a:gd name="T47" fmla="*/ 9 h 68"/>
                <a:gd name="T48" fmla="*/ 17 w 68"/>
                <a:gd name="T49" fmla="*/ 5 h 68"/>
                <a:gd name="T50" fmla="*/ 23 w 68"/>
                <a:gd name="T51" fmla="*/ 2 h 68"/>
                <a:gd name="T52" fmla="*/ 30 w 68"/>
                <a:gd name="T53" fmla="*/ 0 h 68"/>
                <a:gd name="T54" fmla="*/ 37 w 68"/>
                <a:gd name="T55" fmla="*/ 0 h 68"/>
                <a:gd name="T56" fmla="*/ 37 w 68"/>
                <a:gd name="T57" fmla="*/ 0 h 68"/>
                <a:gd name="T58" fmla="*/ 44 w 68"/>
                <a:gd name="T59" fmla="*/ 2 h 68"/>
                <a:gd name="T60" fmla="*/ 50 w 68"/>
                <a:gd name="T61" fmla="*/ 5 h 68"/>
                <a:gd name="T62" fmla="*/ 55 w 68"/>
                <a:gd name="T63" fmla="*/ 7 h 68"/>
                <a:gd name="T64" fmla="*/ 59 w 68"/>
                <a:gd name="T65" fmla="*/ 13 h 68"/>
                <a:gd name="T66" fmla="*/ 64 w 68"/>
                <a:gd name="T67" fmla="*/ 17 h 68"/>
                <a:gd name="T68" fmla="*/ 67 w 68"/>
                <a:gd name="T69" fmla="*/ 24 h 68"/>
                <a:gd name="T70" fmla="*/ 68 w 68"/>
                <a:gd name="T71" fmla="*/ 30 h 68"/>
                <a:gd name="T72" fmla="*/ 68 w 68"/>
                <a:gd name="T73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68">
                  <a:moveTo>
                    <a:pt x="68" y="37"/>
                  </a:moveTo>
                  <a:lnTo>
                    <a:pt x="68" y="37"/>
                  </a:lnTo>
                  <a:lnTo>
                    <a:pt x="67" y="44"/>
                  </a:lnTo>
                  <a:lnTo>
                    <a:pt x="65" y="50"/>
                  </a:lnTo>
                  <a:lnTo>
                    <a:pt x="61" y="56"/>
                  </a:lnTo>
                  <a:lnTo>
                    <a:pt x="57" y="61"/>
                  </a:lnTo>
                  <a:lnTo>
                    <a:pt x="51" y="64"/>
                  </a:lnTo>
                  <a:lnTo>
                    <a:pt x="45" y="67"/>
                  </a:lnTo>
                  <a:lnTo>
                    <a:pt x="38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24" y="68"/>
                  </a:lnTo>
                  <a:lnTo>
                    <a:pt x="18" y="66"/>
                  </a:lnTo>
                  <a:lnTo>
                    <a:pt x="13" y="61"/>
                  </a:lnTo>
                  <a:lnTo>
                    <a:pt x="8" y="57"/>
                  </a:lnTo>
                  <a:lnTo>
                    <a:pt x="4" y="51"/>
                  </a:lnTo>
                  <a:lnTo>
                    <a:pt x="1" y="46"/>
                  </a:lnTo>
                  <a:lnTo>
                    <a:pt x="0" y="3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6"/>
                  </a:lnTo>
                  <a:lnTo>
                    <a:pt x="3" y="19"/>
                  </a:lnTo>
                  <a:lnTo>
                    <a:pt x="7" y="13"/>
                  </a:lnTo>
                  <a:lnTo>
                    <a:pt x="11" y="9"/>
                  </a:lnTo>
                  <a:lnTo>
                    <a:pt x="17" y="5"/>
                  </a:lnTo>
                  <a:lnTo>
                    <a:pt x="23" y="2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4" y="2"/>
                  </a:lnTo>
                  <a:lnTo>
                    <a:pt x="50" y="5"/>
                  </a:lnTo>
                  <a:lnTo>
                    <a:pt x="55" y="7"/>
                  </a:lnTo>
                  <a:lnTo>
                    <a:pt x="59" y="13"/>
                  </a:lnTo>
                  <a:lnTo>
                    <a:pt x="64" y="17"/>
                  </a:lnTo>
                  <a:lnTo>
                    <a:pt x="67" y="24"/>
                  </a:lnTo>
                  <a:lnTo>
                    <a:pt x="68" y="30"/>
                  </a:lnTo>
                  <a:lnTo>
                    <a:pt x="68" y="37"/>
                  </a:lnTo>
                  <a:close/>
                </a:path>
              </a:pathLst>
            </a:custGeom>
            <a:solidFill>
              <a:srgbClr val="D1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Freeform: Shape 42">
              <a:extLst>
                <a:ext uri="{FF2B5EF4-FFF2-40B4-BE49-F238E27FC236}">
                  <a16:creationId xmlns:a16="http://schemas.microsoft.com/office/drawing/2014/main" id="{F5409486-9CEE-4E26-BAE8-03C6202A1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726" y="3381844"/>
              <a:ext cx="107950" cy="107950"/>
            </a:xfrm>
            <a:custGeom>
              <a:avLst/>
              <a:gdLst>
                <a:gd name="T0" fmla="*/ 68 w 68"/>
                <a:gd name="T1" fmla="*/ 37 h 68"/>
                <a:gd name="T2" fmla="*/ 68 w 68"/>
                <a:gd name="T3" fmla="*/ 37 h 68"/>
                <a:gd name="T4" fmla="*/ 67 w 68"/>
                <a:gd name="T5" fmla="*/ 44 h 68"/>
                <a:gd name="T6" fmla="*/ 65 w 68"/>
                <a:gd name="T7" fmla="*/ 50 h 68"/>
                <a:gd name="T8" fmla="*/ 61 w 68"/>
                <a:gd name="T9" fmla="*/ 56 h 68"/>
                <a:gd name="T10" fmla="*/ 57 w 68"/>
                <a:gd name="T11" fmla="*/ 61 h 68"/>
                <a:gd name="T12" fmla="*/ 51 w 68"/>
                <a:gd name="T13" fmla="*/ 64 h 68"/>
                <a:gd name="T14" fmla="*/ 45 w 68"/>
                <a:gd name="T15" fmla="*/ 67 h 68"/>
                <a:gd name="T16" fmla="*/ 38 w 68"/>
                <a:gd name="T17" fmla="*/ 68 h 68"/>
                <a:gd name="T18" fmla="*/ 31 w 68"/>
                <a:gd name="T19" fmla="*/ 68 h 68"/>
                <a:gd name="T20" fmla="*/ 31 w 68"/>
                <a:gd name="T21" fmla="*/ 68 h 68"/>
                <a:gd name="T22" fmla="*/ 24 w 68"/>
                <a:gd name="T23" fmla="*/ 68 h 68"/>
                <a:gd name="T24" fmla="*/ 18 w 68"/>
                <a:gd name="T25" fmla="*/ 66 h 68"/>
                <a:gd name="T26" fmla="*/ 13 w 68"/>
                <a:gd name="T27" fmla="*/ 61 h 68"/>
                <a:gd name="T28" fmla="*/ 8 w 68"/>
                <a:gd name="T29" fmla="*/ 57 h 68"/>
                <a:gd name="T30" fmla="*/ 4 w 68"/>
                <a:gd name="T31" fmla="*/ 51 h 68"/>
                <a:gd name="T32" fmla="*/ 1 w 68"/>
                <a:gd name="T33" fmla="*/ 46 h 68"/>
                <a:gd name="T34" fmla="*/ 0 w 68"/>
                <a:gd name="T35" fmla="*/ 39 h 68"/>
                <a:gd name="T36" fmla="*/ 0 w 68"/>
                <a:gd name="T37" fmla="*/ 33 h 68"/>
                <a:gd name="T38" fmla="*/ 0 w 68"/>
                <a:gd name="T39" fmla="*/ 33 h 68"/>
                <a:gd name="T40" fmla="*/ 1 w 68"/>
                <a:gd name="T41" fmla="*/ 26 h 68"/>
                <a:gd name="T42" fmla="*/ 3 w 68"/>
                <a:gd name="T43" fmla="*/ 19 h 68"/>
                <a:gd name="T44" fmla="*/ 7 w 68"/>
                <a:gd name="T45" fmla="*/ 13 h 68"/>
                <a:gd name="T46" fmla="*/ 11 w 68"/>
                <a:gd name="T47" fmla="*/ 9 h 68"/>
                <a:gd name="T48" fmla="*/ 17 w 68"/>
                <a:gd name="T49" fmla="*/ 5 h 68"/>
                <a:gd name="T50" fmla="*/ 23 w 68"/>
                <a:gd name="T51" fmla="*/ 2 h 68"/>
                <a:gd name="T52" fmla="*/ 30 w 68"/>
                <a:gd name="T53" fmla="*/ 0 h 68"/>
                <a:gd name="T54" fmla="*/ 37 w 68"/>
                <a:gd name="T55" fmla="*/ 0 h 68"/>
                <a:gd name="T56" fmla="*/ 37 w 68"/>
                <a:gd name="T57" fmla="*/ 0 h 68"/>
                <a:gd name="T58" fmla="*/ 44 w 68"/>
                <a:gd name="T59" fmla="*/ 2 h 68"/>
                <a:gd name="T60" fmla="*/ 50 w 68"/>
                <a:gd name="T61" fmla="*/ 5 h 68"/>
                <a:gd name="T62" fmla="*/ 55 w 68"/>
                <a:gd name="T63" fmla="*/ 7 h 68"/>
                <a:gd name="T64" fmla="*/ 59 w 68"/>
                <a:gd name="T65" fmla="*/ 13 h 68"/>
                <a:gd name="T66" fmla="*/ 64 w 68"/>
                <a:gd name="T67" fmla="*/ 17 h 68"/>
                <a:gd name="T68" fmla="*/ 67 w 68"/>
                <a:gd name="T69" fmla="*/ 24 h 68"/>
                <a:gd name="T70" fmla="*/ 68 w 68"/>
                <a:gd name="T71" fmla="*/ 30 h 68"/>
                <a:gd name="T72" fmla="*/ 68 w 68"/>
                <a:gd name="T73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68">
                  <a:moveTo>
                    <a:pt x="68" y="37"/>
                  </a:moveTo>
                  <a:lnTo>
                    <a:pt x="68" y="37"/>
                  </a:lnTo>
                  <a:lnTo>
                    <a:pt x="67" y="44"/>
                  </a:lnTo>
                  <a:lnTo>
                    <a:pt x="65" y="50"/>
                  </a:lnTo>
                  <a:lnTo>
                    <a:pt x="61" y="56"/>
                  </a:lnTo>
                  <a:lnTo>
                    <a:pt x="57" y="61"/>
                  </a:lnTo>
                  <a:lnTo>
                    <a:pt x="51" y="64"/>
                  </a:lnTo>
                  <a:lnTo>
                    <a:pt x="45" y="67"/>
                  </a:lnTo>
                  <a:lnTo>
                    <a:pt x="38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24" y="68"/>
                  </a:lnTo>
                  <a:lnTo>
                    <a:pt x="18" y="66"/>
                  </a:lnTo>
                  <a:lnTo>
                    <a:pt x="13" y="61"/>
                  </a:lnTo>
                  <a:lnTo>
                    <a:pt x="8" y="57"/>
                  </a:lnTo>
                  <a:lnTo>
                    <a:pt x="4" y="51"/>
                  </a:lnTo>
                  <a:lnTo>
                    <a:pt x="1" y="46"/>
                  </a:lnTo>
                  <a:lnTo>
                    <a:pt x="0" y="3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6"/>
                  </a:lnTo>
                  <a:lnTo>
                    <a:pt x="3" y="19"/>
                  </a:lnTo>
                  <a:lnTo>
                    <a:pt x="7" y="13"/>
                  </a:lnTo>
                  <a:lnTo>
                    <a:pt x="11" y="9"/>
                  </a:lnTo>
                  <a:lnTo>
                    <a:pt x="17" y="5"/>
                  </a:lnTo>
                  <a:lnTo>
                    <a:pt x="23" y="2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4" y="2"/>
                  </a:lnTo>
                  <a:lnTo>
                    <a:pt x="50" y="5"/>
                  </a:lnTo>
                  <a:lnTo>
                    <a:pt x="55" y="7"/>
                  </a:lnTo>
                  <a:lnTo>
                    <a:pt x="59" y="13"/>
                  </a:lnTo>
                  <a:lnTo>
                    <a:pt x="64" y="17"/>
                  </a:lnTo>
                  <a:lnTo>
                    <a:pt x="67" y="24"/>
                  </a:lnTo>
                  <a:lnTo>
                    <a:pt x="68" y="30"/>
                  </a:lnTo>
                  <a:lnTo>
                    <a:pt x="68" y="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Freeform: Shape 43">
              <a:extLst>
                <a:ext uri="{FF2B5EF4-FFF2-40B4-BE49-F238E27FC236}">
                  <a16:creationId xmlns:a16="http://schemas.microsoft.com/office/drawing/2014/main" id="{69E4245D-5DAD-4247-BA73-D0A552AB6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214" y="2837331"/>
              <a:ext cx="1778000" cy="1524000"/>
            </a:xfrm>
            <a:custGeom>
              <a:avLst/>
              <a:gdLst>
                <a:gd name="T0" fmla="*/ 339 w 1120"/>
                <a:gd name="T1" fmla="*/ 573 h 960"/>
                <a:gd name="T2" fmla="*/ 403 w 1120"/>
                <a:gd name="T3" fmla="*/ 594 h 960"/>
                <a:gd name="T4" fmla="*/ 433 w 1120"/>
                <a:gd name="T5" fmla="*/ 613 h 960"/>
                <a:gd name="T6" fmla="*/ 542 w 1120"/>
                <a:gd name="T7" fmla="*/ 736 h 960"/>
                <a:gd name="T8" fmla="*/ 632 w 1120"/>
                <a:gd name="T9" fmla="*/ 840 h 960"/>
                <a:gd name="T10" fmla="*/ 639 w 1120"/>
                <a:gd name="T11" fmla="*/ 844 h 960"/>
                <a:gd name="T12" fmla="*/ 672 w 1120"/>
                <a:gd name="T13" fmla="*/ 827 h 960"/>
                <a:gd name="T14" fmla="*/ 801 w 1120"/>
                <a:gd name="T15" fmla="*/ 735 h 960"/>
                <a:gd name="T16" fmla="*/ 934 w 1120"/>
                <a:gd name="T17" fmla="*/ 625 h 960"/>
                <a:gd name="T18" fmla="*/ 977 w 1120"/>
                <a:gd name="T19" fmla="*/ 583 h 960"/>
                <a:gd name="T20" fmla="*/ 981 w 1120"/>
                <a:gd name="T21" fmla="*/ 569 h 960"/>
                <a:gd name="T22" fmla="*/ 987 w 1120"/>
                <a:gd name="T23" fmla="*/ 492 h 960"/>
                <a:gd name="T24" fmla="*/ 970 w 1120"/>
                <a:gd name="T25" fmla="*/ 397 h 960"/>
                <a:gd name="T26" fmla="*/ 949 w 1120"/>
                <a:gd name="T27" fmla="*/ 333 h 960"/>
                <a:gd name="T28" fmla="*/ 917 w 1120"/>
                <a:gd name="T29" fmla="*/ 271 h 960"/>
                <a:gd name="T30" fmla="*/ 873 w 1120"/>
                <a:gd name="T31" fmla="*/ 209 h 960"/>
                <a:gd name="T32" fmla="*/ 814 w 1120"/>
                <a:gd name="T33" fmla="*/ 153 h 960"/>
                <a:gd name="T34" fmla="*/ 742 w 1120"/>
                <a:gd name="T35" fmla="*/ 107 h 960"/>
                <a:gd name="T36" fmla="*/ 651 w 1120"/>
                <a:gd name="T37" fmla="*/ 72 h 960"/>
                <a:gd name="T38" fmla="*/ 610 w 1120"/>
                <a:gd name="T39" fmla="*/ 63 h 960"/>
                <a:gd name="T40" fmla="*/ 588 w 1120"/>
                <a:gd name="T41" fmla="*/ 51 h 960"/>
                <a:gd name="T42" fmla="*/ 581 w 1120"/>
                <a:gd name="T43" fmla="*/ 38 h 960"/>
                <a:gd name="T44" fmla="*/ 581 w 1120"/>
                <a:gd name="T45" fmla="*/ 19 h 960"/>
                <a:gd name="T46" fmla="*/ 587 w 1120"/>
                <a:gd name="T47" fmla="*/ 6 h 960"/>
                <a:gd name="T48" fmla="*/ 601 w 1120"/>
                <a:gd name="T49" fmla="*/ 0 h 960"/>
                <a:gd name="T50" fmla="*/ 628 w 1120"/>
                <a:gd name="T51" fmla="*/ 10 h 960"/>
                <a:gd name="T52" fmla="*/ 645 w 1120"/>
                <a:gd name="T53" fmla="*/ 23 h 960"/>
                <a:gd name="T54" fmla="*/ 716 w 1120"/>
                <a:gd name="T55" fmla="*/ 36 h 960"/>
                <a:gd name="T56" fmla="*/ 808 w 1120"/>
                <a:gd name="T57" fmla="*/ 63 h 960"/>
                <a:gd name="T58" fmla="*/ 919 w 1120"/>
                <a:gd name="T59" fmla="*/ 111 h 960"/>
                <a:gd name="T60" fmla="*/ 1015 w 1120"/>
                <a:gd name="T61" fmla="*/ 172 h 960"/>
                <a:gd name="T62" fmla="*/ 1072 w 1120"/>
                <a:gd name="T63" fmla="*/ 219 h 960"/>
                <a:gd name="T64" fmla="*/ 1107 w 1120"/>
                <a:gd name="T65" fmla="*/ 255 h 960"/>
                <a:gd name="T66" fmla="*/ 1119 w 1120"/>
                <a:gd name="T67" fmla="*/ 447 h 960"/>
                <a:gd name="T68" fmla="*/ 1120 w 1120"/>
                <a:gd name="T69" fmla="*/ 543 h 960"/>
                <a:gd name="T70" fmla="*/ 1113 w 1120"/>
                <a:gd name="T71" fmla="*/ 559 h 960"/>
                <a:gd name="T72" fmla="*/ 977 w 1120"/>
                <a:gd name="T73" fmla="*/ 674 h 960"/>
                <a:gd name="T74" fmla="*/ 720 w 1120"/>
                <a:gd name="T75" fmla="*/ 872 h 960"/>
                <a:gd name="T76" fmla="*/ 598 w 1120"/>
                <a:gd name="T77" fmla="*/ 960 h 960"/>
                <a:gd name="T78" fmla="*/ 546 w 1120"/>
                <a:gd name="T79" fmla="*/ 926 h 960"/>
                <a:gd name="T80" fmla="*/ 489 w 1120"/>
                <a:gd name="T81" fmla="*/ 905 h 960"/>
                <a:gd name="T82" fmla="*/ 441 w 1120"/>
                <a:gd name="T83" fmla="*/ 898 h 960"/>
                <a:gd name="T84" fmla="*/ 386 w 1120"/>
                <a:gd name="T85" fmla="*/ 902 h 960"/>
                <a:gd name="T86" fmla="*/ 233 w 1120"/>
                <a:gd name="T87" fmla="*/ 902 h 960"/>
                <a:gd name="T88" fmla="*/ 122 w 1120"/>
                <a:gd name="T89" fmla="*/ 889 h 960"/>
                <a:gd name="T90" fmla="*/ 88 w 1120"/>
                <a:gd name="T91" fmla="*/ 878 h 960"/>
                <a:gd name="T92" fmla="*/ 57 w 1120"/>
                <a:gd name="T93" fmla="*/ 838 h 960"/>
                <a:gd name="T94" fmla="*/ 21 w 1120"/>
                <a:gd name="T95" fmla="*/ 770 h 960"/>
                <a:gd name="T96" fmla="*/ 4 w 1120"/>
                <a:gd name="T97" fmla="*/ 713 h 960"/>
                <a:gd name="T98" fmla="*/ 2 w 1120"/>
                <a:gd name="T99" fmla="*/ 657 h 960"/>
                <a:gd name="T100" fmla="*/ 11 w 1120"/>
                <a:gd name="T101" fmla="*/ 624 h 960"/>
                <a:gd name="T102" fmla="*/ 23 w 1120"/>
                <a:gd name="T103" fmla="*/ 610 h 960"/>
                <a:gd name="T104" fmla="*/ 58 w 1120"/>
                <a:gd name="T105" fmla="*/ 590 h 960"/>
                <a:gd name="T106" fmla="*/ 132 w 1120"/>
                <a:gd name="T107" fmla="*/ 572 h 960"/>
                <a:gd name="T108" fmla="*/ 240 w 1120"/>
                <a:gd name="T109" fmla="*/ 566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20" h="960">
                  <a:moveTo>
                    <a:pt x="328" y="570"/>
                  </a:moveTo>
                  <a:lnTo>
                    <a:pt x="328" y="570"/>
                  </a:lnTo>
                  <a:lnTo>
                    <a:pt x="339" y="573"/>
                  </a:lnTo>
                  <a:lnTo>
                    <a:pt x="367" y="580"/>
                  </a:lnTo>
                  <a:lnTo>
                    <a:pt x="384" y="586"/>
                  </a:lnTo>
                  <a:lnTo>
                    <a:pt x="403" y="594"/>
                  </a:lnTo>
                  <a:lnTo>
                    <a:pt x="418" y="603"/>
                  </a:lnTo>
                  <a:lnTo>
                    <a:pt x="433" y="613"/>
                  </a:lnTo>
                  <a:lnTo>
                    <a:pt x="433" y="613"/>
                  </a:lnTo>
                  <a:lnTo>
                    <a:pt x="451" y="631"/>
                  </a:lnTo>
                  <a:lnTo>
                    <a:pt x="476" y="661"/>
                  </a:lnTo>
                  <a:lnTo>
                    <a:pt x="542" y="736"/>
                  </a:lnTo>
                  <a:lnTo>
                    <a:pt x="604" y="808"/>
                  </a:lnTo>
                  <a:lnTo>
                    <a:pt x="625" y="832"/>
                  </a:lnTo>
                  <a:lnTo>
                    <a:pt x="632" y="840"/>
                  </a:lnTo>
                  <a:lnTo>
                    <a:pt x="637" y="844"/>
                  </a:lnTo>
                  <a:lnTo>
                    <a:pt x="637" y="844"/>
                  </a:lnTo>
                  <a:lnTo>
                    <a:pt x="639" y="844"/>
                  </a:lnTo>
                  <a:lnTo>
                    <a:pt x="644" y="842"/>
                  </a:lnTo>
                  <a:lnTo>
                    <a:pt x="655" y="837"/>
                  </a:lnTo>
                  <a:lnTo>
                    <a:pt x="672" y="827"/>
                  </a:lnTo>
                  <a:lnTo>
                    <a:pt x="692" y="813"/>
                  </a:lnTo>
                  <a:lnTo>
                    <a:pt x="743" y="777"/>
                  </a:lnTo>
                  <a:lnTo>
                    <a:pt x="801" y="735"/>
                  </a:lnTo>
                  <a:lnTo>
                    <a:pt x="859" y="689"/>
                  </a:lnTo>
                  <a:lnTo>
                    <a:pt x="913" y="645"/>
                  </a:lnTo>
                  <a:lnTo>
                    <a:pt x="934" y="625"/>
                  </a:lnTo>
                  <a:lnTo>
                    <a:pt x="954" y="608"/>
                  </a:lnTo>
                  <a:lnTo>
                    <a:pt x="968" y="594"/>
                  </a:lnTo>
                  <a:lnTo>
                    <a:pt x="977" y="583"/>
                  </a:lnTo>
                  <a:lnTo>
                    <a:pt x="977" y="583"/>
                  </a:lnTo>
                  <a:lnTo>
                    <a:pt x="980" y="577"/>
                  </a:lnTo>
                  <a:lnTo>
                    <a:pt x="981" y="569"/>
                  </a:lnTo>
                  <a:lnTo>
                    <a:pt x="985" y="549"/>
                  </a:lnTo>
                  <a:lnTo>
                    <a:pt x="987" y="523"/>
                  </a:lnTo>
                  <a:lnTo>
                    <a:pt x="987" y="492"/>
                  </a:lnTo>
                  <a:lnTo>
                    <a:pt x="983" y="457"/>
                  </a:lnTo>
                  <a:lnTo>
                    <a:pt x="975" y="417"/>
                  </a:lnTo>
                  <a:lnTo>
                    <a:pt x="970" y="397"/>
                  </a:lnTo>
                  <a:lnTo>
                    <a:pt x="964" y="376"/>
                  </a:lnTo>
                  <a:lnTo>
                    <a:pt x="957" y="355"/>
                  </a:lnTo>
                  <a:lnTo>
                    <a:pt x="949" y="333"/>
                  </a:lnTo>
                  <a:lnTo>
                    <a:pt x="940" y="312"/>
                  </a:lnTo>
                  <a:lnTo>
                    <a:pt x="929" y="291"/>
                  </a:lnTo>
                  <a:lnTo>
                    <a:pt x="917" y="271"/>
                  </a:lnTo>
                  <a:lnTo>
                    <a:pt x="903" y="250"/>
                  </a:lnTo>
                  <a:lnTo>
                    <a:pt x="889" y="228"/>
                  </a:lnTo>
                  <a:lnTo>
                    <a:pt x="873" y="209"/>
                  </a:lnTo>
                  <a:lnTo>
                    <a:pt x="855" y="190"/>
                  </a:lnTo>
                  <a:lnTo>
                    <a:pt x="835" y="172"/>
                  </a:lnTo>
                  <a:lnTo>
                    <a:pt x="814" y="153"/>
                  </a:lnTo>
                  <a:lnTo>
                    <a:pt x="791" y="136"/>
                  </a:lnTo>
                  <a:lnTo>
                    <a:pt x="767" y="121"/>
                  </a:lnTo>
                  <a:lnTo>
                    <a:pt x="742" y="107"/>
                  </a:lnTo>
                  <a:lnTo>
                    <a:pt x="713" y="94"/>
                  </a:lnTo>
                  <a:lnTo>
                    <a:pt x="682" y="82"/>
                  </a:lnTo>
                  <a:lnTo>
                    <a:pt x="651" y="72"/>
                  </a:lnTo>
                  <a:lnTo>
                    <a:pt x="617" y="64"/>
                  </a:lnTo>
                  <a:lnTo>
                    <a:pt x="617" y="64"/>
                  </a:lnTo>
                  <a:lnTo>
                    <a:pt x="610" y="63"/>
                  </a:lnTo>
                  <a:lnTo>
                    <a:pt x="603" y="61"/>
                  </a:lnTo>
                  <a:lnTo>
                    <a:pt x="596" y="57"/>
                  </a:lnTo>
                  <a:lnTo>
                    <a:pt x="588" y="51"/>
                  </a:lnTo>
                  <a:lnTo>
                    <a:pt x="584" y="47"/>
                  </a:lnTo>
                  <a:lnTo>
                    <a:pt x="583" y="43"/>
                  </a:lnTo>
                  <a:lnTo>
                    <a:pt x="581" y="38"/>
                  </a:lnTo>
                  <a:lnTo>
                    <a:pt x="580" y="31"/>
                  </a:lnTo>
                  <a:lnTo>
                    <a:pt x="580" y="26"/>
                  </a:lnTo>
                  <a:lnTo>
                    <a:pt x="581" y="19"/>
                  </a:lnTo>
                  <a:lnTo>
                    <a:pt x="581" y="19"/>
                  </a:lnTo>
                  <a:lnTo>
                    <a:pt x="584" y="12"/>
                  </a:lnTo>
                  <a:lnTo>
                    <a:pt x="587" y="6"/>
                  </a:lnTo>
                  <a:lnTo>
                    <a:pt x="591" y="3"/>
                  </a:lnTo>
                  <a:lnTo>
                    <a:pt x="596" y="2"/>
                  </a:lnTo>
                  <a:lnTo>
                    <a:pt x="601" y="0"/>
                  </a:lnTo>
                  <a:lnTo>
                    <a:pt x="607" y="2"/>
                  </a:lnTo>
                  <a:lnTo>
                    <a:pt x="618" y="4"/>
                  </a:lnTo>
                  <a:lnTo>
                    <a:pt x="628" y="10"/>
                  </a:lnTo>
                  <a:lnTo>
                    <a:pt x="637" y="16"/>
                  </a:lnTo>
                  <a:lnTo>
                    <a:pt x="645" y="23"/>
                  </a:lnTo>
                  <a:lnTo>
                    <a:pt x="645" y="23"/>
                  </a:lnTo>
                  <a:lnTo>
                    <a:pt x="658" y="24"/>
                  </a:lnTo>
                  <a:lnTo>
                    <a:pt x="692" y="30"/>
                  </a:lnTo>
                  <a:lnTo>
                    <a:pt x="716" y="36"/>
                  </a:lnTo>
                  <a:lnTo>
                    <a:pt x="743" y="43"/>
                  </a:lnTo>
                  <a:lnTo>
                    <a:pt x="774" y="51"/>
                  </a:lnTo>
                  <a:lnTo>
                    <a:pt x="808" y="63"/>
                  </a:lnTo>
                  <a:lnTo>
                    <a:pt x="844" y="77"/>
                  </a:lnTo>
                  <a:lnTo>
                    <a:pt x="880" y="92"/>
                  </a:lnTo>
                  <a:lnTo>
                    <a:pt x="919" y="111"/>
                  </a:lnTo>
                  <a:lnTo>
                    <a:pt x="957" y="133"/>
                  </a:lnTo>
                  <a:lnTo>
                    <a:pt x="997" y="159"/>
                  </a:lnTo>
                  <a:lnTo>
                    <a:pt x="1015" y="172"/>
                  </a:lnTo>
                  <a:lnTo>
                    <a:pt x="1035" y="187"/>
                  </a:lnTo>
                  <a:lnTo>
                    <a:pt x="1053" y="203"/>
                  </a:lnTo>
                  <a:lnTo>
                    <a:pt x="1072" y="219"/>
                  </a:lnTo>
                  <a:lnTo>
                    <a:pt x="1089" y="237"/>
                  </a:lnTo>
                  <a:lnTo>
                    <a:pt x="1107" y="255"/>
                  </a:lnTo>
                  <a:lnTo>
                    <a:pt x="1107" y="255"/>
                  </a:lnTo>
                  <a:lnTo>
                    <a:pt x="1110" y="298"/>
                  </a:lnTo>
                  <a:lnTo>
                    <a:pt x="1116" y="394"/>
                  </a:lnTo>
                  <a:lnTo>
                    <a:pt x="1119" y="447"/>
                  </a:lnTo>
                  <a:lnTo>
                    <a:pt x="1120" y="495"/>
                  </a:lnTo>
                  <a:lnTo>
                    <a:pt x="1120" y="532"/>
                  </a:lnTo>
                  <a:lnTo>
                    <a:pt x="1120" y="543"/>
                  </a:lnTo>
                  <a:lnTo>
                    <a:pt x="1119" y="552"/>
                  </a:lnTo>
                  <a:lnTo>
                    <a:pt x="1119" y="552"/>
                  </a:lnTo>
                  <a:lnTo>
                    <a:pt x="1113" y="559"/>
                  </a:lnTo>
                  <a:lnTo>
                    <a:pt x="1097" y="573"/>
                  </a:lnTo>
                  <a:lnTo>
                    <a:pt x="1048" y="616"/>
                  </a:lnTo>
                  <a:lnTo>
                    <a:pt x="977" y="674"/>
                  </a:lnTo>
                  <a:lnTo>
                    <a:pt x="893" y="740"/>
                  </a:lnTo>
                  <a:lnTo>
                    <a:pt x="805" y="808"/>
                  </a:lnTo>
                  <a:lnTo>
                    <a:pt x="720" y="872"/>
                  </a:lnTo>
                  <a:lnTo>
                    <a:pt x="649" y="925"/>
                  </a:lnTo>
                  <a:lnTo>
                    <a:pt x="598" y="960"/>
                  </a:lnTo>
                  <a:lnTo>
                    <a:pt x="598" y="960"/>
                  </a:lnTo>
                  <a:lnTo>
                    <a:pt x="584" y="949"/>
                  </a:lnTo>
                  <a:lnTo>
                    <a:pt x="567" y="937"/>
                  </a:lnTo>
                  <a:lnTo>
                    <a:pt x="546" y="926"/>
                  </a:lnTo>
                  <a:lnTo>
                    <a:pt x="519" y="913"/>
                  </a:lnTo>
                  <a:lnTo>
                    <a:pt x="505" y="909"/>
                  </a:lnTo>
                  <a:lnTo>
                    <a:pt x="489" y="905"/>
                  </a:lnTo>
                  <a:lnTo>
                    <a:pt x="474" y="900"/>
                  </a:lnTo>
                  <a:lnTo>
                    <a:pt x="458" y="899"/>
                  </a:lnTo>
                  <a:lnTo>
                    <a:pt x="441" y="898"/>
                  </a:lnTo>
                  <a:lnTo>
                    <a:pt x="424" y="899"/>
                  </a:lnTo>
                  <a:lnTo>
                    <a:pt x="424" y="899"/>
                  </a:lnTo>
                  <a:lnTo>
                    <a:pt x="386" y="902"/>
                  </a:lnTo>
                  <a:lnTo>
                    <a:pt x="338" y="903"/>
                  </a:lnTo>
                  <a:lnTo>
                    <a:pt x="285" y="903"/>
                  </a:lnTo>
                  <a:lnTo>
                    <a:pt x="233" y="902"/>
                  </a:lnTo>
                  <a:lnTo>
                    <a:pt x="183" y="898"/>
                  </a:lnTo>
                  <a:lnTo>
                    <a:pt x="139" y="893"/>
                  </a:lnTo>
                  <a:lnTo>
                    <a:pt x="122" y="889"/>
                  </a:lnTo>
                  <a:lnTo>
                    <a:pt x="106" y="886"/>
                  </a:lnTo>
                  <a:lnTo>
                    <a:pt x="95" y="882"/>
                  </a:lnTo>
                  <a:lnTo>
                    <a:pt x="88" y="878"/>
                  </a:lnTo>
                  <a:lnTo>
                    <a:pt x="88" y="878"/>
                  </a:lnTo>
                  <a:lnTo>
                    <a:pt x="74" y="862"/>
                  </a:lnTo>
                  <a:lnTo>
                    <a:pt x="57" y="838"/>
                  </a:lnTo>
                  <a:lnTo>
                    <a:pt x="38" y="807"/>
                  </a:lnTo>
                  <a:lnTo>
                    <a:pt x="30" y="788"/>
                  </a:lnTo>
                  <a:lnTo>
                    <a:pt x="21" y="770"/>
                  </a:lnTo>
                  <a:lnTo>
                    <a:pt x="14" y="752"/>
                  </a:lnTo>
                  <a:lnTo>
                    <a:pt x="9" y="732"/>
                  </a:lnTo>
                  <a:lnTo>
                    <a:pt x="4" y="713"/>
                  </a:lnTo>
                  <a:lnTo>
                    <a:pt x="0" y="693"/>
                  </a:lnTo>
                  <a:lnTo>
                    <a:pt x="0" y="675"/>
                  </a:lnTo>
                  <a:lnTo>
                    <a:pt x="2" y="657"/>
                  </a:lnTo>
                  <a:lnTo>
                    <a:pt x="6" y="640"/>
                  </a:lnTo>
                  <a:lnTo>
                    <a:pt x="9" y="631"/>
                  </a:lnTo>
                  <a:lnTo>
                    <a:pt x="11" y="624"/>
                  </a:lnTo>
                  <a:lnTo>
                    <a:pt x="11" y="624"/>
                  </a:lnTo>
                  <a:lnTo>
                    <a:pt x="17" y="617"/>
                  </a:lnTo>
                  <a:lnTo>
                    <a:pt x="23" y="610"/>
                  </a:lnTo>
                  <a:lnTo>
                    <a:pt x="30" y="604"/>
                  </a:lnTo>
                  <a:lnTo>
                    <a:pt x="38" y="598"/>
                  </a:lnTo>
                  <a:lnTo>
                    <a:pt x="58" y="590"/>
                  </a:lnTo>
                  <a:lnTo>
                    <a:pt x="81" y="581"/>
                  </a:lnTo>
                  <a:lnTo>
                    <a:pt x="105" y="576"/>
                  </a:lnTo>
                  <a:lnTo>
                    <a:pt x="132" y="572"/>
                  </a:lnTo>
                  <a:lnTo>
                    <a:pt x="159" y="569"/>
                  </a:lnTo>
                  <a:lnTo>
                    <a:pt x="187" y="567"/>
                  </a:lnTo>
                  <a:lnTo>
                    <a:pt x="240" y="566"/>
                  </a:lnTo>
                  <a:lnTo>
                    <a:pt x="285" y="567"/>
                  </a:lnTo>
                  <a:lnTo>
                    <a:pt x="328" y="57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Freeform: Shape 44">
              <a:extLst>
                <a:ext uri="{FF2B5EF4-FFF2-40B4-BE49-F238E27FC236}">
                  <a16:creationId xmlns:a16="http://schemas.microsoft.com/office/drawing/2014/main" id="{166245DE-AF24-4E93-82D9-C61B3AF96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214" y="2837331"/>
              <a:ext cx="1778000" cy="1524000"/>
            </a:xfrm>
            <a:custGeom>
              <a:avLst/>
              <a:gdLst>
                <a:gd name="T0" fmla="*/ 339 w 1120"/>
                <a:gd name="T1" fmla="*/ 573 h 960"/>
                <a:gd name="T2" fmla="*/ 403 w 1120"/>
                <a:gd name="T3" fmla="*/ 594 h 960"/>
                <a:gd name="T4" fmla="*/ 433 w 1120"/>
                <a:gd name="T5" fmla="*/ 613 h 960"/>
                <a:gd name="T6" fmla="*/ 542 w 1120"/>
                <a:gd name="T7" fmla="*/ 736 h 960"/>
                <a:gd name="T8" fmla="*/ 632 w 1120"/>
                <a:gd name="T9" fmla="*/ 840 h 960"/>
                <a:gd name="T10" fmla="*/ 639 w 1120"/>
                <a:gd name="T11" fmla="*/ 844 h 960"/>
                <a:gd name="T12" fmla="*/ 672 w 1120"/>
                <a:gd name="T13" fmla="*/ 827 h 960"/>
                <a:gd name="T14" fmla="*/ 801 w 1120"/>
                <a:gd name="T15" fmla="*/ 735 h 960"/>
                <a:gd name="T16" fmla="*/ 934 w 1120"/>
                <a:gd name="T17" fmla="*/ 625 h 960"/>
                <a:gd name="T18" fmla="*/ 977 w 1120"/>
                <a:gd name="T19" fmla="*/ 583 h 960"/>
                <a:gd name="T20" fmla="*/ 981 w 1120"/>
                <a:gd name="T21" fmla="*/ 569 h 960"/>
                <a:gd name="T22" fmla="*/ 987 w 1120"/>
                <a:gd name="T23" fmla="*/ 492 h 960"/>
                <a:gd name="T24" fmla="*/ 970 w 1120"/>
                <a:gd name="T25" fmla="*/ 397 h 960"/>
                <a:gd name="T26" fmla="*/ 949 w 1120"/>
                <a:gd name="T27" fmla="*/ 333 h 960"/>
                <a:gd name="T28" fmla="*/ 917 w 1120"/>
                <a:gd name="T29" fmla="*/ 271 h 960"/>
                <a:gd name="T30" fmla="*/ 873 w 1120"/>
                <a:gd name="T31" fmla="*/ 209 h 960"/>
                <a:gd name="T32" fmla="*/ 814 w 1120"/>
                <a:gd name="T33" fmla="*/ 153 h 960"/>
                <a:gd name="T34" fmla="*/ 742 w 1120"/>
                <a:gd name="T35" fmla="*/ 107 h 960"/>
                <a:gd name="T36" fmla="*/ 651 w 1120"/>
                <a:gd name="T37" fmla="*/ 72 h 960"/>
                <a:gd name="T38" fmla="*/ 610 w 1120"/>
                <a:gd name="T39" fmla="*/ 63 h 960"/>
                <a:gd name="T40" fmla="*/ 588 w 1120"/>
                <a:gd name="T41" fmla="*/ 51 h 960"/>
                <a:gd name="T42" fmla="*/ 581 w 1120"/>
                <a:gd name="T43" fmla="*/ 38 h 960"/>
                <a:gd name="T44" fmla="*/ 581 w 1120"/>
                <a:gd name="T45" fmla="*/ 19 h 960"/>
                <a:gd name="T46" fmla="*/ 587 w 1120"/>
                <a:gd name="T47" fmla="*/ 6 h 960"/>
                <a:gd name="T48" fmla="*/ 601 w 1120"/>
                <a:gd name="T49" fmla="*/ 0 h 960"/>
                <a:gd name="T50" fmla="*/ 628 w 1120"/>
                <a:gd name="T51" fmla="*/ 10 h 960"/>
                <a:gd name="T52" fmla="*/ 645 w 1120"/>
                <a:gd name="T53" fmla="*/ 23 h 960"/>
                <a:gd name="T54" fmla="*/ 716 w 1120"/>
                <a:gd name="T55" fmla="*/ 36 h 960"/>
                <a:gd name="T56" fmla="*/ 808 w 1120"/>
                <a:gd name="T57" fmla="*/ 63 h 960"/>
                <a:gd name="T58" fmla="*/ 919 w 1120"/>
                <a:gd name="T59" fmla="*/ 111 h 960"/>
                <a:gd name="T60" fmla="*/ 1015 w 1120"/>
                <a:gd name="T61" fmla="*/ 172 h 960"/>
                <a:gd name="T62" fmla="*/ 1072 w 1120"/>
                <a:gd name="T63" fmla="*/ 219 h 960"/>
                <a:gd name="T64" fmla="*/ 1107 w 1120"/>
                <a:gd name="T65" fmla="*/ 255 h 960"/>
                <a:gd name="T66" fmla="*/ 1119 w 1120"/>
                <a:gd name="T67" fmla="*/ 447 h 960"/>
                <a:gd name="T68" fmla="*/ 1120 w 1120"/>
                <a:gd name="T69" fmla="*/ 543 h 960"/>
                <a:gd name="T70" fmla="*/ 1113 w 1120"/>
                <a:gd name="T71" fmla="*/ 559 h 960"/>
                <a:gd name="T72" fmla="*/ 977 w 1120"/>
                <a:gd name="T73" fmla="*/ 674 h 960"/>
                <a:gd name="T74" fmla="*/ 720 w 1120"/>
                <a:gd name="T75" fmla="*/ 872 h 960"/>
                <a:gd name="T76" fmla="*/ 598 w 1120"/>
                <a:gd name="T77" fmla="*/ 960 h 960"/>
                <a:gd name="T78" fmla="*/ 546 w 1120"/>
                <a:gd name="T79" fmla="*/ 926 h 960"/>
                <a:gd name="T80" fmla="*/ 489 w 1120"/>
                <a:gd name="T81" fmla="*/ 905 h 960"/>
                <a:gd name="T82" fmla="*/ 441 w 1120"/>
                <a:gd name="T83" fmla="*/ 898 h 960"/>
                <a:gd name="T84" fmla="*/ 386 w 1120"/>
                <a:gd name="T85" fmla="*/ 902 h 960"/>
                <a:gd name="T86" fmla="*/ 233 w 1120"/>
                <a:gd name="T87" fmla="*/ 902 h 960"/>
                <a:gd name="T88" fmla="*/ 122 w 1120"/>
                <a:gd name="T89" fmla="*/ 889 h 960"/>
                <a:gd name="T90" fmla="*/ 88 w 1120"/>
                <a:gd name="T91" fmla="*/ 878 h 960"/>
                <a:gd name="T92" fmla="*/ 57 w 1120"/>
                <a:gd name="T93" fmla="*/ 838 h 960"/>
                <a:gd name="T94" fmla="*/ 21 w 1120"/>
                <a:gd name="T95" fmla="*/ 770 h 960"/>
                <a:gd name="T96" fmla="*/ 4 w 1120"/>
                <a:gd name="T97" fmla="*/ 713 h 960"/>
                <a:gd name="T98" fmla="*/ 2 w 1120"/>
                <a:gd name="T99" fmla="*/ 657 h 960"/>
                <a:gd name="T100" fmla="*/ 11 w 1120"/>
                <a:gd name="T101" fmla="*/ 624 h 960"/>
                <a:gd name="T102" fmla="*/ 23 w 1120"/>
                <a:gd name="T103" fmla="*/ 610 h 960"/>
                <a:gd name="T104" fmla="*/ 58 w 1120"/>
                <a:gd name="T105" fmla="*/ 590 h 960"/>
                <a:gd name="T106" fmla="*/ 132 w 1120"/>
                <a:gd name="T107" fmla="*/ 572 h 960"/>
                <a:gd name="T108" fmla="*/ 240 w 1120"/>
                <a:gd name="T109" fmla="*/ 566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20" h="960">
                  <a:moveTo>
                    <a:pt x="328" y="570"/>
                  </a:moveTo>
                  <a:lnTo>
                    <a:pt x="328" y="570"/>
                  </a:lnTo>
                  <a:lnTo>
                    <a:pt x="339" y="573"/>
                  </a:lnTo>
                  <a:lnTo>
                    <a:pt x="367" y="580"/>
                  </a:lnTo>
                  <a:lnTo>
                    <a:pt x="384" y="586"/>
                  </a:lnTo>
                  <a:lnTo>
                    <a:pt x="403" y="594"/>
                  </a:lnTo>
                  <a:lnTo>
                    <a:pt x="418" y="603"/>
                  </a:lnTo>
                  <a:lnTo>
                    <a:pt x="433" y="613"/>
                  </a:lnTo>
                  <a:lnTo>
                    <a:pt x="433" y="613"/>
                  </a:lnTo>
                  <a:lnTo>
                    <a:pt x="451" y="631"/>
                  </a:lnTo>
                  <a:lnTo>
                    <a:pt x="476" y="661"/>
                  </a:lnTo>
                  <a:lnTo>
                    <a:pt x="542" y="736"/>
                  </a:lnTo>
                  <a:lnTo>
                    <a:pt x="604" y="808"/>
                  </a:lnTo>
                  <a:lnTo>
                    <a:pt x="625" y="832"/>
                  </a:lnTo>
                  <a:lnTo>
                    <a:pt x="632" y="840"/>
                  </a:lnTo>
                  <a:lnTo>
                    <a:pt x="637" y="844"/>
                  </a:lnTo>
                  <a:lnTo>
                    <a:pt x="637" y="844"/>
                  </a:lnTo>
                  <a:lnTo>
                    <a:pt x="639" y="844"/>
                  </a:lnTo>
                  <a:lnTo>
                    <a:pt x="644" y="842"/>
                  </a:lnTo>
                  <a:lnTo>
                    <a:pt x="655" y="837"/>
                  </a:lnTo>
                  <a:lnTo>
                    <a:pt x="672" y="827"/>
                  </a:lnTo>
                  <a:lnTo>
                    <a:pt x="692" y="813"/>
                  </a:lnTo>
                  <a:lnTo>
                    <a:pt x="743" y="777"/>
                  </a:lnTo>
                  <a:lnTo>
                    <a:pt x="801" y="735"/>
                  </a:lnTo>
                  <a:lnTo>
                    <a:pt x="859" y="689"/>
                  </a:lnTo>
                  <a:lnTo>
                    <a:pt x="913" y="645"/>
                  </a:lnTo>
                  <a:lnTo>
                    <a:pt x="934" y="625"/>
                  </a:lnTo>
                  <a:lnTo>
                    <a:pt x="954" y="608"/>
                  </a:lnTo>
                  <a:lnTo>
                    <a:pt x="968" y="594"/>
                  </a:lnTo>
                  <a:lnTo>
                    <a:pt x="977" y="583"/>
                  </a:lnTo>
                  <a:lnTo>
                    <a:pt x="977" y="583"/>
                  </a:lnTo>
                  <a:lnTo>
                    <a:pt x="980" y="577"/>
                  </a:lnTo>
                  <a:lnTo>
                    <a:pt x="981" y="569"/>
                  </a:lnTo>
                  <a:lnTo>
                    <a:pt x="985" y="549"/>
                  </a:lnTo>
                  <a:lnTo>
                    <a:pt x="987" y="523"/>
                  </a:lnTo>
                  <a:lnTo>
                    <a:pt x="987" y="492"/>
                  </a:lnTo>
                  <a:lnTo>
                    <a:pt x="983" y="457"/>
                  </a:lnTo>
                  <a:lnTo>
                    <a:pt x="975" y="417"/>
                  </a:lnTo>
                  <a:lnTo>
                    <a:pt x="970" y="397"/>
                  </a:lnTo>
                  <a:lnTo>
                    <a:pt x="964" y="376"/>
                  </a:lnTo>
                  <a:lnTo>
                    <a:pt x="957" y="355"/>
                  </a:lnTo>
                  <a:lnTo>
                    <a:pt x="949" y="333"/>
                  </a:lnTo>
                  <a:lnTo>
                    <a:pt x="940" y="312"/>
                  </a:lnTo>
                  <a:lnTo>
                    <a:pt x="929" y="291"/>
                  </a:lnTo>
                  <a:lnTo>
                    <a:pt x="917" y="271"/>
                  </a:lnTo>
                  <a:lnTo>
                    <a:pt x="903" y="250"/>
                  </a:lnTo>
                  <a:lnTo>
                    <a:pt x="889" y="228"/>
                  </a:lnTo>
                  <a:lnTo>
                    <a:pt x="873" y="209"/>
                  </a:lnTo>
                  <a:lnTo>
                    <a:pt x="855" y="190"/>
                  </a:lnTo>
                  <a:lnTo>
                    <a:pt x="835" y="172"/>
                  </a:lnTo>
                  <a:lnTo>
                    <a:pt x="814" y="153"/>
                  </a:lnTo>
                  <a:lnTo>
                    <a:pt x="791" y="136"/>
                  </a:lnTo>
                  <a:lnTo>
                    <a:pt x="767" y="121"/>
                  </a:lnTo>
                  <a:lnTo>
                    <a:pt x="742" y="107"/>
                  </a:lnTo>
                  <a:lnTo>
                    <a:pt x="713" y="94"/>
                  </a:lnTo>
                  <a:lnTo>
                    <a:pt x="682" y="82"/>
                  </a:lnTo>
                  <a:lnTo>
                    <a:pt x="651" y="72"/>
                  </a:lnTo>
                  <a:lnTo>
                    <a:pt x="617" y="64"/>
                  </a:lnTo>
                  <a:lnTo>
                    <a:pt x="617" y="64"/>
                  </a:lnTo>
                  <a:lnTo>
                    <a:pt x="610" y="63"/>
                  </a:lnTo>
                  <a:lnTo>
                    <a:pt x="603" y="61"/>
                  </a:lnTo>
                  <a:lnTo>
                    <a:pt x="596" y="57"/>
                  </a:lnTo>
                  <a:lnTo>
                    <a:pt x="588" y="51"/>
                  </a:lnTo>
                  <a:lnTo>
                    <a:pt x="584" y="47"/>
                  </a:lnTo>
                  <a:lnTo>
                    <a:pt x="583" y="43"/>
                  </a:lnTo>
                  <a:lnTo>
                    <a:pt x="581" y="38"/>
                  </a:lnTo>
                  <a:lnTo>
                    <a:pt x="580" y="31"/>
                  </a:lnTo>
                  <a:lnTo>
                    <a:pt x="580" y="26"/>
                  </a:lnTo>
                  <a:lnTo>
                    <a:pt x="581" y="19"/>
                  </a:lnTo>
                  <a:lnTo>
                    <a:pt x="581" y="19"/>
                  </a:lnTo>
                  <a:lnTo>
                    <a:pt x="584" y="12"/>
                  </a:lnTo>
                  <a:lnTo>
                    <a:pt x="587" y="6"/>
                  </a:lnTo>
                  <a:lnTo>
                    <a:pt x="591" y="3"/>
                  </a:lnTo>
                  <a:lnTo>
                    <a:pt x="596" y="2"/>
                  </a:lnTo>
                  <a:lnTo>
                    <a:pt x="601" y="0"/>
                  </a:lnTo>
                  <a:lnTo>
                    <a:pt x="607" y="2"/>
                  </a:lnTo>
                  <a:lnTo>
                    <a:pt x="618" y="4"/>
                  </a:lnTo>
                  <a:lnTo>
                    <a:pt x="628" y="10"/>
                  </a:lnTo>
                  <a:lnTo>
                    <a:pt x="637" y="16"/>
                  </a:lnTo>
                  <a:lnTo>
                    <a:pt x="645" y="23"/>
                  </a:lnTo>
                  <a:lnTo>
                    <a:pt x="645" y="23"/>
                  </a:lnTo>
                  <a:lnTo>
                    <a:pt x="658" y="24"/>
                  </a:lnTo>
                  <a:lnTo>
                    <a:pt x="692" y="30"/>
                  </a:lnTo>
                  <a:lnTo>
                    <a:pt x="716" y="36"/>
                  </a:lnTo>
                  <a:lnTo>
                    <a:pt x="743" y="43"/>
                  </a:lnTo>
                  <a:lnTo>
                    <a:pt x="774" y="51"/>
                  </a:lnTo>
                  <a:lnTo>
                    <a:pt x="808" y="63"/>
                  </a:lnTo>
                  <a:lnTo>
                    <a:pt x="844" y="77"/>
                  </a:lnTo>
                  <a:lnTo>
                    <a:pt x="880" y="92"/>
                  </a:lnTo>
                  <a:lnTo>
                    <a:pt x="919" y="111"/>
                  </a:lnTo>
                  <a:lnTo>
                    <a:pt x="957" y="133"/>
                  </a:lnTo>
                  <a:lnTo>
                    <a:pt x="997" y="159"/>
                  </a:lnTo>
                  <a:lnTo>
                    <a:pt x="1015" y="172"/>
                  </a:lnTo>
                  <a:lnTo>
                    <a:pt x="1035" y="187"/>
                  </a:lnTo>
                  <a:lnTo>
                    <a:pt x="1053" y="203"/>
                  </a:lnTo>
                  <a:lnTo>
                    <a:pt x="1072" y="219"/>
                  </a:lnTo>
                  <a:lnTo>
                    <a:pt x="1089" y="237"/>
                  </a:lnTo>
                  <a:lnTo>
                    <a:pt x="1107" y="255"/>
                  </a:lnTo>
                  <a:lnTo>
                    <a:pt x="1107" y="255"/>
                  </a:lnTo>
                  <a:lnTo>
                    <a:pt x="1110" y="298"/>
                  </a:lnTo>
                  <a:lnTo>
                    <a:pt x="1116" y="394"/>
                  </a:lnTo>
                  <a:lnTo>
                    <a:pt x="1119" y="447"/>
                  </a:lnTo>
                  <a:lnTo>
                    <a:pt x="1120" y="495"/>
                  </a:lnTo>
                  <a:lnTo>
                    <a:pt x="1120" y="532"/>
                  </a:lnTo>
                  <a:lnTo>
                    <a:pt x="1120" y="543"/>
                  </a:lnTo>
                  <a:lnTo>
                    <a:pt x="1119" y="552"/>
                  </a:lnTo>
                  <a:lnTo>
                    <a:pt x="1119" y="552"/>
                  </a:lnTo>
                  <a:lnTo>
                    <a:pt x="1113" y="559"/>
                  </a:lnTo>
                  <a:lnTo>
                    <a:pt x="1097" y="573"/>
                  </a:lnTo>
                  <a:lnTo>
                    <a:pt x="1048" y="616"/>
                  </a:lnTo>
                  <a:lnTo>
                    <a:pt x="977" y="674"/>
                  </a:lnTo>
                  <a:lnTo>
                    <a:pt x="893" y="740"/>
                  </a:lnTo>
                  <a:lnTo>
                    <a:pt x="805" y="808"/>
                  </a:lnTo>
                  <a:lnTo>
                    <a:pt x="720" y="872"/>
                  </a:lnTo>
                  <a:lnTo>
                    <a:pt x="649" y="925"/>
                  </a:lnTo>
                  <a:lnTo>
                    <a:pt x="598" y="960"/>
                  </a:lnTo>
                  <a:lnTo>
                    <a:pt x="598" y="960"/>
                  </a:lnTo>
                  <a:lnTo>
                    <a:pt x="584" y="949"/>
                  </a:lnTo>
                  <a:lnTo>
                    <a:pt x="567" y="937"/>
                  </a:lnTo>
                  <a:lnTo>
                    <a:pt x="546" y="926"/>
                  </a:lnTo>
                  <a:lnTo>
                    <a:pt x="519" y="913"/>
                  </a:lnTo>
                  <a:lnTo>
                    <a:pt x="505" y="909"/>
                  </a:lnTo>
                  <a:lnTo>
                    <a:pt x="489" y="905"/>
                  </a:lnTo>
                  <a:lnTo>
                    <a:pt x="474" y="900"/>
                  </a:lnTo>
                  <a:lnTo>
                    <a:pt x="458" y="899"/>
                  </a:lnTo>
                  <a:lnTo>
                    <a:pt x="441" y="898"/>
                  </a:lnTo>
                  <a:lnTo>
                    <a:pt x="424" y="899"/>
                  </a:lnTo>
                  <a:lnTo>
                    <a:pt x="424" y="899"/>
                  </a:lnTo>
                  <a:lnTo>
                    <a:pt x="386" y="902"/>
                  </a:lnTo>
                  <a:lnTo>
                    <a:pt x="338" y="903"/>
                  </a:lnTo>
                  <a:lnTo>
                    <a:pt x="285" y="903"/>
                  </a:lnTo>
                  <a:lnTo>
                    <a:pt x="233" y="902"/>
                  </a:lnTo>
                  <a:lnTo>
                    <a:pt x="183" y="898"/>
                  </a:lnTo>
                  <a:lnTo>
                    <a:pt x="139" y="893"/>
                  </a:lnTo>
                  <a:lnTo>
                    <a:pt x="122" y="889"/>
                  </a:lnTo>
                  <a:lnTo>
                    <a:pt x="106" y="886"/>
                  </a:lnTo>
                  <a:lnTo>
                    <a:pt x="95" y="882"/>
                  </a:lnTo>
                  <a:lnTo>
                    <a:pt x="88" y="878"/>
                  </a:lnTo>
                  <a:lnTo>
                    <a:pt x="88" y="878"/>
                  </a:lnTo>
                  <a:lnTo>
                    <a:pt x="74" y="862"/>
                  </a:lnTo>
                  <a:lnTo>
                    <a:pt x="57" y="838"/>
                  </a:lnTo>
                  <a:lnTo>
                    <a:pt x="38" y="807"/>
                  </a:lnTo>
                  <a:lnTo>
                    <a:pt x="30" y="788"/>
                  </a:lnTo>
                  <a:lnTo>
                    <a:pt x="21" y="770"/>
                  </a:lnTo>
                  <a:lnTo>
                    <a:pt x="14" y="752"/>
                  </a:lnTo>
                  <a:lnTo>
                    <a:pt x="9" y="732"/>
                  </a:lnTo>
                  <a:lnTo>
                    <a:pt x="4" y="713"/>
                  </a:lnTo>
                  <a:lnTo>
                    <a:pt x="0" y="693"/>
                  </a:lnTo>
                  <a:lnTo>
                    <a:pt x="0" y="675"/>
                  </a:lnTo>
                  <a:lnTo>
                    <a:pt x="2" y="657"/>
                  </a:lnTo>
                  <a:lnTo>
                    <a:pt x="6" y="640"/>
                  </a:lnTo>
                  <a:lnTo>
                    <a:pt x="9" y="631"/>
                  </a:lnTo>
                  <a:lnTo>
                    <a:pt x="11" y="624"/>
                  </a:lnTo>
                  <a:lnTo>
                    <a:pt x="11" y="624"/>
                  </a:lnTo>
                  <a:lnTo>
                    <a:pt x="17" y="617"/>
                  </a:lnTo>
                  <a:lnTo>
                    <a:pt x="23" y="610"/>
                  </a:lnTo>
                  <a:lnTo>
                    <a:pt x="30" y="604"/>
                  </a:lnTo>
                  <a:lnTo>
                    <a:pt x="38" y="598"/>
                  </a:lnTo>
                  <a:lnTo>
                    <a:pt x="58" y="590"/>
                  </a:lnTo>
                  <a:lnTo>
                    <a:pt x="81" y="581"/>
                  </a:lnTo>
                  <a:lnTo>
                    <a:pt x="105" y="576"/>
                  </a:lnTo>
                  <a:lnTo>
                    <a:pt x="132" y="572"/>
                  </a:lnTo>
                  <a:lnTo>
                    <a:pt x="159" y="569"/>
                  </a:lnTo>
                  <a:lnTo>
                    <a:pt x="187" y="567"/>
                  </a:lnTo>
                  <a:lnTo>
                    <a:pt x="240" y="566"/>
                  </a:lnTo>
                  <a:lnTo>
                    <a:pt x="285" y="567"/>
                  </a:lnTo>
                  <a:lnTo>
                    <a:pt x="328" y="57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Freeform: Shape 45">
              <a:extLst>
                <a:ext uri="{FF2B5EF4-FFF2-40B4-BE49-F238E27FC236}">
                  <a16:creationId xmlns:a16="http://schemas.microsoft.com/office/drawing/2014/main" id="{71CC55DA-4AD9-433D-8A47-3EDF25B26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126" y="3896194"/>
              <a:ext cx="914013" cy="780899"/>
            </a:xfrm>
            <a:custGeom>
              <a:avLst/>
              <a:gdLst>
                <a:gd name="connsiteX0" fmla="*/ 529838 w 914013"/>
                <a:gd name="connsiteY0" fmla="*/ 0 h 780899"/>
                <a:gd name="connsiteX1" fmla="*/ 564763 w 914013"/>
                <a:gd name="connsiteY1" fmla="*/ 0 h 780899"/>
                <a:gd name="connsiteX2" fmla="*/ 596513 w 914013"/>
                <a:gd name="connsiteY2" fmla="*/ 1588 h 780899"/>
                <a:gd name="connsiteX3" fmla="*/ 628263 w 914013"/>
                <a:gd name="connsiteY3" fmla="*/ 3175 h 780899"/>
                <a:gd name="connsiteX4" fmla="*/ 656838 w 914013"/>
                <a:gd name="connsiteY4" fmla="*/ 11113 h 780899"/>
                <a:gd name="connsiteX5" fmla="*/ 687001 w 914013"/>
                <a:gd name="connsiteY5" fmla="*/ 17463 h 780899"/>
                <a:gd name="connsiteX6" fmla="*/ 710813 w 914013"/>
                <a:gd name="connsiteY6" fmla="*/ 26988 h 780899"/>
                <a:gd name="connsiteX7" fmla="*/ 736213 w 914013"/>
                <a:gd name="connsiteY7" fmla="*/ 38100 h 780899"/>
                <a:gd name="connsiteX8" fmla="*/ 758438 w 914013"/>
                <a:gd name="connsiteY8" fmla="*/ 49213 h 780899"/>
                <a:gd name="connsiteX9" fmla="*/ 779076 w 914013"/>
                <a:gd name="connsiteY9" fmla="*/ 60325 h 780899"/>
                <a:gd name="connsiteX10" fmla="*/ 799713 w 914013"/>
                <a:gd name="connsiteY10" fmla="*/ 76200 h 780899"/>
                <a:gd name="connsiteX11" fmla="*/ 815588 w 914013"/>
                <a:gd name="connsiteY11" fmla="*/ 88900 h 780899"/>
                <a:gd name="connsiteX12" fmla="*/ 833051 w 914013"/>
                <a:gd name="connsiteY12" fmla="*/ 104775 h 780899"/>
                <a:gd name="connsiteX13" fmla="*/ 845751 w 914013"/>
                <a:gd name="connsiteY13" fmla="*/ 120650 h 780899"/>
                <a:gd name="connsiteX14" fmla="*/ 871151 w 914013"/>
                <a:gd name="connsiteY14" fmla="*/ 152400 h 780899"/>
                <a:gd name="connsiteX15" fmla="*/ 888613 w 914013"/>
                <a:gd name="connsiteY15" fmla="*/ 185738 h 780899"/>
                <a:gd name="connsiteX16" fmla="*/ 902901 w 914013"/>
                <a:gd name="connsiteY16" fmla="*/ 217488 h 780899"/>
                <a:gd name="connsiteX17" fmla="*/ 912426 w 914013"/>
                <a:gd name="connsiteY17" fmla="*/ 246063 h 780899"/>
                <a:gd name="connsiteX18" fmla="*/ 914013 w 914013"/>
                <a:gd name="connsiteY18" fmla="*/ 271463 h 780899"/>
                <a:gd name="connsiteX19" fmla="*/ 914013 w 914013"/>
                <a:gd name="connsiteY19" fmla="*/ 292100 h 780899"/>
                <a:gd name="connsiteX20" fmla="*/ 912426 w 914013"/>
                <a:gd name="connsiteY20" fmla="*/ 301625 h 780899"/>
                <a:gd name="connsiteX21" fmla="*/ 907663 w 914013"/>
                <a:gd name="connsiteY21" fmla="*/ 304800 h 780899"/>
                <a:gd name="connsiteX22" fmla="*/ 893376 w 914013"/>
                <a:gd name="connsiteY22" fmla="*/ 320675 h 780899"/>
                <a:gd name="connsiteX23" fmla="*/ 869563 w 914013"/>
                <a:gd name="connsiteY23" fmla="*/ 341313 h 780899"/>
                <a:gd name="connsiteX24" fmla="*/ 796538 w 914013"/>
                <a:gd name="connsiteY24" fmla="*/ 395288 h 780899"/>
                <a:gd name="connsiteX25" fmla="*/ 699701 w 914013"/>
                <a:gd name="connsiteY25" fmla="*/ 465138 h 780899"/>
                <a:gd name="connsiteX26" fmla="*/ 590163 w 914013"/>
                <a:gd name="connsiteY26" fmla="*/ 541338 h 780899"/>
                <a:gd name="connsiteX27" fmla="*/ 477450 w 914013"/>
                <a:gd name="connsiteY27" fmla="*/ 615950 h 780899"/>
                <a:gd name="connsiteX28" fmla="*/ 379025 w 914013"/>
                <a:gd name="connsiteY28" fmla="*/ 679450 h 780899"/>
                <a:gd name="connsiteX29" fmla="*/ 299650 w 914013"/>
                <a:gd name="connsiteY29" fmla="*/ 728663 h 780899"/>
                <a:gd name="connsiteX30" fmla="*/ 271075 w 914013"/>
                <a:gd name="connsiteY30" fmla="*/ 741363 h 780899"/>
                <a:gd name="connsiteX31" fmla="*/ 255200 w 914013"/>
                <a:gd name="connsiteY31" fmla="*/ 750888 h 780899"/>
                <a:gd name="connsiteX32" fmla="*/ 240913 w 914013"/>
                <a:gd name="connsiteY32" fmla="*/ 754063 h 780899"/>
                <a:gd name="connsiteX33" fmla="*/ 229800 w 914013"/>
                <a:gd name="connsiteY33" fmla="*/ 755650 h 780899"/>
                <a:gd name="connsiteX34" fmla="*/ 217100 w 914013"/>
                <a:gd name="connsiteY34" fmla="*/ 754063 h 780899"/>
                <a:gd name="connsiteX35" fmla="*/ 204400 w 914013"/>
                <a:gd name="connsiteY35" fmla="*/ 750888 h 780899"/>
                <a:gd name="connsiteX36" fmla="*/ 182175 w 914013"/>
                <a:gd name="connsiteY36" fmla="*/ 741363 h 780899"/>
                <a:gd name="connsiteX37" fmla="*/ 163125 w 914013"/>
                <a:gd name="connsiteY37" fmla="*/ 728663 h 780899"/>
                <a:gd name="connsiteX38" fmla="*/ 157889 w 914013"/>
                <a:gd name="connsiteY38" fmla="*/ 724998 h 780899"/>
                <a:gd name="connsiteX39" fmla="*/ 88663 w 914013"/>
                <a:gd name="connsiteY39" fmla="*/ 773536 h 780899"/>
                <a:gd name="connsiteX40" fmla="*/ 32088 w 914013"/>
                <a:gd name="connsiteY40" fmla="*/ 763597 h 780899"/>
                <a:gd name="connsiteX41" fmla="*/ 7363 w 914013"/>
                <a:gd name="connsiteY41" fmla="*/ 728334 h 780899"/>
                <a:gd name="connsiteX42" fmla="*/ 17302 w 914013"/>
                <a:gd name="connsiteY42" fmla="*/ 671760 h 780899"/>
                <a:gd name="connsiteX43" fmla="*/ 99012 w 914013"/>
                <a:gd name="connsiteY43" fmla="*/ 614469 h 780899"/>
                <a:gd name="connsiteX44" fmla="*/ 94863 w 914013"/>
                <a:gd name="connsiteY44" fmla="*/ 593725 h 780899"/>
                <a:gd name="connsiteX45" fmla="*/ 93275 w 914013"/>
                <a:gd name="connsiteY45" fmla="*/ 568325 h 780899"/>
                <a:gd name="connsiteX46" fmla="*/ 90100 w 914013"/>
                <a:gd name="connsiteY46" fmla="*/ 541338 h 780899"/>
                <a:gd name="connsiteX47" fmla="*/ 93275 w 914013"/>
                <a:gd name="connsiteY47" fmla="*/ 490538 h 780899"/>
                <a:gd name="connsiteX48" fmla="*/ 99625 w 914013"/>
                <a:gd name="connsiteY48" fmla="*/ 438150 h 780899"/>
                <a:gd name="connsiteX49" fmla="*/ 110738 w 914013"/>
                <a:gd name="connsiteY49" fmla="*/ 385763 h 780899"/>
                <a:gd name="connsiteX50" fmla="*/ 126613 w 914013"/>
                <a:gd name="connsiteY50" fmla="*/ 336550 h 780899"/>
                <a:gd name="connsiteX51" fmla="*/ 142488 w 914013"/>
                <a:gd name="connsiteY51" fmla="*/ 287338 h 780899"/>
                <a:gd name="connsiteX52" fmla="*/ 163125 w 914013"/>
                <a:gd name="connsiteY52" fmla="*/ 242888 h 780899"/>
                <a:gd name="connsiteX53" fmla="*/ 185350 w 914013"/>
                <a:gd name="connsiteY53" fmla="*/ 200025 h 780899"/>
                <a:gd name="connsiteX54" fmla="*/ 209163 w 914013"/>
                <a:gd name="connsiteY54" fmla="*/ 161925 h 780899"/>
                <a:gd name="connsiteX55" fmla="*/ 234563 w 914013"/>
                <a:gd name="connsiteY55" fmla="*/ 125413 h 780899"/>
                <a:gd name="connsiteX56" fmla="*/ 256788 w 914013"/>
                <a:gd name="connsiteY56" fmla="*/ 96838 h 780899"/>
                <a:gd name="connsiteX57" fmla="*/ 282188 w 914013"/>
                <a:gd name="connsiteY57" fmla="*/ 71438 h 780899"/>
                <a:gd name="connsiteX58" fmla="*/ 304413 w 914013"/>
                <a:gd name="connsiteY58" fmla="*/ 55563 h 780899"/>
                <a:gd name="connsiteX59" fmla="*/ 315525 w 914013"/>
                <a:gd name="connsiteY59" fmla="*/ 49213 h 780899"/>
                <a:gd name="connsiteX60" fmla="*/ 326638 w 914013"/>
                <a:gd name="connsiteY60" fmla="*/ 44450 h 780899"/>
                <a:gd name="connsiteX61" fmla="*/ 371088 w 914013"/>
                <a:gd name="connsiteY61" fmla="*/ 28575 h 780899"/>
                <a:gd name="connsiteX62" fmla="*/ 413950 w 914013"/>
                <a:gd name="connsiteY62" fmla="*/ 17463 h 780899"/>
                <a:gd name="connsiteX63" fmla="*/ 455225 w 914013"/>
                <a:gd name="connsiteY63" fmla="*/ 7938 h 780899"/>
                <a:gd name="connsiteX64" fmla="*/ 493325 w 914013"/>
                <a:gd name="connsiteY64" fmla="*/ 3175 h 78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14013" h="780899">
                  <a:moveTo>
                    <a:pt x="529838" y="0"/>
                  </a:moveTo>
                  <a:lnTo>
                    <a:pt x="564763" y="0"/>
                  </a:lnTo>
                  <a:lnTo>
                    <a:pt x="596513" y="1588"/>
                  </a:lnTo>
                  <a:lnTo>
                    <a:pt x="628263" y="3175"/>
                  </a:lnTo>
                  <a:lnTo>
                    <a:pt x="656838" y="11113"/>
                  </a:lnTo>
                  <a:lnTo>
                    <a:pt x="687001" y="17463"/>
                  </a:lnTo>
                  <a:lnTo>
                    <a:pt x="710813" y="26988"/>
                  </a:lnTo>
                  <a:lnTo>
                    <a:pt x="736213" y="38100"/>
                  </a:lnTo>
                  <a:lnTo>
                    <a:pt x="758438" y="49213"/>
                  </a:lnTo>
                  <a:lnTo>
                    <a:pt x="779076" y="60325"/>
                  </a:lnTo>
                  <a:lnTo>
                    <a:pt x="799713" y="76200"/>
                  </a:lnTo>
                  <a:lnTo>
                    <a:pt x="815588" y="88900"/>
                  </a:lnTo>
                  <a:lnTo>
                    <a:pt x="833051" y="104775"/>
                  </a:lnTo>
                  <a:lnTo>
                    <a:pt x="845751" y="120650"/>
                  </a:lnTo>
                  <a:lnTo>
                    <a:pt x="871151" y="152400"/>
                  </a:lnTo>
                  <a:lnTo>
                    <a:pt x="888613" y="185738"/>
                  </a:lnTo>
                  <a:lnTo>
                    <a:pt x="902901" y="217488"/>
                  </a:lnTo>
                  <a:lnTo>
                    <a:pt x="912426" y="246063"/>
                  </a:lnTo>
                  <a:lnTo>
                    <a:pt x="914013" y="271463"/>
                  </a:lnTo>
                  <a:lnTo>
                    <a:pt x="914013" y="292100"/>
                  </a:lnTo>
                  <a:lnTo>
                    <a:pt x="912426" y="301625"/>
                  </a:lnTo>
                  <a:lnTo>
                    <a:pt x="907663" y="304800"/>
                  </a:lnTo>
                  <a:lnTo>
                    <a:pt x="893376" y="320675"/>
                  </a:lnTo>
                  <a:lnTo>
                    <a:pt x="869563" y="341313"/>
                  </a:lnTo>
                  <a:lnTo>
                    <a:pt x="796538" y="395288"/>
                  </a:lnTo>
                  <a:lnTo>
                    <a:pt x="699701" y="465138"/>
                  </a:lnTo>
                  <a:lnTo>
                    <a:pt x="590163" y="541338"/>
                  </a:lnTo>
                  <a:lnTo>
                    <a:pt x="477450" y="615950"/>
                  </a:lnTo>
                  <a:lnTo>
                    <a:pt x="379025" y="679450"/>
                  </a:lnTo>
                  <a:lnTo>
                    <a:pt x="299650" y="728663"/>
                  </a:lnTo>
                  <a:lnTo>
                    <a:pt x="271075" y="741363"/>
                  </a:lnTo>
                  <a:lnTo>
                    <a:pt x="255200" y="750888"/>
                  </a:lnTo>
                  <a:lnTo>
                    <a:pt x="240913" y="754063"/>
                  </a:lnTo>
                  <a:lnTo>
                    <a:pt x="229800" y="755650"/>
                  </a:lnTo>
                  <a:lnTo>
                    <a:pt x="217100" y="754063"/>
                  </a:lnTo>
                  <a:lnTo>
                    <a:pt x="204400" y="750888"/>
                  </a:lnTo>
                  <a:lnTo>
                    <a:pt x="182175" y="741363"/>
                  </a:lnTo>
                  <a:lnTo>
                    <a:pt x="163125" y="728663"/>
                  </a:lnTo>
                  <a:lnTo>
                    <a:pt x="157889" y="724998"/>
                  </a:lnTo>
                  <a:lnTo>
                    <a:pt x="88663" y="773536"/>
                  </a:lnTo>
                  <a:cubicBezTo>
                    <a:pt x="70295" y="786414"/>
                    <a:pt x="44966" y="781964"/>
                    <a:pt x="32088" y="763597"/>
                  </a:cubicBezTo>
                  <a:lnTo>
                    <a:pt x="7363" y="728334"/>
                  </a:lnTo>
                  <a:cubicBezTo>
                    <a:pt x="-5515" y="709967"/>
                    <a:pt x="-1065" y="684638"/>
                    <a:pt x="17302" y="671760"/>
                  </a:cubicBezTo>
                  <a:lnTo>
                    <a:pt x="99012" y="614469"/>
                  </a:lnTo>
                  <a:lnTo>
                    <a:pt x="94863" y="593725"/>
                  </a:lnTo>
                  <a:lnTo>
                    <a:pt x="93275" y="568325"/>
                  </a:lnTo>
                  <a:lnTo>
                    <a:pt x="90100" y="541338"/>
                  </a:lnTo>
                  <a:lnTo>
                    <a:pt x="93275" y="490538"/>
                  </a:lnTo>
                  <a:lnTo>
                    <a:pt x="99625" y="438150"/>
                  </a:lnTo>
                  <a:lnTo>
                    <a:pt x="110738" y="385763"/>
                  </a:lnTo>
                  <a:lnTo>
                    <a:pt x="126613" y="336550"/>
                  </a:lnTo>
                  <a:lnTo>
                    <a:pt x="142488" y="287338"/>
                  </a:lnTo>
                  <a:lnTo>
                    <a:pt x="163125" y="242888"/>
                  </a:lnTo>
                  <a:lnTo>
                    <a:pt x="185350" y="200025"/>
                  </a:lnTo>
                  <a:lnTo>
                    <a:pt x="209163" y="161925"/>
                  </a:lnTo>
                  <a:lnTo>
                    <a:pt x="234563" y="125413"/>
                  </a:lnTo>
                  <a:lnTo>
                    <a:pt x="256788" y="96838"/>
                  </a:lnTo>
                  <a:lnTo>
                    <a:pt x="282188" y="71438"/>
                  </a:lnTo>
                  <a:lnTo>
                    <a:pt x="304413" y="55563"/>
                  </a:lnTo>
                  <a:lnTo>
                    <a:pt x="315525" y="49213"/>
                  </a:lnTo>
                  <a:lnTo>
                    <a:pt x="326638" y="44450"/>
                  </a:lnTo>
                  <a:lnTo>
                    <a:pt x="371088" y="28575"/>
                  </a:lnTo>
                  <a:lnTo>
                    <a:pt x="413950" y="17463"/>
                  </a:lnTo>
                  <a:lnTo>
                    <a:pt x="455225" y="7938"/>
                  </a:lnTo>
                  <a:lnTo>
                    <a:pt x="493325" y="317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Freeform: Shape 46">
              <a:extLst>
                <a:ext uri="{FF2B5EF4-FFF2-40B4-BE49-F238E27FC236}">
                  <a16:creationId xmlns:a16="http://schemas.microsoft.com/office/drawing/2014/main" id="{D3B9F152-440C-4EB7-B6ED-119817B73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226" y="3896194"/>
              <a:ext cx="823913" cy="755650"/>
            </a:xfrm>
            <a:custGeom>
              <a:avLst/>
              <a:gdLst>
                <a:gd name="T0" fmla="*/ 149 w 519"/>
                <a:gd name="T1" fmla="*/ 28 h 476"/>
                <a:gd name="T2" fmla="*/ 135 w 519"/>
                <a:gd name="T3" fmla="*/ 35 h 476"/>
                <a:gd name="T4" fmla="*/ 105 w 519"/>
                <a:gd name="T5" fmla="*/ 61 h 476"/>
                <a:gd name="T6" fmla="*/ 75 w 519"/>
                <a:gd name="T7" fmla="*/ 102 h 476"/>
                <a:gd name="T8" fmla="*/ 46 w 519"/>
                <a:gd name="T9" fmla="*/ 153 h 476"/>
                <a:gd name="T10" fmla="*/ 23 w 519"/>
                <a:gd name="T11" fmla="*/ 212 h 476"/>
                <a:gd name="T12" fmla="*/ 6 w 519"/>
                <a:gd name="T13" fmla="*/ 276 h 476"/>
                <a:gd name="T14" fmla="*/ 0 w 519"/>
                <a:gd name="T15" fmla="*/ 341 h 476"/>
                <a:gd name="T16" fmla="*/ 3 w 519"/>
                <a:gd name="T17" fmla="*/ 374 h 476"/>
                <a:gd name="T18" fmla="*/ 9 w 519"/>
                <a:gd name="T19" fmla="*/ 405 h 476"/>
                <a:gd name="T20" fmla="*/ 20 w 519"/>
                <a:gd name="T21" fmla="*/ 436 h 476"/>
                <a:gd name="T22" fmla="*/ 27 w 519"/>
                <a:gd name="T23" fmla="*/ 443 h 476"/>
                <a:gd name="T24" fmla="*/ 46 w 519"/>
                <a:gd name="T25" fmla="*/ 459 h 476"/>
                <a:gd name="T26" fmla="*/ 72 w 519"/>
                <a:gd name="T27" fmla="*/ 473 h 476"/>
                <a:gd name="T28" fmla="*/ 88 w 519"/>
                <a:gd name="T29" fmla="*/ 476 h 476"/>
                <a:gd name="T30" fmla="*/ 104 w 519"/>
                <a:gd name="T31" fmla="*/ 473 h 476"/>
                <a:gd name="T32" fmla="*/ 114 w 519"/>
                <a:gd name="T33" fmla="*/ 467 h 476"/>
                <a:gd name="T34" fmla="*/ 182 w 519"/>
                <a:gd name="T35" fmla="*/ 428 h 476"/>
                <a:gd name="T36" fmla="*/ 315 w 519"/>
                <a:gd name="T37" fmla="*/ 341 h 476"/>
                <a:gd name="T38" fmla="*/ 445 w 519"/>
                <a:gd name="T39" fmla="*/ 249 h 476"/>
                <a:gd name="T40" fmla="*/ 506 w 519"/>
                <a:gd name="T41" fmla="*/ 202 h 476"/>
                <a:gd name="T42" fmla="*/ 515 w 519"/>
                <a:gd name="T43" fmla="*/ 192 h 476"/>
                <a:gd name="T44" fmla="*/ 519 w 519"/>
                <a:gd name="T45" fmla="*/ 184 h 476"/>
                <a:gd name="T46" fmla="*/ 518 w 519"/>
                <a:gd name="T47" fmla="*/ 155 h 476"/>
                <a:gd name="T48" fmla="*/ 503 w 519"/>
                <a:gd name="T49" fmla="*/ 117 h 476"/>
                <a:gd name="T50" fmla="*/ 476 w 519"/>
                <a:gd name="T51" fmla="*/ 76 h 476"/>
                <a:gd name="T52" fmla="*/ 457 w 519"/>
                <a:gd name="T53" fmla="*/ 56 h 476"/>
                <a:gd name="T54" fmla="*/ 434 w 519"/>
                <a:gd name="T55" fmla="*/ 38 h 476"/>
                <a:gd name="T56" fmla="*/ 407 w 519"/>
                <a:gd name="T57" fmla="*/ 24 h 476"/>
                <a:gd name="T58" fmla="*/ 376 w 519"/>
                <a:gd name="T59" fmla="*/ 11 h 476"/>
                <a:gd name="T60" fmla="*/ 339 w 519"/>
                <a:gd name="T61" fmla="*/ 2 h 476"/>
                <a:gd name="T62" fmla="*/ 299 w 519"/>
                <a:gd name="T63" fmla="*/ 0 h 476"/>
                <a:gd name="T64" fmla="*/ 254 w 519"/>
                <a:gd name="T65" fmla="*/ 2 h 476"/>
                <a:gd name="T66" fmla="*/ 204 w 519"/>
                <a:gd name="T67" fmla="*/ 11 h 476"/>
                <a:gd name="T68" fmla="*/ 149 w 519"/>
                <a:gd name="T69" fmla="*/ 2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9" h="476">
                  <a:moveTo>
                    <a:pt x="149" y="28"/>
                  </a:moveTo>
                  <a:lnTo>
                    <a:pt x="149" y="28"/>
                  </a:lnTo>
                  <a:lnTo>
                    <a:pt x="142" y="31"/>
                  </a:lnTo>
                  <a:lnTo>
                    <a:pt x="135" y="35"/>
                  </a:lnTo>
                  <a:lnTo>
                    <a:pt x="121" y="45"/>
                  </a:lnTo>
                  <a:lnTo>
                    <a:pt x="105" y="61"/>
                  </a:lnTo>
                  <a:lnTo>
                    <a:pt x="91" y="79"/>
                  </a:lnTo>
                  <a:lnTo>
                    <a:pt x="75" y="102"/>
                  </a:lnTo>
                  <a:lnTo>
                    <a:pt x="60" y="126"/>
                  </a:lnTo>
                  <a:lnTo>
                    <a:pt x="46" y="153"/>
                  </a:lnTo>
                  <a:lnTo>
                    <a:pt x="33" y="181"/>
                  </a:lnTo>
                  <a:lnTo>
                    <a:pt x="23" y="212"/>
                  </a:lnTo>
                  <a:lnTo>
                    <a:pt x="13" y="243"/>
                  </a:lnTo>
                  <a:lnTo>
                    <a:pt x="6" y="276"/>
                  </a:lnTo>
                  <a:lnTo>
                    <a:pt x="2" y="309"/>
                  </a:lnTo>
                  <a:lnTo>
                    <a:pt x="0" y="341"/>
                  </a:lnTo>
                  <a:lnTo>
                    <a:pt x="2" y="358"/>
                  </a:lnTo>
                  <a:lnTo>
                    <a:pt x="3" y="374"/>
                  </a:lnTo>
                  <a:lnTo>
                    <a:pt x="6" y="389"/>
                  </a:lnTo>
                  <a:lnTo>
                    <a:pt x="9" y="405"/>
                  </a:lnTo>
                  <a:lnTo>
                    <a:pt x="14" y="421"/>
                  </a:lnTo>
                  <a:lnTo>
                    <a:pt x="20" y="436"/>
                  </a:lnTo>
                  <a:lnTo>
                    <a:pt x="20" y="436"/>
                  </a:lnTo>
                  <a:lnTo>
                    <a:pt x="27" y="443"/>
                  </a:lnTo>
                  <a:lnTo>
                    <a:pt x="36" y="452"/>
                  </a:lnTo>
                  <a:lnTo>
                    <a:pt x="46" y="459"/>
                  </a:lnTo>
                  <a:lnTo>
                    <a:pt x="58" y="467"/>
                  </a:lnTo>
                  <a:lnTo>
                    <a:pt x="72" y="473"/>
                  </a:lnTo>
                  <a:lnTo>
                    <a:pt x="80" y="475"/>
                  </a:lnTo>
                  <a:lnTo>
                    <a:pt x="88" y="476"/>
                  </a:lnTo>
                  <a:lnTo>
                    <a:pt x="95" y="475"/>
                  </a:lnTo>
                  <a:lnTo>
                    <a:pt x="104" y="473"/>
                  </a:lnTo>
                  <a:lnTo>
                    <a:pt x="104" y="473"/>
                  </a:lnTo>
                  <a:lnTo>
                    <a:pt x="114" y="467"/>
                  </a:lnTo>
                  <a:lnTo>
                    <a:pt x="132" y="459"/>
                  </a:lnTo>
                  <a:lnTo>
                    <a:pt x="182" y="428"/>
                  </a:lnTo>
                  <a:lnTo>
                    <a:pt x="244" y="388"/>
                  </a:lnTo>
                  <a:lnTo>
                    <a:pt x="315" y="341"/>
                  </a:lnTo>
                  <a:lnTo>
                    <a:pt x="384" y="293"/>
                  </a:lnTo>
                  <a:lnTo>
                    <a:pt x="445" y="249"/>
                  </a:lnTo>
                  <a:lnTo>
                    <a:pt x="491" y="215"/>
                  </a:lnTo>
                  <a:lnTo>
                    <a:pt x="506" y="202"/>
                  </a:lnTo>
                  <a:lnTo>
                    <a:pt x="515" y="192"/>
                  </a:lnTo>
                  <a:lnTo>
                    <a:pt x="515" y="192"/>
                  </a:lnTo>
                  <a:lnTo>
                    <a:pt x="518" y="190"/>
                  </a:lnTo>
                  <a:lnTo>
                    <a:pt x="519" y="184"/>
                  </a:lnTo>
                  <a:lnTo>
                    <a:pt x="519" y="171"/>
                  </a:lnTo>
                  <a:lnTo>
                    <a:pt x="518" y="155"/>
                  </a:lnTo>
                  <a:lnTo>
                    <a:pt x="512" y="137"/>
                  </a:lnTo>
                  <a:lnTo>
                    <a:pt x="503" y="117"/>
                  </a:lnTo>
                  <a:lnTo>
                    <a:pt x="492" y="96"/>
                  </a:lnTo>
                  <a:lnTo>
                    <a:pt x="476" y="76"/>
                  </a:lnTo>
                  <a:lnTo>
                    <a:pt x="468" y="66"/>
                  </a:lnTo>
                  <a:lnTo>
                    <a:pt x="457" y="56"/>
                  </a:lnTo>
                  <a:lnTo>
                    <a:pt x="447" y="48"/>
                  </a:lnTo>
                  <a:lnTo>
                    <a:pt x="434" y="38"/>
                  </a:lnTo>
                  <a:lnTo>
                    <a:pt x="421" y="31"/>
                  </a:lnTo>
                  <a:lnTo>
                    <a:pt x="407" y="24"/>
                  </a:lnTo>
                  <a:lnTo>
                    <a:pt x="391" y="17"/>
                  </a:lnTo>
                  <a:lnTo>
                    <a:pt x="376" y="11"/>
                  </a:lnTo>
                  <a:lnTo>
                    <a:pt x="357" y="7"/>
                  </a:lnTo>
                  <a:lnTo>
                    <a:pt x="339" y="2"/>
                  </a:lnTo>
                  <a:lnTo>
                    <a:pt x="319" y="1"/>
                  </a:lnTo>
                  <a:lnTo>
                    <a:pt x="299" y="0"/>
                  </a:lnTo>
                  <a:lnTo>
                    <a:pt x="277" y="0"/>
                  </a:lnTo>
                  <a:lnTo>
                    <a:pt x="254" y="2"/>
                  </a:lnTo>
                  <a:lnTo>
                    <a:pt x="230" y="5"/>
                  </a:lnTo>
                  <a:lnTo>
                    <a:pt x="204" y="11"/>
                  </a:lnTo>
                  <a:lnTo>
                    <a:pt x="177" y="18"/>
                  </a:lnTo>
                  <a:lnTo>
                    <a:pt x="149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Freeform: Shape 47">
              <a:extLst>
                <a:ext uri="{FF2B5EF4-FFF2-40B4-BE49-F238E27FC236}">
                  <a16:creationId xmlns:a16="http://schemas.microsoft.com/office/drawing/2014/main" id="{B0A3EC72-5A76-414A-BB47-063FF3A56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076" y="3686644"/>
              <a:ext cx="862013" cy="239713"/>
            </a:xfrm>
            <a:custGeom>
              <a:avLst/>
              <a:gdLst>
                <a:gd name="T0" fmla="*/ 527 w 543"/>
                <a:gd name="T1" fmla="*/ 10 h 151"/>
                <a:gd name="T2" fmla="*/ 527 w 543"/>
                <a:gd name="T3" fmla="*/ 10 h 151"/>
                <a:gd name="T4" fmla="*/ 524 w 543"/>
                <a:gd name="T5" fmla="*/ 8 h 151"/>
                <a:gd name="T6" fmla="*/ 522 w 543"/>
                <a:gd name="T7" fmla="*/ 7 h 151"/>
                <a:gd name="T8" fmla="*/ 510 w 543"/>
                <a:gd name="T9" fmla="*/ 4 h 151"/>
                <a:gd name="T10" fmla="*/ 495 w 543"/>
                <a:gd name="T11" fmla="*/ 1 h 151"/>
                <a:gd name="T12" fmla="*/ 473 w 543"/>
                <a:gd name="T13" fmla="*/ 0 h 151"/>
                <a:gd name="T14" fmla="*/ 425 w 543"/>
                <a:gd name="T15" fmla="*/ 0 h 151"/>
                <a:gd name="T16" fmla="*/ 367 w 543"/>
                <a:gd name="T17" fmla="*/ 0 h 151"/>
                <a:gd name="T18" fmla="*/ 306 w 543"/>
                <a:gd name="T19" fmla="*/ 3 h 151"/>
                <a:gd name="T20" fmla="*/ 247 w 543"/>
                <a:gd name="T21" fmla="*/ 5 h 151"/>
                <a:gd name="T22" fmla="*/ 152 w 543"/>
                <a:gd name="T23" fmla="*/ 12 h 151"/>
                <a:gd name="T24" fmla="*/ 152 w 543"/>
                <a:gd name="T25" fmla="*/ 12 h 151"/>
                <a:gd name="T26" fmla="*/ 119 w 543"/>
                <a:gd name="T27" fmla="*/ 14 h 151"/>
                <a:gd name="T28" fmla="*/ 91 w 543"/>
                <a:gd name="T29" fmla="*/ 12 h 151"/>
                <a:gd name="T30" fmla="*/ 48 w 543"/>
                <a:gd name="T31" fmla="*/ 11 h 151"/>
                <a:gd name="T32" fmla="*/ 33 w 543"/>
                <a:gd name="T33" fmla="*/ 11 h 151"/>
                <a:gd name="T34" fmla="*/ 25 w 543"/>
                <a:gd name="T35" fmla="*/ 11 h 151"/>
                <a:gd name="T36" fmla="*/ 20 w 543"/>
                <a:gd name="T37" fmla="*/ 14 h 151"/>
                <a:gd name="T38" fmla="*/ 15 w 543"/>
                <a:gd name="T39" fmla="*/ 15 h 151"/>
                <a:gd name="T40" fmla="*/ 11 w 543"/>
                <a:gd name="T41" fmla="*/ 20 h 151"/>
                <a:gd name="T42" fmla="*/ 7 w 543"/>
                <a:gd name="T43" fmla="*/ 24 h 151"/>
                <a:gd name="T44" fmla="*/ 4 w 543"/>
                <a:gd name="T45" fmla="*/ 29 h 151"/>
                <a:gd name="T46" fmla="*/ 4 w 543"/>
                <a:gd name="T47" fmla="*/ 29 h 151"/>
                <a:gd name="T48" fmla="*/ 1 w 543"/>
                <a:gd name="T49" fmla="*/ 37 h 151"/>
                <a:gd name="T50" fmla="*/ 0 w 543"/>
                <a:gd name="T51" fmla="*/ 45 h 151"/>
                <a:gd name="T52" fmla="*/ 1 w 543"/>
                <a:gd name="T53" fmla="*/ 55 h 151"/>
                <a:gd name="T54" fmla="*/ 6 w 543"/>
                <a:gd name="T55" fmla="*/ 63 h 151"/>
                <a:gd name="T56" fmla="*/ 10 w 543"/>
                <a:gd name="T57" fmla="*/ 73 h 151"/>
                <a:gd name="T58" fmla="*/ 17 w 543"/>
                <a:gd name="T59" fmla="*/ 82 h 151"/>
                <a:gd name="T60" fmla="*/ 25 w 543"/>
                <a:gd name="T61" fmla="*/ 92 h 151"/>
                <a:gd name="T62" fmla="*/ 34 w 543"/>
                <a:gd name="T63" fmla="*/ 100 h 151"/>
                <a:gd name="T64" fmla="*/ 45 w 543"/>
                <a:gd name="T65" fmla="*/ 109 h 151"/>
                <a:gd name="T66" fmla="*/ 57 w 543"/>
                <a:gd name="T67" fmla="*/ 117 h 151"/>
                <a:gd name="T68" fmla="*/ 69 w 543"/>
                <a:gd name="T69" fmla="*/ 126 h 151"/>
                <a:gd name="T70" fmla="*/ 82 w 543"/>
                <a:gd name="T71" fmla="*/ 132 h 151"/>
                <a:gd name="T72" fmla="*/ 96 w 543"/>
                <a:gd name="T73" fmla="*/ 139 h 151"/>
                <a:gd name="T74" fmla="*/ 110 w 543"/>
                <a:gd name="T75" fmla="*/ 143 h 151"/>
                <a:gd name="T76" fmla="*/ 126 w 543"/>
                <a:gd name="T77" fmla="*/ 147 h 151"/>
                <a:gd name="T78" fmla="*/ 140 w 543"/>
                <a:gd name="T79" fmla="*/ 150 h 151"/>
                <a:gd name="T80" fmla="*/ 140 w 543"/>
                <a:gd name="T81" fmla="*/ 150 h 151"/>
                <a:gd name="T82" fmla="*/ 157 w 543"/>
                <a:gd name="T83" fmla="*/ 151 h 151"/>
                <a:gd name="T84" fmla="*/ 179 w 543"/>
                <a:gd name="T85" fmla="*/ 151 h 151"/>
                <a:gd name="T86" fmla="*/ 203 w 543"/>
                <a:gd name="T87" fmla="*/ 150 h 151"/>
                <a:gd name="T88" fmla="*/ 230 w 543"/>
                <a:gd name="T89" fmla="*/ 149 h 151"/>
                <a:gd name="T90" fmla="*/ 289 w 543"/>
                <a:gd name="T91" fmla="*/ 140 h 151"/>
                <a:gd name="T92" fmla="*/ 351 w 543"/>
                <a:gd name="T93" fmla="*/ 132 h 151"/>
                <a:gd name="T94" fmla="*/ 411 w 543"/>
                <a:gd name="T95" fmla="*/ 120 h 151"/>
                <a:gd name="T96" fmla="*/ 462 w 543"/>
                <a:gd name="T97" fmla="*/ 109 h 151"/>
                <a:gd name="T98" fmla="*/ 500 w 543"/>
                <a:gd name="T99" fmla="*/ 99 h 151"/>
                <a:gd name="T100" fmla="*/ 513 w 543"/>
                <a:gd name="T101" fmla="*/ 95 h 151"/>
                <a:gd name="T102" fmla="*/ 522 w 543"/>
                <a:gd name="T103" fmla="*/ 90 h 151"/>
                <a:gd name="T104" fmla="*/ 522 w 543"/>
                <a:gd name="T105" fmla="*/ 90 h 151"/>
                <a:gd name="T106" fmla="*/ 530 w 543"/>
                <a:gd name="T107" fmla="*/ 83 h 151"/>
                <a:gd name="T108" fmla="*/ 537 w 543"/>
                <a:gd name="T109" fmla="*/ 75 h 151"/>
                <a:gd name="T110" fmla="*/ 541 w 543"/>
                <a:gd name="T111" fmla="*/ 65 h 151"/>
                <a:gd name="T112" fmla="*/ 543 w 543"/>
                <a:gd name="T113" fmla="*/ 54 h 151"/>
                <a:gd name="T114" fmla="*/ 543 w 543"/>
                <a:gd name="T115" fmla="*/ 44 h 151"/>
                <a:gd name="T116" fmla="*/ 540 w 543"/>
                <a:gd name="T117" fmla="*/ 32 h 151"/>
                <a:gd name="T118" fmla="*/ 534 w 543"/>
                <a:gd name="T119" fmla="*/ 21 h 151"/>
                <a:gd name="T120" fmla="*/ 527 w 543"/>
                <a:gd name="T121" fmla="*/ 1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43" h="151">
                  <a:moveTo>
                    <a:pt x="527" y="10"/>
                  </a:moveTo>
                  <a:lnTo>
                    <a:pt x="527" y="10"/>
                  </a:lnTo>
                  <a:lnTo>
                    <a:pt x="524" y="8"/>
                  </a:lnTo>
                  <a:lnTo>
                    <a:pt x="522" y="7"/>
                  </a:lnTo>
                  <a:lnTo>
                    <a:pt x="510" y="4"/>
                  </a:lnTo>
                  <a:lnTo>
                    <a:pt x="495" y="1"/>
                  </a:lnTo>
                  <a:lnTo>
                    <a:pt x="473" y="0"/>
                  </a:lnTo>
                  <a:lnTo>
                    <a:pt x="425" y="0"/>
                  </a:lnTo>
                  <a:lnTo>
                    <a:pt x="367" y="0"/>
                  </a:lnTo>
                  <a:lnTo>
                    <a:pt x="306" y="3"/>
                  </a:lnTo>
                  <a:lnTo>
                    <a:pt x="247" y="5"/>
                  </a:lnTo>
                  <a:lnTo>
                    <a:pt x="152" y="12"/>
                  </a:lnTo>
                  <a:lnTo>
                    <a:pt x="152" y="12"/>
                  </a:lnTo>
                  <a:lnTo>
                    <a:pt x="119" y="14"/>
                  </a:lnTo>
                  <a:lnTo>
                    <a:pt x="91" y="12"/>
                  </a:lnTo>
                  <a:lnTo>
                    <a:pt x="48" y="11"/>
                  </a:lnTo>
                  <a:lnTo>
                    <a:pt x="33" y="11"/>
                  </a:lnTo>
                  <a:lnTo>
                    <a:pt x="25" y="11"/>
                  </a:lnTo>
                  <a:lnTo>
                    <a:pt x="20" y="14"/>
                  </a:lnTo>
                  <a:lnTo>
                    <a:pt x="15" y="15"/>
                  </a:lnTo>
                  <a:lnTo>
                    <a:pt x="11" y="20"/>
                  </a:lnTo>
                  <a:lnTo>
                    <a:pt x="7" y="24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1" y="37"/>
                  </a:lnTo>
                  <a:lnTo>
                    <a:pt x="0" y="45"/>
                  </a:lnTo>
                  <a:lnTo>
                    <a:pt x="1" y="55"/>
                  </a:lnTo>
                  <a:lnTo>
                    <a:pt x="6" y="63"/>
                  </a:lnTo>
                  <a:lnTo>
                    <a:pt x="10" y="73"/>
                  </a:lnTo>
                  <a:lnTo>
                    <a:pt x="17" y="82"/>
                  </a:lnTo>
                  <a:lnTo>
                    <a:pt x="25" y="92"/>
                  </a:lnTo>
                  <a:lnTo>
                    <a:pt x="34" y="100"/>
                  </a:lnTo>
                  <a:lnTo>
                    <a:pt x="45" y="109"/>
                  </a:lnTo>
                  <a:lnTo>
                    <a:pt x="57" y="117"/>
                  </a:lnTo>
                  <a:lnTo>
                    <a:pt x="69" y="126"/>
                  </a:lnTo>
                  <a:lnTo>
                    <a:pt x="82" y="132"/>
                  </a:lnTo>
                  <a:lnTo>
                    <a:pt x="96" y="139"/>
                  </a:lnTo>
                  <a:lnTo>
                    <a:pt x="110" y="143"/>
                  </a:lnTo>
                  <a:lnTo>
                    <a:pt x="126" y="147"/>
                  </a:lnTo>
                  <a:lnTo>
                    <a:pt x="140" y="150"/>
                  </a:lnTo>
                  <a:lnTo>
                    <a:pt x="140" y="150"/>
                  </a:lnTo>
                  <a:lnTo>
                    <a:pt x="157" y="151"/>
                  </a:lnTo>
                  <a:lnTo>
                    <a:pt x="179" y="151"/>
                  </a:lnTo>
                  <a:lnTo>
                    <a:pt x="203" y="150"/>
                  </a:lnTo>
                  <a:lnTo>
                    <a:pt x="230" y="149"/>
                  </a:lnTo>
                  <a:lnTo>
                    <a:pt x="289" y="140"/>
                  </a:lnTo>
                  <a:lnTo>
                    <a:pt x="351" y="132"/>
                  </a:lnTo>
                  <a:lnTo>
                    <a:pt x="411" y="120"/>
                  </a:lnTo>
                  <a:lnTo>
                    <a:pt x="462" y="109"/>
                  </a:lnTo>
                  <a:lnTo>
                    <a:pt x="500" y="99"/>
                  </a:lnTo>
                  <a:lnTo>
                    <a:pt x="513" y="95"/>
                  </a:lnTo>
                  <a:lnTo>
                    <a:pt x="522" y="90"/>
                  </a:lnTo>
                  <a:lnTo>
                    <a:pt x="522" y="90"/>
                  </a:lnTo>
                  <a:lnTo>
                    <a:pt x="530" y="83"/>
                  </a:lnTo>
                  <a:lnTo>
                    <a:pt x="537" y="75"/>
                  </a:lnTo>
                  <a:lnTo>
                    <a:pt x="541" y="65"/>
                  </a:lnTo>
                  <a:lnTo>
                    <a:pt x="543" y="54"/>
                  </a:lnTo>
                  <a:lnTo>
                    <a:pt x="543" y="44"/>
                  </a:lnTo>
                  <a:lnTo>
                    <a:pt x="540" y="32"/>
                  </a:lnTo>
                  <a:lnTo>
                    <a:pt x="534" y="21"/>
                  </a:lnTo>
                  <a:lnTo>
                    <a:pt x="527" y="1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Freeform: Shape 48">
              <a:extLst>
                <a:ext uri="{FF2B5EF4-FFF2-40B4-BE49-F238E27FC236}">
                  <a16:creationId xmlns:a16="http://schemas.microsoft.com/office/drawing/2014/main" id="{83B6A6BC-A452-42DD-A82D-45157484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076" y="3686644"/>
              <a:ext cx="862013" cy="239713"/>
            </a:xfrm>
            <a:custGeom>
              <a:avLst/>
              <a:gdLst>
                <a:gd name="T0" fmla="*/ 527 w 543"/>
                <a:gd name="T1" fmla="*/ 10 h 151"/>
                <a:gd name="T2" fmla="*/ 527 w 543"/>
                <a:gd name="T3" fmla="*/ 10 h 151"/>
                <a:gd name="T4" fmla="*/ 524 w 543"/>
                <a:gd name="T5" fmla="*/ 8 h 151"/>
                <a:gd name="T6" fmla="*/ 522 w 543"/>
                <a:gd name="T7" fmla="*/ 7 h 151"/>
                <a:gd name="T8" fmla="*/ 510 w 543"/>
                <a:gd name="T9" fmla="*/ 4 h 151"/>
                <a:gd name="T10" fmla="*/ 495 w 543"/>
                <a:gd name="T11" fmla="*/ 1 h 151"/>
                <a:gd name="T12" fmla="*/ 473 w 543"/>
                <a:gd name="T13" fmla="*/ 0 h 151"/>
                <a:gd name="T14" fmla="*/ 425 w 543"/>
                <a:gd name="T15" fmla="*/ 0 h 151"/>
                <a:gd name="T16" fmla="*/ 367 w 543"/>
                <a:gd name="T17" fmla="*/ 0 h 151"/>
                <a:gd name="T18" fmla="*/ 306 w 543"/>
                <a:gd name="T19" fmla="*/ 3 h 151"/>
                <a:gd name="T20" fmla="*/ 247 w 543"/>
                <a:gd name="T21" fmla="*/ 5 h 151"/>
                <a:gd name="T22" fmla="*/ 152 w 543"/>
                <a:gd name="T23" fmla="*/ 12 h 151"/>
                <a:gd name="T24" fmla="*/ 152 w 543"/>
                <a:gd name="T25" fmla="*/ 12 h 151"/>
                <a:gd name="T26" fmla="*/ 119 w 543"/>
                <a:gd name="T27" fmla="*/ 14 h 151"/>
                <a:gd name="T28" fmla="*/ 91 w 543"/>
                <a:gd name="T29" fmla="*/ 12 h 151"/>
                <a:gd name="T30" fmla="*/ 48 w 543"/>
                <a:gd name="T31" fmla="*/ 11 h 151"/>
                <a:gd name="T32" fmla="*/ 33 w 543"/>
                <a:gd name="T33" fmla="*/ 11 h 151"/>
                <a:gd name="T34" fmla="*/ 25 w 543"/>
                <a:gd name="T35" fmla="*/ 11 h 151"/>
                <a:gd name="T36" fmla="*/ 20 w 543"/>
                <a:gd name="T37" fmla="*/ 14 h 151"/>
                <a:gd name="T38" fmla="*/ 15 w 543"/>
                <a:gd name="T39" fmla="*/ 15 h 151"/>
                <a:gd name="T40" fmla="*/ 11 w 543"/>
                <a:gd name="T41" fmla="*/ 20 h 151"/>
                <a:gd name="T42" fmla="*/ 7 w 543"/>
                <a:gd name="T43" fmla="*/ 24 h 151"/>
                <a:gd name="T44" fmla="*/ 4 w 543"/>
                <a:gd name="T45" fmla="*/ 29 h 151"/>
                <a:gd name="T46" fmla="*/ 4 w 543"/>
                <a:gd name="T47" fmla="*/ 29 h 151"/>
                <a:gd name="T48" fmla="*/ 1 w 543"/>
                <a:gd name="T49" fmla="*/ 37 h 151"/>
                <a:gd name="T50" fmla="*/ 0 w 543"/>
                <a:gd name="T51" fmla="*/ 45 h 151"/>
                <a:gd name="T52" fmla="*/ 1 w 543"/>
                <a:gd name="T53" fmla="*/ 55 h 151"/>
                <a:gd name="T54" fmla="*/ 6 w 543"/>
                <a:gd name="T55" fmla="*/ 63 h 151"/>
                <a:gd name="T56" fmla="*/ 10 w 543"/>
                <a:gd name="T57" fmla="*/ 73 h 151"/>
                <a:gd name="T58" fmla="*/ 17 w 543"/>
                <a:gd name="T59" fmla="*/ 82 h 151"/>
                <a:gd name="T60" fmla="*/ 25 w 543"/>
                <a:gd name="T61" fmla="*/ 92 h 151"/>
                <a:gd name="T62" fmla="*/ 34 w 543"/>
                <a:gd name="T63" fmla="*/ 100 h 151"/>
                <a:gd name="T64" fmla="*/ 45 w 543"/>
                <a:gd name="T65" fmla="*/ 109 h 151"/>
                <a:gd name="T66" fmla="*/ 57 w 543"/>
                <a:gd name="T67" fmla="*/ 117 h 151"/>
                <a:gd name="T68" fmla="*/ 69 w 543"/>
                <a:gd name="T69" fmla="*/ 126 h 151"/>
                <a:gd name="T70" fmla="*/ 82 w 543"/>
                <a:gd name="T71" fmla="*/ 132 h 151"/>
                <a:gd name="T72" fmla="*/ 96 w 543"/>
                <a:gd name="T73" fmla="*/ 139 h 151"/>
                <a:gd name="T74" fmla="*/ 110 w 543"/>
                <a:gd name="T75" fmla="*/ 143 h 151"/>
                <a:gd name="T76" fmla="*/ 126 w 543"/>
                <a:gd name="T77" fmla="*/ 147 h 151"/>
                <a:gd name="T78" fmla="*/ 140 w 543"/>
                <a:gd name="T79" fmla="*/ 150 h 151"/>
                <a:gd name="T80" fmla="*/ 140 w 543"/>
                <a:gd name="T81" fmla="*/ 150 h 151"/>
                <a:gd name="T82" fmla="*/ 157 w 543"/>
                <a:gd name="T83" fmla="*/ 151 h 151"/>
                <a:gd name="T84" fmla="*/ 179 w 543"/>
                <a:gd name="T85" fmla="*/ 151 h 151"/>
                <a:gd name="T86" fmla="*/ 203 w 543"/>
                <a:gd name="T87" fmla="*/ 150 h 151"/>
                <a:gd name="T88" fmla="*/ 230 w 543"/>
                <a:gd name="T89" fmla="*/ 149 h 151"/>
                <a:gd name="T90" fmla="*/ 289 w 543"/>
                <a:gd name="T91" fmla="*/ 140 h 151"/>
                <a:gd name="T92" fmla="*/ 351 w 543"/>
                <a:gd name="T93" fmla="*/ 132 h 151"/>
                <a:gd name="T94" fmla="*/ 411 w 543"/>
                <a:gd name="T95" fmla="*/ 120 h 151"/>
                <a:gd name="T96" fmla="*/ 462 w 543"/>
                <a:gd name="T97" fmla="*/ 109 h 151"/>
                <a:gd name="T98" fmla="*/ 500 w 543"/>
                <a:gd name="T99" fmla="*/ 99 h 151"/>
                <a:gd name="T100" fmla="*/ 513 w 543"/>
                <a:gd name="T101" fmla="*/ 95 h 151"/>
                <a:gd name="T102" fmla="*/ 522 w 543"/>
                <a:gd name="T103" fmla="*/ 90 h 151"/>
                <a:gd name="T104" fmla="*/ 522 w 543"/>
                <a:gd name="T105" fmla="*/ 90 h 151"/>
                <a:gd name="T106" fmla="*/ 530 w 543"/>
                <a:gd name="T107" fmla="*/ 83 h 151"/>
                <a:gd name="T108" fmla="*/ 537 w 543"/>
                <a:gd name="T109" fmla="*/ 75 h 151"/>
                <a:gd name="T110" fmla="*/ 541 w 543"/>
                <a:gd name="T111" fmla="*/ 65 h 151"/>
                <a:gd name="T112" fmla="*/ 543 w 543"/>
                <a:gd name="T113" fmla="*/ 54 h 151"/>
                <a:gd name="T114" fmla="*/ 543 w 543"/>
                <a:gd name="T115" fmla="*/ 44 h 151"/>
                <a:gd name="T116" fmla="*/ 540 w 543"/>
                <a:gd name="T117" fmla="*/ 32 h 151"/>
                <a:gd name="T118" fmla="*/ 534 w 543"/>
                <a:gd name="T119" fmla="*/ 21 h 151"/>
                <a:gd name="T120" fmla="*/ 527 w 543"/>
                <a:gd name="T121" fmla="*/ 1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43" h="151">
                  <a:moveTo>
                    <a:pt x="527" y="10"/>
                  </a:moveTo>
                  <a:lnTo>
                    <a:pt x="527" y="10"/>
                  </a:lnTo>
                  <a:lnTo>
                    <a:pt x="524" y="8"/>
                  </a:lnTo>
                  <a:lnTo>
                    <a:pt x="522" y="7"/>
                  </a:lnTo>
                  <a:lnTo>
                    <a:pt x="510" y="4"/>
                  </a:lnTo>
                  <a:lnTo>
                    <a:pt x="495" y="1"/>
                  </a:lnTo>
                  <a:lnTo>
                    <a:pt x="473" y="0"/>
                  </a:lnTo>
                  <a:lnTo>
                    <a:pt x="425" y="0"/>
                  </a:lnTo>
                  <a:lnTo>
                    <a:pt x="367" y="0"/>
                  </a:lnTo>
                  <a:lnTo>
                    <a:pt x="306" y="3"/>
                  </a:lnTo>
                  <a:lnTo>
                    <a:pt x="247" y="5"/>
                  </a:lnTo>
                  <a:lnTo>
                    <a:pt x="152" y="12"/>
                  </a:lnTo>
                  <a:lnTo>
                    <a:pt x="152" y="12"/>
                  </a:lnTo>
                  <a:lnTo>
                    <a:pt x="119" y="14"/>
                  </a:lnTo>
                  <a:lnTo>
                    <a:pt x="91" y="12"/>
                  </a:lnTo>
                  <a:lnTo>
                    <a:pt x="48" y="11"/>
                  </a:lnTo>
                  <a:lnTo>
                    <a:pt x="33" y="11"/>
                  </a:lnTo>
                  <a:lnTo>
                    <a:pt x="25" y="11"/>
                  </a:lnTo>
                  <a:lnTo>
                    <a:pt x="20" y="14"/>
                  </a:lnTo>
                  <a:lnTo>
                    <a:pt x="15" y="15"/>
                  </a:lnTo>
                  <a:lnTo>
                    <a:pt x="11" y="20"/>
                  </a:lnTo>
                  <a:lnTo>
                    <a:pt x="7" y="24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1" y="37"/>
                  </a:lnTo>
                  <a:lnTo>
                    <a:pt x="0" y="45"/>
                  </a:lnTo>
                  <a:lnTo>
                    <a:pt x="1" y="55"/>
                  </a:lnTo>
                  <a:lnTo>
                    <a:pt x="6" y="63"/>
                  </a:lnTo>
                  <a:lnTo>
                    <a:pt x="10" y="73"/>
                  </a:lnTo>
                  <a:lnTo>
                    <a:pt x="17" y="82"/>
                  </a:lnTo>
                  <a:lnTo>
                    <a:pt x="25" y="92"/>
                  </a:lnTo>
                  <a:lnTo>
                    <a:pt x="34" y="100"/>
                  </a:lnTo>
                  <a:lnTo>
                    <a:pt x="45" y="109"/>
                  </a:lnTo>
                  <a:lnTo>
                    <a:pt x="57" y="117"/>
                  </a:lnTo>
                  <a:lnTo>
                    <a:pt x="69" y="126"/>
                  </a:lnTo>
                  <a:lnTo>
                    <a:pt x="82" y="132"/>
                  </a:lnTo>
                  <a:lnTo>
                    <a:pt x="96" y="139"/>
                  </a:lnTo>
                  <a:lnTo>
                    <a:pt x="110" y="143"/>
                  </a:lnTo>
                  <a:lnTo>
                    <a:pt x="126" y="147"/>
                  </a:lnTo>
                  <a:lnTo>
                    <a:pt x="140" y="150"/>
                  </a:lnTo>
                  <a:lnTo>
                    <a:pt x="140" y="150"/>
                  </a:lnTo>
                  <a:lnTo>
                    <a:pt x="157" y="151"/>
                  </a:lnTo>
                  <a:lnTo>
                    <a:pt x="179" y="151"/>
                  </a:lnTo>
                  <a:lnTo>
                    <a:pt x="203" y="150"/>
                  </a:lnTo>
                  <a:lnTo>
                    <a:pt x="230" y="149"/>
                  </a:lnTo>
                  <a:lnTo>
                    <a:pt x="289" y="140"/>
                  </a:lnTo>
                  <a:lnTo>
                    <a:pt x="351" y="132"/>
                  </a:lnTo>
                  <a:lnTo>
                    <a:pt x="411" y="120"/>
                  </a:lnTo>
                  <a:lnTo>
                    <a:pt x="462" y="109"/>
                  </a:lnTo>
                  <a:lnTo>
                    <a:pt x="500" y="99"/>
                  </a:lnTo>
                  <a:lnTo>
                    <a:pt x="513" y="95"/>
                  </a:lnTo>
                  <a:lnTo>
                    <a:pt x="522" y="90"/>
                  </a:lnTo>
                  <a:lnTo>
                    <a:pt x="522" y="90"/>
                  </a:lnTo>
                  <a:lnTo>
                    <a:pt x="530" y="83"/>
                  </a:lnTo>
                  <a:lnTo>
                    <a:pt x="537" y="75"/>
                  </a:lnTo>
                  <a:lnTo>
                    <a:pt x="541" y="65"/>
                  </a:lnTo>
                  <a:lnTo>
                    <a:pt x="543" y="54"/>
                  </a:lnTo>
                  <a:lnTo>
                    <a:pt x="543" y="44"/>
                  </a:lnTo>
                  <a:lnTo>
                    <a:pt x="540" y="32"/>
                  </a:lnTo>
                  <a:lnTo>
                    <a:pt x="534" y="21"/>
                  </a:lnTo>
                  <a:lnTo>
                    <a:pt x="527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Freeform: Shape 49">
              <a:extLst>
                <a:ext uri="{FF2B5EF4-FFF2-40B4-BE49-F238E27FC236}">
                  <a16:creationId xmlns:a16="http://schemas.microsoft.com/office/drawing/2014/main" id="{4C835D02-70A0-4946-8A97-92E73EE38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664" y="2950044"/>
              <a:ext cx="701675" cy="754063"/>
            </a:xfrm>
            <a:custGeom>
              <a:avLst/>
              <a:gdLst>
                <a:gd name="T0" fmla="*/ 34 w 442"/>
                <a:gd name="T1" fmla="*/ 475 h 475"/>
                <a:gd name="T2" fmla="*/ 17 w 442"/>
                <a:gd name="T3" fmla="*/ 398 h 475"/>
                <a:gd name="T4" fmla="*/ 2 w 442"/>
                <a:gd name="T5" fmla="*/ 303 h 475"/>
                <a:gd name="T6" fmla="*/ 0 w 442"/>
                <a:gd name="T7" fmla="*/ 255 h 475"/>
                <a:gd name="T8" fmla="*/ 2 w 442"/>
                <a:gd name="T9" fmla="*/ 213 h 475"/>
                <a:gd name="T10" fmla="*/ 11 w 442"/>
                <a:gd name="T11" fmla="*/ 183 h 475"/>
                <a:gd name="T12" fmla="*/ 27 w 442"/>
                <a:gd name="T13" fmla="*/ 156 h 475"/>
                <a:gd name="T14" fmla="*/ 65 w 442"/>
                <a:gd name="T15" fmla="*/ 99 h 475"/>
                <a:gd name="T16" fmla="*/ 90 w 442"/>
                <a:gd name="T17" fmla="*/ 71 h 475"/>
                <a:gd name="T18" fmla="*/ 120 w 442"/>
                <a:gd name="T19" fmla="*/ 45 h 475"/>
                <a:gd name="T20" fmla="*/ 154 w 442"/>
                <a:gd name="T21" fmla="*/ 24 h 475"/>
                <a:gd name="T22" fmla="*/ 194 w 442"/>
                <a:gd name="T23" fmla="*/ 10 h 475"/>
                <a:gd name="T24" fmla="*/ 241 w 442"/>
                <a:gd name="T25" fmla="*/ 1 h 475"/>
                <a:gd name="T26" fmla="*/ 256 w 442"/>
                <a:gd name="T27" fmla="*/ 0 h 475"/>
                <a:gd name="T28" fmla="*/ 289 w 442"/>
                <a:gd name="T29" fmla="*/ 3 h 475"/>
                <a:gd name="T30" fmla="*/ 320 w 442"/>
                <a:gd name="T31" fmla="*/ 7 h 475"/>
                <a:gd name="T32" fmla="*/ 348 w 442"/>
                <a:gd name="T33" fmla="*/ 17 h 475"/>
                <a:gd name="T34" fmla="*/ 387 w 442"/>
                <a:gd name="T35" fmla="*/ 34 h 475"/>
                <a:gd name="T36" fmla="*/ 419 w 442"/>
                <a:gd name="T37" fmla="*/ 57 h 475"/>
                <a:gd name="T38" fmla="*/ 436 w 442"/>
                <a:gd name="T39" fmla="*/ 74 h 475"/>
                <a:gd name="T40" fmla="*/ 442 w 442"/>
                <a:gd name="T41" fmla="*/ 84 h 475"/>
                <a:gd name="T42" fmla="*/ 306 w 442"/>
                <a:gd name="T43" fmla="*/ 190 h 475"/>
                <a:gd name="T44" fmla="*/ 246 w 442"/>
                <a:gd name="T45" fmla="*/ 231 h 475"/>
                <a:gd name="T46" fmla="*/ 221 w 442"/>
                <a:gd name="T47" fmla="*/ 248 h 475"/>
                <a:gd name="T48" fmla="*/ 165 w 442"/>
                <a:gd name="T49" fmla="*/ 289 h 475"/>
                <a:gd name="T50" fmla="*/ 141 w 442"/>
                <a:gd name="T51" fmla="*/ 313 h 475"/>
                <a:gd name="T52" fmla="*/ 121 w 442"/>
                <a:gd name="T53" fmla="*/ 339 h 475"/>
                <a:gd name="T54" fmla="*/ 109 w 442"/>
                <a:gd name="T55" fmla="*/ 366 h 475"/>
                <a:gd name="T56" fmla="*/ 103 w 442"/>
                <a:gd name="T57" fmla="*/ 396 h 475"/>
                <a:gd name="T58" fmla="*/ 109 w 442"/>
                <a:gd name="T59" fmla="*/ 427 h 475"/>
                <a:gd name="T60" fmla="*/ 104 w 442"/>
                <a:gd name="T61" fmla="*/ 431 h 475"/>
                <a:gd name="T62" fmla="*/ 93 w 442"/>
                <a:gd name="T63" fmla="*/ 444 h 475"/>
                <a:gd name="T64" fmla="*/ 69 w 442"/>
                <a:gd name="T65" fmla="*/ 459 h 475"/>
                <a:gd name="T66" fmla="*/ 34 w 442"/>
                <a:gd name="T67" fmla="*/ 475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2" h="475">
                  <a:moveTo>
                    <a:pt x="34" y="475"/>
                  </a:moveTo>
                  <a:lnTo>
                    <a:pt x="34" y="475"/>
                  </a:lnTo>
                  <a:lnTo>
                    <a:pt x="25" y="438"/>
                  </a:lnTo>
                  <a:lnTo>
                    <a:pt x="17" y="398"/>
                  </a:lnTo>
                  <a:lnTo>
                    <a:pt x="10" y="353"/>
                  </a:lnTo>
                  <a:lnTo>
                    <a:pt x="2" y="303"/>
                  </a:lnTo>
                  <a:lnTo>
                    <a:pt x="1" y="278"/>
                  </a:lnTo>
                  <a:lnTo>
                    <a:pt x="0" y="255"/>
                  </a:lnTo>
                  <a:lnTo>
                    <a:pt x="1" y="233"/>
                  </a:lnTo>
                  <a:lnTo>
                    <a:pt x="2" y="213"/>
                  </a:lnTo>
                  <a:lnTo>
                    <a:pt x="5" y="196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27" y="156"/>
                  </a:lnTo>
                  <a:lnTo>
                    <a:pt x="44" y="129"/>
                  </a:lnTo>
                  <a:lnTo>
                    <a:pt x="65" y="99"/>
                  </a:lnTo>
                  <a:lnTo>
                    <a:pt x="76" y="85"/>
                  </a:lnTo>
                  <a:lnTo>
                    <a:pt x="90" y="71"/>
                  </a:lnTo>
                  <a:lnTo>
                    <a:pt x="104" y="58"/>
                  </a:lnTo>
                  <a:lnTo>
                    <a:pt x="120" y="45"/>
                  </a:lnTo>
                  <a:lnTo>
                    <a:pt x="136" y="36"/>
                  </a:lnTo>
                  <a:lnTo>
                    <a:pt x="154" y="24"/>
                  </a:lnTo>
                  <a:lnTo>
                    <a:pt x="174" y="16"/>
                  </a:lnTo>
                  <a:lnTo>
                    <a:pt x="194" y="10"/>
                  </a:lnTo>
                  <a:lnTo>
                    <a:pt x="216" y="4"/>
                  </a:lnTo>
                  <a:lnTo>
                    <a:pt x="241" y="1"/>
                  </a:lnTo>
                  <a:lnTo>
                    <a:pt x="241" y="1"/>
                  </a:lnTo>
                  <a:lnTo>
                    <a:pt x="256" y="0"/>
                  </a:lnTo>
                  <a:lnTo>
                    <a:pt x="273" y="1"/>
                  </a:lnTo>
                  <a:lnTo>
                    <a:pt x="289" y="3"/>
                  </a:lnTo>
                  <a:lnTo>
                    <a:pt x="304" y="4"/>
                  </a:lnTo>
                  <a:lnTo>
                    <a:pt x="320" y="7"/>
                  </a:lnTo>
                  <a:lnTo>
                    <a:pt x="334" y="11"/>
                  </a:lnTo>
                  <a:lnTo>
                    <a:pt x="348" y="17"/>
                  </a:lnTo>
                  <a:lnTo>
                    <a:pt x="362" y="21"/>
                  </a:lnTo>
                  <a:lnTo>
                    <a:pt x="387" y="34"/>
                  </a:lnTo>
                  <a:lnTo>
                    <a:pt x="409" y="50"/>
                  </a:lnTo>
                  <a:lnTo>
                    <a:pt x="419" y="57"/>
                  </a:lnTo>
                  <a:lnTo>
                    <a:pt x="428" y="65"/>
                  </a:lnTo>
                  <a:lnTo>
                    <a:pt x="436" y="74"/>
                  </a:lnTo>
                  <a:lnTo>
                    <a:pt x="442" y="84"/>
                  </a:lnTo>
                  <a:lnTo>
                    <a:pt x="442" y="84"/>
                  </a:lnTo>
                  <a:lnTo>
                    <a:pt x="370" y="140"/>
                  </a:lnTo>
                  <a:lnTo>
                    <a:pt x="306" y="190"/>
                  </a:lnTo>
                  <a:lnTo>
                    <a:pt x="275" y="213"/>
                  </a:lnTo>
                  <a:lnTo>
                    <a:pt x="246" y="231"/>
                  </a:lnTo>
                  <a:lnTo>
                    <a:pt x="246" y="231"/>
                  </a:lnTo>
                  <a:lnTo>
                    <a:pt x="221" y="248"/>
                  </a:lnTo>
                  <a:lnTo>
                    <a:pt x="192" y="268"/>
                  </a:lnTo>
                  <a:lnTo>
                    <a:pt x="165" y="289"/>
                  </a:lnTo>
                  <a:lnTo>
                    <a:pt x="153" y="301"/>
                  </a:lnTo>
                  <a:lnTo>
                    <a:pt x="141" y="313"/>
                  </a:lnTo>
                  <a:lnTo>
                    <a:pt x="131" y="326"/>
                  </a:lnTo>
                  <a:lnTo>
                    <a:pt x="121" y="339"/>
                  </a:lnTo>
                  <a:lnTo>
                    <a:pt x="114" y="352"/>
                  </a:lnTo>
                  <a:lnTo>
                    <a:pt x="109" y="366"/>
                  </a:lnTo>
                  <a:lnTo>
                    <a:pt x="104" y="380"/>
                  </a:lnTo>
                  <a:lnTo>
                    <a:pt x="103" y="396"/>
                  </a:lnTo>
                  <a:lnTo>
                    <a:pt x="104" y="411"/>
                  </a:lnTo>
                  <a:lnTo>
                    <a:pt x="109" y="427"/>
                  </a:lnTo>
                  <a:lnTo>
                    <a:pt x="109" y="427"/>
                  </a:lnTo>
                  <a:lnTo>
                    <a:pt x="104" y="431"/>
                  </a:lnTo>
                  <a:lnTo>
                    <a:pt x="100" y="437"/>
                  </a:lnTo>
                  <a:lnTo>
                    <a:pt x="93" y="444"/>
                  </a:lnTo>
                  <a:lnTo>
                    <a:pt x="83" y="451"/>
                  </a:lnTo>
                  <a:lnTo>
                    <a:pt x="69" y="459"/>
                  </a:lnTo>
                  <a:lnTo>
                    <a:pt x="53" y="467"/>
                  </a:lnTo>
                  <a:lnTo>
                    <a:pt x="34" y="47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Freeform: Shape 50">
              <a:extLst>
                <a:ext uri="{FF2B5EF4-FFF2-40B4-BE49-F238E27FC236}">
                  <a16:creationId xmlns:a16="http://schemas.microsoft.com/office/drawing/2014/main" id="{5E134010-D355-4A60-B8DA-84C3A4374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664" y="2950044"/>
              <a:ext cx="701675" cy="754063"/>
            </a:xfrm>
            <a:custGeom>
              <a:avLst/>
              <a:gdLst>
                <a:gd name="T0" fmla="*/ 34 w 442"/>
                <a:gd name="T1" fmla="*/ 475 h 475"/>
                <a:gd name="T2" fmla="*/ 17 w 442"/>
                <a:gd name="T3" fmla="*/ 398 h 475"/>
                <a:gd name="T4" fmla="*/ 2 w 442"/>
                <a:gd name="T5" fmla="*/ 303 h 475"/>
                <a:gd name="T6" fmla="*/ 0 w 442"/>
                <a:gd name="T7" fmla="*/ 255 h 475"/>
                <a:gd name="T8" fmla="*/ 2 w 442"/>
                <a:gd name="T9" fmla="*/ 213 h 475"/>
                <a:gd name="T10" fmla="*/ 11 w 442"/>
                <a:gd name="T11" fmla="*/ 183 h 475"/>
                <a:gd name="T12" fmla="*/ 27 w 442"/>
                <a:gd name="T13" fmla="*/ 156 h 475"/>
                <a:gd name="T14" fmla="*/ 65 w 442"/>
                <a:gd name="T15" fmla="*/ 99 h 475"/>
                <a:gd name="T16" fmla="*/ 90 w 442"/>
                <a:gd name="T17" fmla="*/ 71 h 475"/>
                <a:gd name="T18" fmla="*/ 120 w 442"/>
                <a:gd name="T19" fmla="*/ 45 h 475"/>
                <a:gd name="T20" fmla="*/ 154 w 442"/>
                <a:gd name="T21" fmla="*/ 24 h 475"/>
                <a:gd name="T22" fmla="*/ 194 w 442"/>
                <a:gd name="T23" fmla="*/ 10 h 475"/>
                <a:gd name="T24" fmla="*/ 241 w 442"/>
                <a:gd name="T25" fmla="*/ 1 h 475"/>
                <a:gd name="T26" fmla="*/ 256 w 442"/>
                <a:gd name="T27" fmla="*/ 0 h 475"/>
                <a:gd name="T28" fmla="*/ 289 w 442"/>
                <a:gd name="T29" fmla="*/ 3 h 475"/>
                <a:gd name="T30" fmla="*/ 320 w 442"/>
                <a:gd name="T31" fmla="*/ 7 h 475"/>
                <a:gd name="T32" fmla="*/ 348 w 442"/>
                <a:gd name="T33" fmla="*/ 17 h 475"/>
                <a:gd name="T34" fmla="*/ 387 w 442"/>
                <a:gd name="T35" fmla="*/ 34 h 475"/>
                <a:gd name="T36" fmla="*/ 419 w 442"/>
                <a:gd name="T37" fmla="*/ 57 h 475"/>
                <a:gd name="T38" fmla="*/ 436 w 442"/>
                <a:gd name="T39" fmla="*/ 74 h 475"/>
                <a:gd name="T40" fmla="*/ 442 w 442"/>
                <a:gd name="T41" fmla="*/ 84 h 475"/>
                <a:gd name="T42" fmla="*/ 306 w 442"/>
                <a:gd name="T43" fmla="*/ 190 h 475"/>
                <a:gd name="T44" fmla="*/ 246 w 442"/>
                <a:gd name="T45" fmla="*/ 231 h 475"/>
                <a:gd name="T46" fmla="*/ 221 w 442"/>
                <a:gd name="T47" fmla="*/ 248 h 475"/>
                <a:gd name="T48" fmla="*/ 165 w 442"/>
                <a:gd name="T49" fmla="*/ 289 h 475"/>
                <a:gd name="T50" fmla="*/ 141 w 442"/>
                <a:gd name="T51" fmla="*/ 313 h 475"/>
                <a:gd name="T52" fmla="*/ 121 w 442"/>
                <a:gd name="T53" fmla="*/ 339 h 475"/>
                <a:gd name="T54" fmla="*/ 109 w 442"/>
                <a:gd name="T55" fmla="*/ 366 h 475"/>
                <a:gd name="T56" fmla="*/ 103 w 442"/>
                <a:gd name="T57" fmla="*/ 396 h 475"/>
                <a:gd name="T58" fmla="*/ 109 w 442"/>
                <a:gd name="T59" fmla="*/ 427 h 475"/>
                <a:gd name="T60" fmla="*/ 104 w 442"/>
                <a:gd name="T61" fmla="*/ 431 h 475"/>
                <a:gd name="T62" fmla="*/ 93 w 442"/>
                <a:gd name="T63" fmla="*/ 444 h 475"/>
                <a:gd name="T64" fmla="*/ 69 w 442"/>
                <a:gd name="T65" fmla="*/ 459 h 475"/>
                <a:gd name="T66" fmla="*/ 34 w 442"/>
                <a:gd name="T67" fmla="*/ 475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2" h="475">
                  <a:moveTo>
                    <a:pt x="34" y="475"/>
                  </a:moveTo>
                  <a:lnTo>
                    <a:pt x="34" y="475"/>
                  </a:lnTo>
                  <a:lnTo>
                    <a:pt x="25" y="438"/>
                  </a:lnTo>
                  <a:lnTo>
                    <a:pt x="17" y="398"/>
                  </a:lnTo>
                  <a:lnTo>
                    <a:pt x="10" y="353"/>
                  </a:lnTo>
                  <a:lnTo>
                    <a:pt x="2" y="303"/>
                  </a:lnTo>
                  <a:lnTo>
                    <a:pt x="1" y="278"/>
                  </a:lnTo>
                  <a:lnTo>
                    <a:pt x="0" y="255"/>
                  </a:lnTo>
                  <a:lnTo>
                    <a:pt x="1" y="233"/>
                  </a:lnTo>
                  <a:lnTo>
                    <a:pt x="2" y="213"/>
                  </a:lnTo>
                  <a:lnTo>
                    <a:pt x="5" y="196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27" y="156"/>
                  </a:lnTo>
                  <a:lnTo>
                    <a:pt x="44" y="129"/>
                  </a:lnTo>
                  <a:lnTo>
                    <a:pt x="65" y="99"/>
                  </a:lnTo>
                  <a:lnTo>
                    <a:pt x="76" y="85"/>
                  </a:lnTo>
                  <a:lnTo>
                    <a:pt x="90" y="71"/>
                  </a:lnTo>
                  <a:lnTo>
                    <a:pt x="104" y="58"/>
                  </a:lnTo>
                  <a:lnTo>
                    <a:pt x="120" y="45"/>
                  </a:lnTo>
                  <a:lnTo>
                    <a:pt x="136" y="36"/>
                  </a:lnTo>
                  <a:lnTo>
                    <a:pt x="154" y="24"/>
                  </a:lnTo>
                  <a:lnTo>
                    <a:pt x="174" y="16"/>
                  </a:lnTo>
                  <a:lnTo>
                    <a:pt x="194" y="10"/>
                  </a:lnTo>
                  <a:lnTo>
                    <a:pt x="216" y="4"/>
                  </a:lnTo>
                  <a:lnTo>
                    <a:pt x="241" y="1"/>
                  </a:lnTo>
                  <a:lnTo>
                    <a:pt x="241" y="1"/>
                  </a:lnTo>
                  <a:lnTo>
                    <a:pt x="256" y="0"/>
                  </a:lnTo>
                  <a:lnTo>
                    <a:pt x="273" y="1"/>
                  </a:lnTo>
                  <a:lnTo>
                    <a:pt x="289" y="3"/>
                  </a:lnTo>
                  <a:lnTo>
                    <a:pt x="304" y="4"/>
                  </a:lnTo>
                  <a:lnTo>
                    <a:pt x="320" y="7"/>
                  </a:lnTo>
                  <a:lnTo>
                    <a:pt x="334" y="11"/>
                  </a:lnTo>
                  <a:lnTo>
                    <a:pt x="348" y="17"/>
                  </a:lnTo>
                  <a:lnTo>
                    <a:pt x="362" y="21"/>
                  </a:lnTo>
                  <a:lnTo>
                    <a:pt x="387" y="34"/>
                  </a:lnTo>
                  <a:lnTo>
                    <a:pt x="409" y="50"/>
                  </a:lnTo>
                  <a:lnTo>
                    <a:pt x="419" y="57"/>
                  </a:lnTo>
                  <a:lnTo>
                    <a:pt x="428" y="65"/>
                  </a:lnTo>
                  <a:lnTo>
                    <a:pt x="436" y="74"/>
                  </a:lnTo>
                  <a:lnTo>
                    <a:pt x="442" y="84"/>
                  </a:lnTo>
                  <a:lnTo>
                    <a:pt x="442" y="84"/>
                  </a:lnTo>
                  <a:lnTo>
                    <a:pt x="370" y="140"/>
                  </a:lnTo>
                  <a:lnTo>
                    <a:pt x="306" y="190"/>
                  </a:lnTo>
                  <a:lnTo>
                    <a:pt x="275" y="213"/>
                  </a:lnTo>
                  <a:lnTo>
                    <a:pt x="246" y="231"/>
                  </a:lnTo>
                  <a:lnTo>
                    <a:pt x="246" y="231"/>
                  </a:lnTo>
                  <a:lnTo>
                    <a:pt x="221" y="248"/>
                  </a:lnTo>
                  <a:lnTo>
                    <a:pt x="192" y="268"/>
                  </a:lnTo>
                  <a:lnTo>
                    <a:pt x="165" y="289"/>
                  </a:lnTo>
                  <a:lnTo>
                    <a:pt x="153" y="301"/>
                  </a:lnTo>
                  <a:lnTo>
                    <a:pt x="141" y="313"/>
                  </a:lnTo>
                  <a:lnTo>
                    <a:pt x="131" y="326"/>
                  </a:lnTo>
                  <a:lnTo>
                    <a:pt x="121" y="339"/>
                  </a:lnTo>
                  <a:lnTo>
                    <a:pt x="114" y="352"/>
                  </a:lnTo>
                  <a:lnTo>
                    <a:pt x="109" y="366"/>
                  </a:lnTo>
                  <a:lnTo>
                    <a:pt x="104" y="380"/>
                  </a:lnTo>
                  <a:lnTo>
                    <a:pt x="103" y="396"/>
                  </a:lnTo>
                  <a:lnTo>
                    <a:pt x="104" y="411"/>
                  </a:lnTo>
                  <a:lnTo>
                    <a:pt x="109" y="427"/>
                  </a:lnTo>
                  <a:lnTo>
                    <a:pt x="109" y="427"/>
                  </a:lnTo>
                  <a:lnTo>
                    <a:pt x="104" y="431"/>
                  </a:lnTo>
                  <a:lnTo>
                    <a:pt x="100" y="437"/>
                  </a:lnTo>
                  <a:lnTo>
                    <a:pt x="93" y="444"/>
                  </a:lnTo>
                  <a:lnTo>
                    <a:pt x="83" y="451"/>
                  </a:lnTo>
                  <a:lnTo>
                    <a:pt x="69" y="459"/>
                  </a:lnTo>
                  <a:lnTo>
                    <a:pt x="53" y="467"/>
                  </a:lnTo>
                  <a:lnTo>
                    <a:pt x="34" y="4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Freeform: Shape 51">
              <a:extLst>
                <a:ext uri="{FF2B5EF4-FFF2-40B4-BE49-F238E27FC236}">
                  <a16:creationId xmlns:a16="http://schemas.microsoft.com/office/drawing/2014/main" id="{EC837075-8A93-4404-9673-8C9A924A4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801" y="4386731"/>
              <a:ext cx="71438" cy="206375"/>
            </a:xfrm>
            <a:custGeom>
              <a:avLst/>
              <a:gdLst>
                <a:gd name="T0" fmla="*/ 3 w 45"/>
                <a:gd name="T1" fmla="*/ 15 h 130"/>
                <a:gd name="T2" fmla="*/ 3 w 45"/>
                <a:gd name="T3" fmla="*/ 15 h 130"/>
                <a:gd name="T4" fmla="*/ 8 w 45"/>
                <a:gd name="T5" fmla="*/ 27 h 130"/>
                <a:gd name="T6" fmla="*/ 14 w 45"/>
                <a:gd name="T7" fmla="*/ 39 h 130"/>
                <a:gd name="T8" fmla="*/ 18 w 45"/>
                <a:gd name="T9" fmla="*/ 52 h 130"/>
                <a:gd name="T10" fmla="*/ 21 w 45"/>
                <a:gd name="T11" fmla="*/ 65 h 130"/>
                <a:gd name="T12" fmla="*/ 23 w 45"/>
                <a:gd name="T13" fmla="*/ 92 h 130"/>
                <a:gd name="T14" fmla="*/ 24 w 45"/>
                <a:gd name="T15" fmla="*/ 120 h 130"/>
                <a:gd name="T16" fmla="*/ 24 w 45"/>
                <a:gd name="T17" fmla="*/ 120 h 130"/>
                <a:gd name="T18" fmla="*/ 24 w 45"/>
                <a:gd name="T19" fmla="*/ 124 h 130"/>
                <a:gd name="T20" fmla="*/ 27 w 45"/>
                <a:gd name="T21" fmla="*/ 127 h 130"/>
                <a:gd name="T22" fmla="*/ 30 w 45"/>
                <a:gd name="T23" fmla="*/ 130 h 130"/>
                <a:gd name="T24" fmla="*/ 34 w 45"/>
                <a:gd name="T25" fmla="*/ 130 h 130"/>
                <a:gd name="T26" fmla="*/ 38 w 45"/>
                <a:gd name="T27" fmla="*/ 130 h 130"/>
                <a:gd name="T28" fmla="*/ 41 w 45"/>
                <a:gd name="T29" fmla="*/ 127 h 130"/>
                <a:gd name="T30" fmla="*/ 44 w 45"/>
                <a:gd name="T31" fmla="*/ 124 h 130"/>
                <a:gd name="T32" fmla="*/ 45 w 45"/>
                <a:gd name="T33" fmla="*/ 120 h 130"/>
                <a:gd name="T34" fmla="*/ 45 w 45"/>
                <a:gd name="T35" fmla="*/ 120 h 130"/>
                <a:gd name="T36" fmla="*/ 44 w 45"/>
                <a:gd name="T37" fmla="*/ 89 h 130"/>
                <a:gd name="T38" fmla="*/ 42 w 45"/>
                <a:gd name="T39" fmla="*/ 75 h 130"/>
                <a:gd name="T40" fmla="*/ 41 w 45"/>
                <a:gd name="T41" fmla="*/ 59 h 130"/>
                <a:gd name="T42" fmla="*/ 38 w 45"/>
                <a:gd name="T43" fmla="*/ 45 h 130"/>
                <a:gd name="T44" fmla="*/ 34 w 45"/>
                <a:gd name="T45" fmla="*/ 31 h 130"/>
                <a:gd name="T46" fmla="*/ 28 w 45"/>
                <a:gd name="T47" fmla="*/ 17 h 130"/>
                <a:gd name="T48" fmla="*/ 20 w 45"/>
                <a:gd name="T49" fmla="*/ 4 h 130"/>
                <a:gd name="T50" fmla="*/ 20 w 45"/>
                <a:gd name="T51" fmla="*/ 4 h 130"/>
                <a:gd name="T52" fmla="*/ 17 w 45"/>
                <a:gd name="T53" fmla="*/ 1 h 130"/>
                <a:gd name="T54" fmla="*/ 13 w 45"/>
                <a:gd name="T55" fmla="*/ 0 h 130"/>
                <a:gd name="T56" fmla="*/ 10 w 45"/>
                <a:gd name="T57" fmla="*/ 0 h 130"/>
                <a:gd name="T58" fmla="*/ 6 w 45"/>
                <a:gd name="T59" fmla="*/ 1 h 130"/>
                <a:gd name="T60" fmla="*/ 3 w 45"/>
                <a:gd name="T61" fmla="*/ 4 h 130"/>
                <a:gd name="T62" fmla="*/ 1 w 45"/>
                <a:gd name="T63" fmla="*/ 7 h 130"/>
                <a:gd name="T64" fmla="*/ 0 w 45"/>
                <a:gd name="T65" fmla="*/ 11 h 130"/>
                <a:gd name="T66" fmla="*/ 3 w 45"/>
                <a:gd name="T67" fmla="*/ 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130">
                  <a:moveTo>
                    <a:pt x="3" y="15"/>
                  </a:moveTo>
                  <a:lnTo>
                    <a:pt x="3" y="15"/>
                  </a:lnTo>
                  <a:lnTo>
                    <a:pt x="8" y="27"/>
                  </a:lnTo>
                  <a:lnTo>
                    <a:pt x="14" y="39"/>
                  </a:lnTo>
                  <a:lnTo>
                    <a:pt x="18" y="52"/>
                  </a:lnTo>
                  <a:lnTo>
                    <a:pt x="21" y="65"/>
                  </a:lnTo>
                  <a:lnTo>
                    <a:pt x="23" y="92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24"/>
                  </a:lnTo>
                  <a:lnTo>
                    <a:pt x="27" y="127"/>
                  </a:lnTo>
                  <a:lnTo>
                    <a:pt x="30" y="130"/>
                  </a:lnTo>
                  <a:lnTo>
                    <a:pt x="34" y="130"/>
                  </a:lnTo>
                  <a:lnTo>
                    <a:pt x="38" y="130"/>
                  </a:lnTo>
                  <a:lnTo>
                    <a:pt x="41" y="127"/>
                  </a:lnTo>
                  <a:lnTo>
                    <a:pt x="44" y="124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4" y="89"/>
                  </a:lnTo>
                  <a:lnTo>
                    <a:pt x="42" y="75"/>
                  </a:lnTo>
                  <a:lnTo>
                    <a:pt x="41" y="59"/>
                  </a:lnTo>
                  <a:lnTo>
                    <a:pt x="38" y="45"/>
                  </a:lnTo>
                  <a:lnTo>
                    <a:pt x="34" y="31"/>
                  </a:lnTo>
                  <a:lnTo>
                    <a:pt x="28" y="17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1"/>
                  </a:lnTo>
                  <a:lnTo>
                    <a:pt x="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Freeform: Shape 52">
              <a:extLst>
                <a:ext uri="{FF2B5EF4-FFF2-40B4-BE49-F238E27FC236}">
                  <a16:creationId xmlns:a16="http://schemas.microsoft.com/office/drawing/2014/main" id="{CC7FCFAB-ADB7-40E0-9FBF-C43E72BDF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801" y="4386731"/>
              <a:ext cx="71438" cy="206375"/>
            </a:xfrm>
            <a:custGeom>
              <a:avLst/>
              <a:gdLst>
                <a:gd name="T0" fmla="*/ 3 w 45"/>
                <a:gd name="T1" fmla="*/ 15 h 130"/>
                <a:gd name="T2" fmla="*/ 3 w 45"/>
                <a:gd name="T3" fmla="*/ 15 h 130"/>
                <a:gd name="T4" fmla="*/ 8 w 45"/>
                <a:gd name="T5" fmla="*/ 27 h 130"/>
                <a:gd name="T6" fmla="*/ 14 w 45"/>
                <a:gd name="T7" fmla="*/ 39 h 130"/>
                <a:gd name="T8" fmla="*/ 18 w 45"/>
                <a:gd name="T9" fmla="*/ 52 h 130"/>
                <a:gd name="T10" fmla="*/ 21 w 45"/>
                <a:gd name="T11" fmla="*/ 65 h 130"/>
                <a:gd name="T12" fmla="*/ 23 w 45"/>
                <a:gd name="T13" fmla="*/ 92 h 130"/>
                <a:gd name="T14" fmla="*/ 24 w 45"/>
                <a:gd name="T15" fmla="*/ 120 h 130"/>
                <a:gd name="T16" fmla="*/ 24 w 45"/>
                <a:gd name="T17" fmla="*/ 120 h 130"/>
                <a:gd name="T18" fmla="*/ 24 w 45"/>
                <a:gd name="T19" fmla="*/ 124 h 130"/>
                <a:gd name="T20" fmla="*/ 27 w 45"/>
                <a:gd name="T21" fmla="*/ 127 h 130"/>
                <a:gd name="T22" fmla="*/ 30 w 45"/>
                <a:gd name="T23" fmla="*/ 130 h 130"/>
                <a:gd name="T24" fmla="*/ 34 w 45"/>
                <a:gd name="T25" fmla="*/ 130 h 130"/>
                <a:gd name="T26" fmla="*/ 38 w 45"/>
                <a:gd name="T27" fmla="*/ 130 h 130"/>
                <a:gd name="T28" fmla="*/ 41 w 45"/>
                <a:gd name="T29" fmla="*/ 127 h 130"/>
                <a:gd name="T30" fmla="*/ 44 w 45"/>
                <a:gd name="T31" fmla="*/ 124 h 130"/>
                <a:gd name="T32" fmla="*/ 45 w 45"/>
                <a:gd name="T33" fmla="*/ 120 h 130"/>
                <a:gd name="T34" fmla="*/ 45 w 45"/>
                <a:gd name="T35" fmla="*/ 120 h 130"/>
                <a:gd name="T36" fmla="*/ 44 w 45"/>
                <a:gd name="T37" fmla="*/ 89 h 130"/>
                <a:gd name="T38" fmla="*/ 42 w 45"/>
                <a:gd name="T39" fmla="*/ 75 h 130"/>
                <a:gd name="T40" fmla="*/ 41 w 45"/>
                <a:gd name="T41" fmla="*/ 59 h 130"/>
                <a:gd name="T42" fmla="*/ 38 w 45"/>
                <a:gd name="T43" fmla="*/ 45 h 130"/>
                <a:gd name="T44" fmla="*/ 34 w 45"/>
                <a:gd name="T45" fmla="*/ 31 h 130"/>
                <a:gd name="T46" fmla="*/ 28 w 45"/>
                <a:gd name="T47" fmla="*/ 17 h 130"/>
                <a:gd name="T48" fmla="*/ 20 w 45"/>
                <a:gd name="T49" fmla="*/ 4 h 130"/>
                <a:gd name="T50" fmla="*/ 20 w 45"/>
                <a:gd name="T51" fmla="*/ 4 h 130"/>
                <a:gd name="T52" fmla="*/ 17 w 45"/>
                <a:gd name="T53" fmla="*/ 1 h 130"/>
                <a:gd name="T54" fmla="*/ 13 w 45"/>
                <a:gd name="T55" fmla="*/ 0 h 130"/>
                <a:gd name="T56" fmla="*/ 10 w 45"/>
                <a:gd name="T57" fmla="*/ 0 h 130"/>
                <a:gd name="T58" fmla="*/ 6 w 45"/>
                <a:gd name="T59" fmla="*/ 1 h 130"/>
                <a:gd name="T60" fmla="*/ 3 w 45"/>
                <a:gd name="T61" fmla="*/ 4 h 130"/>
                <a:gd name="T62" fmla="*/ 1 w 45"/>
                <a:gd name="T63" fmla="*/ 7 h 130"/>
                <a:gd name="T64" fmla="*/ 0 w 45"/>
                <a:gd name="T65" fmla="*/ 11 h 130"/>
                <a:gd name="T66" fmla="*/ 3 w 45"/>
                <a:gd name="T67" fmla="*/ 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130">
                  <a:moveTo>
                    <a:pt x="3" y="15"/>
                  </a:moveTo>
                  <a:lnTo>
                    <a:pt x="3" y="15"/>
                  </a:lnTo>
                  <a:lnTo>
                    <a:pt x="8" y="27"/>
                  </a:lnTo>
                  <a:lnTo>
                    <a:pt x="14" y="39"/>
                  </a:lnTo>
                  <a:lnTo>
                    <a:pt x="18" y="52"/>
                  </a:lnTo>
                  <a:lnTo>
                    <a:pt x="21" y="65"/>
                  </a:lnTo>
                  <a:lnTo>
                    <a:pt x="23" y="92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4" y="124"/>
                  </a:lnTo>
                  <a:lnTo>
                    <a:pt x="27" y="127"/>
                  </a:lnTo>
                  <a:lnTo>
                    <a:pt x="30" y="130"/>
                  </a:lnTo>
                  <a:lnTo>
                    <a:pt x="34" y="130"/>
                  </a:lnTo>
                  <a:lnTo>
                    <a:pt x="38" y="130"/>
                  </a:lnTo>
                  <a:lnTo>
                    <a:pt x="41" y="127"/>
                  </a:lnTo>
                  <a:lnTo>
                    <a:pt x="44" y="124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4" y="89"/>
                  </a:lnTo>
                  <a:lnTo>
                    <a:pt x="42" y="75"/>
                  </a:lnTo>
                  <a:lnTo>
                    <a:pt x="41" y="59"/>
                  </a:lnTo>
                  <a:lnTo>
                    <a:pt x="38" y="45"/>
                  </a:lnTo>
                  <a:lnTo>
                    <a:pt x="34" y="31"/>
                  </a:lnTo>
                  <a:lnTo>
                    <a:pt x="28" y="17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1"/>
                  </a:lnTo>
                  <a:lnTo>
                    <a:pt x="3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Freeform: Shape 53">
              <a:extLst>
                <a:ext uri="{FF2B5EF4-FFF2-40B4-BE49-F238E27FC236}">
                  <a16:creationId xmlns:a16="http://schemas.microsoft.com/office/drawing/2014/main" id="{F8FD3C35-9699-4B04-92AC-3A407323A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001" y="4386731"/>
              <a:ext cx="58738" cy="152400"/>
            </a:xfrm>
            <a:custGeom>
              <a:avLst/>
              <a:gdLst>
                <a:gd name="T0" fmla="*/ 3 w 37"/>
                <a:gd name="T1" fmla="*/ 15 h 96"/>
                <a:gd name="T2" fmla="*/ 3 w 37"/>
                <a:gd name="T3" fmla="*/ 15 h 96"/>
                <a:gd name="T4" fmla="*/ 6 w 37"/>
                <a:gd name="T5" fmla="*/ 24 h 96"/>
                <a:gd name="T6" fmla="*/ 10 w 37"/>
                <a:gd name="T7" fmla="*/ 32 h 96"/>
                <a:gd name="T8" fmla="*/ 13 w 37"/>
                <a:gd name="T9" fmla="*/ 49 h 96"/>
                <a:gd name="T10" fmla="*/ 14 w 37"/>
                <a:gd name="T11" fmla="*/ 68 h 96"/>
                <a:gd name="T12" fmla="*/ 16 w 37"/>
                <a:gd name="T13" fmla="*/ 86 h 96"/>
                <a:gd name="T14" fmla="*/ 16 w 37"/>
                <a:gd name="T15" fmla="*/ 86 h 96"/>
                <a:gd name="T16" fmla="*/ 16 w 37"/>
                <a:gd name="T17" fmla="*/ 90 h 96"/>
                <a:gd name="T18" fmla="*/ 19 w 37"/>
                <a:gd name="T19" fmla="*/ 93 h 96"/>
                <a:gd name="T20" fmla="*/ 21 w 37"/>
                <a:gd name="T21" fmla="*/ 96 h 96"/>
                <a:gd name="T22" fmla="*/ 26 w 37"/>
                <a:gd name="T23" fmla="*/ 96 h 96"/>
                <a:gd name="T24" fmla="*/ 30 w 37"/>
                <a:gd name="T25" fmla="*/ 96 h 96"/>
                <a:gd name="T26" fmla="*/ 33 w 37"/>
                <a:gd name="T27" fmla="*/ 93 h 96"/>
                <a:gd name="T28" fmla="*/ 36 w 37"/>
                <a:gd name="T29" fmla="*/ 90 h 96"/>
                <a:gd name="T30" fmla="*/ 37 w 37"/>
                <a:gd name="T31" fmla="*/ 86 h 96"/>
                <a:gd name="T32" fmla="*/ 37 w 37"/>
                <a:gd name="T33" fmla="*/ 86 h 96"/>
                <a:gd name="T34" fmla="*/ 36 w 37"/>
                <a:gd name="T35" fmla="*/ 65 h 96"/>
                <a:gd name="T36" fmla="*/ 34 w 37"/>
                <a:gd name="T37" fmla="*/ 44 h 96"/>
                <a:gd name="T38" fmla="*/ 31 w 37"/>
                <a:gd name="T39" fmla="*/ 34 h 96"/>
                <a:gd name="T40" fmla="*/ 30 w 37"/>
                <a:gd name="T41" fmla="*/ 24 h 96"/>
                <a:gd name="T42" fmla="*/ 26 w 37"/>
                <a:gd name="T43" fmla="*/ 14 h 96"/>
                <a:gd name="T44" fmla="*/ 20 w 37"/>
                <a:gd name="T45" fmla="*/ 4 h 96"/>
                <a:gd name="T46" fmla="*/ 20 w 37"/>
                <a:gd name="T47" fmla="*/ 4 h 96"/>
                <a:gd name="T48" fmla="*/ 17 w 37"/>
                <a:gd name="T49" fmla="*/ 1 h 96"/>
                <a:gd name="T50" fmla="*/ 14 w 37"/>
                <a:gd name="T51" fmla="*/ 0 h 96"/>
                <a:gd name="T52" fmla="*/ 10 w 37"/>
                <a:gd name="T53" fmla="*/ 0 h 96"/>
                <a:gd name="T54" fmla="*/ 6 w 37"/>
                <a:gd name="T55" fmla="*/ 1 h 96"/>
                <a:gd name="T56" fmla="*/ 3 w 37"/>
                <a:gd name="T57" fmla="*/ 2 h 96"/>
                <a:gd name="T58" fmla="*/ 2 w 37"/>
                <a:gd name="T59" fmla="*/ 7 h 96"/>
                <a:gd name="T60" fmla="*/ 0 w 37"/>
                <a:gd name="T61" fmla="*/ 11 h 96"/>
                <a:gd name="T62" fmla="*/ 3 w 37"/>
                <a:gd name="T63" fmla="*/ 1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" h="96">
                  <a:moveTo>
                    <a:pt x="3" y="15"/>
                  </a:moveTo>
                  <a:lnTo>
                    <a:pt x="3" y="15"/>
                  </a:lnTo>
                  <a:lnTo>
                    <a:pt x="6" y="24"/>
                  </a:lnTo>
                  <a:lnTo>
                    <a:pt x="10" y="32"/>
                  </a:lnTo>
                  <a:lnTo>
                    <a:pt x="13" y="49"/>
                  </a:lnTo>
                  <a:lnTo>
                    <a:pt x="14" y="68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90"/>
                  </a:lnTo>
                  <a:lnTo>
                    <a:pt x="19" y="93"/>
                  </a:lnTo>
                  <a:lnTo>
                    <a:pt x="21" y="96"/>
                  </a:lnTo>
                  <a:lnTo>
                    <a:pt x="26" y="96"/>
                  </a:lnTo>
                  <a:lnTo>
                    <a:pt x="30" y="96"/>
                  </a:lnTo>
                  <a:lnTo>
                    <a:pt x="33" y="93"/>
                  </a:lnTo>
                  <a:lnTo>
                    <a:pt x="36" y="90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6" y="65"/>
                  </a:lnTo>
                  <a:lnTo>
                    <a:pt x="34" y="44"/>
                  </a:lnTo>
                  <a:lnTo>
                    <a:pt x="31" y="34"/>
                  </a:lnTo>
                  <a:lnTo>
                    <a:pt x="30" y="24"/>
                  </a:lnTo>
                  <a:lnTo>
                    <a:pt x="26" y="1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Freeform: Shape 54">
              <a:extLst>
                <a:ext uri="{FF2B5EF4-FFF2-40B4-BE49-F238E27FC236}">
                  <a16:creationId xmlns:a16="http://schemas.microsoft.com/office/drawing/2014/main" id="{721E4909-2E7F-407F-AC0F-4FD9CE096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001" y="4386731"/>
              <a:ext cx="58738" cy="152400"/>
            </a:xfrm>
            <a:custGeom>
              <a:avLst/>
              <a:gdLst>
                <a:gd name="T0" fmla="*/ 3 w 37"/>
                <a:gd name="T1" fmla="*/ 15 h 96"/>
                <a:gd name="T2" fmla="*/ 3 w 37"/>
                <a:gd name="T3" fmla="*/ 15 h 96"/>
                <a:gd name="T4" fmla="*/ 6 w 37"/>
                <a:gd name="T5" fmla="*/ 24 h 96"/>
                <a:gd name="T6" fmla="*/ 10 w 37"/>
                <a:gd name="T7" fmla="*/ 32 h 96"/>
                <a:gd name="T8" fmla="*/ 13 w 37"/>
                <a:gd name="T9" fmla="*/ 49 h 96"/>
                <a:gd name="T10" fmla="*/ 14 w 37"/>
                <a:gd name="T11" fmla="*/ 68 h 96"/>
                <a:gd name="T12" fmla="*/ 16 w 37"/>
                <a:gd name="T13" fmla="*/ 86 h 96"/>
                <a:gd name="T14" fmla="*/ 16 w 37"/>
                <a:gd name="T15" fmla="*/ 86 h 96"/>
                <a:gd name="T16" fmla="*/ 16 w 37"/>
                <a:gd name="T17" fmla="*/ 90 h 96"/>
                <a:gd name="T18" fmla="*/ 19 w 37"/>
                <a:gd name="T19" fmla="*/ 93 h 96"/>
                <a:gd name="T20" fmla="*/ 21 w 37"/>
                <a:gd name="T21" fmla="*/ 96 h 96"/>
                <a:gd name="T22" fmla="*/ 26 w 37"/>
                <a:gd name="T23" fmla="*/ 96 h 96"/>
                <a:gd name="T24" fmla="*/ 30 w 37"/>
                <a:gd name="T25" fmla="*/ 96 h 96"/>
                <a:gd name="T26" fmla="*/ 33 w 37"/>
                <a:gd name="T27" fmla="*/ 93 h 96"/>
                <a:gd name="T28" fmla="*/ 36 w 37"/>
                <a:gd name="T29" fmla="*/ 90 h 96"/>
                <a:gd name="T30" fmla="*/ 37 w 37"/>
                <a:gd name="T31" fmla="*/ 86 h 96"/>
                <a:gd name="T32" fmla="*/ 37 w 37"/>
                <a:gd name="T33" fmla="*/ 86 h 96"/>
                <a:gd name="T34" fmla="*/ 36 w 37"/>
                <a:gd name="T35" fmla="*/ 65 h 96"/>
                <a:gd name="T36" fmla="*/ 34 w 37"/>
                <a:gd name="T37" fmla="*/ 44 h 96"/>
                <a:gd name="T38" fmla="*/ 31 w 37"/>
                <a:gd name="T39" fmla="*/ 34 h 96"/>
                <a:gd name="T40" fmla="*/ 30 w 37"/>
                <a:gd name="T41" fmla="*/ 24 h 96"/>
                <a:gd name="T42" fmla="*/ 26 w 37"/>
                <a:gd name="T43" fmla="*/ 14 h 96"/>
                <a:gd name="T44" fmla="*/ 20 w 37"/>
                <a:gd name="T45" fmla="*/ 4 h 96"/>
                <a:gd name="T46" fmla="*/ 20 w 37"/>
                <a:gd name="T47" fmla="*/ 4 h 96"/>
                <a:gd name="T48" fmla="*/ 17 w 37"/>
                <a:gd name="T49" fmla="*/ 1 h 96"/>
                <a:gd name="T50" fmla="*/ 14 w 37"/>
                <a:gd name="T51" fmla="*/ 0 h 96"/>
                <a:gd name="T52" fmla="*/ 10 w 37"/>
                <a:gd name="T53" fmla="*/ 0 h 96"/>
                <a:gd name="T54" fmla="*/ 6 w 37"/>
                <a:gd name="T55" fmla="*/ 1 h 96"/>
                <a:gd name="T56" fmla="*/ 3 w 37"/>
                <a:gd name="T57" fmla="*/ 2 h 96"/>
                <a:gd name="T58" fmla="*/ 2 w 37"/>
                <a:gd name="T59" fmla="*/ 7 h 96"/>
                <a:gd name="T60" fmla="*/ 0 w 37"/>
                <a:gd name="T61" fmla="*/ 11 h 96"/>
                <a:gd name="T62" fmla="*/ 3 w 37"/>
                <a:gd name="T63" fmla="*/ 1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" h="96">
                  <a:moveTo>
                    <a:pt x="3" y="15"/>
                  </a:moveTo>
                  <a:lnTo>
                    <a:pt x="3" y="15"/>
                  </a:lnTo>
                  <a:lnTo>
                    <a:pt x="6" y="24"/>
                  </a:lnTo>
                  <a:lnTo>
                    <a:pt x="10" y="32"/>
                  </a:lnTo>
                  <a:lnTo>
                    <a:pt x="13" y="49"/>
                  </a:lnTo>
                  <a:lnTo>
                    <a:pt x="14" y="68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6" y="90"/>
                  </a:lnTo>
                  <a:lnTo>
                    <a:pt x="19" y="93"/>
                  </a:lnTo>
                  <a:lnTo>
                    <a:pt x="21" y="96"/>
                  </a:lnTo>
                  <a:lnTo>
                    <a:pt x="26" y="96"/>
                  </a:lnTo>
                  <a:lnTo>
                    <a:pt x="30" y="96"/>
                  </a:lnTo>
                  <a:lnTo>
                    <a:pt x="33" y="93"/>
                  </a:lnTo>
                  <a:lnTo>
                    <a:pt x="36" y="90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6" y="65"/>
                  </a:lnTo>
                  <a:lnTo>
                    <a:pt x="34" y="44"/>
                  </a:lnTo>
                  <a:lnTo>
                    <a:pt x="31" y="34"/>
                  </a:lnTo>
                  <a:lnTo>
                    <a:pt x="30" y="24"/>
                  </a:lnTo>
                  <a:lnTo>
                    <a:pt x="26" y="1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3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Freeform: Shape 55">
              <a:extLst>
                <a:ext uri="{FF2B5EF4-FFF2-40B4-BE49-F238E27FC236}">
                  <a16:creationId xmlns:a16="http://schemas.microsoft.com/office/drawing/2014/main" id="{8C3A8BD1-4503-4280-90A9-42A6B76BA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039" y="4731219"/>
              <a:ext cx="150813" cy="163513"/>
            </a:xfrm>
            <a:custGeom>
              <a:avLst/>
              <a:gdLst>
                <a:gd name="T0" fmla="*/ 2 w 95"/>
                <a:gd name="T1" fmla="*/ 17 h 103"/>
                <a:gd name="T2" fmla="*/ 2 w 95"/>
                <a:gd name="T3" fmla="*/ 17 h 103"/>
                <a:gd name="T4" fmla="*/ 9 w 95"/>
                <a:gd name="T5" fmla="*/ 28 h 103"/>
                <a:gd name="T6" fmla="*/ 16 w 95"/>
                <a:gd name="T7" fmla="*/ 41 h 103"/>
                <a:gd name="T8" fmla="*/ 26 w 95"/>
                <a:gd name="T9" fmla="*/ 51 h 103"/>
                <a:gd name="T10" fmla="*/ 34 w 95"/>
                <a:gd name="T11" fmla="*/ 62 h 103"/>
                <a:gd name="T12" fmla="*/ 55 w 95"/>
                <a:gd name="T13" fmla="*/ 82 h 103"/>
                <a:gd name="T14" fmla="*/ 77 w 95"/>
                <a:gd name="T15" fmla="*/ 100 h 103"/>
                <a:gd name="T16" fmla="*/ 77 w 95"/>
                <a:gd name="T17" fmla="*/ 100 h 103"/>
                <a:gd name="T18" fmla="*/ 81 w 95"/>
                <a:gd name="T19" fmla="*/ 103 h 103"/>
                <a:gd name="T20" fmla="*/ 84 w 95"/>
                <a:gd name="T21" fmla="*/ 103 h 103"/>
                <a:gd name="T22" fmla="*/ 88 w 95"/>
                <a:gd name="T23" fmla="*/ 102 h 103"/>
                <a:gd name="T24" fmla="*/ 91 w 95"/>
                <a:gd name="T25" fmla="*/ 100 h 103"/>
                <a:gd name="T26" fmla="*/ 94 w 95"/>
                <a:gd name="T27" fmla="*/ 96 h 103"/>
                <a:gd name="T28" fmla="*/ 95 w 95"/>
                <a:gd name="T29" fmla="*/ 93 h 103"/>
                <a:gd name="T30" fmla="*/ 94 w 95"/>
                <a:gd name="T31" fmla="*/ 89 h 103"/>
                <a:gd name="T32" fmla="*/ 91 w 95"/>
                <a:gd name="T33" fmla="*/ 86 h 103"/>
                <a:gd name="T34" fmla="*/ 91 w 95"/>
                <a:gd name="T35" fmla="*/ 86 h 103"/>
                <a:gd name="T36" fmla="*/ 71 w 95"/>
                <a:gd name="T37" fmla="*/ 68 h 103"/>
                <a:gd name="T38" fmla="*/ 51 w 95"/>
                <a:gd name="T39" fmla="*/ 49 h 103"/>
                <a:gd name="T40" fmla="*/ 43 w 95"/>
                <a:gd name="T41" fmla="*/ 39 h 103"/>
                <a:gd name="T42" fmla="*/ 34 w 95"/>
                <a:gd name="T43" fmla="*/ 28 h 103"/>
                <a:gd name="T44" fmla="*/ 26 w 95"/>
                <a:gd name="T45" fmla="*/ 17 h 103"/>
                <a:gd name="T46" fmla="*/ 19 w 95"/>
                <a:gd name="T47" fmla="*/ 5 h 103"/>
                <a:gd name="T48" fmla="*/ 19 w 95"/>
                <a:gd name="T49" fmla="*/ 5 h 103"/>
                <a:gd name="T50" fmla="*/ 16 w 95"/>
                <a:gd name="T51" fmla="*/ 2 h 103"/>
                <a:gd name="T52" fmla="*/ 13 w 95"/>
                <a:gd name="T53" fmla="*/ 0 h 103"/>
                <a:gd name="T54" fmla="*/ 9 w 95"/>
                <a:gd name="T55" fmla="*/ 0 h 103"/>
                <a:gd name="T56" fmla="*/ 6 w 95"/>
                <a:gd name="T57" fmla="*/ 1 h 103"/>
                <a:gd name="T58" fmla="*/ 2 w 95"/>
                <a:gd name="T59" fmla="*/ 4 h 103"/>
                <a:gd name="T60" fmla="*/ 0 w 95"/>
                <a:gd name="T61" fmla="*/ 8 h 103"/>
                <a:gd name="T62" fmla="*/ 0 w 95"/>
                <a:gd name="T63" fmla="*/ 12 h 103"/>
                <a:gd name="T64" fmla="*/ 2 w 95"/>
                <a:gd name="T65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103">
                  <a:moveTo>
                    <a:pt x="2" y="17"/>
                  </a:moveTo>
                  <a:lnTo>
                    <a:pt x="2" y="17"/>
                  </a:lnTo>
                  <a:lnTo>
                    <a:pt x="9" y="28"/>
                  </a:lnTo>
                  <a:lnTo>
                    <a:pt x="16" y="41"/>
                  </a:lnTo>
                  <a:lnTo>
                    <a:pt x="26" y="51"/>
                  </a:lnTo>
                  <a:lnTo>
                    <a:pt x="34" y="62"/>
                  </a:lnTo>
                  <a:lnTo>
                    <a:pt x="55" y="82"/>
                  </a:lnTo>
                  <a:lnTo>
                    <a:pt x="77" y="100"/>
                  </a:lnTo>
                  <a:lnTo>
                    <a:pt x="77" y="100"/>
                  </a:lnTo>
                  <a:lnTo>
                    <a:pt x="81" y="103"/>
                  </a:lnTo>
                  <a:lnTo>
                    <a:pt x="84" y="103"/>
                  </a:lnTo>
                  <a:lnTo>
                    <a:pt x="88" y="102"/>
                  </a:lnTo>
                  <a:lnTo>
                    <a:pt x="91" y="100"/>
                  </a:lnTo>
                  <a:lnTo>
                    <a:pt x="94" y="96"/>
                  </a:lnTo>
                  <a:lnTo>
                    <a:pt x="95" y="93"/>
                  </a:lnTo>
                  <a:lnTo>
                    <a:pt x="94" y="89"/>
                  </a:lnTo>
                  <a:lnTo>
                    <a:pt x="91" y="86"/>
                  </a:lnTo>
                  <a:lnTo>
                    <a:pt x="91" y="86"/>
                  </a:lnTo>
                  <a:lnTo>
                    <a:pt x="71" y="68"/>
                  </a:lnTo>
                  <a:lnTo>
                    <a:pt x="51" y="49"/>
                  </a:lnTo>
                  <a:lnTo>
                    <a:pt x="43" y="39"/>
                  </a:lnTo>
                  <a:lnTo>
                    <a:pt x="34" y="28"/>
                  </a:lnTo>
                  <a:lnTo>
                    <a:pt x="26" y="17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6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Freeform: Shape 56">
              <a:extLst>
                <a:ext uri="{FF2B5EF4-FFF2-40B4-BE49-F238E27FC236}">
                  <a16:creationId xmlns:a16="http://schemas.microsoft.com/office/drawing/2014/main" id="{0A796C66-82BC-4B65-BABD-BC19CCC81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039" y="4731219"/>
              <a:ext cx="150813" cy="163513"/>
            </a:xfrm>
            <a:custGeom>
              <a:avLst/>
              <a:gdLst>
                <a:gd name="T0" fmla="*/ 2 w 95"/>
                <a:gd name="T1" fmla="*/ 17 h 103"/>
                <a:gd name="T2" fmla="*/ 2 w 95"/>
                <a:gd name="T3" fmla="*/ 17 h 103"/>
                <a:gd name="T4" fmla="*/ 9 w 95"/>
                <a:gd name="T5" fmla="*/ 28 h 103"/>
                <a:gd name="T6" fmla="*/ 16 w 95"/>
                <a:gd name="T7" fmla="*/ 41 h 103"/>
                <a:gd name="T8" fmla="*/ 26 w 95"/>
                <a:gd name="T9" fmla="*/ 51 h 103"/>
                <a:gd name="T10" fmla="*/ 34 w 95"/>
                <a:gd name="T11" fmla="*/ 62 h 103"/>
                <a:gd name="T12" fmla="*/ 55 w 95"/>
                <a:gd name="T13" fmla="*/ 82 h 103"/>
                <a:gd name="T14" fmla="*/ 77 w 95"/>
                <a:gd name="T15" fmla="*/ 100 h 103"/>
                <a:gd name="T16" fmla="*/ 77 w 95"/>
                <a:gd name="T17" fmla="*/ 100 h 103"/>
                <a:gd name="T18" fmla="*/ 81 w 95"/>
                <a:gd name="T19" fmla="*/ 103 h 103"/>
                <a:gd name="T20" fmla="*/ 84 w 95"/>
                <a:gd name="T21" fmla="*/ 103 h 103"/>
                <a:gd name="T22" fmla="*/ 88 w 95"/>
                <a:gd name="T23" fmla="*/ 102 h 103"/>
                <a:gd name="T24" fmla="*/ 91 w 95"/>
                <a:gd name="T25" fmla="*/ 100 h 103"/>
                <a:gd name="T26" fmla="*/ 94 w 95"/>
                <a:gd name="T27" fmla="*/ 96 h 103"/>
                <a:gd name="T28" fmla="*/ 95 w 95"/>
                <a:gd name="T29" fmla="*/ 93 h 103"/>
                <a:gd name="T30" fmla="*/ 94 w 95"/>
                <a:gd name="T31" fmla="*/ 89 h 103"/>
                <a:gd name="T32" fmla="*/ 91 w 95"/>
                <a:gd name="T33" fmla="*/ 86 h 103"/>
                <a:gd name="T34" fmla="*/ 91 w 95"/>
                <a:gd name="T35" fmla="*/ 86 h 103"/>
                <a:gd name="T36" fmla="*/ 71 w 95"/>
                <a:gd name="T37" fmla="*/ 68 h 103"/>
                <a:gd name="T38" fmla="*/ 51 w 95"/>
                <a:gd name="T39" fmla="*/ 49 h 103"/>
                <a:gd name="T40" fmla="*/ 43 w 95"/>
                <a:gd name="T41" fmla="*/ 39 h 103"/>
                <a:gd name="T42" fmla="*/ 34 w 95"/>
                <a:gd name="T43" fmla="*/ 28 h 103"/>
                <a:gd name="T44" fmla="*/ 26 w 95"/>
                <a:gd name="T45" fmla="*/ 17 h 103"/>
                <a:gd name="T46" fmla="*/ 19 w 95"/>
                <a:gd name="T47" fmla="*/ 5 h 103"/>
                <a:gd name="T48" fmla="*/ 19 w 95"/>
                <a:gd name="T49" fmla="*/ 5 h 103"/>
                <a:gd name="T50" fmla="*/ 16 w 95"/>
                <a:gd name="T51" fmla="*/ 2 h 103"/>
                <a:gd name="T52" fmla="*/ 13 w 95"/>
                <a:gd name="T53" fmla="*/ 0 h 103"/>
                <a:gd name="T54" fmla="*/ 9 w 95"/>
                <a:gd name="T55" fmla="*/ 0 h 103"/>
                <a:gd name="T56" fmla="*/ 6 w 95"/>
                <a:gd name="T57" fmla="*/ 1 h 103"/>
                <a:gd name="T58" fmla="*/ 2 w 95"/>
                <a:gd name="T59" fmla="*/ 4 h 103"/>
                <a:gd name="T60" fmla="*/ 0 w 95"/>
                <a:gd name="T61" fmla="*/ 8 h 103"/>
                <a:gd name="T62" fmla="*/ 0 w 95"/>
                <a:gd name="T63" fmla="*/ 12 h 103"/>
                <a:gd name="T64" fmla="*/ 2 w 95"/>
                <a:gd name="T65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103">
                  <a:moveTo>
                    <a:pt x="2" y="17"/>
                  </a:moveTo>
                  <a:lnTo>
                    <a:pt x="2" y="17"/>
                  </a:lnTo>
                  <a:lnTo>
                    <a:pt x="9" y="28"/>
                  </a:lnTo>
                  <a:lnTo>
                    <a:pt x="16" y="41"/>
                  </a:lnTo>
                  <a:lnTo>
                    <a:pt x="26" y="51"/>
                  </a:lnTo>
                  <a:lnTo>
                    <a:pt x="34" y="62"/>
                  </a:lnTo>
                  <a:lnTo>
                    <a:pt x="55" y="82"/>
                  </a:lnTo>
                  <a:lnTo>
                    <a:pt x="77" y="100"/>
                  </a:lnTo>
                  <a:lnTo>
                    <a:pt x="77" y="100"/>
                  </a:lnTo>
                  <a:lnTo>
                    <a:pt x="81" y="103"/>
                  </a:lnTo>
                  <a:lnTo>
                    <a:pt x="84" y="103"/>
                  </a:lnTo>
                  <a:lnTo>
                    <a:pt x="88" y="102"/>
                  </a:lnTo>
                  <a:lnTo>
                    <a:pt x="91" y="100"/>
                  </a:lnTo>
                  <a:lnTo>
                    <a:pt x="94" y="96"/>
                  </a:lnTo>
                  <a:lnTo>
                    <a:pt x="95" y="93"/>
                  </a:lnTo>
                  <a:lnTo>
                    <a:pt x="94" y="89"/>
                  </a:lnTo>
                  <a:lnTo>
                    <a:pt x="91" y="86"/>
                  </a:lnTo>
                  <a:lnTo>
                    <a:pt x="91" y="86"/>
                  </a:lnTo>
                  <a:lnTo>
                    <a:pt x="71" y="68"/>
                  </a:lnTo>
                  <a:lnTo>
                    <a:pt x="51" y="49"/>
                  </a:lnTo>
                  <a:lnTo>
                    <a:pt x="43" y="39"/>
                  </a:lnTo>
                  <a:lnTo>
                    <a:pt x="34" y="28"/>
                  </a:lnTo>
                  <a:lnTo>
                    <a:pt x="26" y="17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6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Freeform: Shape 57">
              <a:extLst>
                <a:ext uri="{FF2B5EF4-FFF2-40B4-BE49-F238E27FC236}">
                  <a16:creationId xmlns:a16="http://schemas.microsoft.com/office/drawing/2014/main" id="{278FC541-3BBA-44F9-AF7C-39CD6E68C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414" y="4796306"/>
              <a:ext cx="96838" cy="109538"/>
            </a:xfrm>
            <a:custGeom>
              <a:avLst/>
              <a:gdLst>
                <a:gd name="T0" fmla="*/ 3 w 61"/>
                <a:gd name="T1" fmla="*/ 15 h 69"/>
                <a:gd name="T2" fmla="*/ 3 w 61"/>
                <a:gd name="T3" fmla="*/ 15 h 69"/>
                <a:gd name="T4" fmla="*/ 12 w 61"/>
                <a:gd name="T5" fmla="*/ 29 h 69"/>
                <a:gd name="T6" fmla="*/ 22 w 61"/>
                <a:gd name="T7" fmla="*/ 42 h 69"/>
                <a:gd name="T8" fmla="*/ 33 w 61"/>
                <a:gd name="T9" fmla="*/ 56 h 69"/>
                <a:gd name="T10" fmla="*/ 46 w 61"/>
                <a:gd name="T11" fmla="*/ 66 h 69"/>
                <a:gd name="T12" fmla="*/ 46 w 61"/>
                <a:gd name="T13" fmla="*/ 66 h 69"/>
                <a:gd name="T14" fmla="*/ 50 w 61"/>
                <a:gd name="T15" fmla="*/ 69 h 69"/>
                <a:gd name="T16" fmla="*/ 54 w 61"/>
                <a:gd name="T17" fmla="*/ 68 h 69"/>
                <a:gd name="T18" fmla="*/ 57 w 61"/>
                <a:gd name="T19" fmla="*/ 66 h 69"/>
                <a:gd name="T20" fmla="*/ 60 w 61"/>
                <a:gd name="T21" fmla="*/ 63 h 69"/>
                <a:gd name="T22" fmla="*/ 61 w 61"/>
                <a:gd name="T23" fmla="*/ 59 h 69"/>
                <a:gd name="T24" fmla="*/ 61 w 61"/>
                <a:gd name="T25" fmla="*/ 56 h 69"/>
                <a:gd name="T26" fmla="*/ 60 w 61"/>
                <a:gd name="T27" fmla="*/ 52 h 69"/>
                <a:gd name="T28" fmla="*/ 57 w 61"/>
                <a:gd name="T29" fmla="*/ 48 h 69"/>
                <a:gd name="T30" fmla="*/ 57 w 61"/>
                <a:gd name="T31" fmla="*/ 48 h 69"/>
                <a:gd name="T32" fmla="*/ 46 w 61"/>
                <a:gd name="T33" fmla="*/ 39 h 69"/>
                <a:gd name="T34" fmla="*/ 37 w 61"/>
                <a:gd name="T35" fmla="*/ 28 h 69"/>
                <a:gd name="T36" fmla="*/ 20 w 61"/>
                <a:gd name="T37" fmla="*/ 4 h 69"/>
                <a:gd name="T38" fmla="*/ 20 w 61"/>
                <a:gd name="T39" fmla="*/ 4 h 69"/>
                <a:gd name="T40" fmla="*/ 17 w 61"/>
                <a:gd name="T41" fmla="*/ 1 h 69"/>
                <a:gd name="T42" fmla="*/ 13 w 61"/>
                <a:gd name="T43" fmla="*/ 0 h 69"/>
                <a:gd name="T44" fmla="*/ 10 w 61"/>
                <a:gd name="T45" fmla="*/ 0 h 69"/>
                <a:gd name="T46" fmla="*/ 6 w 61"/>
                <a:gd name="T47" fmla="*/ 1 h 69"/>
                <a:gd name="T48" fmla="*/ 3 w 61"/>
                <a:gd name="T49" fmla="*/ 4 h 69"/>
                <a:gd name="T50" fmla="*/ 2 w 61"/>
                <a:gd name="T51" fmla="*/ 7 h 69"/>
                <a:gd name="T52" fmla="*/ 0 w 61"/>
                <a:gd name="T53" fmla="*/ 11 h 69"/>
                <a:gd name="T54" fmla="*/ 3 w 61"/>
                <a:gd name="T55" fmla="*/ 1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" h="69">
                  <a:moveTo>
                    <a:pt x="3" y="15"/>
                  </a:moveTo>
                  <a:lnTo>
                    <a:pt x="3" y="15"/>
                  </a:lnTo>
                  <a:lnTo>
                    <a:pt x="12" y="29"/>
                  </a:lnTo>
                  <a:lnTo>
                    <a:pt x="22" y="42"/>
                  </a:lnTo>
                  <a:lnTo>
                    <a:pt x="33" y="5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50" y="69"/>
                  </a:lnTo>
                  <a:lnTo>
                    <a:pt x="54" y="68"/>
                  </a:lnTo>
                  <a:lnTo>
                    <a:pt x="57" y="66"/>
                  </a:lnTo>
                  <a:lnTo>
                    <a:pt x="60" y="63"/>
                  </a:lnTo>
                  <a:lnTo>
                    <a:pt x="61" y="59"/>
                  </a:lnTo>
                  <a:lnTo>
                    <a:pt x="61" y="56"/>
                  </a:lnTo>
                  <a:lnTo>
                    <a:pt x="60" y="52"/>
                  </a:lnTo>
                  <a:lnTo>
                    <a:pt x="57" y="48"/>
                  </a:lnTo>
                  <a:lnTo>
                    <a:pt x="57" y="48"/>
                  </a:lnTo>
                  <a:lnTo>
                    <a:pt x="46" y="39"/>
                  </a:lnTo>
                  <a:lnTo>
                    <a:pt x="37" y="28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4"/>
                  </a:lnTo>
                  <a:lnTo>
                    <a:pt x="2" y="7"/>
                  </a:lnTo>
                  <a:lnTo>
                    <a:pt x="0" y="11"/>
                  </a:lnTo>
                  <a:lnTo>
                    <a:pt x="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Freeform: Shape 58">
              <a:extLst>
                <a:ext uri="{FF2B5EF4-FFF2-40B4-BE49-F238E27FC236}">
                  <a16:creationId xmlns:a16="http://schemas.microsoft.com/office/drawing/2014/main" id="{F6FD4CF8-3697-46C4-BD6F-56F385ED0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414" y="4796306"/>
              <a:ext cx="96838" cy="109538"/>
            </a:xfrm>
            <a:custGeom>
              <a:avLst/>
              <a:gdLst>
                <a:gd name="T0" fmla="*/ 3 w 61"/>
                <a:gd name="T1" fmla="*/ 15 h 69"/>
                <a:gd name="T2" fmla="*/ 3 w 61"/>
                <a:gd name="T3" fmla="*/ 15 h 69"/>
                <a:gd name="T4" fmla="*/ 12 w 61"/>
                <a:gd name="T5" fmla="*/ 29 h 69"/>
                <a:gd name="T6" fmla="*/ 22 w 61"/>
                <a:gd name="T7" fmla="*/ 42 h 69"/>
                <a:gd name="T8" fmla="*/ 33 w 61"/>
                <a:gd name="T9" fmla="*/ 56 h 69"/>
                <a:gd name="T10" fmla="*/ 46 w 61"/>
                <a:gd name="T11" fmla="*/ 66 h 69"/>
                <a:gd name="T12" fmla="*/ 46 w 61"/>
                <a:gd name="T13" fmla="*/ 66 h 69"/>
                <a:gd name="T14" fmla="*/ 50 w 61"/>
                <a:gd name="T15" fmla="*/ 69 h 69"/>
                <a:gd name="T16" fmla="*/ 54 w 61"/>
                <a:gd name="T17" fmla="*/ 68 h 69"/>
                <a:gd name="T18" fmla="*/ 57 w 61"/>
                <a:gd name="T19" fmla="*/ 66 h 69"/>
                <a:gd name="T20" fmla="*/ 60 w 61"/>
                <a:gd name="T21" fmla="*/ 63 h 69"/>
                <a:gd name="T22" fmla="*/ 61 w 61"/>
                <a:gd name="T23" fmla="*/ 59 h 69"/>
                <a:gd name="T24" fmla="*/ 61 w 61"/>
                <a:gd name="T25" fmla="*/ 56 h 69"/>
                <a:gd name="T26" fmla="*/ 60 w 61"/>
                <a:gd name="T27" fmla="*/ 52 h 69"/>
                <a:gd name="T28" fmla="*/ 57 w 61"/>
                <a:gd name="T29" fmla="*/ 48 h 69"/>
                <a:gd name="T30" fmla="*/ 57 w 61"/>
                <a:gd name="T31" fmla="*/ 48 h 69"/>
                <a:gd name="T32" fmla="*/ 46 w 61"/>
                <a:gd name="T33" fmla="*/ 39 h 69"/>
                <a:gd name="T34" fmla="*/ 37 w 61"/>
                <a:gd name="T35" fmla="*/ 28 h 69"/>
                <a:gd name="T36" fmla="*/ 20 w 61"/>
                <a:gd name="T37" fmla="*/ 4 h 69"/>
                <a:gd name="T38" fmla="*/ 20 w 61"/>
                <a:gd name="T39" fmla="*/ 4 h 69"/>
                <a:gd name="T40" fmla="*/ 17 w 61"/>
                <a:gd name="T41" fmla="*/ 1 h 69"/>
                <a:gd name="T42" fmla="*/ 13 w 61"/>
                <a:gd name="T43" fmla="*/ 0 h 69"/>
                <a:gd name="T44" fmla="*/ 10 w 61"/>
                <a:gd name="T45" fmla="*/ 0 h 69"/>
                <a:gd name="T46" fmla="*/ 6 w 61"/>
                <a:gd name="T47" fmla="*/ 1 h 69"/>
                <a:gd name="T48" fmla="*/ 3 w 61"/>
                <a:gd name="T49" fmla="*/ 4 h 69"/>
                <a:gd name="T50" fmla="*/ 2 w 61"/>
                <a:gd name="T51" fmla="*/ 7 h 69"/>
                <a:gd name="T52" fmla="*/ 0 w 61"/>
                <a:gd name="T53" fmla="*/ 11 h 69"/>
                <a:gd name="T54" fmla="*/ 3 w 61"/>
                <a:gd name="T55" fmla="*/ 1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" h="69">
                  <a:moveTo>
                    <a:pt x="3" y="15"/>
                  </a:moveTo>
                  <a:lnTo>
                    <a:pt x="3" y="15"/>
                  </a:lnTo>
                  <a:lnTo>
                    <a:pt x="12" y="29"/>
                  </a:lnTo>
                  <a:lnTo>
                    <a:pt x="22" y="42"/>
                  </a:lnTo>
                  <a:lnTo>
                    <a:pt x="33" y="5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50" y="69"/>
                  </a:lnTo>
                  <a:lnTo>
                    <a:pt x="54" y="68"/>
                  </a:lnTo>
                  <a:lnTo>
                    <a:pt x="57" y="66"/>
                  </a:lnTo>
                  <a:lnTo>
                    <a:pt x="60" y="63"/>
                  </a:lnTo>
                  <a:lnTo>
                    <a:pt x="61" y="59"/>
                  </a:lnTo>
                  <a:lnTo>
                    <a:pt x="61" y="56"/>
                  </a:lnTo>
                  <a:lnTo>
                    <a:pt x="60" y="52"/>
                  </a:lnTo>
                  <a:lnTo>
                    <a:pt x="57" y="48"/>
                  </a:lnTo>
                  <a:lnTo>
                    <a:pt x="57" y="48"/>
                  </a:lnTo>
                  <a:lnTo>
                    <a:pt x="46" y="39"/>
                  </a:lnTo>
                  <a:lnTo>
                    <a:pt x="37" y="28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4"/>
                  </a:lnTo>
                  <a:lnTo>
                    <a:pt x="2" y="7"/>
                  </a:lnTo>
                  <a:lnTo>
                    <a:pt x="0" y="11"/>
                  </a:lnTo>
                  <a:lnTo>
                    <a:pt x="3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Freeform: Shape 59">
              <a:extLst>
                <a:ext uri="{FF2B5EF4-FFF2-40B4-BE49-F238E27FC236}">
                  <a16:creationId xmlns:a16="http://schemas.microsoft.com/office/drawing/2014/main" id="{0F4E001D-C851-480A-8A6A-A03E05CFE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776" y="3794594"/>
              <a:ext cx="131763" cy="77788"/>
            </a:xfrm>
            <a:custGeom>
              <a:avLst/>
              <a:gdLst>
                <a:gd name="T0" fmla="*/ 5 w 83"/>
                <a:gd name="T1" fmla="*/ 20 h 49"/>
                <a:gd name="T2" fmla="*/ 5 w 83"/>
                <a:gd name="T3" fmla="*/ 20 h 49"/>
                <a:gd name="T4" fmla="*/ 36 w 83"/>
                <a:gd name="T5" fmla="*/ 37 h 49"/>
                <a:gd name="T6" fmla="*/ 53 w 83"/>
                <a:gd name="T7" fmla="*/ 44 h 49"/>
                <a:gd name="T8" fmla="*/ 70 w 83"/>
                <a:gd name="T9" fmla="*/ 49 h 49"/>
                <a:gd name="T10" fmla="*/ 70 w 83"/>
                <a:gd name="T11" fmla="*/ 49 h 49"/>
                <a:gd name="T12" fmla="*/ 74 w 83"/>
                <a:gd name="T13" fmla="*/ 49 h 49"/>
                <a:gd name="T14" fmla="*/ 78 w 83"/>
                <a:gd name="T15" fmla="*/ 48 h 49"/>
                <a:gd name="T16" fmla="*/ 81 w 83"/>
                <a:gd name="T17" fmla="*/ 45 h 49"/>
                <a:gd name="T18" fmla="*/ 83 w 83"/>
                <a:gd name="T19" fmla="*/ 42 h 49"/>
                <a:gd name="T20" fmla="*/ 83 w 83"/>
                <a:gd name="T21" fmla="*/ 38 h 49"/>
                <a:gd name="T22" fmla="*/ 83 w 83"/>
                <a:gd name="T23" fmla="*/ 34 h 49"/>
                <a:gd name="T24" fmla="*/ 80 w 83"/>
                <a:gd name="T25" fmla="*/ 31 h 49"/>
                <a:gd name="T26" fmla="*/ 76 w 83"/>
                <a:gd name="T27" fmla="*/ 30 h 49"/>
                <a:gd name="T28" fmla="*/ 76 w 83"/>
                <a:gd name="T29" fmla="*/ 30 h 49"/>
                <a:gd name="T30" fmla="*/ 60 w 83"/>
                <a:gd name="T31" fmla="*/ 24 h 49"/>
                <a:gd name="T32" fmla="*/ 44 w 83"/>
                <a:gd name="T33" fmla="*/ 17 h 49"/>
                <a:gd name="T34" fmla="*/ 16 w 83"/>
                <a:gd name="T35" fmla="*/ 1 h 49"/>
                <a:gd name="T36" fmla="*/ 16 w 83"/>
                <a:gd name="T37" fmla="*/ 1 h 49"/>
                <a:gd name="T38" fmla="*/ 12 w 83"/>
                <a:gd name="T39" fmla="*/ 0 h 49"/>
                <a:gd name="T40" fmla="*/ 8 w 83"/>
                <a:gd name="T41" fmla="*/ 1 h 49"/>
                <a:gd name="T42" fmla="*/ 3 w 83"/>
                <a:gd name="T43" fmla="*/ 3 h 49"/>
                <a:gd name="T44" fmla="*/ 2 w 83"/>
                <a:gd name="T45" fmla="*/ 5 h 49"/>
                <a:gd name="T46" fmla="*/ 0 w 83"/>
                <a:gd name="T47" fmla="*/ 10 h 49"/>
                <a:gd name="T48" fmla="*/ 0 w 83"/>
                <a:gd name="T49" fmla="*/ 14 h 49"/>
                <a:gd name="T50" fmla="*/ 2 w 83"/>
                <a:gd name="T51" fmla="*/ 17 h 49"/>
                <a:gd name="T52" fmla="*/ 5 w 83"/>
                <a:gd name="T53" fmla="*/ 2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49">
                  <a:moveTo>
                    <a:pt x="5" y="20"/>
                  </a:moveTo>
                  <a:lnTo>
                    <a:pt x="5" y="20"/>
                  </a:lnTo>
                  <a:lnTo>
                    <a:pt x="36" y="37"/>
                  </a:lnTo>
                  <a:lnTo>
                    <a:pt x="53" y="44"/>
                  </a:lnTo>
                  <a:lnTo>
                    <a:pt x="70" y="49"/>
                  </a:lnTo>
                  <a:lnTo>
                    <a:pt x="70" y="49"/>
                  </a:lnTo>
                  <a:lnTo>
                    <a:pt x="74" y="49"/>
                  </a:lnTo>
                  <a:lnTo>
                    <a:pt x="78" y="48"/>
                  </a:lnTo>
                  <a:lnTo>
                    <a:pt x="81" y="45"/>
                  </a:lnTo>
                  <a:lnTo>
                    <a:pt x="83" y="42"/>
                  </a:lnTo>
                  <a:lnTo>
                    <a:pt x="83" y="38"/>
                  </a:lnTo>
                  <a:lnTo>
                    <a:pt x="83" y="34"/>
                  </a:lnTo>
                  <a:lnTo>
                    <a:pt x="80" y="31"/>
                  </a:lnTo>
                  <a:lnTo>
                    <a:pt x="76" y="30"/>
                  </a:lnTo>
                  <a:lnTo>
                    <a:pt x="76" y="30"/>
                  </a:lnTo>
                  <a:lnTo>
                    <a:pt x="60" y="24"/>
                  </a:lnTo>
                  <a:lnTo>
                    <a:pt x="44" y="17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5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Freeform: Shape 60">
              <a:extLst>
                <a:ext uri="{FF2B5EF4-FFF2-40B4-BE49-F238E27FC236}">
                  <a16:creationId xmlns:a16="http://schemas.microsoft.com/office/drawing/2014/main" id="{7F21E550-3661-47CC-8BD5-0353E4E95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776" y="3794594"/>
              <a:ext cx="131763" cy="77788"/>
            </a:xfrm>
            <a:custGeom>
              <a:avLst/>
              <a:gdLst>
                <a:gd name="T0" fmla="*/ 5 w 83"/>
                <a:gd name="T1" fmla="*/ 20 h 49"/>
                <a:gd name="T2" fmla="*/ 5 w 83"/>
                <a:gd name="T3" fmla="*/ 20 h 49"/>
                <a:gd name="T4" fmla="*/ 36 w 83"/>
                <a:gd name="T5" fmla="*/ 37 h 49"/>
                <a:gd name="T6" fmla="*/ 53 w 83"/>
                <a:gd name="T7" fmla="*/ 44 h 49"/>
                <a:gd name="T8" fmla="*/ 70 w 83"/>
                <a:gd name="T9" fmla="*/ 49 h 49"/>
                <a:gd name="T10" fmla="*/ 70 w 83"/>
                <a:gd name="T11" fmla="*/ 49 h 49"/>
                <a:gd name="T12" fmla="*/ 74 w 83"/>
                <a:gd name="T13" fmla="*/ 49 h 49"/>
                <a:gd name="T14" fmla="*/ 78 w 83"/>
                <a:gd name="T15" fmla="*/ 48 h 49"/>
                <a:gd name="T16" fmla="*/ 81 w 83"/>
                <a:gd name="T17" fmla="*/ 45 h 49"/>
                <a:gd name="T18" fmla="*/ 83 w 83"/>
                <a:gd name="T19" fmla="*/ 42 h 49"/>
                <a:gd name="T20" fmla="*/ 83 w 83"/>
                <a:gd name="T21" fmla="*/ 38 h 49"/>
                <a:gd name="T22" fmla="*/ 83 w 83"/>
                <a:gd name="T23" fmla="*/ 34 h 49"/>
                <a:gd name="T24" fmla="*/ 80 w 83"/>
                <a:gd name="T25" fmla="*/ 31 h 49"/>
                <a:gd name="T26" fmla="*/ 76 w 83"/>
                <a:gd name="T27" fmla="*/ 30 h 49"/>
                <a:gd name="T28" fmla="*/ 76 w 83"/>
                <a:gd name="T29" fmla="*/ 30 h 49"/>
                <a:gd name="T30" fmla="*/ 60 w 83"/>
                <a:gd name="T31" fmla="*/ 24 h 49"/>
                <a:gd name="T32" fmla="*/ 44 w 83"/>
                <a:gd name="T33" fmla="*/ 17 h 49"/>
                <a:gd name="T34" fmla="*/ 16 w 83"/>
                <a:gd name="T35" fmla="*/ 1 h 49"/>
                <a:gd name="T36" fmla="*/ 16 w 83"/>
                <a:gd name="T37" fmla="*/ 1 h 49"/>
                <a:gd name="T38" fmla="*/ 12 w 83"/>
                <a:gd name="T39" fmla="*/ 0 h 49"/>
                <a:gd name="T40" fmla="*/ 8 w 83"/>
                <a:gd name="T41" fmla="*/ 1 h 49"/>
                <a:gd name="T42" fmla="*/ 3 w 83"/>
                <a:gd name="T43" fmla="*/ 3 h 49"/>
                <a:gd name="T44" fmla="*/ 2 w 83"/>
                <a:gd name="T45" fmla="*/ 5 h 49"/>
                <a:gd name="T46" fmla="*/ 0 w 83"/>
                <a:gd name="T47" fmla="*/ 10 h 49"/>
                <a:gd name="T48" fmla="*/ 0 w 83"/>
                <a:gd name="T49" fmla="*/ 14 h 49"/>
                <a:gd name="T50" fmla="*/ 2 w 83"/>
                <a:gd name="T51" fmla="*/ 17 h 49"/>
                <a:gd name="T52" fmla="*/ 5 w 83"/>
                <a:gd name="T53" fmla="*/ 2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49">
                  <a:moveTo>
                    <a:pt x="5" y="20"/>
                  </a:moveTo>
                  <a:lnTo>
                    <a:pt x="5" y="20"/>
                  </a:lnTo>
                  <a:lnTo>
                    <a:pt x="36" y="37"/>
                  </a:lnTo>
                  <a:lnTo>
                    <a:pt x="53" y="44"/>
                  </a:lnTo>
                  <a:lnTo>
                    <a:pt x="70" y="49"/>
                  </a:lnTo>
                  <a:lnTo>
                    <a:pt x="70" y="49"/>
                  </a:lnTo>
                  <a:lnTo>
                    <a:pt x="74" y="49"/>
                  </a:lnTo>
                  <a:lnTo>
                    <a:pt x="78" y="48"/>
                  </a:lnTo>
                  <a:lnTo>
                    <a:pt x="81" y="45"/>
                  </a:lnTo>
                  <a:lnTo>
                    <a:pt x="83" y="42"/>
                  </a:lnTo>
                  <a:lnTo>
                    <a:pt x="83" y="38"/>
                  </a:lnTo>
                  <a:lnTo>
                    <a:pt x="83" y="34"/>
                  </a:lnTo>
                  <a:lnTo>
                    <a:pt x="80" y="31"/>
                  </a:lnTo>
                  <a:lnTo>
                    <a:pt x="76" y="30"/>
                  </a:lnTo>
                  <a:lnTo>
                    <a:pt x="76" y="30"/>
                  </a:lnTo>
                  <a:lnTo>
                    <a:pt x="60" y="24"/>
                  </a:lnTo>
                  <a:lnTo>
                    <a:pt x="44" y="17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5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Freeform: Shape 61">
              <a:extLst>
                <a:ext uri="{FF2B5EF4-FFF2-40B4-BE49-F238E27FC236}">
                  <a16:creationId xmlns:a16="http://schemas.microsoft.com/office/drawing/2014/main" id="{28B09666-4418-41DC-BA8D-FF9C30BF4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314" y="3870794"/>
              <a:ext cx="103188" cy="55563"/>
            </a:xfrm>
            <a:custGeom>
              <a:avLst/>
              <a:gdLst>
                <a:gd name="T0" fmla="*/ 4 w 65"/>
                <a:gd name="T1" fmla="*/ 20 h 35"/>
                <a:gd name="T2" fmla="*/ 4 w 65"/>
                <a:gd name="T3" fmla="*/ 20 h 35"/>
                <a:gd name="T4" fmla="*/ 16 w 65"/>
                <a:gd name="T5" fmla="*/ 25 h 35"/>
                <a:gd name="T6" fmla="*/ 28 w 65"/>
                <a:gd name="T7" fmla="*/ 30 h 35"/>
                <a:gd name="T8" fmla="*/ 53 w 65"/>
                <a:gd name="T9" fmla="*/ 35 h 35"/>
                <a:gd name="T10" fmla="*/ 53 w 65"/>
                <a:gd name="T11" fmla="*/ 35 h 35"/>
                <a:gd name="T12" fmla="*/ 57 w 65"/>
                <a:gd name="T13" fmla="*/ 35 h 35"/>
                <a:gd name="T14" fmla="*/ 61 w 65"/>
                <a:gd name="T15" fmla="*/ 34 h 35"/>
                <a:gd name="T16" fmla="*/ 64 w 65"/>
                <a:gd name="T17" fmla="*/ 31 h 35"/>
                <a:gd name="T18" fmla="*/ 65 w 65"/>
                <a:gd name="T19" fmla="*/ 27 h 35"/>
                <a:gd name="T20" fmla="*/ 65 w 65"/>
                <a:gd name="T21" fmla="*/ 24 h 35"/>
                <a:gd name="T22" fmla="*/ 65 w 65"/>
                <a:gd name="T23" fmla="*/ 20 h 35"/>
                <a:gd name="T24" fmla="*/ 62 w 65"/>
                <a:gd name="T25" fmla="*/ 17 h 35"/>
                <a:gd name="T26" fmla="*/ 58 w 65"/>
                <a:gd name="T27" fmla="*/ 16 h 35"/>
                <a:gd name="T28" fmla="*/ 58 w 65"/>
                <a:gd name="T29" fmla="*/ 16 h 35"/>
                <a:gd name="T30" fmla="*/ 36 w 65"/>
                <a:gd name="T31" fmla="*/ 10 h 35"/>
                <a:gd name="T32" fmla="*/ 26 w 65"/>
                <a:gd name="T33" fmla="*/ 7 h 35"/>
                <a:gd name="T34" fmla="*/ 16 w 65"/>
                <a:gd name="T35" fmla="*/ 1 h 35"/>
                <a:gd name="T36" fmla="*/ 16 w 65"/>
                <a:gd name="T37" fmla="*/ 1 h 35"/>
                <a:gd name="T38" fmla="*/ 11 w 65"/>
                <a:gd name="T39" fmla="*/ 0 h 35"/>
                <a:gd name="T40" fmla="*/ 7 w 65"/>
                <a:gd name="T41" fmla="*/ 1 h 35"/>
                <a:gd name="T42" fmla="*/ 3 w 65"/>
                <a:gd name="T43" fmla="*/ 3 h 35"/>
                <a:gd name="T44" fmla="*/ 2 w 65"/>
                <a:gd name="T45" fmla="*/ 6 h 35"/>
                <a:gd name="T46" fmla="*/ 0 w 65"/>
                <a:gd name="T47" fmla="*/ 10 h 35"/>
                <a:gd name="T48" fmla="*/ 0 w 65"/>
                <a:gd name="T49" fmla="*/ 14 h 35"/>
                <a:gd name="T50" fmla="*/ 2 w 65"/>
                <a:gd name="T51" fmla="*/ 17 h 35"/>
                <a:gd name="T52" fmla="*/ 4 w 65"/>
                <a:gd name="T53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" h="35">
                  <a:moveTo>
                    <a:pt x="4" y="20"/>
                  </a:moveTo>
                  <a:lnTo>
                    <a:pt x="4" y="20"/>
                  </a:lnTo>
                  <a:lnTo>
                    <a:pt x="16" y="25"/>
                  </a:lnTo>
                  <a:lnTo>
                    <a:pt x="28" y="30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7" y="35"/>
                  </a:lnTo>
                  <a:lnTo>
                    <a:pt x="61" y="34"/>
                  </a:lnTo>
                  <a:lnTo>
                    <a:pt x="64" y="31"/>
                  </a:lnTo>
                  <a:lnTo>
                    <a:pt x="65" y="27"/>
                  </a:lnTo>
                  <a:lnTo>
                    <a:pt x="65" y="24"/>
                  </a:lnTo>
                  <a:lnTo>
                    <a:pt x="65" y="20"/>
                  </a:lnTo>
                  <a:lnTo>
                    <a:pt x="62" y="17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36" y="10"/>
                  </a:lnTo>
                  <a:lnTo>
                    <a:pt x="26" y="7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Freeform: Shape 62">
              <a:extLst>
                <a:ext uri="{FF2B5EF4-FFF2-40B4-BE49-F238E27FC236}">
                  <a16:creationId xmlns:a16="http://schemas.microsoft.com/office/drawing/2014/main" id="{969E5A08-B14C-4B0D-9479-E0E970F8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314" y="3870794"/>
              <a:ext cx="103188" cy="55563"/>
            </a:xfrm>
            <a:custGeom>
              <a:avLst/>
              <a:gdLst>
                <a:gd name="T0" fmla="*/ 4 w 65"/>
                <a:gd name="T1" fmla="*/ 20 h 35"/>
                <a:gd name="T2" fmla="*/ 4 w 65"/>
                <a:gd name="T3" fmla="*/ 20 h 35"/>
                <a:gd name="T4" fmla="*/ 16 w 65"/>
                <a:gd name="T5" fmla="*/ 25 h 35"/>
                <a:gd name="T6" fmla="*/ 28 w 65"/>
                <a:gd name="T7" fmla="*/ 30 h 35"/>
                <a:gd name="T8" fmla="*/ 53 w 65"/>
                <a:gd name="T9" fmla="*/ 35 h 35"/>
                <a:gd name="T10" fmla="*/ 53 w 65"/>
                <a:gd name="T11" fmla="*/ 35 h 35"/>
                <a:gd name="T12" fmla="*/ 57 w 65"/>
                <a:gd name="T13" fmla="*/ 35 h 35"/>
                <a:gd name="T14" fmla="*/ 61 w 65"/>
                <a:gd name="T15" fmla="*/ 34 h 35"/>
                <a:gd name="T16" fmla="*/ 64 w 65"/>
                <a:gd name="T17" fmla="*/ 31 h 35"/>
                <a:gd name="T18" fmla="*/ 65 w 65"/>
                <a:gd name="T19" fmla="*/ 27 h 35"/>
                <a:gd name="T20" fmla="*/ 65 w 65"/>
                <a:gd name="T21" fmla="*/ 24 h 35"/>
                <a:gd name="T22" fmla="*/ 65 w 65"/>
                <a:gd name="T23" fmla="*/ 20 h 35"/>
                <a:gd name="T24" fmla="*/ 62 w 65"/>
                <a:gd name="T25" fmla="*/ 17 h 35"/>
                <a:gd name="T26" fmla="*/ 58 w 65"/>
                <a:gd name="T27" fmla="*/ 16 h 35"/>
                <a:gd name="T28" fmla="*/ 58 w 65"/>
                <a:gd name="T29" fmla="*/ 16 h 35"/>
                <a:gd name="T30" fmla="*/ 36 w 65"/>
                <a:gd name="T31" fmla="*/ 10 h 35"/>
                <a:gd name="T32" fmla="*/ 26 w 65"/>
                <a:gd name="T33" fmla="*/ 7 h 35"/>
                <a:gd name="T34" fmla="*/ 16 w 65"/>
                <a:gd name="T35" fmla="*/ 1 h 35"/>
                <a:gd name="T36" fmla="*/ 16 w 65"/>
                <a:gd name="T37" fmla="*/ 1 h 35"/>
                <a:gd name="T38" fmla="*/ 11 w 65"/>
                <a:gd name="T39" fmla="*/ 0 h 35"/>
                <a:gd name="T40" fmla="*/ 7 w 65"/>
                <a:gd name="T41" fmla="*/ 1 h 35"/>
                <a:gd name="T42" fmla="*/ 3 w 65"/>
                <a:gd name="T43" fmla="*/ 3 h 35"/>
                <a:gd name="T44" fmla="*/ 2 w 65"/>
                <a:gd name="T45" fmla="*/ 6 h 35"/>
                <a:gd name="T46" fmla="*/ 0 w 65"/>
                <a:gd name="T47" fmla="*/ 10 h 35"/>
                <a:gd name="T48" fmla="*/ 0 w 65"/>
                <a:gd name="T49" fmla="*/ 14 h 35"/>
                <a:gd name="T50" fmla="*/ 2 w 65"/>
                <a:gd name="T51" fmla="*/ 17 h 35"/>
                <a:gd name="T52" fmla="*/ 4 w 65"/>
                <a:gd name="T53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" h="35">
                  <a:moveTo>
                    <a:pt x="4" y="20"/>
                  </a:moveTo>
                  <a:lnTo>
                    <a:pt x="4" y="20"/>
                  </a:lnTo>
                  <a:lnTo>
                    <a:pt x="16" y="25"/>
                  </a:lnTo>
                  <a:lnTo>
                    <a:pt x="28" y="30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7" y="35"/>
                  </a:lnTo>
                  <a:lnTo>
                    <a:pt x="61" y="34"/>
                  </a:lnTo>
                  <a:lnTo>
                    <a:pt x="64" y="31"/>
                  </a:lnTo>
                  <a:lnTo>
                    <a:pt x="65" y="27"/>
                  </a:lnTo>
                  <a:lnTo>
                    <a:pt x="65" y="24"/>
                  </a:lnTo>
                  <a:lnTo>
                    <a:pt x="65" y="20"/>
                  </a:lnTo>
                  <a:lnTo>
                    <a:pt x="62" y="17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36" y="10"/>
                  </a:lnTo>
                  <a:lnTo>
                    <a:pt x="26" y="7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4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Freeform: Shape 63">
              <a:extLst>
                <a:ext uri="{FF2B5EF4-FFF2-40B4-BE49-F238E27FC236}">
                  <a16:creationId xmlns:a16="http://schemas.microsoft.com/office/drawing/2014/main" id="{05120808-DD1E-4EB6-B639-7D491CB65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2976" y="3240556"/>
              <a:ext cx="57150" cy="146050"/>
            </a:xfrm>
            <a:custGeom>
              <a:avLst/>
              <a:gdLst>
                <a:gd name="T0" fmla="*/ 2 w 36"/>
                <a:gd name="T1" fmla="*/ 17 h 92"/>
                <a:gd name="T2" fmla="*/ 2 w 36"/>
                <a:gd name="T3" fmla="*/ 17 h 92"/>
                <a:gd name="T4" fmla="*/ 8 w 36"/>
                <a:gd name="T5" fmla="*/ 33 h 92"/>
                <a:gd name="T6" fmla="*/ 12 w 36"/>
                <a:gd name="T7" fmla="*/ 48 h 92"/>
                <a:gd name="T8" fmla="*/ 13 w 36"/>
                <a:gd name="T9" fmla="*/ 65 h 92"/>
                <a:gd name="T10" fmla="*/ 15 w 36"/>
                <a:gd name="T11" fmla="*/ 82 h 92"/>
                <a:gd name="T12" fmla="*/ 15 w 36"/>
                <a:gd name="T13" fmla="*/ 82 h 92"/>
                <a:gd name="T14" fmla="*/ 15 w 36"/>
                <a:gd name="T15" fmla="*/ 86 h 92"/>
                <a:gd name="T16" fmla="*/ 17 w 36"/>
                <a:gd name="T17" fmla="*/ 89 h 92"/>
                <a:gd name="T18" fmla="*/ 20 w 36"/>
                <a:gd name="T19" fmla="*/ 92 h 92"/>
                <a:gd name="T20" fmla="*/ 25 w 36"/>
                <a:gd name="T21" fmla="*/ 92 h 92"/>
                <a:gd name="T22" fmla="*/ 29 w 36"/>
                <a:gd name="T23" fmla="*/ 92 h 92"/>
                <a:gd name="T24" fmla="*/ 32 w 36"/>
                <a:gd name="T25" fmla="*/ 89 h 92"/>
                <a:gd name="T26" fmla="*/ 34 w 36"/>
                <a:gd name="T27" fmla="*/ 86 h 92"/>
                <a:gd name="T28" fmla="*/ 36 w 36"/>
                <a:gd name="T29" fmla="*/ 82 h 92"/>
                <a:gd name="T30" fmla="*/ 36 w 36"/>
                <a:gd name="T31" fmla="*/ 82 h 92"/>
                <a:gd name="T32" fmla="*/ 34 w 36"/>
                <a:gd name="T33" fmla="*/ 62 h 92"/>
                <a:gd name="T34" fmla="*/ 32 w 36"/>
                <a:gd name="T35" fmla="*/ 43 h 92"/>
                <a:gd name="T36" fmla="*/ 27 w 36"/>
                <a:gd name="T37" fmla="*/ 24 h 92"/>
                <a:gd name="T38" fmla="*/ 23 w 36"/>
                <a:gd name="T39" fmla="*/ 14 h 92"/>
                <a:gd name="T40" fmla="*/ 19 w 36"/>
                <a:gd name="T41" fmla="*/ 6 h 92"/>
                <a:gd name="T42" fmla="*/ 19 w 36"/>
                <a:gd name="T43" fmla="*/ 6 h 92"/>
                <a:gd name="T44" fmla="*/ 16 w 36"/>
                <a:gd name="T45" fmla="*/ 3 h 92"/>
                <a:gd name="T46" fmla="*/ 13 w 36"/>
                <a:gd name="T47" fmla="*/ 0 h 92"/>
                <a:gd name="T48" fmla="*/ 9 w 36"/>
                <a:gd name="T49" fmla="*/ 0 h 92"/>
                <a:gd name="T50" fmla="*/ 6 w 36"/>
                <a:gd name="T51" fmla="*/ 1 h 92"/>
                <a:gd name="T52" fmla="*/ 2 w 36"/>
                <a:gd name="T53" fmla="*/ 4 h 92"/>
                <a:gd name="T54" fmla="*/ 0 w 36"/>
                <a:gd name="T55" fmla="*/ 8 h 92"/>
                <a:gd name="T56" fmla="*/ 0 w 36"/>
                <a:gd name="T57" fmla="*/ 13 h 92"/>
                <a:gd name="T58" fmla="*/ 2 w 36"/>
                <a:gd name="T59" fmla="*/ 1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92">
                  <a:moveTo>
                    <a:pt x="2" y="17"/>
                  </a:moveTo>
                  <a:lnTo>
                    <a:pt x="2" y="17"/>
                  </a:lnTo>
                  <a:lnTo>
                    <a:pt x="8" y="33"/>
                  </a:lnTo>
                  <a:lnTo>
                    <a:pt x="12" y="48"/>
                  </a:lnTo>
                  <a:lnTo>
                    <a:pt x="13" y="65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5" y="86"/>
                  </a:lnTo>
                  <a:lnTo>
                    <a:pt x="17" y="89"/>
                  </a:lnTo>
                  <a:lnTo>
                    <a:pt x="20" y="92"/>
                  </a:lnTo>
                  <a:lnTo>
                    <a:pt x="25" y="92"/>
                  </a:lnTo>
                  <a:lnTo>
                    <a:pt x="29" y="92"/>
                  </a:lnTo>
                  <a:lnTo>
                    <a:pt x="32" y="89"/>
                  </a:lnTo>
                  <a:lnTo>
                    <a:pt x="34" y="86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4" y="62"/>
                  </a:lnTo>
                  <a:lnTo>
                    <a:pt x="32" y="43"/>
                  </a:lnTo>
                  <a:lnTo>
                    <a:pt x="27" y="24"/>
                  </a:lnTo>
                  <a:lnTo>
                    <a:pt x="23" y="14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6" y="3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Freeform: Shape 64">
              <a:extLst>
                <a:ext uri="{FF2B5EF4-FFF2-40B4-BE49-F238E27FC236}">
                  <a16:creationId xmlns:a16="http://schemas.microsoft.com/office/drawing/2014/main" id="{E9807092-D2E4-4F95-A56B-59C8C6E0C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2976" y="3240556"/>
              <a:ext cx="57150" cy="146050"/>
            </a:xfrm>
            <a:custGeom>
              <a:avLst/>
              <a:gdLst>
                <a:gd name="T0" fmla="*/ 2 w 36"/>
                <a:gd name="T1" fmla="*/ 17 h 92"/>
                <a:gd name="T2" fmla="*/ 2 w 36"/>
                <a:gd name="T3" fmla="*/ 17 h 92"/>
                <a:gd name="T4" fmla="*/ 8 w 36"/>
                <a:gd name="T5" fmla="*/ 33 h 92"/>
                <a:gd name="T6" fmla="*/ 12 w 36"/>
                <a:gd name="T7" fmla="*/ 48 h 92"/>
                <a:gd name="T8" fmla="*/ 13 w 36"/>
                <a:gd name="T9" fmla="*/ 65 h 92"/>
                <a:gd name="T10" fmla="*/ 15 w 36"/>
                <a:gd name="T11" fmla="*/ 82 h 92"/>
                <a:gd name="T12" fmla="*/ 15 w 36"/>
                <a:gd name="T13" fmla="*/ 82 h 92"/>
                <a:gd name="T14" fmla="*/ 15 w 36"/>
                <a:gd name="T15" fmla="*/ 86 h 92"/>
                <a:gd name="T16" fmla="*/ 17 w 36"/>
                <a:gd name="T17" fmla="*/ 89 h 92"/>
                <a:gd name="T18" fmla="*/ 20 w 36"/>
                <a:gd name="T19" fmla="*/ 92 h 92"/>
                <a:gd name="T20" fmla="*/ 25 w 36"/>
                <a:gd name="T21" fmla="*/ 92 h 92"/>
                <a:gd name="T22" fmla="*/ 29 w 36"/>
                <a:gd name="T23" fmla="*/ 92 h 92"/>
                <a:gd name="T24" fmla="*/ 32 w 36"/>
                <a:gd name="T25" fmla="*/ 89 h 92"/>
                <a:gd name="T26" fmla="*/ 34 w 36"/>
                <a:gd name="T27" fmla="*/ 86 h 92"/>
                <a:gd name="T28" fmla="*/ 36 w 36"/>
                <a:gd name="T29" fmla="*/ 82 h 92"/>
                <a:gd name="T30" fmla="*/ 36 w 36"/>
                <a:gd name="T31" fmla="*/ 82 h 92"/>
                <a:gd name="T32" fmla="*/ 34 w 36"/>
                <a:gd name="T33" fmla="*/ 62 h 92"/>
                <a:gd name="T34" fmla="*/ 32 w 36"/>
                <a:gd name="T35" fmla="*/ 43 h 92"/>
                <a:gd name="T36" fmla="*/ 27 w 36"/>
                <a:gd name="T37" fmla="*/ 24 h 92"/>
                <a:gd name="T38" fmla="*/ 23 w 36"/>
                <a:gd name="T39" fmla="*/ 14 h 92"/>
                <a:gd name="T40" fmla="*/ 19 w 36"/>
                <a:gd name="T41" fmla="*/ 6 h 92"/>
                <a:gd name="T42" fmla="*/ 19 w 36"/>
                <a:gd name="T43" fmla="*/ 6 h 92"/>
                <a:gd name="T44" fmla="*/ 16 w 36"/>
                <a:gd name="T45" fmla="*/ 3 h 92"/>
                <a:gd name="T46" fmla="*/ 13 w 36"/>
                <a:gd name="T47" fmla="*/ 0 h 92"/>
                <a:gd name="T48" fmla="*/ 9 w 36"/>
                <a:gd name="T49" fmla="*/ 0 h 92"/>
                <a:gd name="T50" fmla="*/ 6 w 36"/>
                <a:gd name="T51" fmla="*/ 1 h 92"/>
                <a:gd name="T52" fmla="*/ 2 w 36"/>
                <a:gd name="T53" fmla="*/ 4 h 92"/>
                <a:gd name="T54" fmla="*/ 0 w 36"/>
                <a:gd name="T55" fmla="*/ 8 h 92"/>
                <a:gd name="T56" fmla="*/ 0 w 36"/>
                <a:gd name="T57" fmla="*/ 13 h 92"/>
                <a:gd name="T58" fmla="*/ 2 w 36"/>
                <a:gd name="T59" fmla="*/ 1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92">
                  <a:moveTo>
                    <a:pt x="2" y="17"/>
                  </a:moveTo>
                  <a:lnTo>
                    <a:pt x="2" y="17"/>
                  </a:lnTo>
                  <a:lnTo>
                    <a:pt x="8" y="33"/>
                  </a:lnTo>
                  <a:lnTo>
                    <a:pt x="12" y="48"/>
                  </a:lnTo>
                  <a:lnTo>
                    <a:pt x="13" y="65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5" y="86"/>
                  </a:lnTo>
                  <a:lnTo>
                    <a:pt x="17" y="89"/>
                  </a:lnTo>
                  <a:lnTo>
                    <a:pt x="20" y="92"/>
                  </a:lnTo>
                  <a:lnTo>
                    <a:pt x="25" y="92"/>
                  </a:lnTo>
                  <a:lnTo>
                    <a:pt x="29" y="92"/>
                  </a:lnTo>
                  <a:lnTo>
                    <a:pt x="32" y="89"/>
                  </a:lnTo>
                  <a:lnTo>
                    <a:pt x="34" y="86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4" y="62"/>
                  </a:lnTo>
                  <a:lnTo>
                    <a:pt x="32" y="43"/>
                  </a:lnTo>
                  <a:lnTo>
                    <a:pt x="27" y="24"/>
                  </a:lnTo>
                  <a:lnTo>
                    <a:pt x="23" y="14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6" y="3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Freeform: Shape 65">
              <a:extLst>
                <a:ext uri="{FF2B5EF4-FFF2-40B4-BE49-F238E27FC236}">
                  <a16:creationId xmlns:a16="http://schemas.microsoft.com/office/drawing/2014/main" id="{6093EDC2-9986-48FB-B7FC-DB32C7540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589" y="3219919"/>
              <a:ext cx="53975" cy="134938"/>
            </a:xfrm>
            <a:custGeom>
              <a:avLst/>
              <a:gdLst>
                <a:gd name="T0" fmla="*/ 2 w 34"/>
                <a:gd name="T1" fmla="*/ 13 h 85"/>
                <a:gd name="T2" fmla="*/ 2 w 34"/>
                <a:gd name="T3" fmla="*/ 13 h 85"/>
                <a:gd name="T4" fmla="*/ 6 w 34"/>
                <a:gd name="T5" fmla="*/ 29 h 85"/>
                <a:gd name="T6" fmla="*/ 10 w 34"/>
                <a:gd name="T7" fmla="*/ 43 h 85"/>
                <a:gd name="T8" fmla="*/ 12 w 34"/>
                <a:gd name="T9" fmla="*/ 60 h 85"/>
                <a:gd name="T10" fmla="*/ 13 w 34"/>
                <a:gd name="T11" fmla="*/ 75 h 85"/>
                <a:gd name="T12" fmla="*/ 13 w 34"/>
                <a:gd name="T13" fmla="*/ 75 h 85"/>
                <a:gd name="T14" fmla="*/ 13 w 34"/>
                <a:gd name="T15" fmla="*/ 80 h 85"/>
                <a:gd name="T16" fmla="*/ 16 w 34"/>
                <a:gd name="T17" fmla="*/ 82 h 85"/>
                <a:gd name="T18" fmla="*/ 19 w 34"/>
                <a:gd name="T19" fmla="*/ 85 h 85"/>
                <a:gd name="T20" fmla="*/ 23 w 34"/>
                <a:gd name="T21" fmla="*/ 85 h 85"/>
                <a:gd name="T22" fmla="*/ 27 w 34"/>
                <a:gd name="T23" fmla="*/ 85 h 85"/>
                <a:gd name="T24" fmla="*/ 30 w 34"/>
                <a:gd name="T25" fmla="*/ 82 h 85"/>
                <a:gd name="T26" fmla="*/ 33 w 34"/>
                <a:gd name="T27" fmla="*/ 80 h 85"/>
                <a:gd name="T28" fmla="*/ 34 w 34"/>
                <a:gd name="T29" fmla="*/ 75 h 85"/>
                <a:gd name="T30" fmla="*/ 34 w 34"/>
                <a:gd name="T31" fmla="*/ 75 h 85"/>
                <a:gd name="T32" fmla="*/ 33 w 34"/>
                <a:gd name="T33" fmla="*/ 58 h 85"/>
                <a:gd name="T34" fmla="*/ 31 w 34"/>
                <a:gd name="T35" fmla="*/ 40 h 85"/>
                <a:gd name="T36" fmla="*/ 27 w 34"/>
                <a:gd name="T37" fmla="*/ 24 h 85"/>
                <a:gd name="T38" fmla="*/ 21 w 34"/>
                <a:gd name="T39" fmla="*/ 7 h 85"/>
                <a:gd name="T40" fmla="*/ 21 w 34"/>
                <a:gd name="T41" fmla="*/ 7 h 85"/>
                <a:gd name="T42" fmla="*/ 19 w 34"/>
                <a:gd name="T43" fmla="*/ 3 h 85"/>
                <a:gd name="T44" fmla="*/ 16 w 34"/>
                <a:gd name="T45" fmla="*/ 0 h 85"/>
                <a:gd name="T46" fmla="*/ 12 w 34"/>
                <a:gd name="T47" fmla="*/ 0 h 85"/>
                <a:gd name="T48" fmla="*/ 7 w 34"/>
                <a:gd name="T49" fmla="*/ 0 h 85"/>
                <a:gd name="T50" fmla="*/ 4 w 34"/>
                <a:gd name="T51" fmla="*/ 2 h 85"/>
                <a:gd name="T52" fmla="*/ 2 w 34"/>
                <a:gd name="T53" fmla="*/ 4 h 85"/>
                <a:gd name="T54" fmla="*/ 0 w 34"/>
                <a:gd name="T55" fmla="*/ 9 h 85"/>
                <a:gd name="T56" fmla="*/ 2 w 34"/>
                <a:gd name="T57" fmla="*/ 1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85">
                  <a:moveTo>
                    <a:pt x="2" y="13"/>
                  </a:moveTo>
                  <a:lnTo>
                    <a:pt x="2" y="13"/>
                  </a:lnTo>
                  <a:lnTo>
                    <a:pt x="6" y="29"/>
                  </a:lnTo>
                  <a:lnTo>
                    <a:pt x="10" y="43"/>
                  </a:lnTo>
                  <a:lnTo>
                    <a:pt x="12" y="60"/>
                  </a:lnTo>
                  <a:lnTo>
                    <a:pt x="13" y="75"/>
                  </a:lnTo>
                  <a:lnTo>
                    <a:pt x="13" y="75"/>
                  </a:lnTo>
                  <a:lnTo>
                    <a:pt x="13" y="80"/>
                  </a:lnTo>
                  <a:lnTo>
                    <a:pt x="16" y="82"/>
                  </a:lnTo>
                  <a:lnTo>
                    <a:pt x="19" y="85"/>
                  </a:lnTo>
                  <a:lnTo>
                    <a:pt x="23" y="85"/>
                  </a:lnTo>
                  <a:lnTo>
                    <a:pt x="27" y="85"/>
                  </a:lnTo>
                  <a:lnTo>
                    <a:pt x="30" y="82"/>
                  </a:lnTo>
                  <a:lnTo>
                    <a:pt x="33" y="80"/>
                  </a:lnTo>
                  <a:lnTo>
                    <a:pt x="34" y="75"/>
                  </a:lnTo>
                  <a:lnTo>
                    <a:pt x="34" y="75"/>
                  </a:lnTo>
                  <a:lnTo>
                    <a:pt x="33" y="58"/>
                  </a:lnTo>
                  <a:lnTo>
                    <a:pt x="31" y="40"/>
                  </a:lnTo>
                  <a:lnTo>
                    <a:pt x="27" y="24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19" y="3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9"/>
                  </a:lnTo>
                  <a:lnTo>
                    <a:pt x="2" y="1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Freeform: Shape 66">
              <a:extLst>
                <a:ext uri="{FF2B5EF4-FFF2-40B4-BE49-F238E27FC236}">
                  <a16:creationId xmlns:a16="http://schemas.microsoft.com/office/drawing/2014/main" id="{C6B5739F-988C-4627-826D-DF81F0B72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589" y="3219919"/>
              <a:ext cx="53975" cy="134938"/>
            </a:xfrm>
            <a:custGeom>
              <a:avLst/>
              <a:gdLst>
                <a:gd name="T0" fmla="*/ 2 w 34"/>
                <a:gd name="T1" fmla="*/ 13 h 85"/>
                <a:gd name="T2" fmla="*/ 2 w 34"/>
                <a:gd name="T3" fmla="*/ 13 h 85"/>
                <a:gd name="T4" fmla="*/ 6 w 34"/>
                <a:gd name="T5" fmla="*/ 29 h 85"/>
                <a:gd name="T6" fmla="*/ 10 w 34"/>
                <a:gd name="T7" fmla="*/ 43 h 85"/>
                <a:gd name="T8" fmla="*/ 12 w 34"/>
                <a:gd name="T9" fmla="*/ 60 h 85"/>
                <a:gd name="T10" fmla="*/ 13 w 34"/>
                <a:gd name="T11" fmla="*/ 75 h 85"/>
                <a:gd name="T12" fmla="*/ 13 w 34"/>
                <a:gd name="T13" fmla="*/ 75 h 85"/>
                <a:gd name="T14" fmla="*/ 13 w 34"/>
                <a:gd name="T15" fmla="*/ 80 h 85"/>
                <a:gd name="T16" fmla="*/ 16 w 34"/>
                <a:gd name="T17" fmla="*/ 82 h 85"/>
                <a:gd name="T18" fmla="*/ 19 w 34"/>
                <a:gd name="T19" fmla="*/ 85 h 85"/>
                <a:gd name="T20" fmla="*/ 23 w 34"/>
                <a:gd name="T21" fmla="*/ 85 h 85"/>
                <a:gd name="T22" fmla="*/ 27 w 34"/>
                <a:gd name="T23" fmla="*/ 85 h 85"/>
                <a:gd name="T24" fmla="*/ 30 w 34"/>
                <a:gd name="T25" fmla="*/ 82 h 85"/>
                <a:gd name="T26" fmla="*/ 33 w 34"/>
                <a:gd name="T27" fmla="*/ 80 h 85"/>
                <a:gd name="T28" fmla="*/ 34 w 34"/>
                <a:gd name="T29" fmla="*/ 75 h 85"/>
                <a:gd name="T30" fmla="*/ 34 w 34"/>
                <a:gd name="T31" fmla="*/ 75 h 85"/>
                <a:gd name="T32" fmla="*/ 33 w 34"/>
                <a:gd name="T33" fmla="*/ 58 h 85"/>
                <a:gd name="T34" fmla="*/ 31 w 34"/>
                <a:gd name="T35" fmla="*/ 40 h 85"/>
                <a:gd name="T36" fmla="*/ 27 w 34"/>
                <a:gd name="T37" fmla="*/ 24 h 85"/>
                <a:gd name="T38" fmla="*/ 21 w 34"/>
                <a:gd name="T39" fmla="*/ 7 h 85"/>
                <a:gd name="T40" fmla="*/ 21 w 34"/>
                <a:gd name="T41" fmla="*/ 7 h 85"/>
                <a:gd name="T42" fmla="*/ 19 w 34"/>
                <a:gd name="T43" fmla="*/ 3 h 85"/>
                <a:gd name="T44" fmla="*/ 16 w 34"/>
                <a:gd name="T45" fmla="*/ 0 h 85"/>
                <a:gd name="T46" fmla="*/ 12 w 34"/>
                <a:gd name="T47" fmla="*/ 0 h 85"/>
                <a:gd name="T48" fmla="*/ 7 w 34"/>
                <a:gd name="T49" fmla="*/ 0 h 85"/>
                <a:gd name="T50" fmla="*/ 4 w 34"/>
                <a:gd name="T51" fmla="*/ 2 h 85"/>
                <a:gd name="T52" fmla="*/ 2 w 34"/>
                <a:gd name="T53" fmla="*/ 4 h 85"/>
                <a:gd name="T54" fmla="*/ 0 w 34"/>
                <a:gd name="T55" fmla="*/ 9 h 85"/>
                <a:gd name="T56" fmla="*/ 2 w 34"/>
                <a:gd name="T57" fmla="*/ 1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85">
                  <a:moveTo>
                    <a:pt x="2" y="13"/>
                  </a:moveTo>
                  <a:lnTo>
                    <a:pt x="2" y="13"/>
                  </a:lnTo>
                  <a:lnTo>
                    <a:pt x="6" y="29"/>
                  </a:lnTo>
                  <a:lnTo>
                    <a:pt x="10" y="43"/>
                  </a:lnTo>
                  <a:lnTo>
                    <a:pt x="12" y="60"/>
                  </a:lnTo>
                  <a:lnTo>
                    <a:pt x="13" y="75"/>
                  </a:lnTo>
                  <a:lnTo>
                    <a:pt x="13" y="75"/>
                  </a:lnTo>
                  <a:lnTo>
                    <a:pt x="13" y="80"/>
                  </a:lnTo>
                  <a:lnTo>
                    <a:pt x="16" y="82"/>
                  </a:lnTo>
                  <a:lnTo>
                    <a:pt x="19" y="85"/>
                  </a:lnTo>
                  <a:lnTo>
                    <a:pt x="23" y="85"/>
                  </a:lnTo>
                  <a:lnTo>
                    <a:pt x="27" y="85"/>
                  </a:lnTo>
                  <a:lnTo>
                    <a:pt x="30" y="82"/>
                  </a:lnTo>
                  <a:lnTo>
                    <a:pt x="33" y="80"/>
                  </a:lnTo>
                  <a:lnTo>
                    <a:pt x="34" y="75"/>
                  </a:lnTo>
                  <a:lnTo>
                    <a:pt x="34" y="75"/>
                  </a:lnTo>
                  <a:lnTo>
                    <a:pt x="33" y="58"/>
                  </a:lnTo>
                  <a:lnTo>
                    <a:pt x="31" y="40"/>
                  </a:lnTo>
                  <a:lnTo>
                    <a:pt x="27" y="24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19" y="3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9"/>
                  </a:lnTo>
                  <a:lnTo>
                    <a:pt x="2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Freeform: Shape 67">
              <a:extLst>
                <a:ext uri="{FF2B5EF4-FFF2-40B4-BE49-F238E27FC236}">
                  <a16:creationId xmlns:a16="http://schemas.microsoft.com/office/drawing/2014/main" id="{A9F4F600-365F-4C66-BF50-4EC46736C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964" y="3359619"/>
              <a:ext cx="371475" cy="236538"/>
            </a:xfrm>
            <a:custGeom>
              <a:avLst/>
              <a:gdLst>
                <a:gd name="T0" fmla="*/ 50 w 234"/>
                <a:gd name="T1" fmla="*/ 61 h 149"/>
                <a:gd name="T2" fmla="*/ 50 w 234"/>
                <a:gd name="T3" fmla="*/ 61 h 149"/>
                <a:gd name="T4" fmla="*/ 75 w 234"/>
                <a:gd name="T5" fmla="*/ 64 h 149"/>
                <a:gd name="T6" fmla="*/ 98 w 234"/>
                <a:gd name="T7" fmla="*/ 65 h 149"/>
                <a:gd name="T8" fmla="*/ 108 w 234"/>
                <a:gd name="T9" fmla="*/ 65 h 149"/>
                <a:gd name="T10" fmla="*/ 115 w 234"/>
                <a:gd name="T11" fmla="*/ 65 h 149"/>
                <a:gd name="T12" fmla="*/ 115 w 234"/>
                <a:gd name="T13" fmla="*/ 65 h 149"/>
                <a:gd name="T14" fmla="*/ 123 w 234"/>
                <a:gd name="T15" fmla="*/ 61 h 149"/>
                <a:gd name="T16" fmla="*/ 132 w 234"/>
                <a:gd name="T17" fmla="*/ 54 h 149"/>
                <a:gd name="T18" fmla="*/ 153 w 234"/>
                <a:gd name="T19" fmla="*/ 34 h 149"/>
                <a:gd name="T20" fmla="*/ 173 w 234"/>
                <a:gd name="T21" fmla="*/ 13 h 149"/>
                <a:gd name="T22" fmla="*/ 180 w 234"/>
                <a:gd name="T23" fmla="*/ 4 h 149"/>
                <a:gd name="T24" fmla="*/ 186 w 234"/>
                <a:gd name="T25" fmla="*/ 0 h 149"/>
                <a:gd name="T26" fmla="*/ 186 w 234"/>
                <a:gd name="T27" fmla="*/ 0 h 149"/>
                <a:gd name="T28" fmla="*/ 188 w 234"/>
                <a:gd name="T29" fmla="*/ 0 h 149"/>
                <a:gd name="T30" fmla="*/ 191 w 234"/>
                <a:gd name="T31" fmla="*/ 0 h 149"/>
                <a:gd name="T32" fmla="*/ 198 w 234"/>
                <a:gd name="T33" fmla="*/ 3 h 149"/>
                <a:gd name="T34" fmla="*/ 205 w 234"/>
                <a:gd name="T35" fmla="*/ 10 h 149"/>
                <a:gd name="T36" fmla="*/ 214 w 234"/>
                <a:gd name="T37" fmla="*/ 17 h 149"/>
                <a:gd name="T38" fmla="*/ 228 w 234"/>
                <a:gd name="T39" fmla="*/ 31 h 149"/>
                <a:gd name="T40" fmla="*/ 234 w 234"/>
                <a:gd name="T41" fmla="*/ 38 h 149"/>
                <a:gd name="T42" fmla="*/ 234 w 234"/>
                <a:gd name="T43" fmla="*/ 38 h 149"/>
                <a:gd name="T44" fmla="*/ 176 w 234"/>
                <a:gd name="T45" fmla="*/ 85 h 149"/>
                <a:gd name="T46" fmla="*/ 132 w 234"/>
                <a:gd name="T47" fmla="*/ 119 h 149"/>
                <a:gd name="T48" fmla="*/ 113 w 234"/>
                <a:gd name="T49" fmla="*/ 132 h 149"/>
                <a:gd name="T50" fmla="*/ 101 w 234"/>
                <a:gd name="T51" fmla="*/ 139 h 149"/>
                <a:gd name="T52" fmla="*/ 75 w 234"/>
                <a:gd name="T53" fmla="*/ 136 h 149"/>
                <a:gd name="T54" fmla="*/ 59 w 234"/>
                <a:gd name="T55" fmla="*/ 146 h 149"/>
                <a:gd name="T56" fmla="*/ 59 w 234"/>
                <a:gd name="T57" fmla="*/ 146 h 149"/>
                <a:gd name="T58" fmla="*/ 51 w 234"/>
                <a:gd name="T59" fmla="*/ 148 h 149"/>
                <a:gd name="T60" fmla="*/ 34 w 234"/>
                <a:gd name="T61" fmla="*/ 149 h 149"/>
                <a:gd name="T62" fmla="*/ 24 w 234"/>
                <a:gd name="T63" fmla="*/ 149 h 149"/>
                <a:gd name="T64" fmla="*/ 16 w 234"/>
                <a:gd name="T65" fmla="*/ 149 h 149"/>
                <a:gd name="T66" fmla="*/ 8 w 234"/>
                <a:gd name="T67" fmla="*/ 146 h 149"/>
                <a:gd name="T68" fmla="*/ 6 w 234"/>
                <a:gd name="T69" fmla="*/ 145 h 149"/>
                <a:gd name="T70" fmla="*/ 3 w 234"/>
                <a:gd name="T71" fmla="*/ 143 h 149"/>
                <a:gd name="T72" fmla="*/ 3 w 234"/>
                <a:gd name="T73" fmla="*/ 143 h 149"/>
                <a:gd name="T74" fmla="*/ 1 w 234"/>
                <a:gd name="T75" fmla="*/ 136 h 149"/>
                <a:gd name="T76" fmla="*/ 0 w 234"/>
                <a:gd name="T77" fmla="*/ 126 h 149"/>
                <a:gd name="T78" fmla="*/ 3 w 234"/>
                <a:gd name="T79" fmla="*/ 101 h 149"/>
                <a:gd name="T80" fmla="*/ 6 w 234"/>
                <a:gd name="T81" fmla="*/ 78 h 149"/>
                <a:gd name="T82" fmla="*/ 7 w 234"/>
                <a:gd name="T83" fmla="*/ 68 h 149"/>
                <a:gd name="T84" fmla="*/ 7 w 234"/>
                <a:gd name="T85" fmla="*/ 68 h 149"/>
                <a:gd name="T86" fmla="*/ 23 w 234"/>
                <a:gd name="T87" fmla="*/ 64 h 149"/>
                <a:gd name="T88" fmla="*/ 37 w 234"/>
                <a:gd name="T89" fmla="*/ 61 h 149"/>
                <a:gd name="T90" fmla="*/ 50 w 234"/>
                <a:gd name="T91" fmla="*/ 6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34" h="149">
                  <a:moveTo>
                    <a:pt x="50" y="61"/>
                  </a:moveTo>
                  <a:lnTo>
                    <a:pt x="50" y="61"/>
                  </a:lnTo>
                  <a:lnTo>
                    <a:pt x="75" y="64"/>
                  </a:lnTo>
                  <a:lnTo>
                    <a:pt x="98" y="65"/>
                  </a:lnTo>
                  <a:lnTo>
                    <a:pt x="108" y="65"/>
                  </a:lnTo>
                  <a:lnTo>
                    <a:pt x="115" y="65"/>
                  </a:lnTo>
                  <a:lnTo>
                    <a:pt x="115" y="65"/>
                  </a:lnTo>
                  <a:lnTo>
                    <a:pt x="123" y="61"/>
                  </a:lnTo>
                  <a:lnTo>
                    <a:pt x="132" y="54"/>
                  </a:lnTo>
                  <a:lnTo>
                    <a:pt x="153" y="34"/>
                  </a:lnTo>
                  <a:lnTo>
                    <a:pt x="173" y="13"/>
                  </a:lnTo>
                  <a:lnTo>
                    <a:pt x="180" y="4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8" y="0"/>
                  </a:lnTo>
                  <a:lnTo>
                    <a:pt x="191" y="0"/>
                  </a:lnTo>
                  <a:lnTo>
                    <a:pt x="198" y="3"/>
                  </a:lnTo>
                  <a:lnTo>
                    <a:pt x="205" y="10"/>
                  </a:lnTo>
                  <a:lnTo>
                    <a:pt x="214" y="17"/>
                  </a:lnTo>
                  <a:lnTo>
                    <a:pt x="228" y="31"/>
                  </a:lnTo>
                  <a:lnTo>
                    <a:pt x="234" y="38"/>
                  </a:lnTo>
                  <a:lnTo>
                    <a:pt x="234" y="38"/>
                  </a:lnTo>
                  <a:lnTo>
                    <a:pt x="176" y="85"/>
                  </a:lnTo>
                  <a:lnTo>
                    <a:pt x="132" y="119"/>
                  </a:lnTo>
                  <a:lnTo>
                    <a:pt x="113" y="132"/>
                  </a:lnTo>
                  <a:lnTo>
                    <a:pt x="101" y="139"/>
                  </a:lnTo>
                  <a:lnTo>
                    <a:pt x="75" y="136"/>
                  </a:lnTo>
                  <a:lnTo>
                    <a:pt x="59" y="146"/>
                  </a:lnTo>
                  <a:lnTo>
                    <a:pt x="59" y="146"/>
                  </a:lnTo>
                  <a:lnTo>
                    <a:pt x="51" y="148"/>
                  </a:lnTo>
                  <a:lnTo>
                    <a:pt x="34" y="149"/>
                  </a:lnTo>
                  <a:lnTo>
                    <a:pt x="24" y="149"/>
                  </a:lnTo>
                  <a:lnTo>
                    <a:pt x="16" y="149"/>
                  </a:lnTo>
                  <a:lnTo>
                    <a:pt x="8" y="146"/>
                  </a:lnTo>
                  <a:lnTo>
                    <a:pt x="6" y="145"/>
                  </a:lnTo>
                  <a:lnTo>
                    <a:pt x="3" y="143"/>
                  </a:lnTo>
                  <a:lnTo>
                    <a:pt x="3" y="143"/>
                  </a:lnTo>
                  <a:lnTo>
                    <a:pt x="1" y="136"/>
                  </a:lnTo>
                  <a:lnTo>
                    <a:pt x="0" y="126"/>
                  </a:lnTo>
                  <a:lnTo>
                    <a:pt x="3" y="101"/>
                  </a:lnTo>
                  <a:lnTo>
                    <a:pt x="6" y="78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23" y="64"/>
                  </a:lnTo>
                  <a:lnTo>
                    <a:pt x="37" y="61"/>
                  </a:lnTo>
                  <a:lnTo>
                    <a:pt x="50" y="61"/>
                  </a:lnTo>
                  <a:close/>
                </a:path>
              </a:pathLst>
            </a:custGeom>
            <a:solidFill>
              <a:srgbClr val="291E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Freeform: Shape 68">
              <a:extLst>
                <a:ext uri="{FF2B5EF4-FFF2-40B4-BE49-F238E27FC236}">
                  <a16:creationId xmlns:a16="http://schemas.microsoft.com/office/drawing/2014/main" id="{B7CEC1CE-B2E3-4023-BCC2-0772560C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964" y="3359619"/>
              <a:ext cx="371475" cy="236538"/>
            </a:xfrm>
            <a:custGeom>
              <a:avLst/>
              <a:gdLst>
                <a:gd name="T0" fmla="*/ 50 w 234"/>
                <a:gd name="T1" fmla="*/ 61 h 149"/>
                <a:gd name="T2" fmla="*/ 50 w 234"/>
                <a:gd name="T3" fmla="*/ 61 h 149"/>
                <a:gd name="T4" fmla="*/ 75 w 234"/>
                <a:gd name="T5" fmla="*/ 64 h 149"/>
                <a:gd name="T6" fmla="*/ 98 w 234"/>
                <a:gd name="T7" fmla="*/ 65 h 149"/>
                <a:gd name="T8" fmla="*/ 108 w 234"/>
                <a:gd name="T9" fmla="*/ 65 h 149"/>
                <a:gd name="T10" fmla="*/ 115 w 234"/>
                <a:gd name="T11" fmla="*/ 65 h 149"/>
                <a:gd name="T12" fmla="*/ 115 w 234"/>
                <a:gd name="T13" fmla="*/ 65 h 149"/>
                <a:gd name="T14" fmla="*/ 123 w 234"/>
                <a:gd name="T15" fmla="*/ 61 h 149"/>
                <a:gd name="T16" fmla="*/ 132 w 234"/>
                <a:gd name="T17" fmla="*/ 54 h 149"/>
                <a:gd name="T18" fmla="*/ 153 w 234"/>
                <a:gd name="T19" fmla="*/ 34 h 149"/>
                <a:gd name="T20" fmla="*/ 173 w 234"/>
                <a:gd name="T21" fmla="*/ 13 h 149"/>
                <a:gd name="T22" fmla="*/ 180 w 234"/>
                <a:gd name="T23" fmla="*/ 4 h 149"/>
                <a:gd name="T24" fmla="*/ 186 w 234"/>
                <a:gd name="T25" fmla="*/ 0 h 149"/>
                <a:gd name="T26" fmla="*/ 186 w 234"/>
                <a:gd name="T27" fmla="*/ 0 h 149"/>
                <a:gd name="T28" fmla="*/ 188 w 234"/>
                <a:gd name="T29" fmla="*/ 0 h 149"/>
                <a:gd name="T30" fmla="*/ 191 w 234"/>
                <a:gd name="T31" fmla="*/ 0 h 149"/>
                <a:gd name="T32" fmla="*/ 198 w 234"/>
                <a:gd name="T33" fmla="*/ 3 h 149"/>
                <a:gd name="T34" fmla="*/ 205 w 234"/>
                <a:gd name="T35" fmla="*/ 10 h 149"/>
                <a:gd name="T36" fmla="*/ 214 w 234"/>
                <a:gd name="T37" fmla="*/ 17 h 149"/>
                <a:gd name="T38" fmla="*/ 228 w 234"/>
                <a:gd name="T39" fmla="*/ 31 h 149"/>
                <a:gd name="T40" fmla="*/ 234 w 234"/>
                <a:gd name="T41" fmla="*/ 38 h 149"/>
                <a:gd name="T42" fmla="*/ 234 w 234"/>
                <a:gd name="T43" fmla="*/ 38 h 149"/>
                <a:gd name="T44" fmla="*/ 176 w 234"/>
                <a:gd name="T45" fmla="*/ 85 h 149"/>
                <a:gd name="T46" fmla="*/ 132 w 234"/>
                <a:gd name="T47" fmla="*/ 119 h 149"/>
                <a:gd name="T48" fmla="*/ 113 w 234"/>
                <a:gd name="T49" fmla="*/ 132 h 149"/>
                <a:gd name="T50" fmla="*/ 101 w 234"/>
                <a:gd name="T51" fmla="*/ 139 h 149"/>
                <a:gd name="T52" fmla="*/ 75 w 234"/>
                <a:gd name="T53" fmla="*/ 136 h 149"/>
                <a:gd name="T54" fmla="*/ 59 w 234"/>
                <a:gd name="T55" fmla="*/ 146 h 149"/>
                <a:gd name="T56" fmla="*/ 59 w 234"/>
                <a:gd name="T57" fmla="*/ 146 h 149"/>
                <a:gd name="T58" fmla="*/ 51 w 234"/>
                <a:gd name="T59" fmla="*/ 148 h 149"/>
                <a:gd name="T60" fmla="*/ 34 w 234"/>
                <a:gd name="T61" fmla="*/ 149 h 149"/>
                <a:gd name="T62" fmla="*/ 24 w 234"/>
                <a:gd name="T63" fmla="*/ 149 h 149"/>
                <a:gd name="T64" fmla="*/ 16 w 234"/>
                <a:gd name="T65" fmla="*/ 149 h 149"/>
                <a:gd name="T66" fmla="*/ 8 w 234"/>
                <a:gd name="T67" fmla="*/ 146 h 149"/>
                <a:gd name="T68" fmla="*/ 6 w 234"/>
                <a:gd name="T69" fmla="*/ 145 h 149"/>
                <a:gd name="T70" fmla="*/ 3 w 234"/>
                <a:gd name="T71" fmla="*/ 143 h 149"/>
                <a:gd name="T72" fmla="*/ 3 w 234"/>
                <a:gd name="T73" fmla="*/ 143 h 149"/>
                <a:gd name="T74" fmla="*/ 1 w 234"/>
                <a:gd name="T75" fmla="*/ 136 h 149"/>
                <a:gd name="T76" fmla="*/ 0 w 234"/>
                <a:gd name="T77" fmla="*/ 126 h 149"/>
                <a:gd name="T78" fmla="*/ 3 w 234"/>
                <a:gd name="T79" fmla="*/ 101 h 149"/>
                <a:gd name="T80" fmla="*/ 6 w 234"/>
                <a:gd name="T81" fmla="*/ 78 h 149"/>
                <a:gd name="T82" fmla="*/ 7 w 234"/>
                <a:gd name="T83" fmla="*/ 68 h 149"/>
                <a:gd name="T84" fmla="*/ 7 w 234"/>
                <a:gd name="T85" fmla="*/ 68 h 149"/>
                <a:gd name="T86" fmla="*/ 23 w 234"/>
                <a:gd name="T87" fmla="*/ 64 h 149"/>
                <a:gd name="T88" fmla="*/ 37 w 234"/>
                <a:gd name="T89" fmla="*/ 61 h 149"/>
                <a:gd name="T90" fmla="*/ 50 w 234"/>
                <a:gd name="T91" fmla="*/ 6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34" h="149">
                  <a:moveTo>
                    <a:pt x="50" y="61"/>
                  </a:moveTo>
                  <a:lnTo>
                    <a:pt x="50" y="61"/>
                  </a:lnTo>
                  <a:lnTo>
                    <a:pt x="75" y="64"/>
                  </a:lnTo>
                  <a:lnTo>
                    <a:pt x="98" y="65"/>
                  </a:lnTo>
                  <a:lnTo>
                    <a:pt x="108" y="65"/>
                  </a:lnTo>
                  <a:lnTo>
                    <a:pt x="115" y="65"/>
                  </a:lnTo>
                  <a:lnTo>
                    <a:pt x="115" y="65"/>
                  </a:lnTo>
                  <a:lnTo>
                    <a:pt x="123" y="61"/>
                  </a:lnTo>
                  <a:lnTo>
                    <a:pt x="132" y="54"/>
                  </a:lnTo>
                  <a:lnTo>
                    <a:pt x="153" y="34"/>
                  </a:lnTo>
                  <a:lnTo>
                    <a:pt x="173" y="13"/>
                  </a:lnTo>
                  <a:lnTo>
                    <a:pt x="180" y="4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8" y="0"/>
                  </a:lnTo>
                  <a:lnTo>
                    <a:pt x="191" y="0"/>
                  </a:lnTo>
                  <a:lnTo>
                    <a:pt x="198" y="3"/>
                  </a:lnTo>
                  <a:lnTo>
                    <a:pt x="205" y="10"/>
                  </a:lnTo>
                  <a:lnTo>
                    <a:pt x="214" y="17"/>
                  </a:lnTo>
                  <a:lnTo>
                    <a:pt x="228" y="31"/>
                  </a:lnTo>
                  <a:lnTo>
                    <a:pt x="234" y="38"/>
                  </a:lnTo>
                  <a:lnTo>
                    <a:pt x="234" y="38"/>
                  </a:lnTo>
                  <a:lnTo>
                    <a:pt x="176" y="85"/>
                  </a:lnTo>
                  <a:lnTo>
                    <a:pt x="132" y="119"/>
                  </a:lnTo>
                  <a:lnTo>
                    <a:pt x="113" y="132"/>
                  </a:lnTo>
                  <a:lnTo>
                    <a:pt x="101" y="139"/>
                  </a:lnTo>
                  <a:lnTo>
                    <a:pt x="75" y="136"/>
                  </a:lnTo>
                  <a:lnTo>
                    <a:pt x="59" y="146"/>
                  </a:lnTo>
                  <a:lnTo>
                    <a:pt x="59" y="146"/>
                  </a:lnTo>
                  <a:lnTo>
                    <a:pt x="51" y="148"/>
                  </a:lnTo>
                  <a:lnTo>
                    <a:pt x="34" y="149"/>
                  </a:lnTo>
                  <a:lnTo>
                    <a:pt x="24" y="149"/>
                  </a:lnTo>
                  <a:lnTo>
                    <a:pt x="16" y="149"/>
                  </a:lnTo>
                  <a:lnTo>
                    <a:pt x="8" y="146"/>
                  </a:lnTo>
                  <a:lnTo>
                    <a:pt x="6" y="145"/>
                  </a:lnTo>
                  <a:lnTo>
                    <a:pt x="3" y="143"/>
                  </a:lnTo>
                  <a:lnTo>
                    <a:pt x="3" y="143"/>
                  </a:lnTo>
                  <a:lnTo>
                    <a:pt x="1" y="136"/>
                  </a:lnTo>
                  <a:lnTo>
                    <a:pt x="0" y="126"/>
                  </a:lnTo>
                  <a:lnTo>
                    <a:pt x="3" y="101"/>
                  </a:lnTo>
                  <a:lnTo>
                    <a:pt x="6" y="78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23" y="64"/>
                  </a:lnTo>
                  <a:lnTo>
                    <a:pt x="37" y="61"/>
                  </a:lnTo>
                  <a:lnTo>
                    <a:pt x="50" y="6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Freeform: Shape 69">
              <a:extLst>
                <a:ext uri="{FF2B5EF4-FFF2-40B4-BE49-F238E27FC236}">
                  <a16:creationId xmlns:a16="http://schemas.microsoft.com/office/drawing/2014/main" id="{C08C9AA2-8964-4811-91C3-2FE11248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314" y="3132606"/>
              <a:ext cx="857250" cy="360363"/>
            </a:xfrm>
            <a:custGeom>
              <a:avLst/>
              <a:gdLst>
                <a:gd name="T0" fmla="*/ 102 w 540"/>
                <a:gd name="T1" fmla="*/ 150 h 227"/>
                <a:gd name="T2" fmla="*/ 164 w 540"/>
                <a:gd name="T3" fmla="*/ 98 h 227"/>
                <a:gd name="T4" fmla="*/ 226 w 540"/>
                <a:gd name="T5" fmla="*/ 54 h 227"/>
                <a:gd name="T6" fmla="*/ 273 w 540"/>
                <a:gd name="T7" fmla="*/ 27 h 227"/>
                <a:gd name="T8" fmla="*/ 321 w 540"/>
                <a:gd name="T9" fmla="*/ 8 h 227"/>
                <a:gd name="T10" fmla="*/ 355 w 540"/>
                <a:gd name="T11" fmla="*/ 0 h 227"/>
                <a:gd name="T12" fmla="*/ 377 w 540"/>
                <a:gd name="T13" fmla="*/ 0 h 227"/>
                <a:gd name="T14" fmla="*/ 387 w 540"/>
                <a:gd name="T15" fmla="*/ 1 h 227"/>
                <a:gd name="T16" fmla="*/ 423 w 540"/>
                <a:gd name="T17" fmla="*/ 13 h 227"/>
                <a:gd name="T18" fmla="*/ 453 w 540"/>
                <a:gd name="T19" fmla="*/ 33 h 227"/>
                <a:gd name="T20" fmla="*/ 479 w 540"/>
                <a:gd name="T21" fmla="*/ 57 h 227"/>
                <a:gd name="T22" fmla="*/ 499 w 540"/>
                <a:gd name="T23" fmla="*/ 85 h 227"/>
                <a:gd name="T24" fmla="*/ 514 w 540"/>
                <a:gd name="T25" fmla="*/ 116 h 227"/>
                <a:gd name="T26" fmla="*/ 534 w 540"/>
                <a:gd name="T27" fmla="*/ 179 h 227"/>
                <a:gd name="T28" fmla="*/ 540 w 540"/>
                <a:gd name="T29" fmla="*/ 204 h 227"/>
                <a:gd name="T30" fmla="*/ 518 w 540"/>
                <a:gd name="T31" fmla="*/ 217 h 227"/>
                <a:gd name="T32" fmla="*/ 499 w 540"/>
                <a:gd name="T33" fmla="*/ 225 h 227"/>
                <a:gd name="T34" fmla="*/ 480 w 540"/>
                <a:gd name="T35" fmla="*/ 227 h 227"/>
                <a:gd name="T36" fmla="*/ 476 w 540"/>
                <a:gd name="T37" fmla="*/ 200 h 227"/>
                <a:gd name="T38" fmla="*/ 460 w 540"/>
                <a:gd name="T39" fmla="*/ 139 h 227"/>
                <a:gd name="T40" fmla="*/ 448 w 540"/>
                <a:gd name="T41" fmla="*/ 106 h 227"/>
                <a:gd name="T42" fmla="*/ 431 w 540"/>
                <a:gd name="T43" fmla="*/ 79 h 227"/>
                <a:gd name="T44" fmla="*/ 409 w 540"/>
                <a:gd name="T45" fmla="*/ 61 h 227"/>
                <a:gd name="T46" fmla="*/ 397 w 540"/>
                <a:gd name="T47" fmla="*/ 57 h 227"/>
                <a:gd name="T48" fmla="*/ 384 w 540"/>
                <a:gd name="T49" fmla="*/ 55 h 227"/>
                <a:gd name="T50" fmla="*/ 368 w 540"/>
                <a:gd name="T51" fmla="*/ 58 h 227"/>
                <a:gd name="T52" fmla="*/ 331 w 540"/>
                <a:gd name="T53" fmla="*/ 71 h 227"/>
                <a:gd name="T54" fmla="*/ 268 w 540"/>
                <a:gd name="T55" fmla="*/ 103 h 227"/>
                <a:gd name="T56" fmla="*/ 185 w 540"/>
                <a:gd name="T57" fmla="*/ 156 h 227"/>
                <a:gd name="T58" fmla="*/ 113 w 540"/>
                <a:gd name="T59" fmla="*/ 204 h 227"/>
                <a:gd name="T60" fmla="*/ 109 w 540"/>
                <a:gd name="T61" fmla="*/ 205 h 227"/>
                <a:gd name="T62" fmla="*/ 73 w 540"/>
                <a:gd name="T63" fmla="*/ 204 h 227"/>
                <a:gd name="T64" fmla="*/ 28 w 540"/>
                <a:gd name="T65" fmla="*/ 196 h 227"/>
                <a:gd name="T66" fmla="*/ 7 w 540"/>
                <a:gd name="T67" fmla="*/ 187 h 227"/>
                <a:gd name="T68" fmla="*/ 0 w 540"/>
                <a:gd name="T69" fmla="*/ 180 h 227"/>
                <a:gd name="T70" fmla="*/ 2 w 540"/>
                <a:gd name="T71" fmla="*/ 174 h 227"/>
                <a:gd name="T72" fmla="*/ 17 w 540"/>
                <a:gd name="T73" fmla="*/ 166 h 227"/>
                <a:gd name="T74" fmla="*/ 63 w 540"/>
                <a:gd name="T75" fmla="*/ 15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40" h="227">
                  <a:moveTo>
                    <a:pt x="102" y="150"/>
                  </a:moveTo>
                  <a:lnTo>
                    <a:pt x="102" y="150"/>
                  </a:lnTo>
                  <a:lnTo>
                    <a:pt x="131" y="125"/>
                  </a:lnTo>
                  <a:lnTo>
                    <a:pt x="164" y="98"/>
                  </a:lnTo>
                  <a:lnTo>
                    <a:pt x="204" y="68"/>
                  </a:lnTo>
                  <a:lnTo>
                    <a:pt x="226" y="54"/>
                  </a:lnTo>
                  <a:lnTo>
                    <a:pt x="249" y="40"/>
                  </a:lnTo>
                  <a:lnTo>
                    <a:pt x="273" y="27"/>
                  </a:lnTo>
                  <a:lnTo>
                    <a:pt x="297" y="17"/>
                  </a:lnTo>
                  <a:lnTo>
                    <a:pt x="321" y="8"/>
                  </a:lnTo>
                  <a:lnTo>
                    <a:pt x="344" y="1"/>
                  </a:lnTo>
                  <a:lnTo>
                    <a:pt x="355" y="0"/>
                  </a:lnTo>
                  <a:lnTo>
                    <a:pt x="365" y="0"/>
                  </a:lnTo>
                  <a:lnTo>
                    <a:pt x="377" y="0"/>
                  </a:lnTo>
                  <a:lnTo>
                    <a:pt x="387" y="1"/>
                  </a:lnTo>
                  <a:lnTo>
                    <a:pt x="387" y="1"/>
                  </a:lnTo>
                  <a:lnTo>
                    <a:pt x="405" y="6"/>
                  </a:lnTo>
                  <a:lnTo>
                    <a:pt x="423" y="13"/>
                  </a:lnTo>
                  <a:lnTo>
                    <a:pt x="439" y="21"/>
                  </a:lnTo>
                  <a:lnTo>
                    <a:pt x="453" y="33"/>
                  </a:lnTo>
                  <a:lnTo>
                    <a:pt x="466" y="44"/>
                  </a:lnTo>
                  <a:lnTo>
                    <a:pt x="479" y="57"/>
                  </a:lnTo>
                  <a:lnTo>
                    <a:pt x="489" y="71"/>
                  </a:lnTo>
                  <a:lnTo>
                    <a:pt x="499" y="85"/>
                  </a:lnTo>
                  <a:lnTo>
                    <a:pt x="506" y="101"/>
                  </a:lnTo>
                  <a:lnTo>
                    <a:pt x="514" y="116"/>
                  </a:lnTo>
                  <a:lnTo>
                    <a:pt x="526" y="147"/>
                  </a:lnTo>
                  <a:lnTo>
                    <a:pt x="534" y="179"/>
                  </a:lnTo>
                  <a:lnTo>
                    <a:pt x="540" y="204"/>
                  </a:lnTo>
                  <a:lnTo>
                    <a:pt x="540" y="204"/>
                  </a:lnTo>
                  <a:lnTo>
                    <a:pt x="534" y="208"/>
                  </a:lnTo>
                  <a:lnTo>
                    <a:pt x="518" y="217"/>
                  </a:lnTo>
                  <a:lnTo>
                    <a:pt x="509" y="221"/>
                  </a:lnTo>
                  <a:lnTo>
                    <a:pt x="499" y="225"/>
                  </a:lnTo>
                  <a:lnTo>
                    <a:pt x="489" y="227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76" y="200"/>
                  </a:lnTo>
                  <a:lnTo>
                    <a:pt x="470" y="171"/>
                  </a:lnTo>
                  <a:lnTo>
                    <a:pt x="460" y="139"/>
                  </a:lnTo>
                  <a:lnTo>
                    <a:pt x="455" y="122"/>
                  </a:lnTo>
                  <a:lnTo>
                    <a:pt x="448" y="106"/>
                  </a:lnTo>
                  <a:lnTo>
                    <a:pt x="440" y="92"/>
                  </a:lnTo>
                  <a:lnTo>
                    <a:pt x="431" y="79"/>
                  </a:lnTo>
                  <a:lnTo>
                    <a:pt x="421" y="69"/>
                  </a:lnTo>
                  <a:lnTo>
                    <a:pt x="409" y="61"/>
                  </a:lnTo>
                  <a:lnTo>
                    <a:pt x="404" y="58"/>
                  </a:lnTo>
                  <a:lnTo>
                    <a:pt x="397" y="57"/>
                  </a:lnTo>
                  <a:lnTo>
                    <a:pt x="391" y="55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68" y="58"/>
                  </a:lnTo>
                  <a:lnTo>
                    <a:pt x="350" y="64"/>
                  </a:lnTo>
                  <a:lnTo>
                    <a:pt x="331" y="71"/>
                  </a:lnTo>
                  <a:lnTo>
                    <a:pt x="310" y="81"/>
                  </a:lnTo>
                  <a:lnTo>
                    <a:pt x="268" y="103"/>
                  </a:lnTo>
                  <a:lnTo>
                    <a:pt x="225" y="129"/>
                  </a:lnTo>
                  <a:lnTo>
                    <a:pt x="185" y="156"/>
                  </a:lnTo>
                  <a:lnTo>
                    <a:pt x="151" y="179"/>
                  </a:lnTo>
                  <a:lnTo>
                    <a:pt x="113" y="204"/>
                  </a:lnTo>
                  <a:lnTo>
                    <a:pt x="113" y="204"/>
                  </a:lnTo>
                  <a:lnTo>
                    <a:pt x="109" y="205"/>
                  </a:lnTo>
                  <a:lnTo>
                    <a:pt x="99" y="205"/>
                  </a:lnTo>
                  <a:lnTo>
                    <a:pt x="73" y="204"/>
                  </a:lnTo>
                  <a:lnTo>
                    <a:pt x="42" y="198"/>
                  </a:lnTo>
                  <a:lnTo>
                    <a:pt x="28" y="196"/>
                  </a:lnTo>
                  <a:lnTo>
                    <a:pt x="17" y="191"/>
                  </a:lnTo>
                  <a:lnTo>
                    <a:pt x="7" y="187"/>
                  </a:lnTo>
                  <a:lnTo>
                    <a:pt x="1" y="181"/>
                  </a:lnTo>
                  <a:lnTo>
                    <a:pt x="0" y="180"/>
                  </a:lnTo>
                  <a:lnTo>
                    <a:pt x="0" y="177"/>
                  </a:lnTo>
                  <a:lnTo>
                    <a:pt x="2" y="174"/>
                  </a:lnTo>
                  <a:lnTo>
                    <a:pt x="5" y="171"/>
                  </a:lnTo>
                  <a:lnTo>
                    <a:pt x="17" y="166"/>
                  </a:lnTo>
                  <a:lnTo>
                    <a:pt x="36" y="160"/>
                  </a:lnTo>
                  <a:lnTo>
                    <a:pt x="63" y="156"/>
                  </a:lnTo>
                  <a:lnTo>
                    <a:pt x="102" y="150"/>
                  </a:lnTo>
                  <a:close/>
                </a:path>
              </a:pathLst>
            </a:custGeom>
            <a:solidFill>
              <a:srgbClr val="47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Freeform: Shape 70">
              <a:extLst>
                <a:ext uri="{FF2B5EF4-FFF2-40B4-BE49-F238E27FC236}">
                  <a16:creationId xmlns:a16="http://schemas.microsoft.com/office/drawing/2014/main" id="{50FDBFC5-7EFD-418A-9028-FD989A53C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314" y="3132606"/>
              <a:ext cx="857250" cy="360363"/>
            </a:xfrm>
            <a:custGeom>
              <a:avLst/>
              <a:gdLst>
                <a:gd name="T0" fmla="*/ 102 w 540"/>
                <a:gd name="T1" fmla="*/ 150 h 227"/>
                <a:gd name="T2" fmla="*/ 164 w 540"/>
                <a:gd name="T3" fmla="*/ 98 h 227"/>
                <a:gd name="T4" fmla="*/ 226 w 540"/>
                <a:gd name="T5" fmla="*/ 54 h 227"/>
                <a:gd name="T6" fmla="*/ 273 w 540"/>
                <a:gd name="T7" fmla="*/ 27 h 227"/>
                <a:gd name="T8" fmla="*/ 321 w 540"/>
                <a:gd name="T9" fmla="*/ 8 h 227"/>
                <a:gd name="T10" fmla="*/ 355 w 540"/>
                <a:gd name="T11" fmla="*/ 0 h 227"/>
                <a:gd name="T12" fmla="*/ 377 w 540"/>
                <a:gd name="T13" fmla="*/ 0 h 227"/>
                <a:gd name="T14" fmla="*/ 387 w 540"/>
                <a:gd name="T15" fmla="*/ 1 h 227"/>
                <a:gd name="T16" fmla="*/ 423 w 540"/>
                <a:gd name="T17" fmla="*/ 13 h 227"/>
                <a:gd name="T18" fmla="*/ 453 w 540"/>
                <a:gd name="T19" fmla="*/ 33 h 227"/>
                <a:gd name="T20" fmla="*/ 479 w 540"/>
                <a:gd name="T21" fmla="*/ 57 h 227"/>
                <a:gd name="T22" fmla="*/ 499 w 540"/>
                <a:gd name="T23" fmla="*/ 85 h 227"/>
                <a:gd name="T24" fmla="*/ 514 w 540"/>
                <a:gd name="T25" fmla="*/ 116 h 227"/>
                <a:gd name="T26" fmla="*/ 534 w 540"/>
                <a:gd name="T27" fmla="*/ 179 h 227"/>
                <a:gd name="T28" fmla="*/ 540 w 540"/>
                <a:gd name="T29" fmla="*/ 204 h 227"/>
                <a:gd name="T30" fmla="*/ 518 w 540"/>
                <a:gd name="T31" fmla="*/ 217 h 227"/>
                <a:gd name="T32" fmla="*/ 499 w 540"/>
                <a:gd name="T33" fmla="*/ 225 h 227"/>
                <a:gd name="T34" fmla="*/ 480 w 540"/>
                <a:gd name="T35" fmla="*/ 227 h 227"/>
                <a:gd name="T36" fmla="*/ 476 w 540"/>
                <a:gd name="T37" fmla="*/ 200 h 227"/>
                <a:gd name="T38" fmla="*/ 460 w 540"/>
                <a:gd name="T39" fmla="*/ 139 h 227"/>
                <a:gd name="T40" fmla="*/ 448 w 540"/>
                <a:gd name="T41" fmla="*/ 106 h 227"/>
                <a:gd name="T42" fmla="*/ 431 w 540"/>
                <a:gd name="T43" fmla="*/ 79 h 227"/>
                <a:gd name="T44" fmla="*/ 409 w 540"/>
                <a:gd name="T45" fmla="*/ 61 h 227"/>
                <a:gd name="T46" fmla="*/ 397 w 540"/>
                <a:gd name="T47" fmla="*/ 57 h 227"/>
                <a:gd name="T48" fmla="*/ 384 w 540"/>
                <a:gd name="T49" fmla="*/ 55 h 227"/>
                <a:gd name="T50" fmla="*/ 368 w 540"/>
                <a:gd name="T51" fmla="*/ 58 h 227"/>
                <a:gd name="T52" fmla="*/ 331 w 540"/>
                <a:gd name="T53" fmla="*/ 71 h 227"/>
                <a:gd name="T54" fmla="*/ 268 w 540"/>
                <a:gd name="T55" fmla="*/ 103 h 227"/>
                <a:gd name="T56" fmla="*/ 185 w 540"/>
                <a:gd name="T57" fmla="*/ 156 h 227"/>
                <a:gd name="T58" fmla="*/ 113 w 540"/>
                <a:gd name="T59" fmla="*/ 204 h 227"/>
                <a:gd name="T60" fmla="*/ 109 w 540"/>
                <a:gd name="T61" fmla="*/ 205 h 227"/>
                <a:gd name="T62" fmla="*/ 73 w 540"/>
                <a:gd name="T63" fmla="*/ 204 h 227"/>
                <a:gd name="T64" fmla="*/ 28 w 540"/>
                <a:gd name="T65" fmla="*/ 196 h 227"/>
                <a:gd name="T66" fmla="*/ 7 w 540"/>
                <a:gd name="T67" fmla="*/ 187 h 227"/>
                <a:gd name="T68" fmla="*/ 0 w 540"/>
                <a:gd name="T69" fmla="*/ 180 h 227"/>
                <a:gd name="T70" fmla="*/ 2 w 540"/>
                <a:gd name="T71" fmla="*/ 174 h 227"/>
                <a:gd name="T72" fmla="*/ 17 w 540"/>
                <a:gd name="T73" fmla="*/ 166 h 227"/>
                <a:gd name="T74" fmla="*/ 63 w 540"/>
                <a:gd name="T75" fmla="*/ 15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40" h="227">
                  <a:moveTo>
                    <a:pt x="102" y="150"/>
                  </a:moveTo>
                  <a:lnTo>
                    <a:pt x="102" y="150"/>
                  </a:lnTo>
                  <a:lnTo>
                    <a:pt x="131" y="125"/>
                  </a:lnTo>
                  <a:lnTo>
                    <a:pt x="164" y="98"/>
                  </a:lnTo>
                  <a:lnTo>
                    <a:pt x="204" y="68"/>
                  </a:lnTo>
                  <a:lnTo>
                    <a:pt x="226" y="54"/>
                  </a:lnTo>
                  <a:lnTo>
                    <a:pt x="249" y="40"/>
                  </a:lnTo>
                  <a:lnTo>
                    <a:pt x="273" y="27"/>
                  </a:lnTo>
                  <a:lnTo>
                    <a:pt x="297" y="17"/>
                  </a:lnTo>
                  <a:lnTo>
                    <a:pt x="321" y="8"/>
                  </a:lnTo>
                  <a:lnTo>
                    <a:pt x="344" y="1"/>
                  </a:lnTo>
                  <a:lnTo>
                    <a:pt x="355" y="0"/>
                  </a:lnTo>
                  <a:lnTo>
                    <a:pt x="365" y="0"/>
                  </a:lnTo>
                  <a:lnTo>
                    <a:pt x="377" y="0"/>
                  </a:lnTo>
                  <a:lnTo>
                    <a:pt x="387" y="1"/>
                  </a:lnTo>
                  <a:lnTo>
                    <a:pt x="387" y="1"/>
                  </a:lnTo>
                  <a:lnTo>
                    <a:pt x="405" y="6"/>
                  </a:lnTo>
                  <a:lnTo>
                    <a:pt x="423" y="13"/>
                  </a:lnTo>
                  <a:lnTo>
                    <a:pt x="439" y="21"/>
                  </a:lnTo>
                  <a:lnTo>
                    <a:pt x="453" y="33"/>
                  </a:lnTo>
                  <a:lnTo>
                    <a:pt x="466" y="44"/>
                  </a:lnTo>
                  <a:lnTo>
                    <a:pt x="479" y="57"/>
                  </a:lnTo>
                  <a:lnTo>
                    <a:pt x="489" y="71"/>
                  </a:lnTo>
                  <a:lnTo>
                    <a:pt x="499" y="85"/>
                  </a:lnTo>
                  <a:lnTo>
                    <a:pt x="506" y="101"/>
                  </a:lnTo>
                  <a:lnTo>
                    <a:pt x="514" y="116"/>
                  </a:lnTo>
                  <a:lnTo>
                    <a:pt x="526" y="147"/>
                  </a:lnTo>
                  <a:lnTo>
                    <a:pt x="534" y="179"/>
                  </a:lnTo>
                  <a:lnTo>
                    <a:pt x="540" y="204"/>
                  </a:lnTo>
                  <a:lnTo>
                    <a:pt x="540" y="204"/>
                  </a:lnTo>
                  <a:lnTo>
                    <a:pt x="534" y="208"/>
                  </a:lnTo>
                  <a:lnTo>
                    <a:pt x="518" y="217"/>
                  </a:lnTo>
                  <a:lnTo>
                    <a:pt x="509" y="221"/>
                  </a:lnTo>
                  <a:lnTo>
                    <a:pt x="499" y="225"/>
                  </a:lnTo>
                  <a:lnTo>
                    <a:pt x="489" y="227"/>
                  </a:lnTo>
                  <a:lnTo>
                    <a:pt x="480" y="227"/>
                  </a:lnTo>
                  <a:lnTo>
                    <a:pt x="480" y="227"/>
                  </a:lnTo>
                  <a:lnTo>
                    <a:pt x="476" y="200"/>
                  </a:lnTo>
                  <a:lnTo>
                    <a:pt x="470" y="171"/>
                  </a:lnTo>
                  <a:lnTo>
                    <a:pt x="460" y="139"/>
                  </a:lnTo>
                  <a:lnTo>
                    <a:pt x="455" y="122"/>
                  </a:lnTo>
                  <a:lnTo>
                    <a:pt x="448" y="106"/>
                  </a:lnTo>
                  <a:lnTo>
                    <a:pt x="440" y="92"/>
                  </a:lnTo>
                  <a:lnTo>
                    <a:pt x="431" y="79"/>
                  </a:lnTo>
                  <a:lnTo>
                    <a:pt x="421" y="69"/>
                  </a:lnTo>
                  <a:lnTo>
                    <a:pt x="409" y="61"/>
                  </a:lnTo>
                  <a:lnTo>
                    <a:pt x="404" y="58"/>
                  </a:lnTo>
                  <a:lnTo>
                    <a:pt x="397" y="57"/>
                  </a:lnTo>
                  <a:lnTo>
                    <a:pt x="391" y="55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68" y="58"/>
                  </a:lnTo>
                  <a:lnTo>
                    <a:pt x="350" y="64"/>
                  </a:lnTo>
                  <a:lnTo>
                    <a:pt x="331" y="71"/>
                  </a:lnTo>
                  <a:lnTo>
                    <a:pt x="310" y="81"/>
                  </a:lnTo>
                  <a:lnTo>
                    <a:pt x="268" y="103"/>
                  </a:lnTo>
                  <a:lnTo>
                    <a:pt x="225" y="129"/>
                  </a:lnTo>
                  <a:lnTo>
                    <a:pt x="185" y="156"/>
                  </a:lnTo>
                  <a:lnTo>
                    <a:pt x="151" y="179"/>
                  </a:lnTo>
                  <a:lnTo>
                    <a:pt x="113" y="204"/>
                  </a:lnTo>
                  <a:lnTo>
                    <a:pt x="113" y="204"/>
                  </a:lnTo>
                  <a:lnTo>
                    <a:pt x="109" y="205"/>
                  </a:lnTo>
                  <a:lnTo>
                    <a:pt x="99" y="205"/>
                  </a:lnTo>
                  <a:lnTo>
                    <a:pt x="73" y="204"/>
                  </a:lnTo>
                  <a:lnTo>
                    <a:pt x="42" y="198"/>
                  </a:lnTo>
                  <a:lnTo>
                    <a:pt x="28" y="196"/>
                  </a:lnTo>
                  <a:lnTo>
                    <a:pt x="17" y="191"/>
                  </a:lnTo>
                  <a:lnTo>
                    <a:pt x="7" y="187"/>
                  </a:lnTo>
                  <a:lnTo>
                    <a:pt x="1" y="181"/>
                  </a:lnTo>
                  <a:lnTo>
                    <a:pt x="0" y="180"/>
                  </a:lnTo>
                  <a:lnTo>
                    <a:pt x="0" y="177"/>
                  </a:lnTo>
                  <a:lnTo>
                    <a:pt x="2" y="174"/>
                  </a:lnTo>
                  <a:lnTo>
                    <a:pt x="5" y="171"/>
                  </a:lnTo>
                  <a:lnTo>
                    <a:pt x="17" y="166"/>
                  </a:lnTo>
                  <a:lnTo>
                    <a:pt x="36" y="160"/>
                  </a:lnTo>
                  <a:lnTo>
                    <a:pt x="63" y="156"/>
                  </a:lnTo>
                  <a:lnTo>
                    <a:pt x="102" y="1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Freeform: Shape 71">
              <a:extLst>
                <a:ext uri="{FF2B5EF4-FFF2-40B4-BE49-F238E27FC236}">
                  <a16:creationId xmlns:a16="http://schemas.microsoft.com/office/drawing/2014/main" id="{76AAAD6E-1862-47CF-980D-923EA55E4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426" y="3553294"/>
              <a:ext cx="309563" cy="439738"/>
            </a:xfrm>
            <a:custGeom>
              <a:avLst/>
              <a:gdLst>
                <a:gd name="T0" fmla="*/ 52 w 195"/>
                <a:gd name="T1" fmla="*/ 165 h 277"/>
                <a:gd name="T2" fmla="*/ 75 w 195"/>
                <a:gd name="T3" fmla="*/ 156 h 277"/>
                <a:gd name="T4" fmla="*/ 93 w 195"/>
                <a:gd name="T5" fmla="*/ 146 h 277"/>
                <a:gd name="T6" fmla="*/ 107 w 195"/>
                <a:gd name="T7" fmla="*/ 132 h 277"/>
                <a:gd name="T8" fmla="*/ 112 w 195"/>
                <a:gd name="T9" fmla="*/ 123 h 277"/>
                <a:gd name="T10" fmla="*/ 119 w 195"/>
                <a:gd name="T11" fmla="*/ 95 h 277"/>
                <a:gd name="T12" fmla="*/ 122 w 195"/>
                <a:gd name="T13" fmla="*/ 61 h 277"/>
                <a:gd name="T14" fmla="*/ 119 w 195"/>
                <a:gd name="T15" fmla="*/ 31 h 277"/>
                <a:gd name="T16" fmla="*/ 114 w 195"/>
                <a:gd name="T17" fmla="*/ 20 h 277"/>
                <a:gd name="T18" fmla="*/ 134 w 195"/>
                <a:gd name="T19" fmla="*/ 10 h 277"/>
                <a:gd name="T20" fmla="*/ 160 w 195"/>
                <a:gd name="T21" fmla="*/ 1 h 277"/>
                <a:gd name="T22" fmla="*/ 180 w 195"/>
                <a:gd name="T23" fmla="*/ 0 h 277"/>
                <a:gd name="T24" fmla="*/ 190 w 195"/>
                <a:gd name="T25" fmla="*/ 4 h 277"/>
                <a:gd name="T26" fmla="*/ 194 w 195"/>
                <a:gd name="T27" fmla="*/ 7 h 277"/>
                <a:gd name="T28" fmla="*/ 195 w 195"/>
                <a:gd name="T29" fmla="*/ 60 h 277"/>
                <a:gd name="T30" fmla="*/ 188 w 195"/>
                <a:gd name="T31" fmla="*/ 125 h 277"/>
                <a:gd name="T32" fmla="*/ 181 w 195"/>
                <a:gd name="T33" fmla="*/ 157 h 277"/>
                <a:gd name="T34" fmla="*/ 168 w 195"/>
                <a:gd name="T35" fmla="*/ 186 h 277"/>
                <a:gd name="T36" fmla="*/ 151 w 195"/>
                <a:gd name="T37" fmla="*/ 207 h 277"/>
                <a:gd name="T38" fmla="*/ 129 w 195"/>
                <a:gd name="T39" fmla="*/ 206 h 277"/>
                <a:gd name="T40" fmla="*/ 133 w 195"/>
                <a:gd name="T41" fmla="*/ 223 h 277"/>
                <a:gd name="T42" fmla="*/ 133 w 195"/>
                <a:gd name="T43" fmla="*/ 235 h 277"/>
                <a:gd name="T44" fmla="*/ 126 w 195"/>
                <a:gd name="T45" fmla="*/ 245 h 277"/>
                <a:gd name="T46" fmla="*/ 107 w 195"/>
                <a:gd name="T47" fmla="*/ 255 h 277"/>
                <a:gd name="T48" fmla="*/ 58 w 195"/>
                <a:gd name="T49" fmla="*/ 274 h 277"/>
                <a:gd name="T50" fmla="*/ 45 w 195"/>
                <a:gd name="T51" fmla="*/ 277 h 277"/>
                <a:gd name="T52" fmla="*/ 11 w 195"/>
                <a:gd name="T53" fmla="*/ 223 h 277"/>
                <a:gd name="T54" fmla="*/ 0 w 195"/>
                <a:gd name="T55" fmla="*/ 203 h 277"/>
                <a:gd name="T56" fmla="*/ 0 w 195"/>
                <a:gd name="T57" fmla="*/ 196 h 277"/>
                <a:gd name="T58" fmla="*/ 4 w 195"/>
                <a:gd name="T59" fmla="*/ 190 h 277"/>
                <a:gd name="T60" fmla="*/ 22 w 195"/>
                <a:gd name="T61" fmla="*/ 177 h 277"/>
                <a:gd name="T62" fmla="*/ 52 w 195"/>
                <a:gd name="T63" fmla="*/ 165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5" h="277">
                  <a:moveTo>
                    <a:pt x="52" y="165"/>
                  </a:moveTo>
                  <a:lnTo>
                    <a:pt x="52" y="165"/>
                  </a:lnTo>
                  <a:lnTo>
                    <a:pt x="59" y="163"/>
                  </a:lnTo>
                  <a:lnTo>
                    <a:pt x="75" y="156"/>
                  </a:lnTo>
                  <a:lnTo>
                    <a:pt x="85" y="152"/>
                  </a:lnTo>
                  <a:lnTo>
                    <a:pt x="93" y="146"/>
                  </a:lnTo>
                  <a:lnTo>
                    <a:pt x="102" y="139"/>
                  </a:lnTo>
                  <a:lnTo>
                    <a:pt x="107" y="132"/>
                  </a:lnTo>
                  <a:lnTo>
                    <a:pt x="107" y="132"/>
                  </a:lnTo>
                  <a:lnTo>
                    <a:pt x="112" y="123"/>
                  </a:lnTo>
                  <a:lnTo>
                    <a:pt x="116" y="109"/>
                  </a:lnTo>
                  <a:lnTo>
                    <a:pt x="119" y="95"/>
                  </a:lnTo>
                  <a:lnTo>
                    <a:pt x="120" y="78"/>
                  </a:lnTo>
                  <a:lnTo>
                    <a:pt x="122" y="61"/>
                  </a:lnTo>
                  <a:lnTo>
                    <a:pt x="120" y="45"/>
                  </a:lnTo>
                  <a:lnTo>
                    <a:pt x="119" y="31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24" y="16"/>
                  </a:lnTo>
                  <a:lnTo>
                    <a:pt x="134" y="10"/>
                  </a:lnTo>
                  <a:lnTo>
                    <a:pt x="147" y="6"/>
                  </a:lnTo>
                  <a:lnTo>
                    <a:pt x="160" y="1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5" y="1"/>
                  </a:lnTo>
                  <a:lnTo>
                    <a:pt x="190" y="4"/>
                  </a:lnTo>
                  <a:lnTo>
                    <a:pt x="194" y="7"/>
                  </a:lnTo>
                  <a:lnTo>
                    <a:pt x="194" y="7"/>
                  </a:lnTo>
                  <a:lnTo>
                    <a:pt x="195" y="33"/>
                  </a:lnTo>
                  <a:lnTo>
                    <a:pt x="195" y="60"/>
                  </a:lnTo>
                  <a:lnTo>
                    <a:pt x="192" y="91"/>
                  </a:lnTo>
                  <a:lnTo>
                    <a:pt x="188" y="125"/>
                  </a:lnTo>
                  <a:lnTo>
                    <a:pt x="185" y="142"/>
                  </a:lnTo>
                  <a:lnTo>
                    <a:pt x="181" y="157"/>
                  </a:lnTo>
                  <a:lnTo>
                    <a:pt x="175" y="173"/>
                  </a:lnTo>
                  <a:lnTo>
                    <a:pt x="168" y="186"/>
                  </a:lnTo>
                  <a:lnTo>
                    <a:pt x="161" y="197"/>
                  </a:lnTo>
                  <a:lnTo>
                    <a:pt x="151" y="207"/>
                  </a:lnTo>
                  <a:lnTo>
                    <a:pt x="129" y="206"/>
                  </a:lnTo>
                  <a:lnTo>
                    <a:pt x="129" y="206"/>
                  </a:lnTo>
                  <a:lnTo>
                    <a:pt x="130" y="210"/>
                  </a:lnTo>
                  <a:lnTo>
                    <a:pt x="133" y="223"/>
                  </a:lnTo>
                  <a:lnTo>
                    <a:pt x="134" y="228"/>
                  </a:lnTo>
                  <a:lnTo>
                    <a:pt x="133" y="235"/>
                  </a:lnTo>
                  <a:lnTo>
                    <a:pt x="130" y="241"/>
                  </a:lnTo>
                  <a:lnTo>
                    <a:pt x="126" y="245"/>
                  </a:lnTo>
                  <a:lnTo>
                    <a:pt x="126" y="245"/>
                  </a:lnTo>
                  <a:lnTo>
                    <a:pt x="107" y="255"/>
                  </a:lnTo>
                  <a:lnTo>
                    <a:pt x="82" y="265"/>
                  </a:lnTo>
                  <a:lnTo>
                    <a:pt x="58" y="274"/>
                  </a:lnTo>
                  <a:lnTo>
                    <a:pt x="45" y="277"/>
                  </a:lnTo>
                  <a:lnTo>
                    <a:pt x="45" y="277"/>
                  </a:lnTo>
                  <a:lnTo>
                    <a:pt x="25" y="247"/>
                  </a:lnTo>
                  <a:lnTo>
                    <a:pt x="11" y="223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0" y="200"/>
                  </a:lnTo>
                  <a:lnTo>
                    <a:pt x="0" y="196"/>
                  </a:lnTo>
                  <a:lnTo>
                    <a:pt x="1" y="193"/>
                  </a:lnTo>
                  <a:lnTo>
                    <a:pt x="4" y="190"/>
                  </a:lnTo>
                  <a:lnTo>
                    <a:pt x="12" y="183"/>
                  </a:lnTo>
                  <a:lnTo>
                    <a:pt x="22" y="177"/>
                  </a:lnTo>
                  <a:lnTo>
                    <a:pt x="42" y="169"/>
                  </a:lnTo>
                  <a:lnTo>
                    <a:pt x="52" y="165"/>
                  </a:lnTo>
                  <a:close/>
                </a:path>
              </a:pathLst>
            </a:custGeom>
            <a:solidFill>
              <a:srgbClr val="291E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Freeform: Shape 72">
              <a:extLst>
                <a:ext uri="{FF2B5EF4-FFF2-40B4-BE49-F238E27FC236}">
                  <a16:creationId xmlns:a16="http://schemas.microsoft.com/office/drawing/2014/main" id="{E0598263-7D9D-42C8-B82A-1684D81D8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426" y="3553294"/>
              <a:ext cx="309563" cy="439738"/>
            </a:xfrm>
            <a:custGeom>
              <a:avLst/>
              <a:gdLst>
                <a:gd name="T0" fmla="*/ 52 w 195"/>
                <a:gd name="T1" fmla="*/ 165 h 277"/>
                <a:gd name="T2" fmla="*/ 75 w 195"/>
                <a:gd name="T3" fmla="*/ 156 h 277"/>
                <a:gd name="T4" fmla="*/ 93 w 195"/>
                <a:gd name="T5" fmla="*/ 146 h 277"/>
                <a:gd name="T6" fmla="*/ 107 w 195"/>
                <a:gd name="T7" fmla="*/ 132 h 277"/>
                <a:gd name="T8" fmla="*/ 112 w 195"/>
                <a:gd name="T9" fmla="*/ 123 h 277"/>
                <a:gd name="T10" fmla="*/ 119 w 195"/>
                <a:gd name="T11" fmla="*/ 95 h 277"/>
                <a:gd name="T12" fmla="*/ 122 w 195"/>
                <a:gd name="T13" fmla="*/ 61 h 277"/>
                <a:gd name="T14" fmla="*/ 119 w 195"/>
                <a:gd name="T15" fmla="*/ 31 h 277"/>
                <a:gd name="T16" fmla="*/ 114 w 195"/>
                <a:gd name="T17" fmla="*/ 20 h 277"/>
                <a:gd name="T18" fmla="*/ 134 w 195"/>
                <a:gd name="T19" fmla="*/ 10 h 277"/>
                <a:gd name="T20" fmla="*/ 160 w 195"/>
                <a:gd name="T21" fmla="*/ 1 h 277"/>
                <a:gd name="T22" fmla="*/ 180 w 195"/>
                <a:gd name="T23" fmla="*/ 0 h 277"/>
                <a:gd name="T24" fmla="*/ 190 w 195"/>
                <a:gd name="T25" fmla="*/ 4 h 277"/>
                <a:gd name="T26" fmla="*/ 194 w 195"/>
                <a:gd name="T27" fmla="*/ 7 h 277"/>
                <a:gd name="T28" fmla="*/ 195 w 195"/>
                <a:gd name="T29" fmla="*/ 60 h 277"/>
                <a:gd name="T30" fmla="*/ 188 w 195"/>
                <a:gd name="T31" fmla="*/ 125 h 277"/>
                <a:gd name="T32" fmla="*/ 181 w 195"/>
                <a:gd name="T33" fmla="*/ 157 h 277"/>
                <a:gd name="T34" fmla="*/ 168 w 195"/>
                <a:gd name="T35" fmla="*/ 186 h 277"/>
                <a:gd name="T36" fmla="*/ 151 w 195"/>
                <a:gd name="T37" fmla="*/ 207 h 277"/>
                <a:gd name="T38" fmla="*/ 129 w 195"/>
                <a:gd name="T39" fmla="*/ 206 h 277"/>
                <a:gd name="T40" fmla="*/ 133 w 195"/>
                <a:gd name="T41" fmla="*/ 223 h 277"/>
                <a:gd name="T42" fmla="*/ 133 w 195"/>
                <a:gd name="T43" fmla="*/ 235 h 277"/>
                <a:gd name="T44" fmla="*/ 126 w 195"/>
                <a:gd name="T45" fmla="*/ 245 h 277"/>
                <a:gd name="T46" fmla="*/ 107 w 195"/>
                <a:gd name="T47" fmla="*/ 255 h 277"/>
                <a:gd name="T48" fmla="*/ 58 w 195"/>
                <a:gd name="T49" fmla="*/ 274 h 277"/>
                <a:gd name="T50" fmla="*/ 45 w 195"/>
                <a:gd name="T51" fmla="*/ 277 h 277"/>
                <a:gd name="T52" fmla="*/ 11 w 195"/>
                <a:gd name="T53" fmla="*/ 223 h 277"/>
                <a:gd name="T54" fmla="*/ 0 w 195"/>
                <a:gd name="T55" fmla="*/ 203 h 277"/>
                <a:gd name="T56" fmla="*/ 0 w 195"/>
                <a:gd name="T57" fmla="*/ 196 h 277"/>
                <a:gd name="T58" fmla="*/ 4 w 195"/>
                <a:gd name="T59" fmla="*/ 190 h 277"/>
                <a:gd name="T60" fmla="*/ 22 w 195"/>
                <a:gd name="T61" fmla="*/ 177 h 277"/>
                <a:gd name="T62" fmla="*/ 52 w 195"/>
                <a:gd name="T63" fmla="*/ 165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5" h="277">
                  <a:moveTo>
                    <a:pt x="52" y="165"/>
                  </a:moveTo>
                  <a:lnTo>
                    <a:pt x="52" y="165"/>
                  </a:lnTo>
                  <a:lnTo>
                    <a:pt x="59" y="163"/>
                  </a:lnTo>
                  <a:lnTo>
                    <a:pt x="75" y="156"/>
                  </a:lnTo>
                  <a:lnTo>
                    <a:pt x="85" y="152"/>
                  </a:lnTo>
                  <a:lnTo>
                    <a:pt x="93" y="146"/>
                  </a:lnTo>
                  <a:lnTo>
                    <a:pt x="102" y="139"/>
                  </a:lnTo>
                  <a:lnTo>
                    <a:pt x="107" y="132"/>
                  </a:lnTo>
                  <a:lnTo>
                    <a:pt x="107" y="132"/>
                  </a:lnTo>
                  <a:lnTo>
                    <a:pt x="112" y="123"/>
                  </a:lnTo>
                  <a:lnTo>
                    <a:pt x="116" y="109"/>
                  </a:lnTo>
                  <a:lnTo>
                    <a:pt x="119" y="95"/>
                  </a:lnTo>
                  <a:lnTo>
                    <a:pt x="120" y="78"/>
                  </a:lnTo>
                  <a:lnTo>
                    <a:pt x="122" y="61"/>
                  </a:lnTo>
                  <a:lnTo>
                    <a:pt x="120" y="45"/>
                  </a:lnTo>
                  <a:lnTo>
                    <a:pt x="119" y="31"/>
                  </a:lnTo>
                  <a:lnTo>
                    <a:pt x="114" y="20"/>
                  </a:lnTo>
                  <a:lnTo>
                    <a:pt x="114" y="20"/>
                  </a:lnTo>
                  <a:lnTo>
                    <a:pt x="124" y="16"/>
                  </a:lnTo>
                  <a:lnTo>
                    <a:pt x="134" y="10"/>
                  </a:lnTo>
                  <a:lnTo>
                    <a:pt x="147" y="6"/>
                  </a:lnTo>
                  <a:lnTo>
                    <a:pt x="160" y="1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5" y="1"/>
                  </a:lnTo>
                  <a:lnTo>
                    <a:pt x="190" y="4"/>
                  </a:lnTo>
                  <a:lnTo>
                    <a:pt x="194" y="7"/>
                  </a:lnTo>
                  <a:lnTo>
                    <a:pt x="194" y="7"/>
                  </a:lnTo>
                  <a:lnTo>
                    <a:pt x="195" y="33"/>
                  </a:lnTo>
                  <a:lnTo>
                    <a:pt x="195" y="60"/>
                  </a:lnTo>
                  <a:lnTo>
                    <a:pt x="192" y="91"/>
                  </a:lnTo>
                  <a:lnTo>
                    <a:pt x="188" y="125"/>
                  </a:lnTo>
                  <a:lnTo>
                    <a:pt x="185" y="142"/>
                  </a:lnTo>
                  <a:lnTo>
                    <a:pt x="181" y="157"/>
                  </a:lnTo>
                  <a:lnTo>
                    <a:pt x="175" y="173"/>
                  </a:lnTo>
                  <a:lnTo>
                    <a:pt x="168" y="186"/>
                  </a:lnTo>
                  <a:lnTo>
                    <a:pt x="161" y="197"/>
                  </a:lnTo>
                  <a:lnTo>
                    <a:pt x="151" y="207"/>
                  </a:lnTo>
                  <a:lnTo>
                    <a:pt x="129" y="206"/>
                  </a:lnTo>
                  <a:lnTo>
                    <a:pt x="129" y="206"/>
                  </a:lnTo>
                  <a:lnTo>
                    <a:pt x="130" y="210"/>
                  </a:lnTo>
                  <a:lnTo>
                    <a:pt x="133" y="223"/>
                  </a:lnTo>
                  <a:lnTo>
                    <a:pt x="134" y="228"/>
                  </a:lnTo>
                  <a:lnTo>
                    <a:pt x="133" y="235"/>
                  </a:lnTo>
                  <a:lnTo>
                    <a:pt x="130" y="241"/>
                  </a:lnTo>
                  <a:lnTo>
                    <a:pt x="126" y="245"/>
                  </a:lnTo>
                  <a:lnTo>
                    <a:pt x="126" y="245"/>
                  </a:lnTo>
                  <a:lnTo>
                    <a:pt x="107" y="255"/>
                  </a:lnTo>
                  <a:lnTo>
                    <a:pt x="82" y="265"/>
                  </a:lnTo>
                  <a:lnTo>
                    <a:pt x="58" y="274"/>
                  </a:lnTo>
                  <a:lnTo>
                    <a:pt x="45" y="277"/>
                  </a:lnTo>
                  <a:lnTo>
                    <a:pt x="45" y="277"/>
                  </a:lnTo>
                  <a:lnTo>
                    <a:pt x="25" y="247"/>
                  </a:lnTo>
                  <a:lnTo>
                    <a:pt x="11" y="223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0" y="200"/>
                  </a:lnTo>
                  <a:lnTo>
                    <a:pt x="0" y="196"/>
                  </a:lnTo>
                  <a:lnTo>
                    <a:pt x="1" y="193"/>
                  </a:lnTo>
                  <a:lnTo>
                    <a:pt x="4" y="190"/>
                  </a:lnTo>
                  <a:lnTo>
                    <a:pt x="12" y="183"/>
                  </a:lnTo>
                  <a:lnTo>
                    <a:pt x="22" y="177"/>
                  </a:lnTo>
                  <a:lnTo>
                    <a:pt x="42" y="169"/>
                  </a:lnTo>
                  <a:lnTo>
                    <a:pt x="52" y="1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Freeform: Shape 73">
              <a:extLst>
                <a:ext uri="{FF2B5EF4-FFF2-40B4-BE49-F238E27FC236}">
                  <a16:creationId xmlns:a16="http://schemas.microsoft.com/office/drawing/2014/main" id="{54F9EB34-6A14-4FE4-99B9-E3291FB0C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901" y="3402481"/>
              <a:ext cx="1235075" cy="493713"/>
            </a:xfrm>
            <a:custGeom>
              <a:avLst/>
              <a:gdLst>
                <a:gd name="T0" fmla="*/ 208 w 778"/>
                <a:gd name="T1" fmla="*/ 14 h 311"/>
                <a:gd name="T2" fmla="*/ 248 w 778"/>
                <a:gd name="T3" fmla="*/ 11 h 311"/>
                <a:gd name="T4" fmla="*/ 310 w 778"/>
                <a:gd name="T5" fmla="*/ 13 h 311"/>
                <a:gd name="T6" fmla="*/ 391 w 778"/>
                <a:gd name="T7" fmla="*/ 21 h 311"/>
                <a:gd name="T8" fmla="*/ 485 w 778"/>
                <a:gd name="T9" fmla="*/ 41 h 311"/>
                <a:gd name="T10" fmla="*/ 531 w 778"/>
                <a:gd name="T11" fmla="*/ 57 h 311"/>
                <a:gd name="T12" fmla="*/ 580 w 778"/>
                <a:gd name="T13" fmla="*/ 77 h 311"/>
                <a:gd name="T14" fmla="*/ 626 w 778"/>
                <a:gd name="T15" fmla="*/ 101 h 311"/>
                <a:gd name="T16" fmla="*/ 670 w 778"/>
                <a:gd name="T17" fmla="*/ 130 h 311"/>
                <a:gd name="T18" fmla="*/ 710 w 778"/>
                <a:gd name="T19" fmla="*/ 167 h 311"/>
                <a:gd name="T20" fmla="*/ 747 w 778"/>
                <a:gd name="T21" fmla="*/ 210 h 311"/>
                <a:gd name="T22" fmla="*/ 778 w 778"/>
                <a:gd name="T23" fmla="*/ 260 h 311"/>
                <a:gd name="T24" fmla="*/ 758 w 778"/>
                <a:gd name="T25" fmla="*/ 279 h 311"/>
                <a:gd name="T26" fmla="*/ 731 w 778"/>
                <a:gd name="T27" fmla="*/ 311 h 311"/>
                <a:gd name="T28" fmla="*/ 726 w 778"/>
                <a:gd name="T29" fmla="*/ 299 h 311"/>
                <a:gd name="T30" fmla="*/ 709 w 778"/>
                <a:gd name="T31" fmla="*/ 268 h 311"/>
                <a:gd name="T32" fmla="*/ 677 w 778"/>
                <a:gd name="T33" fmla="*/ 224 h 311"/>
                <a:gd name="T34" fmla="*/ 642 w 778"/>
                <a:gd name="T35" fmla="*/ 189 h 311"/>
                <a:gd name="T36" fmla="*/ 612 w 778"/>
                <a:gd name="T37" fmla="*/ 165 h 311"/>
                <a:gd name="T38" fmla="*/ 577 w 778"/>
                <a:gd name="T39" fmla="*/ 142 h 311"/>
                <a:gd name="T40" fmla="*/ 536 w 778"/>
                <a:gd name="T41" fmla="*/ 121 h 311"/>
                <a:gd name="T42" fmla="*/ 488 w 778"/>
                <a:gd name="T43" fmla="*/ 104 h 311"/>
                <a:gd name="T44" fmla="*/ 434 w 778"/>
                <a:gd name="T45" fmla="*/ 89 h 311"/>
                <a:gd name="T46" fmla="*/ 373 w 778"/>
                <a:gd name="T47" fmla="*/ 79 h 311"/>
                <a:gd name="T48" fmla="*/ 305 w 778"/>
                <a:gd name="T49" fmla="*/ 77 h 311"/>
                <a:gd name="T50" fmla="*/ 228 w 778"/>
                <a:gd name="T51" fmla="*/ 79 h 311"/>
                <a:gd name="T52" fmla="*/ 187 w 778"/>
                <a:gd name="T53" fmla="*/ 82 h 311"/>
                <a:gd name="T54" fmla="*/ 177 w 778"/>
                <a:gd name="T55" fmla="*/ 85 h 311"/>
                <a:gd name="T56" fmla="*/ 133 w 778"/>
                <a:gd name="T57" fmla="*/ 99 h 311"/>
                <a:gd name="T58" fmla="*/ 89 w 778"/>
                <a:gd name="T59" fmla="*/ 111 h 311"/>
                <a:gd name="T60" fmla="*/ 61 w 778"/>
                <a:gd name="T61" fmla="*/ 111 h 311"/>
                <a:gd name="T62" fmla="*/ 34 w 778"/>
                <a:gd name="T63" fmla="*/ 105 h 311"/>
                <a:gd name="T64" fmla="*/ 18 w 778"/>
                <a:gd name="T65" fmla="*/ 94 h 311"/>
                <a:gd name="T66" fmla="*/ 10 w 778"/>
                <a:gd name="T67" fmla="*/ 81 h 311"/>
                <a:gd name="T68" fmla="*/ 7 w 778"/>
                <a:gd name="T69" fmla="*/ 74 h 311"/>
                <a:gd name="T70" fmla="*/ 1 w 778"/>
                <a:gd name="T71" fmla="*/ 54 h 311"/>
                <a:gd name="T72" fmla="*/ 1 w 778"/>
                <a:gd name="T73" fmla="*/ 38 h 311"/>
                <a:gd name="T74" fmla="*/ 7 w 778"/>
                <a:gd name="T75" fmla="*/ 26 h 311"/>
                <a:gd name="T76" fmla="*/ 18 w 778"/>
                <a:gd name="T77" fmla="*/ 16 h 311"/>
                <a:gd name="T78" fmla="*/ 32 w 778"/>
                <a:gd name="T79" fmla="*/ 9 h 311"/>
                <a:gd name="T80" fmla="*/ 68 w 778"/>
                <a:gd name="T81" fmla="*/ 1 h 311"/>
                <a:gd name="T82" fmla="*/ 110 w 778"/>
                <a:gd name="T83" fmla="*/ 0 h 311"/>
                <a:gd name="T84" fmla="*/ 170 w 778"/>
                <a:gd name="T85" fmla="*/ 7 h 311"/>
                <a:gd name="T86" fmla="*/ 208 w 778"/>
                <a:gd name="T87" fmla="*/ 14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8" h="311">
                  <a:moveTo>
                    <a:pt x="208" y="14"/>
                  </a:moveTo>
                  <a:lnTo>
                    <a:pt x="208" y="14"/>
                  </a:lnTo>
                  <a:lnTo>
                    <a:pt x="227" y="13"/>
                  </a:lnTo>
                  <a:lnTo>
                    <a:pt x="248" y="11"/>
                  </a:lnTo>
                  <a:lnTo>
                    <a:pt x="276" y="11"/>
                  </a:lnTo>
                  <a:lnTo>
                    <a:pt x="310" y="13"/>
                  </a:lnTo>
                  <a:lnTo>
                    <a:pt x="349" y="16"/>
                  </a:lnTo>
                  <a:lnTo>
                    <a:pt x="391" y="21"/>
                  </a:lnTo>
                  <a:lnTo>
                    <a:pt x="436" y="30"/>
                  </a:lnTo>
                  <a:lnTo>
                    <a:pt x="485" y="41"/>
                  </a:lnTo>
                  <a:lnTo>
                    <a:pt x="509" y="48"/>
                  </a:lnTo>
                  <a:lnTo>
                    <a:pt x="531" y="57"/>
                  </a:lnTo>
                  <a:lnTo>
                    <a:pt x="556" y="65"/>
                  </a:lnTo>
                  <a:lnTo>
                    <a:pt x="580" y="77"/>
                  </a:lnTo>
                  <a:lnTo>
                    <a:pt x="602" y="88"/>
                  </a:lnTo>
                  <a:lnTo>
                    <a:pt x="626" y="101"/>
                  </a:lnTo>
                  <a:lnTo>
                    <a:pt x="648" y="115"/>
                  </a:lnTo>
                  <a:lnTo>
                    <a:pt x="670" y="130"/>
                  </a:lnTo>
                  <a:lnTo>
                    <a:pt x="690" y="149"/>
                  </a:lnTo>
                  <a:lnTo>
                    <a:pt x="710" y="167"/>
                  </a:lnTo>
                  <a:lnTo>
                    <a:pt x="730" y="187"/>
                  </a:lnTo>
                  <a:lnTo>
                    <a:pt x="747" y="210"/>
                  </a:lnTo>
                  <a:lnTo>
                    <a:pt x="763" y="234"/>
                  </a:lnTo>
                  <a:lnTo>
                    <a:pt x="778" y="260"/>
                  </a:lnTo>
                  <a:lnTo>
                    <a:pt x="778" y="260"/>
                  </a:lnTo>
                  <a:lnTo>
                    <a:pt x="758" y="279"/>
                  </a:lnTo>
                  <a:lnTo>
                    <a:pt x="743" y="296"/>
                  </a:lnTo>
                  <a:lnTo>
                    <a:pt x="731" y="311"/>
                  </a:lnTo>
                  <a:lnTo>
                    <a:pt x="731" y="311"/>
                  </a:lnTo>
                  <a:lnTo>
                    <a:pt x="726" y="299"/>
                  </a:lnTo>
                  <a:lnTo>
                    <a:pt x="720" y="285"/>
                  </a:lnTo>
                  <a:lnTo>
                    <a:pt x="709" y="268"/>
                  </a:lnTo>
                  <a:lnTo>
                    <a:pt x="696" y="247"/>
                  </a:lnTo>
                  <a:lnTo>
                    <a:pt x="677" y="224"/>
                  </a:lnTo>
                  <a:lnTo>
                    <a:pt x="655" y="200"/>
                  </a:lnTo>
                  <a:lnTo>
                    <a:pt x="642" y="189"/>
                  </a:lnTo>
                  <a:lnTo>
                    <a:pt x="628" y="176"/>
                  </a:lnTo>
                  <a:lnTo>
                    <a:pt x="612" y="165"/>
                  </a:lnTo>
                  <a:lnTo>
                    <a:pt x="595" y="153"/>
                  </a:lnTo>
                  <a:lnTo>
                    <a:pt x="577" y="142"/>
                  </a:lnTo>
                  <a:lnTo>
                    <a:pt x="557" y="130"/>
                  </a:lnTo>
                  <a:lnTo>
                    <a:pt x="536" y="121"/>
                  </a:lnTo>
                  <a:lnTo>
                    <a:pt x="512" y="112"/>
                  </a:lnTo>
                  <a:lnTo>
                    <a:pt x="488" y="104"/>
                  </a:lnTo>
                  <a:lnTo>
                    <a:pt x="462" y="95"/>
                  </a:lnTo>
                  <a:lnTo>
                    <a:pt x="434" y="89"/>
                  </a:lnTo>
                  <a:lnTo>
                    <a:pt x="404" y="84"/>
                  </a:lnTo>
                  <a:lnTo>
                    <a:pt x="373" y="79"/>
                  </a:lnTo>
                  <a:lnTo>
                    <a:pt x="340" y="77"/>
                  </a:lnTo>
                  <a:lnTo>
                    <a:pt x="305" y="77"/>
                  </a:lnTo>
                  <a:lnTo>
                    <a:pt x="268" y="77"/>
                  </a:lnTo>
                  <a:lnTo>
                    <a:pt x="228" y="79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4" y="84"/>
                  </a:lnTo>
                  <a:lnTo>
                    <a:pt x="177" y="85"/>
                  </a:lnTo>
                  <a:lnTo>
                    <a:pt x="159" y="91"/>
                  </a:lnTo>
                  <a:lnTo>
                    <a:pt x="133" y="99"/>
                  </a:lnTo>
                  <a:lnTo>
                    <a:pt x="105" y="108"/>
                  </a:lnTo>
                  <a:lnTo>
                    <a:pt x="89" y="111"/>
                  </a:lnTo>
                  <a:lnTo>
                    <a:pt x="75" y="112"/>
                  </a:lnTo>
                  <a:lnTo>
                    <a:pt x="61" y="111"/>
                  </a:lnTo>
                  <a:lnTo>
                    <a:pt x="47" y="109"/>
                  </a:lnTo>
                  <a:lnTo>
                    <a:pt x="34" y="105"/>
                  </a:lnTo>
                  <a:lnTo>
                    <a:pt x="23" y="98"/>
                  </a:lnTo>
                  <a:lnTo>
                    <a:pt x="18" y="94"/>
                  </a:lnTo>
                  <a:lnTo>
                    <a:pt x="14" y="88"/>
                  </a:lnTo>
                  <a:lnTo>
                    <a:pt x="10" y="81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64"/>
                  </a:lnTo>
                  <a:lnTo>
                    <a:pt x="1" y="54"/>
                  </a:lnTo>
                  <a:lnTo>
                    <a:pt x="0" y="45"/>
                  </a:lnTo>
                  <a:lnTo>
                    <a:pt x="1" y="38"/>
                  </a:lnTo>
                  <a:lnTo>
                    <a:pt x="4" y="31"/>
                  </a:lnTo>
                  <a:lnTo>
                    <a:pt x="7" y="26"/>
                  </a:lnTo>
                  <a:lnTo>
                    <a:pt x="13" y="20"/>
                  </a:lnTo>
                  <a:lnTo>
                    <a:pt x="18" y="16"/>
                  </a:lnTo>
                  <a:lnTo>
                    <a:pt x="24" y="11"/>
                  </a:lnTo>
                  <a:lnTo>
                    <a:pt x="32" y="9"/>
                  </a:lnTo>
                  <a:lnTo>
                    <a:pt x="49" y="3"/>
                  </a:lnTo>
                  <a:lnTo>
                    <a:pt x="68" y="1"/>
                  </a:lnTo>
                  <a:lnTo>
                    <a:pt x="89" y="0"/>
                  </a:lnTo>
                  <a:lnTo>
                    <a:pt x="110" y="0"/>
                  </a:lnTo>
                  <a:lnTo>
                    <a:pt x="132" y="1"/>
                  </a:lnTo>
                  <a:lnTo>
                    <a:pt x="170" y="7"/>
                  </a:lnTo>
                  <a:lnTo>
                    <a:pt x="197" y="11"/>
                  </a:lnTo>
                  <a:lnTo>
                    <a:pt x="208" y="14"/>
                  </a:lnTo>
                  <a:close/>
                </a:path>
              </a:pathLst>
            </a:custGeom>
            <a:solidFill>
              <a:srgbClr val="47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Freeform: Shape 74">
              <a:extLst>
                <a:ext uri="{FF2B5EF4-FFF2-40B4-BE49-F238E27FC236}">
                  <a16:creationId xmlns:a16="http://schemas.microsoft.com/office/drawing/2014/main" id="{92719B5F-F3B4-405D-9CDC-8AB1761D6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901" y="3402481"/>
              <a:ext cx="1235075" cy="493713"/>
            </a:xfrm>
            <a:custGeom>
              <a:avLst/>
              <a:gdLst>
                <a:gd name="T0" fmla="*/ 208 w 778"/>
                <a:gd name="T1" fmla="*/ 14 h 311"/>
                <a:gd name="T2" fmla="*/ 248 w 778"/>
                <a:gd name="T3" fmla="*/ 11 h 311"/>
                <a:gd name="T4" fmla="*/ 310 w 778"/>
                <a:gd name="T5" fmla="*/ 13 h 311"/>
                <a:gd name="T6" fmla="*/ 391 w 778"/>
                <a:gd name="T7" fmla="*/ 21 h 311"/>
                <a:gd name="T8" fmla="*/ 485 w 778"/>
                <a:gd name="T9" fmla="*/ 41 h 311"/>
                <a:gd name="T10" fmla="*/ 531 w 778"/>
                <a:gd name="T11" fmla="*/ 57 h 311"/>
                <a:gd name="T12" fmla="*/ 580 w 778"/>
                <a:gd name="T13" fmla="*/ 77 h 311"/>
                <a:gd name="T14" fmla="*/ 626 w 778"/>
                <a:gd name="T15" fmla="*/ 101 h 311"/>
                <a:gd name="T16" fmla="*/ 670 w 778"/>
                <a:gd name="T17" fmla="*/ 130 h 311"/>
                <a:gd name="T18" fmla="*/ 710 w 778"/>
                <a:gd name="T19" fmla="*/ 167 h 311"/>
                <a:gd name="T20" fmla="*/ 747 w 778"/>
                <a:gd name="T21" fmla="*/ 210 h 311"/>
                <a:gd name="T22" fmla="*/ 778 w 778"/>
                <a:gd name="T23" fmla="*/ 260 h 311"/>
                <a:gd name="T24" fmla="*/ 758 w 778"/>
                <a:gd name="T25" fmla="*/ 279 h 311"/>
                <a:gd name="T26" fmla="*/ 731 w 778"/>
                <a:gd name="T27" fmla="*/ 311 h 311"/>
                <a:gd name="T28" fmla="*/ 726 w 778"/>
                <a:gd name="T29" fmla="*/ 299 h 311"/>
                <a:gd name="T30" fmla="*/ 709 w 778"/>
                <a:gd name="T31" fmla="*/ 268 h 311"/>
                <a:gd name="T32" fmla="*/ 677 w 778"/>
                <a:gd name="T33" fmla="*/ 224 h 311"/>
                <a:gd name="T34" fmla="*/ 642 w 778"/>
                <a:gd name="T35" fmla="*/ 189 h 311"/>
                <a:gd name="T36" fmla="*/ 612 w 778"/>
                <a:gd name="T37" fmla="*/ 165 h 311"/>
                <a:gd name="T38" fmla="*/ 577 w 778"/>
                <a:gd name="T39" fmla="*/ 142 h 311"/>
                <a:gd name="T40" fmla="*/ 536 w 778"/>
                <a:gd name="T41" fmla="*/ 121 h 311"/>
                <a:gd name="T42" fmla="*/ 488 w 778"/>
                <a:gd name="T43" fmla="*/ 104 h 311"/>
                <a:gd name="T44" fmla="*/ 434 w 778"/>
                <a:gd name="T45" fmla="*/ 89 h 311"/>
                <a:gd name="T46" fmla="*/ 373 w 778"/>
                <a:gd name="T47" fmla="*/ 79 h 311"/>
                <a:gd name="T48" fmla="*/ 305 w 778"/>
                <a:gd name="T49" fmla="*/ 77 h 311"/>
                <a:gd name="T50" fmla="*/ 228 w 778"/>
                <a:gd name="T51" fmla="*/ 79 h 311"/>
                <a:gd name="T52" fmla="*/ 187 w 778"/>
                <a:gd name="T53" fmla="*/ 82 h 311"/>
                <a:gd name="T54" fmla="*/ 177 w 778"/>
                <a:gd name="T55" fmla="*/ 85 h 311"/>
                <a:gd name="T56" fmla="*/ 133 w 778"/>
                <a:gd name="T57" fmla="*/ 99 h 311"/>
                <a:gd name="T58" fmla="*/ 89 w 778"/>
                <a:gd name="T59" fmla="*/ 111 h 311"/>
                <a:gd name="T60" fmla="*/ 61 w 778"/>
                <a:gd name="T61" fmla="*/ 111 h 311"/>
                <a:gd name="T62" fmla="*/ 34 w 778"/>
                <a:gd name="T63" fmla="*/ 105 h 311"/>
                <a:gd name="T64" fmla="*/ 18 w 778"/>
                <a:gd name="T65" fmla="*/ 94 h 311"/>
                <a:gd name="T66" fmla="*/ 10 w 778"/>
                <a:gd name="T67" fmla="*/ 81 h 311"/>
                <a:gd name="T68" fmla="*/ 7 w 778"/>
                <a:gd name="T69" fmla="*/ 74 h 311"/>
                <a:gd name="T70" fmla="*/ 1 w 778"/>
                <a:gd name="T71" fmla="*/ 54 h 311"/>
                <a:gd name="T72" fmla="*/ 1 w 778"/>
                <a:gd name="T73" fmla="*/ 38 h 311"/>
                <a:gd name="T74" fmla="*/ 7 w 778"/>
                <a:gd name="T75" fmla="*/ 26 h 311"/>
                <a:gd name="T76" fmla="*/ 18 w 778"/>
                <a:gd name="T77" fmla="*/ 16 h 311"/>
                <a:gd name="T78" fmla="*/ 32 w 778"/>
                <a:gd name="T79" fmla="*/ 9 h 311"/>
                <a:gd name="T80" fmla="*/ 68 w 778"/>
                <a:gd name="T81" fmla="*/ 1 h 311"/>
                <a:gd name="T82" fmla="*/ 110 w 778"/>
                <a:gd name="T83" fmla="*/ 0 h 311"/>
                <a:gd name="T84" fmla="*/ 170 w 778"/>
                <a:gd name="T85" fmla="*/ 7 h 311"/>
                <a:gd name="T86" fmla="*/ 208 w 778"/>
                <a:gd name="T87" fmla="*/ 14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8" h="311">
                  <a:moveTo>
                    <a:pt x="208" y="14"/>
                  </a:moveTo>
                  <a:lnTo>
                    <a:pt x="208" y="14"/>
                  </a:lnTo>
                  <a:lnTo>
                    <a:pt x="227" y="13"/>
                  </a:lnTo>
                  <a:lnTo>
                    <a:pt x="248" y="11"/>
                  </a:lnTo>
                  <a:lnTo>
                    <a:pt x="276" y="11"/>
                  </a:lnTo>
                  <a:lnTo>
                    <a:pt x="310" y="13"/>
                  </a:lnTo>
                  <a:lnTo>
                    <a:pt x="349" y="16"/>
                  </a:lnTo>
                  <a:lnTo>
                    <a:pt x="391" y="21"/>
                  </a:lnTo>
                  <a:lnTo>
                    <a:pt x="436" y="30"/>
                  </a:lnTo>
                  <a:lnTo>
                    <a:pt x="485" y="41"/>
                  </a:lnTo>
                  <a:lnTo>
                    <a:pt x="509" y="48"/>
                  </a:lnTo>
                  <a:lnTo>
                    <a:pt x="531" y="57"/>
                  </a:lnTo>
                  <a:lnTo>
                    <a:pt x="556" y="65"/>
                  </a:lnTo>
                  <a:lnTo>
                    <a:pt x="580" y="77"/>
                  </a:lnTo>
                  <a:lnTo>
                    <a:pt x="602" y="88"/>
                  </a:lnTo>
                  <a:lnTo>
                    <a:pt x="626" y="101"/>
                  </a:lnTo>
                  <a:lnTo>
                    <a:pt x="648" y="115"/>
                  </a:lnTo>
                  <a:lnTo>
                    <a:pt x="670" y="130"/>
                  </a:lnTo>
                  <a:lnTo>
                    <a:pt x="690" y="149"/>
                  </a:lnTo>
                  <a:lnTo>
                    <a:pt x="710" y="167"/>
                  </a:lnTo>
                  <a:lnTo>
                    <a:pt x="730" y="187"/>
                  </a:lnTo>
                  <a:lnTo>
                    <a:pt x="747" y="210"/>
                  </a:lnTo>
                  <a:lnTo>
                    <a:pt x="763" y="234"/>
                  </a:lnTo>
                  <a:lnTo>
                    <a:pt x="778" y="260"/>
                  </a:lnTo>
                  <a:lnTo>
                    <a:pt x="778" y="260"/>
                  </a:lnTo>
                  <a:lnTo>
                    <a:pt x="758" y="279"/>
                  </a:lnTo>
                  <a:lnTo>
                    <a:pt x="743" y="296"/>
                  </a:lnTo>
                  <a:lnTo>
                    <a:pt x="731" y="311"/>
                  </a:lnTo>
                  <a:lnTo>
                    <a:pt x="731" y="311"/>
                  </a:lnTo>
                  <a:lnTo>
                    <a:pt x="726" y="299"/>
                  </a:lnTo>
                  <a:lnTo>
                    <a:pt x="720" y="285"/>
                  </a:lnTo>
                  <a:lnTo>
                    <a:pt x="709" y="268"/>
                  </a:lnTo>
                  <a:lnTo>
                    <a:pt x="696" y="247"/>
                  </a:lnTo>
                  <a:lnTo>
                    <a:pt x="677" y="224"/>
                  </a:lnTo>
                  <a:lnTo>
                    <a:pt x="655" y="200"/>
                  </a:lnTo>
                  <a:lnTo>
                    <a:pt x="642" y="189"/>
                  </a:lnTo>
                  <a:lnTo>
                    <a:pt x="628" y="176"/>
                  </a:lnTo>
                  <a:lnTo>
                    <a:pt x="612" y="165"/>
                  </a:lnTo>
                  <a:lnTo>
                    <a:pt x="595" y="153"/>
                  </a:lnTo>
                  <a:lnTo>
                    <a:pt x="577" y="142"/>
                  </a:lnTo>
                  <a:lnTo>
                    <a:pt x="557" y="130"/>
                  </a:lnTo>
                  <a:lnTo>
                    <a:pt x="536" y="121"/>
                  </a:lnTo>
                  <a:lnTo>
                    <a:pt x="512" y="112"/>
                  </a:lnTo>
                  <a:lnTo>
                    <a:pt x="488" y="104"/>
                  </a:lnTo>
                  <a:lnTo>
                    <a:pt x="462" y="95"/>
                  </a:lnTo>
                  <a:lnTo>
                    <a:pt x="434" y="89"/>
                  </a:lnTo>
                  <a:lnTo>
                    <a:pt x="404" y="84"/>
                  </a:lnTo>
                  <a:lnTo>
                    <a:pt x="373" y="79"/>
                  </a:lnTo>
                  <a:lnTo>
                    <a:pt x="340" y="77"/>
                  </a:lnTo>
                  <a:lnTo>
                    <a:pt x="305" y="77"/>
                  </a:lnTo>
                  <a:lnTo>
                    <a:pt x="268" y="77"/>
                  </a:lnTo>
                  <a:lnTo>
                    <a:pt x="228" y="79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4" y="84"/>
                  </a:lnTo>
                  <a:lnTo>
                    <a:pt x="177" y="85"/>
                  </a:lnTo>
                  <a:lnTo>
                    <a:pt x="159" y="91"/>
                  </a:lnTo>
                  <a:lnTo>
                    <a:pt x="133" y="99"/>
                  </a:lnTo>
                  <a:lnTo>
                    <a:pt x="105" y="108"/>
                  </a:lnTo>
                  <a:lnTo>
                    <a:pt x="89" y="111"/>
                  </a:lnTo>
                  <a:lnTo>
                    <a:pt x="75" y="112"/>
                  </a:lnTo>
                  <a:lnTo>
                    <a:pt x="61" y="111"/>
                  </a:lnTo>
                  <a:lnTo>
                    <a:pt x="47" y="109"/>
                  </a:lnTo>
                  <a:lnTo>
                    <a:pt x="34" y="105"/>
                  </a:lnTo>
                  <a:lnTo>
                    <a:pt x="23" y="98"/>
                  </a:lnTo>
                  <a:lnTo>
                    <a:pt x="18" y="94"/>
                  </a:lnTo>
                  <a:lnTo>
                    <a:pt x="14" y="88"/>
                  </a:lnTo>
                  <a:lnTo>
                    <a:pt x="10" y="81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64"/>
                  </a:lnTo>
                  <a:lnTo>
                    <a:pt x="1" y="54"/>
                  </a:lnTo>
                  <a:lnTo>
                    <a:pt x="0" y="45"/>
                  </a:lnTo>
                  <a:lnTo>
                    <a:pt x="1" y="38"/>
                  </a:lnTo>
                  <a:lnTo>
                    <a:pt x="4" y="31"/>
                  </a:lnTo>
                  <a:lnTo>
                    <a:pt x="7" y="26"/>
                  </a:lnTo>
                  <a:lnTo>
                    <a:pt x="13" y="20"/>
                  </a:lnTo>
                  <a:lnTo>
                    <a:pt x="18" y="16"/>
                  </a:lnTo>
                  <a:lnTo>
                    <a:pt x="24" y="11"/>
                  </a:lnTo>
                  <a:lnTo>
                    <a:pt x="32" y="9"/>
                  </a:lnTo>
                  <a:lnTo>
                    <a:pt x="49" y="3"/>
                  </a:lnTo>
                  <a:lnTo>
                    <a:pt x="68" y="1"/>
                  </a:lnTo>
                  <a:lnTo>
                    <a:pt x="89" y="0"/>
                  </a:lnTo>
                  <a:lnTo>
                    <a:pt x="110" y="0"/>
                  </a:lnTo>
                  <a:lnTo>
                    <a:pt x="132" y="1"/>
                  </a:lnTo>
                  <a:lnTo>
                    <a:pt x="170" y="7"/>
                  </a:lnTo>
                  <a:lnTo>
                    <a:pt x="197" y="11"/>
                  </a:lnTo>
                  <a:lnTo>
                    <a:pt x="208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Freeform: Shape 75">
              <a:extLst>
                <a:ext uri="{FF2B5EF4-FFF2-40B4-BE49-F238E27FC236}">
                  <a16:creationId xmlns:a16="http://schemas.microsoft.com/office/drawing/2014/main" id="{D7AE0452-70ED-4351-A5CC-564BE2F9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651" y="2021356"/>
              <a:ext cx="506413" cy="657225"/>
            </a:xfrm>
            <a:custGeom>
              <a:avLst/>
              <a:gdLst>
                <a:gd name="T0" fmla="*/ 319 w 319"/>
                <a:gd name="T1" fmla="*/ 365 h 414"/>
                <a:gd name="T2" fmla="*/ 306 w 319"/>
                <a:gd name="T3" fmla="*/ 303 h 414"/>
                <a:gd name="T4" fmla="*/ 296 w 319"/>
                <a:gd name="T5" fmla="*/ 314 h 414"/>
                <a:gd name="T6" fmla="*/ 275 w 319"/>
                <a:gd name="T7" fmla="*/ 331 h 414"/>
                <a:gd name="T8" fmla="*/ 255 w 319"/>
                <a:gd name="T9" fmla="*/ 343 h 414"/>
                <a:gd name="T10" fmla="*/ 238 w 319"/>
                <a:gd name="T11" fmla="*/ 348 h 414"/>
                <a:gd name="T12" fmla="*/ 221 w 319"/>
                <a:gd name="T13" fmla="*/ 351 h 414"/>
                <a:gd name="T14" fmla="*/ 199 w 319"/>
                <a:gd name="T15" fmla="*/ 347 h 414"/>
                <a:gd name="T16" fmla="*/ 173 w 319"/>
                <a:gd name="T17" fmla="*/ 333 h 414"/>
                <a:gd name="T18" fmla="*/ 153 w 319"/>
                <a:gd name="T19" fmla="*/ 314 h 414"/>
                <a:gd name="T20" fmla="*/ 139 w 319"/>
                <a:gd name="T21" fmla="*/ 293 h 414"/>
                <a:gd name="T22" fmla="*/ 128 w 319"/>
                <a:gd name="T23" fmla="*/ 270 h 414"/>
                <a:gd name="T24" fmla="*/ 152 w 319"/>
                <a:gd name="T25" fmla="*/ 265 h 414"/>
                <a:gd name="T26" fmla="*/ 285 w 319"/>
                <a:gd name="T27" fmla="*/ 226 h 414"/>
                <a:gd name="T28" fmla="*/ 279 w 319"/>
                <a:gd name="T29" fmla="*/ 204 h 414"/>
                <a:gd name="T30" fmla="*/ 286 w 319"/>
                <a:gd name="T31" fmla="*/ 202 h 414"/>
                <a:gd name="T32" fmla="*/ 298 w 319"/>
                <a:gd name="T33" fmla="*/ 199 h 414"/>
                <a:gd name="T34" fmla="*/ 308 w 319"/>
                <a:gd name="T35" fmla="*/ 192 h 414"/>
                <a:gd name="T36" fmla="*/ 315 w 319"/>
                <a:gd name="T37" fmla="*/ 180 h 414"/>
                <a:gd name="T38" fmla="*/ 316 w 319"/>
                <a:gd name="T39" fmla="*/ 168 h 414"/>
                <a:gd name="T40" fmla="*/ 312 w 319"/>
                <a:gd name="T41" fmla="*/ 164 h 414"/>
                <a:gd name="T42" fmla="*/ 303 w 319"/>
                <a:gd name="T43" fmla="*/ 163 h 414"/>
                <a:gd name="T44" fmla="*/ 298 w 319"/>
                <a:gd name="T45" fmla="*/ 165 h 414"/>
                <a:gd name="T46" fmla="*/ 284 w 319"/>
                <a:gd name="T47" fmla="*/ 168 h 414"/>
                <a:gd name="T48" fmla="*/ 272 w 319"/>
                <a:gd name="T49" fmla="*/ 163 h 414"/>
                <a:gd name="T50" fmla="*/ 265 w 319"/>
                <a:gd name="T51" fmla="*/ 154 h 414"/>
                <a:gd name="T52" fmla="*/ 261 w 319"/>
                <a:gd name="T53" fmla="*/ 146 h 414"/>
                <a:gd name="T54" fmla="*/ 259 w 319"/>
                <a:gd name="T55" fmla="*/ 140 h 414"/>
                <a:gd name="T56" fmla="*/ 230 w 319"/>
                <a:gd name="T57" fmla="*/ 43 h 414"/>
                <a:gd name="T58" fmla="*/ 214 w 319"/>
                <a:gd name="T59" fmla="*/ 31 h 414"/>
                <a:gd name="T60" fmla="*/ 186 w 319"/>
                <a:gd name="T61" fmla="*/ 14 h 414"/>
                <a:gd name="T62" fmla="*/ 159 w 319"/>
                <a:gd name="T63" fmla="*/ 2 h 414"/>
                <a:gd name="T64" fmla="*/ 135 w 319"/>
                <a:gd name="T65" fmla="*/ 0 h 414"/>
                <a:gd name="T66" fmla="*/ 112 w 319"/>
                <a:gd name="T67" fmla="*/ 1 h 414"/>
                <a:gd name="T68" fmla="*/ 92 w 319"/>
                <a:gd name="T69" fmla="*/ 8 h 414"/>
                <a:gd name="T70" fmla="*/ 74 w 319"/>
                <a:gd name="T71" fmla="*/ 18 h 414"/>
                <a:gd name="T72" fmla="*/ 51 w 319"/>
                <a:gd name="T73" fmla="*/ 41 h 414"/>
                <a:gd name="T74" fmla="*/ 26 w 319"/>
                <a:gd name="T75" fmla="*/ 76 h 414"/>
                <a:gd name="T76" fmla="*/ 10 w 319"/>
                <a:gd name="T77" fmla="*/ 112 h 414"/>
                <a:gd name="T78" fmla="*/ 1 w 319"/>
                <a:gd name="T79" fmla="*/ 143 h 414"/>
                <a:gd name="T80" fmla="*/ 1 w 319"/>
                <a:gd name="T81" fmla="*/ 161 h 414"/>
                <a:gd name="T82" fmla="*/ 14 w 319"/>
                <a:gd name="T83" fmla="*/ 202 h 414"/>
                <a:gd name="T84" fmla="*/ 36 w 319"/>
                <a:gd name="T85" fmla="*/ 267 h 414"/>
                <a:gd name="T86" fmla="*/ 64 w 319"/>
                <a:gd name="T87" fmla="*/ 337 h 414"/>
                <a:gd name="T88" fmla="*/ 79 w 319"/>
                <a:gd name="T89" fmla="*/ 365 h 414"/>
                <a:gd name="T90" fmla="*/ 95 w 319"/>
                <a:gd name="T91" fmla="*/ 385 h 414"/>
                <a:gd name="T92" fmla="*/ 105 w 319"/>
                <a:gd name="T93" fmla="*/ 394 h 414"/>
                <a:gd name="T94" fmla="*/ 132 w 319"/>
                <a:gd name="T95" fmla="*/ 405 h 414"/>
                <a:gd name="T96" fmla="*/ 167 w 319"/>
                <a:gd name="T97" fmla="*/ 412 h 414"/>
                <a:gd name="T98" fmla="*/ 206 w 319"/>
                <a:gd name="T99" fmla="*/ 414 h 414"/>
                <a:gd name="T100" fmla="*/ 244 w 319"/>
                <a:gd name="T101" fmla="*/ 412 h 414"/>
                <a:gd name="T102" fmla="*/ 278 w 319"/>
                <a:gd name="T103" fmla="*/ 404 h 414"/>
                <a:gd name="T104" fmla="*/ 303 w 319"/>
                <a:gd name="T105" fmla="*/ 392 h 414"/>
                <a:gd name="T106" fmla="*/ 316 w 319"/>
                <a:gd name="T107" fmla="*/ 379 h 414"/>
                <a:gd name="T108" fmla="*/ 319 w 319"/>
                <a:gd name="T10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9" h="414">
                  <a:moveTo>
                    <a:pt x="319" y="365"/>
                  </a:moveTo>
                  <a:lnTo>
                    <a:pt x="319" y="365"/>
                  </a:lnTo>
                  <a:lnTo>
                    <a:pt x="315" y="340"/>
                  </a:lnTo>
                  <a:lnTo>
                    <a:pt x="306" y="303"/>
                  </a:lnTo>
                  <a:lnTo>
                    <a:pt x="306" y="303"/>
                  </a:lnTo>
                  <a:lnTo>
                    <a:pt x="296" y="314"/>
                  </a:lnTo>
                  <a:lnTo>
                    <a:pt x="285" y="323"/>
                  </a:lnTo>
                  <a:lnTo>
                    <a:pt x="275" y="331"/>
                  </a:lnTo>
                  <a:lnTo>
                    <a:pt x="265" y="337"/>
                  </a:lnTo>
                  <a:lnTo>
                    <a:pt x="255" y="343"/>
                  </a:lnTo>
                  <a:lnTo>
                    <a:pt x="247" y="345"/>
                  </a:lnTo>
                  <a:lnTo>
                    <a:pt x="238" y="348"/>
                  </a:lnTo>
                  <a:lnTo>
                    <a:pt x="230" y="350"/>
                  </a:lnTo>
                  <a:lnTo>
                    <a:pt x="221" y="351"/>
                  </a:lnTo>
                  <a:lnTo>
                    <a:pt x="213" y="351"/>
                  </a:lnTo>
                  <a:lnTo>
                    <a:pt x="199" y="347"/>
                  </a:lnTo>
                  <a:lnTo>
                    <a:pt x="186" y="341"/>
                  </a:lnTo>
                  <a:lnTo>
                    <a:pt x="173" y="333"/>
                  </a:lnTo>
                  <a:lnTo>
                    <a:pt x="163" y="324"/>
                  </a:lnTo>
                  <a:lnTo>
                    <a:pt x="153" y="314"/>
                  </a:lnTo>
                  <a:lnTo>
                    <a:pt x="146" y="303"/>
                  </a:lnTo>
                  <a:lnTo>
                    <a:pt x="139" y="293"/>
                  </a:lnTo>
                  <a:lnTo>
                    <a:pt x="130" y="277"/>
                  </a:lnTo>
                  <a:lnTo>
                    <a:pt x="128" y="270"/>
                  </a:lnTo>
                  <a:lnTo>
                    <a:pt x="128" y="270"/>
                  </a:lnTo>
                  <a:lnTo>
                    <a:pt x="152" y="265"/>
                  </a:lnTo>
                  <a:lnTo>
                    <a:pt x="196" y="252"/>
                  </a:lnTo>
                  <a:lnTo>
                    <a:pt x="285" y="226"/>
                  </a:lnTo>
                  <a:lnTo>
                    <a:pt x="285" y="226"/>
                  </a:lnTo>
                  <a:lnTo>
                    <a:pt x="279" y="204"/>
                  </a:lnTo>
                  <a:lnTo>
                    <a:pt x="279" y="204"/>
                  </a:lnTo>
                  <a:lnTo>
                    <a:pt x="286" y="202"/>
                  </a:lnTo>
                  <a:lnTo>
                    <a:pt x="292" y="201"/>
                  </a:lnTo>
                  <a:lnTo>
                    <a:pt x="298" y="199"/>
                  </a:lnTo>
                  <a:lnTo>
                    <a:pt x="303" y="195"/>
                  </a:lnTo>
                  <a:lnTo>
                    <a:pt x="308" y="192"/>
                  </a:lnTo>
                  <a:lnTo>
                    <a:pt x="311" y="188"/>
                  </a:lnTo>
                  <a:lnTo>
                    <a:pt x="315" y="180"/>
                  </a:lnTo>
                  <a:lnTo>
                    <a:pt x="316" y="171"/>
                  </a:lnTo>
                  <a:lnTo>
                    <a:pt x="316" y="168"/>
                  </a:lnTo>
                  <a:lnTo>
                    <a:pt x="313" y="165"/>
                  </a:lnTo>
                  <a:lnTo>
                    <a:pt x="312" y="164"/>
                  </a:lnTo>
                  <a:lnTo>
                    <a:pt x="308" y="163"/>
                  </a:lnTo>
                  <a:lnTo>
                    <a:pt x="303" y="163"/>
                  </a:lnTo>
                  <a:lnTo>
                    <a:pt x="298" y="165"/>
                  </a:lnTo>
                  <a:lnTo>
                    <a:pt x="298" y="165"/>
                  </a:lnTo>
                  <a:lnTo>
                    <a:pt x="291" y="167"/>
                  </a:lnTo>
                  <a:lnTo>
                    <a:pt x="284" y="168"/>
                  </a:lnTo>
                  <a:lnTo>
                    <a:pt x="278" y="167"/>
                  </a:lnTo>
                  <a:lnTo>
                    <a:pt x="272" y="163"/>
                  </a:lnTo>
                  <a:lnTo>
                    <a:pt x="269" y="160"/>
                  </a:lnTo>
                  <a:lnTo>
                    <a:pt x="265" y="154"/>
                  </a:lnTo>
                  <a:lnTo>
                    <a:pt x="261" y="146"/>
                  </a:lnTo>
                  <a:lnTo>
                    <a:pt x="261" y="146"/>
                  </a:lnTo>
                  <a:lnTo>
                    <a:pt x="259" y="140"/>
                  </a:lnTo>
                  <a:lnTo>
                    <a:pt x="259" y="140"/>
                  </a:lnTo>
                  <a:lnTo>
                    <a:pt x="259" y="140"/>
                  </a:lnTo>
                  <a:lnTo>
                    <a:pt x="230" y="43"/>
                  </a:lnTo>
                  <a:lnTo>
                    <a:pt x="230" y="43"/>
                  </a:lnTo>
                  <a:lnTo>
                    <a:pt x="214" y="31"/>
                  </a:lnTo>
                  <a:lnTo>
                    <a:pt x="200" y="21"/>
                  </a:lnTo>
                  <a:lnTo>
                    <a:pt x="186" y="14"/>
                  </a:lnTo>
                  <a:lnTo>
                    <a:pt x="172" y="7"/>
                  </a:lnTo>
                  <a:lnTo>
                    <a:pt x="159" y="2"/>
                  </a:lnTo>
                  <a:lnTo>
                    <a:pt x="146" y="0"/>
                  </a:lnTo>
                  <a:lnTo>
                    <a:pt x="135" y="0"/>
                  </a:lnTo>
                  <a:lnTo>
                    <a:pt x="123" y="0"/>
                  </a:lnTo>
                  <a:lnTo>
                    <a:pt x="112" y="1"/>
                  </a:lnTo>
                  <a:lnTo>
                    <a:pt x="102" y="4"/>
                  </a:lnTo>
                  <a:lnTo>
                    <a:pt x="92" y="8"/>
                  </a:lnTo>
                  <a:lnTo>
                    <a:pt x="82" y="12"/>
                  </a:lnTo>
                  <a:lnTo>
                    <a:pt x="74" y="18"/>
                  </a:lnTo>
                  <a:lnTo>
                    <a:pt x="65" y="25"/>
                  </a:lnTo>
                  <a:lnTo>
                    <a:pt x="51" y="41"/>
                  </a:lnTo>
                  <a:lnTo>
                    <a:pt x="37" y="58"/>
                  </a:lnTo>
                  <a:lnTo>
                    <a:pt x="26" y="76"/>
                  </a:lnTo>
                  <a:lnTo>
                    <a:pt x="17" y="95"/>
                  </a:lnTo>
                  <a:lnTo>
                    <a:pt x="10" y="112"/>
                  </a:lnTo>
                  <a:lnTo>
                    <a:pt x="4" y="129"/>
                  </a:lnTo>
                  <a:lnTo>
                    <a:pt x="1" y="143"/>
                  </a:lnTo>
                  <a:lnTo>
                    <a:pt x="0" y="154"/>
                  </a:lnTo>
                  <a:lnTo>
                    <a:pt x="1" y="161"/>
                  </a:lnTo>
                  <a:lnTo>
                    <a:pt x="1" y="161"/>
                  </a:lnTo>
                  <a:lnTo>
                    <a:pt x="14" y="202"/>
                  </a:lnTo>
                  <a:lnTo>
                    <a:pt x="24" y="233"/>
                  </a:lnTo>
                  <a:lnTo>
                    <a:pt x="36" y="267"/>
                  </a:lnTo>
                  <a:lnTo>
                    <a:pt x="50" y="303"/>
                  </a:lnTo>
                  <a:lnTo>
                    <a:pt x="64" y="337"/>
                  </a:lnTo>
                  <a:lnTo>
                    <a:pt x="71" y="351"/>
                  </a:lnTo>
                  <a:lnTo>
                    <a:pt x="79" y="365"/>
                  </a:lnTo>
                  <a:lnTo>
                    <a:pt x="88" y="377"/>
                  </a:lnTo>
                  <a:lnTo>
                    <a:pt x="95" y="385"/>
                  </a:lnTo>
                  <a:lnTo>
                    <a:pt x="95" y="385"/>
                  </a:lnTo>
                  <a:lnTo>
                    <a:pt x="105" y="394"/>
                  </a:lnTo>
                  <a:lnTo>
                    <a:pt x="118" y="399"/>
                  </a:lnTo>
                  <a:lnTo>
                    <a:pt x="132" y="405"/>
                  </a:lnTo>
                  <a:lnTo>
                    <a:pt x="149" y="409"/>
                  </a:lnTo>
                  <a:lnTo>
                    <a:pt x="167" y="412"/>
                  </a:lnTo>
                  <a:lnTo>
                    <a:pt x="186" y="414"/>
                  </a:lnTo>
                  <a:lnTo>
                    <a:pt x="206" y="414"/>
                  </a:lnTo>
                  <a:lnTo>
                    <a:pt x="225" y="414"/>
                  </a:lnTo>
                  <a:lnTo>
                    <a:pt x="244" y="412"/>
                  </a:lnTo>
                  <a:lnTo>
                    <a:pt x="261" y="408"/>
                  </a:lnTo>
                  <a:lnTo>
                    <a:pt x="278" y="404"/>
                  </a:lnTo>
                  <a:lnTo>
                    <a:pt x="292" y="399"/>
                  </a:lnTo>
                  <a:lnTo>
                    <a:pt x="303" y="392"/>
                  </a:lnTo>
                  <a:lnTo>
                    <a:pt x="313" y="384"/>
                  </a:lnTo>
                  <a:lnTo>
                    <a:pt x="316" y="379"/>
                  </a:lnTo>
                  <a:lnTo>
                    <a:pt x="318" y="375"/>
                  </a:lnTo>
                  <a:lnTo>
                    <a:pt x="319" y="371"/>
                  </a:lnTo>
                  <a:lnTo>
                    <a:pt x="319" y="365"/>
                  </a:lnTo>
                  <a:close/>
                </a:path>
              </a:pathLst>
            </a:custGeom>
            <a:solidFill>
              <a:srgbClr val="FE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Freeform: Shape 76">
              <a:extLst>
                <a:ext uri="{FF2B5EF4-FFF2-40B4-BE49-F238E27FC236}">
                  <a16:creationId xmlns:a16="http://schemas.microsoft.com/office/drawing/2014/main" id="{32B41ABF-4C99-44C1-AEB4-A857B9528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651" y="2021356"/>
              <a:ext cx="506413" cy="657225"/>
            </a:xfrm>
            <a:custGeom>
              <a:avLst/>
              <a:gdLst>
                <a:gd name="T0" fmla="*/ 319 w 319"/>
                <a:gd name="T1" fmla="*/ 365 h 414"/>
                <a:gd name="T2" fmla="*/ 306 w 319"/>
                <a:gd name="T3" fmla="*/ 303 h 414"/>
                <a:gd name="T4" fmla="*/ 296 w 319"/>
                <a:gd name="T5" fmla="*/ 314 h 414"/>
                <a:gd name="T6" fmla="*/ 275 w 319"/>
                <a:gd name="T7" fmla="*/ 331 h 414"/>
                <a:gd name="T8" fmla="*/ 255 w 319"/>
                <a:gd name="T9" fmla="*/ 343 h 414"/>
                <a:gd name="T10" fmla="*/ 238 w 319"/>
                <a:gd name="T11" fmla="*/ 348 h 414"/>
                <a:gd name="T12" fmla="*/ 221 w 319"/>
                <a:gd name="T13" fmla="*/ 351 h 414"/>
                <a:gd name="T14" fmla="*/ 199 w 319"/>
                <a:gd name="T15" fmla="*/ 347 h 414"/>
                <a:gd name="T16" fmla="*/ 173 w 319"/>
                <a:gd name="T17" fmla="*/ 333 h 414"/>
                <a:gd name="T18" fmla="*/ 153 w 319"/>
                <a:gd name="T19" fmla="*/ 314 h 414"/>
                <a:gd name="T20" fmla="*/ 139 w 319"/>
                <a:gd name="T21" fmla="*/ 293 h 414"/>
                <a:gd name="T22" fmla="*/ 128 w 319"/>
                <a:gd name="T23" fmla="*/ 270 h 414"/>
                <a:gd name="T24" fmla="*/ 152 w 319"/>
                <a:gd name="T25" fmla="*/ 265 h 414"/>
                <a:gd name="T26" fmla="*/ 285 w 319"/>
                <a:gd name="T27" fmla="*/ 226 h 414"/>
                <a:gd name="T28" fmla="*/ 279 w 319"/>
                <a:gd name="T29" fmla="*/ 204 h 414"/>
                <a:gd name="T30" fmla="*/ 286 w 319"/>
                <a:gd name="T31" fmla="*/ 202 h 414"/>
                <a:gd name="T32" fmla="*/ 298 w 319"/>
                <a:gd name="T33" fmla="*/ 199 h 414"/>
                <a:gd name="T34" fmla="*/ 308 w 319"/>
                <a:gd name="T35" fmla="*/ 192 h 414"/>
                <a:gd name="T36" fmla="*/ 315 w 319"/>
                <a:gd name="T37" fmla="*/ 180 h 414"/>
                <a:gd name="T38" fmla="*/ 316 w 319"/>
                <a:gd name="T39" fmla="*/ 168 h 414"/>
                <a:gd name="T40" fmla="*/ 312 w 319"/>
                <a:gd name="T41" fmla="*/ 164 h 414"/>
                <a:gd name="T42" fmla="*/ 303 w 319"/>
                <a:gd name="T43" fmla="*/ 163 h 414"/>
                <a:gd name="T44" fmla="*/ 298 w 319"/>
                <a:gd name="T45" fmla="*/ 165 h 414"/>
                <a:gd name="T46" fmla="*/ 284 w 319"/>
                <a:gd name="T47" fmla="*/ 168 h 414"/>
                <a:gd name="T48" fmla="*/ 272 w 319"/>
                <a:gd name="T49" fmla="*/ 163 h 414"/>
                <a:gd name="T50" fmla="*/ 265 w 319"/>
                <a:gd name="T51" fmla="*/ 154 h 414"/>
                <a:gd name="T52" fmla="*/ 261 w 319"/>
                <a:gd name="T53" fmla="*/ 146 h 414"/>
                <a:gd name="T54" fmla="*/ 259 w 319"/>
                <a:gd name="T55" fmla="*/ 140 h 414"/>
                <a:gd name="T56" fmla="*/ 230 w 319"/>
                <a:gd name="T57" fmla="*/ 43 h 414"/>
                <a:gd name="T58" fmla="*/ 214 w 319"/>
                <a:gd name="T59" fmla="*/ 31 h 414"/>
                <a:gd name="T60" fmla="*/ 186 w 319"/>
                <a:gd name="T61" fmla="*/ 14 h 414"/>
                <a:gd name="T62" fmla="*/ 159 w 319"/>
                <a:gd name="T63" fmla="*/ 2 h 414"/>
                <a:gd name="T64" fmla="*/ 135 w 319"/>
                <a:gd name="T65" fmla="*/ 0 h 414"/>
                <a:gd name="T66" fmla="*/ 112 w 319"/>
                <a:gd name="T67" fmla="*/ 1 h 414"/>
                <a:gd name="T68" fmla="*/ 92 w 319"/>
                <a:gd name="T69" fmla="*/ 8 h 414"/>
                <a:gd name="T70" fmla="*/ 74 w 319"/>
                <a:gd name="T71" fmla="*/ 18 h 414"/>
                <a:gd name="T72" fmla="*/ 51 w 319"/>
                <a:gd name="T73" fmla="*/ 41 h 414"/>
                <a:gd name="T74" fmla="*/ 26 w 319"/>
                <a:gd name="T75" fmla="*/ 76 h 414"/>
                <a:gd name="T76" fmla="*/ 10 w 319"/>
                <a:gd name="T77" fmla="*/ 112 h 414"/>
                <a:gd name="T78" fmla="*/ 1 w 319"/>
                <a:gd name="T79" fmla="*/ 143 h 414"/>
                <a:gd name="T80" fmla="*/ 1 w 319"/>
                <a:gd name="T81" fmla="*/ 161 h 414"/>
                <a:gd name="T82" fmla="*/ 14 w 319"/>
                <a:gd name="T83" fmla="*/ 202 h 414"/>
                <a:gd name="T84" fmla="*/ 36 w 319"/>
                <a:gd name="T85" fmla="*/ 267 h 414"/>
                <a:gd name="T86" fmla="*/ 64 w 319"/>
                <a:gd name="T87" fmla="*/ 337 h 414"/>
                <a:gd name="T88" fmla="*/ 79 w 319"/>
                <a:gd name="T89" fmla="*/ 365 h 414"/>
                <a:gd name="T90" fmla="*/ 95 w 319"/>
                <a:gd name="T91" fmla="*/ 385 h 414"/>
                <a:gd name="T92" fmla="*/ 105 w 319"/>
                <a:gd name="T93" fmla="*/ 394 h 414"/>
                <a:gd name="T94" fmla="*/ 132 w 319"/>
                <a:gd name="T95" fmla="*/ 405 h 414"/>
                <a:gd name="T96" fmla="*/ 167 w 319"/>
                <a:gd name="T97" fmla="*/ 412 h 414"/>
                <a:gd name="T98" fmla="*/ 206 w 319"/>
                <a:gd name="T99" fmla="*/ 414 h 414"/>
                <a:gd name="T100" fmla="*/ 244 w 319"/>
                <a:gd name="T101" fmla="*/ 412 h 414"/>
                <a:gd name="T102" fmla="*/ 278 w 319"/>
                <a:gd name="T103" fmla="*/ 404 h 414"/>
                <a:gd name="T104" fmla="*/ 303 w 319"/>
                <a:gd name="T105" fmla="*/ 392 h 414"/>
                <a:gd name="T106" fmla="*/ 316 w 319"/>
                <a:gd name="T107" fmla="*/ 379 h 414"/>
                <a:gd name="T108" fmla="*/ 319 w 319"/>
                <a:gd name="T10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9" h="414">
                  <a:moveTo>
                    <a:pt x="319" y="365"/>
                  </a:moveTo>
                  <a:lnTo>
                    <a:pt x="319" y="365"/>
                  </a:lnTo>
                  <a:lnTo>
                    <a:pt x="315" y="340"/>
                  </a:lnTo>
                  <a:lnTo>
                    <a:pt x="306" y="303"/>
                  </a:lnTo>
                  <a:lnTo>
                    <a:pt x="306" y="303"/>
                  </a:lnTo>
                  <a:lnTo>
                    <a:pt x="296" y="314"/>
                  </a:lnTo>
                  <a:lnTo>
                    <a:pt x="285" y="323"/>
                  </a:lnTo>
                  <a:lnTo>
                    <a:pt x="275" y="331"/>
                  </a:lnTo>
                  <a:lnTo>
                    <a:pt x="265" y="337"/>
                  </a:lnTo>
                  <a:lnTo>
                    <a:pt x="255" y="343"/>
                  </a:lnTo>
                  <a:lnTo>
                    <a:pt x="247" y="345"/>
                  </a:lnTo>
                  <a:lnTo>
                    <a:pt x="238" y="348"/>
                  </a:lnTo>
                  <a:lnTo>
                    <a:pt x="230" y="350"/>
                  </a:lnTo>
                  <a:lnTo>
                    <a:pt x="221" y="351"/>
                  </a:lnTo>
                  <a:lnTo>
                    <a:pt x="213" y="351"/>
                  </a:lnTo>
                  <a:lnTo>
                    <a:pt x="199" y="347"/>
                  </a:lnTo>
                  <a:lnTo>
                    <a:pt x="186" y="341"/>
                  </a:lnTo>
                  <a:lnTo>
                    <a:pt x="173" y="333"/>
                  </a:lnTo>
                  <a:lnTo>
                    <a:pt x="163" y="324"/>
                  </a:lnTo>
                  <a:lnTo>
                    <a:pt x="153" y="314"/>
                  </a:lnTo>
                  <a:lnTo>
                    <a:pt x="146" y="303"/>
                  </a:lnTo>
                  <a:lnTo>
                    <a:pt x="139" y="293"/>
                  </a:lnTo>
                  <a:lnTo>
                    <a:pt x="130" y="277"/>
                  </a:lnTo>
                  <a:lnTo>
                    <a:pt x="128" y="270"/>
                  </a:lnTo>
                  <a:lnTo>
                    <a:pt x="128" y="270"/>
                  </a:lnTo>
                  <a:lnTo>
                    <a:pt x="152" y="265"/>
                  </a:lnTo>
                  <a:lnTo>
                    <a:pt x="196" y="252"/>
                  </a:lnTo>
                  <a:lnTo>
                    <a:pt x="285" y="226"/>
                  </a:lnTo>
                  <a:lnTo>
                    <a:pt x="285" y="226"/>
                  </a:lnTo>
                  <a:lnTo>
                    <a:pt x="279" y="204"/>
                  </a:lnTo>
                  <a:lnTo>
                    <a:pt x="279" y="204"/>
                  </a:lnTo>
                  <a:lnTo>
                    <a:pt x="286" y="202"/>
                  </a:lnTo>
                  <a:lnTo>
                    <a:pt x="292" y="201"/>
                  </a:lnTo>
                  <a:lnTo>
                    <a:pt x="298" y="199"/>
                  </a:lnTo>
                  <a:lnTo>
                    <a:pt x="303" y="195"/>
                  </a:lnTo>
                  <a:lnTo>
                    <a:pt x="308" y="192"/>
                  </a:lnTo>
                  <a:lnTo>
                    <a:pt x="311" y="188"/>
                  </a:lnTo>
                  <a:lnTo>
                    <a:pt x="315" y="180"/>
                  </a:lnTo>
                  <a:lnTo>
                    <a:pt x="316" y="171"/>
                  </a:lnTo>
                  <a:lnTo>
                    <a:pt x="316" y="168"/>
                  </a:lnTo>
                  <a:lnTo>
                    <a:pt x="313" y="165"/>
                  </a:lnTo>
                  <a:lnTo>
                    <a:pt x="312" y="164"/>
                  </a:lnTo>
                  <a:lnTo>
                    <a:pt x="308" y="163"/>
                  </a:lnTo>
                  <a:lnTo>
                    <a:pt x="303" y="163"/>
                  </a:lnTo>
                  <a:lnTo>
                    <a:pt x="298" y="165"/>
                  </a:lnTo>
                  <a:lnTo>
                    <a:pt x="298" y="165"/>
                  </a:lnTo>
                  <a:lnTo>
                    <a:pt x="291" y="167"/>
                  </a:lnTo>
                  <a:lnTo>
                    <a:pt x="284" y="168"/>
                  </a:lnTo>
                  <a:lnTo>
                    <a:pt x="278" y="167"/>
                  </a:lnTo>
                  <a:lnTo>
                    <a:pt x="272" y="163"/>
                  </a:lnTo>
                  <a:lnTo>
                    <a:pt x="269" y="160"/>
                  </a:lnTo>
                  <a:lnTo>
                    <a:pt x="265" y="154"/>
                  </a:lnTo>
                  <a:lnTo>
                    <a:pt x="261" y="146"/>
                  </a:lnTo>
                  <a:lnTo>
                    <a:pt x="261" y="146"/>
                  </a:lnTo>
                  <a:lnTo>
                    <a:pt x="259" y="140"/>
                  </a:lnTo>
                  <a:lnTo>
                    <a:pt x="259" y="140"/>
                  </a:lnTo>
                  <a:lnTo>
                    <a:pt x="259" y="140"/>
                  </a:lnTo>
                  <a:lnTo>
                    <a:pt x="230" y="43"/>
                  </a:lnTo>
                  <a:lnTo>
                    <a:pt x="230" y="43"/>
                  </a:lnTo>
                  <a:lnTo>
                    <a:pt x="214" y="31"/>
                  </a:lnTo>
                  <a:lnTo>
                    <a:pt x="200" y="21"/>
                  </a:lnTo>
                  <a:lnTo>
                    <a:pt x="186" y="14"/>
                  </a:lnTo>
                  <a:lnTo>
                    <a:pt x="172" y="7"/>
                  </a:lnTo>
                  <a:lnTo>
                    <a:pt x="159" y="2"/>
                  </a:lnTo>
                  <a:lnTo>
                    <a:pt x="146" y="0"/>
                  </a:lnTo>
                  <a:lnTo>
                    <a:pt x="135" y="0"/>
                  </a:lnTo>
                  <a:lnTo>
                    <a:pt x="123" y="0"/>
                  </a:lnTo>
                  <a:lnTo>
                    <a:pt x="112" y="1"/>
                  </a:lnTo>
                  <a:lnTo>
                    <a:pt x="102" y="4"/>
                  </a:lnTo>
                  <a:lnTo>
                    <a:pt x="92" y="8"/>
                  </a:lnTo>
                  <a:lnTo>
                    <a:pt x="82" y="12"/>
                  </a:lnTo>
                  <a:lnTo>
                    <a:pt x="74" y="18"/>
                  </a:lnTo>
                  <a:lnTo>
                    <a:pt x="65" y="25"/>
                  </a:lnTo>
                  <a:lnTo>
                    <a:pt x="51" y="41"/>
                  </a:lnTo>
                  <a:lnTo>
                    <a:pt x="37" y="58"/>
                  </a:lnTo>
                  <a:lnTo>
                    <a:pt x="26" y="76"/>
                  </a:lnTo>
                  <a:lnTo>
                    <a:pt x="17" y="95"/>
                  </a:lnTo>
                  <a:lnTo>
                    <a:pt x="10" y="112"/>
                  </a:lnTo>
                  <a:lnTo>
                    <a:pt x="4" y="129"/>
                  </a:lnTo>
                  <a:lnTo>
                    <a:pt x="1" y="143"/>
                  </a:lnTo>
                  <a:lnTo>
                    <a:pt x="0" y="154"/>
                  </a:lnTo>
                  <a:lnTo>
                    <a:pt x="1" y="161"/>
                  </a:lnTo>
                  <a:lnTo>
                    <a:pt x="1" y="161"/>
                  </a:lnTo>
                  <a:lnTo>
                    <a:pt x="14" y="202"/>
                  </a:lnTo>
                  <a:lnTo>
                    <a:pt x="24" y="233"/>
                  </a:lnTo>
                  <a:lnTo>
                    <a:pt x="36" y="267"/>
                  </a:lnTo>
                  <a:lnTo>
                    <a:pt x="50" y="303"/>
                  </a:lnTo>
                  <a:lnTo>
                    <a:pt x="64" y="337"/>
                  </a:lnTo>
                  <a:lnTo>
                    <a:pt x="71" y="351"/>
                  </a:lnTo>
                  <a:lnTo>
                    <a:pt x="79" y="365"/>
                  </a:lnTo>
                  <a:lnTo>
                    <a:pt x="88" y="377"/>
                  </a:lnTo>
                  <a:lnTo>
                    <a:pt x="95" y="385"/>
                  </a:lnTo>
                  <a:lnTo>
                    <a:pt x="95" y="385"/>
                  </a:lnTo>
                  <a:lnTo>
                    <a:pt x="105" y="394"/>
                  </a:lnTo>
                  <a:lnTo>
                    <a:pt x="118" y="399"/>
                  </a:lnTo>
                  <a:lnTo>
                    <a:pt x="132" y="405"/>
                  </a:lnTo>
                  <a:lnTo>
                    <a:pt x="149" y="409"/>
                  </a:lnTo>
                  <a:lnTo>
                    <a:pt x="167" y="412"/>
                  </a:lnTo>
                  <a:lnTo>
                    <a:pt x="186" y="414"/>
                  </a:lnTo>
                  <a:lnTo>
                    <a:pt x="206" y="414"/>
                  </a:lnTo>
                  <a:lnTo>
                    <a:pt x="225" y="414"/>
                  </a:lnTo>
                  <a:lnTo>
                    <a:pt x="244" y="412"/>
                  </a:lnTo>
                  <a:lnTo>
                    <a:pt x="261" y="408"/>
                  </a:lnTo>
                  <a:lnTo>
                    <a:pt x="278" y="404"/>
                  </a:lnTo>
                  <a:lnTo>
                    <a:pt x="292" y="399"/>
                  </a:lnTo>
                  <a:lnTo>
                    <a:pt x="303" y="392"/>
                  </a:lnTo>
                  <a:lnTo>
                    <a:pt x="313" y="384"/>
                  </a:lnTo>
                  <a:lnTo>
                    <a:pt x="316" y="379"/>
                  </a:lnTo>
                  <a:lnTo>
                    <a:pt x="318" y="375"/>
                  </a:lnTo>
                  <a:lnTo>
                    <a:pt x="319" y="371"/>
                  </a:lnTo>
                  <a:lnTo>
                    <a:pt x="319" y="3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Freeform: Shape 77">
              <a:extLst>
                <a:ext uri="{FF2B5EF4-FFF2-40B4-BE49-F238E27FC236}">
                  <a16:creationId xmlns:a16="http://schemas.microsoft.com/office/drawing/2014/main" id="{07BEC518-8A7F-4BF7-B153-7414E8208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476" y="1802281"/>
              <a:ext cx="693738" cy="701675"/>
            </a:xfrm>
            <a:custGeom>
              <a:avLst/>
              <a:gdLst>
                <a:gd name="T0" fmla="*/ 223 w 437"/>
                <a:gd name="T1" fmla="*/ 388 h 442"/>
                <a:gd name="T2" fmla="*/ 233 w 437"/>
                <a:gd name="T3" fmla="*/ 332 h 442"/>
                <a:gd name="T4" fmla="*/ 216 w 437"/>
                <a:gd name="T5" fmla="*/ 275 h 442"/>
                <a:gd name="T6" fmla="*/ 176 w 437"/>
                <a:gd name="T7" fmla="*/ 238 h 442"/>
                <a:gd name="T8" fmla="*/ 312 w 437"/>
                <a:gd name="T9" fmla="*/ 221 h 442"/>
                <a:gd name="T10" fmla="*/ 327 w 437"/>
                <a:gd name="T11" fmla="*/ 211 h 442"/>
                <a:gd name="T12" fmla="*/ 315 w 437"/>
                <a:gd name="T13" fmla="*/ 203 h 442"/>
                <a:gd name="T14" fmla="*/ 281 w 437"/>
                <a:gd name="T15" fmla="*/ 191 h 442"/>
                <a:gd name="T16" fmla="*/ 353 w 437"/>
                <a:gd name="T17" fmla="*/ 196 h 442"/>
                <a:gd name="T18" fmla="*/ 416 w 437"/>
                <a:gd name="T19" fmla="*/ 186 h 442"/>
                <a:gd name="T20" fmla="*/ 434 w 437"/>
                <a:gd name="T21" fmla="*/ 166 h 442"/>
                <a:gd name="T22" fmla="*/ 433 w 437"/>
                <a:gd name="T23" fmla="*/ 146 h 442"/>
                <a:gd name="T24" fmla="*/ 407 w 437"/>
                <a:gd name="T25" fmla="*/ 173 h 442"/>
                <a:gd name="T26" fmla="*/ 412 w 437"/>
                <a:gd name="T27" fmla="*/ 94 h 442"/>
                <a:gd name="T28" fmla="*/ 402 w 437"/>
                <a:gd name="T29" fmla="*/ 37 h 442"/>
                <a:gd name="T30" fmla="*/ 379 w 437"/>
                <a:gd name="T31" fmla="*/ 10 h 442"/>
                <a:gd name="T32" fmla="*/ 356 w 437"/>
                <a:gd name="T33" fmla="*/ 6 h 442"/>
                <a:gd name="T34" fmla="*/ 332 w 437"/>
                <a:gd name="T35" fmla="*/ 17 h 442"/>
                <a:gd name="T36" fmla="*/ 334 w 437"/>
                <a:gd name="T37" fmla="*/ 50 h 442"/>
                <a:gd name="T38" fmla="*/ 336 w 437"/>
                <a:gd name="T39" fmla="*/ 64 h 442"/>
                <a:gd name="T40" fmla="*/ 294 w 437"/>
                <a:gd name="T41" fmla="*/ 23 h 442"/>
                <a:gd name="T42" fmla="*/ 249 w 437"/>
                <a:gd name="T43" fmla="*/ 4 h 442"/>
                <a:gd name="T44" fmla="*/ 210 w 437"/>
                <a:gd name="T45" fmla="*/ 0 h 442"/>
                <a:gd name="T46" fmla="*/ 185 w 437"/>
                <a:gd name="T47" fmla="*/ 14 h 442"/>
                <a:gd name="T48" fmla="*/ 188 w 437"/>
                <a:gd name="T49" fmla="*/ 38 h 442"/>
                <a:gd name="T50" fmla="*/ 210 w 437"/>
                <a:gd name="T51" fmla="*/ 62 h 442"/>
                <a:gd name="T52" fmla="*/ 206 w 437"/>
                <a:gd name="T53" fmla="*/ 74 h 442"/>
                <a:gd name="T54" fmla="*/ 121 w 437"/>
                <a:gd name="T55" fmla="*/ 105 h 442"/>
                <a:gd name="T56" fmla="*/ 76 w 437"/>
                <a:gd name="T57" fmla="*/ 145 h 442"/>
                <a:gd name="T58" fmla="*/ 47 w 437"/>
                <a:gd name="T59" fmla="*/ 156 h 442"/>
                <a:gd name="T60" fmla="*/ 8 w 437"/>
                <a:gd name="T61" fmla="*/ 166 h 442"/>
                <a:gd name="T62" fmla="*/ 0 w 437"/>
                <a:gd name="T63" fmla="*/ 180 h 442"/>
                <a:gd name="T64" fmla="*/ 5 w 437"/>
                <a:gd name="T65" fmla="*/ 196 h 442"/>
                <a:gd name="T66" fmla="*/ 27 w 437"/>
                <a:gd name="T67" fmla="*/ 194 h 442"/>
                <a:gd name="T68" fmla="*/ 34 w 437"/>
                <a:gd name="T69" fmla="*/ 193 h 442"/>
                <a:gd name="T70" fmla="*/ 13 w 437"/>
                <a:gd name="T71" fmla="*/ 221 h 442"/>
                <a:gd name="T72" fmla="*/ 17 w 437"/>
                <a:gd name="T73" fmla="*/ 228 h 442"/>
                <a:gd name="T74" fmla="*/ 36 w 437"/>
                <a:gd name="T75" fmla="*/ 225 h 442"/>
                <a:gd name="T76" fmla="*/ 42 w 437"/>
                <a:gd name="T77" fmla="*/ 220 h 442"/>
                <a:gd name="T78" fmla="*/ 50 w 437"/>
                <a:gd name="T79" fmla="*/ 282 h 442"/>
                <a:gd name="T80" fmla="*/ 74 w 437"/>
                <a:gd name="T81" fmla="*/ 333 h 442"/>
                <a:gd name="T82" fmla="*/ 128 w 437"/>
                <a:gd name="T83" fmla="*/ 367 h 442"/>
                <a:gd name="T84" fmla="*/ 115 w 437"/>
                <a:gd name="T85" fmla="*/ 397 h 442"/>
                <a:gd name="T86" fmla="*/ 117 w 437"/>
                <a:gd name="T87" fmla="*/ 415 h 442"/>
                <a:gd name="T88" fmla="*/ 131 w 437"/>
                <a:gd name="T89" fmla="*/ 415 h 442"/>
                <a:gd name="T90" fmla="*/ 141 w 437"/>
                <a:gd name="T91" fmla="*/ 403 h 442"/>
                <a:gd name="T92" fmla="*/ 141 w 437"/>
                <a:gd name="T93" fmla="*/ 440 h 442"/>
                <a:gd name="T94" fmla="*/ 154 w 437"/>
                <a:gd name="T95" fmla="*/ 440 h 442"/>
                <a:gd name="T96" fmla="*/ 190 w 437"/>
                <a:gd name="T97" fmla="*/ 425 h 442"/>
                <a:gd name="T98" fmla="*/ 216 w 437"/>
                <a:gd name="T99" fmla="*/ 40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37" h="442">
                  <a:moveTo>
                    <a:pt x="216" y="405"/>
                  </a:moveTo>
                  <a:lnTo>
                    <a:pt x="216" y="405"/>
                  </a:lnTo>
                  <a:lnTo>
                    <a:pt x="217" y="401"/>
                  </a:lnTo>
                  <a:lnTo>
                    <a:pt x="223" y="388"/>
                  </a:lnTo>
                  <a:lnTo>
                    <a:pt x="229" y="369"/>
                  </a:lnTo>
                  <a:lnTo>
                    <a:pt x="232" y="357"/>
                  </a:lnTo>
                  <a:lnTo>
                    <a:pt x="233" y="345"/>
                  </a:lnTo>
                  <a:lnTo>
                    <a:pt x="233" y="332"/>
                  </a:lnTo>
                  <a:lnTo>
                    <a:pt x="232" y="318"/>
                  </a:lnTo>
                  <a:lnTo>
                    <a:pt x="229" y="303"/>
                  </a:lnTo>
                  <a:lnTo>
                    <a:pt x="224" y="289"/>
                  </a:lnTo>
                  <a:lnTo>
                    <a:pt x="216" y="275"/>
                  </a:lnTo>
                  <a:lnTo>
                    <a:pt x="206" y="262"/>
                  </a:lnTo>
                  <a:lnTo>
                    <a:pt x="193" y="250"/>
                  </a:lnTo>
                  <a:lnTo>
                    <a:pt x="176" y="238"/>
                  </a:lnTo>
                  <a:lnTo>
                    <a:pt x="176" y="238"/>
                  </a:lnTo>
                  <a:lnTo>
                    <a:pt x="203" y="235"/>
                  </a:lnTo>
                  <a:lnTo>
                    <a:pt x="260" y="230"/>
                  </a:lnTo>
                  <a:lnTo>
                    <a:pt x="288" y="225"/>
                  </a:lnTo>
                  <a:lnTo>
                    <a:pt x="312" y="221"/>
                  </a:lnTo>
                  <a:lnTo>
                    <a:pt x="319" y="218"/>
                  </a:lnTo>
                  <a:lnTo>
                    <a:pt x="325" y="216"/>
                  </a:lnTo>
                  <a:lnTo>
                    <a:pt x="327" y="214"/>
                  </a:lnTo>
                  <a:lnTo>
                    <a:pt x="327" y="211"/>
                  </a:lnTo>
                  <a:lnTo>
                    <a:pt x="325" y="210"/>
                  </a:lnTo>
                  <a:lnTo>
                    <a:pt x="324" y="208"/>
                  </a:lnTo>
                  <a:lnTo>
                    <a:pt x="324" y="208"/>
                  </a:lnTo>
                  <a:lnTo>
                    <a:pt x="315" y="203"/>
                  </a:lnTo>
                  <a:lnTo>
                    <a:pt x="308" y="198"/>
                  </a:lnTo>
                  <a:lnTo>
                    <a:pt x="294" y="194"/>
                  </a:lnTo>
                  <a:lnTo>
                    <a:pt x="285" y="191"/>
                  </a:lnTo>
                  <a:lnTo>
                    <a:pt x="281" y="191"/>
                  </a:lnTo>
                  <a:lnTo>
                    <a:pt x="281" y="191"/>
                  </a:lnTo>
                  <a:lnTo>
                    <a:pt x="304" y="194"/>
                  </a:lnTo>
                  <a:lnTo>
                    <a:pt x="327" y="196"/>
                  </a:lnTo>
                  <a:lnTo>
                    <a:pt x="353" y="196"/>
                  </a:lnTo>
                  <a:lnTo>
                    <a:pt x="382" y="194"/>
                  </a:lnTo>
                  <a:lnTo>
                    <a:pt x="395" y="191"/>
                  </a:lnTo>
                  <a:lnTo>
                    <a:pt x="406" y="189"/>
                  </a:lnTo>
                  <a:lnTo>
                    <a:pt x="416" y="186"/>
                  </a:lnTo>
                  <a:lnTo>
                    <a:pt x="424" y="180"/>
                  </a:lnTo>
                  <a:lnTo>
                    <a:pt x="431" y="174"/>
                  </a:lnTo>
                  <a:lnTo>
                    <a:pt x="434" y="166"/>
                  </a:lnTo>
                  <a:lnTo>
                    <a:pt x="434" y="166"/>
                  </a:lnTo>
                  <a:lnTo>
                    <a:pt x="437" y="153"/>
                  </a:lnTo>
                  <a:lnTo>
                    <a:pt x="437" y="149"/>
                  </a:lnTo>
                  <a:lnTo>
                    <a:pt x="436" y="146"/>
                  </a:lnTo>
                  <a:lnTo>
                    <a:pt x="433" y="146"/>
                  </a:lnTo>
                  <a:lnTo>
                    <a:pt x="431" y="146"/>
                  </a:lnTo>
                  <a:lnTo>
                    <a:pt x="426" y="152"/>
                  </a:lnTo>
                  <a:lnTo>
                    <a:pt x="413" y="164"/>
                  </a:lnTo>
                  <a:lnTo>
                    <a:pt x="407" y="173"/>
                  </a:lnTo>
                  <a:lnTo>
                    <a:pt x="407" y="173"/>
                  </a:lnTo>
                  <a:lnTo>
                    <a:pt x="410" y="149"/>
                  </a:lnTo>
                  <a:lnTo>
                    <a:pt x="412" y="123"/>
                  </a:lnTo>
                  <a:lnTo>
                    <a:pt x="412" y="94"/>
                  </a:lnTo>
                  <a:lnTo>
                    <a:pt x="412" y="78"/>
                  </a:lnTo>
                  <a:lnTo>
                    <a:pt x="409" y="64"/>
                  </a:lnTo>
                  <a:lnTo>
                    <a:pt x="406" y="50"/>
                  </a:lnTo>
                  <a:lnTo>
                    <a:pt x="402" y="37"/>
                  </a:lnTo>
                  <a:lnTo>
                    <a:pt x="396" y="26"/>
                  </a:lnTo>
                  <a:lnTo>
                    <a:pt x="387" y="16"/>
                  </a:lnTo>
                  <a:lnTo>
                    <a:pt x="383" y="13"/>
                  </a:lnTo>
                  <a:lnTo>
                    <a:pt x="379" y="10"/>
                  </a:lnTo>
                  <a:lnTo>
                    <a:pt x="373" y="7"/>
                  </a:lnTo>
                  <a:lnTo>
                    <a:pt x="368" y="6"/>
                  </a:lnTo>
                  <a:lnTo>
                    <a:pt x="368" y="6"/>
                  </a:lnTo>
                  <a:lnTo>
                    <a:pt x="356" y="6"/>
                  </a:lnTo>
                  <a:lnTo>
                    <a:pt x="346" y="6"/>
                  </a:lnTo>
                  <a:lnTo>
                    <a:pt x="341" y="9"/>
                  </a:lnTo>
                  <a:lnTo>
                    <a:pt x="335" y="13"/>
                  </a:lnTo>
                  <a:lnTo>
                    <a:pt x="332" y="17"/>
                  </a:lnTo>
                  <a:lnTo>
                    <a:pt x="331" y="23"/>
                  </a:lnTo>
                  <a:lnTo>
                    <a:pt x="329" y="28"/>
                  </a:lnTo>
                  <a:lnTo>
                    <a:pt x="329" y="35"/>
                  </a:lnTo>
                  <a:lnTo>
                    <a:pt x="334" y="50"/>
                  </a:lnTo>
                  <a:lnTo>
                    <a:pt x="338" y="61"/>
                  </a:lnTo>
                  <a:lnTo>
                    <a:pt x="344" y="72"/>
                  </a:lnTo>
                  <a:lnTo>
                    <a:pt x="344" y="72"/>
                  </a:lnTo>
                  <a:lnTo>
                    <a:pt x="336" y="64"/>
                  </a:lnTo>
                  <a:lnTo>
                    <a:pt x="329" y="52"/>
                  </a:lnTo>
                  <a:lnTo>
                    <a:pt x="318" y="41"/>
                  </a:lnTo>
                  <a:lnTo>
                    <a:pt x="302" y="28"/>
                  </a:lnTo>
                  <a:lnTo>
                    <a:pt x="294" y="23"/>
                  </a:lnTo>
                  <a:lnTo>
                    <a:pt x="284" y="17"/>
                  </a:lnTo>
                  <a:lnTo>
                    <a:pt x="273" y="13"/>
                  </a:lnTo>
                  <a:lnTo>
                    <a:pt x="261" y="7"/>
                  </a:lnTo>
                  <a:lnTo>
                    <a:pt x="249" y="4"/>
                  </a:lnTo>
                  <a:lnTo>
                    <a:pt x="234" y="1"/>
                  </a:lnTo>
                  <a:lnTo>
                    <a:pt x="234" y="1"/>
                  </a:lnTo>
                  <a:lnTo>
                    <a:pt x="220" y="0"/>
                  </a:lnTo>
                  <a:lnTo>
                    <a:pt x="210" y="0"/>
                  </a:lnTo>
                  <a:lnTo>
                    <a:pt x="200" y="1"/>
                  </a:lnTo>
                  <a:lnTo>
                    <a:pt x="193" y="6"/>
                  </a:lnTo>
                  <a:lnTo>
                    <a:pt x="189" y="9"/>
                  </a:lnTo>
                  <a:lnTo>
                    <a:pt x="185" y="14"/>
                  </a:lnTo>
                  <a:lnTo>
                    <a:pt x="183" y="20"/>
                  </a:lnTo>
                  <a:lnTo>
                    <a:pt x="183" y="26"/>
                  </a:lnTo>
                  <a:lnTo>
                    <a:pt x="185" y="33"/>
                  </a:lnTo>
                  <a:lnTo>
                    <a:pt x="188" y="38"/>
                  </a:lnTo>
                  <a:lnTo>
                    <a:pt x="192" y="45"/>
                  </a:lnTo>
                  <a:lnTo>
                    <a:pt x="198" y="51"/>
                  </a:lnTo>
                  <a:lnTo>
                    <a:pt x="203" y="57"/>
                  </a:lnTo>
                  <a:lnTo>
                    <a:pt x="210" y="62"/>
                  </a:lnTo>
                  <a:lnTo>
                    <a:pt x="217" y="67"/>
                  </a:lnTo>
                  <a:lnTo>
                    <a:pt x="226" y="69"/>
                  </a:lnTo>
                  <a:lnTo>
                    <a:pt x="226" y="69"/>
                  </a:lnTo>
                  <a:lnTo>
                    <a:pt x="206" y="74"/>
                  </a:lnTo>
                  <a:lnTo>
                    <a:pt x="186" y="78"/>
                  </a:lnTo>
                  <a:lnTo>
                    <a:pt x="161" y="86"/>
                  </a:lnTo>
                  <a:lnTo>
                    <a:pt x="135" y="98"/>
                  </a:lnTo>
                  <a:lnTo>
                    <a:pt x="121" y="105"/>
                  </a:lnTo>
                  <a:lnTo>
                    <a:pt x="108" y="113"/>
                  </a:lnTo>
                  <a:lnTo>
                    <a:pt x="97" y="122"/>
                  </a:lnTo>
                  <a:lnTo>
                    <a:pt x="86" y="133"/>
                  </a:lnTo>
                  <a:lnTo>
                    <a:pt x="76" y="145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57" y="156"/>
                  </a:lnTo>
                  <a:lnTo>
                    <a:pt x="47" y="156"/>
                  </a:lnTo>
                  <a:lnTo>
                    <a:pt x="36" y="156"/>
                  </a:lnTo>
                  <a:lnTo>
                    <a:pt x="23" y="157"/>
                  </a:lnTo>
                  <a:lnTo>
                    <a:pt x="12" y="162"/>
                  </a:lnTo>
                  <a:lnTo>
                    <a:pt x="8" y="166"/>
                  </a:lnTo>
                  <a:lnTo>
                    <a:pt x="5" y="170"/>
                  </a:lnTo>
                  <a:lnTo>
                    <a:pt x="2" y="174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6"/>
                  </a:lnTo>
                  <a:lnTo>
                    <a:pt x="0" y="190"/>
                  </a:lnTo>
                  <a:lnTo>
                    <a:pt x="2" y="194"/>
                  </a:lnTo>
                  <a:lnTo>
                    <a:pt x="5" y="196"/>
                  </a:lnTo>
                  <a:lnTo>
                    <a:pt x="8" y="197"/>
                  </a:lnTo>
                  <a:lnTo>
                    <a:pt x="12" y="198"/>
                  </a:lnTo>
                  <a:lnTo>
                    <a:pt x="19" y="197"/>
                  </a:lnTo>
                  <a:lnTo>
                    <a:pt x="27" y="194"/>
                  </a:lnTo>
                  <a:lnTo>
                    <a:pt x="34" y="191"/>
                  </a:lnTo>
                  <a:lnTo>
                    <a:pt x="40" y="189"/>
                  </a:lnTo>
                  <a:lnTo>
                    <a:pt x="40" y="189"/>
                  </a:lnTo>
                  <a:lnTo>
                    <a:pt x="34" y="193"/>
                  </a:lnTo>
                  <a:lnTo>
                    <a:pt x="22" y="204"/>
                  </a:lnTo>
                  <a:lnTo>
                    <a:pt x="17" y="211"/>
                  </a:lnTo>
                  <a:lnTo>
                    <a:pt x="13" y="218"/>
                  </a:lnTo>
                  <a:lnTo>
                    <a:pt x="13" y="221"/>
                  </a:lnTo>
                  <a:lnTo>
                    <a:pt x="13" y="224"/>
                  </a:lnTo>
                  <a:lnTo>
                    <a:pt x="15" y="227"/>
                  </a:lnTo>
                  <a:lnTo>
                    <a:pt x="17" y="228"/>
                  </a:lnTo>
                  <a:lnTo>
                    <a:pt x="17" y="228"/>
                  </a:lnTo>
                  <a:lnTo>
                    <a:pt x="23" y="231"/>
                  </a:lnTo>
                  <a:lnTo>
                    <a:pt x="29" y="231"/>
                  </a:lnTo>
                  <a:lnTo>
                    <a:pt x="33" y="228"/>
                  </a:lnTo>
                  <a:lnTo>
                    <a:pt x="36" y="225"/>
                  </a:lnTo>
                  <a:lnTo>
                    <a:pt x="40" y="218"/>
                  </a:lnTo>
                  <a:lnTo>
                    <a:pt x="42" y="214"/>
                  </a:lnTo>
                  <a:lnTo>
                    <a:pt x="42" y="214"/>
                  </a:lnTo>
                  <a:lnTo>
                    <a:pt x="42" y="220"/>
                  </a:lnTo>
                  <a:lnTo>
                    <a:pt x="43" y="234"/>
                  </a:lnTo>
                  <a:lnTo>
                    <a:pt x="44" y="257"/>
                  </a:lnTo>
                  <a:lnTo>
                    <a:pt x="46" y="268"/>
                  </a:lnTo>
                  <a:lnTo>
                    <a:pt x="50" y="282"/>
                  </a:lnTo>
                  <a:lnTo>
                    <a:pt x="54" y="295"/>
                  </a:lnTo>
                  <a:lnTo>
                    <a:pt x="59" y="308"/>
                  </a:lnTo>
                  <a:lnTo>
                    <a:pt x="66" y="320"/>
                  </a:lnTo>
                  <a:lnTo>
                    <a:pt x="74" y="333"/>
                  </a:lnTo>
                  <a:lnTo>
                    <a:pt x="84" y="345"/>
                  </a:lnTo>
                  <a:lnTo>
                    <a:pt x="97" y="354"/>
                  </a:lnTo>
                  <a:lnTo>
                    <a:pt x="111" y="362"/>
                  </a:lnTo>
                  <a:lnTo>
                    <a:pt x="128" y="367"/>
                  </a:lnTo>
                  <a:lnTo>
                    <a:pt x="128" y="367"/>
                  </a:lnTo>
                  <a:lnTo>
                    <a:pt x="124" y="374"/>
                  </a:lnTo>
                  <a:lnTo>
                    <a:pt x="117" y="388"/>
                  </a:lnTo>
                  <a:lnTo>
                    <a:pt x="115" y="397"/>
                  </a:lnTo>
                  <a:lnTo>
                    <a:pt x="114" y="405"/>
                  </a:lnTo>
                  <a:lnTo>
                    <a:pt x="114" y="411"/>
                  </a:lnTo>
                  <a:lnTo>
                    <a:pt x="115" y="414"/>
                  </a:lnTo>
                  <a:lnTo>
                    <a:pt x="117" y="415"/>
                  </a:lnTo>
                  <a:lnTo>
                    <a:pt x="117" y="415"/>
                  </a:lnTo>
                  <a:lnTo>
                    <a:pt x="122" y="418"/>
                  </a:lnTo>
                  <a:lnTo>
                    <a:pt x="127" y="417"/>
                  </a:lnTo>
                  <a:lnTo>
                    <a:pt x="131" y="415"/>
                  </a:lnTo>
                  <a:lnTo>
                    <a:pt x="134" y="413"/>
                  </a:lnTo>
                  <a:lnTo>
                    <a:pt x="139" y="405"/>
                  </a:lnTo>
                  <a:lnTo>
                    <a:pt x="141" y="403"/>
                  </a:lnTo>
                  <a:lnTo>
                    <a:pt x="141" y="403"/>
                  </a:lnTo>
                  <a:lnTo>
                    <a:pt x="139" y="410"/>
                  </a:lnTo>
                  <a:lnTo>
                    <a:pt x="138" y="427"/>
                  </a:lnTo>
                  <a:lnTo>
                    <a:pt x="138" y="434"/>
                  </a:lnTo>
                  <a:lnTo>
                    <a:pt x="141" y="440"/>
                  </a:lnTo>
                  <a:lnTo>
                    <a:pt x="142" y="441"/>
                  </a:lnTo>
                  <a:lnTo>
                    <a:pt x="145" y="442"/>
                  </a:lnTo>
                  <a:lnTo>
                    <a:pt x="149" y="442"/>
                  </a:lnTo>
                  <a:lnTo>
                    <a:pt x="154" y="440"/>
                  </a:lnTo>
                  <a:lnTo>
                    <a:pt x="154" y="440"/>
                  </a:lnTo>
                  <a:lnTo>
                    <a:pt x="163" y="435"/>
                  </a:lnTo>
                  <a:lnTo>
                    <a:pt x="173" y="432"/>
                  </a:lnTo>
                  <a:lnTo>
                    <a:pt x="190" y="425"/>
                  </a:lnTo>
                  <a:lnTo>
                    <a:pt x="199" y="423"/>
                  </a:lnTo>
                  <a:lnTo>
                    <a:pt x="206" y="418"/>
                  </a:lnTo>
                  <a:lnTo>
                    <a:pt x="212" y="413"/>
                  </a:lnTo>
                  <a:lnTo>
                    <a:pt x="216" y="4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Freeform: Shape 78">
              <a:extLst>
                <a:ext uri="{FF2B5EF4-FFF2-40B4-BE49-F238E27FC236}">
                  <a16:creationId xmlns:a16="http://schemas.microsoft.com/office/drawing/2014/main" id="{812F7287-78EC-4B0C-894B-63B8F4205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601" y="2492844"/>
              <a:ext cx="192088" cy="85725"/>
            </a:xfrm>
            <a:custGeom>
              <a:avLst/>
              <a:gdLst>
                <a:gd name="T0" fmla="*/ 0 w 121"/>
                <a:gd name="T1" fmla="*/ 9 h 54"/>
                <a:gd name="T2" fmla="*/ 0 w 121"/>
                <a:gd name="T3" fmla="*/ 9 h 54"/>
                <a:gd name="T4" fmla="*/ 9 w 121"/>
                <a:gd name="T5" fmla="*/ 22 h 54"/>
                <a:gd name="T6" fmla="*/ 21 w 121"/>
                <a:gd name="T7" fmla="*/ 31 h 54"/>
                <a:gd name="T8" fmla="*/ 34 w 121"/>
                <a:gd name="T9" fmla="*/ 41 h 54"/>
                <a:gd name="T10" fmla="*/ 48 w 121"/>
                <a:gd name="T11" fmla="*/ 48 h 54"/>
                <a:gd name="T12" fmla="*/ 55 w 121"/>
                <a:gd name="T13" fmla="*/ 51 h 54"/>
                <a:gd name="T14" fmla="*/ 63 w 121"/>
                <a:gd name="T15" fmla="*/ 53 h 54"/>
                <a:gd name="T16" fmla="*/ 72 w 121"/>
                <a:gd name="T17" fmla="*/ 54 h 54"/>
                <a:gd name="T18" fmla="*/ 82 w 121"/>
                <a:gd name="T19" fmla="*/ 53 h 54"/>
                <a:gd name="T20" fmla="*/ 90 w 121"/>
                <a:gd name="T21" fmla="*/ 51 h 54"/>
                <a:gd name="T22" fmla="*/ 100 w 121"/>
                <a:gd name="T23" fmla="*/ 48 h 54"/>
                <a:gd name="T24" fmla="*/ 111 w 121"/>
                <a:gd name="T25" fmla="*/ 44 h 54"/>
                <a:gd name="T26" fmla="*/ 121 w 121"/>
                <a:gd name="T27" fmla="*/ 37 h 54"/>
                <a:gd name="T28" fmla="*/ 121 w 121"/>
                <a:gd name="T29" fmla="*/ 37 h 54"/>
                <a:gd name="T30" fmla="*/ 116 w 121"/>
                <a:gd name="T31" fmla="*/ 29 h 54"/>
                <a:gd name="T32" fmla="*/ 109 w 121"/>
                <a:gd name="T33" fmla="*/ 22 h 54"/>
                <a:gd name="T34" fmla="*/ 103 w 121"/>
                <a:gd name="T35" fmla="*/ 14 h 54"/>
                <a:gd name="T36" fmla="*/ 94 w 121"/>
                <a:gd name="T37" fmla="*/ 10 h 54"/>
                <a:gd name="T38" fmla="*/ 87 w 121"/>
                <a:gd name="T39" fmla="*/ 6 h 54"/>
                <a:gd name="T40" fmla="*/ 79 w 121"/>
                <a:gd name="T41" fmla="*/ 3 h 54"/>
                <a:gd name="T42" fmla="*/ 70 w 121"/>
                <a:gd name="T43" fmla="*/ 2 h 54"/>
                <a:gd name="T44" fmla="*/ 62 w 121"/>
                <a:gd name="T45" fmla="*/ 0 h 54"/>
                <a:gd name="T46" fmla="*/ 45 w 121"/>
                <a:gd name="T47" fmla="*/ 0 h 54"/>
                <a:gd name="T48" fmla="*/ 28 w 121"/>
                <a:gd name="T49" fmla="*/ 2 h 54"/>
                <a:gd name="T50" fmla="*/ 14 w 121"/>
                <a:gd name="T51" fmla="*/ 5 h 54"/>
                <a:gd name="T52" fmla="*/ 0 w 121"/>
                <a:gd name="T53" fmla="*/ 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1" h="54">
                  <a:moveTo>
                    <a:pt x="0" y="9"/>
                  </a:moveTo>
                  <a:lnTo>
                    <a:pt x="0" y="9"/>
                  </a:lnTo>
                  <a:lnTo>
                    <a:pt x="9" y="22"/>
                  </a:lnTo>
                  <a:lnTo>
                    <a:pt x="21" y="31"/>
                  </a:lnTo>
                  <a:lnTo>
                    <a:pt x="34" y="41"/>
                  </a:lnTo>
                  <a:lnTo>
                    <a:pt x="48" y="48"/>
                  </a:lnTo>
                  <a:lnTo>
                    <a:pt x="55" y="51"/>
                  </a:lnTo>
                  <a:lnTo>
                    <a:pt x="63" y="53"/>
                  </a:lnTo>
                  <a:lnTo>
                    <a:pt x="72" y="54"/>
                  </a:lnTo>
                  <a:lnTo>
                    <a:pt x="82" y="53"/>
                  </a:lnTo>
                  <a:lnTo>
                    <a:pt x="90" y="51"/>
                  </a:lnTo>
                  <a:lnTo>
                    <a:pt x="100" y="48"/>
                  </a:lnTo>
                  <a:lnTo>
                    <a:pt x="111" y="44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16" y="29"/>
                  </a:lnTo>
                  <a:lnTo>
                    <a:pt x="109" y="22"/>
                  </a:lnTo>
                  <a:lnTo>
                    <a:pt x="103" y="14"/>
                  </a:lnTo>
                  <a:lnTo>
                    <a:pt x="94" y="10"/>
                  </a:lnTo>
                  <a:lnTo>
                    <a:pt x="87" y="6"/>
                  </a:lnTo>
                  <a:lnTo>
                    <a:pt x="79" y="3"/>
                  </a:lnTo>
                  <a:lnTo>
                    <a:pt x="70" y="2"/>
                  </a:lnTo>
                  <a:lnTo>
                    <a:pt x="62" y="0"/>
                  </a:lnTo>
                  <a:lnTo>
                    <a:pt x="45" y="0"/>
                  </a:lnTo>
                  <a:lnTo>
                    <a:pt x="28" y="2"/>
                  </a:lnTo>
                  <a:lnTo>
                    <a:pt x="14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DA90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Freeform: Shape 79">
              <a:extLst>
                <a:ext uri="{FF2B5EF4-FFF2-40B4-BE49-F238E27FC236}">
                  <a16:creationId xmlns:a16="http://schemas.microsoft.com/office/drawing/2014/main" id="{3CC74168-A9B7-4F04-8A97-3757DBB9E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601" y="2492844"/>
              <a:ext cx="192088" cy="85725"/>
            </a:xfrm>
            <a:custGeom>
              <a:avLst/>
              <a:gdLst>
                <a:gd name="T0" fmla="*/ 0 w 121"/>
                <a:gd name="T1" fmla="*/ 9 h 54"/>
                <a:gd name="T2" fmla="*/ 0 w 121"/>
                <a:gd name="T3" fmla="*/ 9 h 54"/>
                <a:gd name="T4" fmla="*/ 9 w 121"/>
                <a:gd name="T5" fmla="*/ 22 h 54"/>
                <a:gd name="T6" fmla="*/ 21 w 121"/>
                <a:gd name="T7" fmla="*/ 31 h 54"/>
                <a:gd name="T8" fmla="*/ 34 w 121"/>
                <a:gd name="T9" fmla="*/ 41 h 54"/>
                <a:gd name="T10" fmla="*/ 48 w 121"/>
                <a:gd name="T11" fmla="*/ 48 h 54"/>
                <a:gd name="T12" fmla="*/ 55 w 121"/>
                <a:gd name="T13" fmla="*/ 51 h 54"/>
                <a:gd name="T14" fmla="*/ 63 w 121"/>
                <a:gd name="T15" fmla="*/ 53 h 54"/>
                <a:gd name="T16" fmla="*/ 72 w 121"/>
                <a:gd name="T17" fmla="*/ 54 h 54"/>
                <a:gd name="T18" fmla="*/ 82 w 121"/>
                <a:gd name="T19" fmla="*/ 53 h 54"/>
                <a:gd name="T20" fmla="*/ 90 w 121"/>
                <a:gd name="T21" fmla="*/ 51 h 54"/>
                <a:gd name="T22" fmla="*/ 100 w 121"/>
                <a:gd name="T23" fmla="*/ 48 h 54"/>
                <a:gd name="T24" fmla="*/ 111 w 121"/>
                <a:gd name="T25" fmla="*/ 44 h 54"/>
                <a:gd name="T26" fmla="*/ 121 w 121"/>
                <a:gd name="T27" fmla="*/ 37 h 54"/>
                <a:gd name="T28" fmla="*/ 121 w 121"/>
                <a:gd name="T29" fmla="*/ 37 h 54"/>
                <a:gd name="T30" fmla="*/ 116 w 121"/>
                <a:gd name="T31" fmla="*/ 29 h 54"/>
                <a:gd name="T32" fmla="*/ 109 w 121"/>
                <a:gd name="T33" fmla="*/ 22 h 54"/>
                <a:gd name="T34" fmla="*/ 103 w 121"/>
                <a:gd name="T35" fmla="*/ 14 h 54"/>
                <a:gd name="T36" fmla="*/ 94 w 121"/>
                <a:gd name="T37" fmla="*/ 10 h 54"/>
                <a:gd name="T38" fmla="*/ 87 w 121"/>
                <a:gd name="T39" fmla="*/ 6 h 54"/>
                <a:gd name="T40" fmla="*/ 79 w 121"/>
                <a:gd name="T41" fmla="*/ 3 h 54"/>
                <a:gd name="T42" fmla="*/ 70 w 121"/>
                <a:gd name="T43" fmla="*/ 2 h 54"/>
                <a:gd name="T44" fmla="*/ 62 w 121"/>
                <a:gd name="T45" fmla="*/ 0 h 54"/>
                <a:gd name="T46" fmla="*/ 45 w 121"/>
                <a:gd name="T47" fmla="*/ 0 h 54"/>
                <a:gd name="T48" fmla="*/ 28 w 121"/>
                <a:gd name="T49" fmla="*/ 2 h 54"/>
                <a:gd name="T50" fmla="*/ 14 w 121"/>
                <a:gd name="T51" fmla="*/ 5 h 54"/>
                <a:gd name="T52" fmla="*/ 0 w 121"/>
                <a:gd name="T53" fmla="*/ 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1" h="54">
                  <a:moveTo>
                    <a:pt x="0" y="9"/>
                  </a:moveTo>
                  <a:lnTo>
                    <a:pt x="0" y="9"/>
                  </a:lnTo>
                  <a:lnTo>
                    <a:pt x="9" y="22"/>
                  </a:lnTo>
                  <a:lnTo>
                    <a:pt x="21" y="31"/>
                  </a:lnTo>
                  <a:lnTo>
                    <a:pt x="34" y="41"/>
                  </a:lnTo>
                  <a:lnTo>
                    <a:pt x="48" y="48"/>
                  </a:lnTo>
                  <a:lnTo>
                    <a:pt x="55" y="51"/>
                  </a:lnTo>
                  <a:lnTo>
                    <a:pt x="63" y="53"/>
                  </a:lnTo>
                  <a:lnTo>
                    <a:pt x="72" y="54"/>
                  </a:lnTo>
                  <a:lnTo>
                    <a:pt x="82" y="53"/>
                  </a:lnTo>
                  <a:lnTo>
                    <a:pt x="90" y="51"/>
                  </a:lnTo>
                  <a:lnTo>
                    <a:pt x="100" y="48"/>
                  </a:lnTo>
                  <a:lnTo>
                    <a:pt x="111" y="44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16" y="29"/>
                  </a:lnTo>
                  <a:lnTo>
                    <a:pt x="109" y="22"/>
                  </a:lnTo>
                  <a:lnTo>
                    <a:pt x="103" y="14"/>
                  </a:lnTo>
                  <a:lnTo>
                    <a:pt x="94" y="10"/>
                  </a:lnTo>
                  <a:lnTo>
                    <a:pt x="87" y="6"/>
                  </a:lnTo>
                  <a:lnTo>
                    <a:pt x="79" y="3"/>
                  </a:lnTo>
                  <a:lnTo>
                    <a:pt x="70" y="2"/>
                  </a:lnTo>
                  <a:lnTo>
                    <a:pt x="62" y="0"/>
                  </a:lnTo>
                  <a:lnTo>
                    <a:pt x="45" y="0"/>
                  </a:lnTo>
                  <a:lnTo>
                    <a:pt x="28" y="2"/>
                  </a:lnTo>
                  <a:lnTo>
                    <a:pt x="14" y="5"/>
                  </a:lnTo>
                  <a:lnTo>
                    <a:pt x="0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Freeform: Shape 80">
              <a:extLst>
                <a:ext uri="{FF2B5EF4-FFF2-40B4-BE49-F238E27FC236}">
                  <a16:creationId xmlns:a16="http://schemas.microsoft.com/office/drawing/2014/main" id="{924407B5-3DF9-43C4-A895-59B9F0E97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851" y="2380131"/>
              <a:ext cx="282575" cy="171450"/>
            </a:xfrm>
            <a:custGeom>
              <a:avLst/>
              <a:gdLst>
                <a:gd name="T0" fmla="*/ 157 w 178"/>
                <a:gd name="T1" fmla="*/ 0 h 108"/>
                <a:gd name="T2" fmla="*/ 157 w 178"/>
                <a:gd name="T3" fmla="*/ 0 h 108"/>
                <a:gd name="T4" fmla="*/ 68 w 178"/>
                <a:gd name="T5" fmla="*/ 26 h 108"/>
                <a:gd name="T6" fmla="*/ 24 w 178"/>
                <a:gd name="T7" fmla="*/ 39 h 108"/>
                <a:gd name="T8" fmla="*/ 0 w 178"/>
                <a:gd name="T9" fmla="*/ 44 h 108"/>
                <a:gd name="T10" fmla="*/ 0 w 178"/>
                <a:gd name="T11" fmla="*/ 44 h 108"/>
                <a:gd name="T12" fmla="*/ 5 w 178"/>
                <a:gd name="T13" fmla="*/ 56 h 108"/>
                <a:gd name="T14" fmla="*/ 11 w 178"/>
                <a:gd name="T15" fmla="*/ 67 h 108"/>
                <a:gd name="T16" fmla="*/ 20 w 178"/>
                <a:gd name="T17" fmla="*/ 80 h 108"/>
                <a:gd name="T18" fmla="*/ 20 w 178"/>
                <a:gd name="T19" fmla="*/ 80 h 108"/>
                <a:gd name="T20" fmla="*/ 34 w 178"/>
                <a:gd name="T21" fmla="*/ 76 h 108"/>
                <a:gd name="T22" fmla="*/ 48 w 178"/>
                <a:gd name="T23" fmla="*/ 73 h 108"/>
                <a:gd name="T24" fmla="*/ 65 w 178"/>
                <a:gd name="T25" fmla="*/ 71 h 108"/>
                <a:gd name="T26" fmla="*/ 82 w 178"/>
                <a:gd name="T27" fmla="*/ 71 h 108"/>
                <a:gd name="T28" fmla="*/ 90 w 178"/>
                <a:gd name="T29" fmla="*/ 73 h 108"/>
                <a:gd name="T30" fmla="*/ 99 w 178"/>
                <a:gd name="T31" fmla="*/ 74 h 108"/>
                <a:gd name="T32" fmla="*/ 107 w 178"/>
                <a:gd name="T33" fmla="*/ 77 h 108"/>
                <a:gd name="T34" fmla="*/ 114 w 178"/>
                <a:gd name="T35" fmla="*/ 81 h 108"/>
                <a:gd name="T36" fmla="*/ 123 w 178"/>
                <a:gd name="T37" fmla="*/ 85 h 108"/>
                <a:gd name="T38" fmla="*/ 129 w 178"/>
                <a:gd name="T39" fmla="*/ 93 h 108"/>
                <a:gd name="T40" fmla="*/ 136 w 178"/>
                <a:gd name="T41" fmla="*/ 100 h 108"/>
                <a:gd name="T42" fmla="*/ 141 w 178"/>
                <a:gd name="T43" fmla="*/ 108 h 108"/>
                <a:gd name="T44" fmla="*/ 141 w 178"/>
                <a:gd name="T45" fmla="*/ 108 h 108"/>
                <a:gd name="T46" fmla="*/ 160 w 178"/>
                <a:gd name="T47" fmla="*/ 95 h 108"/>
                <a:gd name="T48" fmla="*/ 178 w 178"/>
                <a:gd name="T49" fmla="*/ 77 h 108"/>
                <a:gd name="T50" fmla="*/ 178 w 178"/>
                <a:gd name="T51" fmla="*/ 77 h 108"/>
                <a:gd name="T52" fmla="*/ 157 w 178"/>
                <a:gd name="T5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8" h="108">
                  <a:moveTo>
                    <a:pt x="157" y="0"/>
                  </a:moveTo>
                  <a:lnTo>
                    <a:pt x="157" y="0"/>
                  </a:lnTo>
                  <a:lnTo>
                    <a:pt x="68" y="26"/>
                  </a:lnTo>
                  <a:lnTo>
                    <a:pt x="24" y="39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5" y="56"/>
                  </a:lnTo>
                  <a:lnTo>
                    <a:pt x="11" y="67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34" y="76"/>
                  </a:lnTo>
                  <a:lnTo>
                    <a:pt x="48" y="73"/>
                  </a:lnTo>
                  <a:lnTo>
                    <a:pt x="65" y="71"/>
                  </a:lnTo>
                  <a:lnTo>
                    <a:pt x="82" y="71"/>
                  </a:lnTo>
                  <a:lnTo>
                    <a:pt x="90" y="73"/>
                  </a:lnTo>
                  <a:lnTo>
                    <a:pt x="99" y="74"/>
                  </a:lnTo>
                  <a:lnTo>
                    <a:pt x="107" y="77"/>
                  </a:lnTo>
                  <a:lnTo>
                    <a:pt x="114" y="81"/>
                  </a:lnTo>
                  <a:lnTo>
                    <a:pt x="123" y="85"/>
                  </a:lnTo>
                  <a:lnTo>
                    <a:pt x="129" y="93"/>
                  </a:lnTo>
                  <a:lnTo>
                    <a:pt x="136" y="100"/>
                  </a:lnTo>
                  <a:lnTo>
                    <a:pt x="141" y="108"/>
                  </a:lnTo>
                  <a:lnTo>
                    <a:pt x="141" y="108"/>
                  </a:lnTo>
                  <a:lnTo>
                    <a:pt x="160" y="95"/>
                  </a:lnTo>
                  <a:lnTo>
                    <a:pt x="178" y="77"/>
                  </a:lnTo>
                  <a:lnTo>
                    <a:pt x="178" y="77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7635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Freeform: Shape 81">
              <a:extLst>
                <a:ext uri="{FF2B5EF4-FFF2-40B4-BE49-F238E27FC236}">
                  <a16:creationId xmlns:a16="http://schemas.microsoft.com/office/drawing/2014/main" id="{2BDC671F-043A-4932-B754-F65C89DC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851" y="2380131"/>
              <a:ext cx="282575" cy="171450"/>
            </a:xfrm>
            <a:custGeom>
              <a:avLst/>
              <a:gdLst>
                <a:gd name="T0" fmla="*/ 157 w 178"/>
                <a:gd name="T1" fmla="*/ 0 h 108"/>
                <a:gd name="T2" fmla="*/ 157 w 178"/>
                <a:gd name="T3" fmla="*/ 0 h 108"/>
                <a:gd name="T4" fmla="*/ 68 w 178"/>
                <a:gd name="T5" fmla="*/ 26 h 108"/>
                <a:gd name="T6" fmla="*/ 24 w 178"/>
                <a:gd name="T7" fmla="*/ 39 h 108"/>
                <a:gd name="T8" fmla="*/ 0 w 178"/>
                <a:gd name="T9" fmla="*/ 44 h 108"/>
                <a:gd name="T10" fmla="*/ 0 w 178"/>
                <a:gd name="T11" fmla="*/ 44 h 108"/>
                <a:gd name="T12" fmla="*/ 5 w 178"/>
                <a:gd name="T13" fmla="*/ 56 h 108"/>
                <a:gd name="T14" fmla="*/ 11 w 178"/>
                <a:gd name="T15" fmla="*/ 67 h 108"/>
                <a:gd name="T16" fmla="*/ 20 w 178"/>
                <a:gd name="T17" fmla="*/ 80 h 108"/>
                <a:gd name="T18" fmla="*/ 20 w 178"/>
                <a:gd name="T19" fmla="*/ 80 h 108"/>
                <a:gd name="T20" fmla="*/ 34 w 178"/>
                <a:gd name="T21" fmla="*/ 76 h 108"/>
                <a:gd name="T22" fmla="*/ 48 w 178"/>
                <a:gd name="T23" fmla="*/ 73 h 108"/>
                <a:gd name="T24" fmla="*/ 65 w 178"/>
                <a:gd name="T25" fmla="*/ 71 h 108"/>
                <a:gd name="T26" fmla="*/ 82 w 178"/>
                <a:gd name="T27" fmla="*/ 71 h 108"/>
                <a:gd name="T28" fmla="*/ 90 w 178"/>
                <a:gd name="T29" fmla="*/ 73 h 108"/>
                <a:gd name="T30" fmla="*/ 99 w 178"/>
                <a:gd name="T31" fmla="*/ 74 h 108"/>
                <a:gd name="T32" fmla="*/ 107 w 178"/>
                <a:gd name="T33" fmla="*/ 77 h 108"/>
                <a:gd name="T34" fmla="*/ 114 w 178"/>
                <a:gd name="T35" fmla="*/ 81 h 108"/>
                <a:gd name="T36" fmla="*/ 123 w 178"/>
                <a:gd name="T37" fmla="*/ 85 h 108"/>
                <a:gd name="T38" fmla="*/ 129 w 178"/>
                <a:gd name="T39" fmla="*/ 93 h 108"/>
                <a:gd name="T40" fmla="*/ 136 w 178"/>
                <a:gd name="T41" fmla="*/ 100 h 108"/>
                <a:gd name="T42" fmla="*/ 141 w 178"/>
                <a:gd name="T43" fmla="*/ 108 h 108"/>
                <a:gd name="T44" fmla="*/ 141 w 178"/>
                <a:gd name="T45" fmla="*/ 108 h 108"/>
                <a:gd name="T46" fmla="*/ 160 w 178"/>
                <a:gd name="T47" fmla="*/ 95 h 108"/>
                <a:gd name="T48" fmla="*/ 178 w 178"/>
                <a:gd name="T49" fmla="*/ 77 h 108"/>
                <a:gd name="T50" fmla="*/ 178 w 178"/>
                <a:gd name="T51" fmla="*/ 77 h 108"/>
                <a:gd name="T52" fmla="*/ 157 w 178"/>
                <a:gd name="T5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8" h="108">
                  <a:moveTo>
                    <a:pt x="157" y="0"/>
                  </a:moveTo>
                  <a:lnTo>
                    <a:pt x="157" y="0"/>
                  </a:lnTo>
                  <a:lnTo>
                    <a:pt x="68" y="26"/>
                  </a:lnTo>
                  <a:lnTo>
                    <a:pt x="24" y="39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5" y="56"/>
                  </a:lnTo>
                  <a:lnTo>
                    <a:pt x="11" y="67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34" y="76"/>
                  </a:lnTo>
                  <a:lnTo>
                    <a:pt x="48" y="73"/>
                  </a:lnTo>
                  <a:lnTo>
                    <a:pt x="65" y="71"/>
                  </a:lnTo>
                  <a:lnTo>
                    <a:pt x="82" y="71"/>
                  </a:lnTo>
                  <a:lnTo>
                    <a:pt x="90" y="73"/>
                  </a:lnTo>
                  <a:lnTo>
                    <a:pt x="99" y="74"/>
                  </a:lnTo>
                  <a:lnTo>
                    <a:pt x="107" y="77"/>
                  </a:lnTo>
                  <a:lnTo>
                    <a:pt x="114" y="81"/>
                  </a:lnTo>
                  <a:lnTo>
                    <a:pt x="123" y="85"/>
                  </a:lnTo>
                  <a:lnTo>
                    <a:pt x="129" y="93"/>
                  </a:lnTo>
                  <a:lnTo>
                    <a:pt x="136" y="100"/>
                  </a:lnTo>
                  <a:lnTo>
                    <a:pt x="141" y="108"/>
                  </a:lnTo>
                  <a:lnTo>
                    <a:pt x="141" y="108"/>
                  </a:lnTo>
                  <a:lnTo>
                    <a:pt x="160" y="95"/>
                  </a:lnTo>
                  <a:lnTo>
                    <a:pt x="178" y="77"/>
                  </a:lnTo>
                  <a:lnTo>
                    <a:pt x="178" y="77"/>
                  </a:lnTo>
                  <a:lnTo>
                    <a:pt x="1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Freeform: Shape 82">
              <a:extLst>
                <a:ext uri="{FF2B5EF4-FFF2-40B4-BE49-F238E27FC236}">
                  <a16:creationId xmlns:a16="http://schemas.microsoft.com/office/drawing/2014/main" id="{8DF4FA2F-9C7B-4A67-A640-79D1327DD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864" y="2227731"/>
              <a:ext cx="46038" cy="82550"/>
            </a:xfrm>
            <a:custGeom>
              <a:avLst/>
              <a:gdLst>
                <a:gd name="T0" fmla="*/ 27 w 29"/>
                <a:gd name="T1" fmla="*/ 23 h 52"/>
                <a:gd name="T2" fmla="*/ 27 w 29"/>
                <a:gd name="T3" fmla="*/ 23 h 52"/>
                <a:gd name="T4" fmla="*/ 29 w 29"/>
                <a:gd name="T5" fmla="*/ 33 h 52"/>
                <a:gd name="T6" fmla="*/ 29 w 29"/>
                <a:gd name="T7" fmla="*/ 41 h 52"/>
                <a:gd name="T8" fmla="*/ 26 w 29"/>
                <a:gd name="T9" fmla="*/ 48 h 52"/>
                <a:gd name="T10" fmla="*/ 25 w 29"/>
                <a:gd name="T11" fmla="*/ 51 h 52"/>
                <a:gd name="T12" fmla="*/ 22 w 29"/>
                <a:gd name="T13" fmla="*/ 51 h 52"/>
                <a:gd name="T14" fmla="*/ 22 w 29"/>
                <a:gd name="T15" fmla="*/ 51 h 52"/>
                <a:gd name="T16" fmla="*/ 19 w 29"/>
                <a:gd name="T17" fmla="*/ 52 h 52"/>
                <a:gd name="T18" fmla="*/ 16 w 29"/>
                <a:gd name="T19" fmla="*/ 51 h 52"/>
                <a:gd name="T20" fmla="*/ 10 w 29"/>
                <a:gd name="T21" fmla="*/ 47 h 52"/>
                <a:gd name="T22" fmla="*/ 6 w 29"/>
                <a:gd name="T23" fmla="*/ 40 h 52"/>
                <a:gd name="T24" fmla="*/ 2 w 29"/>
                <a:gd name="T25" fmla="*/ 30 h 52"/>
                <a:gd name="T26" fmla="*/ 2 w 29"/>
                <a:gd name="T27" fmla="*/ 30 h 52"/>
                <a:gd name="T28" fmla="*/ 0 w 29"/>
                <a:gd name="T29" fmla="*/ 18 h 52"/>
                <a:gd name="T30" fmla="*/ 0 w 29"/>
                <a:gd name="T31" fmla="*/ 10 h 52"/>
                <a:gd name="T32" fmla="*/ 3 w 29"/>
                <a:gd name="T33" fmla="*/ 3 h 52"/>
                <a:gd name="T34" fmla="*/ 5 w 29"/>
                <a:gd name="T35" fmla="*/ 1 h 52"/>
                <a:gd name="T36" fmla="*/ 8 w 29"/>
                <a:gd name="T37" fmla="*/ 0 h 52"/>
                <a:gd name="T38" fmla="*/ 8 w 29"/>
                <a:gd name="T39" fmla="*/ 0 h 52"/>
                <a:gd name="T40" fmla="*/ 10 w 29"/>
                <a:gd name="T41" fmla="*/ 0 h 52"/>
                <a:gd name="T42" fmla="*/ 13 w 29"/>
                <a:gd name="T43" fmla="*/ 0 h 52"/>
                <a:gd name="T44" fmla="*/ 19 w 29"/>
                <a:gd name="T45" fmla="*/ 4 h 52"/>
                <a:gd name="T46" fmla="*/ 23 w 29"/>
                <a:gd name="T47" fmla="*/ 13 h 52"/>
                <a:gd name="T48" fmla="*/ 27 w 29"/>
                <a:gd name="T49" fmla="*/ 2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52">
                  <a:moveTo>
                    <a:pt x="27" y="23"/>
                  </a:moveTo>
                  <a:lnTo>
                    <a:pt x="27" y="23"/>
                  </a:lnTo>
                  <a:lnTo>
                    <a:pt x="29" y="33"/>
                  </a:lnTo>
                  <a:lnTo>
                    <a:pt x="29" y="41"/>
                  </a:lnTo>
                  <a:lnTo>
                    <a:pt x="26" y="48"/>
                  </a:lnTo>
                  <a:lnTo>
                    <a:pt x="25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19" y="52"/>
                  </a:lnTo>
                  <a:lnTo>
                    <a:pt x="16" y="51"/>
                  </a:lnTo>
                  <a:lnTo>
                    <a:pt x="10" y="47"/>
                  </a:lnTo>
                  <a:lnTo>
                    <a:pt x="6" y="4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3" y="3"/>
                  </a:lnTo>
                  <a:lnTo>
                    <a:pt x="5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23" y="13"/>
                  </a:lnTo>
                  <a:lnTo>
                    <a:pt x="27" y="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Freeform: Shape 83">
              <a:extLst>
                <a:ext uri="{FF2B5EF4-FFF2-40B4-BE49-F238E27FC236}">
                  <a16:creationId xmlns:a16="http://schemas.microsoft.com/office/drawing/2014/main" id="{ECBA0866-2720-4F96-B01F-EE7ABBE20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301" y="2364256"/>
              <a:ext cx="139700" cy="136525"/>
            </a:xfrm>
            <a:custGeom>
              <a:avLst/>
              <a:gdLst>
                <a:gd name="T0" fmla="*/ 88 w 88"/>
                <a:gd name="T1" fmla="*/ 39 h 86"/>
                <a:gd name="T2" fmla="*/ 88 w 88"/>
                <a:gd name="T3" fmla="*/ 39 h 86"/>
                <a:gd name="T4" fmla="*/ 83 w 88"/>
                <a:gd name="T5" fmla="*/ 32 h 86"/>
                <a:gd name="T6" fmla="*/ 78 w 88"/>
                <a:gd name="T7" fmla="*/ 25 h 86"/>
                <a:gd name="T8" fmla="*/ 71 w 88"/>
                <a:gd name="T9" fmla="*/ 16 h 86"/>
                <a:gd name="T10" fmla="*/ 62 w 88"/>
                <a:gd name="T11" fmla="*/ 9 h 86"/>
                <a:gd name="T12" fmla="*/ 57 w 88"/>
                <a:gd name="T13" fmla="*/ 6 h 86"/>
                <a:gd name="T14" fmla="*/ 51 w 88"/>
                <a:gd name="T15" fmla="*/ 3 h 86"/>
                <a:gd name="T16" fmla="*/ 45 w 88"/>
                <a:gd name="T17" fmla="*/ 2 h 86"/>
                <a:gd name="T18" fmla="*/ 38 w 88"/>
                <a:gd name="T19" fmla="*/ 0 h 86"/>
                <a:gd name="T20" fmla="*/ 31 w 88"/>
                <a:gd name="T21" fmla="*/ 2 h 86"/>
                <a:gd name="T22" fmla="*/ 24 w 88"/>
                <a:gd name="T23" fmla="*/ 3 h 86"/>
                <a:gd name="T24" fmla="*/ 24 w 88"/>
                <a:gd name="T25" fmla="*/ 3 h 86"/>
                <a:gd name="T26" fmla="*/ 17 w 88"/>
                <a:gd name="T27" fmla="*/ 8 h 86"/>
                <a:gd name="T28" fmla="*/ 11 w 88"/>
                <a:gd name="T29" fmla="*/ 10 h 86"/>
                <a:gd name="T30" fmla="*/ 7 w 88"/>
                <a:gd name="T31" fmla="*/ 15 h 86"/>
                <a:gd name="T32" fmla="*/ 3 w 88"/>
                <a:gd name="T33" fmla="*/ 19 h 86"/>
                <a:gd name="T34" fmla="*/ 1 w 88"/>
                <a:gd name="T35" fmla="*/ 23 h 86"/>
                <a:gd name="T36" fmla="*/ 0 w 88"/>
                <a:gd name="T37" fmla="*/ 27 h 86"/>
                <a:gd name="T38" fmla="*/ 0 w 88"/>
                <a:gd name="T39" fmla="*/ 37 h 86"/>
                <a:gd name="T40" fmla="*/ 4 w 88"/>
                <a:gd name="T41" fmla="*/ 47 h 86"/>
                <a:gd name="T42" fmla="*/ 8 w 88"/>
                <a:gd name="T43" fmla="*/ 57 h 86"/>
                <a:gd name="T44" fmla="*/ 15 w 88"/>
                <a:gd name="T45" fmla="*/ 66 h 86"/>
                <a:gd name="T46" fmla="*/ 21 w 88"/>
                <a:gd name="T47" fmla="*/ 73 h 86"/>
                <a:gd name="T48" fmla="*/ 21 w 88"/>
                <a:gd name="T49" fmla="*/ 73 h 86"/>
                <a:gd name="T50" fmla="*/ 30 w 88"/>
                <a:gd name="T51" fmla="*/ 78 h 86"/>
                <a:gd name="T52" fmla="*/ 40 w 88"/>
                <a:gd name="T53" fmla="*/ 84 h 86"/>
                <a:gd name="T54" fmla="*/ 51 w 88"/>
                <a:gd name="T55" fmla="*/ 86 h 86"/>
                <a:gd name="T56" fmla="*/ 57 w 88"/>
                <a:gd name="T57" fmla="*/ 86 h 86"/>
                <a:gd name="T58" fmla="*/ 62 w 88"/>
                <a:gd name="T59" fmla="*/ 86 h 86"/>
                <a:gd name="T60" fmla="*/ 68 w 88"/>
                <a:gd name="T61" fmla="*/ 84 h 86"/>
                <a:gd name="T62" fmla="*/ 74 w 88"/>
                <a:gd name="T63" fmla="*/ 81 h 86"/>
                <a:gd name="T64" fmla="*/ 78 w 88"/>
                <a:gd name="T65" fmla="*/ 78 h 86"/>
                <a:gd name="T66" fmla="*/ 82 w 88"/>
                <a:gd name="T67" fmla="*/ 73 h 86"/>
                <a:gd name="T68" fmla="*/ 85 w 88"/>
                <a:gd name="T69" fmla="*/ 67 h 86"/>
                <a:gd name="T70" fmla="*/ 86 w 88"/>
                <a:gd name="T71" fmla="*/ 59 h 86"/>
                <a:gd name="T72" fmla="*/ 88 w 88"/>
                <a:gd name="T73" fmla="*/ 50 h 86"/>
                <a:gd name="T74" fmla="*/ 88 w 88"/>
                <a:gd name="T75" fmla="*/ 39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8" h="86">
                  <a:moveTo>
                    <a:pt x="88" y="39"/>
                  </a:moveTo>
                  <a:lnTo>
                    <a:pt x="88" y="39"/>
                  </a:lnTo>
                  <a:lnTo>
                    <a:pt x="83" y="32"/>
                  </a:lnTo>
                  <a:lnTo>
                    <a:pt x="78" y="25"/>
                  </a:lnTo>
                  <a:lnTo>
                    <a:pt x="71" y="16"/>
                  </a:lnTo>
                  <a:lnTo>
                    <a:pt x="62" y="9"/>
                  </a:lnTo>
                  <a:lnTo>
                    <a:pt x="57" y="6"/>
                  </a:lnTo>
                  <a:lnTo>
                    <a:pt x="51" y="3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7" y="8"/>
                  </a:lnTo>
                  <a:lnTo>
                    <a:pt x="11" y="10"/>
                  </a:lnTo>
                  <a:lnTo>
                    <a:pt x="7" y="15"/>
                  </a:lnTo>
                  <a:lnTo>
                    <a:pt x="3" y="19"/>
                  </a:lnTo>
                  <a:lnTo>
                    <a:pt x="1" y="23"/>
                  </a:lnTo>
                  <a:lnTo>
                    <a:pt x="0" y="27"/>
                  </a:lnTo>
                  <a:lnTo>
                    <a:pt x="0" y="37"/>
                  </a:lnTo>
                  <a:lnTo>
                    <a:pt x="4" y="47"/>
                  </a:lnTo>
                  <a:lnTo>
                    <a:pt x="8" y="57"/>
                  </a:lnTo>
                  <a:lnTo>
                    <a:pt x="15" y="66"/>
                  </a:lnTo>
                  <a:lnTo>
                    <a:pt x="21" y="73"/>
                  </a:lnTo>
                  <a:lnTo>
                    <a:pt x="21" y="73"/>
                  </a:lnTo>
                  <a:lnTo>
                    <a:pt x="30" y="78"/>
                  </a:lnTo>
                  <a:lnTo>
                    <a:pt x="40" y="84"/>
                  </a:lnTo>
                  <a:lnTo>
                    <a:pt x="51" y="86"/>
                  </a:lnTo>
                  <a:lnTo>
                    <a:pt x="57" y="86"/>
                  </a:lnTo>
                  <a:lnTo>
                    <a:pt x="62" y="86"/>
                  </a:lnTo>
                  <a:lnTo>
                    <a:pt x="68" y="84"/>
                  </a:lnTo>
                  <a:lnTo>
                    <a:pt x="74" y="81"/>
                  </a:lnTo>
                  <a:lnTo>
                    <a:pt x="78" y="78"/>
                  </a:lnTo>
                  <a:lnTo>
                    <a:pt x="82" y="73"/>
                  </a:lnTo>
                  <a:lnTo>
                    <a:pt x="85" y="67"/>
                  </a:lnTo>
                  <a:lnTo>
                    <a:pt x="86" y="59"/>
                  </a:lnTo>
                  <a:lnTo>
                    <a:pt x="88" y="50"/>
                  </a:lnTo>
                  <a:lnTo>
                    <a:pt x="88" y="39"/>
                  </a:lnTo>
                  <a:close/>
                </a:path>
              </a:pathLst>
            </a:custGeom>
            <a:solidFill>
              <a:srgbClr val="FE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Freeform: Shape 84">
              <a:extLst>
                <a:ext uri="{FF2B5EF4-FFF2-40B4-BE49-F238E27FC236}">
                  <a16:creationId xmlns:a16="http://schemas.microsoft.com/office/drawing/2014/main" id="{B9723028-4D62-4D73-AA0B-0724FEAEA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301" y="2364256"/>
              <a:ext cx="139700" cy="136525"/>
            </a:xfrm>
            <a:custGeom>
              <a:avLst/>
              <a:gdLst>
                <a:gd name="T0" fmla="*/ 88 w 88"/>
                <a:gd name="T1" fmla="*/ 39 h 86"/>
                <a:gd name="T2" fmla="*/ 88 w 88"/>
                <a:gd name="T3" fmla="*/ 39 h 86"/>
                <a:gd name="T4" fmla="*/ 83 w 88"/>
                <a:gd name="T5" fmla="*/ 32 h 86"/>
                <a:gd name="T6" fmla="*/ 78 w 88"/>
                <a:gd name="T7" fmla="*/ 25 h 86"/>
                <a:gd name="T8" fmla="*/ 71 w 88"/>
                <a:gd name="T9" fmla="*/ 16 h 86"/>
                <a:gd name="T10" fmla="*/ 62 w 88"/>
                <a:gd name="T11" fmla="*/ 9 h 86"/>
                <a:gd name="T12" fmla="*/ 57 w 88"/>
                <a:gd name="T13" fmla="*/ 6 h 86"/>
                <a:gd name="T14" fmla="*/ 51 w 88"/>
                <a:gd name="T15" fmla="*/ 3 h 86"/>
                <a:gd name="T16" fmla="*/ 45 w 88"/>
                <a:gd name="T17" fmla="*/ 2 h 86"/>
                <a:gd name="T18" fmla="*/ 38 w 88"/>
                <a:gd name="T19" fmla="*/ 0 h 86"/>
                <a:gd name="T20" fmla="*/ 31 w 88"/>
                <a:gd name="T21" fmla="*/ 2 h 86"/>
                <a:gd name="T22" fmla="*/ 24 w 88"/>
                <a:gd name="T23" fmla="*/ 3 h 86"/>
                <a:gd name="T24" fmla="*/ 24 w 88"/>
                <a:gd name="T25" fmla="*/ 3 h 86"/>
                <a:gd name="T26" fmla="*/ 17 w 88"/>
                <a:gd name="T27" fmla="*/ 8 h 86"/>
                <a:gd name="T28" fmla="*/ 11 w 88"/>
                <a:gd name="T29" fmla="*/ 10 h 86"/>
                <a:gd name="T30" fmla="*/ 7 w 88"/>
                <a:gd name="T31" fmla="*/ 15 h 86"/>
                <a:gd name="T32" fmla="*/ 3 w 88"/>
                <a:gd name="T33" fmla="*/ 19 h 86"/>
                <a:gd name="T34" fmla="*/ 1 w 88"/>
                <a:gd name="T35" fmla="*/ 23 h 86"/>
                <a:gd name="T36" fmla="*/ 0 w 88"/>
                <a:gd name="T37" fmla="*/ 27 h 86"/>
                <a:gd name="T38" fmla="*/ 0 w 88"/>
                <a:gd name="T39" fmla="*/ 37 h 86"/>
                <a:gd name="T40" fmla="*/ 4 w 88"/>
                <a:gd name="T41" fmla="*/ 47 h 86"/>
                <a:gd name="T42" fmla="*/ 8 w 88"/>
                <a:gd name="T43" fmla="*/ 57 h 86"/>
                <a:gd name="T44" fmla="*/ 15 w 88"/>
                <a:gd name="T45" fmla="*/ 66 h 86"/>
                <a:gd name="T46" fmla="*/ 21 w 88"/>
                <a:gd name="T47" fmla="*/ 73 h 86"/>
                <a:gd name="T48" fmla="*/ 21 w 88"/>
                <a:gd name="T49" fmla="*/ 73 h 86"/>
                <a:gd name="T50" fmla="*/ 30 w 88"/>
                <a:gd name="T51" fmla="*/ 78 h 86"/>
                <a:gd name="T52" fmla="*/ 40 w 88"/>
                <a:gd name="T53" fmla="*/ 84 h 86"/>
                <a:gd name="T54" fmla="*/ 51 w 88"/>
                <a:gd name="T55" fmla="*/ 86 h 86"/>
                <a:gd name="T56" fmla="*/ 57 w 88"/>
                <a:gd name="T57" fmla="*/ 86 h 86"/>
                <a:gd name="T58" fmla="*/ 62 w 88"/>
                <a:gd name="T59" fmla="*/ 86 h 86"/>
                <a:gd name="T60" fmla="*/ 68 w 88"/>
                <a:gd name="T61" fmla="*/ 84 h 86"/>
                <a:gd name="T62" fmla="*/ 74 w 88"/>
                <a:gd name="T63" fmla="*/ 81 h 86"/>
                <a:gd name="T64" fmla="*/ 78 w 88"/>
                <a:gd name="T65" fmla="*/ 78 h 86"/>
                <a:gd name="T66" fmla="*/ 82 w 88"/>
                <a:gd name="T67" fmla="*/ 73 h 86"/>
                <a:gd name="T68" fmla="*/ 85 w 88"/>
                <a:gd name="T69" fmla="*/ 67 h 86"/>
                <a:gd name="T70" fmla="*/ 86 w 88"/>
                <a:gd name="T71" fmla="*/ 59 h 86"/>
                <a:gd name="T72" fmla="*/ 88 w 88"/>
                <a:gd name="T73" fmla="*/ 50 h 86"/>
                <a:gd name="T74" fmla="*/ 88 w 88"/>
                <a:gd name="T75" fmla="*/ 39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8" h="86">
                  <a:moveTo>
                    <a:pt x="88" y="39"/>
                  </a:moveTo>
                  <a:lnTo>
                    <a:pt x="88" y="39"/>
                  </a:lnTo>
                  <a:lnTo>
                    <a:pt x="83" y="32"/>
                  </a:lnTo>
                  <a:lnTo>
                    <a:pt x="78" y="25"/>
                  </a:lnTo>
                  <a:lnTo>
                    <a:pt x="71" y="16"/>
                  </a:lnTo>
                  <a:lnTo>
                    <a:pt x="62" y="9"/>
                  </a:lnTo>
                  <a:lnTo>
                    <a:pt x="57" y="6"/>
                  </a:lnTo>
                  <a:lnTo>
                    <a:pt x="51" y="3"/>
                  </a:lnTo>
                  <a:lnTo>
                    <a:pt x="45" y="2"/>
                  </a:lnTo>
                  <a:lnTo>
                    <a:pt x="38" y="0"/>
                  </a:lnTo>
                  <a:lnTo>
                    <a:pt x="31" y="2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7" y="8"/>
                  </a:lnTo>
                  <a:lnTo>
                    <a:pt x="11" y="10"/>
                  </a:lnTo>
                  <a:lnTo>
                    <a:pt x="7" y="15"/>
                  </a:lnTo>
                  <a:lnTo>
                    <a:pt x="3" y="19"/>
                  </a:lnTo>
                  <a:lnTo>
                    <a:pt x="1" y="23"/>
                  </a:lnTo>
                  <a:lnTo>
                    <a:pt x="0" y="27"/>
                  </a:lnTo>
                  <a:lnTo>
                    <a:pt x="0" y="37"/>
                  </a:lnTo>
                  <a:lnTo>
                    <a:pt x="4" y="47"/>
                  </a:lnTo>
                  <a:lnTo>
                    <a:pt x="8" y="57"/>
                  </a:lnTo>
                  <a:lnTo>
                    <a:pt x="15" y="66"/>
                  </a:lnTo>
                  <a:lnTo>
                    <a:pt x="21" y="73"/>
                  </a:lnTo>
                  <a:lnTo>
                    <a:pt x="21" y="73"/>
                  </a:lnTo>
                  <a:lnTo>
                    <a:pt x="30" y="78"/>
                  </a:lnTo>
                  <a:lnTo>
                    <a:pt x="40" y="84"/>
                  </a:lnTo>
                  <a:lnTo>
                    <a:pt x="51" y="86"/>
                  </a:lnTo>
                  <a:lnTo>
                    <a:pt x="57" y="86"/>
                  </a:lnTo>
                  <a:lnTo>
                    <a:pt x="62" y="86"/>
                  </a:lnTo>
                  <a:lnTo>
                    <a:pt x="68" y="84"/>
                  </a:lnTo>
                  <a:lnTo>
                    <a:pt x="74" y="81"/>
                  </a:lnTo>
                  <a:lnTo>
                    <a:pt x="78" y="78"/>
                  </a:lnTo>
                  <a:lnTo>
                    <a:pt x="82" y="73"/>
                  </a:lnTo>
                  <a:lnTo>
                    <a:pt x="85" y="67"/>
                  </a:lnTo>
                  <a:lnTo>
                    <a:pt x="86" y="59"/>
                  </a:lnTo>
                  <a:lnTo>
                    <a:pt x="88" y="50"/>
                  </a:lnTo>
                  <a:lnTo>
                    <a:pt x="88" y="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Freeform: Shape 85">
              <a:extLst>
                <a:ext uri="{FF2B5EF4-FFF2-40B4-BE49-F238E27FC236}">
                  <a16:creationId xmlns:a16="http://schemas.microsoft.com/office/drawing/2014/main" id="{20C6BD72-F5D9-4F67-99EF-57FFC928A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601" y="2124544"/>
              <a:ext cx="88900" cy="55563"/>
            </a:xfrm>
            <a:custGeom>
              <a:avLst/>
              <a:gdLst>
                <a:gd name="T0" fmla="*/ 56 w 56"/>
                <a:gd name="T1" fmla="*/ 21 h 35"/>
                <a:gd name="T2" fmla="*/ 56 w 56"/>
                <a:gd name="T3" fmla="*/ 21 h 35"/>
                <a:gd name="T4" fmla="*/ 49 w 56"/>
                <a:gd name="T5" fmla="*/ 17 h 35"/>
                <a:gd name="T6" fmla="*/ 43 w 56"/>
                <a:gd name="T7" fmla="*/ 13 h 35"/>
                <a:gd name="T8" fmla="*/ 35 w 56"/>
                <a:gd name="T9" fmla="*/ 11 h 35"/>
                <a:gd name="T10" fmla="*/ 25 w 56"/>
                <a:gd name="T11" fmla="*/ 11 h 35"/>
                <a:gd name="T12" fmla="*/ 21 w 56"/>
                <a:gd name="T13" fmla="*/ 11 h 35"/>
                <a:gd name="T14" fmla="*/ 17 w 56"/>
                <a:gd name="T15" fmla="*/ 14 h 35"/>
                <a:gd name="T16" fmla="*/ 11 w 56"/>
                <a:gd name="T17" fmla="*/ 17 h 35"/>
                <a:gd name="T18" fmla="*/ 8 w 56"/>
                <a:gd name="T19" fmla="*/ 22 h 35"/>
                <a:gd name="T20" fmla="*/ 4 w 56"/>
                <a:gd name="T21" fmla="*/ 28 h 35"/>
                <a:gd name="T22" fmla="*/ 0 w 56"/>
                <a:gd name="T23" fmla="*/ 35 h 35"/>
                <a:gd name="T24" fmla="*/ 0 w 56"/>
                <a:gd name="T25" fmla="*/ 35 h 35"/>
                <a:gd name="T26" fmla="*/ 2 w 56"/>
                <a:gd name="T27" fmla="*/ 25 h 35"/>
                <a:gd name="T28" fmla="*/ 5 w 56"/>
                <a:gd name="T29" fmla="*/ 17 h 35"/>
                <a:gd name="T30" fmla="*/ 11 w 56"/>
                <a:gd name="T31" fmla="*/ 8 h 35"/>
                <a:gd name="T32" fmla="*/ 14 w 56"/>
                <a:gd name="T33" fmla="*/ 4 h 35"/>
                <a:gd name="T34" fmla="*/ 18 w 56"/>
                <a:gd name="T35" fmla="*/ 1 h 35"/>
                <a:gd name="T36" fmla="*/ 22 w 56"/>
                <a:gd name="T37" fmla="*/ 0 h 35"/>
                <a:gd name="T38" fmla="*/ 28 w 56"/>
                <a:gd name="T39" fmla="*/ 0 h 35"/>
                <a:gd name="T40" fmla="*/ 34 w 56"/>
                <a:gd name="T41" fmla="*/ 3 h 35"/>
                <a:gd name="T42" fmla="*/ 41 w 56"/>
                <a:gd name="T43" fmla="*/ 5 h 35"/>
                <a:gd name="T44" fmla="*/ 48 w 56"/>
                <a:gd name="T45" fmla="*/ 13 h 35"/>
                <a:gd name="T46" fmla="*/ 56 w 56"/>
                <a:gd name="T47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6" h="35">
                  <a:moveTo>
                    <a:pt x="56" y="21"/>
                  </a:moveTo>
                  <a:lnTo>
                    <a:pt x="56" y="21"/>
                  </a:lnTo>
                  <a:lnTo>
                    <a:pt x="49" y="17"/>
                  </a:lnTo>
                  <a:lnTo>
                    <a:pt x="43" y="13"/>
                  </a:lnTo>
                  <a:lnTo>
                    <a:pt x="35" y="11"/>
                  </a:lnTo>
                  <a:lnTo>
                    <a:pt x="25" y="11"/>
                  </a:lnTo>
                  <a:lnTo>
                    <a:pt x="21" y="11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25"/>
                  </a:lnTo>
                  <a:lnTo>
                    <a:pt x="5" y="17"/>
                  </a:lnTo>
                  <a:lnTo>
                    <a:pt x="11" y="8"/>
                  </a:lnTo>
                  <a:lnTo>
                    <a:pt x="14" y="4"/>
                  </a:lnTo>
                  <a:lnTo>
                    <a:pt x="18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4" y="3"/>
                  </a:lnTo>
                  <a:lnTo>
                    <a:pt x="41" y="5"/>
                  </a:lnTo>
                  <a:lnTo>
                    <a:pt x="48" y="13"/>
                  </a:lnTo>
                  <a:lnTo>
                    <a:pt x="56" y="21"/>
                  </a:lnTo>
                  <a:close/>
                </a:path>
              </a:pathLst>
            </a:custGeom>
            <a:solidFill>
              <a:srgbClr val="3A2C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Freeform: Shape 86">
              <a:extLst>
                <a:ext uri="{FF2B5EF4-FFF2-40B4-BE49-F238E27FC236}">
                  <a16:creationId xmlns:a16="http://schemas.microsoft.com/office/drawing/2014/main" id="{CC1064F8-8C1A-45AE-9896-B32F78F75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601" y="2124544"/>
              <a:ext cx="88900" cy="55563"/>
            </a:xfrm>
            <a:custGeom>
              <a:avLst/>
              <a:gdLst>
                <a:gd name="T0" fmla="*/ 56 w 56"/>
                <a:gd name="T1" fmla="*/ 21 h 35"/>
                <a:gd name="T2" fmla="*/ 56 w 56"/>
                <a:gd name="T3" fmla="*/ 21 h 35"/>
                <a:gd name="T4" fmla="*/ 49 w 56"/>
                <a:gd name="T5" fmla="*/ 17 h 35"/>
                <a:gd name="T6" fmla="*/ 43 w 56"/>
                <a:gd name="T7" fmla="*/ 13 h 35"/>
                <a:gd name="T8" fmla="*/ 35 w 56"/>
                <a:gd name="T9" fmla="*/ 11 h 35"/>
                <a:gd name="T10" fmla="*/ 25 w 56"/>
                <a:gd name="T11" fmla="*/ 11 h 35"/>
                <a:gd name="T12" fmla="*/ 21 w 56"/>
                <a:gd name="T13" fmla="*/ 11 h 35"/>
                <a:gd name="T14" fmla="*/ 17 w 56"/>
                <a:gd name="T15" fmla="*/ 14 h 35"/>
                <a:gd name="T16" fmla="*/ 11 w 56"/>
                <a:gd name="T17" fmla="*/ 17 h 35"/>
                <a:gd name="T18" fmla="*/ 8 w 56"/>
                <a:gd name="T19" fmla="*/ 22 h 35"/>
                <a:gd name="T20" fmla="*/ 4 w 56"/>
                <a:gd name="T21" fmla="*/ 28 h 35"/>
                <a:gd name="T22" fmla="*/ 0 w 56"/>
                <a:gd name="T23" fmla="*/ 35 h 35"/>
                <a:gd name="T24" fmla="*/ 0 w 56"/>
                <a:gd name="T25" fmla="*/ 35 h 35"/>
                <a:gd name="T26" fmla="*/ 2 w 56"/>
                <a:gd name="T27" fmla="*/ 25 h 35"/>
                <a:gd name="T28" fmla="*/ 5 w 56"/>
                <a:gd name="T29" fmla="*/ 17 h 35"/>
                <a:gd name="T30" fmla="*/ 11 w 56"/>
                <a:gd name="T31" fmla="*/ 8 h 35"/>
                <a:gd name="T32" fmla="*/ 14 w 56"/>
                <a:gd name="T33" fmla="*/ 4 h 35"/>
                <a:gd name="T34" fmla="*/ 18 w 56"/>
                <a:gd name="T35" fmla="*/ 1 h 35"/>
                <a:gd name="T36" fmla="*/ 22 w 56"/>
                <a:gd name="T37" fmla="*/ 0 h 35"/>
                <a:gd name="T38" fmla="*/ 28 w 56"/>
                <a:gd name="T39" fmla="*/ 0 h 35"/>
                <a:gd name="T40" fmla="*/ 34 w 56"/>
                <a:gd name="T41" fmla="*/ 3 h 35"/>
                <a:gd name="T42" fmla="*/ 41 w 56"/>
                <a:gd name="T43" fmla="*/ 5 h 35"/>
                <a:gd name="T44" fmla="*/ 48 w 56"/>
                <a:gd name="T45" fmla="*/ 13 h 35"/>
                <a:gd name="T46" fmla="*/ 56 w 56"/>
                <a:gd name="T47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6" h="35">
                  <a:moveTo>
                    <a:pt x="56" y="21"/>
                  </a:moveTo>
                  <a:lnTo>
                    <a:pt x="56" y="21"/>
                  </a:lnTo>
                  <a:lnTo>
                    <a:pt x="49" y="17"/>
                  </a:lnTo>
                  <a:lnTo>
                    <a:pt x="43" y="13"/>
                  </a:lnTo>
                  <a:lnTo>
                    <a:pt x="35" y="11"/>
                  </a:lnTo>
                  <a:lnTo>
                    <a:pt x="25" y="11"/>
                  </a:lnTo>
                  <a:lnTo>
                    <a:pt x="21" y="11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25"/>
                  </a:lnTo>
                  <a:lnTo>
                    <a:pt x="5" y="17"/>
                  </a:lnTo>
                  <a:lnTo>
                    <a:pt x="11" y="8"/>
                  </a:lnTo>
                  <a:lnTo>
                    <a:pt x="14" y="4"/>
                  </a:lnTo>
                  <a:lnTo>
                    <a:pt x="18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4" y="3"/>
                  </a:lnTo>
                  <a:lnTo>
                    <a:pt x="41" y="5"/>
                  </a:lnTo>
                  <a:lnTo>
                    <a:pt x="48" y="13"/>
                  </a:lnTo>
                  <a:lnTo>
                    <a:pt x="56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Freeform: Shape 87">
              <a:extLst>
                <a:ext uri="{FF2B5EF4-FFF2-40B4-BE49-F238E27FC236}">
                  <a16:creationId xmlns:a16="http://schemas.microsoft.com/office/drawing/2014/main" id="{7B96E944-2CE4-4759-894F-18F52CD2D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276" y="2619844"/>
              <a:ext cx="42863" cy="55563"/>
            </a:xfrm>
            <a:custGeom>
              <a:avLst/>
              <a:gdLst>
                <a:gd name="T0" fmla="*/ 13 w 27"/>
                <a:gd name="T1" fmla="*/ 0 h 35"/>
                <a:gd name="T2" fmla="*/ 13 w 27"/>
                <a:gd name="T3" fmla="*/ 0 h 35"/>
                <a:gd name="T4" fmla="*/ 14 w 27"/>
                <a:gd name="T5" fmla="*/ 2 h 35"/>
                <a:gd name="T6" fmla="*/ 18 w 27"/>
                <a:gd name="T7" fmla="*/ 10 h 35"/>
                <a:gd name="T8" fmla="*/ 24 w 27"/>
                <a:gd name="T9" fmla="*/ 20 h 35"/>
                <a:gd name="T10" fmla="*/ 25 w 27"/>
                <a:gd name="T11" fmla="*/ 27 h 35"/>
                <a:gd name="T12" fmla="*/ 27 w 27"/>
                <a:gd name="T13" fmla="*/ 35 h 35"/>
                <a:gd name="T14" fmla="*/ 18 w 27"/>
                <a:gd name="T15" fmla="*/ 21 h 35"/>
                <a:gd name="T16" fmla="*/ 1 w 27"/>
                <a:gd name="T17" fmla="*/ 29 h 35"/>
                <a:gd name="T18" fmla="*/ 1 w 27"/>
                <a:gd name="T19" fmla="*/ 29 h 35"/>
                <a:gd name="T20" fmla="*/ 0 w 27"/>
                <a:gd name="T21" fmla="*/ 25 h 35"/>
                <a:gd name="T22" fmla="*/ 0 w 27"/>
                <a:gd name="T23" fmla="*/ 17 h 35"/>
                <a:gd name="T24" fmla="*/ 0 w 27"/>
                <a:gd name="T25" fmla="*/ 11 h 35"/>
                <a:gd name="T26" fmla="*/ 1 w 27"/>
                <a:gd name="T27" fmla="*/ 7 h 35"/>
                <a:gd name="T28" fmla="*/ 6 w 27"/>
                <a:gd name="T29" fmla="*/ 2 h 35"/>
                <a:gd name="T30" fmla="*/ 13 w 27"/>
                <a:gd name="T3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" h="35">
                  <a:moveTo>
                    <a:pt x="13" y="0"/>
                  </a:moveTo>
                  <a:lnTo>
                    <a:pt x="13" y="0"/>
                  </a:lnTo>
                  <a:lnTo>
                    <a:pt x="14" y="2"/>
                  </a:lnTo>
                  <a:lnTo>
                    <a:pt x="18" y="10"/>
                  </a:lnTo>
                  <a:lnTo>
                    <a:pt x="24" y="20"/>
                  </a:lnTo>
                  <a:lnTo>
                    <a:pt x="25" y="27"/>
                  </a:lnTo>
                  <a:lnTo>
                    <a:pt x="27" y="35"/>
                  </a:lnTo>
                  <a:lnTo>
                    <a:pt x="18" y="21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1" y="7"/>
                  </a:lnTo>
                  <a:lnTo>
                    <a:pt x="6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Freeform: Shape 88">
              <a:extLst>
                <a:ext uri="{FF2B5EF4-FFF2-40B4-BE49-F238E27FC236}">
                  <a16:creationId xmlns:a16="http://schemas.microsoft.com/office/drawing/2014/main" id="{998F405D-40D7-417E-A25F-0D61E295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276" y="2619844"/>
              <a:ext cx="42863" cy="55563"/>
            </a:xfrm>
            <a:custGeom>
              <a:avLst/>
              <a:gdLst>
                <a:gd name="T0" fmla="*/ 13 w 27"/>
                <a:gd name="T1" fmla="*/ 0 h 35"/>
                <a:gd name="T2" fmla="*/ 13 w 27"/>
                <a:gd name="T3" fmla="*/ 0 h 35"/>
                <a:gd name="T4" fmla="*/ 14 w 27"/>
                <a:gd name="T5" fmla="*/ 2 h 35"/>
                <a:gd name="T6" fmla="*/ 18 w 27"/>
                <a:gd name="T7" fmla="*/ 10 h 35"/>
                <a:gd name="T8" fmla="*/ 24 w 27"/>
                <a:gd name="T9" fmla="*/ 20 h 35"/>
                <a:gd name="T10" fmla="*/ 25 w 27"/>
                <a:gd name="T11" fmla="*/ 27 h 35"/>
                <a:gd name="T12" fmla="*/ 27 w 27"/>
                <a:gd name="T13" fmla="*/ 35 h 35"/>
                <a:gd name="T14" fmla="*/ 18 w 27"/>
                <a:gd name="T15" fmla="*/ 21 h 35"/>
                <a:gd name="T16" fmla="*/ 1 w 27"/>
                <a:gd name="T17" fmla="*/ 29 h 35"/>
                <a:gd name="T18" fmla="*/ 1 w 27"/>
                <a:gd name="T19" fmla="*/ 29 h 35"/>
                <a:gd name="T20" fmla="*/ 0 w 27"/>
                <a:gd name="T21" fmla="*/ 25 h 35"/>
                <a:gd name="T22" fmla="*/ 0 w 27"/>
                <a:gd name="T23" fmla="*/ 17 h 35"/>
                <a:gd name="T24" fmla="*/ 0 w 27"/>
                <a:gd name="T25" fmla="*/ 11 h 35"/>
                <a:gd name="T26" fmla="*/ 1 w 27"/>
                <a:gd name="T27" fmla="*/ 7 h 35"/>
                <a:gd name="T28" fmla="*/ 6 w 27"/>
                <a:gd name="T29" fmla="*/ 2 h 35"/>
                <a:gd name="T30" fmla="*/ 13 w 27"/>
                <a:gd name="T3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" h="35">
                  <a:moveTo>
                    <a:pt x="13" y="0"/>
                  </a:moveTo>
                  <a:lnTo>
                    <a:pt x="13" y="0"/>
                  </a:lnTo>
                  <a:lnTo>
                    <a:pt x="14" y="2"/>
                  </a:lnTo>
                  <a:lnTo>
                    <a:pt x="18" y="10"/>
                  </a:lnTo>
                  <a:lnTo>
                    <a:pt x="24" y="20"/>
                  </a:lnTo>
                  <a:lnTo>
                    <a:pt x="25" y="27"/>
                  </a:lnTo>
                  <a:lnTo>
                    <a:pt x="27" y="35"/>
                  </a:lnTo>
                  <a:lnTo>
                    <a:pt x="18" y="21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1" y="7"/>
                  </a:lnTo>
                  <a:lnTo>
                    <a:pt x="6" y="2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Freeform: Shape 89">
              <a:extLst>
                <a:ext uri="{FF2B5EF4-FFF2-40B4-BE49-F238E27FC236}">
                  <a16:creationId xmlns:a16="http://schemas.microsoft.com/office/drawing/2014/main" id="{CB5C9423-08DD-4F66-81A3-BEFE76D47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239" y="2508719"/>
              <a:ext cx="246063" cy="123825"/>
            </a:xfrm>
            <a:custGeom>
              <a:avLst/>
              <a:gdLst>
                <a:gd name="T0" fmla="*/ 155 w 155"/>
                <a:gd name="T1" fmla="*/ 78 h 78"/>
                <a:gd name="T2" fmla="*/ 155 w 155"/>
                <a:gd name="T3" fmla="*/ 78 h 78"/>
                <a:gd name="T4" fmla="*/ 142 w 155"/>
                <a:gd name="T5" fmla="*/ 77 h 78"/>
                <a:gd name="T6" fmla="*/ 111 w 155"/>
                <a:gd name="T7" fmla="*/ 74 h 78"/>
                <a:gd name="T8" fmla="*/ 73 w 155"/>
                <a:gd name="T9" fmla="*/ 74 h 78"/>
                <a:gd name="T10" fmla="*/ 56 w 155"/>
                <a:gd name="T11" fmla="*/ 74 h 78"/>
                <a:gd name="T12" fmla="*/ 42 w 155"/>
                <a:gd name="T13" fmla="*/ 77 h 78"/>
                <a:gd name="T14" fmla="*/ 42 w 155"/>
                <a:gd name="T15" fmla="*/ 77 h 78"/>
                <a:gd name="T16" fmla="*/ 35 w 155"/>
                <a:gd name="T17" fmla="*/ 77 h 78"/>
                <a:gd name="T18" fmla="*/ 29 w 155"/>
                <a:gd name="T19" fmla="*/ 77 h 78"/>
                <a:gd name="T20" fmla="*/ 20 w 155"/>
                <a:gd name="T21" fmla="*/ 77 h 78"/>
                <a:gd name="T22" fmla="*/ 13 w 155"/>
                <a:gd name="T23" fmla="*/ 74 h 78"/>
                <a:gd name="T24" fmla="*/ 6 w 155"/>
                <a:gd name="T25" fmla="*/ 70 h 78"/>
                <a:gd name="T26" fmla="*/ 5 w 155"/>
                <a:gd name="T27" fmla="*/ 65 h 78"/>
                <a:gd name="T28" fmla="*/ 2 w 155"/>
                <a:gd name="T29" fmla="*/ 61 h 78"/>
                <a:gd name="T30" fmla="*/ 0 w 155"/>
                <a:gd name="T31" fmla="*/ 57 h 78"/>
                <a:gd name="T32" fmla="*/ 0 w 155"/>
                <a:gd name="T33" fmla="*/ 51 h 78"/>
                <a:gd name="T34" fmla="*/ 0 w 155"/>
                <a:gd name="T35" fmla="*/ 51 h 78"/>
                <a:gd name="T36" fmla="*/ 0 w 155"/>
                <a:gd name="T37" fmla="*/ 46 h 78"/>
                <a:gd name="T38" fmla="*/ 2 w 155"/>
                <a:gd name="T39" fmla="*/ 40 h 78"/>
                <a:gd name="T40" fmla="*/ 5 w 155"/>
                <a:gd name="T41" fmla="*/ 36 h 78"/>
                <a:gd name="T42" fmla="*/ 9 w 155"/>
                <a:gd name="T43" fmla="*/ 31 h 78"/>
                <a:gd name="T44" fmla="*/ 19 w 155"/>
                <a:gd name="T45" fmla="*/ 26 h 78"/>
                <a:gd name="T46" fmla="*/ 33 w 155"/>
                <a:gd name="T47" fmla="*/ 21 h 78"/>
                <a:gd name="T48" fmla="*/ 66 w 155"/>
                <a:gd name="T49" fmla="*/ 13 h 78"/>
                <a:gd name="T50" fmla="*/ 83 w 155"/>
                <a:gd name="T51" fmla="*/ 7 h 78"/>
                <a:gd name="T52" fmla="*/ 100 w 155"/>
                <a:gd name="T53" fmla="*/ 0 h 78"/>
                <a:gd name="T54" fmla="*/ 155 w 155"/>
                <a:gd name="T5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5" h="78">
                  <a:moveTo>
                    <a:pt x="155" y="78"/>
                  </a:moveTo>
                  <a:lnTo>
                    <a:pt x="155" y="78"/>
                  </a:lnTo>
                  <a:lnTo>
                    <a:pt x="142" y="77"/>
                  </a:lnTo>
                  <a:lnTo>
                    <a:pt x="111" y="74"/>
                  </a:lnTo>
                  <a:lnTo>
                    <a:pt x="73" y="74"/>
                  </a:lnTo>
                  <a:lnTo>
                    <a:pt x="56" y="74"/>
                  </a:lnTo>
                  <a:lnTo>
                    <a:pt x="42" y="77"/>
                  </a:lnTo>
                  <a:lnTo>
                    <a:pt x="42" y="77"/>
                  </a:lnTo>
                  <a:lnTo>
                    <a:pt x="35" y="77"/>
                  </a:lnTo>
                  <a:lnTo>
                    <a:pt x="29" y="77"/>
                  </a:lnTo>
                  <a:lnTo>
                    <a:pt x="20" y="77"/>
                  </a:lnTo>
                  <a:lnTo>
                    <a:pt x="13" y="74"/>
                  </a:lnTo>
                  <a:lnTo>
                    <a:pt x="6" y="70"/>
                  </a:lnTo>
                  <a:lnTo>
                    <a:pt x="5" y="65"/>
                  </a:lnTo>
                  <a:lnTo>
                    <a:pt x="2" y="61"/>
                  </a:lnTo>
                  <a:lnTo>
                    <a:pt x="0" y="5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46"/>
                  </a:lnTo>
                  <a:lnTo>
                    <a:pt x="2" y="40"/>
                  </a:lnTo>
                  <a:lnTo>
                    <a:pt x="5" y="36"/>
                  </a:lnTo>
                  <a:lnTo>
                    <a:pt x="9" y="31"/>
                  </a:lnTo>
                  <a:lnTo>
                    <a:pt x="19" y="26"/>
                  </a:lnTo>
                  <a:lnTo>
                    <a:pt x="33" y="21"/>
                  </a:lnTo>
                  <a:lnTo>
                    <a:pt x="66" y="13"/>
                  </a:lnTo>
                  <a:lnTo>
                    <a:pt x="83" y="7"/>
                  </a:lnTo>
                  <a:lnTo>
                    <a:pt x="100" y="0"/>
                  </a:lnTo>
                  <a:lnTo>
                    <a:pt x="155" y="78"/>
                  </a:lnTo>
                  <a:close/>
                </a:path>
              </a:pathLst>
            </a:custGeom>
            <a:solidFill>
              <a:srgbClr val="FE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Freeform: Shape 90">
              <a:extLst>
                <a:ext uri="{FF2B5EF4-FFF2-40B4-BE49-F238E27FC236}">
                  <a16:creationId xmlns:a16="http://schemas.microsoft.com/office/drawing/2014/main" id="{BEE35ABA-509E-4ED2-80A3-0AA83A81B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514" y="2540469"/>
              <a:ext cx="633413" cy="925513"/>
            </a:xfrm>
            <a:custGeom>
              <a:avLst/>
              <a:gdLst>
                <a:gd name="T0" fmla="*/ 353 w 399"/>
                <a:gd name="T1" fmla="*/ 3 h 583"/>
                <a:gd name="T2" fmla="*/ 335 w 399"/>
                <a:gd name="T3" fmla="*/ 0 h 583"/>
                <a:gd name="T4" fmla="*/ 301 w 399"/>
                <a:gd name="T5" fmla="*/ 1 h 583"/>
                <a:gd name="T6" fmla="*/ 270 w 399"/>
                <a:gd name="T7" fmla="*/ 9 h 583"/>
                <a:gd name="T8" fmla="*/ 234 w 399"/>
                <a:gd name="T9" fmla="*/ 21 h 583"/>
                <a:gd name="T10" fmla="*/ 196 w 399"/>
                <a:gd name="T11" fmla="*/ 43 h 583"/>
                <a:gd name="T12" fmla="*/ 155 w 399"/>
                <a:gd name="T13" fmla="*/ 74 h 583"/>
                <a:gd name="T14" fmla="*/ 134 w 399"/>
                <a:gd name="T15" fmla="*/ 95 h 583"/>
                <a:gd name="T16" fmla="*/ 112 w 399"/>
                <a:gd name="T17" fmla="*/ 118 h 583"/>
                <a:gd name="T18" fmla="*/ 75 w 399"/>
                <a:gd name="T19" fmla="*/ 174 h 583"/>
                <a:gd name="T20" fmla="*/ 46 w 399"/>
                <a:gd name="T21" fmla="*/ 241 h 583"/>
                <a:gd name="T22" fmla="*/ 22 w 399"/>
                <a:gd name="T23" fmla="*/ 311 h 583"/>
                <a:gd name="T24" fmla="*/ 7 w 399"/>
                <a:gd name="T25" fmla="*/ 383 h 583"/>
                <a:gd name="T26" fmla="*/ 0 w 399"/>
                <a:gd name="T27" fmla="*/ 451 h 583"/>
                <a:gd name="T28" fmla="*/ 3 w 399"/>
                <a:gd name="T29" fmla="*/ 512 h 583"/>
                <a:gd name="T30" fmla="*/ 10 w 399"/>
                <a:gd name="T31" fmla="*/ 552 h 583"/>
                <a:gd name="T32" fmla="*/ 19 w 399"/>
                <a:gd name="T33" fmla="*/ 573 h 583"/>
                <a:gd name="T34" fmla="*/ 24 w 399"/>
                <a:gd name="T35" fmla="*/ 583 h 583"/>
                <a:gd name="T36" fmla="*/ 115 w 399"/>
                <a:gd name="T37" fmla="*/ 570 h 583"/>
                <a:gd name="T38" fmla="*/ 196 w 399"/>
                <a:gd name="T39" fmla="*/ 554 h 583"/>
                <a:gd name="T40" fmla="*/ 250 w 399"/>
                <a:gd name="T41" fmla="*/ 540 h 583"/>
                <a:gd name="T42" fmla="*/ 295 w 399"/>
                <a:gd name="T43" fmla="*/ 522 h 583"/>
                <a:gd name="T44" fmla="*/ 319 w 399"/>
                <a:gd name="T45" fmla="*/ 506 h 583"/>
                <a:gd name="T46" fmla="*/ 329 w 399"/>
                <a:gd name="T47" fmla="*/ 495 h 583"/>
                <a:gd name="T48" fmla="*/ 333 w 399"/>
                <a:gd name="T49" fmla="*/ 489 h 583"/>
                <a:gd name="T50" fmla="*/ 322 w 399"/>
                <a:gd name="T51" fmla="*/ 464 h 583"/>
                <a:gd name="T52" fmla="*/ 306 w 399"/>
                <a:gd name="T53" fmla="*/ 418 h 583"/>
                <a:gd name="T54" fmla="*/ 299 w 399"/>
                <a:gd name="T55" fmla="*/ 381 h 583"/>
                <a:gd name="T56" fmla="*/ 297 w 399"/>
                <a:gd name="T57" fmla="*/ 340 h 583"/>
                <a:gd name="T58" fmla="*/ 301 w 399"/>
                <a:gd name="T59" fmla="*/ 298 h 583"/>
                <a:gd name="T60" fmla="*/ 316 w 399"/>
                <a:gd name="T61" fmla="*/ 257 h 583"/>
                <a:gd name="T62" fmla="*/ 329 w 399"/>
                <a:gd name="T63" fmla="*/ 238 h 583"/>
                <a:gd name="T64" fmla="*/ 345 w 399"/>
                <a:gd name="T65" fmla="*/ 217 h 583"/>
                <a:gd name="T66" fmla="*/ 367 w 399"/>
                <a:gd name="T67" fmla="*/ 180 h 583"/>
                <a:gd name="T68" fmla="*/ 382 w 399"/>
                <a:gd name="T69" fmla="*/ 150 h 583"/>
                <a:gd name="T70" fmla="*/ 392 w 399"/>
                <a:gd name="T71" fmla="*/ 125 h 583"/>
                <a:gd name="T72" fmla="*/ 396 w 399"/>
                <a:gd name="T73" fmla="*/ 96 h 583"/>
                <a:gd name="T74" fmla="*/ 397 w 399"/>
                <a:gd name="T75" fmla="*/ 68 h 583"/>
                <a:gd name="T76" fmla="*/ 399 w 399"/>
                <a:gd name="T77" fmla="*/ 57 h 583"/>
                <a:gd name="T78" fmla="*/ 394 w 399"/>
                <a:gd name="T79" fmla="*/ 35 h 583"/>
                <a:gd name="T80" fmla="*/ 392 w 399"/>
                <a:gd name="T81" fmla="*/ 23 h 583"/>
                <a:gd name="T82" fmla="*/ 382 w 399"/>
                <a:gd name="T83" fmla="*/ 13 h 583"/>
                <a:gd name="T84" fmla="*/ 353 w 399"/>
                <a:gd name="T85" fmla="*/ 3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9" h="583">
                  <a:moveTo>
                    <a:pt x="353" y="3"/>
                  </a:moveTo>
                  <a:lnTo>
                    <a:pt x="353" y="3"/>
                  </a:lnTo>
                  <a:lnTo>
                    <a:pt x="349" y="1"/>
                  </a:lnTo>
                  <a:lnTo>
                    <a:pt x="335" y="0"/>
                  </a:lnTo>
                  <a:lnTo>
                    <a:pt x="314" y="0"/>
                  </a:lnTo>
                  <a:lnTo>
                    <a:pt x="301" y="1"/>
                  </a:lnTo>
                  <a:lnTo>
                    <a:pt x="287" y="4"/>
                  </a:lnTo>
                  <a:lnTo>
                    <a:pt x="270" y="9"/>
                  </a:lnTo>
                  <a:lnTo>
                    <a:pt x="253" y="14"/>
                  </a:lnTo>
                  <a:lnTo>
                    <a:pt x="234" y="21"/>
                  </a:lnTo>
                  <a:lnTo>
                    <a:pt x="216" y="30"/>
                  </a:lnTo>
                  <a:lnTo>
                    <a:pt x="196" y="43"/>
                  </a:lnTo>
                  <a:lnTo>
                    <a:pt x="175" y="57"/>
                  </a:lnTo>
                  <a:lnTo>
                    <a:pt x="155" y="74"/>
                  </a:lnTo>
                  <a:lnTo>
                    <a:pt x="134" y="95"/>
                  </a:lnTo>
                  <a:lnTo>
                    <a:pt x="134" y="95"/>
                  </a:lnTo>
                  <a:lnTo>
                    <a:pt x="122" y="106"/>
                  </a:lnTo>
                  <a:lnTo>
                    <a:pt x="112" y="118"/>
                  </a:lnTo>
                  <a:lnTo>
                    <a:pt x="92" y="145"/>
                  </a:lnTo>
                  <a:lnTo>
                    <a:pt x="75" y="174"/>
                  </a:lnTo>
                  <a:lnTo>
                    <a:pt x="60" y="207"/>
                  </a:lnTo>
                  <a:lnTo>
                    <a:pt x="46" y="241"/>
                  </a:lnTo>
                  <a:lnTo>
                    <a:pt x="33" y="275"/>
                  </a:lnTo>
                  <a:lnTo>
                    <a:pt x="22" y="311"/>
                  </a:lnTo>
                  <a:lnTo>
                    <a:pt x="13" y="346"/>
                  </a:lnTo>
                  <a:lnTo>
                    <a:pt x="7" y="383"/>
                  </a:lnTo>
                  <a:lnTo>
                    <a:pt x="3" y="417"/>
                  </a:lnTo>
                  <a:lnTo>
                    <a:pt x="0" y="451"/>
                  </a:lnTo>
                  <a:lnTo>
                    <a:pt x="0" y="482"/>
                  </a:lnTo>
                  <a:lnTo>
                    <a:pt x="3" y="512"/>
                  </a:lnTo>
                  <a:lnTo>
                    <a:pt x="7" y="539"/>
                  </a:lnTo>
                  <a:lnTo>
                    <a:pt x="10" y="552"/>
                  </a:lnTo>
                  <a:lnTo>
                    <a:pt x="14" y="563"/>
                  </a:lnTo>
                  <a:lnTo>
                    <a:pt x="19" y="573"/>
                  </a:lnTo>
                  <a:lnTo>
                    <a:pt x="24" y="583"/>
                  </a:lnTo>
                  <a:lnTo>
                    <a:pt x="24" y="583"/>
                  </a:lnTo>
                  <a:lnTo>
                    <a:pt x="68" y="577"/>
                  </a:lnTo>
                  <a:lnTo>
                    <a:pt x="115" y="570"/>
                  </a:lnTo>
                  <a:lnTo>
                    <a:pt x="169" y="560"/>
                  </a:lnTo>
                  <a:lnTo>
                    <a:pt x="196" y="554"/>
                  </a:lnTo>
                  <a:lnTo>
                    <a:pt x="224" y="547"/>
                  </a:lnTo>
                  <a:lnTo>
                    <a:pt x="250" y="540"/>
                  </a:lnTo>
                  <a:lnTo>
                    <a:pt x="274" y="532"/>
                  </a:lnTo>
                  <a:lnTo>
                    <a:pt x="295" y="522"/>
                  </a:lnTo>
                  <a:lnTo>
                    <a:pt x="312" y="512"/>
                  </a:lnTo>
                  <a:lnTo>
                    <a:pt x="319" y="506"/>
                  </a:lnTo>
                  <a:lnTo>
                    <a:pt x="325" y="501"/>
                  </a:lnTo>
                  <a:lnTo>
                    <a:pt x="329" y="495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29" y="482"/>
                  </a:lnTo>
                  <a:lnTo>
                    <a:pt x="322" y="464"/>
                  </a:lnTo>
                  <a:lnTo>
                    <a:pt x="312" y="435"/>
                  </a:lnTo>
                  <a:lnTo>
                    <a:pt x="306" y="418"/>
                  </a:lnTo>
                  <a:lnTo>
                    <a:pt x="302" y="401"/>
                  </a:lnTo>
                  <a:lnTo>
                    <a:pt x="299" y="381"/>
                  </a:lnTo>
                  <a:lnTo>
                    <a:pt x="297" y="362"/>
                  </a:lnTo>
                  <a:lnTo>
                    <a:pt x="297" y="340"/>
                  </a:lnTo>
                  <a:lnTo>
                    <a:pt x="298" y="319"/>
                  </a:lnTo>
                  <a:lnTo>
                    <a:pt x="301" y="298"/>
                  </a:lnTo>
                  <a:lnTo>
                    <a:pt x="308" y="277"/>
                  </a:lnTo>
                  <a:lnTo>
                    <a:pt x="316" y="257"/>
                  </a:lnTo>
                  <a:lnTo>
                    <a:pt x="322" y="247"/>
                  </a:lnTo>
                  <a:lnTo>
                    <a:pt x="329" y="238"/>
                  </a:lnTo>
                  <a:lnTo>
                    <a:pt x="329" y="238"/>
                  </a:lnTo>
                  <a:lnTo>
                    <a:pt x="345" y="217"/>
                  </a:lnTo>
                  <a:lnTo>
                    <a:pt x="357" y="197"/>
                  </a:lnTo>
                  <a:lnTo>
                    <a:pt x="367" y="180"/>
                  </a:lnTo>
                  <a:lnTo>
                    <a:pt x="376" y="164"/>
                  </a:lnTo>
                  <a:lnTo>
                    <a:pt x="382" y="150"/>
                  </a:lnTo>
                  <a:lnTo>
                    <a:pt x="387" y="136"/>
                  </a:lnTo>
                  <a:lnTo>
                    <a:pt x="392" y="125"/>
                  </a:lnTo>
                  <a:lnTo>
                    <a:pt x="393" y="115"/>
                  </a:lnTo>
                  <a:lnTo>
                    <a:pt x="396" y="96"/>
                  </a:lnTo>
                  <a:lnTo>
                    <a:pt x="396" y="81"/>
                  </a:lnTo>
                  <a:lnTo>
                    <a:pt x="397" y="68"/>
                  </a:lnTo>
                  <a:lnTo>
                    <a:pt x="399" y="57"/>
                  </a:lnTo>
                  <a:lnTo>
                    <a:pt x="399" y="57"/>
                  </a:lnTo>
                  <a:lnTo>
                    <a:pt x="396" y="45"/>
                  </a:lnTo>
                  <a:lnTo>
                    <a:pt x="394" y="35"/>
                  </a:lnTo>
                  <a:lnTo>
                    <a:pt x="394" y="28"/>
                  </a:lnTo>
                  <a:lnTo>
                    <a:pt x="392" y="23"/>
                  </a:lnTo>
                  <a:lnTo>
                    <a:pt x="389" y="17"/>
                  </a:lnTo>
                  <a:lnTo>
                    <a:pt x="382" y="13"/>
                  </a:lnTo>
                  <a:lnTo>
                    <a:pt x="370" y="9"/>
                  </a:lnTo>
                  <a:lnTo>
                    <a:pt x="353" y="3"/>
                  </a:lnTo>
                  <a:close/>
                </a:path>
              </a:pathLst>
            </a:custGeom>
            <a:solidFill>
              <a:srgbClr val="47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Freeform: Shape 91">
              <a:extLst>
                <a:ext uri="{FF2B5EF4-FFF2-40B4-BE49-F238E27FC236}">
                  <a16:creationId xmlns:a16="http://schemas.microsoft.com/office/drawing/2014/main" id="{B1168CF9-B8F6-4575-845D-D15FAFFEE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514" y="2540469"/>
              <a:ext cx="633413" cy="925513"/>
            </a:xfrm>
            <a:custGeom>
              <a:avLst/>
              <a:gdLst>
                <a:gd name="T0" fmla="*/ 353 w 399"/>
                <a:gd name="T1" fmla="*/ 3 h 583"/>
                <a:gd name="T2" fmla="*/ 335 w 399"/>
                <a:gd name="T3" fmla="*/ 0 h 583"/>
                <a:gd name="T4" fmla="*/ 301 w 399"/>
                <a:gd name="T5" fmla="*/ 1 h 583"/>
                <a:gd name="T6" fmla="*/ 270 w 399"/>
                <a:gd name="T7" fmla="*/ 9 h 583"/>
                <a:gd name="T8" fmla="*/ 234 w 399"/>
                <a:gd name="T9" fmla="*/ 21 h 583"/>
                <a:gd name="T10" fmla="*/ 196 w 399"/>
                <a:gd name="T11" fmla="*/ 43 h 583"/>
                <a:gd name="T12" fmla="*/ 155 w 399"/>
                <a:gd name="T13" fmla="*/ 74 h 583"/>
                <a:gd name="T14" fmla="*/ 134 w 399"/>
                <a:gd name="T15" fmla="*/ 95 h 583"/>
                <a:gd name="T16" fmla="*/ 112 w 399"/>
                <a:gd name="T17" fmla="*/ 118 h 583"/>
                <a:gd name="T18" fmla="*/ 75 w 399"/>
                <a:gd name="T19" fmla="*/ 174 h 583"/>
                <a:gd name="T20" fmla="*/ 46 w 399"/>
                <a:gd name="T21" fmla="*/ 241 h 583"/>
                <a:gd name="T22" fmla="*/ 22 w 399"/>
                <a:gd name="T23" fmla="*/ 311 h 583"/>
                <a:gd name="T24" fmla="*/ 7 w 399"/>
                <a:gd name="T25" fmla="*/ 383 h 583"/>
                <a:gd name="T26" fmla="*/ 0 w 399"/>
                <a:gd name="T27" fmla="*/ 451 h 583"/>
                <a:gd name="T28" fmla="*/ 3 w 399"/>
                <a:gd name="T29" fmla="*/ 512 h 583"/>
                <a:gd name="T30" fmla="*/ 10 w 399"/>
                <a:gd name="T31" fmla="*/ 552 h 583"/>
                <a:gd name="T32" fmla="*/ 19 w 399"/>
                <a:gd name="T33" fmla="*/ 573 h 583"/>
                <a:gd name="T34" fmla="*/ 24 w 399"/>
                <a:gd name="T35" fmla="*/ 583 h 583"/>
                <a:gd name="T36" fmla="*/ 115 w 399"/>
                <a:gd name="T37" fmla="*/ 570 h 583"/>
                <a:gd name="T38" fmla="*/ 196 w 399"/>
                <a:gd name="T39" fmla="*/ 554 h 583"/>
                <a:gd name="T40" fmla="*/ 250 w 399"/>
                <a:gd name="T41" fmla="*/ 540 h 583"/>
                <a:gd name="T42" fmla="*/ 295 w 399"/>
                <a:gd name="T43" fmla="*/ 522 h 583"/>
                <a:gd name="T44" fmla="*/ 319 w 399"/>
                <a:gd name="T45" fmla="*/ 506 h 583"/>
                <a:gd name="T46" fmla="*/ 329 w 399"/>
                <a:gd name="T47" fmla="*/ 495 h 583"/>
                <a:gd name="T48" fmla="*/ 333 w 399"/>
                <a:gd name="T49" fmla="*/ 489 h 583"/>
                <a:gd name="T50" fmla="*/ 322 w 399"/>
                <a:gd name="T51" fmla="*/ 464 h 583"/>
                <a:gd name="T52" fmla="*/ 306 w 399"/>
                <a:gd name="T53" fmla="*/ 418 h 583"/>
                <a:gd name="T54" fmla="*/ 299 w 399"/>
                <a:gd name="T55" fmla="*/ 381 h 583"/>
                <a:gd name="T56" fmla="*/ 297 w 399"/>
                <a:gd name="T57" fmla="*/ 340 h 583"/>
                <a:gd name="T58" fmla="*/ 301 w 399"/>
                <a:gd name="T59" fmla="*/ 298 h 583"/>
                <a:gd name="T60" fmla="*/ 316 w 399"/>
                <a:gd name="T61" fmla="*/ 257 h 583"/>
                <a:gd name="T62" fmla="*/ 329 w 399"/>
                <a:gd name="T63" fmla="*/ 238 h 583"/>
                <a:gd name="T64" fmla="*/ 345 w 399"/>
                <a:gd name="T65" fmla="*/ 217 h 583"/>
                <a:gd name="T66" fmla="*/ 367 w 399"/>
                <a:gd name="T67" fmla="*/ 180 h 583"/>
                <a:gd name="T68" fmla="*/ 382 w 399"/>
                <a:gd name="T69" fmla="*/ 150 h 583"/>
                <a:gd name="T70" fmla="*/ 392 w 399"/>
                <a:gd name="T71" fmla="*/ 125 h 583"/>
                <a:gd name="T72" fmla="*/ 396 w 399"/>
                <a:gd name="T73" fmla="*/ 96 h 583"/>
                <a:gd name="T74" fmla="*/ 397 w 399"/>
                <a:gd name="T75" fmla="*/ 68 h 583"/>
                <a:gd name="T76" fmla="*/ 399 w 399"/>
                <a:gd name="T77" fmla="*/ 57 h 583"/>
                <a:gd name="T78" fmla="*/ 394 w 399"/>
                <a:gd name="T79" fmla="*/ 35 h 583"/>
                <a:gd name="T80" fmla="*/ 392 w 399"/>
                <a:gd name="T81" fmla="*/ 23 h 583"/>
                <a:gd name="T82" fmla="*/ 382 w 399"/>
                <a:gd name="T83" fmla="*/ 13 h 583"/>
                <a:gd name="T84" fmla="*/ 353 w 399"/>
                <a:gd name="T85" fmla="*/ 3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9" h="583">
                  <a:moveTo>
                    <a:pt x="353" y="3"/>
                  </a:moveTo>
                  <a:lnTo>
                    <a:pt x="353" y="3"/>
                  </a:lnTo>
                  <a:lnTo>
                    <a:pt x="349" y="1"/>
                  </a:lnTo>
                  <a:lnTo>
                    <a:pt x="335" y="0"/>
                  </a:lnTo>
                  <a:lnTo>
                    <a:pt x="314" y="0"/>
                  </a:lnTo>
                  <a:lnTo>
                    <a:pt x="301" y="1"/>
                  </a:lnTo>
                  <a:lnTo>
                    <a:pt x="287" y="4"/>
                  </a:lnTo>
                  <a:lnTo>
                    <a:pt x="270" y="9"/>
                  </a:lnTo>
                  <a:lnTo>
                    <a:pt x="253" y="14"/>
                  </a:lnTo>
                  <a:lnTo>
                    <a:pt x="234" y="21"/>
                  </a:lnTo>
                  <a:lnTo>
                    <a:pt x="216" y="30"/>
                  </a:lnTo>
                  <a:lnTo>
                    <a:pt x="196" y="43"/>
                  </a:lnTo>
                  <a:lnTo>
                    <a:pt x="175" y="57"/>
                  </a:lnTo>
                  <a:lnTo>
                    <a:pt x="155" y="74"/>
                  </a:lnTo>
                  <a:lnTo>
                    <a:pt x="134" y="95"/>
                  </a:lnTo>
                  <a:lnTo>
                    <a:pt x="134" y="95"/>
                  </a:lnTo>
                  <a:lnTo>
                    <a:pt x="122" y="106"/>
                  </a:lnTo>
                  <a:lnTo>
                    <a:pt x="112" y="118"/>
                  </a:lnTo>
                  <a:lnTo>
                    <a:pt x="92" y="145"/>
                  </a:lnTo>
                  <a:lnTo>
                    <a:pt x="75" y="174"/>
                  </a:lnTo>
                  <a:lnTo>
                    <a:pt x="60" y="207"/>
                  </a:lnTo>
                  <a:lnTo>
                    <a:pt x="46" y="241"/>
                  </a:lnTo>
                  <a:lnTo>
                    <a:pt x="33" y="275"/>
                  </a:lnTo>
                  <a:lnTo>
                    <a:pt x="22" y="311"/>
                  </a:lnTo>
                  <a:lnTo>
                    <a:pt x="13" y="346"/>
                  </a:lnTo>
                  <a:lnTo>
                    <a:pt x="7" y="383"/>
                  </a:lnTo>
                  <a:lnTo>
                    <a:pt x="3" y="417"/>
                  </a:lnTo>
                  <a:lnTo>
                    <a:pt x="0" y="451"/>
                  </a:lnTo>
                  <a:lnTo>
                    <a:pt x="0" y="482"/>
                  </a:lnTo>
                  <a:lnTo>
                    <a:pt x="3" y="512"/>
                  </a:lnTo>
                  <a:lnTo>
                    <a:pt x="7" y="539"/>
                  </a:lnTo>
                  <a:lnTo>
                    <a:pt x="10" y="552"/>
                  </a:lnTo>
                  <a:lnTo>
                    <a:pt x="14" y="563"/>
                  </a:lnTo>
                  <a:lnTo>
                    <a:pt x="19" y="573"/>
                  </a:lnTo>
                  <a:lnTo>
                    <a:pt x="24" y="583"/>
                  </a:lnTo>
                  <a:lnTo>
                    <a:pt x="24" y="583"/>
                  </a:lnTo>
                  <a:lnTo>
                    <a:pt x="68" y="577"/>
                  </a:lnTo>
                  <a:lnTo>
                    <a:pt x="115" y="570"/>
                  </a:lnTo>
                  <a:lnTo>
                    <a:pt x="169" y="560"/>
                  </a:lnTo>
                  <a:lnTo>
                    <a:pt x="196" y="554"/>
                  </a:lnTo>
                  <a:lnTo>
                    <a:pt x="224" y="547"/>
                  </a:lnTo>
                  <a:lnTo>
                    <a:pt x="250" y="540"/>
                  </a:lnTo>
                  <a:lnTo>
                    <a:pt x="274" y="532"/>
                  </a:lnTo>
                  <a:lnTo>
                    <a:pt x="295" y="522"/>
                  </a:lnTo>
                  <a:lnTo>
                    <a:pt x="312" y="512"/>
                  </a:lnTo>
                  <a:lnTo>
                    <a:pt x="319" y="506"/>
                  </a:lnTo>
                  <a:lnTo>
                    <a:pt x="325" y="501"/>
                  </a:lnTo>
                  <a:lnTo>
                    <a:pt x="329" y="495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29" y="482"/>
                  </a:lnTo>
                  <a:lnTo>
                    <a:pt x="322" y="464"/>
                  </a:lnTo>
                  <a:lnTo>
                    <a:pt x="312" y="435"/>
                  </a:lnTo>
                  <a:lnTo>
                    <a:pt x="306" y="418"/>
                  </a:lnTo>
                  <a:lnTo>
                    <a:pt x="302" y="401"/>
                  </a:lnTo>
                  <a:lnTo>
                    <a:pt x="299" y="381"/>
                  </a:lnTo>
                  <a:lnTo>
                    <a:pt x="297" y="362"/>
                  </a:lnTo>
                  <a:lnTo>
                    <a:pt x="297" y="340"/>
                  </a:lnTo>
                  <a:lnTo>
                    <a:pt x="298" y="319"/>
                  </a:lnTo>
                  <a:lnTo>
                    <a:pt x="301" y="298"/>
                  </a:lnTo>
                  <a:lnTo>
                    <a:pt x="308" y="277"/>
                  </a:lnTo>
                  <a:lnTo>
                    <a:pt x="316" y="257"/>
                  </a:lnTo>
                  <a:lnTo>
                    <a:pt x="322" y="247"/>
                  </a:lnTo>
                  <a:lnTo>
                    <a:pt x="329" y="238"/>
                  </a:lnTo>
                  <a:lnTo>
                    <a:pt x="329" y="238"/>
                  </a:lnTo>
                  <a:lnTo>
                    <a:pt x="345" y="217"/>
                  </a:lnTo>
                  <a:lnTo>
                    <a:pt x="357" y="197"/>
                  </a:lnTo>
                  <a:lnTo>
                    <a:pt x="367" y="180"/>
                  </a:lnTo>
                  <a:lnTo>
                    <a:pt x="376" y="164"/>
                  </a:lnTo>
                  <a:lnTo>
                    <a:pt x="382" y="150"/>
                  </a:lnTo>
                  <a:lnTo>
                    <a:pt x="387" y="136"/>
                  </a:lnTo>
                  <a:lnTo>
                    <a:pt x="392" y="125"/>
                  </a:lnTo>
                  <a:lnTo>
                    <a:pt x="393" y="115"/>
                  </a:lnTo>
                  <a:lnTo>
                    <a:pt x="396" y="96"/>
                  </a:lnTo>
                  <a:lnTo>
                    <a:pt x="396" y="81"/>
                  </a:lnTo>
                  <a:lnTo>
                    <a:pt x="397" y="68"/>
                  </a:lnTo>
                  <a:lnTo>
                    <a:pt x="399" y="57"/>
                  </a:lnTo>
                  <a:lnTo>
                    <a:pt x="399" y="57"/>
                  </a:lnTo>
                  <a:lnTo>
                    <a:pt x="396" y="45"/>
                  </a:lnTo>
                  <a:lnTo>
                    <a:pt x="394" y="35"/>
                  </a:lnTo>
                  <a:lnTo>
                    <a:pt x="394" y="28"/>
                  </a:lnTo>
                  <a:lnTo>
                    <a:pt x="392" y="23"/>
                  </a:lnTo>
                  <a:lnTo>
                    <a:pt x="389" y="17"/>
                  </a:lnTo>
                  <a:lnTo>
                    <a:pt x="382" y="13"/>
                  </a:lnTo>
                  <a:lnTo>
                    <a:pt x="370" y="9"/>
                  </a:lnTo>
                  <a:lnTo>
                    <a:pt x="353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Freeform: Shape 93">
              <a:extLst>
                <a:ext uri="{FF2B5EF4-FFF2-40B4-BE49-F238E27FC236}">
                  <a16:creationId xmlns:a16="http://schemas.microsoft.com/office/drawing/2014/main" id="{A429DA43-3F7F-4BF1-B7A1-C4F44FF13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551" y="3350094"/>
              <a:ext cx="269875" cy="122238"/>
            </a:xfrm>
            <a:custGeom>
              <a:avLst/>
              <a:gdLst>
                <a:gd name="T0" fmla="*/ 170 w 170"/>
                <a:gd name="T1" fmla="*/ 61 h 77"/>
                <a:gd name="T2" fmla="*/ 170 w 170"/>
                <a:gd name="T3" fmla="*/ 61 h 77"/>
                <a:gd name="T4" fmla="*/ 166 w 170"/>
                <a:gd name="T5" fmla="*/ 64 h 77"/>
                <a:gd name="T6" fmla="*/ 155 w 170"/>
                <a:gd name="T7" fmla="*/ 68 h 77"/>
                <a:gd name="T8" fmla="*/ 136 w 170"/>
                <a:gd name="T9" fmla="*/ 73 h 77"/>
                <a:gd name="T10" fmla="*/ 126 w 170"/>
                <a:gd name="T11" fmla="*/ 76 h 77"/>
                <a:gd name="T12" fmla="*/ 114 w 170"/>
                <a:gd name="T13" fmla="*/ 76 h 77"/>
                <a:gd name="T14" fmla="*/ 101 w 170"/>
                <a:gd name="T15" fmla="*/ 77 h 77"/>
                <a:gd name="T16" fmla="*/ 88 w 170"/>
                <a:gd name="T17" fmla="*/ 76 h 77"/>
                <a:gd name="T18" fmla="*/ 74 w 170"/>
                <a:gd name="T19" fmla="*/ 73 h 77"/>
                <a:gd name="T20" fmla="*/ 60 w 170"/>
                <a:gd name="T21" fmla="*/ 68 h 77"/>
                <a:gd name="T22" fmla="*/ 44 w 170"/>
                <a:gd name="T23" fmla="*/ 63 h 77"/>
                <a:gd name="T24" fmla="*/ 30 w 170"/>
                <a:gd name="T25" fmla="*/ 54 h 77"/>
                <a:gd name="T26" fmla="*/ 16 w 170"/>
                <a:gd name="T27" fmla="*/ 44 h 77"/>
                <a:gd name="T28" fmla="*/ 0 w 170"/>
                <a:gd name="T29" fmla="*/ 30 h 77"/>
                <a:gd name="T30" fmla="*/ 0 w 170"/>
                <a:gd name="T31" fmla="*/ 30 h 77"/>
                <a:gd name="T32" fmla="*/ 9 w 170"/>
                <a:gd name="T33" fmla="*/ 33 h 77"/>
                <a:gd name="T34" fmla="*/ 17 w 170"/>
                <a:gd name="T35" fmla="*/ 36 h 77"/>
                <a:gd name="T36" fmla="*/ 27 w 170"/>
                <a:gd name="T37" fmla="*/ 37 h 77"/>
                <a:gd name="T38" fmla="*/ 33 w 170"/>
                <a:gd name="T39" fmla="*/ 36 h 77"/>
                <a:gd name="T40" fmla="*/ 37 w 170"/>
                <a:gd name="T41" fmla="*/ 34 h 77"/>
                <a:gd name="T42" fmla="*/ 41 w 170"/>
                <a:gd name="T43" fmla="*/ 33 h 77"/>
                <a:gd name="T44" fmla="*/ 46 w 170"/>
                <a:gd name="T45" fmla="*/ 29 h 77"/>
                <a:gd name="T46" fmla="*/ 50 w 170"/>
                <a:gd name="T47" fmla="*/ 25 h 77"/>
                <a:gd name="T48" fmla="*/ 51 w 170"/>
                <a:gd name="T49" fmla="*/ 19 h 77"/>
                <a:gd name="T50" fmla="*/ 53 w 170"/>
                <a:gd name="T51" fmla="*/ 10 h 77"/>
                <a:gd name="T52" fmla="*/ 53 w 170"/>
                <a:gd name="T53" fmla="*/ 0 h 77"/>
                <a:gd name="T54" fmla="*/ 53 w 170"/>
                <a:gd name="T55" fmla="*/ 0 h 77"/>
                <a:gd name="T56" fmla="*/ 54 w 170"/>
                <a:gd name="T57" fmla="*/ 3 h 77"/>
                <a:gd name="T58" fmla="*/ 57 w 170"/>
                <a:gd name="T59" fmla="*/ 12 h 77"/>
                <a:gd name="T60" fmla="*/ 63 w 170"/>
                <a:gd name="T61" fmla="*/ 23 h 77"/>
                <a:gd name="T62" fmla="*/ 67 w 170"/>
                <a:gd name="T63" fmla="*/ 29 h 77"/>
                <a:gd name="T64" fmla="*/ 73 w 170"/>
                <a:gd name="T65" fmla="*/ 36 h 77"/>
                <a:gd name="T66" fmla="*/ 80 w 170"/>
                <a:gd name="T67" fmla="*/ 42 h 77"/>
                <a:gd name="T68" fmla="*/ 88 w 170"/>
                <a:gd name="T69" fmla="*/ 47 h 77"/>
                <a:gd name="T70" fmla="*/ 97 w 170"/>
                <a:gd name="T71" fmla="*/ 53 h 77"/>
                <a:gd name="T72" fmla="*/ 108 w 170"/>
                <a:gd name="T73" fmla="*/ 57 h 77"/>
                <a:gd name="T74" fmla="*/ 121 w 170"/>
                <a:gd name="T75" fmla="*/ 60 h 77"/>
                <a:gd name="T76" fmla="*/ 135 w 170"/>
                <a:gd name="T77" fmla="*/ 61 h 77"/>
                <a:gd name="T78" fmla="*/ 152 w 170"/>
                <a:gd name="T79" fmla="*/ 63 h 77"/>
                <a:gd name="T80" fmla="*/ 170 w 170"/>
                <a:gd name="T81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0" h="77">
                  <a:moveTo>
                    <a:pt x="170" y="61"/>
                  </a:moveTo>
                  <a:lnTo>
                    <a:pt x="170" y="61"/>
                  </a:lnTo>
                  <a:lnTo>
                    <a:pt x="166" y="64"/>
                  </a:lnTo>
                  <a:lnTo>
                    <a:pt x="155" y="68"/>
                  </a:lnTo>
                  <a:lnTo>
                    <a:pt x="136" y="73"/>
                  </a:lnTo>
                  <a:lnTo>
                    <a:pt x="126" y="76"/>
                  </a:lnTo>
                  <a:lnTo>
                    <a:pt x="114" y="76"/>
                  </a:lnTo>
                  <a:lnTo>
                    <a:pt x="101" y="77"/>
                  </a:lnTo>
                  <a:lnTo>
                    <a:pt x="88" y="76"/>
                  </a:lnTo>
                  <a:lnTo>
                    <a:pt x="74" y="73"/>
                  </a:lnTo>
                  <a:lnTo>
                    <a:pt x="60" y="68"/>
                  </a:lnTo>
                  <a:lnTo>
                    <a:pt x="44" y="63"/>
                  </a:lnTo>
                  <a:lnTo>
                    <a:pt x="30" y="54"/>
                  </a:lnTo>
                  <a:lnTo>
                    <a:pt x="16" y="44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9" y="33"/>
                  </a:lnTo>
                  <a:lnTo>
                    <a:pt x="17" y="36"/>
                  </a:lnTo>
                  <a:lnTo>
                    <a:pt x="27" y="37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41" y="33"/>
                  </a:lnTo>
                  <a:lnTo>
                    <a:pt x="46" y="29"/>
                  </a:lnTo>
                  <a:lnTo>
                    <a:pt x="50" y="25"/>
                  </a:lnTo>
                  <a:lnTo>
                    <a:pt x="51" y="19"/>
                  </a:lnTo>
                  <a:lnTo>
                    <a:pt x="53" y="1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3"/>
                  </a:lnTo>
                  <a:lnTo>
                    <a:pt x="57" y="12"/>
                  </a:lnTo>
                  <a:lnTo>
                    <a:pt x="63" y="23"/>
                  </a:lnTo>
                  <a:lnTo>
                    <a:pt x="67" y="29"/>
                  </a:lnTo>
                  <a:lnTo>
                    <a:pt x="73" y="36"/>
                  </a:lnTo>
                  <a:lnTo>
                    <a:pt x="80" y="42"/>
                  </a:lnTo>
                  <a:lnTo>
                    <a:pt x="88" y="47"/>
                  </a:lnTo>
                  <a:lnTo>
                    <a:pt x="97" y="53"/>
                  </a:lnTo>
                  <a:lnTo>
                    <a:pt x="108" y="57"/>
                  </a:lnTo>
                  <a:lnTo>
                    <a:pt x="121" y="60"/>
                  </a:lnTo>
                  <a:lnTo>
                    <a:pt x="135" y="61"/>
                  </a:lnTo>
                  <a:lnTo>
                    <a:pt x="152" y="63"/>
                  </a:lnTo>
                  <a:lnTo>
                    <a:pt x="170" y="61"/>
                  </a:lnTo>
                  <a:close/>
                </a:path>
              </a:pathLst>
            </a:custGeom>
            <a:solidFill>
              <a:srgbClr val="67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Freeform: Shape 94">
              <a:extLst>
                <a:ext uri="{FF2B5EF4-FFF2-40B4-BE49-F238E27FC236}">
                  <a16:creationId xmlns:a16="http://schemas.microsoft.com/office/drawing/2014/main" id="{731BFC4F-2D71-4059-96D3-A23101DC9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551" y="3350094"/>
              <a:ext cx="269875" cy="122238"/>
            </a:xfrm>
            <a:custGeom>
              <a:avLst/>
              <a:gdLst>
                <a:gd name="T0" fmla="*/ 170 w 170"/>
                <a:gd name="T1" fmla="*/ 61 h 77"/>
                <a:gd name="T2" fmla="*/ 170 w 170"/>
                <a:gd name="T3" fmla="*/ 61 h 77"/>
                <a:gd name="T4" fmla="*/ 166 w 170"/>
                <a:gd name="T5" fmla="*/ 64 h 77"/>
                <a:gd name="T6" fmla="*/ 155 w 170"/>
                <a:gd name="T7" fmla="*/ 68 h 77"/>
                <a:gd name="T8" fmla="*/ 136 w 170"/>
                <a:gd name="T9" fmla="*/ 73 h 77"/>
                <a:gd name="T10" fmla="*/ 126 w 170"/>
                <a:gd name="T11" fmla="*/ 76 h 77"/>
                <a:gd name="T12" fmla="*/ 114 w 170"/>
                <a:gd name="T13" fmla="*/ 76 h 77"/>
                <a:gd name="T14" fmla="*/ 101 w 170"/>
                <a:gd name="T15" fmla="*/ 77 h 77"/>
                <a:gd name="T16" fmla="*/ 88 w 170"/>
                <a:gd name="T17" fmla="*/ 76 h 77"/>
                <a:gd name="T18" fmla="*/ 74 w 170"/>
                <a:gd name="T19" fmla="*/ 73 h 77"/>
                <a:gd name="T20" fmla="*/ 60 w 170"/>
                <a:gd name="T21" fmla="*/ 68 h 77"/>
                <a:gd name="T22" fmla="*/ 44 w 170"/>
                <a:gd name="T23" fmla="*/ 63 h 77"/>
                <a:gd name="T24" fmla="*/ 30 w 170"/>
                <a:gd name="T25" fmla="*/ 54 h 77"/>
                <a:gd name="T26" fmla="*/ 16 w 170"/>
                <a:gd name="T27" fmla="*/ 44 h 77"/>
                <a:gd name="T28" fmla="*/ 0 w 170"/>
                <a:gd name="T29" fmla="*/ 30 h 77"/>
                <a:gd name="T30" fmla="*/ 0 w 170"/>
                <a:gd name="T31" fmla="*/ 30 h 77"/>
                <a:gd name="T32" fmla="*/ 9 w 170"/>
                <a:gd name="T33" fmla="*/ 33 h 77"/>
                <a:gd name="T34" fmla="*/ 17 w 170"/>
                <a:gd name="T35" fmla="*/ 36 h 77"/>
                <a:gd name="T36" fmla="*/ 27 w 170"/>
                <a:gd name="T37" fmla="*/ 37 h 77"/>
                <a:gd name="T38" fmla="*/ 33 w 170"/>
                <a:gd name="T39" fmla="*/ 36 h 77"/>
                <a:gd name="T40" fmla="*/ 37 w 170"/>
                <a:gd name="T41" fmla="*/ 34 h 77"/>
                <a:gd name="T42" fmla="*/ 41 w 170"/>
                <a:gd name="T43" fmla="*/ 33 h 77"/>
                <a:gd name="T44" fmla="*/ 46 w 170"/>
                <a:gd name="T45" fmla="*/ 29 h 77"/>
                <a:gd name="T46" fmla="*/ 50 w 170"/>
                <a:gd name="T47" fmla="*/ 25 h 77"/>
                <a:gd name="T48" fmla="*/ 51 w 170"/>
                <a:gd name="T49" fmla="*/ 19 h 77"/>
                <a:gd name="T50" fmla="*/ 53 w 170"/>
                <a:gd name="T51" fmla="*/ 10 h 77"/>
                <a:gd name="T52" fmla="*/ 53 w 170"/>
                <a:gd name="T53" fmla="*/ 0 h 77"/>
                <a:gd name="T54" fmla="*/ 53 w 170"/>
                <a:gd name="T55" fmla="*/ 0 h 77"/>
                <a:gd name="T56" fmla="*/ 54 w 170"/>
                <a:gd name="T57" fmla="*/ 3 h 77"/>
                <a:gd name="T58" fmla="*/ 57 w 170"/>
                <a:gd name="T59" fmla="*/ 12 h 77"/>
                <a:gd name="T60" fmla="*/ 63 w 170"/>
                <a:gd name="T61" fmla="*/ 23 h 77"/>
                <a:gd name="T62" fmla="*/ 67 w 170"/>
                <a:gd name="T63" fmla="*/ 29 h 77"/>
                <a:gd name="T64" fmla="*/ 73 w 170"/>
                <a:gd name="T65" fmla="*/ 36 h 77"/>
                <a:gd name="T66" fmla="*/ 80 w 170"/>
                <a:gd name="T67" fmla="*/ 42 h 77"/>
                <a:gd name="T68" fmla="*/ 88 w 170"/>
                <a:gd name="T69" fmla="*/ 47 h 77"/>
                <a:gd name="T70" fmla="*/ 97 w 170"/>
                <a:gd name="T71" fmla="*/ 53 h 77"/>
                <a:gd name="T72" fmla="*/ 108 w 170"/>
                <a:gd name="T73" fmla="*/ 57 h 77"/>
                <a:gd name="T74" fmla="*/ 121 w 170"/>
                <a:gd name="T75" fmla="*/ 60 h 77"/>
                <a:gd name="T76" fmla="*/ 135 w 170"/>
                <a:gd name="T77" fmla="*/ 61 h 77"/>
                <a:gd name="T78" fmla="*/ 152 w 170"/>
                <a:gd name="T79" fmla="*/ 63 h 77"/>
                <a:gd name="T80" fmla="*/ 170 w 170"/>
                <a:gd name="T81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0" h="77">
                  <a:moveTo>
                    <a:pt x="170" y="61"/>
                  </a:moveTo>
                  <a:lnTo>
                    <a:pt x="170" y="61"/>
                  </a:lnTo>
                  <a:lnTo>
                    <a:pt x="166" y="64"/>
                  </a:lnTo>
                  <a:lnTo>
                    <a:pt x="155" y="68"/>
                  </a:lnTo>
                  <a:lnTo>
                    <a:pt x="136" y="73"/>
                  </a:lnTo>
                  <a:lnTo>
                    <a:pt x="126" y="76"/>
                  </a:lnTo>
                  <a:lnTo>
                    <a:pt x="114" y="76"/>
                  </a:lnTo>
                  <a:lnTo>
                    <a:pt x="101" y="77"/>
                  </a:lnTo>
                  <a:lnTo>
                    <a:pt x="88" y="76"/>
                  </a:lnTo>
                  <a:lnTo>
                    <a:pt x="74" y="73"/>
                  </a:lnTo>
                  <a:lnTo>
                    <a:pt x="60" y="68"/>
                  </a:lnTo>
                  <a:lnTo>
                    <a:pt x="44" y="63"/>
                  </a:lnTo>
                  <a:lnTo>
                    <a:pt x="30" y="54"/>
                  </a:lnTo>
                  <a:lnTo>
                    <a:pt x="16" y="44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9" y="33"/>
                  </a:lnTo>
                  <a:lnTo>
                    <a:pt x="17" y="36"/>
                  </a:lnTo>
                  <a:lnTo>
                    <a:pt x="27" y="37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41" y="33"/>
                  </a:lnTo>
                  <a:lnTo>
                    <a:pt x="46" y="29"/>
                  </a:lnTo>
                  <a:lnTo>
                    <a:pt x="50" y="25"/>
                  </a:lnTo>
                  <a:lnTo>
                    <a:pt x="51" y="19"/>
                  </a:lnTo>
                  <a:lnTo>
                    <a:pt x="53" y="1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3"/>
                  </a:lnTo>
                  <a:lnTo>
                    <a:pt x="57" y="12"/>
                  </a:lnTo>
                  <a:lnTo>
                    <a:pt x="63" y="23"/>
                  </a:lnTo>
                  <a:lnTo>
                    <a:pt x="67" y="29"/>
                  </a:lnTo>
                  <a:lnTo>
                    <a:pt x="73" y="36"/>
                  </a:lnTo>
                  <a:lnTo>
                    <a:pt x="80" y="42"/>
                  </a:lnTo>
                  <a:lnTo>
                    <a:pt x="88" y="47"/>
                  </a:lnTo>
                  <a:lnTo>
                    <a:pt x="97" y="53"/>
                  </a:lnTo>
                  <a:lnTo>
                    <a:pt x="108" y="57"/>
                  </a:lnTo>
                  <a:lnTo>
                    <a:pt x="121" y="60"/>
                  </a:lnTo>
                  <a:lnTo>
                    <a:pt x="135" y="61"/>
                  </a:lnTo>
                  <a:lnTo>
                    <a:pt x="152" y="63"/>
                  </a:lnTo>
                  <a:lnTo>
                    <a:pt x="170" y="6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Freeform: Shape 95">
              <a:extLst>
                <a:ext uri="{FF2B5EF4-FFF2-40B4-BE49-F238E27FC236}">
                  <a16:creationId xmlns:a16="http://schemas.microsoft.com/office/drawing/2014/main" id="{5FF429F4-691E-4C34-B405-DE41B61A1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889" y="2476969"/>
              <a:ext cx="811213" cy="269875"/>
            </a:xfrm>
            <a:custGeom>
              <a:avLst/>
              <a:gdLst>
                <a:gd name="T0" fmla="*/ 511 w 511"/>
                <a:gd name="T1" fmla="*/ 111 h 170"/>
                <a:gd name="T2" fmla="*/ 503 w 511"/>
                <a:gd name="T3" fmla="*/ 90 h 170"/>
                <a:gd name="T4" fmla="*/ 482 w 511"/>
                <a:gd name="T5" fmla="*/ 63 h 170"/>
                <a:gd name="T6" fmla="*/ 463 w 511"/>
                <a:gd name="T7" fmla="*/ 49 h 170"/>
                <a:gd name="T8" fmla="*/ 441 w 511"/>
                <a:gd name="T9" fmla="*/ 36 h 170"/>
                <a:gd name="T10" fmla="*/ 411 w 511"/>
                <a:gd name="T11" fmla="*/ 24 h 170"/>
                <a:gd name="T12" fmla="*/ 394 w 511"/>
                <a:gd name="T13" fmla="*/ 22 h 170"/>
                <a:gd name="T14" fmla="*/ 358 w 511"/>
                <a:gd name="T15" fmla="*/ 23 h 170"/>
                <a:gd name="T16" fmla="*/ 304 w 511"/>
                <a:gd name="T17" fmla="*/ 34 h 170"/>
                <a:gd name="T18" fmla="*/ 248 w 511"/>
                <a:gd name="T19" fmla="*/ 46 h 170"/>
                <a:gd name="T20" fmla="*/ 209 w 511"/>
                <a:gd name="T21" fmla="*/ 47 h 170"/>
                <a:gd name="T22" fmla="*/ 173 w 511"/>
                <a:gd name="T23" fmla="*/ 40 h 170"/>
                <a:gd name="T24" fmla="*/ 154 w 511"/>
                <a:gd name="T25" fmla="*/ 30 h 170"/>
                <a:gd name="T26" fmla="*/ 136 w 511"/>
                <a:gd name="T27" fmla="*/ 17 h 170"/>
                <a:gd name="T28" fmla="*/ 117 w 511"/>
                <a:gd name="T29" fmla="*/ 0 h 170"/>
                <a:gd name="T30" fmla="*/ 0 w 511"/>
                <a:gd name="T31" fmla="*/ 15 h 170"/>
                <a:gd name="T32" fmla="*/ 11 w 511"/>
                <a:gd name="T33" fmla="*/ 71 h 170"/>
                <a:gd name="T34" fmla="*/ 27 w 511"/>
                <a:gd name="T35" fmla="*/ 131 h 170"/>
                <a:gd name="T36" fmla="*/ 32 w 511"/>
                <a:gd name="T37" fmla="*/ 141 h 170"/>
                <a:gd name="T38" fmla="*/ 66 w 511"/>
                <a:gd name="T39" fmla="*/ 156 h 170"/>
                <a:gd name="T40" fmla="*/ 103 w 511"/>
                <a:gd name="T41" fmla="*/ 166 h 170"/>
                <a:gd name="T42" fmla="*/ 130 w 511"/>
                <a:gd name="T43" fmla="*/ 170 h 170"/>
                <a:gd name="T44" fmla="*/ 158 w 511"/>
                <a:gd name="T45" fmla="*/ 168 h 170"/>
                <a:gd name="T46" fmla="*/ 187 w 511"/>
                <a:gd name="T47" fmla="*/ 159 h 170"/>
                <a:gd name="T48" fmla="*/ 201 w 511"/>
                <a:gd name="T49" fmla="*/ 152 h 170"/>
                <a:gd name="T50" fmla="*/ 272 w 511"/>
                <a:gd name="T51" fmla="*/ 108 h 170"/>
                <a:gd name="T52" fmla="*/ 314 w 511"/>
                <a:gd name="T53" fmla="*/ 87 h 170"/>
                <a:gd name="T54" fmla="*/ 354 w 511"/>
                <a:gd name="T55" fmla="*/ 73 h 170"/>
                <a:gd name="T56" fmla="*/ 391 w 511"/>
                <a:gd name="T57" fmla="*/ 67 h 170"/>
                <a:gd name="T58" fmla="*/ 428 w 511"/>
                <a:gd name="T59" fmla="*/ 71 h 170"/>
                <a:gd name="T60" fmla="*/ 462 w 511"/>
                <a:gd name="T61" fmla="*/ 87 h 170"/>
                <a:gd name="T62" fmla="*/ 494 w 511"/>
                <a:gd name="T63" fmla="*/ 115 h 170"/>
                <a:gd name="T64" fmla="*/ 511 w 511"/>
                <a:gd name="T65" fmla="*/ 11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11" h="170">
                  <a:moveTo>
                    <a:pt x="511" y="111"/>
                  </a:moveTo>
                  <a:lnTo>
                    <a:pt x="511" y="111"/>
                  </a:lnTo>
                  <a:lnTo>
                    <a:pt x="507" y="101"/>
                  </a:lnTo>
                  <a:lnTo>
                    <a:pt x="503" y="90"/>
                  </a:lnTo>
                  <a:lnTo>
                    <a:pt x="494" y="77"/>
                  </a:lnTo>
                  <a:lnTo>
                    <a:pt x="482" y="63"/>
                  </a:lnTo>
                  <a:lnTo>
                    <a:pt x="473" y="56"/>
                  </a:lnTo>
                  <a:lnTo>
                    <a:pt x="463" y="49"/>
                  </a:lnTo>
                  <a:lnTo>
                    <a:pt x="452" y="41"/>
                  </a:lnTo>
                  <a:lnTo>
                    <a:pt x="441" y="36"/>
                  </a:lnTo>
                  <a:lnTo>
                    <a:pt x="426" y="30"/>
                  </a:lnTo>
                  <a:lnTo>
                    <a:pt x="411" y="24"/>
                  </a:lnTo>
                  <a:lnTo>
                    <a:pt x="411" y="24"/>
                  </a:lnTo>
                  <a:lnTo>
                    <a:pt x="394" y="22"/>
                  </a:lnTo>
                  <a:lnTo>
                    <a:pt x="377" y="22"/>
                  </a:lnTo>
                  <a:lnTo>
                    <a:pt x="358" y="23"/>
                  </a:lnTo>
                  <a:lnTo>
                    <a:pt x="341" y="26"/>
                  </a:lnTo>
                  <a:lnTo>
                    <a:pt x="304" y="34"/>
                  </a:lnTo>
                  <a:lnTo>
                    <a:pt x="266" y="43"/>
                  </a:lnTo>
                  <a:lnTo>
                    <a:pt x="248" y="46"/>
                  </a:lnTo>
                  <a:lnTo>
                    <a:pt x="228" y="49"/>
                  </a:lnTo>
                  <a:lnTo>
                    <a:pt x="209" y="47"/>
                  </a:lnTo>
                  <a:lnTo>
                    <a:pt x="191" y="46"/>
                  </a:lnTo>
                  <a:lnTo>
                    <a:pt x="173" y="40"/>
                  </a:lnTo>
                  <a:lnTo>
                    <a:pt x="163" y="36"/>
                  </a:lnTo>
                  <a:lnTo>
                    <a:pt x="154" y="30"/>
                  </a:lnTo>
                  <a:lnTo>
                    <a:pt x="144" y="24"/>
                  </a:lnTo>
                  <a:lnTo>
                    <a:pt x="136" y="17"/>
                  </a:lnTo>
                  <a:lnTo>
                    <a:pt x="127" y="10"/>
                  </a:lnTo>
                  <a:lnTo>
                    <a:pt x="117" y="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3" y="32"/>
                  </a:lnTo>
                  <a:lnTo>
                    <a:pt x="11" y="71"/>
                  </a:lnTo>
                  <a:lnTo>
                    <a:pt x="21" y="114"/>
                  </a:lnTo>
                  <a:lnTo>
                    <a:pt x="27" y="131"/>
                  </a:lnTo>
                  <a:lnTo>
                    <a:pt x="32" y="141"/>
                  </a:lnTo>
                  <a:lnTo>
                    <a:pt x="32" y="141"/>
                  </a:lnTo>
                  <a:lnTo>
                    <a:pt x="49" y="149"/>
                  </a:lnTo>
                  <a:lnTo>
                    <a:pt x="66" y="156"/>
                  </a:lnTo>
                  <a:lnTo>
                    <a:pt x="90" y="163"/>
                  </a:lnTo>
                  <a:lnTo>
                    <a:pt x="103" y="166"/>
                  </a:lnTo>
                  <a:lnTo>
                    <a:pt x="116" y="169"/>
                  </a:lnTo>
                  <a:lnTo>
                    <a:pt x="130" y="170"/>
                  </a:lnTo>
                  <a:lnTo>
                    <a:pt x="144" y="169"/>
                  </a:lnTo>
                  <a:lnTo>
                    <a:pt x="158" y="168"/>
                  </a:lnTo>
                  <a:lnTo>
                    <a:pt x="173" y="165"/>
                  </a:lnTo>
                  <a:lnTo>
                    <a:pt x="187" y="159"/>
                  </a:lnTo>
                  <a:lnTo>
                    <a:pt x="201" y="152"/>
                  </a:lnTo>
                  <a:lnTo>
                    <a:pt x="201" y="152"/>
                  </a:lnTo>
                  <a:lnTo>
                    <a:pt x="249" y="122"/>
                  </a:lnTo>
                  <a:lnTo>
                    <a:pt x="272" y="108"/>
                  </a:lnTo>
                  <a:lnTo>
                    <a:pt x="293" y="97"/>
                  </a:lnTo>
                  <a:lnTo>
                    <a:pt x="314" y="87"/>
                  </a:lnTo>
                  <a:lnTo>
                    <a:pt x="334" y="80"/>
                  </a:lnTo>
                  <a:lnTo>
                    <a:pt x="354" y="73"/>
                  </a:lnTo>
                  <a:lnTo>
                    <a:pt x="373" y="68"/>
                  </a:lnTo>
                  <a:lnTo>
                    <a:pt x="391" y="67"/>
                  </a:lnTo>
                  <a:lnTo>
                    <a:pt x="409" y="68"/>
                  </a:lnTo>
                  <a:lnTo>
                    <a:pt x="428" y="71"/>
                  </a:lnTo>
                  <a:lnTo>
                    <a:pt x="445" y="77"/>
                  </a:lnTo>
                  <a:lnTo>
                    <a:pt x="462" y="87"/>
                  </a:lnTo>
                  <a:lnTo>
                    <a:pt x="479" y="100"/>
                  </a:lnTo>
                  <a:lnTo>
                    <a:pt x="494" y="115"/>
                  </a:lnTo>
                  <a:lnTo>
                    <a:pt x="511" y="135"/>
                  </a:lnTo>
                  <a:lnTo>
                    <a:pt x="511" y="111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Freeform: Shape 96">
              <a:extLst>
                <a:ext uri="{FF2B5EF4-FFF2-40B4-BE49-F238E27FC236}">
                  <a16:creationId xmlns:a16="http://schemas.microsoft.com/office/drawing/2014/main" id="{29C3E4EA-7BF3-4059-B172-92344423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764" y="2621431"/>
              <a:ext cx="69850" cy="44450"/>
            </a:xfrm>
            <a:custGeom>
              <a:avLst/>
              <a:gdLst>
                <a:gd name="T0" fmla="*/ 44 w 44"/>
                <a:gd name="T1" fmla="*/ 6 h 28"/>
                <a:gd name="T2" fmla="*/ 24 w 44"/>
                <a:gd name="T3" fmla="*/ 28 h 28"/>
                <a:gd name="T4" fmla="*/ 24 w 44"/>
                <a:gd name="T5" fmla="*/ 28 h 28"/>
                <a:gd name="T6" fmla="*/ 20 w 44"/>
                <a:gd name="T7" fmla="*/ 27 h 28"/>
                <a:gd name="T8" fmla="*/ 12 w 44"/>
                <a:gd name="T9" fmla="*/ 21 h 28"/>
                <a:gd name="T10" fmla="*/ 7 w 44"/>
                <a:gd name="T11" fmla="*/ 19 h 28"/>
                <a:gd name="T12" fmla="*/ 3 w 44"/>
                <a:gd name="T13" fmla="*/ 14 h 28"/>
                <a:gd name="T14" fmla="*/ 0 w 44"/>
                <a:gd name="T15" fmla="*/ 10 h 28"/>
                <a:gd name="T16" fmla="*/ 0 w 44"/>
                <a:gd name="T17" fmla="*/ 6 h 28"/>
                <a:gd name="T18" fmla="*/ 0 w 44"/>
                <a:gd name="T19" fmla="*/ 6 h 28"/>
                <a:gd name="T20" fmla="*/ 0 w 44"/>
                <a:gd name="T21" fmla="*/ 3 h 28"/>
                <a:gd name="T22" fmla="*/ 2 w 44"/>
                <a:gd name="T23" fmla="*/ 1 h 28"/>
                <a:gd name="T24" fmla="*/ 7 w 44"/>
                <a:gd name="T25" fmla="*/ 0 h 28"/>
                <a:gd name="T26" fmla="*/ 14 w 44"/>
                <a:gd name="T27" fmla="*/ 0 h 28"/>
                <a:gd name="T28" fmla="*/ 23 w 44"/>
                <a:gd name="T29" fmla="*/ 0 h 28"/>
                <a:gd name="T30" fmla="*/ 37 w 44"/>
                <a:gd name="T31" fmla="*/ 3 h 28"/>
                <a:gd name="T32" fmla="*/ 44 w 44"/>
                <a:gd name="T33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28">
                  <a:moveTo>
                    <a:pt x="44" y="6"/>
                  </a:moveTo>
                  <a:lnTo>
                    <a:pt x="24" y="28"/>
                  </a:lnTo>
                  <a:lnTo>
                    <a:pt x="24" y="28"/>
                  </a:lnTo>
                  <a:lnTo>
                    <a:pt x="20" y="27"/>
                  </a:lnTo>
                  <a:lnTo>
                    <a:pt x="12" y="21"/>
                  </a:lnTo>
                  <a:lnTo>
                    <a:pt x="7" y="19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2" y="1"/>
                  </a:lnTo>
                  <a:lnTo>
                    <a:pt x="7" y="0"/>
                  </a:lnTo>
                  <a:lnTo>
                    <a:pt x="14" y="0"/>
                  </a:lnTo>
                  <a:lnTo>
                    <a:pt x="23" y="0"/>
                  </a:lnTo>
                  <a:lnTo>
                    <a:pt x="37" y="3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Freeform: Shape 97">
              <a:extLst>
                <a:ext uri="{FF2B5EF4-FFF2-40B4-BE49-F238E27FC236}">
                  <a16:creationId xmlns:a16="http://schemas.microsoft.com/office/drawing/2014/main" id="{C2348ACB-229F-4F3E-9031-8C411C6D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764" y="2621431"/>
              <a:ext cx="69850" cy="44450"/>
            </a:xfrm>
            <a:custGeom>
              <a:avLst/>
              <a:gdLst>
                <a:gd name="T0" fmla="*/ 44 w 44"/>
                <a:gd name="T1" fmla="*/ 6 h 28"/>
                <a:gd name="T2" fmla="*/ 24 w 44"/>
                <a:gd name="T3" fmla="*/ 28 h 28"/>
                <a:gd name="T4" fmla="*/ 24 w 44"/>
                <a:gd name="T5" fmla="*/ 28 h 28"/>
                <a:gd name="T6" fmla="*/ 20 w 44"/>
                <a:gd name="T7" fmla="*/ 27 h 28"/>
                <a:gd name="T8" fmla="*/ 12 w 44"/>
                <a:gd name="T9" fmla="*/ 21 h 28"/>
                <a:gd name="T10" fmla="*/ 7 w 44"/>
                <a:gd name="T11" fmla="*/ 19 h 28"/>
                <a:gd name="T12" fmla="*/ 3 w 44"/>
                <a:gd name="T13" fmla="*/ 14 h 28"/>
                <a:gd name="T14" fmla="*/ 0 w 44"/>
                <a:gd name="T15" fmla="*/ 10 h 28"/>
                <a:gd name="T16" fmla="*/ 0 w 44"/>
                <a:gd name="T17" fmla="*/ 6 h 28"/>
                <a:gd name="T18" fmla="*/ 0 w 44"/>
                <a:gd name="T19" fmla="*/ 6 h 28"/>
                <a:gd name="T20" fmla="*/ 0 w 44"/>
                <a:gd name="T21" fmla="*/ 3 h 28"/>
                <a:gd name="T22" fmla="*/ 2 w 44"/>
                <a:gd name="T23" fmla="*/ 1 h 28"/>
                <a:gd name="T24" fmla="*/ 7 w 44"/>
                <a:gd name="T25" fmla="*/ 0 h 28"/>
                <a:gd name="T26" fmla="*/ 14 w 44"/>
                <a:gd name="T27" fmla="*/ 0 h 28"/>
                <a:gd name="T28" fmla="*/ 23 w 44"/>
                <a:gd name="T29" fmla="*/ 0 h 28"/>
                <a:gd name="T30" fmla="*/ 37 w 44"/>
                <a:gd name="T31" fmla="*/ 3 h 28"/>
                <a:gd name="T32" fmla="*/ 44 w 44"/>
                <a:gd name="T33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28">
                  <a:moveTo>
                    <a:pt x="44" y="6"/>
                  </a:moveTo>
                  <a:lnTo>
                    <a:pt x="24" y="28"/>
                  </a:lnTo>
                  <a:lnTo>
                    <a:pt x="24" y="28"/>
                  </a:lnTo>
                  <a:lnTo>
                    <a:pt x="20" y="27"/>
                  </a:lnTo>
                  <a:lnTo>
                    <a:pt x="12" y="21"/>
                  </a:lnTo>
                  <a:lnTo>
                    <a:pt x="7" y="19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2" y="1"/>
                  </a:lnTo>
                  <a:lnTo>
                    <a:pt x="7" y="0"/>
                  </a:lnTo>
                  <a:lnTo>
                    <a:pt x="14" y="0"/>
                  </a:lnTo>
                  <a:lnTo>
                    <a:pt x="23" y="0"/>
                  </a:lnTo>
                  <a:lnTo>
                    <a:pt x="37" y="3"/>
                  </a:lnTo>
                  <a:lnTo>
                    <a:pt x="44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Freeform: Shape 98">
              <a:extLst>
                <a:ext uri="{FF2B5EF4-FFF2-40B4-BE49-F238E27FC236}">
                  <a16:creationId xmlns:a16="http://schemas.microsoft.com/office/drawing/2014/main" id="{A33D14A9-DE76-48C9-909F-59F70EDA8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164" y="2653181"/>
              <a:ext cx="15875" cy="52388"/>
            </a:xfrm>
            <a:custGeom>
              <a:avLst/>
              <a:gdLst>
                <a:gd name="T0" fmla="*/ 5 w 10"/>
                <a:gd name="T1" fmla="*/ 0 h 33"/>
                <a:gd name="T2" fmla="*/ 5 w 10"/>
                <a:gd name="T3" fmla="*/ 0 h 33"/>
                <a:gd name="T4" fmla="*/ 7 w 10"/>
                <a:gd name="T5" fmla="*/ 0 h 33"/>
                <a:gd name="T6" fmla="*/ 8 w 10"/>
                <a:gd name="T7" fmla="*/ 4 h 33"/>
                <a:gd name="T8" fmla="*/ 10 w 10"/>
                <a:gd name="T9" fmla="*/ 13 h 33"/>
                <a:gd name="T10" fmla="*/ 10 w 10"/>
                <a:gd name="T11" fmla="*/ 17 h 33"/>
                <a:gd name="T12" fmla="*/ 8 w 10"/>
                <a:gd name="T13" fmla="*/ 24 h 33"/>
                <a:gd name="T14" fmla="*/ 8 w 10"/>
                <a:gd name="T15" fmla="*/ 24 h 33"/>
                <a:gd name="T16" fmla="*/ 7 w 10"/>
                <a:gd name="T17" fmla="*/ 30 h 33"/>
                <a:gd name="T18" fmla="*/ 5 w 10"/>
                <a:gd name="T19" fmla="*/ 33 h 33"/>
                <a:gd name="T20" fmla="*/ 4 w 10"/>
                <a:gd name="T21" fmla="*/ 33 h 33"/>
                <a:gd name="T22" fmla="*/ 3 w 10"/>
                <a:gd name="T23" fmla="*/ 31 h 33"/>
                <a:gd name="T24" fmla="*/ 1 w 10"/>
                <a:gd name="T25" fmla="*/ 27 h 33"/>
                <a:gd name="T26" fmla="*/ 0 w 10"/>
                <a:gd name="T27" fmla="*/ 24 h 33"/>
                <a:gd name="T28" fmla="*/ 5 w 10"/>
                <a:gd name="T2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33">
                  <a:moveTo>
                    <a:pt x="5" y="0"/>
                  </a:moveTo>
                  <a:lnTo>
                    <a:pt x="5" y="0"/>
                  </a:lnTo>
                  <a:lnTo>
                    <a:pt x="7" y="0"/>
                  </a:lnTo>
                  <a:lnTo>
                    <a:pt x="8" y="4"/>
                  </a:lnTo>
                  <a:lnTo>
                    <a:pt x="10" y="13"/>
                  </a:lnTo>
                  <a:lnTo>
                    <a:pt x="10" y="17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7" y="30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2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Freeform: Shape 99">
              <a:extLst>
                <a:ext uri="{FF2B5EF4-FFF2-40B4-BE49-F238E27FC236}">
                  <a16:creationId xmlns:a16="http://schemas.microsoft.com/office/drawing/2014/main" id="{5A29A786-B8A2-477A-8A2C-6FBBE1142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964" y="2754781"/>
              <a:ext cx="133350" cy="427038"/>
            </a:xfrm>
            <a:custGeom>
              <a:avLst/>
              <a:gdLst>
                <a:gd name="T0" fmla="*/ 84 w 84"/>
                <a:gd name="T1" fmla="*/ 39 h 269"/>
                <a:gd name="T2" fmla="*/ 84 w 84"/>
                <a:gd name="T3" fmla="*/ 39 h 269"/>
                <a:gd name="T4" fmla="*/ 77 w 84"/>
                <a:gd name="T5" fmla="*/ 38 h 269"/>
                <a:gd name="T6" fmla="*/ 61 w 84"/>
                <a:gd name="T7" fmla="*/ 31 h 269"/>
                <a:gd name="T8" fmla="*/ 50 w 84"/>
                <a:gd name="T9" fmla="*/ 25 h 269"/>
                <a:gd name="T10" fmla="*/ 37 w 84"/>
                <a:gd name="T11" fmla="*/ 18 h 269"/>
                <a:gd name="T12" fmla="*/ 24 w 84"/>
                <a:gd name="T13" fmla="*/ 10 h 269"/>
                <a:gd name="T14" fmla="*/ 10 w 84"/>
                <a:gd name="T15" fmla="*/ 0 h 269"/>
                <a:gd name="T16" fmla="*/ 10 w 84"/>
                <a:gd name="T17" fmla="*/ 0 h 269"/>
                <a:gd name="T18" fmla="*/ 6 w 84"/>
                <a:gd name="T19" fmla="*/ 31 h 269"/>
                <a:gd name="T20" fmla="*/ 2 w 84"/>
                <a:gd name="T21" fmla="*/ 65 h 269"/>
                <a:gd name="T22" fmla="*/ 0 w 84"/>
                <a:gd name="T23" fmla="*/ 106 h 269"/>
                <a:gd name="T24" fmla="*/ 0 w 84"/>
                <a:gd name="T25" fmla="*/ 127 h 269"/>
                <a:gd name="T26" fmla="*/ 0 w 84"/>
                <a:gd name="T27" fmla="*/ 150 h 269"/>
                <a:gd name="T28" fmla="*/ 3 w 84"/>
                <a:gd name="T29" fmla="*/ 173 h 269"/>
                <a:gd name="T30" fmla="*/ 6 w 84"/>
                <a:gd name="T31" fmla="*/ 195 h 269"/>
                <a:gd name="T32" fmla="*/ 10 w 84"/>
                <a:gd name="T33" fmla="*/ 217 h 269"/>
                <a:gd name="T34" fmla="*/ 17 w 84"/>
                <a:gd name="T35" fmla="*/ 236 h 269"/>
                <a:gd name="T36" fmla="*/ 26 w 84"/>
                <a:gd name="T37" fmla="*/ 254 h 269"/>
                <a:gd name="T38" fmla="*/ 36 w 84"/>
                <a:gd name="T39" fmla="*/ 269 h 269"/>
                <a:gd name="T40" fmla="*/ 36 w 84"/>
                <a:gd name="T41" fmla="*/ 269 h 269"/>
                <a:gd name="T42" fmla="*/ 34 w 84"/>
                <a:gd name="T43" fmla="*/ 252 h 269"/>
                <a:gd name="T44" fmla="*/ 34 w 84"/>
                <a:gd name="T45" fmla="*/ 231 h 269"/>
                <a:gd name="T46" fmla="*/ 36 w 84"/>
                <a:gd name="T47" fmla="*/ 204 h 269"/>
                <a:gd name="T48" fmla="*/ 41 w 84"/>
                <a:gd name="T49" fmla="*/ 170 h 269"/>
                <a:gd name="T50" fmla="*/ 44 w 84"/>
                <a:gd name="T51" fmla="*/ 151 h 269"/>
                <a:gd name="T52" fmla="*/ 50 w 84"/>
                <a:gd name="T53" fmla="*/ 130 h 269"/>
                <a:gd name="T54" fmla="*/ 55 w 84"/>
                <a:gd name="T55" fmla="*/ 109 h 269"/>
                <a:gd name="T56" fmla="*/ 64 w 84"/>
                <a:gd name="T57" fmla="*/ 88 h 269"/>
                <a:gd name="T58" fmla="*/ 72 w 84"/>
                <a:gd name="T59" fmla="*/ 64 h 269"/>
                <a:gd name="T60" fmla="*/ 84 w 84"/>
                <a:gd name="T61" fmla="*/ 3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4" h="269">
                  <a:moveTo>
                    <a:pt x="84" y="39"/>
                  </a:moveTo>
                  <a:lnTo>
                    <a:pt x="84" y="39"/>
                  </a:lnTo>
                  <a:lnTo>
                    <a:pt x="77" y="38"/>
                  </a:lnTo>
                  <a:lnTo>
                    <a:pt x="61" y="31"/>
                  </a:lnTo>
                  <a:lnTo>
                    <a:pt x="50" y="25"/>
                  </a:lnTo>
                  <a:lnTo>
                    <a:pt x="37" y="18"/>
                  </a:lnTo>
                  <a:lnTo>
                    <a:pt x="24" y="1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31"/>
                  </a:lnTo>
                  <a:lnTo>
                    <a:pt x="2" y="65"/>
                  </a:lnTo>
                  <a:lnTo>
                    <a:pt x="0" y="106"/>
                  </a:lnTo>
                  <a:lnTo>
                    <a:pt x="0" y="127"/>
                  </a:lnTo>
                  <a:lnTo>
                    <a:pt x="0" y="150"/>
                  </a:lnTo>
                  <a:lnTo>
                    <a:pt x="3" y="173"/>
                  </a:lnTo>
                  <a:lnTo>
                    <a:pt x="6" y="195"/>
                  </a:lnTo>
                  <a:lnTo>
                    <a:pt x="10" y="217"/>
                  </a:lnTo>
                  <a:lnTo>
                    <a:pt x="17" y="236"/>
                  </a:lnTo>
                  <a:lnTo>
                    <a:pt x="26" y="254"/>
                  </a:lnTo>
                  <a:lnTo>
                    <a:pt x="36" y="269"/>
                  </a:lnTo>
                  <a:lnTo>
                    <a:pt x="36" y="269"/>
                  </a:lnTo>
                  <a:lnTo>
                    <a:pt x="34" y="252"/>
                  </a:lnTo>
                  <a:lnTo>
                    <a:pt x="34" y="231"/>
                  </a:lnTo>
                  <a:lnTo>
                    <a:pt x="36" y="204"/>
                  </a:lnTo>
                  <a:lnTo>
                    <a:pt x="41" y="170"/>
                  </a:lnTo>
                  <a:lnTo>
                    <a:pt x="44" y="151"/>
                  </a:lnTo>
                  <a:lnTo>
                    <a:pt x="50" y="130"/>
                  </a:lnTo>
                  <a:lnTo>
                    <a:pt x="55" y="109"/>
                  </a:lnTo>
                  <a:lnTo>
                    <a:pt x="64" y="88"/>
                  </a:lnTo>
                  <a:lnTo>
                    <a:pt x="72" y="64"/>
                  </a:lnTo>
                  <a:lnTo>
                    <a:pt x="84" y="39"/>
                  </a:lnTo>
                  <a:close/>
                </a:path>
              </a:pathLst>
            </a:custGeom>
            <a:solidFill>
              <a:srgbClr val="67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Freeform: Shape 100">
              <a:extLst>
                <a:ext uri="{FF2B5EF4-FFF2-40B4-BE49-F238E27FC236}">
                  <a16:creationId xmlns:a16="http://schemas.microsoft.com/office/drawing/2014/main" id="{C3A2FA61-EE08-4B22-8A80-00DEC77D6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964" y="2754781"/>
              <a:ext cx="133350" cy="427038"/>
            </a:xfrm>
            <a:custGeom>
              <a:avLst/>
              <a:gdLst>
                <a:gd name="T0" fmla="*/ 84 w 84"/>
                <a:gd name="T1" fmla="*/ 39 h 269"/>
                <a:gd name="T2" fmla="*/ 84 w 84"/>
                <a:gd name="T3" fmla="*/ 39 h 269"/>
                <a:gd name="T4" fmla="*/ 77 w 84"/>
                <a:gd name="T5" fmla="*/ 38 h 269"/>
                <a:gd name="T6" fmla="*/ 61 w 84"/>
                <a:gd name="T7" fmla="*/ 31 h 269"/>
                <a:gd name="T8" fmla="*/ 50 w 84"/>
                <a:gd name="T9" fmla="*/ 25 h 269"/>
                <a:gd name="T10" fmla="*/ 37 w 84"/>
                <a:gd name="T11" fmla="*/ 18 h 269"/>
                <a:gd name="T12" fmla="*/ 24 w 84"/>
                <a:gd name="T13" fmla="*/ 10 h 269"/>
                <a:gd name="T14" fmla="*/ 10 w 84"/>
                <a:gd name="T15" fmla="*/ 0 h 269"/>
                <a:gd name="T16" fmla="*/ 10 w 84"/>
                <a:gd name="T17" fmla="*/ 0 h 269"/>
                <a:gd name="T18" fmla="*/ 6 w 84"/>
                <a:gd name="T19" fmla="*/ 31 h 269"/>
                <a:gd name="T20" fmla="*/ 2 w 84"/>
                <a:gd name="T21" fmla="*/ 65 h 269"/>
                <a:gd name="T22" fmla="*/ 0 w 84"/>
                <a:gd name="T23" fmla="*/ 106 h 269"/>
                <a:gd name="T24" fmla="*/ 0 w 84"/>
                <a:gd name="T25" fmla="*/ 127 h 269"/>
                <a:gd name="T26" fmla="*/ 0 w 84"/>
                <a:gd name="T27" fmla="*/ 150 h 269"/>
                <a:gd name="T28" fmla="*/ 3 w 84"/>
                <a:gd name="T29" fmla="*/ 173 h 269"/>
                <a:gd name="T30" fmla="*/ 6 w 84"/>
                <a:gd name="T31" fmla="*/ 195 h 269"/>
                <a:gd name="T32" fmla="*/ 10 w 84"/>
                <a:gd name="T33" fmla="*/ 217 h 269"/>
                <a:gd name="T34" fmla="*/ 17 w 84"/>
                <a:gd name="T35" fmla="*/ 236 h 269"/>
                <a:gd name="T36" fmla="*/ 26 w 84"/>
                <a:gd name="T37" fmla="*/ 254 h 269"/>
                <a:gd name="T38" fmla="*/ 36 w 84"/>
                <a:gd name="T39" fmla="*/ 269 h 269"/>
                <a:gd name="T40" fmla="*/ 36 w 84"/>
                <a:gd name="T41" fmla="*/ 269 h 269"/>
                <a:gd name="T42" fmla="*/ 34 w 84"/>
                <a:gd name="T43" fmla="*/ 252 h 269"/>
                <a:gd name="T44" fmla="*/ 34 w 84"/>
                <a:gd name="T45" fmla="*/ 231 h 269"/>
                <a:gd name="T46" fmla="*/ 36 w 84"/>
                <a:gd name="T47" fmla="*/ 204 h 269"/>
                <a:gd name="T48" fmla="*/ 41 w 84"/>
                <a:gd name="T49" fmla="*/ 170 h 269"/>
                <a:gd name="T50" fmla="*/ 44 w 84"/>
                <a:gd name="T51" fmla="*/ 151 h 269"/>
                <a:gd name="T52" fmla="*/ 50 w 84"/>
                <a:gd name="T53" fmla="*/ 130 h 269"/>
                <a:gd name="T54" fmla="*/ 55 w 84"/>
                <a:gd name="T55" fmla="*/ 109 h 269"/>
                <a:gd name="T56" fmla="*/ 64 w 84"/>
                <a:gd name="T57" fmla="*/ 88 h 269"/>
                <a:gd name="T58" fmla="*/ 72 w 84"/>
                <a:gd name="T59" fmla="*/ 64 h 269"/>
                <a:gd name="T60" fmla="*/ 84 w 84"/>
                <a:gd name="T61" fmla="*/ 3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4" h="269">
                  <a:moveTo>
                    <a:pt x="84" y="39"/>
                  </a:moveTo>
                  <a:lnTo>
                    <a:pt x="84" y="39"/>
                  </a:lnTo>
                  <a:lnTo>
                    <a:pt x="77" y="38"/>
                  </a:lnTo>
                  <a:lnTo>
                    <a:pt x="61" y="31"/>
                  </a:lnTo>
                  <a:lnTo>
                    <a:pt x="50" y="25"/>
                  </a:lnTo>
                  <a:lnTo>
                    <a:pt x="37" y="18"/>
                  </a:lnTo>
                  <a:lnTo>
                    <a:pt x="24" y="1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31"/>
                  </a:lnTo>
                  <a:lnTo>
                    <a:pt x="2" y="65"/>
                  </a:lnTo>
                  <a:lnTo>
                    <a:pt x="0" y="106"/>
                  </a:lnTo>
                  <a:lnTo>
                    <a:pt x="0" y="127"/>
                  </a:lnTo>
                  <a:lnTo>
                    <a:pt x="0" y="150"/>
                  </a:lnTo>
                  <a:lnTo>
                    <a:pt x="3" y="173"/>
                  </a:lnTo>
                  <a:lnTo>
                    <a:pt x="6" y="195"/>
                  </a:lnTo>
                  <a:lnTo>
                    <a:pt x="10" y="217"/>
                  </a:lnTo>
                  <a:lnTo>
                    <a:pt x="17" y="236"/>
                  </a:lnTo>
                  <a:lnTo>
                    <a:pt x="26" y="254"/>
                  </a:lnTo>
                  <a:lnTo>
                    <a:pt x="36" y="269"/>
                  </a:lnTo>
                  <a:lnTo>
                    <a:pt x="36" y="269"/>
                  </a:lnTo>
                  <a:lnTo>
                    <a:pt x="34" y="252"/>
                  </a:lnTo>
                  <a:lnTo>
                    <a:pt x="34" y="231"/>
                  </a:lnTo>
                  <a:lnTo>
                    <a:pt x="36" y="204"/>
                  </a:lnTo>
                  <a:lnTo>
                    <a:pt x="41" y="170"/>
                  </a:lnTo>
                  <a:lnTo>
                    <a:pt x="44" y="151"/>
                  </a:lnTo>
                  <a:lnTo>
                    <a:pt x="50" y="130"/>
                  </a:lnTo>
                  <a:lnTo>
                    <a:pt x="55" y="109"/>
                  </a:lnTo>
                  <a:lnTo>
                    <a:pt x="64" y="88"/>
                  </a:lnTo>
                  <a:lnTo>
                    <a:pt x="72" y="64"/>
                  </a:lnTo>
                  <a:lnTo>
                    <a:pt x="84" y="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Freeform: Shape 101">
              <a:extLst>
                <a:ext uri="{FF2B5EF4-FFF2-40B4-BE49-F238E27FC236}">
                  <a16:creationId xmlns:a16="http://schemas.microsoft.com/office/drawing/2014/main" id="{CBB6B23E-EF16-4193-847B-A3AF8FD57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239" y="2589681"/>
              <a:ext cx="134938" cy="227013"/>
            </a:xfrm>
            <a:custGeom>
              <a:avLst/>
              <a:gdLst>
                <a:gd name="T0" fmla="*/ 76 w 85"/>
                <a:gd name="T1" fmla="*/ 0 h 143"/>
                <a:gd name="T2" fmla="*/ 76 w 85"/>
                <a:gd name="T3" fmla="*/ 0 h 143"/>
                <a:gd name="T4" fmla="*/ 71 w 85"/>
                <a:gd name="T5" fmla="*/ 4 h 143"/>
                <a:gd name="T6" fmla="*/ 62 w 85"/>
                <a:gd name="T7" fmla="*/ 7 h 143"/>
                <a:gd name="T8" fmla="*/ 52 w 85"/>
                <a:gd name="T9" fmla="*/ 12 h 143"/>
                <a:gd name="T10" fmla="*/ 41 w 85"/>
                <a:gd name="T11" fmla="*/ 14 h 143"/>
                <a:gd name="T12" fmla="*/ 28 w 85"/>
                <a:gd name="T13" fmla="*/ 16 h 143"/>
                <a:gd name="T14" fmla="*/ 14 w 85"/>
                <a:gd name="T15" fmla="*/ 16 h 143"/>
                <a:gd name="T16" fmla="*/ 0 w 85"/>
                <a:gd name="T17" fmla="*/ 13 h 143"/>
                <a:gd name="T18" fmla="*/ 0 w 85"/>
                <a:gd name="T19" fmla="*/ 13 h 143"/>
                <a:gd name="T20" fmla="*/ 5 w 85"/>
                <a:gd name="T21" fmla="*/ 29 h 143"/>
                <a:gd name="T22" fmla="*/ 20 w 85"/>
                <a:gd name="T23" fmla="*/ 67 h 143"/>
                <a:gd name="T24" fmla="*/ 28 w 85"/>
                <a:gd name="T25" fmla="*/ 88 h 143"/>
                <a:gd name="T26" fmla="*/ 38 w 85"/>
                <a:gd name="T27" fmla="*/ 109 h 143"/>
                <a:gd name="T28" fmla="*/ 48 w 85"/>
                <a:gd name="T29" fmla="*/ 129 h 143"/>
                <a:gd name="T30" fmla="*/ 58 w 85"/>
                <a:gd name="T31" fmla="*/ 143 h 143"/>
                <a:gd name="T32" fmla="*/ 58 w 85"/>
                <a:gd name="T33" fmla="*/ 143 h 143"/>
                <a:gd name="T34" fmla="*/ 65 w 85"/>
                <a:gd name="T35" fmla="*/ 131 h 143"/>
                <a:gd name="T36" fmla="*/ 71 w 85"/>
                <a:gd name="T37" fmla="*/ 115 h 143"/>
                <a:gd name="T38" fmla="*/ 76 w 85"/>
                <a:gd name="T39" fmla="*/ 97 h 143"/>
                <a:gd name="T40" fmla="*/ 82 w 85"/>
                <a:gd name="T41" fmla="*/ 74 h 143"/>
                <a:gd name="T42" fmla="*/ 83 w 85"/>
                <a:gd name="T43" fmla="*/ 63 h 143"/>
                <a:gd name="T44" fmla="*/ 85 w 85"/>
                <a:gd name="T45" fmla="*/ 50 h 143"/>
                <a:gd name="T46" fmla="*/ 85 w 85"/>
                <a:gd name="T47" fmla="*/ 37 h 143"/>
                <a:gd name="T48" fmla="*/ 83 w 85"/>
                <a:gd name="T49" fmla="*/ 26 h 143"/>
                <a:gd name="T50" fmla="*/ 80 w 85"/>
                <a:gd name="T51" fmla="*/ 13 h 143"/>
                <a:gd name="T52" fmla="*/ 76 w 85"/>
                <a:gd name="T5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5" h="143">
                  <a:moveTo>
                    <a:pt x="76" y="0"/>
                  </a:moveTo>
                  <a:lnTo>
                    <a:pt x="76" y="0"/>
                  </a:lnTo>
                  <a:lnTo>
                    <a:pt x="71" y="4"/>
                  </a:lnTo>
                  <a:lnTo>
                    <a:pt x="62" y="7"/>
                  </a:lnTo>
                  <a:lnTo>
                    <a:pt x="52" y="12"/>
                  </a:lnTo>
                  <a:lnTo>
                    <a:pt x="41" y="14"/>
                  </a:lnTo>
                  <a:lnTo>
                    <a:pt x="28" y="16"/>
                  </a:lnTo>
                  <a:lnTo>
                    <a:pt x="1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5" y="29"/>
                  </a:lnTo>
                  <a:lnTo>
                    <a:pt x="20" y="67"/>
                  </a:lnTo>
                  <a:lnTo>
                    <a:pt x="28" y="88"/>
                  </a:lnTo>
                  <a:lnTo>
                    <a:pt x="38" y="109"/>
                  </a:lnTo>
                  <a:lnTo>
                    <a:pt x="48" y="129"/>
                  </a:lnTo>
                  <a:lnTo>
                    <a:pt x="58" y="143"/>
                  </a:lnTo>
                  <a:lnTo>
                    <a:pt x="58" y="143"/>
                  </a:lnTo>
                  <a:lnTo>
                    <a:pt x="65" y="131"/>
                  </a:lnTo>
                  <a:lnTo>
                    <a:pt x="71" y="115"/>
                  </a:lnTo>
                  <a:lnTo>
                    <a:pt x="76" y="97"/>
                  </a:lnTo>
                  <a:lnTo>
                    <a:pt x="82" y="74"/>
                  </a:lnTo>
                  <a:lnTo>
                    <a:pt x="83" y="63"/>
                  </a:lnTo>
                  <a:lnTo>
                    <a:pt x="85" y="50"/>
                  </a:lnTo>
                  <a:lnTo>
                    <a:pt x="85" y="37"/>
                  </a:lnTo>
                  <a:lnTo>
                    <a:pt x="83" y="26"/>
                  </a:lnTo>
                  <a:lnTo>
                    <a:pt x="80" y="13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67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Freeform: Shape 102">
              <a:extLst>
                <a:ext uri="{FF2B5EF4-FFF2-40B4-BE49-F238E27FC236}">
                  <a16:creationId xmlns:a16="http://schemas.microsoft.com/office/drawing/2014/main" id="{1FD6FDDB-D4CC-4811-BAC8-30BA823C6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239" y="2589681"/>
              <a:ext cx="134938" cy="227013"/>
            </a:xfrm>
            <a:custGeom>
              <a:avLst/>
              <a:gdLst>
                <a:gd name="T0" fmla="*/ 76 w 85"/>
                <a:gd name="T1" fmla="*/ 0 h 143"/>
                <a:gd name="T2" fmla="*/ 76 w 85"/>
                <a:gd name="T3" fmla="*/ 0 h 143"/>
                <a:gd name="T4" fmla="*/ 71 w 85"/>
                <a:gd name="T5" fmla="*/ 4 h 143"/>
                <a:gd name="T6" fmla="*/ 62 w 85"/>
                <a:gd name="T7" fmla="*/ 7 h 143"/>
                <a:gd name="T8" fmla="*/ 52 w 85"/>
                <a:gd name="T9" fmla="*/ 12 h 143"/>
                <a:gd name="T10" fmla="*/ 41 w 85"/>
                <a:gd name="T11" fmla="*/ 14 h 143"/>
                <a:gd name="T12" fmla="*/ 28 w 85"/>
                <a:gd name="T13" fmla="*/ 16 h 143"/>
                <a:gd name="T14" fmla="*/ 14 w 85"/>
                <a:gd name="T15" fmla="*/ 16 h 143"/>
                <a:gd name="T16" fmla="*/ 0 w 85"/>
                <a:gd name="T17" fmla="*/ 13 h 143"/>
                <a:gd name="T18" fmla="*/ 0 w 85"/>
                <a:gd name="T19" fmla="*/ 13 h 143"/>
                <a:gd name="T20" fmla="*/ 5 w 85"/>
                <a:gd name="T21" fmla="*/ 29 h 143"/>
                <a:gd name="T22" fmla="*/ 20 w 85"/>
                <a:gd name="T23" fmla="*/ 67 h 143"/>
                <a:gd name="T24" fmla="*/ 28 w 85"/>
                <a:gd name="T25" fmla="*/ 88 h 143"/>
                <a:gd name="T26" fmla="*/ 38 w 85"/>
                <a:gd name="T27" fmla="*/ 109 h 143"/>
                <a:gd name="T28" fmla="*/ 48 w 85"/>
                <a:gd name="T29" fmla="*/ 129 h 143"/>
                <a:gd name="T30" fmla="*/ 58 w 85"/>
                <a:gd name="T31" fmla="*/ 143 h 143"/>
                <a:gd name="T32" fmla="*/ 58 w 85"/>
                <a:gd name="T33" fmla="*/ 143 h 143"/>
                <a:gd name="T34" fmla="*/ 65 w 85"/>
                <a:gd name="T35" fmla="*/ 131 h 143"/>
                <a:gd name="T36" fmla="*/ 71 w 85"/>
                <a:gd name="T37" fmla="*/ 115 h 143"/>
                <a:gd name="T38" fmla="*/ 76 w 85"/>
                <a:gd name="T39" fmla="*/ 97 h 143"/>
                <a:gd name="T40" fmla="*/ 82 w 85"/>
                <a:gd name="T41" fmla="*/ 74 h 143"/>
                <a:gd name="T42" fmla="*/ 83 w 85"/>
                <a:gd name="T43" fmla="*/ 63 h 143"/>
                <a:gd name="T44" fmla="*/ 85 w 85"/>
                <a:gd name="T45" fmla="*/ 50 h 143"/>
                <a:gd name="T46" fmla="*/ 85 w 85"/>
                <a:gd name="T47" fmla="*/ 37 h 143"/>
                <a:gd name="T48" fmla="*/ 83 w 85"/>
                <a:gd name="T49" fmla="*/ 26 h 143"/>
                <a:gd name="T50" fmla="*/ 80 w 85"/>
                <a:gd name="T51" fmla="*/ 13 h 143"/>
                <a:gd name="T52" fmla="*/ 76 w 85"/>
                <a:gd name="T5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5" h="143">
                  <a:moveTo>
                    <a:pt x="76" y="0"/>
                  </a:moveTo>
                  <a:lnTo>
                    <a:pt x="76" y="0"/>
                  </a:lnTo>
                  <a:lnTo>
                    <a:pt x="71" y="4"/>
                  </a:lnTo>
                  <a:lnTo>
                    <a:pt x="62" y="7"/>
                  </a:lnTo>
                  <a:lnTo>
                    <a:pt x="52" y="12"/>
                  </a:lnTo>
                  <a:lnTo>
                    <a:pt x="41" y="14"/>
                  </a:lnTo>
                  <a:lnTo>
                    <a:pt x="28" y="16"/>
                  </a:lnTo>
                  <a:lnTo>
                    <a:pt x="1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5" y="29"/>
                  </a:lnTo>
                  <a:lnTo>
                    <a:pt x="20" y="67"/>
                  </a:lnTo>
                  <a:lnTo>
                    <a:pt x="28" y="88"/>
                  </a:lnTo>
                  <a:lnTo>
                    <a:pt x="38" y="109"/>
                  </a:lnTo>
                  <a:lnTo>
                    <a:pt x="48" y="129"/>
                  </a:lnTo>
                  <a:lnTo>
                    <a:pt x="58" y="143"/>
                  </a:lnTo>
                  <a:lnTo>
                    <a:pt x="58" y="143"/>
                  </a:lnTo>
                  <a:lnTo>
                    <a:pt x="65" y="131"/>
                  </a:lnTo>
                  <a:lnTo>
                    <a:pt x="71" y="115"/>
                  </a:lnTo>
                  <a:lnTo>
                    <a:pt x="76" y="97"/>
                  </a:lnTo>
                  <a:lnTo>
                    <a:pt x="82" y="74"/>
                  </a:lnTo>
                  <a:lnTo>
                    <a:pt x="83" y="63"/>
                  </a:lnTo>
                  <a:lnTo>
                    <a:pt x="85" y="50"/>
                  </a:lnTo>
                  <a:lnTo>
                    <a:pt x="85" y="37"/>
                  </a:lnTo>
                  <a:lnTo>
                    <a:pt x="83" y="26"/>
                  </a:lnTo>
                  <a:lnTo>
                    <a:pt x="80" y="13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Freeform: Shape 103">
              <a:extLst>
                <a:ext uri="{FF2B5EF4-FFF2-40B4-BE49-F238E27FC236}">
                  <a16:creationId xmlns:a16="http://schemas.microsoft.com/office/drawing/2014/main" id="{457B6829-27D4-4E8C-A767-25B3715B6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964" y="2524594"/>
              <a:ext cx="120650" cy="141288"/>
            </a:xfrm>
            <a:custGeom>
              <a:avLst/>
              <a:gdLst>
                <a:gd name="T0" fmla="*/ 0 w 76"/>
                <a:gd name="T1" fmla="*/ 0 h 89"/>
                <a:gd name="T2" fmla="*/ 39 w 76"/>
                <a:gd name="T3" fmla="*/ 4 h 89"/>
                <a:gd name="T4" fmla="*/ 76 w 76"/>
                <a:gd name="T5" fmla="*/ 67 h 89"/>
                <a:gd name="T6" fmla="*/ 24 w 76"/>
                <a:gd name="T7" fmla="*/ 89 h 89"/>
                <a:gd name="T8" fmla="*/ 24 w 76"/>
                <a:gd name="T9" fmla="*/ 89 h 89"/>
                <a:gd name="T10" fmla="*/ 19 w 76"/>
                <a:gd name="T11" fmla="*/ 80 h 89"/>
                <a:gd name="T12" fmla="*/ 9 w 76"/>
                <a:gd name="T13" fmla="*/ 57 h 89"/>
                <a:gd name="T14" fmla="*/ 5 w 76"/>
                <a:gd name="T15" fmla="*/ 43 h 89"/>
                <a:gd name="T16" fmla="*/ 1 w 76"/>
                <a:gd name="T17" fmla="*/ 27 h 89"/>
                <a:gd name="T18" fmla="*/ 0 w 76"/>
                <a:gd name="T19" fmla="*/ 13 h 89"/>
                <a:gd name="T20" fmla="*/ 0 w 76"/>
                <a:gd name="T21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89">
                  <a:moveTo>
                    <a:pt x="0" y="0"/>
                  </a:moveTo>
                  <a:lnTo>
                    <a:pt x="39" y="4"/>
                  </a:lnTo>
                  <a:lnTo>
                    <a:pt x="76" y="67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19" y="80"/>
                  </a:lnTo>
                  <a:lnTo>
                    <a:pt x="9" y="57"/>
                  </a:lnTo>
                  <a:lnTo>
                    <a:pt x="5" y="43"/>
                  </a:lnTo>
                  <a:lnTo>
                    <a:pt x="1" y="27"/>
                  </a:lnTo>
                  <a:lnTo>
                    <a:pt x="0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Freeform: Shape 104">
              <a:extLst>
                <a:ext uri="{FF2B5EF4-FFF2-40B4-BE49-F238E27FC236}">
                  <a16:creationId xmlns:a16="http://schemas.microsoft.com/office/drawing/2014/main" id="{97B5C485-653F-4DAC-A7CF-927F64F12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964" y="2524594"/>
              <a:ext cx="120650" cy="141288"/>
            </a:xfrm>
            <a:custGeom>
              <a:avLst/>
              <a:gdLst>
                <a:gd name="T0" fmla="*/ 0 w 76"/>
                <a:gd name="T1" fmla="*/ 0 h 89"/>
                <a:gd name="T2" fmla="*/ 39 w 76"/>
                <a:gd name="T3" fmla="*/ 4 h 89"/>
                <a:gd name="T4" fmla="*/ 76 w 76"/>
                <a:gd name="T5" fmla="*/ 67 h 89"/>
                <a:gd name="T6" fmla="*/ 24 w 76"/>
                <a:gd name="T7" fmla="*/ 89 h 89"/>
                <a:gd name="T8" fmla="*/ 24 w 76"/>
                <a:gd name="T9" fmla="*/ 89 h 89"/>
                <a:gd name="T10" fmla="*/ 19 w 76"/>
                <a:gd name="T11" fmla="*/ 80 h 89"/>
                <a:gd name="T12" fmla="*/ 9 w 76"/>
                <a:gd name="T13" fmla="*/ 57 h 89"/>
                <a:gd name="T14" fmla="*/ 5 w 76"/>
                <a:gd name="T15" fmla="*/ 43 h 89"/>
                <a:gd name="T16" fmla="*/ 1 w 76"/>
                <a:gd name="T17" fmla="*/ 27 h 89"/>
                <a:gd name="T18" fmla="*/ 0 w 76"/>
                <a:gd name="T19" fmla="*/ 13 h 89"/>
                <a:gd name="T20" fmla="*/ 0 w 76"/>
                <a:gd name="T21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89">
                  <a:moveTo>
                    <a:pt x="0" y="0"/>
                  </a:moveTo>
                  <a:lnTo>
                    <a:pt x="39" y="4"/>
                  </a:lnTo>
                  <a:lnTo>
                    <a:pt x="76" y="67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19" y="80"/>
                  </a:lnTo>
                  <a:lnTo>
                    <a:pt x="9" y="57"/>
                  </a:lnTo>
                  <a:lnTo>
                    <a:pt x="5" y="43"/>
                  </a:lnTo>
                  <a:lnTo>
                    <a:pt x="1" y="27"/>
                  </a:lnTo>
                  <a:lnTo>
                    <a:pt x="0" y="1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Freeform: Shape 105">
              <a:extLst>
                <a:ext uri="{FF2B5EF4-FFF2-40B4-BE49-F238E27FC236}">
                  <a16:creationId xmlns:a16="http://schemas.microsoft.com/office/drawing/2014/main" id="{B99D2EED-A265-408F-AD74-E948513E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289" y="3292944"/>
              <a:ext cx="296863" cy="142875"/>
            </a:xfrm>
            <a:custGeom>
              <a:avLst/>
              <a:gdLst>
                <a:gd name="T0" fmla="*/ 0 w 187"/>
                <a:gd name="T1" fmla="*/ 90 h 90"/>
                <a:gd name="T2" fmla="*/ 0 w 187"/>
                <a:gd name="T3" fmla="*/ 90 h 90"/>
                <a:gd name="T4" fmla="*/ 26 w 187"/>
                <a:gd name="T5" fmla="*/ 83 h 90"/>
                <a:gd name="T6" fmla="*/ 82 w 187"/>
                <a:gd name="T7" fmla="*/ 66 h 90"/>
                <a:gd name="T8" fmla="*/ 115 w 187"/>
                <a:gd name="T9" fmla="*/ 56 h 90"/>
                <a:gd name="T10" fmla="*/ 145 w 187"/>
                <a:gd name="T11" fmla="*/ 46 h 90"/>
                <a:gd name="T12" fmla="*/ 168 w 187"/>
                <a:gd name="T13" fmla="*/ 35 h 90"/>
                <a:gd name="T14" fmla="*/ 175 w 187"/>
                <a:gd name="T15" fmla="*/ 31 h 90"/>
                <a:gd name="T16" fmla="*/ 180 w 187"/>
                <a:gd name="T17" fmla="*/ 27 h 90"/>
                <a:gd name="T18" fmla="*/ 173 w 187"/>
                <a:gd name="T19" fmla="*/ 12 h 90"/>
                <a:gd name="T20" fmla="*/ 187 w 187"/>
                <a:gd name="T21" fmla="*/ 17 h 90"/>
                <a:gd name="T22" fmla="*/ 187 w 187"/>
                <a:gd name="T23" fmla="*/ 17 h 90"/>
                <a:gd name="T24" fmla="*/ 177 w 187"/>
                <a:gd name="T25" fmla="*/ 10 h 90"/>
                <a:gd name="T26" fmla="*/ 169 w 187"/>
                <a:gd name="T27" fmla="*/ 4 h 90"/>
                <a:gd name="T28" fmla="*/ 163 w 187"/>
                <a:gd name="T29" fmla="*/ 0 h 90"/>
                <a:gd name="T30" fmla="*/ 163 w 187"/>
                <a:gd name="T31" fmla="*/ 25 h 90"/>
                <a:gd name="T32" fmla="*/ 163 w 187"/>
                <a:gd name="T33" fmla="*/ 25 h 90"/>
                <a:gd name="T34" fmla="*/ 145 w 187"/>
                <a:gd name="T35" fmla="*/ 35 h 90"/>
                <a:gd name="T36" fmla="*/ 101 w 187"/>
                <a:gd name="T37" fmla="*/ 55 h 90"/>
                <a:gd name="T38" fmla="*/ 74 w 187"/>
                <a:gd name="T39" fmla="*/ 66 h 90"/>
                <a:gd name="T40" fmla="*/ 47 w 187"/>
                <a:gd name="T41" fmla="*/ 78 h 90"/>
                <a:gd name="T42" fmla="*/ 22 w 187"/>
                <a:gd name="T43" fmla="*/ 86 h 90"/>
                <a:gd name="T44" fmla="*/ 0 w 187"/>
                <a:gd name="T4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7" h="90">
                  <a:moveTo>
                    <a:pt x="0" y="90"/>
                  </a:moveTo>
                  <a:lnTo>
                    <a:pt x="0" y="90"/>
                  </a:lnTo>
                  <a:lnTo>
                    <a:pt x="26" y="83"/>
                  </a:lnTo>
                  <a:lnTo>
                    <a:pt x="82" y="66"/>
                  </a:lnTo>
                  <a:lnTo>
                    <a:pt x="115" y="56"/>
                  </a:lnTo>
                  <a:lnTo>
                    <a:pt x="145" y="46"/>
                  </a:lnTo>
                  <a:lnTo>
                    <a:pt x="168" y="35"/>
                  </a:lnTo>
                  <a:lnTo>
                    <a:pt x="175" y="31"/>
                  </a:lnTo>
                  <a:lnTo>
                    <a:pt x="180" y="27"/>
                  </a:lnTo>
                  <a:lnTo>
                    <a:pt x="173" y="12"/>
                  </a:lnTo>
                  <a:lnTo>
                    <a:pt x="187" y="17"/>
                  </a:lnTo>
                  <a:lnTo>
                    <a:pt x="187" y="17"/>
                  </a:lnTo>
                  <a:lnTo>
                    <a:pt x="177" y="10"/>
                  </a:lnTo>
                  <a:lnTo>
                    <a:pt x="169" y="4"/>
                  </a:lnTo>
                  <a:lnTo>
                    <a:pt x="163" y="0"/>
                  </a:lnTo>
                  <a:lnTo>
                    <a:pt x="163" y="25"/>
                  </a:lnTo>
                  <a:lnTo>
                    <a:pt x="163" y="25"/>
                  </a:lnTo>
                  <a:lnTo>
                    <a:pt x="145" y="35"/>
                  </a:lnTo>
                  <a:lnTo>
                    <a:pt x="101" y="55"/>
                  </a:lnTo>
                  <a:lnTo>
                    <a:pt x="74" y="66"/>
                  </a:lnTo>
                  <a:lnTo>
                    <a:pt x="47" y="78"/>
                  </a:lnTo>
                  <a:lnTo>
                    <a:pt x="22" y="86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24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Freeform: Shape 106">
              <a:extLst>
                <a:ext uri="{FF2B5EF4-FFF2-40B4-BE49-F238E27FC236}">
                  <a16:creationId xmlns:a16="http://schemas.microsoft.com/office/drawing/2014/main" id="{77479A9A-C169-4F6D-9FC2-4F0E47EB7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289" y="3292944"/>
              <a:ext cx="296863" cy="142875"/>
            </a:xfrm>
            <a:custGeom>
              <a:avLst/>
              <a:gdLst>
                <a:gd name="T0" fmla="*/ 0 w 187"/>
                <a:gd name="T1" fmla="*/ 90 h 90"/>
                <a:gd name="T2" fmla="*/ 0 w 187"/>
                <a:gd name="T3" fmla="*/ 90 h 90"/>
                <a:gd name="T4" fmla="*/ 26 w 187"/>
                <a:gd name="T5" fmla="*/ 83 h 90"/>
                <a:gd name="T6" fmla="*/ 82 w 187"/>
                <a:gd name="T7" fmla="*/ 66 h 90"/>
                <a:gd name="T8" fmla="*/ 115 w 187"/>
                <a:gd name="T9" fmla="*/ 56 h 90"/>
                <a:gd name="T10" fmla="*/ 145 w 187"/>
                <a:gd name="T11" fmla="*/ 46 h 90"/>
                <a:gd name="T12" fmla="*/ 168 w 187"/>
                <a:gd name="T13" fmla="*/ 35 h 90"/>
                <a:gd name="T14" fmla="*/ 175 w 187"/>
                <a:gd name="T15" fmla="*/ 31 h 90"/>
                <a:gd name="T16" fmla="*/ 180 w 187"/>
                <a:gd name="T17" fmla="*/ 27 h 90"/>
                <a:gd name="T18" fmla="*/ 173 w 187"/>
                <a:gd name="T19" fmla="*/ 12 h 90"/>
                <a:gd name="T20" fmla="*/ 187 w 187"/>
                <a:gd name="T21" fmla="*/ 17 h 90"/>
                <a:gd name="T22" fmla="*/ 187 w 187"/>
                <a:gd name="T23" fmla="*/ 17 h 90"/>
                <a:gd name="T24" fmla="*/ 177 w 187"/>
                <a:gd name="T25" fmla="*/ 10 h 90"/>
                <a:gd name="T26" fmla="*/ 169 w 187"/>
                <a:gd name="T27" fmla="*/ 4 h 90"/>
                <a:gd name="T28" fmla="*/ 163 w 187"/>
                <a:gd name="T29" fmla="*/ 0 h 90"/>
                <a:gd name="T30" fmla="*/ 163 w 187"/>
                <a:gd name="T31" fmla="*/ 25 h 90"/>
                <a:gd name="T32" fmla="*/ 163 w 187"/>
                <a:gd name="T33" fmla="*/ 25 h 90"/>
                <a:gd name="T34" fmla="*/ 145 w 187"/>
                <a:gd name="T35" fmla="*/ 35 h 90"/>
                <a:gd name="T36" fmla="*/ 101 w 187"/>
                <a:gd name="T37" fmla="*/ 55 h 90"/>
                <a:gd name="T38" fmla="*/ 74 w 187"/>
                <a:gd name="T39" fmla="*/ 66 h 90"/>
                <a:gd name="T40" fmla="*/ 47 w 187"/>
                <a:gd name="T41" fmla="*/ 78 h 90"/>
                <a:gd name="T42" fmla="*/ 22 w 187"/>
                <a:gd name="T43" fmla="*/ 86 h 90"/>
                <a:gd name="T44" fmla="*/ 0 w 187"/>
                <a:gd name="T4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7" h="90">
                  <a:moveTo>
                    <a:pt x="0" y="90"/>
                  </a:moveTo>
                  <a:lnTo>
                    <a:pt x="0" y="90"/>
                  </a:lnTo>
                  <a:lnTo>
                    <a:pt x="26" y="83"/>
                  </a:lnTo>
                  <a:lnTo>
                    <a:pt x="82" y="66"/>
                  </a:lnTo>
                  <a:lnTo>
                    <a:pt x="115" y="56"/>
                  </a:lnTo>
                  <a:lnTo>
                    <a:pt x="145" y="46"/>
                  </a:lnTo>
                  <a:lnTo>
                    <a:pt x="168" y="35"/>
                  </a:lnTo>
                  <a:lnTo>
                    <a:pt x="175" y="31"/>
                  </a:lnTo>
                  <a:lnTo>
                    <a:pt x="180" y="27"/>
                  </a:lnTo>
                  <a:lnTo>
                    <a:pt x="173" y="12"/>
                  </a:lnTo>
                  <a:lnTo>
                    <a:pt x="187" y="17"/>
                  </a:lnTo>
                  <a:lnTo>
                    <a:pt x="187" y="17"/>
                  </a:lnTo>
                  <a:lnTo>
                    <a:pt x="177" y="10"/>
                  </a:lnTo>
                  <a:lnTo>
                    <a:pt x="169" y="4"/>
                  </a:lnTo>
                  <a:lnTo>
                    <a:pt x="163" y="0"/>
                  </a:lnTo>
                  <a:lnTo>
                    <a:pt x="163" y="25"/>
                  </a:lnTo>
                  <a:lnTo>
                    <a:pt x="163" y="25"/>
                  </a:lnTo>
                  <a:lnTo>
                    <a:pt x="145" y="35"/>
                  </a:lnTo>
                  <a:lnTo>
                    <a:pt x="101" y="55"/>
                  </a:lnTo>
                  <a:lnTo>
                    <a:pt x="74" y="66"/>
                  </a:lnTo>
                  <a:lnTo>
                    <a:pt x="47" y="78"/>
                  </a:lnTo>
                  <a:lnTo>
                    <a:pt x="22" y="86"/>
                  </a:lnTo>
                  <a:lnTo>
                    <a:pt x="0" y="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Freeform: Shape 107">
              <a:extLst>
                <a:ext uri="{FF2B5EF4-FFF2-40B4-BE49-F238E27FC236}">
                  <a16:creationId xmlns:a16="http://schemas.microsoft.com/office/drawing/2014/main" id="{E5C8DA0B-6D48-427B-BD6C-9123F5DE8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239" y="2589681"/>
              <a:ext cx="720725" cy="574675"/>
            </a:xfrm>
            <a:custGeom>
              <a:avLst/>
              <a:gdLst>
                <a:gd name="T0" fmla="*/ 104 w 454"/>
                <a:gd name="T1" fmla="*/ 0 h 362"/>
                <a:gd name="T2" fmla="*/ 108 w 454"/>
                <a:gd name="T3" fmla="*/ 3 h 362"/>
                <a:gd name="T4" fmla="*/ 108 w 454"/>
                <a:gd name="T5" fmla="*/ 17 h 362"/>
                <a:gd name="T6" fmla="*/ 97 w 454"/>
                <a:gd name="T7" fmla="*/ 57 h 362"/>
                <a:gd name="T8" fmla="*/ 80 w 454"/>
                <a:gd name="T9" fmla="*/ 111 h 362"/>
                <a:gd name="T10" fmla="*/ 73 w 454"/>
                <a:gd name="T11" fmla="*/ 153 h 362"/>
                <a:gd name="T12" fmla="*/ 71 w 454"/>
                <a:gd name="T13" fmla="*/ 196 h 362"/>
                <a:gd name="T14" fmla="*/ 80 w 454"/>
                <a:gd name="T15" fmla="*/ 240 h 362"/>
                <a:gd name="T16" fmla="*/ 90 w 454"/>
                <a:gd name="T17" fmla="*/ 260 h 362"/>
                <a:gd name="T18" fmla="*/ 94 w 454"/>
                <a:gd name="T19" fmla="*/ 268 h 362"/>
                <a:gd name="T20" fmla="*/ 107 w 454"/>
                <a:gd name="T21" fmla="*/ 282 h 362"/>
                <a:gd name="T22" fmla="*/ 121 w 454"/>
                <a:gd name="T23" fmla="*/ 292 h 362"/>
                <a:gd name="T24" fmla="*/ 136 w 454"/>
                <a:gd name="T25" fmla="*/ 299 h 362"/>
                <a:gd name="T26" fmla="*/ 162 w 454"/>
                <a:gd name="T27" fmla="*/ 304 h 362"/>
                <a:gd name="T28" fmla="*/ 203 w 454"/>
                <a:gd name="T29" fmla="*/ 302 h 362"/>
                <a:gd name="T30" fmla="*/ 247 w 454"/>
                <a:gd name="T31" fmla="*/ 291 h 362"/>
                <a:gd name="T32" fmla="*/ 292 w 454"/>
                <a:gd name="T33" fmla="*/ 274 h 362"/>
                <a:gd name="T34" fmla="*/ 362 w 454"/>
                <a:gd name="T35" fmla="*/ 240 h 362"/>
                <a:gd name="T36" fmla="*/ 407 w 454"/>
                <a:gd name="T37" fmla="*/ 216 h 362"/>
                <a:gd name="T38" fmla="*/ 420 w 454"/>
                <a:gd name="T39" fmla="*/ 233 h 362"/>
                <a:gd name="T40" fmla="*/ 436 w 454"/>
                <a:gd name="T41" fmla="*/ 247 h 362"/>
                <a:gd name="T42" fmla="*/ 454 w 454"/>
                <a:gd name="T43" fmla="*/ 257 h 362"/>
                <a:gd name="T44" fmla="*/ 441 w 454"/>
                <a:gd name="T45" fmla="*/ 264 h 362"/>
                <a:gd name="T46" fmla="*/ 382 w 454"/>
                <a:gd name="T47" fmla="*/ 295 h 362"/>
                <a:gd name="T48" fmla="*/ 325 w 454"/>
                <a:gd name="T49" fmla="*/ 321 h 362"/>
                <a:gd name="T50" fmla="*/ 260 w 454"/>
                <a:gd name="T51" fmla="*/ 343 h 362"/>
                <a:gd name="T52" fmla="*/ 192 w 454"/>
                <a:gd name="T53" fmla="*/ 359 h 362"/>
                <a:gd name="T54" fmla="*/ 159 w 454"/>
                <a:gd name="T55" fmla="*/ 362 h 362"/>
                <a:gd name="T56" fmla="*/ 129 w 454"/>
                <a:gd name="T57" fmla="*/ 360 h 362"/>
                <a:gd name="T58" fmla="*/ 101 w 454"/>
                <a:gd name="T59" fmla="*/ 353 h 362"/>
                <a:gd name="T60" fmla="*/ 75 w 454"/>
                <a:gd name="T61" fmla="*/ 342 h 362"/>
                <a:gd name="T62" fmla="*/ 53 w 454"/>
                <a:gd name="T63" fmla="*/ 323 h 362"/>
                <a:gd name="T64" fmla="*/ 43 w 454"/>
                <a:gd name="T65" fmla="*/ 311 h 362"/>
                <a:gd name="T66" fmla="*/ 26 w 454"/>
                <a:gd name="T67" fmla="*/ 284 h 362"/>
                <a:gd name="T68" fmla="*/ 13 w 454"/>
                <a:gd name="T69" fmla="*/ 257 h 362"/>
                <a:gd name="T70" fmla="*/ 5 w 454"/>
                <a:gd name="T71" fmla="*/ 228 h 362"/>
                <a:gd name="T72" fmla="*/ 2 w 454"/>
                <a:gd name="T73" fmla="*/ 200 h 362"/>
                <a:gd name="T74" fmla="*/ 2 w 454"/>
                <a:gd name="T75" fmla="*/ 159 h 362"/>
                <a:gd name="T76" fmla="*/ 13 w 454"/>
                <a:gd name="T77" fmla="*/ 108 h 362"/>
                <a:gd name="T78" fmla="*/ 33 w 454"/>
                <a:gd name="T79" fmla="*/ 63 h 362"/>
                <a:gd name="T80" fmla="*/ 57 w 454"/>
                <a:gd name="T81" fmla="*/ 27 h 362"/>
                <a:gd name="T82" fmla="*/ 81 w 454"/>
                <a:gd name="T83" fmla="*/ 6 h 362"/>
                <a:gd name="T84" fmla="*/ 92 w 454"/>
                <a:gd name="T85" fmla="*/ 0 h 362"/>
                <a:gd name="T86" fmla="*/ 104 w 454"/>
                <a:gd name="T87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4" h="362">
                  <a:moveTo>
                    <a:pt x="104" y="0"/>
                  </a:moveTo>
                  <a:lnTo>
                    <a:pt x="104" y="0"/>
                  </a:lnTo>
                  <a:lnTo>
                    <a:pt x="105" y="2"/>
                  </a:lnTo>
                  <a:lnTo>
                    <a:pt x="108" y="3"/>
                  </a:lnTo>
                  <a:lnTo>
                    <a:pt x="109" y="9"/>
                  </a:lnTo>
                  <a:lnTo>
                    <a:pt x="108" y="17"/>
                  </a:lnTo>
                  <a:lnTo>
                    <a:pt x="105" y="29"/>
                  </a:lnTo>
                  <a:lnTo>
                    <a:pt x="97" y="57"/>
                  </a:lnTo>
                  <a:lnTo>
                    <a:pt x="85" y="91"/>
                  </a:lnTo>
                  <a:lnTo>
                    <a:pt x="80" y="111"/>
                  </a:lnTo>
                  <a:lnTo>
                    <a:pt x="75" y="132"/>
                  </a:lnTo>
                  <a:lnTo>
                    <a:pt x="73" y="153"/>
                  </a:lnTo>
                  <a:lnTo>
                    <a:pt x="71" y="175"/>
                  </a:lnTo>
                  <a:lnTo>
                    <a:pt x="71" y="196"/>
                  </a:lnTo>
                  <a:lnTo>
                    <a:pt x="74" y="217"/>
                  </a:lnTo>
                  <a:lnTo>
                    <a:pt x="80" y="240"/>
                  </a:lnTo>
                  <a:lnTo>
                    <a:pt x="84" y="250"/>
                  </a:lnTo>
                  <a:lnTo>
                    <a:pt x="90" y="260"/>
                  </a:lnTo>
                  <a:lnTo>
                    <a:pt x="90" y="260"/>
                  </a:lnTo>
                  <a:lnTo>
                    <a:pt x="94" y="268"/>
                  </a:lnTo>
                  <a:lnTo>
                    <a:pt x="100" y="275"/>
                  </a:lnTo>
                  <a:lnTo>
                    <a:pt x="107" y="282"/>
                  </a:lnTo>
                  <a:lnTo>
                    <a:pt x="112" y="288"/>
                  </a:lnTo>
                  <a:lnTo>
                    <a:pt x="121" y="292"/>
                  </a:lnTo>
                  <a:lnTo>
                    <a:pt x="128" y="297"/>
                  </a:lnTo>
                  <a:lnTo>
                    <a:pt x="136" y="299"/>
                  </a:lnTo>
                  <a:lnTo>
                    <a:pt x="145" y="302"/>
                  </a:lnTo>
                  <a:lnTo>
                    <a:pt x="162" y="304"/>
                  </a:lnTo>
                  <a:lnTo>
                    <a:pt x="182" y="304"/>
                  </a:lnTo>
                  <a:lnTo>
                    <a:pt x="203" y="302"/>
                  </a:lnTo>
                  <a:lnTo>
                    <a:pt x="224" y="297"/>
                  </a:lnTo>
                  <a:lnTo>
                    <a:pt x="247" y="291"/>
                  </a:lnTo>
                  <a:lnTo>
                    <a:pt x="270" y="282"/>
                  </a:lnTo>
                  <a:lnTo>
                    <a:pt x="292" y="274"/>
                  </a:lnTo>
                  <a:lnTo>
                    <a:pt x="316" y="263"/>
                  </a:lnTo>
                  <a:lnTo>
                    <a:pt x="362" y="240"/>
                  </a:lnTo>
                  <a:lnTo>
                    <a:pt x="407" y="216"/>
                  </a:lnTo>
                  <a:lnTo>
                    <a:pt x="407" y="216"/>
                  </a:lnTo>
                  <a:lnTo>
                    <a:pt x="410" y="221"/>
                  </a:lnTo>
                  <a:lnTo>
                    <a:pt x="420" y="233"/>
                  </a:lnTo>
                  <a:lnTo>
                    <a:pt x="427" y="241"/>
                  </a:lnTo>
                  <a:lnTo>
                    <a:pt x="436" y="247"/>
                  </a:lnTo>
                  <a:lnTo>
                    <a:pt x="444" y="253"/>
                  </a:lnTo>
                  <a:lnTo>
                    <a:pt x="454" y="257"/>
                  </a:lnTo>
                  <a:lnTo>
                    <a:pt x="454" y="257"/>
                  </a:lnTo>
                  <a:lnTo>
                    <a:pt x="441" y="264"/>
                  </a:lnTo>
                  <a:lnTo>
                    <a:pt x="406" y="284"/>
                  </a:lnTo>
                  <a:lnTo>
                    <a:pt x="382" y="295"/>
                  </a:lnTo>
                  <a:lnTo>
                    <a:pt x="355" y="308"/>
                  </a:lnTo>
                  <a:lnTo>
                    <a:pt x="325" y="321"/>
                  </a:lnTo>
                  <a:lnTo>
                    <a:pt x="292" y="333"/>
                  </a:lnTo>
                  <a:lnTo>
                    <a:pt x="260" y="343"/>
                  </a:lnTo>
                  <a:lnTo>
                    <a:pt x="226" y="353"/>
                  </a:lnTo>
                  <a:lnTo>
                    <a:pt x="192" y="359"/>
                  </a:lnTo>
                  <a:lnTo>
                    <a:pt x="176" y="360"/>
                  </a:lnTo>
                  <a:lnTo>
                    <a:pt x="159" y="362"/>
                  </a:lnTo>
                  <a:lnTo>
                    <a:pt x="143" y="362"/>
                  </a:lnTo>
                  <a:lnTo>
                    <a:pt x="129" y="360"/>
                  </a:lnTo>
                  <a:lnTo>
                    <a:pt x="114" y="358"/>
                  </a:lnTo>
                  <a:lnTo>
                    <a:pt x="101" y="353"/>
                  </a:lnTo>
                  <a:lnTo>
                    <a:pt x="87" y="349"/>
                  </a:lnTo>
                  <a:lnTo>
                    <a:pt x="75" y="342"/>
                  </a:lnTo>
                  <a:lnTo>
                    <a:pt x="64" y="333"/>
                  </a:lnTo>
                  <a:lnTo>
                    <a:pt x="53" y="323"/>
                  </a:lnTo>
                  <a:lnTo>
                    <a:pt x="53" y="323"/>
                  </a:lnTo>
                  <a:lnTo>
                    <a:pt x="43" y="311"/>
                  </a:lnTo>
                  <a:lnTo>
                    <a:pt x="33" y="298"/>
                  </a:lnTo>
                  <a:lnTo>
                    <a:pt x="26" y="284"/>
                  </a:lnTo>
                  <a:lnTo>
                    <a:pt x="19" y="271"/>
                  </a:lnTo>
                  <a:lnTo>
                    <a:pt x="13" y="257"/>
                  </a:lnTo>
                  <a:lnTo>
                    <a:pt x="9" y="243"/>
                  </a:lnTo>
                  <a:lnTo>
                    <a:pt x="5" y="228"/>
                  </a:lnTo>
                  <a:lnTo>
                    <a:pt x="3" y="214"/>
                  </a:lnTo>
                  <a:lnTo>
                    <a:pt x="2" y="200"/>
                  </a:lnTo>
                  <a:lnTo>
                    <a:pt x="0" y="186"/>
                  </a:lnTo>
                  <a:lnTo>
                    <a:pt x="2" y="159"/>
                  </a:lnTo>
                  <a:lnTo>
                    <a:pt x="6" y="132"/>
                  </a:lnTo>
                  <a:lnTo>
                    <a:pt x="13" y="108"/>
                  </a:lnTo>
                  <a:lnTo>
                    <a:pt x="23" y="84"/>
                  </a:lnTo>
                  <a:lnTo>
                    <a:pt x="33" y="63"/>
                  </a:lnTo>
                  <a:lnTo>
                    <a:pt x="44" y="43"/>
                  </a:lnTo>
                  <a:lnTo>
                    <a:pt x="57" y="27"/>
                  </a:lnTo>
                  <a:lnTo>
                    <a:pt x="70" y="14"/>
                  </a:lnTo>
                  <a:lnTo>
                    <a:pt x="81" y="6"/>
                  </a:lnTo>
                  <a:lnTo>
                    <a:pt x="87" y="3"/>
                  </a:lnTo>
                  <a:lnTo>
                    <a:pt x="92" y="0"/>
                  </a:lnTo>
                  <a:lnTo>
                    <a:pt x="98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47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Freeform: Shape 108">
              <a:extLst>
                <a:ext uri="{FF2B5EF4-FFF2-40B4-BE49-F238E27FC236}">
                  <a16:creationId xmlns:a16="http://schemas.microsoft.com/office/drawing/2014/main" id="{8234F4AD-269A-4762-9697-76CF5A9A9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239" y="2589681"/>
              <a:ext cx="720725" cy="574675"/>
            </a:xfrm>
            <a:custGeom>
              <a:avLst/>
              <a:gdLst>
                <a:gd name="T0" fmla="*/ 104 w 454"/>
                <a:gd name="T1" fmla="*/ 0 h 362"/>
                <a:gd name="T2" fmla="*/ 108 w 454"/>
                <a:gd name="T3" fmla="*/ 3 h 362"/>
                <a:gd name="T4" fmla="*/ 108 w 454"/>
                <a:gd name="T5" fmla="*/ 17 h 362"/>
                <a:gd name="T6" fmla="*/ 97 w 454"/>
                <a:gd name="T7" fmla="*/ 57 h 362"/>
                <a:gd name="T8" fmla="*/ 80 w 454"/>
                <a:gd name="T9" fmla="*/ 111 h 362"/>
                <a:gd name="T10" fmla="*/ 73 w 454"/>
                <a:gd name="T11" fmla="*/ 153 h 362"/>
                <a:gd name="T12" fmla="*/ 71 w 454"/>
                <a:gd name="T13" fmla="*/ 196 h 362"/>
                <a:gd name="T14" fmla="*/ 80 w 454"/>
                <a:gd name="T15" fmla="*/ 240 h 362"/>
                <a:gd name="T16" fmla="*/ 90 w 454"/>
                <a:gd name="T17" fmla="*/ 260 h 362"/>
                <a:gd name="T18" fmla="*/ 94 w 454"/>
                <a:gd name="T19" fmla="*/ 268 h 362"/>
                <a:gd name="T20" fmla="*/ 107 w 454"/>
                <a:gd name="T21" fmla="*/ 282 h 362"/>
                <a:gd name="T22" fmla="*/ 121 w 454"/>
                <a:gd name="T23" fmla="*/ 292 h 362"/>
                <a:gd name="T24" fmla="*/ 136 w 454"/>
                <a:gd name="T25" fmla="*/ 299 h 362"/>
                <a:gd name="T26" fmla="*/ 162 w 454"/>
                <a:gd name="T27" fmla="*/ 304 h 362"/>
                <a:gd name="T28" fmla="*/ 203 w 454"/>
                <a:gd name="T29" fmla="*/ 302 h 362"/>
                <a:gd name="T30" fmla="*/ 247 w 454"/>
                <a:gd name="T31" fmla="*/ 291 h 362"/>
                <a:gd name="T32" fmla="*/ 292 w 454"/>
                <a:gd name="T33" fmla="*/ 274 h 362"/>
                <a:gd name="T34" fmla="*/ 362 w 454"/>
                <a:gd name="T35" fmla="*/ 240 h 362"/>
                <a:gd name="T36" fmla="*/ 407 w 454"/>
                <a:gd name="T37" fmla="*/ 216 h 362"/>
                <a:gd name="T38" fmla="*/ 420 w 454"/>
                <a:gd name="T39" fmla="*/ 233 h 362"/>
                <a:gd name="T40" fmla="*/ 436 w 454"/>
                <a:gd name="T41" fmla="*/ 247 h 362"/>
                <a:gd name="T42" fmla="*/ 454 w 454"/>
                <a:gd name="T43" fmla="*/ 257 h 362"/>
                <a:gd name="T44" fmla="*/ 441 w 454"/>
                <a:gd name="T45" fmla="*/ 264 h 362"/>
                <a:gd name="T46" fmla="*/ 382 w 454"/>
                <a:gd name="T47" fmla="*/ 295 h 362"/>
                <a:gd name="T48" fmla="*/ 325 w 454"/>
                <a:gd name="T49" fmla="*/ 321 h 362"/>
                <a:gd name="T50" fmla="*/ 260 w 454"/>
                <a:gd name="T51" fmla="*/ 343 h 362"/>
                <a:gd name="T52" fmla="*/ 192 w 454"/>
                <a:gd name="T53" fmla="*/ 359 h 362"/>
                <a:gd name="T54" fmla="*/ 159 w 454"/>
                <a:gd name="T55" fmla="*/ 362 h 362"/>
                <a:gd name="T56" fmla="*/ 129 w 454"/>
                <a:gd name="T57" fmla="*/ 360 h 362"/>
                <a:gd name="T58" fmla="*/ 101 w 454"/>
                <a:gd name="T59" fmla="*/ 353 h 362"/>
                <a:gd name="T60" fmla="*/ 75 w 454"/>
                <a:gd name="T61" fmla="*/ 342 h 362"/>
                <a:gd name="T62" fmla="*/ 53 w 454"/>
                <a:gd name="T63" fmla="*/ 323 h 362"/>
                <a:gd name="T64" fmla="*/ 43 w 454"/>
                <a:gd name="T65" fmla="*/ 311 h 362"/>
                <a:gd name="T66" fmla="*/ 26 w 454"/>
                <a:gd name="T67" fmla="*/ 284 h 362"/>
                <a:gd name="T68" fmla="*/ 13 w 454"/>
                <a:gd name="T69" fmla="*/ 257 h 362"/>
                <a:gd name="T70" fmla="*/ 5 w 454"/>
                <a:gd name="T71" fmla="*/ 228 h 362"/>
                <a:gd name="T72" fmla="*/ 2 w 454"/>
                <a:gd name="T73" fmla="*/ 200 h 362"/>
                <a:gd name="T74" fmla="*/ 2 w 454"/>
                <a:gd name="T75" fmla="*/ 159 h 362"/>
                <a:gd name="T76" fmla="*/ 13 w 454"/>
                <a:gd name="T77" fmla="*/ 108 h 362"/>
                <a:gd name="T78" fmla="*/ 33 w 454"/>
                <a:gd name="T79" fmla="*/ 63 h 362"/>
                <a:gd name="T80" fmla="*/ 57 w 454"/>
                <a:gd name="T81" fmla="*/ 27 h 362"/>
                <a:gd name="T82" fmla="*/ 81 w 454"/>
                <a:gd name="T83" fmla="*/ 6 h 362"/>
                <a:gd name="T84" fmla="*/ 92 w 454"/>
                <a:gd name="T85" fmla="*/ 0 h 362"/>
                <a:gd name="T86" fmla="*/ 104 w 454"/>
                <a:gd name="T87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4" h="362">
                  <a:moveTo>
                    <a:pt x="104" y="0"/>
                  </a:moveTo>
                  <a:lnTo>
                    <a:pt x="104" y="0"/>
                  </a:lnTo>
                  <a:lnTo>
                    <a:pt x="105" y="2"/>
                  </a:lnTo>
                  <a:lnTo>
                    <a:pt x="108" y="3"/>
                  </a:lnTo>
                  <a:lnTo>
                    <a:pt x="109" y="9"/>
                  </a:lnTo>
                  <a:lnTo>
                    <a:pt x="108" y="17"/>
                  </a:lnTo>
                  <a:lnTo>
                    <a:pt x="105" y="29"/>
                  </a:lnTo>
                  <a:lnTo>
                    <a:pt x="97" y="57"/>
                  </a:lnTo>
                  <a:lnTo>
                    <a:pt x="85" y="91"/>
                  </a:lnTo>
                  <a:lnTo>
                    <a:pt x="80" y="111"/>
                  </a:lnTo>
                  <a:lnTo>
                    <a:pt x="75" y="132"/>
                  </a:lnTo>
                  <a:lnTo>
                    <a:pt x="73" y="153"/>
                  </a:lnTo>
                  <a:lnTo>
                    <a:pt x="71" y="175"/>
                  </a:lnTo>
                  <a:lnTo>
                    <a:pt x="71" y="196"/>
                  </a:lnTo>
                  <a:lnTo>
                    <a:pt x="74" y="217"/>
                  </a:lnTo>
                  <a:lnTo>
                    <a:pt x="80" y="240"/>
                  </a:lnTo>
                  <a:lnTo>
                    <a:pt x="84" y="250"/>
                  </a:lnTo>
                  <a:lnTo>
                    <a:pt x="90" y="260"/>
                  </a:lnTo>
                  <a:lnTo>
                    <a:pt x="90" y="260"/>
                  </a:lnTo>
                  <a:lnTo>
                    <a:pt x="94" y="268"/>
                  </a:lnTo>
                  <a:lnTo>
                    <a:pt x="100" y="275"/>
                  </a:lnTo>
                  <a:lnTo>
                    <a:pt x="107" y="282"/>
                  </a:lnTo>
                  <a:lnTo>
                    <a:pt x="112" y="288"/>
                  </a:lnTo>
                  <a:lnTo>
                    <a:pt x="121" y="292"/>
                  </a:lnTo>
                  <a:lnTo>
                    <a:pt x="128" y="297"/>
                  </a:lnTo>
                  <a:lnTo>
                    <a:pt x="136" y="299"/>
                  </a:lnTo>
                  <a:lnTo>
                    <a:pt x="145" y="302"/>
                  </a:lnTo>
                  <a:lnTo>
                    <a:pt x="162" y="304"/>
                  </a:lnTo>
                  <a:lnTo>
                    <a:pt x="182" y="304"/>
                  </a:lnTo>
                  <a:lnTo>
                    <a:pt x="203" y="302"/>
                  </a:lnTo>
                  <a:lnTo>
                    <a:pt x="224" y="297"/>
                  </a:lnTo>
                  <a:lnTo>
                    <a:pt x="247" y="291"/>
                  </a:lnTo>
                  <a:lnTo>
                    <a:pt x="270" y="282"/>
                  </a:lnTo>
                  <a:lnTo>
                    <a:pt x="292" y="274"/>
                  </a:lnTo>
                  <a:lnTo>
                    <a:pt x="316" y="263"/>
                  </a:lnTo>
                  <a:lnTo>
                    <a:pt x="362" y="240"/>
                  </a:lnTo>
                  <a:lnTo>
                    <a:pt x="407" y="216"/>
                  </a:lnTo>
                  <a:lnTo>
                    <a:pt x="407" y="216"/>
                  </a:lnTo>
                  <a:lnTo>
                    <a:pt x="410" y="221"/>
                  </a:lnTo>
                  <a:lnTo>
                    <a:pt x="420" y="233"/>
                  </a:lnTo>
                  <a:lnTo>
                    <a:pt x="427" y="241"/>
                  </a:lnTo>
                  <a:lnTo>
                    <a:pt x="436" y="247"/>
                  </a:lnTo>
                  <a:lnTo>
                    <a:pt x="444" y="253"/>
                  </a:lnTo>
                  <a:lnTo>
                    <a:pt x="454" y="257"/>
                  </a:lnTo>
                  <a:lnTo>
                    <a:pt x="454" y="257"/>
                  </a:lnTo>
                  <a:lnTo>
                    <a:pt x="441" y="264"/>
                  </a:lnTo>
                  <a:lnTo>
                    <a:pt x="406" y="284"/>
                  </a:lnTo>
                  <a:lnTo>
                    <a:pt x="382" y="295"/>
                  </a:lnTo>
                  <a:lnTo>
                    <a:pt x="355" y="308"/>
                  </a:lnTo>
                  <a:lnTo>
                    <a:pt x="325" y="321"/>
                  </a:lnTo>
                  <a:lnTo>
                    <a:pt x="292" y="333"/>
                  </a:lnTo>
                  <a:lnTo>
                    <a:pt x="260" y="343"/>
                  </a:lnTo>
                  <a:lnTo>
                    <a:pt x="226" y="353"/>
                  </a:lnTo>
                  <a:lnTo>
                    <a:pt x="192" y="359"/>
                  </a:lnTo>
                  <a:lnTo>
                    <a:pt x="176" y="360"/>
                  </a:lnTo>
                  <a:lnTo>
                    <a:pt x="159" y="362"/>
                  </a:lnTo>
                  <a:lnTo>
                    <a:pt x="143" y="362"/>
                  </a:lnTo>
                  <a:lnTo>
                    <a:pt x="129" y="360"/>
                  </a:lnTo>
                  <a:lnTo>
                    <a:pt x="114" y="358"/>
                  </a:lnTo>
                  <a:lnTo>
                    <a:pt x="101" y="353"/>
                  </a:lnTo>
                  <a:lnTo>
                    <a:pt x="87" y="349"/>
                  </a:lnTo>
                  <a:lnTo>
                    <a:pt x="75" y="342"/>
                  </a:lnTo>
                  <a:lnTo>
                    <a:pt x="64" y="333"/>
                  </a:lnTo>
                  <a:lnTo>
                    <a:pt x="53" y="323"/>
                  </a:lnTo>
                  <a:lnTo>
                    <a:pt x="53" y="323"/>
                  </a:lnTo>
                  <a:lnTo>
                    <a:pt x="43" y="311"/>
                  </a:lnTo>
                  <a:lnTo>
                    <a:pt x="33" y="298"/>
                  </a:lnTo>
                  <a:lnTo>
                    <a:pt x="26" y="284"/>
                  </a:lnTo>
                  <a:lnTo>
                    <a:pt x="19" y="271"/>
                  </a:lnTo>
                  <a:lnTo>
                    <a:pt x="13" y="257"/>
                  </a:lnTo>
                  <a:lnTo>
                    <a:pt x="9" y="243"/>
                  </a:lnTo>
                  <a:lnTo>
                    <a:pt x="5" y="228"/>
                  </a:lnTo>
                  <a:lnTo>
                    <a:pt x="3" y="214"/>
                  </a:lnTo>
                  <a:lnTo>
                    <a:pt x="2" y="200"/>
                  </a:lnTo>
                  <a:lnTo>
                    <a:pt x="0" y="186"/>
                  </a:lnTo>
                  <a:lnTo>
                    <a:pt x="2" y="159"/>
                  </a:lnTo>
                  <a:lnTo>
                    <a:pt x="6" y="132"/>
                  </a:lnTo>
                  <a:lnTo>
                    <a:pt x="13" y="108"/>
                  </a:lnTo>
                  <a:lnTo>
                    <a:pt x="23" y="84"/>
                  </a:lnTo>
                  <a:lnTo>
                    <a:pt x="33" y="63"/>
                  </a:lnTo>
                  <a:lnTo>
                    <a:pt x="44" y="43"/>
                  </a:lnTo>
                  <a:lnTo>
                    <a:pt x="57" y="27"/>
                  </a:lnTo>
                  <a:lnTo>
                    <a:pt x="70" y="14"/>
                  </a:lnTo>
                  <a:lnTo>
                    <a:pt x="81" y="6"/>
                  </a:lnTo>
                  <a:lnTo>
                    <a:pt x="87" y="3"/>
                  </a:lnTo>
                  <a:lnTo>
                    <a:pt x="92" y="0"/>
                  </a:lnTo>
                  <a:lnTo>
                    <a:pt x="98" y="0"/>
                  </a:lnTo>
                  <a:lnTo>
                    <a:pt x="10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Freeform: Shape 109">
              <a:extLst>
                <a:ext uri="{FF2B5EF4-FFF2-40B4-BE49-F238E27FC236}">
                  <a16:creationId xmlns:a16="http://schemas.microsoft.com/office/drawing/2014/main" id="{C1237850-A3A1-4508-953F-92021849A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301" y="2619844"/>
              <a:ext cx="120650" cy="508000"/>
            </a:xfrm>
            <a:custGeom>
              <a:avLst/>
              <a:gdLst>
                <a:gd name="T0" fmla="*/ 66 w 76"/>
                <a:gd name="T1" fmla="*/ 0 h 320"/>
                <a:gd name="T2" fmla="*/ 66 w 76"/>
                <a:gd name="T3" fmla="*/ 0 h 320"/>
                <a:gd name="T4" fmla="*/ 59 w 76"/>
                <a:gd name="T5" fmla="*/ 8 h 320"/>
                <a:gd name="T6" fmla="*/ 45 w 76"/>
                <a:gd name="T7" fmla="*/ 31 h 320"/>
                <a:gd name="T8" fmla="*/ 35 w 76"/>
                <a:gd name="T9" fmla="*/ 46 h 320"/>
                <a:gd name="T10" fmla="*/ 25 w 76"/>
                <a:gd name="T11" fmla="*/ 63 h 320"/>
                <a:gd name="T12" fmla="*/ 17 w 76"/>
                <a:gd name="T13" fmla="*/ 85 h 320"/>
                <a:gd name="T14" fmla="*/ 10 w 76"/>
                <a:gd name="T15" fmla="*/ 107 h 320"/>
                <a:gd name="T16" fmla="*/ 2 w 76"/>
                <a:gd name="T17" fmla="*/ 132 h 320"/>
                <a:gd name="T18" fmla="*/ 0 w 76"/>
                <a:gd name="T19" fmla="*/ 157 h 320"/>
                <a:gd name="T20" fmla="*/ 0 w 76"/>
                <a:gd name="T21" fmla="*/ 170 h 320"/>
                <a:gd name="T22" fmla="*/ 0 w 76"/>
                <a:gd name="T23" fmla="*/ 183 h 320"/>
                <a:gd name="T24" fmla="*/ 2 w 76"/>
                <a:gd name="T25" fmla="*/ 197 h 320"/>
                <a:gd name="T26" fmla="*/ 5 w 76"/>
                <a:gd name="T27" fmla="*/ 211 h 320"/>
                <a:gd name="T28" fmla="*/ 8 w 76"/>
                <a:gd name="T29" fmla="*/ 224 h 320"/>
                <a:gd name="T30" fmla="*/ 14 w 76"/>
                <a:gd name="T31" fmla="*/ 238 h 320"/>
                <a:gd name="T32" fmla="*/ 21 w 76"/>
                <a:gd name="T33" fmla="*/ 252 h 320"/>
                <a:gd name="T34" fmla="*/ 28 w 76"/>
                <a:gd name="T35" fmla="*/ 266 h 320"/>
                <a:gd name="T36" fmla="*/ 38 w 76"/>
                <a:gd name="T37" fmla="*/ 279 h 320"/>
                <a:gd name="T38" fmla="*/ 49 w 76"/>
                <a:gd name="T39" fmla="*/ 293 h 320"/>
                <a:gd name="T40" fmla="*/ 62 w 76"/>
                <a:gd name="T41" fmla="*/ 307 h 320"/>
                <a:gd name="T42" fmla="*/ 76 w 76"/>
                <a:gd name="T43" fmla="*/ 320 h 320"/>
                <a:gd name="T44" fmla="*/ 76 w 76"/>
                <a:gd name="T45" fmla="*/ 320 h 320"/>
                <a:gd name="T46" fmla="*/ 71 w 76"/>
                <a:gd name="T47" fmla="*/ 316 h 320"/>
                <a:gd name="T48" fmla="*/ 55 w 76"/>
                <a:gd name="T49" fmla="*/ 300 h 320"/>
                <a:gd name="T50" fmla="*/ 46 w 76"/>
                <a:gd name="T51" fmla="*/ 289 h 320"/>
                <a:gd name="T52" fmla="*/ 36 w 76"/>
                <a:gd name="T53" fmla="*/ 276 h 320"/>
                <a:gd name="T54" fmla="*/ 28 w 76"/>
                <a:gd name="T55" fmla="*/ 259 h 320"/>
                <a:gd name="T56" fmla="*/ 19 w 76"/>
                <a:gd name="T57" fmla="*/ 241 h 320"/>
                <a:gd name="T58" fmla="*/ 12 w 76"/>
                <a:gd name="T59" fmla="*/ 219 h 320"/>
                <a:gd name="T60" fmla="*/ 8 w 76"/>
                <a:gd name="T61" fmla="*/ 197 h 320"/>
                <a:gd name="T62" fmla="*/ 8 w 76"/>
                <a:gd name="T63" fmla="*/ 184 h 320"/>
                <a:gd name="T64" fmla="*/ 7 w 76"/>
                <a:gd name="T65" fmla="*/ 170 h 320"/>
                <a:gd name="T66" fmla="*/ 8 w 76"/>
                <a:gd name="T67" fmla="*/ 156 h 320"/>
                <a:gd name="T68" fmla="*/ 10 w 76"/>
                <a:gd name="T69" fmla="*/ 141 h 320"/>
                <a:gd name="T70" fmla="*/ 12 w 76"/>
                <a:gd name="T71" fmla="*/ 126 h 320"/>
                <a:gd name="T72" fmla="*/ 15 w 76"/>
                <a:gd name="T73" fmla="*/ 110 h 320"/>
                <a:gd name="T74" fmla="*/ 21 w 76"/>
                <a:gd name="T75" fmla="*/ 93 h 320"/>
                <a:gd name="T76" fmla="*/ 27 w 76"/>
                <a:gd name="T77" fmla="*/ 76 h 320"/>
                <a:gd name="T78" fmla="*/ 35 w 76"/>
                <a:gd name="T79" fmla="*/ 58 h 320"/>
                <a:gd name="T80" fmla="*/ 44 w 76"/>
                <a:gd name="T81" fmla="*/ 39 h 320"/>
                <a:gd name="T82" fmla="*/ 54 w 76"/>
                <a:gd name="T83" fmla="*/ 20 h 320"/>
                <a:gd name="T84" fmla="*/ 66 w 76"/>
                <a:gd name="T8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6" h="320">
                  <a:moveTo>
                    <a:pt x="66" y="0"/>
                  </a:moveTo>
                  <a:lnTo>
                    <a:pt x="66" y="0"/>
                  </a:lnTo>
                  <a:lnTo>
                    <a:pt x="59" y="8"/>
                  </a:lnTo>
                  <a:lnTo>
                    <a:pt x="45" y="31"/>
                  </a:lnTo>
                  <a:lnTo>
                    <a:pt x="35" y="46"/>
                  </a:lnTo>
                  <a:lnTo>
                    <a:pt x="25" y="63"/>
                  </a:lnTo>
                  <a:lnTo>
                    <a:pt x="17" y="85"/>
                  </a:lnTo>
                  <a:lnTo>
                    <a:pt x="10" y="107"/>
                  </a:lnTo>
                  <a:lnTo>
                    <a:pt x="2" y="132"/>
                  </a:lnTo>
                  <a:lnTo>
                    <a:pt x="0" y="157"/>
                  </a:lnTo>
                  <a:lnTo>
                    <a:pt x="0" y="170"/>
                  </a:lnTo>
                  <a:lnTo>
                    <a:pt x="0" y="183"/>
                  </a:lnTo>
                  <a:lnTo>
                    <a:pt x="2" y="197"/>
                  </a:lnTo>
                  <a:lnTo>
                    <a:pt x="5" y="211"/>
                  </a:lnTo>
                  <a:lnTo>
                    <a:pt x="8" y="224"/>
                  </a:lnTo>
                  <a:lnTo>
                    <a:pt x="14" y="238"/>
                  </a:lnTo>
                  <a:lnTo>
                    <a:pt x="21" y="252"/>
                  </a:lnTo>
                  <a:lnTo>
                    <a:pt x="28" y="266"/>
                  </a:lnTo>
                  <a:lnTo>
                    <a:pt x="38" y="279"/>
                  </a:lnTo>
                  <a:lnTo>
                    <a:pt x="49" y="293"/>
                  </a:lnTo>
                  <a:lnTo>
                    <a:pt x="62" y="307"/>
                  </a:lnTo>
                  <a:lnTo>
                    <a:pt x="76" y="320"/>
                  </a:lnTo>
                  <a:lnTo>
                    <a:pt x="76" y="320"/>
                  </a:lnTo>
                  <a:lnTo>
                    <a:pt x="71" y="316"/>
                  </a:lnTo>
                  <a:lnTo>
                    <a:pt x="55" y="300"/>
                  </a:lnTo>
                  <a:lnTo>
                    <a:pt x="46" y="289"/>
                  </a:lnTo>
                  <a:lnTo>
                    <a:pt x="36" y="276"/>
                  </a:lnTo>
                  <a:lnTo>
                    <a:pt x="28" y="259"/>
                  </a:lnTo>
                  <a:lnTo>
                    <a:pt x="19" y="241"/>
                  </a:lnTo>
                  <a:lnTo>
                    <a:pt x="12" y="219"/>
                  </a:lnTo>
                  <a:lnTo>
                    <a:pt x="8" y="197"/>
                  </a:lnTo>
                  <a:lnTo>
                    <a:pt x="8" y="184"/>
                  </a:lnTo>
                  <a:lnTo>
                    <a:pt x="7" y="170"/>
                  </a:lnTo>
                  <a:lnTo>
                    <a:pt x="8" y="156"/>
                  </a:lnTo>
                  <a:lnTo>
                    <a:pt x="10" y="141"/>
                  </a:lnTo>
                  <a:lnTo>
                    <a:pt x="12" y="126"/>
                  </a:lnTo>
                  <a:lnTo>
                    <a:pt x="15" y="110"/>
                  </a:lnTo>
                  <a:lnTo>
                    <a:pt x="21" y="93"/>
                  </a:lnTo>
                  <a:lnTo>
                    <a:pt x="27" y="76"/>
                  </a:lnTo>
                  <a:lnTo>
                    <a:pt x="35" y="58"/>
                  </a:lnTo>
                  <a:lnTo>
                    <a:pt x="44" y="39"/>
                  </a:lnTo>
                  <a:lnTo>
                    <a:pt x="54" y="2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4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Freeform: Shape 110">
              <a:extLst>
                <a:ext uri="{FF2B5EF4-FFF2-40B4-BE49-F238E27FC236}">
                  <a16:creationId xmlns:a16="http://schemas.microsoft.com/office/drawing/2014/main" id="{E3CC3856-07EE-4403-A1EF-BF496346B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301" y="2619844"/>
              <a:ext cx="120650" cy="508000"/>
            </a:xfrm>
            <a:custGeom>
              <a:avLst/>
              <a:gdLst>
                <a:gd name="T0" fmla="*/ 66 w 76"/>
                <a:gd name="T1" fmla="*/ 0 h 320"/>
                <a:gd name="T2" fmla="*/ 66 w 76"/>
                <a:gd name="T3" fmla="*/ 0 h 320"/>
                <a:gd name="T4" fmla="*/ 59 w 76"/>
                <a:gd name="T5" fmla="*/ 8 h 320"/>
                <a:gd name="T6" fmla="*/ 45 w 76"/>
                <a:gd name="T7" fmla="*/ 31 h 320"/>
                <a:gd name="T8" fmla="*/ 35 w 76"/>
                <a:gd name="T9" fmla="*/ 46 h 320"/>
                <a:gd name="T10" fmla="*/ 25 w 76"/>
                <a:gd name="T11" fmla="*/ 63 h 320"/>
                <a:gd name="T12" fmla="*/ 17 w 76"/>
                <a:gd name="T13" fmla="*/ 85 h 320"/>
                <a:gd name="T14" fmla="*/ 10 w 76"/>
                <a:gd name="T15" fmla="*/ 107 h 320"/>
                <a:gd name="T16" fmla="*/ 2 w 76"/>
                <a:gd name="T17" fmla="*/ 132 h 320"/>
                <a:gd name="T18" fmla="*/ 0 w 76"/>
                <a:gd name="T19" fmla="*/ 157 h 320"/>
                <a:gd name="T20" fmla="*/ 0 w 76"/>
                <a:gd name="T21" fmla="*/ 170 h 320"/>
                <a:gd name="T22" fmla="*/ 0 w 76"/>
                <a:gd name="T23" fmla="*/ 183 h 320"/>
                <a:gd name="T24" fmla="*/ 2 w 76"/>
                <a:gd name="T25" fmla="*/ 197 h 320"/>
                <a:gd name="T26" fmla="*/ 5 w 76"/>
                <a:gd name="T27" fmla="*/ 211 h 320"/>
                <a:gd name="T28" fmla="*/ 8 w 76"/>
                <a:gd name="T29" fmla="*/ 224 h 320"/>
                <a:gd name="T30" fmla="*/ 14 w 76"/>
                <a:gd name="T31" fmla="*/ 238 h 320"/>
                <a:gd name="T32" fmla="*/ 21 w 76"/>
                <a:gd name="T33" fmla="*/ 252 h 320"/>
                <a:gd name="T34" fmla="*/ 28 w 76"/>
                <a:gd name="T35" fmla="*/ 266 h 320"/>
                <a:gd name="T36" fmla="*/ 38 w 76"/>
                <a:gd name="T37" fmla="*/ 279 h 320"/>
                <a:gd name="T38" fmla="*/ 49 w 76"/>
                <a:gd name="T39" fmla="*/ 293 h 320"/>
                <a:gd name="T40" fmla="*/ 62 w 76"/>
                <a:gd name="T41" fmla="*/ 307 h 320"/>
                <a:gd name="T42" fmla="*/ 76 w 76"/>
                <a:gd name="T43" fmla="*/ 320 h 320"/>
                <a:gd name="T44" fmla="*/ 76 w 76"/>
                <a:gd name="T45" fmla="*/ 320 h 320"/>
                <a:gd name="T46" fmla="*/ 71 w 76"/>
                <a:gd name="T47" fmla="*/ 316 h 320"/>
                <a:gd name="T48" fmla="*/ 55 w 76"/>
                <a:gd name="T49" fmla="*/ 300 h 320"/>
                <a:gd name="T50" fmla="*/ 46 w 76"/>
                <a:gd name="T51" fmla="*/ 289 h 320"/>
                <a:gd name="T52" fmla="*/ 36 w 76"/>
                <a:gd name="T53" fmla="*/ 276 h 320"/>
                <a:gd name="T54" fmla="*/ 28 w 76"/>
                <a:gd name="T55" fmla="*/ 259 h 320"/>
                <a:gd name="T56" fmla="*/ 19 w 76"/>
                <a:gd name="T57" fmla="*/ 241 h 320"/>
                <a:gd name="T58" fmla="*/ 12 w 76"/>
                <a:gd name="T59" fmla="*/ 219 h 320"/>
                <a:gd name="T60" fmla="*/ 8 w 76"/>
                <a:gd name="T61" fmla="*/ 197 h 320"/>
                <a:gd name="T62" fmla="*/ 8 w 76"/>
                <a:gd name="T63" fmla="*/ 184 h 320"/>
                <a:gd name="T64" fmla="*/ 7 w 76"/>
                <a:gd name="T65" fmla="*/ 170 h 320"/>
                <a:gd name="T66" fmla="*/ 8 w 76"/>
                <a:gd name="T67" fmla="*/ 156 h 320"/>
                <a:gd name="T68" fmla="*/ 10 w 76"/>
                <a:gd name="T69" fmla="*/ 141 h 320"/>
                <a:gd name="T70" fmla="*/ 12 w 76"/>
                <a:gd name="T71" fmla="*/ 126 h 320"/>
                <a:gd name="T72" fmla="*/ 15 w 76"/>
                <a:gd name="T73" fmla="*/ 110 h 320"/>
                <a:gd name="T74" fmla="*/ 21 w 76"/>
                <a:gd name="T75" fmla="*/ 93 h 320"/>
                <a:gd name="T76" fmla="*/ 27 w 76"/>
                <a:gd name="T77" fmla="*/ 76 h 320"/>
                <a:gd name="T78" fmla="*/ 35 w 76"/>
                <a:gd name="T79" fmla="*/ 58 h 320"/>
                <a:gd name="T80" fmla="*/ 44 w 76"/>
                <a:gd name="T81" fmla="*/ 39 h 320"/>
                <a:gd name="T82" fmla="*/ 54 w 76"/>
                <a:gd name="T83" fmla="*/ 20 h 320"/>
                <a:gd name="T84" fmla="*/ 66 w 76"/>
                <a:gd name="T8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6" h="320">
                  <a:moveTo>
                    <a:pt x="66" y="0"/>
                  </a:moveTo>
                  <a:lnTo>
                    <a:pt x="66" y="0"/>
                  </a:lnTo>
                  <a:lnTo>
                    <a:pt x="59" y="8"/>
                  </a:lnTo>
                  <a:lnTo>
                    <a:pt x="45" y="31"/>
                  </a:lnTo>
                  <a:lnTo>
                    <a:pt x="35" y="46"/>
                  </a:lnTo>
                  <a:lnTo>
                    <a:pt x="25" y="63"/>
                  </a:lnTo>
                  <a:lnTo>
                    <a:pt x="17" y="85"/>
                  </a:lnTo>
                  <a:lnTo>
                    <a:pt x="10" y="107"/>
                  </a:lnTo>
                  <a:lnTo>
                    <a:pt x="2" y="132"/>
                  </a:lnTo>
                  <a:lnTo>
                    <a:pt x="0" y="157"/>
                  </a:lnTo>
                  <a:lnTo>
                    <a:pt x="0" y="170"/>
                  </a:lnTo>
                  <a:lnTo>
                    <a:pt x="0" y="183"/>
                  </a:lnTo>
                  <a:lnTo>
                    <a:pt x="2" y="197"/>
                  </a:lnTo>
                  <a:lnTo>
                    <a:pt x="5" y="211"/>
                  </a:lnTo>
                  <a:lnTo>
                    <a:pt x="8" y="224"/>
                  </a:lnTo>
                  <a:lnTo>
                    <a:pt x="14" y="238"/>
                  </a:lnTo>
                  <a:lnTo>
                    <a:pt x="21" y="252"/>
                  </a:lnTo>
                  <a:lnTo>
                    <a:pt x="28" y="266"/>
                  </a:lnTo>
                  <a:lnTo>
                    <a:pt x="38" y="279"/>
                  </a:lnTo>
                  <a:lnTo>
                    <a:pt x="49" y="293"/>
                  </a:lnTo>
                  <a:lnTo>
                    <a:pt x="62" y="307"/>
                  </a:lnTo>
                  <a:lnTo>
                    <a:pt x="76" y="320"/>
                  </a:lnTo>
                  <a:lnTo>
                    <a:pt x="76" y="320"/>
                  </a:lnTo>
                  <a:lnTo>
                    <a:pt x="71" y="316"/>
                  </a:lnTo>
                  <a:lnTo>
                    <a:pt x="55" y="300"/>
                  </a:lnTo>
                  <a:lnTo>
                    <a:pt x="46" y="289"/>
                  </a:lnTo>
                  <a:lnTo>
                    <a:pt x="36" y="276"/>
                  </a:lnTo>
                  <a:lnTo>
                    <a:pt x="28" y="259"/>
                  </a:lnTo>
                  <a:lnTo>
                    <a:pt x="19" y="241"/>
                  </a:lnTo>
                  <a:lnTo>
                    <a:pt x="12" y="219"/>
                  </a:lnTo>
                  <a:lnTo>
                    <a:pt x="8" y="197"/>
                  </a:lnTo>
                  <a:lnTo>
                    <a:pt x="8" y="184"/>
                  </a:lnTo>
                  <a:lnTo>
                    <a:pt x="7" y="170"/>
                  </a:lnTo>
                  <a:lnTo>
                    <a:pt x="8" y="156"/>
                  </a:lnTo>
                  <a:lnTo>
                    <a:pt x="10" y="141"/>
                  </a:lnTo>
                  <a:lnTo>
                    <a:pt x="12" y="126"/>
                  </a:lnTo>
                  <a:lnTo>
                    <a:pt x="15" y="110"/>
                  </a:lnTo>
                  <a:lnTo>
                    <a:pt x="21" y="93"/>
                  </a:lnTo>
                  <a:lnTo>
                    <a:pt x="27" y="76"/>
                  </a:lnTo>
                  <a:lnTo>
                    <a:pt x="35" y="58"/>
                  </a:lnTo>
                  <a:lnTo>
                    <a:pt x="44" y="39"/>
                  </a:lnTo>
                  <a:lnTo>
                    <a:pt x="54" y="20"/>
                  </a:lnTo>
                  <a:lnTo>
                    <a:pt x="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Freeform: Shape 111">
              <a:extLst>
                <a:ext uri="{FF2B5EF4-FFF2-40B4-BE49-F238E27FC236}">
                  <a16:creationId xmlns:a16="http://schemas.microsoft.com/office/drawing/2014/main" id="{AF8453B4-6420-4211-A967-7BCFC0A9D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764" y="2789706"/>
              <a:ext cx="215900" cy="209550"/>
            </a:xfrm>
            <a:custGeom>
              <a:avLst/>
              <a:gdLst>
                <a:gd name="T0" fmla="*/ 1 w 136"/>
                <a:gd name="T1" fmla="*/ 90 h 132"/>
                <a:gd name="T2" fmla="*/ 1 w 136"/>
                <a:gd name="T3" fmla="*/ 53 h 132"/>
                <a:gd name="T4" fmla="*/ 7 w 136"/>
                <a:gd name="T5" fmla="*/ 25 h 132"/>
                <a:gd name="T6" fmla="*/ 15 w 136"/>
                <a:gd name="T7" fmla="*/ 9 h 132"/>
                <a:gd name="T8" fmla="*/ 20 w 136"/>
                <a:gd name="T9" fmla="*/ 5 h 132"/>
                <a:gd name="T10" fmla="*/ 32 w 136"/>
                <a:gd name="T11" fmla="*/ 0 h 132"/>
                <a:gd name="T12" fmla="*/ 44 w 136"/>
                <a:gd name="T13" fmla="*/ 0 h 132"/>
                <a:gd name="T14" fmla="*/ 56 w 136"/>
                <a:gd name="T15" fmla="*/ 7 h 132"/>
                <a:gd name="T16" fmla="*/ 62 w 136"/>
                <a:gd name="T17" fmla="*/ 6 h 132"/>
                <a:gd name="T18" fmla="*/ 86 w 136"/>
                <a:gd name="T19" fmla="*/ 6 h 132"/>
                <a:gd name="T20" fmla="*/ 99 w 136"/>
                <a:gd name="T21" fmla="*/ 15 h 132"/>
                <a:gd name="T22" fmla="*/ 103 w 136"/>
                <a:gd name="T23" fmla="*/ 22 h 132"/>
                <a:gd name="T24" fmla="*/ 110 w 136"/>
                <a:gd name="T25" fmla="*/ 23 h 132"/>
                <a:gd name="T26" fmla="*/ 123 w 136"/>
                <a:gd name="T27" fmla="*/ 32 h 132"/>
                <a:gd name="T28" fmla="*/ 134 w 136"/>
                <a:gd name="T29" fmla="*/ 49 h 132"/>
                <a:gd name="T30" fmla="*/ 136 w 136"/>
                <a:gd name="T31" fmla="*/ 61 h 132"/>
                <a:gd name="T32" fmla="*/ 133 w 136"/>
                <a:gd name="T33" fmla="*/ 77 h 132"/>
                <a:gd name="T34" fmla="*/ 132 w 136"/>
                <a:gd name="T35" fmla="*/ 78 h 132"/>
                <a:gd name="T36" fmla="*/ 122 w 136"/>
                <a:gd name="T37" fmla="*/ 81 h 132"/>
                <a:gd name="T38" fmla="*/ 115 w 136"/>
                <a:gd name="T39" fmla="*/ 78 h 132"/>
                <a:gd name="T40" fmla="*/ 110 w 136"/>
                <a:gd name="T41" fmla="*/ 73 h 132"/>
                <a:gd name="T42" fmla="*/ 102 w 136"/>
                <a:gd name="T43" fmla="*/ 61 h 132"/>
                <a:gd name="T44" fmla="*/ 90 w 136"/>
                <a:gd name="T45" fmla="*/ 53 h 132"/>
                <a:gd name="T46" fmla="*/ 81 w 136"/>
                <a:gd name="T47" fmla="*/ 51 h 132"/>
                <a:gd name="T48" fmla="*/ 73 w 136"/>
                <a:gd name="T49" fmla="*/ 63 h 132"/>
                <a:gd name="T50" fmla="*/ 72 w 136"/>
                <a:gd name="T51" fmla="*/ 73 h 132"/>
                <a:gd name="T52" fmla="*/ 72 w 136"/>
                <a:gd name="T53" fmla="*/ 104 h 132"/>
                <a:gd name="T54" fmla="*/ 66 w 136"/>
                <a:gd name="T55" fmla="*/ 120 h 132"/>
                <a:gd name="T56" fmla="*/ 59 w 136"/>
                <a:gd name="T57" fmla="*/ 127 h 132"/>
                <a:gd name="T58" fmla="*/ 48 w 136"/>
                <a:gd name="T59" fmla="*/ 131 h 132"/>
                <a:gd name="T60" fmla="*/ 37 w 136"/>
                <a:gd name="T61" fmla="*/ 132 h 132"/>
                <a:gd name="T62" fmla="*/ 18 w 136"/>
                <a:gd name="T63" fmla="*/ 127 h 132"/>
                <a:gd name="T64" fmla="*/ 7 w 136"/>
                <a:gd name="T65" fmla="*/ 114 h 132"/>
                <a:gd name="T66" fmla="*/ 1 w 136"/>
                <a:gd name="T67" fmla="*/ 9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6" h="132">
                  <a:moveTo>
                    <a:pt x="1" y="90"/>
                  </a:moveTo>
                  <a:lnTo>
                    <a:pt x="1" y="90"/>
                  </a:lnTo>
                  <a:lnTo>
                    <a:pt x="0" y="78"/>
                  </a:lnTo>
                  <a:lnTo>
                    <a:pt x="1" y="53"/>
                  </a:lnTo>
                  <a:lnTo>
                    <a:pt x="4" y="39"/>
                  </a:lnTo>
                  <a:lnTo>
                    <a:pt x="7" y="25"/>
                  </a:lnTo>
                  <a:lnTo>
                    <a:pt x="12" y="13"/>
                  </a:lnTo>
                  <a:lnTo>
                    <a:pt x="15" y="9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4" y="3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4" y="0"/>
                  </a:lnTo>
                  <a:lnTo>
                    <a:pt x="51" y="3"/>
                  </a:lnTo>
                  <a:lnTo>
                    <a:pt x="56" y="7"/>
                  </a:lnTo>
                  <a:lnTo>
                    <a:pt x="56" y="7"/>
                  </a:lnTo>
                  <a:lnTo>
                    <a:pt x="62" y="6"/>
                  </a:lnTo>
                  <a:lnTo>
                    <a:pt x="78" y="6"/>
                  </a:lnTo>
                  <a:lnTo>
                    <a:pt x="86" y="6"/>
                  </a:lnTo>
                  <a:lnTo>
                    <a:pt x="93" y="9"/>
                  </a:lnTo>
                  <a:lnTo>
                    <a:pt x="99" y="15"/>
                  </a:lnTo>
                  <a:lnTo>
                    <a:pt x="102" y="17"/>
                  </a:lnTo>
                  <a:lnTo>
                    <a:pt x="103" y="22"/>
                  </a:lnTo>
                  <a:lnTo>
                    <a:pt x="103" y="22"/>
                  </a:lnTo>
                  <a:lnTo>
                    <a:pt x="110" y="23"/>
                  </a:lnTo>
                  <a:lnTo>
                    <a:pt x="116" y="27"/>
                  </a:lnTo>
                  <a:lnTo>
                    <a:pt x="123" y="32"/>
                  </a:lnTo>
                  <a:lnTo>
                    <a:pt x="130" y="40"/>
                  </a:lnTo>
                  <a:lnTo>
                    <a:pt x="134" y="49"/>
                  </a:lnTo>
                  <a:lnTo>
                    <a:pt x="136" y="56"/>
                  </a:lnTo>
                  <a:lnTo>
                    <a:pt x="136" y="61"/>
                  </a:lnTo>
                  <a:lnTo>
                    <a:pt x="136" y="68"/>
                  </a:lnTo>
                  <a:lnTo>
                    <a:pt x="133" y="77"/>
                  </a:lnTo>
                  <a:lnTo>
                    <a:pt x="133" y="77"/>
                  </a:lnTo>
                  <a:lnTo>
                    <a:pt x="132" y="78"/>
                  </a:lnTo>
                  <a:lnTo>
                    <a:pt x="126" y="81"/>
                  </a:lnTo>
                  <a:lnTo>
                    <a:pt x="122" y="81"/>
                  </a:lnTo>
                  <a:lnTo>
                    <a:pt x="117" y="80"/>
                  </a:lnTo>
                  <a:lnTo>
                    <a:pt x="115" y="78"/>
                  </a:lnTo>
                  <a:lnTo>
                    <a:pt x="110" y="73"/>
                  </a:lnTo>
                  <a:lnTo>
                    <a:pt x="110" y="73"/>
                  </a:lnTo>
                  <a:lnTo>
                    <a:pt x="106" y="67"/>
                  </a:lnTo>
                  <a:lnTo>
                    <a:pt x="102" y="61"/>
                  </a:lnTo>
                  <a:lnTo>
                    <a:pt x="96" y="56"/>
                  </a:lnTo>
                  <a:lnTo>
                    <a:pt x="90" y="53"/>
                  </a:lnTo>
                  <a:lnTo>
                    <a:pt x="85" y="51"/>
                  </a:lnTo>
                  <a:lnTo>
                    <a:pt x="81" y="51"/>
                  </a:lnTo>
                  <a:lnTo>
                    <a:pt x="76" y="56"/>
                  </a:lnTo>
                  <a:lnTo>
                    <a:pt x="73" y="63"/>
                  </a:lnTo>
                  <a:lnTo>
                    <a:pt x="73" y="63"/>
                  </a:lnTo>
                  <a:lnTo>
                    <a:pt x="72" y="73"/>
                  </a:lnTo>
                  <a:lnTo>
                    <a:pt x="72" y="83"/>
                  </a:lnTo>
                  <a:lnTo>
                    <a:pt x="72" y="104"/>
                  </a:lnTo>
                  <a:lnTo>
                    <a:pt x="71" y="112"/>
                  </a:lnTo>
                  <a:lnTo>
                    <a:pt x="66" y="120"/>
                  </a:lnTo>
                  <a:lnTo>
                    <a:pt x="64" y="124"/>
                  </a:lnTo>
                  <a:lnTo>
                    <a:pt x="59" y="127"/>
                  </a:lnTo>
                  <a:lnTo>
                    <a:pt x="54" y="129"/>
                  </a:lnTo>
                  <a:lnTo>
                    <a:pt x="48" y="131"/>
                  </a:lnTo>
                  <a:lnTo>
                    <a:pt x="48" y="131"/>
                  </a:lnTo>
                  <a:lnTo>
                    <a:pt x="37" y="132"/>
                  </a:lnTo>
                  <a:lnTo>
                    <a:pt x="27" y="131"/>
                  </a:lnTo>
                  <a:lnTo>
                    <a:pt x="18" y="127"/>
                  </a:lnTo>
                  <a:lnTo>
                    <a:pt x="12" y="121"/>
                  </a:lnTo>
                  <a:lnTo>
                    <a:pt x="7" y="114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1" y="90"/>
                  </a:lnTo>
                  <a:close/>
                </a:path>
              </a:pathLst>
            </a:custGeom>
            <a:solidFill>
              <a:srgbClr val="FE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Freeform: Shape 112">
              <a:extLst>
                <a:ext uri="{FF2B5EF4-FFF2-40B4-BE49-F238E27FC236}">
                  <a16:creationId xmlns:a16="http://schemas.microsoft.com/office/drawing/2014/main" id="{D30A331E-E31A-4683-BBE7-534484B56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764" y="2789706"/>
              <a:ext cx="215900" cy="209550"/>
            </a:xfrm>
            <a:custGeom>
              <a:avLst/>
              <a:gdLst>
                <a:gd name="T0" fmla="*/ 1 w 136"/>
                <a:gd name="T1" fmla="*/ 90 h 132"/>
                <a:gd name="T2" fmla="*/ 1 w 136"/>
                <a:gd name="T3" fmla="*/ 53 h 132"/>
                <a:gd name="T4" fmla="*/ 7 w 136"/>
                <a:gd name="T5" fmla="*/ 25 h 132"/>
                <a:gd name="T6" fmla="*/ 15 w 136"/>
                <a:gd name="T7" fmla="*/ 9 h 132"/>
                <a:gd name="T8" fmla="*/ 20 w 136"/>
                <a:gd name="T9" fmla="*/ 5 h 132"/>
                <a:gd name="T10" fmla="*/ 32 w 136"/>
                <a:gd name="T11" fmla="*/ 0 h 132"/>
                <a:gd name="T12" fmla="*/ 44 w 136"/>
                <a:gd name="T13" fmla="*/ 0 h 132"/>
                <a:gd name="T14" fmla="*/ 56 w 136"/>
                <a:gd name="T15" fmla="*/ 7 h 132"/>
                <a:gd name="T16" fmla="*/ 62 w 136"/>
                <a:gd name="T17" fmla="*/ 6 h 132"/>
                <a:gd name="T18" fmla="*/ 86 w 136"/>
                <a:gd name="T19" fmla="*/ 6 h 132"/>
                <a:gd name="T20" fmla="*/ 99 w 136"/>
                <a:gd name="T21" fmla="*/ 15 h 132"/>
                <a:gd name="T22" fmla="*/ 103 w 136"/>
                <a:gd name="T23" fmla="*/ 22 h 132"/>
                <a:gd name="T24" fmla="*/ 110 w 136"/>
                <a:gd name="T25" fmla="*/ 23 h 132"/>
                <a:gd name="T26" fmla="*/ 123 w 136"/>
                <a:gd name="T27" fmla="*/ 32 h 132"/>
                <a:gd name="T28" fmla="*/ 134 w 136"/>
                <a:gd name="T29" fmla="*/ 49 h 132"/>
                <a:gd name="T30" fmla="*/ 136 w 136"/>
                <a:gd name="T31" fmla="*/ 61 h 132"/>
                <a:gd name="T32" fmla="*/ 133 w 136"/>
                <a:gd name="T33" fmla="*/ 77 h 132"/>
                <a:gd name="T34" fmla="*/ 132 w 136"/>
                <a:gd name="T35" fmla="*/ 78 h 132"/>
                <a:gd name="T36" fmla="*/ 122 w 136"/>
                <a:gd name="T37" fmla="*/ 81 h 132"/>
                <a:gd name="T38" fmla="*/ 115 w 136"/>
                <a:gd name="T39" fmla="*/ 78 h 132"/>
                <a:gd name="T40" fmla="*/ 110 w 136"/>
                <a:gd name="T41" fmla="*/ 73 h 132"/>
                <a:gd name="T42" fmla="*/ 102 w 136"/>
                <a:gd name="T43" fmla="*/ 61 h 132"/>
                <a:gd name="T44" fmla="*/ 90 w 136"/>
                <a:gd name="T45" fmla="*/ 53 h 132"/>
                <a:gd name="T46" fmla="*/ 81 w 136"/>
                <a:gd name="T47" fmla="*/ 51 h 132"/>
                <a:gd name="T48" fmla="*/ 73 w 136"/>
                <a:gd name="T49" fmla="*/ 63 h 132"/>
                <a:gd name="T50" fmla="*/ 72 w 136"/>
                <a:gd name="T51" fmla="*/ 73 h 132"/>
                <a:gd name="T52" fmla="*/ 72 w 136"/>
                <a:gd name="T53" fmla="*/ 104 h 132"/>
                <a:gd name="T54" fmla="*/ 66 w 136"/>
                <a:gd name="T55" fmla="*/ 120 h 132"/>
                <a:gd name="T56" fmla="*/ 59 w 136"/>
                <a:gd name="T57" fmla="*/ 127 h 132"/>
                <a:gd name="T58" fmla="*/ 48 w 136"/>
                <a:gd name="T59" fmla="*/ 131 h 132"/>
                <a:gd name="T60" fmla="*/ 37 w 136"/>
                <a:gd name="T61" fmla="*/ 132 h 132"/>
                <a:gd name="T62" fmla="*/ 18 w 136"/>
                <a:gd name="T63" fmla="*/ 127 h 132"/>
                <a:gd name="T64" fmla="*/ 7 w 136"/>
                <a:gd name="T65" fmla="*/ 114 h 132"/>
                <a:gd name="T66" fmla="*/ 1 w 136"/>
                <a:gd name="T67" fmla="*/ 9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6" h="132">
                  <a:moveTo>
                    <a:pt x="1" y="90"/>
                  </a:moveTo>
                  <a:lnTo>
                    <a:pt x="1" y="90"/>
                  </a:lnTo>
                  <a:lnTo>
                    <a:pt x="0" y="78"/>
                  </a:lnTo>
                  <a:lnTo>
                    <a:pt x="1" y="53"/>
                  </a:lnTo>
                  <a:lnTo>
                    <a:pt x="4" y="39"/>
                  </a:lnTo>
                  <a:lnTo>
                    <a:pt x="7" y="25"/>
                  </a:lnTo>
                  <a:lnTo>
                    <a:pt x="12" y="13"/>
                  </a:lnTo>
                  <a:lnTo>
                    <a:pt x="15" y="9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4" y="3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4" y="0"/>
                  </a:lnTo>
                  <a:lnTo>
                    <a:pt x="51" y="3"/>
                  </a:lnTo>
                  <a:lnTo>
                    <a:pt x="56" y="7"/>
                  </a:lnTo>
                  <a:lnTo>
                    <a:pt x="56" y="7"/>
                  </a:lnTo>
                  <a:lnTo>
                    <a:pt x="62" y="6"/>
                  </a:lnTo>
                  <a:lnTo>
                    <a:pt x="78" y="6"/>
                  </a:lnTo>
                  <a:lnTo>
                    <a:pt x="86" y="6"/>
                  </a:lnTo>
                  <a:lnTo>
                    <a:pt x="93" y="9"/>
                  </a:lnTo>
                  <a:lnTo>
                    <a:pt x="99" y="15"/>
                  </a:lnTo>
                  <a:lnTo>
                    <a:pt x="102" y="17"/>
                  </a:lnTo>
                  <a:lnTo>
                    <a:pt x="103" y="22"/>
                  </a:lnTo>
                  <a:lnTo>
                    <a:pt x="103" y="22"/>
                  </a:lnTo>
                  <a:lnTo>
                    <a:pt x="110" y="23"/>
                  </a:lnTo>
                  <a:lnTo>
                    <a:pt x="116" y="27"/>
                  </a:lnTo>
                  <a:lnTo>
                    <a:pt x="123" y="32"/>
                  </a:lnTo>
                  <a:lnTo>
                    <a:pt x="130" y="40"/>
                  </a:lnTo>
                  <a:lnTo>
                    <a:pt x="134" y="49"/>
                  </a:lnTo>
                  <a:lnTo>
                    <a:pt x="136" y="56"/>
                  </a:lnTo>
                  <a:lnTo>
                    <a:pt x="136" y="61"/>
                  </a:lnTo>
                  <a:lnTo>
                    <a:pt x="136" y="68"/>
                  </a:lnTo>
                  <a:lnTo>
                    <a:pt x="133" y="77"/>
                  </a:lnTo>
                  <a:lnTo>
                    <a:pt x="133" y="77"/>
                  </a:lnTo>
                  <a:lnTo>
                    <a:pt x="132" y="78"/>
                  </a:lnTo>
                  <a:lnTo>
                    <a:pt x="126" y="81"/>
                  </a:lnTo>
                  <a:lnTo>
                    <a:pt x="122" y="81"/>
                  </a:lnTo>
                  <a:lnTo>
                    <a:pt x="117" y="80"/>
                  </a:lnTo>
                  <a:lnTo>
                    <a:pt x="115" y="78"/>
                  </a:lnTo>
                  <a:lnTo>
                    <a:pt x="110" y="73"/>
                  </a:lnTo>
                  <a:lnTo>
                    <a:pt x="110" y="73"/>
                  </a:lnTo>
                  <a:lnTo>
                    <a:pt x="106" y="67"/>
                  </a:lnTo>
                  <a:lnTo>
                    <a:pt x="102" y="61"/>
                  </a:lnTo>
                  <a:lnTo>
                    <a:pt x="96" y="56"/>
                  </a:lnTo>
                  <a:lnTo>
                    <a:pt x="90" y="53"/>
                  </a:lnTo>
                  <a:lnTo>
                    <a:pt x="85" y="51"/>
                  </a:lnTo>
                  <a:lnTo>
                    <a:pt x="81" y="51"/>
                  </a:lnTo>
                  <a:lnTo>
                    <a:pt x="76" y="56"/>
                  </a:lnTo>
                  <a:lnTo>
                    <a:pt x="73" y="63"/>
                  </a:lnTo>
                  <a:lnTo>
                    <a:pt x="73" y="63"/>
                  </a:lnTo>
                  <a:lnTo>
                    <a:pt x="72" y="73"/>
                  </a:lnTo>
                  <a:lnTo>
                    <a:pt x="72" y="83"/>
                  </a:lnTo>
                  <a:lnTo>
                    <a:pt x="72" y="104"/>
                  </a:lnTo>
                  <a:lnTo>
                    <a:pt x="71" y="112"/>
                  </a:lnTo>
                  <a:lnTo>
                    <a:pt x="66" y="120"/>
                  </a:lnTo>
                  <a:lnTo>
                    <a:pt x="64" y="124"/>
                  </a:lnTo>
                  <a:lnTo>
                    <a:pt x="59" y="127"/>
                  </a:lnTo>
                  <a:lnTo>
                    <a:pt x="54" y="129"/>
                  </a:lnTo>
                  <a:lnTo>
                    <a:pt x="48" y="131"/>
                  </a:lnTo>
                  <a:lnTo>
                    <a:pt x="48" y="131"/>
                  </a:lnTo>
                  <a:lnTo>
                    <a:pt x="37" y="132"/>
                  </a:lnTo>
                  <a:lnTo>
                    <a:pt x="27" y="131"/>
                  </a:lnTo>
                  <a:lnTo>
                    <a:pt x="18" y="127"/>
                  </a:lnTo>
                  <a:lnTo>
                    <a:pt x="12" y="121"/>
                  </a:lnTo>
                  <a:lnTo>
                    <a:pt x="7" y="114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1" y="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Freeform: Shape 113">
              <a:extLst>
                <a:ext uri="{FF2B5EF4-FFF2-40B4-BE49-F238E27FC236}">
                  <a16:creationId xmlns:a16="http://schemas.microsoft.com/office/drawing/2014/main" id="{46793755-CB5D-471C-8787-37BD304CA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14" y="2824631"/>
              <a:ext cx="141288" cy="141288"/>
            </a:xfrm>
            <a:custGeom>
              <a:avLst/>
              <a:gdLst>
                <a:gd name="T0" fmla="*/ 89 w 89"/>
                <a:gd name="T1" fmla="*/ 48 h 89"/>
                <a:gd name="T2" fmla="*/ 89 w 89"/>
                <a:gd name="T3" fmla="*/ 48 h 89"/>
                <a:gd name="T4" fmla="*/ 88 w 89"/>
                <a:gd name="T5" fmla="*/ 56 h 89"/>
                <a:gd name="T6" fmla="*/ 84 w 89"/>
                <a:gd name="T7" fmla="*/ 65 h 89"/>
                <a:gd name="T8" fmla="*/ 79 w 89"/>
                <a:gd name="T9" fmla="*/ 72 h 89"/>
                <a:gd name="T10" fmla="*/ 74 w 89"/>
                <a:gd name="T11" fmla="*/ 78 h 89"/>
                <a:gd name="T12" fmla="*/ 67 w 89"/>
                <a:gd name="T13" fmla="*/ 83 h 89"/>
                <a:gd name="T14" fmla="*/ 58 w 89"/>
                <a:gd name="T15" fmla="*/ 86 h 89"/>
                <a:gd name="T16" fmla="*/ 50 w 89"/>
                <a:gd name="T17" fmla="*/ 89 h 89"/>
                <a:gd name="T18" fmla="*/ 41 w 89"/>
                <a:gd name="T19" fmla="*/ 89 h 89"/>
                <a:gd name="T20" fmla="*/ 41 w 89"/>
                <a:gd name="T21" fmla="*/ 89 h 89"/>
                <a:gd name="T22" fmla="*/ 33 w 89"/>
                <a:gd name="T23" fmla="*/ 88 h 89"/>
                <a:gd name="T24" fmla="*/ 24 w 89"/>
                <a:gd name="T25" fmla="*/ 83 h 89"/>
                <a:gd name="T26" fmla="*/ 17 w 89"/>
                <a:gd name="T27" fmla="*/ 79 h 89"/>
                <a:gd name="T28" fmla="*/ 10 w 89"/>
                <a:gd name="T29" fmla="*/ 73 h 89"/>
                <a:gd name="T30" fmla="*/ 6 w 89"/>
                <a:gd name="T31" fmla="*/ 66 h 89"/>
                <a:gd name="T32" fmla="*/ 3 w 89"/>
                <a:gd name="T33" fmla="*/ 58 h 89"/>
                <a:gd name="T34" fmla="*/ 0 w 89"/>
                <a:gd name="T35" fmla="*/ 49 h 89"/>
                <a:gd name="T36" fmla="*/ 0 w 89"/>
                <a:gd name="T37" fmla="*/ 41 h 89"/>
                <a:gd name="T38" fmla="*/ 0 w 89"/>
                <a:gd name="T39" fmla="*/ 41 h 89"/>
                <a:gd name="T40" fmla="*/ 2 w 89"/>
                <a:gd name="T41" fmla="*/ 32 h 89"/>
                <a:gd name="T42" fmla="*/ 4 w 89"/>
                <a:gd name="T43" fmla="*/ 24 h 89"/>
                <a:gd name="T44" fmla="*/ 10 w 89"/>
                <a:gd name="T45" fmla="*/ 17 h 89"/>
                <a:gd name="T46" fmla="*/ 16 w 89"/>
                <a:gd name="T47" fmla="*/ 11 h 89"/>
                <a:gd name="T48" fmla="*/ 23 w 89"/>
                <a:gd name="T49" fmla="*/ 5 h 89"/>
                <a:gd name="T50" fmla="*/ 30 w 89"/>
                <a:gd name="T51" fmla="*/ 3 h 89"/>
                <a:gd name="T52" fmla="*/ 38 w 89"/>
                <a:gd name="T53" fmla="*/ 0 h 89"/>
                <a:gd name="T54" fmla="*/ 48 w 89"/>
                <a:gd name="T55" fmla="*/ 0 h 89"/>
                <a:gd name="T56" fmla="*/ 48 w 89"/>
                <a:gd name="T57" fmla="*/ 0 h 89"/>
                <a:gd name="T58" fmla="*/ 57 w 89"/>
                <a:gd name="T59" fmla="*/ 1 h 89"/>
                <a:gd name="T60" fmla="*/ 65 w 89"/>
                <a:gd name="T61" fmla="*/ 4 h 89"/>
                <a:gd name="T62" fmla="*/ 72 w 89"/>
                <a:gd name="T63" fmla="*/ 10 h 89"/>
                <a:gd name="T64" fmla="*/ 78 w 89"/>
                <a:gd name="T65" fmla="*/ 15 h 89"/>
                <a:gd name="T66" fmla="*/ 84 w 89"/>
                <a:gd name="T67" fmla="*/ 22 h 89"/>
                <a:gd name="T68" fmla="*/ 87 w 89"/>
                <a:gd name="T69" fmla="*/ 29 h 89"/>
                <a:gd name="T70" fmla="*/ 89 w 89"/>
                <a:gd name="T71" fmla="*/ 38 h 89"/>
                <a:gd name="T72" fmla="*/ 89 w 89"/>
                <a:gd name="T73" fmla="*/ 4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9" h="89">
                  <a:moveTo>
                    <a:pt x="89" y="48"/>
                  </a:moveTo>
                  <a:lnTo>
                    <a:pt x="89" y="48"/>
                  </a:lnTo>
                  <a:lnTo>
                    <a:pt x="88" y="56"/>
                  </a:lnTo>
                  <a:lnTo>
                    <a:pt x="84" y="65"/>
                  </a:lnTo>
                  <a:lnTo>
                    <a:pt x="79" y="72"/>
                  </a:lnTo>
                  <a:lnTo>
                    <a:pt x="74" y="78"/>
                  </a:lnTo>
                  <a:lnTo>
                    <a:pt x="67" y="83"/>
                  </a:lnTo>
                  <a:lnTo>
                    <a:pt x="58" y="86"/>
                  </a:lnTo>
                  <a:lnTo>
                    <a:pt x="50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33" y="88"/>
                  </a:lnTo>
                  <a:lnTo>
                    <a:pt x="24" y="83"/>
                  </a:lnTo>
                  <a:lnTo>
                    <a:pt x="17" y="79"/>
                  </a:lnTo>
                  <a:lnTo>
                    <a:pt x="10" y="73"/>
                  </a:lnTo>
                  <a:lnTo>
                    <a:pt x="6" y="66"/>
                  </a:lnTo>
                  <a:lnTo>
                    <a:pt x="3" y="58"/>
                  </a:lnTo>
                  <a:lnTo>
                    <a:pt x="0" y="49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10" y="17"/>
                  </a:lnTo>
                  <a:lnTo>
                    <a:pt x="16" y="11"/>
                  </a:lnTo>
                  <a:lnTo>
                    <a:pt x="23" y="5"/>
                  </a:lnTo>
                  <a:lnTo>
                    <a:pt x="30" y="3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7" y="1"/>
                  </a:lnTo>
                  <a:lnTo>
                    <a:pt x="65" y="4"/>
                  </a:lnTo>
                  <a:lnTo>
                    <a:pt x="72" y="10"/>
                  </a:lnTo>
                  <a:lnTo>
                    <a:pt x="78" y="15"/>
                  </a:lnTo>
                  <a:lnTo>
                    <a:pt x="84" y="22"/>
                  </a:lnTo>
                  <a:lnTo>
                    <a:pt x="87" y="29"/>
                  </a:lnTo>
                  <a:lnTo>
                    <a:pt x="89" y="38"/>
                  </a:lnTo>
                  <a:lnTo>
                    <a:pt x="89" y="4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Freeform: Shape 114">
              <a:extLst>
                <a:ext uri="{FF2B5EF4-FFF2-40B4-BE49-F238E27FC236}">
                  <a16:creationId xmlns:a16="http://schemas.microsoft.com/office/drawing/2014/main" id="{F4360ED9-4BFB-48CE-8477-DBE34329D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14" y="2824631"/>
              <a:ext cx="141288" cy="141288"/>
            </a:xfrm>
            <a:custGeom>
              <a:avLst/>
              <a:gdLst>
                <a:gd name="T0" fmla="*/ 89 w 89"/>
                <a:gd name="T1" fmla="*/ 48 h 89"/>
                <a:gd name="T2" fmla="*/ 89 w 89"/>
                <a:gd name="T3" fmla="*/ 48 h 89"/>
                <a:gd name="T4" fmla="*/ 88 w 89"/>
                <a:gd name="T5" fmla="*/ 56 h 89"/>
                <a:gd name="T6" fmla="*/ 84 w 89"/>
                <a:gd name="T7" fmla="*/ 65 h 89"/>
                <a:gd name="T8" fmla="*/ 79 w 89"/>
                <a:gd name="T9" fmla="*/ 72 h 89"/>
                <a:gd name="T10" fmla="*/ 74 w 89"/>
                <a:gd name="T11" fmla="*/ 78 h 89"/>
                <a:gd name="T12" fmla="*/ 67 w 89"/>
                <a:gd name="T13" fmla="*/ 83 h 89"/>
                <a:gd name="T14" fmla="*/ 58 w 89"/>
                <a:gd name="T15" fmla="*/ 86 h 89"/>
                <a:gd name="T16" fmla="*/ 50 w 89"/>
                <a:gd name="T17" fmla="*/ 89 h 89"/>
                <a:gd name="T18" fmla="*/ 41 w 89"/>
                <a:gd name="T19" fmla="*/ 89 h 89"/>
                <a:gd name="T20" fmla="*/ 41 w 89"/>
                <a:gd name="T21" fmla="*/ 89 h 89"/>
                <a:gd name="T22" fmla="*/ 33 w 89"/>
                <a:gd name="T23" fmla="*/ 88 h 89"/>
                <a:gd name="T24" fmla="*/ 24 w 89"/>
                <a:gd name="T25" fmla="*/ 83 h 89"/>
                <a:gd name="T26" fmla="*/ 17 w 89"/>
                <a:gd name="T27" fmla="*/ 79 h 89"/>
                <a:gd name="T28" fmla="*/ 10 w 89"/>
                <a:gd name="T29" fmla="*/ 73 h 89"/>
                <a:gd name="T30" fmla="*/ 6 w 89"/>
                <a:gd name="T31" fmla="*/ 66 h 89"/>
                <a:gd name="T32" fmla="*/ 3 w 89"/>
                <a:gd name="T33" fmla="*/ 58 h 89"/>
                <a:gd name="T34" fmla="*/ 0 w 89"/>
                <a:gd name="T35" fmla="*/ 49 h 89"/>
                <a:gd name="T36" fmla="*/ 0 w 89"/>
                <a:gd name="T37" fmla="*/ 41 h 89"/>
                <a:gd name="T38" fmla="*/ 0 w 89"/>
                <a:gd name="T39" fmla="*/ 41 h 89"/>
                <a:gd name="T40" fmla="*/ 2 w 89"/>
                <a:gd name="T41" fmla="*/ 32 h 89"/>
                <a:gd name="T42" fmla="*/ 4 w 89"/>
                <a:gd name="T43" fmla="*/ 24 h 89"/>
                <a:gd name="T44" fmla="*/ 10 w 89"/>
                <a:gd name="T45" fmla="*/ 17 h 89"/>
                <a:gd name="T46" fmla="*/ 16 w 89"/>
                <a:gd name="T47" fmla="*/ 11 h 89"/>
                <a:gd name="T48" fmla="*/ 23 w 89"/>
                <a:gd name="T49" fmla="*/ 5 h 89"/>
                <a:gd name="T50" fmla="*/ 30 w 89"/>
                <a:gd name="T51" fmla="*/ 3 h 89"/>
                <a:gd name="T52" fmla="*/ 38 w 89"/>
                <a:gd name="T53" fmla="*/ 0 h 89"/>
                <a:gd name="T54" fmla="*/ 48 w 89"/>
                <a:gd name="T55" fmla="*/ 0 h 89"/>
                <a:gd name="T56" fmla="*/ 48 w 89"/>
                <a:gd name="T57" fmla="*/ 0 h 89"/>
                <a:gd name="T58" fmla="*/ 57 w 89"/>
                <a:gd name="T59" fmla="*/ 1 h 89"/>
                <a:gd name="T60" fmla="*/ 65 w 89"/>
                <a:gd name="T61" fmla="*/ 4 h 89"/>
                <a:gd name="T62" fmla="*/ 72 w 89"/>
                <a:gd name="T63" fmla="*/ 10 h 89"/>
                <a:gd name="T64" fmla="*/ 78 w 89"/>
                <a:gd name="T65" fmla="*/ 15 h 89"/>
                <a:gd name="T66" fmla="*/ 84 w 89"/>
                <a:gd name="T67" fmla="*/ 22 h 89"/>
                <a:gd name="T68" fmla="*/ 87 w 89"/>
                <a:gd name="T69" fmla="*/ 29 h 89"/>
                <a:gd name="T70" fmla="*/ 89 w 89"/>
                <a:gd name="T71" fmla="*/ 38 h 89"/>
                <a:gd name="T72" fmla="*/ 89 w 89"/>
                <a:gd name="T73" fmla="*/ 4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9" h="89">
                  <a:moveTo>
                    <a:pt x="89" y="48"/>
                  </a:moveTo>
                  <a:lnTo>
                    <a:pt x="89" y="48"/>
                  </a:lnTo>
                  <a:lnTo>
                    <a:pt x="88" y="56"/>
                  </a:lnTo>
                  <a:lnTo>
                    <a:pt x="84" y="65"/>
                  </a:lnTo>
                  <a:lnTo>
                    <a:pt x="79" y="72"/>
                  </a:lnTo>
                  <a:lnTo>
                    <a:pt x="74" y="78"/>
                  </a:lnTo>
                  <a:lnTo>
                    <a:pt x="67" y="83"/>
                  </a:lnTo>
                  <a:lnTo>
                    <a:pt x="58" y="86"/>
                  </a:lnTo>
                  <a:lnTo>
                    <a:pt x="50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33" y="88"/>
                  </a:lnTo>
                  <a:lnTo>
                    <a:pt x="24" y="83"/>
                  </a:lnTo>
                  <a:lnTo>
                    <a:pt x="17" y="79"/>
                  </a:lnTo>
                  <a:lnTo>
                    <a:pt x="10" y="73"/>
                  </a:lnTo>
                  <a:lnTo>
                    <a:pt x="6" y="66"/>
                  </a:lnTo>
                  <a:lnTo>
                    <a:pt x="3" y="58"/>
                  </a:lnTo>
                  <a:lnTo>
                    <a:pt x="0" y="49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10" y="17"/>
                  </a:lnTo>
                  <a:lnTo>
                    <a:pt x="16" y="11"/>
                  </a:lnTo>
                  <a:lnTo>
                    <a:pt x="23" y="5"/>
                  </a:lnTo>
                  <a:lnTo>
                    <a:pt x="30" y="3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7" y="1"/>
                  </a:lnTo>
                  <a:lnTo>
                    <a:pt x="65" y="4"/>
                  </a:lnTo>
                  <a:lnTo>
                    <a:pt x="72" y="10"/>
                  </a:lnTo>
                  <a:lnTo>
                    <a:pt x="78" y="15"/>
                  </a:lnTo>
                  <a:lnTo>
                    <a:pt x="84" y="22"/>
                  </a:lnTo>
                  <a:lnTo>
                    <a:pt x="87" y="29"/>
                  </a:lnTo>
                  <a:lnTo>
                    <a:pt x="89" y="38"/>
                  </a:lnTo>
                  <a:lnTo>
                    <a:pt x="89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Freeform: Shape 115">
              <a:extLst>
                <a:ext uri="{FF2B5EF4-FFF2-40B4-BE49-F238E27FC236}">
                  <a16:creationId xmlns:a16="http://schemas.microsoft.com/office/drawing/2014/main" id="{109E622D-0C4E-4376-831A-20FF0361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01" y="2851619"/>
              <a:ext cx="87313" cy="87313"/>
            </a:xfrm>
            <a:custGeom>
              <a:avLst/>
              <a:gdLst>
                <a:gd name="T0" fmla="*/ 55 w 55"/>
                <a:gd name="T1" fmla="*/ 29 h 55"/>
                <a:gd name="T2" fmla="*/ 55 w 55"/>
                <a:gd name="T3" fmla="*/ 29 h 55"/>
                <a:gd name="T4" fmla="*/ 54 w 55"/>
                <a:gd name="T5" fmla="*/ 35 h 55"/>
                <a:gd name="T6" fmla="*/ 53 w 55"/>
                <a:gd name="T7" fmla="*/ 39 h 55"/>
                <a:gd name="T8" fmla="*/ 50 w 55"/>
                <a:gd name="T9" fmla="*/ 45 h 55"/>
                <a:gd name="T10" fmla="*/ 45 w 55"/>
                <a:gd name="T11" fmla="*/ 48 h 55"/>
                <a:gd name="T12" fmla="*/ 41 w 55"/>
                <a:gd name="T13" fmla="*/ 52 h 55"/>
                <a:gd name="T14" fmla="*/ 37 w 55"/>
                <a:gd name="T15" fmla="*/ 54 h 55"/>
                <a:gd name="T16" fmla="*/ 31 w 55"/>
                <a:gd name="T17" fmla="*/ 55 h 55"/>
                <a:gd name="T18" fmla="*/ 26 w 55"/>
                <a:gd name="T19" fmla="*/ 55 h 55"/>
                <a:gd name="T20" fmla="*/ 26 w 55"/>
                <a:gd name="T21" fmla="*/ 55 h 55"/>
                <a:gd name="T22" fmla="*/ 20 w 55"/>
                <a:gd name="T23" fmla="*/ 54 h 55"/>
                <a:gd name="T24" fmla="*/ 14 w 55"/>
                <a:gd name="T25" fmla="*/ 52 h 55"/>
                <a:gd name="T26" fmla="*/ 10 w 55"/>
                <a:gd name="T27" fmla="*/ 49 h 55"/>
                <a:gd name="T28" fmla="*/ 6 w 55"/>
                <a:gd name="T29" fmla="*/ 45 h 55"/>
                <a:gd name="T30" fmla="*/ 3 w 55"/>
                <a:gd name="T31" fmla="*/ 41 h 55"/>
                <a:gd name="T32" fmla="*/ 2 w 55"/>
                <a:gd name="T33" fmla="*/ 37 h 55"/>
                <a:gd name="T34" fmla="*/ 0 w 55"/>
                <a:gd name="T35" fmla="*/ 31 h 55"/>
                <a:gd name="T36" fmla="*/ 0 w 55"/>
                <a:gd name="T37" fmla="*/ 25 h 55"/>
                <a:gd name="T38" fmla="*/ 0 w 55"/>
                <a:gd name="T39" fmla="*/ 25 h 55"/>
                <a:gd name="T40" fmla="*/ 0 w 55"/>
                <a:gd name="T41" fmla="*/ 20 h 55"/>
                <a:gd name="T42" fmla="*/ 3 w 55"/>
                <a:gd name="T43" fmla="*/ 14 h 55"/>
                <a:gd name="T44" fmla="*/ 6 w 55"/>
                <a:gd name="T45" fmla="*/ 10 h 55"/>
                <a:gd name="T46" fmla="*/ 9 w 55"/>
                <a:gd name="T47" fmla="*/ 5 h 55"/>
                <a:gd name="T48" fmla="*/ 14 w 55"/>
                <a:gd name="T49" fmla="*/ 3 h 55"/>
                <a:gd name="T50" fmla="*/ 19 w 55"/>
                <a:gd name="T51" fmla="*/ 1 h 55"/>
                <a:gd name="T52" fmla="*/ 24 w 55"/>
                <a:gd name="T53" fmla="*/ 0 h 55"/>
                <a:gd name="T54" fmla="*/ 30 w 55"/>
                <a:gd name="T55" fmla="*/ 0 h 55"/>
                <a:gd name="T56" fmla="*/ 30 w 55"/>
                <a:gd name="T57" fmla="*/ 0 h 55"/>
                <a:gd name="T58" fmla="*/ 36 w 55"/>
                <a:gd name="T59" fmla="*/ 0 h 55"/>
                <a:gd name="T60" fmla="*/ 40 w 55"/>
                <a:gd name="T61" fmla="*/ 3 h 55"/>
                <a:gd name="T62" fmla="*/ 45 w 55"/>
                <a:gd name="T63" fmla="*/ 5 h 55"/>
                <a:gd name="T64" fmla="*/ 48 w 55"/>
                <a:gd name="T65" fmla="*/ 10 h 55"/>
                <a:gd name="T66" fmla="*/ 53 w 55"/>
                <a:gd name="T67" fmla="*/ 14 h 55"/>
                <a:gd name="T68" fmla="*/ 54 w 55"/>
                <a:gd name="T69" fmla="*/ 18 h 55"/>
                <a:gd name="T70" fmla="*/ 55 w 55"/>
                <a:gd name="T71" fmla="*/ 24 h 55"/>
                <a:gd name="T72" fmla="*/ 55 w 55"/>
                <a:gd name="T73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" h="55">
                  <a:moveTo>
                    <a:pt x="55" y="29"/>
                  </a:moveTo>
                  <a:lnTo>
                    <a:pt x="55" y="29"/>
                  </a:lnTo>
                  <a:lnTo>
                    <a:pt x="54" y="35"/>
                  </a:lnTo>
                  <a:lnTo>
                    <a:pt x="53" y="39"/>
                  </a:lnTo>
                  <a:lnTo>
                    <a:pt x="50" y="45"/>
                  </a:lnTo>
                  <a:lnTo>
                    <a:pt x="45" y="48"/>
                  </a:lnTo>
                  <a:lnTo>
                    <a:pt x="41" y="52"/>
                  </a:lnTo>
                  <a:lnTo>
                    <a:pt x="37" y="54"/>
                  </a:lnTo>
                  <a:lnTo>
                    <a:pt x="31" y="55"/>
                  </a:lnTo>
                  <a:lnTo>
                    <a:pt x="26" y="55"/>
                  </a:lnTo>
                  <a:lnTo>
                    <a:pt x="26" y="55"/>
                  </a:lnTo>
                  <a:lnTo>
                    <a:pt x="20" y="54"/>
                  </a:lnTo>
                  <a:lnTo>
                    <a:pt x="14" y="52"/>
                  </a:lnTo>
                  <a:lnTo>
                    <a:pt x="10" y="49"/>
                  </a:lnTo>
                  <a:lnTo>
                    <a:pt x="6" y="45"/>
                  </a:lnTo>
                  <a:lnTo>
                    <a:pt x="3" y="41"/>
                  </a:lnTo>
                  <a:lnTo>
                    <a:pt x="2" y="37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3" y="14"/>
                  </a:lnTo>
                  <a:lnTo>
                    <a:pt x="6" y="10"/>
                  </a:lnTo>
                  <a:lnTo>
                    <a:pt x="9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0" y="3"/>
                  </a:lnTo>
                  <a:lnTo>
                    <a:pt x="45" y="5"/>
                  </a:lnTo>
                  <a:lnTo>
                    <a:pt x="48" y="10"/>
                  </a:lnTo>
                  <a:lnTo>
                    <a:pt x="53" y="14"/>
                  </a:lnTo>
                  <a:lnTo>
                    <a:pt x="54" y="18"/>
                  </a:lnTo>
                  <a:lnTo>
                    <a:pt x="55" y="24"/>
                  </a:lnTo>
                  <a:lnTo>
                    <a:pt x="55" y="2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Freeform: Shape 116">
              <a:extLst>
                <a:ext uri="{FF2B5EF4-FFF2-40B4-BE49-F238E27FC236}">
                  <a16:creationId xmlns:a16="http://schemas.microsoft.com/office/drawing/2014/main" id="{6ACB094A-437B-4489-9816-8AC757FC2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01" y="2851619"/>
              <a:ext cx="87313" cy="87313"/>
            </a:xfrm>
            <a:custGeom>
              <a:avLst/>
              <a:gdLst>
                <a:gd name="T0" fmla="*/ 55 w 55"/>
                <a:gd name="T1" fmla="*/ 29 h 55"/>
                <a:gd name="T2" fmla="*/ 55 w 55"/>
                <a:gd name="T3" fmla="*/ 29 h 55"/>
                <a:gd name="T4" fmla="*/ 54 w 55"/>
                <a:gd name="T5" fmla="*/ 35 h 55"/>
                <a:gd name="T6" fmla="*/ 53 w 55"/>
                <a:gd name="T7" fmla="*/ 39 h 55"/>
                <a:gd name="T8" fmla="*/ 50 w 55"/>
                <a:gd name="T9" fmla="*/ 45 h 55"/>
                <a:gd name="T10" fmla="*/ 45 w 55"/>
                <a:gd name="T11" fmla="*/ 48 h 55"/>
                <a:gd name="T12" fmla="*/ 41 w 55"/>
                <a:gd name="T13" fmla="*/ 52 h 55"/>
                <a:gd name="T14" fmla="*/ 37 w 55"/>
                <a:gd name="T15" fmla="*/ 54 h 55"/>
                <a:gd name="T16" fmla="*/ 31 w 55"/>
                <a:gd name="T17" fmla="*/ 55 h 55"/>
                <a:gd name="T18" fmla="*/ 26 w 55"/>
                <a:gd name="T19" fmla="*/ 55 h 55"/>
                <a:gd name="T20" fmla="*/ 26 w 55"/>
                <a:gd name="T21" fmla="*/ 55 h 55"/>
                <a:gd name="T22" fmla="*/ 20 w 55"/>
                <a:gd name="T23" fmla="*/ 54 h 55"/>
                <a:gd name="T24" fmla="*/ 14 w 55"/>
                <a:gd name="T25" fmla="*/ 52 h 55"/>
                <a:gd name="T26" fmla="*/ 10 w 55"/>
                <a:gd name="T27" fmla="*/ 49 h 55"/>
                <a:gd name="T28" fmla="*/ 6 w 55"/>
                <a:gd name="T29" fmla="*/ 45 h 55"/>
                <a:gd name="T30" fmla="*/ 3 w 55"/>
                <a:gd name="T31" fmla="*/ 41 h 55"/>
                <a:gd name="T32" fmla="*/ 2 w 55"/>
                <a:gd name="T33" fmla="*/ 37 h 55"/>
                <a:gd name="T34" fmla="*/ 0 w 55"/>
                <a:gd name="T35" fmla="*/ 31 h 55"/>
                <a:gd name="T36" fmla="*/ 0 w 55"/>
                <a:gd name="T37" fmla="*/ 25 h 55"/>
                <a:gd name="T38" fmla="*/ 0 w 55"/>
                <a:gd name="T39" fmla="*/ 25 h 55"/>
                <a:gd name="T40" fmla="*/ 0 w 55"/>
                <a:gd name="T41" fmla="*/ 20 h 55"/>
                <a:gd name="T42" fmla="*/ 3 w 55"/>
                <a:gd name="T43" fmla="*/ 14 h 55"/>
                <a:gd name="T44" fmla="*/ 6 w 55"/>
                <a:gd name="T45" fmla="*/ 10 h 55"/>
                <a:gd name="T46" fmla="*/ 9 w 55"/>
                <a:gd name="T47" fmla="*/ 5 h 55"/>
                <a:gd name="T48" fmla="*/ 14 w 55"/>
                <a:gd name="T49" fmla="*/ 3 h 55"/>
                <a:gd name="T50" fmla="*/ 19 w 55"/>
                <a:gd name="T51" fmla="*/ 1 h 55"/>
                <a:gd name="T52" fmla="*/ 24 w 55"/>
                <a:gd name="T53" fmla="*/ 0 h 55"/>
                <a:gd name="T54" fmla="*/ 30 w 55"/>
                <a:gd name="T55" fmla="*/ 0 h 55"/>
                <a:gd name="T56" fmla="*/ 30 w 55"/>
                <a:gd name="T57" fmla="*/ 0 h 55"/>
                <a:gd name="T58" fmla="*/ 36 w 55"/>
                <a:gd name="T59" fmla="*/ 0 h 55"/>
                <a:gd name="T60" fmla="*/ 40 w 55"/>
                <a:gd name="T61" fmla="*/ 3 h 55"/>
                <a:gd name="T62" fmla="*/ 45 w 55"/>
                <a:gd name="T63" fmla="*/ 5 h 55"/>
                <a:gd name="T64" fmla="*/ 48 w 55"/>
                <a:gd name="T65" fmla="*/ 10 h 55"/>
                <a:gd name="T66" fmla="*/ 53 w 55"/>
                <a:gd name="T67" fmla="*/ 14 h 55"/>
                <a:gd name="T68" fmla="*/ 54 w 55"/>
                <a:gd name="T69" fmla="*/ 18 h 55"/>
                <a:gd name="T70" fmla="*/ 55 w 55"/>
                <a:gd name="T71" fmla="*/ 24 h 55"/>
                <a:gd name="T72" fmla="*/ 55 w 55"/>
                <a:gd name="T73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" h="55">
                  <a:moveTo>
                    <a:pt x="55" y="29"/>
                  </a:moveTo>
                  <a:lnTo>
                    <a:pt x="55" y="29"/>
                  </a:lnTo>
                  <a:lnTo>
                    <a:pt x="54" y="35"/>
                  </a:lnTo>
                  <a:lnTo>
                    <a:pt x="53" y="39"/>
                  </a:lnTo>
                  <a:lnTo>
                    <a:pt x="50" y="45"/>
                  </a:lnTo>
                  <a:lnTo>
                    <a:pt x="45" y="48"/>
                  </a:lnTo>
                  <a:lnTo>
                    <a:pt x="41" y="52"/>
                  </a:lnTo>
                  <a:lnTo>
                    <a:pt x="37" y="54"/>
                  </a:lnTo>
                  <a:lnTo>
                    <a:pt x="31" y="55"/>
                  </a:lnTo>
                  <a:lnTo>
                    <a:pt x="26" y="55"/>
                  </a:lnTo>
                  <a:lnTo>
                    <a:pt x="26" y="55"/>
                  </a:lnTo>
                  <a:lnTo>
                    <a:pt x="20" y="54"/>
                  </a:lnTo>
                  <a:lnTo>
                    <a:pt x="14" y="52"/>
                  </a:lnTo>
                  <a:lnTo>
                    <a:pt x="10" y="49"/>
                  </a:lnTo>
                  <a:lnTo>
                    <a:pt x="6" y="45"/>
                  </a:lnTo>
                  <a:lnTo>
                    <a:pt x="3" y="41"/>
                  </a:lnTo>
                  <a:lnTo>
                    <a:pt x="2" y="37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3" y="14"/>
                  </a:lnTo>
                  <a:lnTo>
                    <a:pt x="6" y="10"/>
                  </a:lnTo>
                  <a:lnTo>
                    <a:pt x="9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0" y="3"/>
                  </a:lnTo>
                  <a:lnTo>
                    <a:pt x="45" y="5"/>
                  </a:lnTo>
                  <a:lnTo>
                    <a:pt x="48" y="10"/>
                  </a:lnTo>
                  <a:lnTo>
                    <a:pt x="53" y="14"/>
                  </a:lnTo>
                  <a:lnTo>
                    <a:pt x="54" y="18"/>
                  </a:lnTo>
                  <a:lnTo>
                    <a:pt x="55" y="24"/>
                  </a:lnTo>
                  <a:lnTo>
                    <a:pt x="55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Freeform: Shape 117">
              <a:extLst>
                <a:ext uri="{FF2B5EF4-FFF2-40B4-BE49-F238E27FC236}">
                  <a16:creationId xmlns:a16="http://schemas.microsoft.com/office/drawing/2014/main" id="{D61803BA-0C85-4DBA-B4D5-3972BAFD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026" y="2792881"/>
              <a:ext cx="241300" cy="220663"/>
            </a:xfrm>
            <a:custGeom>
              <a:avLst/>
              <a:gdLst>
                <a:gd name="T0" fmla="*/ 145 w 152"/>
                <a:gd name="T1" fmla="*/ 78 h 139"/>
                <a:gd name="T2" fmla="*/ 52 w 152"/>
                <a:gd name="T3" fmla="*/ 5 h 139"/>
                <a:gd name="T4" fmla="*/ 52 w 152"/>
                <a:gd name="T5" fmla="*/ 5 h 139"/>
                <a:gd name="T6" fmla="*/ 50 w 152"/>
                <a:gd name="T7" fmla="*/ 3 h 139"/>
                <a:gd name="T8" fmla="*/ 45 w 152"/>
                <a:gd name="T9" fmla="*/ 1 h 139"/>
                <a:gd name="T10" fmla="*/ 37 w 152"/>
                <a:gd name="T11" fmla="*/ 0 h 139"/>
                <a:gd name="T12" fmla="*/ 28 w 152"/>
                <a:gd name="T13" fmla="*/ 3 h 139"/>
                <a:gd name="T14" fmla="*/ 26 w 152"/>
                <a:gd name="T15" fmla="*/ 5 h 139"/>
                <a:gd name="T16" fmla="*/ 23 w 152"/>
                <a:gd name="T17" fmla="*/ 8 h 139"/>
                <a:gd name="T18" fmla="*/ 6 w 152"/>
                <a:gd name="T19" fmla="*/ 30 h 139"/>
                <a:gd name="T20" fmla="*/ 6 w 152"/>
                <a:gd name="T21" fmla="*/ 30 h 139"/>
                <a:gd name="T22" fmla="*/ 3 w 152"/>
                <a:gd name="T23" fmla="*/ 34 h 139"/>
                <a:gd name="T24" fmla="*/ 1 w 152"/>
                <a:gd name="T25" fmla="*/ 38 h 139"/>
                <a:gd name="T26" fmla="*/ 0 w 152"/>
                <a:gd name="T27" fmla="*/ 47 h 139"/>
                <a:gd name="T28" fmla="*/ 3 w 152"/>
                <a:gd name="T29" fmla="*/ 54 h 139"/>
                <a:gd name="T30" fmla="*/ 6 w 152"/>
                <a:gd name="T31" fmla="*/ 58 h 139"/>
                <a:gd name="T32" fmla="*/ 9 w 152"/>
                <a:gd name="T33" fmla="*/ 61 h 139"/>
                <a:gd name="T34" fmla="*/ 10 w 152"/>
                <a:gd name="T35" fmla="*/ 62 h 139"/>
                <a:gd name="T36" fmla="*/ 10 w 152"/>
                <a:gd name="T37" fmla="*/ 62 h 139"/>
                <a:gd name="T38" fmla="*/ 11 w 152"/>
                <a:gd name="T39" fmla="*/ 57 h 139"/>
                <a:gd name="T40" fmla="*/ 14 w 152"/>
                <a:gd name="T41" fmla="*/ 51 h 139"/>
                <a:gd name="T42" fmla="*/ 30 w 152"/>
                <a:gd name="T43" fmla="*/ 31 h 139"/>
                <a:gd name="T44" fmla="*/ 30 w 152"/>
                <a:gd name="T45" fmla="*/ 31 h 139"/>
                <a:gd name="T46" fmla="*/ 35 w 152"/>
                <a:gd name="T47" fmla="*/ 27 h 139"/>
                <a:gd name="T48" fmla="*/ 41 w 152"/>
                <a:gd name="T49" fmla="*/ 24 h 139"/>
                <a:gd name="T50" fmla="*/ 48 w 152"/>
                <a:gd name="T51" fmla="*/ 24 h 139"/>
                <a:gd name="T52" fmla="*/ 54 w 152"/>
                <a:gd name="T53" fmla="*/ 27 h 139"/>
                <a:gd name="T54" fmla="*/ 123 w 152"/>
                <a:gd name="T55" fmla="*/ 81 h 139"/>
                <a:gd name="T56" fmla="*/ 123 w 152"/>
                <a:gd name="T57" fmla="*/ 81 h 139"/>
                <a:gd name="T58" fmla="*/ 128 w 152"/>
                <a:gd name="T59" fmla="*/ 86 h 139"/>
                <a:gd name="T60" fmla="*/ 129 w 152"/>
                <a:gd name="T61" fmla="*/ 93 h 139"/>
                <a:gd name="T62" fmla="*/ 128 w 152"/>
                <a:gd name="T63" fmla="*/ 100 h 139"/>
                <a:gd name="T64" fmla="*/ 123 w 152"/>
                <a:gd name="T65" fmla="*/ 106 h 139"/>
                <a:gd name="T66" fmla="*/ 109 w 152"/>
                <a:gd name="T67" fmla="*/ 126 h 139"/>
                <a:gd name="T68" fmla="*/ 109 w 152"/>
                <a:gd name="T69" fmla="*/ 126 h 139"/>
                <a:gd name="T70" fmla="*/ 103 w 152"/>
                <a:gd name="T71" fmla="*/ 130 h 139"/>
                <a:gd name="T72" fmla="*/ 99 w 152"/>
                <a:gd name="T73" fmla="*/ 133 h 139"/>
                <a:gd name="T74" fmla="*/ 99 w 152"/>
                <a:gd name="T75" fmla="*/ 133 h 139"/>
                <a:gd name="T76" fmla="*/ 99 w 152"/>
                <a:gd name="T77" fmla="*/ 133 h 139"/>
                <a:gd name="T78" fmla="*/ 103 w 152"/>
                <a:gd name="T79" fmla="*/ 136 h 139"/>
                <a:gd name="T80" fmla="*/ 108 w 152"/>
                <a:gd name="T81" fmla="*/ 137 h 139"/>
                <a:gd name="T82" fmla="*/ 116 w 152"/>
                <a:gd name="T83" fmla="*/ 139 h 139"/>
                <a:gd name="T84" fmla="*/ 123 w 152"/>
                <a:gd name="T85" fmla="*/ 136 h 139"/>
                <a:gd name="T86" fmla="*/ 128 w 152"/>
                <a:gd name="T87" fmla="*/ 133 h 139"/>
                <a:gd name="T88" fmla="*/ 130 w 152"/>
                <a:gd name="T89" fmla="*/ 130 h 139"/>
                <a:gd name="T90" fmla="*/ 147 w 152"/>
                <a:gd name="T91" fmla="*/ 109 h 139"/>
                <a:gd name="T92" fmla="*/ 147 w 152"/>
                <a:gd name="T93" fmla="*/ 109 h 139"/>
                <a:gd name="T94" fmla="*/ 150 w 152"/>
                <a:gd name="T95" fmla="*/ 105 h 139"/>
                <a:gd name="T96" fmla="*/ 152 w 152"/>
                <a:gd name="T97" fmla="*/ 100 h 139"/>
                <a:gd name="T98" fmla="*/ 152 w 152"/>
                <a:gd name="T99" fmla="*/ 92 h 139"/>
                <a:gd name="T100" fmla="*/ 150 w 152"/>
                <a:gd name="T101" fmla="*/ 85 h 139"/>
                <a:gd name="T102" fmla="*/ 147 w 152"/>
                <a:gd name="T103" fmla="*/ 81 h 139"/>
                <a:gd name="T104" fmla="*/ 145 w 152"/>
                <a:gd name="T105" fmla="*/ 7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139">
                  <a:moveTo>
                    <a:pt x="145" y="78"/>
                  </a:moveTo>
                  <a:lnTo>
                    <a:pt x="52" y="5"/>
                  </a:lnTo>
                  <a:lnTo>
                    <a:pt x="52" y="5"/>
                  </a:lnTo>
                  <a:lnTo>
                    <a:pt x="50" y="3"/>
                  </a:lnTo>
                  <a:lnTo>
                    <a:pt x="45" y="1"/>
                  </a:lnTo>
                  <a:lnTo>
                    <a:pt x="37" y="0"/>
                  </a:lnTo>
                  <a:lnTo>
                    <a:pt x="28" y="3"/>
                  </a:lnTo>
                  <a:lnTo>
                    <a:pt x="26" y="5"/>
                  </a:lnTo>
                  <a:lnTo>
                    <a:pt x="23" y="8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3" y="34"/>
                  </a:lnTo>
                  <a:lnTo>
                    <a:pt x="1" y="38"/>
                  </a:lnTo>
                  <a:lnTo>
                    <a:pt x="0" y="47"/>
                  </a:lnTo>
                  <a:lnTo>
                    <a:pt x="3" y="54"/>
                  </a:lnTo>
                  <a:lnTo>
                    <a:pt x="6" y="58"/>
                  </a:lnTo>
                  <a:lnTo>
                    <a:pt x="9" y="61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1" y="57"/>
                  </a:lnTo>
                  <a:lnTo>
                    <a:pt x="14" y="51"/>
                  </a:lnTo>
                  <a:lnTo>
                    <a:pt x="30" y="31"/>
                  </a:lnTo>
                  <a:lnTo>
                    <a:pt x="30" y="31"/>
                  </a:lnTo>
                  <a:lnTo>
                    <a:pt x="35" y="27"/>
                  </a:lnTo>
                  <a:lnTo>
                    <a:pt x="41" y="24"/>
                  </a:lnTo>
                  <a:lnTo>
                    <a:pt x="48" y="24"/>
                  </a:lnTo>
                  <a:lnTo>
                    <a:pt x="54" y="27"/>
                  </a:lnTo>
                  <a:lnTo>
                    <a:pt x="123" y="81"/>
                  </a:lnTo>
                  <a:lnTo>
                    <a:pt x="123" y="81"/>
                  </a:lnTo>
                  <a:lnTo>
                    <a:pt x="128" y="86"/>
                  </a:lnTo>
                  <a:lnTo>
                    <a:pt x="129" y="93"/>
                  </a:lnTo>
                  <a:lnTo>
                    <a:pt x="128" y="100"/>
                  </a:lnTo>
                  <a:lnTo>
                    <a:pt x="123" y="106"/>
                  </a:lnTo>
                  <a:lnTo>
                    <a:pt x="109" y="126"/>
                  </a:lnTo>
                  <a:lnTo>
                    <a:pt x="109" y="126"/>
                  </a:lnTo>
                  <a:lnTo>
                    <a:pt x="103" y="130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103" y="136"/>
                  </a:lnTo>
                  <a:lnTo>
                    <a:pt x="108" y="137"/>
                  </a:lnTo>
                  <a:lnTo>
                    <a:pt x="116" y="139"/>
                  </a:lnTo>
                  <a:lnTo>
                    <a:pt x="123" y="136"/>
                  </a:lnTo>
                  <a:lnTo>
                    <a:pt x="128" y="133"/>
                  </a:lnTo>
                  <a:lnTo>
                    <a:pt x="130" y="130"/>
                  </a:lnTo>
                  <a:lnTo>
                    <a:pt x="147" y="109"/>
                  </a:lnTo>
                  <a:lnTo>
                    <a:pt x="147" y="109"/>
                  </a:lnTo>
                  <a:lnTo>
                    <a:pt x="150" y="105"/>
                  </a:lnTo>
                  <a:lnTo>
                    <a:pt x="152" y="100"/>
                  </a:lnTo>
                  <a:lnTo>
                    <a:pt x="152" y="92"/>
                  </a:lnTo>
                  <a:lnTo>
                    <a:pt x="150" y="85"/>
                  </a:lnTo>
                  <a:lnTo>
                    <a:pt x="147" y="81"/>
                  </a:lnTo>
                  <a:lnTo>
                    <a:pt x="145" y="78"/>
                  </a:lnTo>
                  <a:close/>
                </a:path>
              </a:pathLst>
            </a:custGeom>
            <a:solidFill>
              <a:srgbClr val="20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Freeform: Shape 118">
              <a:extLst>
                <a:ext uri="{FF2B5EF4-FFF2-40B4-BE49-F238E27FC236}">
                  <a16:creationId xmlns:a16="http://schemas.microsoft.com/office/drawing/2014/main" id="{B063D42E-C422-4044-9FA8-6831B5CCB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026" y="2792881"/>
              <a:ext cx="241300" cy="220663"/>
            </a:xfrm>
            <a:custGeom>
              <a:avLst/>
              <a:gdLst>
                <a:gd name="T0" fmla="*/ 145 w 152"/>
                <a:gd name="T1" fmla="*/ 78 h 139"/>
                <a:gd name="T2" fmla="*/ 52 w 152"/>
                <a:gd name="T3" fmla="*/ 5 h 139"/>
                <a:gd name="T4" fmla="*/ 52 w 152"/>
                <a:gd name="T5" fmla="*/ 5 h 139"/>
                <a:gd name="T6" fmla="*/ 50 w 152"/>
                <a:gd name="T7" fmla="*/ 3 h 139"/>
                <a:gd name="T8" fmla="*/ 45 w 152"/>
                <a:gd name="T9" fmla="*/ 1 h 139"/>
                <a:gd name="T10" fmla="*/ 37 w 152"/>
                <a:gd name="T11" fmla="*/ 0 h 139"/>
                <a:gd name="T12" fmla="*/ 28 w 152"/>
                <a:gd name="T13" fmla="*/ 3 h 139"/>
                <a:gd name="T14" fmla="*/ 26 w 152"/>
                <a:gd name="T15" fmla="*/ 5 h 139"/>
                <a:gd name="T16" fmla="*/ 23 w 152"/>
                <a:gd name="T17" fmla="*/ 8 h 139"/>
                <a:gd name="T18" fmla="*/ 6 w 152"/>
                <a:gd name="T19" fmla="*/ 30 h 139"/>
                <a:gd name="T20" fmla="*/ 6 w 152"/>
                <a:gd name="T21" fmla="*/ 30 h 139"/>
                <a:gd name="T22" fmla="*/ 3 w 152"/>
                <a:gd name="T23" fmla="*/ 34 h 139"/>
                <a:gd name="T24" fmla="*/ 1 w 152"/>
                <a:gd name="T25" fmla="*/ 38 h 139"/>
                <a:gd name="T26" fmla="*/ 0 w 152"/>
                <a:gd name="T27" fmla="*/ 47 h 139"/>
                <a:gd name="T28" fmla="*/ 3 w 152"/>
                <a:gd name="T29" fmla="*/ 54 h 139"/>
                <a:gd name="T30" fmla="*/ 6 w 152"/>
                <a:gd name="T31" fmla="*/ 58 h 139"/>
                <a:gd name="T32" fmla="*/ 9 w 152"/>
                <a:gd name="T33" fmla="*/ 61 h 139"/>
                <a:gd name="T34" fmla="*/ 10 w 152"/>
                <a:gd name="T35" fmla="*/ 62 h 139"/>
                <a:gd name="T36" fmla="*/ 10 w 152"/>
                <a:gd name="T37" fmla="*/ 62 h 139"/>
                <a:gd name="T38" fmla="*/ 11 w 152"/>
                <a:gd name="T39" fmla="*/ 57 h 139"/>
                <a:gd name="T40" fmla="*/ 14 w 152"/>
                <a:gd name="T41" fmla="*/ 51 h 139"/>
                <a:gd name="T42" fmla="*/ 30 w 152"/>
                <a:gd name="T43" fmla="*/ 31 h 139"/>
                <a:gd name="T44" fmla="*/ 30 w 152"/>
                <a:gd name="T45" fmla="*/ 31 h 139"/>
                <a:gd name="T46" fmla="*/ 35 w 152"/>
                <a:gd name="T47" fmla="*/ 27 h 139"/>
                <a:gd name="T48" fmla="*/ 41 w 152"/>
                <a:gd name="T49" fmla="*/ 24 h 139"/>
                <a:gd name="T50" fmla="*/ 48 w 152"/>
                <a:gd name="T51" fmla="*/ 24 h 139"/>
                <a:gd name="T52" fmla="*/ 54 w 152"/>
                <a:gd name="T53" fmla="*/ 27 h 139"/>
                <a:gd name="T54" fmla="*/ 123 w 152"/>
                <a:gd name="T55" fmla="*/ 81 h 139"/>
                <a:gd name="T56" fmla="*/ 123 w 152"/>
                <a:gd name="T57" fmla="*/ 81 h 139"/>
                <a:gd name="T58" fmla="*/ 128 w 152"/>
                <a:gd name="T59" fmla="*/ 86 h 139"/>
                <a:gd name="T60" fmla="*/ 129 w 152"/>
                <a:gd name="T61" fmla="*/ 93 h 139"/>
                <a:gd name="T62" fmla="*/ 128 w 152"/>
                <a:gd name="T63" fmla="*/ 100 h 139"/>
                <a:gd name="T64" fmla="*/ 123 w 152"/>
                <a:gd name="T65" fmla="*/ 106 h 139"/>
                <a:gd name="T66" fmla="*/ 109 w 152"/>
                <a:gd name="T67" fmla="*/ 126 h 139"/>
                <a:gd name="T68" fmla="*/ 109 w 152"/>
                <a:gd name="T69" fmla="*/ 126 h 139"/>
                <a:gd name="T70" fmla="*/ 103 w 152"/>
                <a:gd name="T71" fmla="*/ 130 h 139"/>
                <a:gd name="T72" fmla="*/ 99 w 152"/>
                <a:gd name="T73" fmla="*/ 133 h 139"/>
                <a:gd name="T74" fmla="*/ 99 w 152"/>
                <a:gd name="T75" fmla="*/ 133 h 139"/>
                <a:gd name="T76" fmla="*/ 99 w 152"/>
                <a:gd name="T77" fmla="*/ 133 h 139"/>
                <a:gd name="T78" fmla="*/ 103 w 152"/>
                <a:gd name="T79" fmla="*/ 136 h 139"/>
                <a:gd name="T80" fmla="*/ 108 w 152"/>
                <a:gd name="T81" fmla="*/ 137 h 139"/>
                <a:gd name="T82" fmla="*/ 116 w 152"/>
                <a:gd name="T83" fmla="*/ 139 h 139"/>
                <a:gd name="T84" fmla="*/ 123 w 152"/>
                <a:gd name="T85" fmla="*/ 136 h 139"/>
                <a:gd name="T86" fmla="*/ 128 w 152"/>
                <a:gd name="T87" fmla="*/ 133 h 139"/>
                <a:gd name="T88" fmla="*/ 130 w 152"/>
                <a:gd name="T89" fmla="*/ 130 h 139"/>
                <a:gd name="T90" fmla="*/ 147 w 152"/>
                <a:gd name="T91" fmla="*/ 109 h 139"/>
                <a:gd name="T92" fmla="*/ 147 w 152"/>
                <a:gd name="T93" fmla="*/ 109 h 139"/>
                <a:gd name="T94" fmla="*/ 150 w 152"/>
                <a:gd name="T95" fmla="*/ 105 h 139"/>
                <a:gd name="T96" fmla="*/ 152 w 152"/>
                <a:gd name="T97" fmla="*/ 100 h 139"/>
                <a:gd name="T98" fmla="*/ 152 w 152"/>
                <a:gd name="T99" fmla="*/ 92 h 139"/>
                <a:gd name="T100" fmla="*/ 150 w 152"/>
                <a:gd name="T101" fmla="*/ 85 h 139"/>
                <a:gd name="T102" fmla="*/ 147 w 152"/>
                <a:gd name="T103" fmla="*/ 81 h 139"/>
                <a:gd name="T104" fmla="*/ 145 w 152"/>
                <a:gd name="T105" fmla="*/ 7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139">
                  <a:moveTo>
                    <a:pt x="145" y="78"/>
                  </a:moveTo>
                  <a:lnTo>
                    <a:pt x="52" y="5"/>
                  </a:lnTo>
                  <a:lnTo>
                    <a:pt x="52" y="5"/>
                  </a:lnTo>
                  <a:lnTo>
                    <a:pt x="50" y="3"/>
                  </a:lnTo>
                  <a:lnTo>
                    <a:pt x="45" y="1"/>
                  </a:lnTo>
                  <a:lnTo>
                    <a:pt x="37" y="0"/>
                  </a:lnTo>
                  <a:lnTo>
                    <a:pt x="28" y="3"/>
                  </a:lnTo>
                  <a:lnTo>
                    <a:pt x="26" y="5"/>
                  </a:lnTo>
                  <a:lnTo>
                    <a:pt x="23" y="8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3" y="34"/>
                  </a:lnTo>
                  <a:lnTo>
                    <a:pt x="1" y="38"/>
                  </a:lnTo>
                  <a:lnTo>
                    <a:pt x="0" y="47"/>
                  </a:lnTo>
                  <a:lnTo>
                    <a:pt x="3" y="54"/>
                  </a:lnTo>
                  <a:lnTo>
                    <a:pt x="6" y="58"/>
                  </a:lnTo>
                  <a:lnTo>
                    <a:pt x="9" y="61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1" y="57"/>
                  </a:lnTo>
                  <a:lnTo>
                    <a:pt x="14" y="51"/>
                  </a:lnTo>
                  <a:lnTo>
                    <a:pt x="30" y="31"/>
                  </a:lnTo>
                  <a:lnTo>
                    <a:pt x="30" y="31"/>
                  </a:lnTo>
                  <a:lnTo>
                    <a:pt x="35" y="27"/>
                  </a:lnTo>
                  <a:lnTo>
                    <a:pt x="41" y="24"/>
                  </a:lnTo>
                  <a:lnTo>
                    <a:pt x="48" y="24"/>
                  </a:lnTo>
                  <a:lnTo>
                    <a:pt x="54" y="27"/>
                  </a:lnTo>
                  <a:lnTo>
                    <a:pt x="123" y="81"/>
                  </a:lnTo>
                  <a:lnTo>
                    <a:pt x="123" y="81"/>
                  </a:lnTo>
                  <a:lnTo>
                    <a:pt x="128" y="86"/>
                  </a:lnTo>
                  <a:lnTo>
                    <a:pt x="129" y="93"/>
                  </a:lnTo>
                  <a:lnTo>
                    <a:pt x="128" y="100"/>
                  </a:lnTo>
                  <a:lnTo>
                    <a:pt x="123" y="106"/>
                  </a:lnTo>
                  <a:lnTo>
                    <a:pt x="109" y="126"/>
                  </a:lnTo>
                  <a:lnTo>
                    <a:pt x="109" y="126"/>
                  </a:lnTo>
                  <a:lnTo>
                    <a:pt x="103" y="130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103" y="136"/>
                  </a:lnTo>
                  <a:lnTo>
                    <a:pt x="108" y="137"/>
                  </a:lnTo>
                  <a:lnTo>
                    <a:pt x="116" y="139"/>
                  </a:lnTo>
                  <a:lnTo>
                    <a:pt x="123" y="136"/>
                  </a:lnTo>
                  <a:lnTo>
                    <a:pt x="128" y="133"/>
                  </a:lnTo>
                  <a:lnTo>
                    <a:pt x="130" y="130"/>
                  </a:lnTo>
                  <a:lnTo>
                    <a:pt x="147" y="109"/>
                  </a:lnTo>
                  <a:lnTo>
                    <a:pt x="147" y="109"/>
                  </a:lnTo>
                  <a:lnTo>
                    <a:pt x="150" y="105"/>
                  </a:lnTo>
                  <a:lnTo>
                    <a:pt x="152" y="100"/>
                  </a:lnTo>
                  <a:lnTo>
                    <a:pt x="152" y="92"/>
                  </a:lnTo>
                  <a:lnTo>
                    <a:pt x="150" y="85"/>
                  </a:lnTo>
                  <a:lnTo>
                    <a:pt x="147" y="81"/>
                  </a:lnTo>
                  <a:lnTo>
                    <a:pt x="145" y="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Freeform: Shape 119">
              <a:extLst>
                <a:ext uri="{FF2B5EF4-FFF2-40B4-BE49-F238E27FC236}">
                  <a16:creationId xmlns:a16="http://schemas.microsoft.com/office/drawing/2014/main" id="{509EAC0E-7347-4890-BFFA-07CCF467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151" y="2781769"/>
              <a:ext cx="241300" cy="217488"/>
            </a:xfrm>
            <a:custGeom>
              <a:avLst/>
              <a:gdLst>
                <a:gd name="T0" fmla="*/ 143 w 152"/>
                <a:gd name="T1" fmla="*/ 76 h 137"/>
                <a:gd name="T2" fmla="*/ 53 w 152"/>
                <a:gd name="T3" fmla="*/ 4 h 137"/>
                <a:gd name="T4" fmla="*/ 53 w 152"/>
                <a:gd name="T5" fmla="*/ 4 h 137"/>
                <a:gd name="T6" fmla="*/ 48 w 152"/>
                <a:gd name="T7" fmla="*/ 1 h 137"/>
                <a:gd name="T8" fmla="*/ 45 w 152"/>
                <a:gd name="T9" fmla="*/ 0 h 137"/>
                <a:gd name="T10" fmla="*/ 37 w 152"/>
                <a:gd name="T11" fmla="*/ 0 h 137"/>
                <a:gd name="T12" fmla="*/ 28 w 152"/>
                <a:gd name="T13" fmla="*/ 1 h 137"/>
                <a:gd name="T14" fmla="*/ 24 w 152"/>
                <a:gd name="T15" fmla="*/ 4 h 137"/>
                <a:gd name="T16" fmla="*/ 21 w 152"/>
                <a:gd name="T17" fmla="*/ 7 h 137"/>
                <a:gd name="T18" fmla="*/ 4 w 152"/>
                <a:gd name="T19" fmla="*/ 30 h 137"/>
                <a:gd name="T20" fmla="*/ 4 w 152"/>
                <a:gd name="T21" fmla="*/ 30 h 137"/>
                <a:gd name="T22" fmla="*/ 3 w 152"/>
                <a:gd name="T23" fmla="*/ 32 h 137"/>
                <a:gd name="T24" fmla="*/ 0 w 152"/>
                <a:gd name="T25" fmla="*/ 37 h 137"/>
                <a:gd name="T26" fmla="*/ 0 w 152"/>
                <a:gd name="T27" fmla="*/ 45 h 137"/>
                <a:gd name="T28" fmla="*/ 3 w 152"/>
                <a:gd name="T29" fmla="*/ 54 h 137"/>
                <a:gd name="T30" fmla="*/ 4 w 152"/>
                <a:gd name="T31" fmla="*/ 56 h 137"/>
                <a:gd name="T32" fmla="*/ 9 w 152"/>
                <a:gd name="T33" fmla="*/ 59 h 137"/>
                <a:gd name="T34" fmla="*/ 9 w 152"/>
                <a:gd name="T35" fmla="*/ 61 h 137"/>
                <a:gd name="T36" fmla="*/ 9 w 152"/>
                <a:gd name="T37" fmla="*/ 61 h 137"/>
                <a:gd name="T38" fmla="*/ 10 w 152"/>
                <a:gd name="T39" fmla="*/ 55 h 137"/>
                <a:gd name="T40" fmla="*/ 14 w 152"/>
                <a:gd name="T41" fmla="*/ 49 h 137"/>
                <a:gd name="T42" fmla="*/ 28 w 152"/>
                <a:gd name="T43" fmla="*/ 31 h 137"/>
                <a:gd name="T44" fmla="*/ 28 w 152"/>
                <a:gd name="T45" fmla="*/ 31 h 137"/>
                <a:gd name="T46" fmla="*/ 34 w 152"/>
                <a:gd name="T47" fmla="*/ 25 h 137"/>
                <a:gd name="T48" fmla="*/ 41 w 152"/>
                <a:gd name="T49" fmla="*/ 22 h 137"/>
                <a:gd name="T50" fmla="*/ 48 w 152"/>
                <a:gd name="T51" fmla="*/ 22 h 137"/>
                <a:gd name="T52" fmla="*/ 54 w 152"/>
                <a:gd name="T53" fmla="*/ 25 h 137"/>
                <a:gd name="T54" fmla="*/ 122 w 152"/>
                <a:gd name="T55" fmla="*/ 81 h 137"/>
                <a:gd name="T56" fmla="*/ 122 w 152"/>
                <a:gd name="T57" fmla="*/ 81 h 137"/>
                <a:gd name="T58" fmla="*/ 126 w 152"/>
                <a:gd name="T59" fmla="*/ 85 h 137"/>
                <a:gd name="T60" fmla="*/ 128 w 152"/>
                <a:gd name="T61" fmla="*/ 92 h 137"/>
                <a:gd name="T62" fmla="*/ 128 w 152"/>
                <a:gd name="T63" fmla="*/ 99 h 137"/>
                <a:gd name="T64" fmla="*/ 123 w 152"/>
                <a:gd name="T65" fmla="*/ 106 h 137"/>
                <a:gd name="T66" fmla="*/ 108 w 152"/>
                <a:gd name="T67" fmla="*/ 125 h 137"/>
                <a:gd name="T68" fmla="*/ 108 w 152"/>
                <a:gd name="T69" fmla="*/ 125 h 137"/>
                <a:gd name="T70" fmla="*/ 104 w 152"/>
                <a:gd name="T71" fmla="*/ 129 h 137"/>
                <a:gd name="T72" fmla="*/ 98 w 152"/>
                <a:gd name="T73" fmla="*/ 132 h 137"/>
                <a:gd name="T74" fmla="*/ 99 w 152"/>
                <a:gd name="T75" fmla="*/ 133 h 137"/>
                <a:gd name="T76" fmla="*/ 99 w 152"/>
                <a:gd name="T77" fmla="*/ 133 h 137"/>
                <a:gd name="T78" fmla="*/ 104 w 152"/>
                <a:gd name="T79" fmla="*/ 134 h 137"/>
                <a:gd name="T80" fmla="*/ 108 w 152"/>
                <a:gd name="T81" fmla="*/ 136 h 137"/>
                <a:gd name="T82" fmla="*/ 115 w 152"/>
                <a:gd name="T83" fmla="*/ 137 h 137"/>
                <a:gd name="T84" fmla="*/ 123 w 152"/>
                <a:gd name="T85" fmla="*/ 134 h 137"/>
                <a:gd name="T86" fmla="*/ 128 w 152"/>
                <a:gd name="T87" fmla="*/ 132 h 137"/>
                <a:gd name="T88" fmla="*/ 130 w 152"/>
                <a:gd name="T89" fmla="*/ 129 h 137"/>
                <a:gd name="T90" fmla="*/ 148 w 152"/>
                <a:gd name="T91" fmla="*/ 107 h 137"/>
                <a:gd name="T92" fmla="*/ 148 w 152"/>
                <a:gd name="T93" fmla="*/ 107 h 137"/>
                <a:gd name="T94" fmla="*/ 150 w 152"/>
                <a:gd name="T95" fmla="*/ 103 h 137"/>
                <a:gd name="T96" fmla="*/ 152 w 152"/>
                <a:gd name="T97" fmla="*/ 99 h 137"/>
                <a:gd name="T98" fmla="*/ 152 w 152"/>
                <a:gd name="T99" fmla="*/ 90 h 137"/>
                <a:gd name="T100" fmla="*/ 149 w 152"/>
                <a:gd name="T101" fmla="*/ 83 h 137"/>
                <a:gd name="T102" fmla="*/ 148 w 152"/>
                <a:gd name="T103" fmla="*/ 79 h 137"/>
                <a:gd name="T104" fmla="*/ 143 w 152"/>
                <a:gd name="T105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137">
                  <a:moveTo>
                    <a:pt x="143" y="76"/>
                  </a:moveTo>
                  <a:lnTo>
                    <a:pt x="53" y="4"/>
                  </a:lnTo>
                  <a:lnTo>
                    <a:pt x="53" y="4"/>
                  </a:lnTo>
                  <a:lnTo>
                    <a:pt x="48" y="1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28" y="1"/>
                  </a:lnTo>
                  <a:lnTo>
                    <a:pt x="24" y="4"/>
                  </a:lnTo>
                  <a:lnTo>
                    <a:pt x="21" y="7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3" y="32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3" y="54"/>
                  </a:lnTo>
                  <a:lnTo>
                    <a:pt x="4" y="56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10" y="55"/>
                  </a:lnTo>
                  <a:lnTo>
                    <a:pt x="14" y="49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34" y="25"/>
                  </a:lnTo>
                  <a:lnTo>
                    <a:pt x="41" y="22"/>
                  </a:lnTo>
                  <a:lnTo>
                    <a:pt x="48" y="22"/>
                  </a:lnTo>
                  <a:lnTo>
                    <a:pt x="54" y="25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6" y="85"/>
                  </a:lnTo>
                  <a:lnTo>
                    <a:pt x="128" y="92"/>
                  </a:lnTo>
                  <a:lnTo>
                    <a:pt x="128" y="99"/>
                  </a:lnTo>
                  <a:lnTo>
                    <a:pt x="123" y="106"/>
                  </a:lnTo>
                  <a:lnTo>
                    <a:pt x="108" y="125"/>
                  </a:lnTo>
                  <a:lnTo>
                    <a:pt x="108" y="125"/>
                  </a:lnTo>
                  <a:lnTo>
                    <a:pt x="104" y="129"/>
                  </a:lnTo>
                  <a:lnTo>
                    <a:pt x="98" y="132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104" y="134"/>
                  </a:lnTo>
                  <a:lnTo>
                    <a:pt x="108" y="136"/>
                  </a:lnTo>
                  <a:lnTo>
                    <a:pt x="115" y="137"/>
                  </a:lnTo>
                  <a:lnTo>
                    <a:pt x="123" y="134"/>
                  </a:lnTo>
                  <a:lnTo>
                    <a:pt x="128" y="132"/>
                  </a:lnTo>
                  <a:lnTo>
                    <a:pt x="130" y="129"/>
                  </a:lnTo>
                  <a:lnTo>
                    <a:pt x="148" y="107"/>
                  </a:lnTo>
                  <a:lnTo>
                    <a:pt x="148" y="107"/>
                  </a:lnTo>
                  <a:lnTo>
                    <a:pt x="150" y="103"/>
                  </a:lnTo>
                  <a:lnTo>
                    <a:pt x="152" y="99"/>
                  </a:lnTo>
                  <a:lnTo>
                    <a:pt x="152" y="90"/>
                  </a:lnTo>
                  <a:lnTo>
                    <a:pt x="149" y="83"/>
                  </a:lnTo>
                  <a:lnTo>
                    <a:pt x="148" y="79"/>
                  </a:lnTo>
                  <a:lnTo>
                    <a:pt x="143" y="76"/>
                  </a:lnTo>
                  <a:close/>
                </a:path>
              </a:pathLst>
            </a:custGeom>
            <a:solidFill>
              <a:srgbClr val="32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Freeform: Shape 120">
              <a:extLst>
                <a:ext uri="{FF2B5EF4-FFF2-40B4-BE49-F238E27FC236}">
                  <a16:creationId xmlns:a16="http://schemas.microsoft.com/office/drawing/2014/main" id="{709F0432-E0E8-447E-8138-A616A60B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151" y="2781769"/>
              <a:ext cx="241300" cy="217488"/>
            </a:xfrm>
            <a:custGeom>
              <a:avLst/>
              <a:gdLst>
                <a:gd name="T0" fmla="*/ 143 w 152"/>
                <a:gd name="T1" fmla="*/ 76 h 137"/>
                <a:gd name="T2" fmla="*/ 53 w 152"/>
                <a:gd name="T3" fmla="*/ 4 h 137"/>
                <a:gd name="T4" fmla="*/ 53 w 152"/>
                <a:gd name="T5" fmla="*/ 4 h 137"/>
                <a:gd name="T6" fmla="*/ 48 w 152"/>
                <a:gd name="T7" fmla="*/ 1 h 137"/>
                <a:gd name="T8" fmla="*/ 45 w 152"/>
                <a:gd name="T9" fmla="*/ 0 h 137"/>
                <a:gd name="T10" fmla="*/ 37 w 152"/>
                <a:gd name="T11" fmla="*/ 0 h 137"/>
                <a:gd name="T12" fmla="*/ 28 w 152"/>
                <a:gd name="T13" fmla="*/ 1 h 137"/>
                <a:gd name="T14" fmla="*/ 24 w 152"/>
                <a:gd name="T15" fmla="*/ 4 h 137"/>
                <a:gd name="T16" fmla="*/ 21 w 152"/>
                <a:gd name="T17" fmla="*/ 7 h 137"/>
                <a:gd name="T18" fmla="*/ 4 w 152"/>
                <a:gd name="T19" fmla="*/ 30 h 137"/>
                <a:gd name="T20" fmla="*/ 4 w 152"/>
                <a:gd name="T21" fmla="*/ 30 h 137"/>
                <a:gd name="T22" fmla="*/ 3 w 152"/>
                <a:gd name="T23" fmla="*/ 32 h 137"/>
                <a:gd name="T24" fmla="*/ 0 w 152"/>
                <a:gd name="T25" fmla="*/ 37 h 137"/>
                <a:gd name="T26" fmla="*/ 0 w 152"/>
                <a:gd name="T27" fmla="*/ 45 h 137"/>
                <a:gd name="T28" fmla="*/ 3 w 152"/>
                <a:gd name="T29" fmla="*/ 54 h 137"/>
                <a:gd name="T30" fmla="*/ 4 w 152"/>
                <a:gd name="T31" fmla="*/ 56 h 137"/>
                <a:gd name="T32" fmla="*/ 9 w 152"/>
                <a:gd name="T33" fmla="*/ 59 h 137"/>
                <a:gd name="T34" fmla="*/ 9 w 152"/>
                <a:gd name="T35" fmla="*/ 61 h 137"/>
                <a:gd name="T36" fmla="*/ 9 w 152"/>
                <a:gd name="T37" fmla="*/ 61 h 137"/>
                <a:gd name="T38" fmla="*/ 10 w 152"/>
                <a:gd name="T39" fmla="*/ 55 h 137"/>
                <a:gd name="T40" fmla="*/ 14 w 152"/>
                <a:gd name="T41" fmla="*/ 49 h 137"/>
                <a:gd name="T42" fmla="*/ 28 w 152"/>
                <a:gd name="T43" fmla="*/ 31 h 137"/>
                <a:gd name="T44" fmla="*/ 28 w 152"/>
                <a:gd name="T45" fmla="*/ 31 h 137"/>
                <a:gd name="T46" fmla="*/ 34 w 152"/>
                <a:gd name="T47" fmla="*/ 25 h 137"/>
                <a:gd name="T48" fmla="*/ 41 w 152"/>
                <a:gd name="T49" fmla="*/ 22 h 137"/>
                <a:gd name="T50" fmla="*/ 48 w 152"/>
                <a:gd name="T51" fmla="*/ 22 h 137"/>
                <a:gd name="T52" fmla="*/ 54 w 152"/>
                <a:gd name="T53" fmla="*/ 25 h 137"/>
                <a:gd name="T54" fmla="*/ 122 w 152"/>
                <a:gd name="T55" fmla="*/ 81 h 137"/>
                <a:gd name="T56" fmla="*/ 122 w 152"/>
                <a:gd name="T57" fmla="*/ 81 h 137"/>
                <a:gd name="T58" fmla="*/ 126 w 152"/>
                <a:gd name="T59" fmla="*/ 85 h 137"/>
                <a:gd name="T60" fmla="*/ 128 w 152"/>
                <a:gd name="T61" fmla="*/ 92 h 137"/>
                <a:gd name="T62" fmla="*/ 128 w 152"/>
                <a:gd name="T63" fmla="*/ 99 h 137"/>
                <a:gd name="T64" fmla="*/ 123 w 152"/>
                <a:gd name="T65" fmla="*/ 106 h 137"/>
                <a:gd name="T66" fmla="*/ 108 w 152"/>
                <a:gd name="T67" fmla="*/ 125 h 137"/>
                <a:gd name="T68" fmla="*/ 108 w 152"/>
                <a:gd name="T69" fmla="*/ 125 h 137"/>
                <a:gd name="T70" fmla="*/ 104 w 152"/>
                <a:gd name="T71" fmla="*/ 129 h 137"/>
                <a:gd name="T72" fmla="*/ 98 w 152"/>
                <a:gd name="T73" fmla="*/ 132 h 137"/>
                <a:gd name="T74" fmla="*/ 99 w 152"/>
                <a:gd name="T75" fmla="*/ 133 h 137"/>
                <a:gd name="T76" fmla="*/ 99 w 152"/>
                <a:gd name="T77" fmla="*/ 133 h 137"/>
                <a:gd name="T78" fmla="*/ 104 w 152"/>
                <a:gd name="T79" fmla="*/ 134 h 137"/>
                <a:gd name="T80" fmla="*/ 108 w 152"/>
                <a:gd name="T81" fmla="*/ 136 h 137"/>
                <a:gd name="T82" fmla="*/ 115 w 152"/>
                <a:gd name="T83" fmla="*/ 137 h 137"/>
                <a:gd name="T84" fmla="*/ 123 w 152"/>
                <a:gd name="T85" fmla="*/ 134 h 137"/>
                <a:gd name="T86" fmla="*/ 128 w 152"/>
                <a:gd name="T87" fmla="*/ 132 h 137"/>
                <a:gd name="T88" fmla="*/ 130 w 152"/>
                <a:gd name="T89" fmla="*/ 129 h 137"/>
                <a:gd name="T90" fmla="*/ 148 w 152"/>
                <a:gd name="T91" fmla="*/ 107 h 137"/>
                <a:gd name="T92" fmla="*/ 148 w 152"/>
                <a:gd name="T93" fmla="*/ 107 h 137"/>
                <a:gd name="T94" fmla="*/ 150 w 152"/>
                <a:gd name="T95" fmla="*/ 103 h 137"/>
                <a:gd name="T96" fmla="*/ 152 w 152"/>
                <a:gd name="T97" fmla="*/ 99 h 137"/>
                <a:gd name="T98" fmla="*/ 152 w 152"/>
                <a:gd name="T99" fmla="*/ 90 h 137"/>
                <a:gd name="T100" fmla="*/ 149 w 152"/>
                <a:gd name="T101" fmla="*/ 83 h 137"/>
                <a:gd name="T102" fmla="*/ 148 w 152"/>
                <a:gd name="T103" fmla="*/ 79 h 137"/>
                <a:gd name="T104" fmla="*/ 143 w 152"/>
                <a:gd name="T105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137">
                  <a:moveTo>
                    <a:pt x="143" y="76"/>
                  </a:moveTo>
                  <a:lnTo>
                    <a:pt x="53" y="4"/>
                  </a:lnTo>
                  <a:lnTo>
                    <a:pt x="53" y="4"/>
                  </a:lnTo>
                  <a:lnTo>
                    <a:pt x="48" y="1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28" y="1"/>
                  </a:lnTo>
                  <a:lnTo>
                    <a:pt x="24" y="4"/>
                  </a:lnTo>
                  <a:lnTo>
                    <a:pt x="21" y="7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3" y="32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3" y="54"/>
                  </a:lnTo>
                  <a:lnTo>
                    <a:pt x="4" y="56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10" y="55"/>
                  </a:lnTo>
                  <a:lnTo>
                    <a:pt x="14" y="49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34" y="25"/>
                  </a:lnTo>
                  <a:lnTo>
                    <a:pt x="41" y="22"/>
                  </a:lnTo>
                  <a:lnTo>
                    <a:pt x="48" y="22"/>
                  </a:lnTo>
                  <a:lnTo>
                    <a:pt x="54" y="25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6" y="85"/>
                  </a:lnTo>
                  <a:lnTo>
                    <a:pt x="128" y="92"/>
                  </a:lnTo>
                  <a:lnTo>
                    <a:pt x="128" y="99"/>
                  </a:lnTo>
                  <a:lnTo>
                    <a:pt x="123" y="106"/>
                  </a:lnTo>
                  <a:lnTo>
                    <a:pt x="108" y="125"/>
                  </a:lnTo>
                  <a:lnTo>
                    <a:pt x="108" y="125"/>
                  </a:lnTo>
                  <a:lnTo>
                    <a:pt x="104" y="129"/>
                  </a:lnTo>
                  <a:lnTo>
                    <a:pt x="98" y="132"/>
                  </a:lnTo>
                  <a:lnTo>
                    <a:pt x="99" y="133"/>
                  </a:lnTo>
                  <a:lnTo>
                    <a:pt x="99" y="133"/>
                  </a:lnTo>
                  <a:lnTo>
                    <a:pt x="104" y="134"/>
                  </a:lnTo>
                  <a:lnTo>
                    <a:pt x="108" y="136"/>
                  </a:lnTo>
                  <a:lnTo>
                    <a:pt x="115" y="137"/>
                  </a:lnTo>
                  <a:lnTo>
                    <a:pt x="123" y="134"/>
                  </a:lnTo>
                  <a:lnTo>
                    <a:pt x="128" y="132"/>
                  </a:lnTo>
                  <a:lnTo>
                    <a:pt x="130" y="129"/>
                  </a:lnTo>
                  <a:lnTo>
                    <a:pt x="148" y="107"/>
                  </a:lnTo>
                  <a:lnTo>
                    <a:pt x="148" y="107"/>
                  </a:lnTo>
                  <a:lnTo>
                    <a:pt x="150" y="103"/>
                  </a:lnTo>
                  <a:lnTo>
                    <a:pt x="152" y="99"/>
                  </a:lnTo>
                  <a:lnTo>
                    <a:pt x="152" y="90"/>
                  </a:lnTo>
                  <a:lnTo>
                    <a:pt x="149" y="83"/>
                  </a:lnTo>
                  <a:lnTo>
                    <a:pt x="148" y="79"/>
                  </a:lnTo>
                  <a:lnTo>
                    <a:pt x="143" y="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Freeform: Shape 121">
              <a:extLst>
                <a:ext uri="{FF2B5EF4-FFF2-40B4-BE49-F238E27FC236}">
                  <a16:creationId xmlns:a16="http://schemas.microsoft.com/office/drawing/2014/main" id="{EFBE1ACA-B970-40AE-9D03-5E0A0B1C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01" y="2729381"/>
              <a:ext cx="981075" cy="952500"/>
            </a:xfrm>
            <a:custGeom>
              <a:avLst/>
              <a:gdLst>
                <a:gd name="T0" fmla="*/ 401 w 618"/>
                <a:gd name="T1" fmla="*/ 591 h 600"/>
                <a:gd name="T2" fmla="*/ 401 w 618"/>
                <a:gd name="T3" fmla="*/ 591 h 600"/>
                <a:gd name="T4" fmla="*/ 397 w 618"/>
                <a:gd name="T5" fmla="*/ 596 h 600"/>
                <a:gd name="T6" fmla="*/ 394 w 618"/>
                <a:gd name="T7" fmla="*/ 597 h 600"/>
                <a:gd name="T8" fmla="*/ 386 w 618"/>
                <a:gd name="T9" fmla="*/ 600 h 600"/>
                <a:gd name="T10" fmla="*/ 377 w 618"/>
                <a:gd name="T11" fmla="*/ 600 h 600"/>
                <a:gd name="T12" fmla="*/ 373 w 618"/>
                <a:gd name="T13" fmla="*/ 598 h 600"/>
                <a:gd name="T14" fmla="*/ 370 w 618"/>
                <a:gd name="T15" fmla="*/ 596 h 600"/>
                <a:gd name="T16" fmla="*/ 7 w 618"/>
                <a:gd name="T17" fmla="*/ 308 h 600"/>
                <a:gd name="T18" fmla="*/ 7 w 618"/>
                <a:gd name="T19" fmla="*/ 308 h 600"/>
                <a:gd name="T20" fmla="*/ 4 w 618"/>
                <a:gd name="T21" fmla="*/ 304 h 600"/>
                <a:gd name="T22" fmla="*/ 1 w 618"/>
                <a:gd name="T23" fmla="*/ 301 h 600"/>
                <a:gd name="T24" fmla="*/ 0 w 618"/>
                <a:gd name="T25" fmla="*/ 292 h 600"/>
                <a:gd name="T26" fmla="*/ 0 w 618"/>
                <a:gd name="T27" fmla="*/ 284 h 600"/>
                <a:gd name="T28" fmla="*/ 1 w 618"/>
                <a:gd name="T29" fmla="*/ 279 h 600"/>
                <a:gd name="T30" fmla="*/ 4 w 618"/>
                <a:gd name="T31" fmla="*/ 277 h 600"/>
                <a:gd name="T32" fmla="*/ 217 w 618"/>
                <a:gd name="T33" fmla="*/ 9 h 600"/>
                <a:gd name="T34" fmla="*/ 217 w 618"/>
                <a:gd name="T35" fmla="*/ 9 h 600"/>
                <a:gd name="T36" fmla="*/ 220 w 618"/>
                <a:gd name="T37" fmla="*/ 4 h 600"/>
                <a:gd name="T38" fmla="*/ 224 w 618"/>
                <a:gd name="T39" fmla="*/ 3 h 600"/>
                <a:gd name="T40" fmla="*/ 232 w 618"/>
                <a:gd name="T41" fmla="*/ 0 h 600"/>
                <a:gd name="T42" fmla="*/ 241 w 618"/>
                <a:gd name="T43" fmla="*/ 0 h 600"/>
                <a:gd name="T44" fmla="*/ 244 w 618"/>
                <a:gd name="T45" fmla="*/ 2 h 600"/>
                <a:gd name="T46" fmla="*/ 248 w 618"/>
                <a:gd name="T47" fmla="*/ 4 h 600"/>
                <a:gd name="T48" fmla="*/ 611 w 618"/>
                <a:gd name="T49" fmla="*/ 292 h 600"/>
                <a:gd name="T50" fmla="*/ 611 w 618"/>
                <a:gd name="T51" fmla="*/ 292 h 600"/>
                <a:gd name="T52" fmla="*/ 614 w 618"/>
                <a:gd name="T53" fmla="*/ 296 h 600"/>
                <a:gd name="T54" fmla="*/ 615 w 618"/>
                <a:gd name="T55" fmla="*/ 299 h 600"/>
                <a:gd name="T56" fmla="*/ 618 w 618"/>
                <a:gd name="T57" fmla="*/ 308 h 600"/>
                <a:gd name="T58" fmla="*/ 618 w 618"/>
                <a:gd name="T59" fmla="*/ 316 h 600"/>
                <a:gd name="T60" fmla="*/ 617 w 618"/>
                <a:gd name="T61" fmla="*/ 321 h 600"/>
                <a:gd name="T62" fmla="*/ 614 w 618"/>
                <a:gd name="T63" fmla="*/ 323 h 600"/>
                <a:gd name="T64" fmla="*/ 401 w 618"/>
                <a:gd name="T65" fmla="*/ 591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18" h="600">
                  <a:moveTo>
                    <a:pt x="401" y="591"/>
                  </a:moveTo>
                  <a:lnTo>
                    <a:pt x="401" y="591"/>
                  </a:lnTo>
                  <a:lnTo>
                    <a:pt x="397" y="596"/>
                  </a:lnTo>
                  <a:lnTo>
                    <a:pt x="394" y="597"/>
                  </a:lnTo>
                  <a:lnTo>
                    <a:pt x="386" y="600"/>
                  </a:lnTo>
                  <a:lnTo>
                    <a:pt x="377" y="600"/>
                  </a:lnTo>
                  <a:lnTo>
                    <a:pt x="373" y="598"/>
                  </a:lnTo>
                  <a:lnTo>
                    <a:pt x="370" y="596"/>
                  </a:lnTo>
                  <a:lnTo>
                    <a:pt x="7" y="308"/>
                  </a:lnTo>
                  <a:lnTo>
                    <a:pt x="7" y="308"/>
                  </a:lnTo>
                  <a:lnTo>
                    <a:pt x="4" y="304"/>
                  </a:lnTo>
                  <a:lnTo>
                    <a:pt x="1" y="301"/>
                  </a:lnTo>
                  <a:lnTo>
                    <a:pt x="0" y="292"/>
                  </a:lnTo>
                  <a:lnTo>
                    <a:pt x="0" y="284"/>
                  </a:lnTo>
                  <a:lnTo>
                    <a:pt x="1" y="279"/>
                  </a:lnTo>
                  <a:lnTo>
                    <a:pt x="4" y="277"/>
                  </a:lnTo>
                  <a:lnTo>
                    <a:pt x="217" y="9"/>
                  </a:lnTo>
                  <a:lnTo>
                    <a:pt x="217" y="9"/>
                  </a:lnTo>
                  <a:lnTo>
                    <a:pt x="220" y="4"/>
                  </a:lnTo>
                  <a:lnTo>
                    <a:pt x="224" y="3"/>
                  </a:lnTo>
                  <a:lnTo>
                    <a:pt x="232" y="0"/>
                  </a:lnTo>
                  <a:lnTo>
                    <a:pt x="241" y="0"/>
                  </a:lnTo>
                  <a:lnTo>
                    <a:pt x="244" y="2"/>
                  </a:lnTo>
                  <a:lnTo>
                    <a:pt x="248" y="4"/>
                  </a:lnTo>
                  <a:lnTo>
                    <a:pt x="611" y="292"/>
                  </a:lnTo>
                  <a:lnTo>
                    <a:pt x="611" y="292"/>
                  </a:lnTo>
                  <a:lnTo>
                    <a:pt x="614" y="296"/>
                  </a:lnTo>
                  <a:lnTo>
                    <a:pt x="615" y="299"/>
                  </a:lnTo>
                  <a:lnTo>
                    <a:pt x="618" y="308"/>
                  </a:lnTo>
                  <a:lnTo>
                    <a:pt x="618" y="316"/>
                  </a:lnTo>
                  <a:lnTo>
                    <a:pt x="617" y="321"/>
                  </a:lnTo>
                  <a:lnTo>
                    <a:pt x="614" y="323"/>
                  </a:lnTo>
                  <a:lnTo>
                    <a:pt x="401" y="591"/>
                  </a:lnTo>
                  <a:close/>
                </a:path>
              </a:pathLst>
            </a:custGeom>
            <a:solidFill>
              <a:srgbClr val="20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Freeform: Shape 122">
              <a:extLst>
                <a:ext uri="{FF2B5EF4-FFF2-40B4-BE49-F238E27FC236}">
                  <a16:creationId xmlns:a16="http://schemas.microsoft.com/office/drawing/2014/main" id="{E3259CCC-178B-425B-9884-E1BF1D2A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914" y="2729381"/>
              <a:ext cx="942975" cy="919163"/>
            </a:xfrm>
            <a:custGeom>
              <a:avLst/>
              <a:gdLst>
                <a:gd name="T0" fmla="*/ 375 w 594"/>
                <a:gd name="T1" fmla="*/ 570 h 579"/>
                <a:gd name="T2" fmla="*/ 375 w 594"/>
                <a:gd name="T3" fmla="*/ 570 h 579"/>
                <a:gd name="T4" fmla="*/ 368 w 594"/>
                <a:gd name="T5" fmla="*/ 576 h 579"/>
                <a:gd name="T6" fmla="*/ 361 w 594"/>
                <a:gd name="T7" fmla="*/ 579 h 579"/>
                <a:gd name="T8" fmla="*/ 353 w 594"/>
                <a:gd name="T9" fmla="*/ 579 h 579"/>
                <a:gd name="T10" fmla="*/ 348 w 594"/>
                <a:gd name="T11" fmla="*/ 577 h 579"/>
                <a:gd name="T12" fmla="*/ 345 w 594"/>
                <a:gd name="T13" fmla="*/ 574 h 579"/>
                <a:gd name="T14" fmla="*/ 8 w 594"/>
                <a:gd name="T15" fmla="*/ 306 h 579"/>
                <a:gd name="T16" fmla="*/ 8 w 594"/>
                <a:gd name="T17" fmla="*/ 306 h 579"/>
                <a:gd name="T18" fmla="*/ 4 w 594"/>
                <a:gd name="T19" fmla="*/ 304 h 579"/>
                <a:gd name="T20" fmla="*/ 2 w 594"/>
                <a:gd name="T21" fmla="*/ 301 h 579"/>
                <a:gd name="T22" fmla="*/ 0 w 594"/>
                <a:gd name="T23" fmla="*/ 292 h 579"/>
                <a:gd name="T24" fmla="*/ 1 w 594"/>
                <a:gd name="T25" fmla="*/ 284 h 579"/>
                <a:gd name="T26" fmla="*/ 5 w 594"/>
                <a:gd name="T27" fmla="*/ 277 h 579"/>
                <a:gd name="T28" fmla="*/ 218 w 594"/>
                <a:gd name="T29" fmla="*/ 9 h 579"/>
                <a:gd name="T30" fmla="*/ 218 w 594"/>
                <a:gd name="T31" fmla="*/ 9 h 579"/>
                <a:gd name="T32" fmla="*/ 225 w 594"/>
                <a:gd name="T33" fmla="*/ 3 h 579"/>
                <a:gd name="T34" fmla="*/ 232 w 594"/>
                <a:gd name="T35" fmla="*/ 0 h 579"/>
                <a:gd name="T36" fmla="*/ 241 w 594"/>
                <a:gd name="T37" fmla="*/ 0 h 579"/>
                <a:gd name="T38" fmla="*/ 245 w 594"/>
                <a:gd name="T39" fmla="*/ 2 h 579"/>
                <a:gd name="T40" fmla="*/ 248 w 594"/>
                <a:gd name="T41" fmla="*/ 4 h 579"/>
                <a:gd name="T42" fmla="*/ 585 w 594"/>
                <a:gd name="T43" fmla="*/ 272 h 579"/>
                <a:gd name="T44" fmla="*/ 585 w 594"/>
                <a:gd name="T45" fmla="*/ 272 h 579"/>
                <a:gd name="T46" fmla="*/ 589 w 594"/>
                <a:gd name="T47" fmla="*/ 275 h 579"/>
                <a:gd name="T48" fmla="*/ 591 w 594"/>
                <a:gd name="T49" fmla="*/ 279 h 579"/>
                <a:gd name="T50" fmla="*/ 594 w 594"/>
                <a:gd name="T51" fmla="*/ 287 h 579"/>
                <a:gd name="T52" fmla="*/ 592 w 594"/>
                <a:gd name="T53" fmla="*/ 295 h 579"/>
                <a:gd name="T54" fmla="*/ 588 w 594"/>
                <a:gd name="T55" fmla="*/ 302 h 579"/>
                <a:gd name="T56" fmla="*/ 375 w 594"/>
                <a:gd name="T57" fmla="*/ 57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94" h="579">
                  <a:moveTo>
                    <a:pt x="375" y="570"/>
                  </a:moveTo>
                  <a:lnTo>
                    <a:pt x="375" y="570"/>
                  </a:lnTo>
                  <a:lnTo>
                    <a:pt x="368" y="576"/>
                  </a:lnTo>
                  <a:lnTo>
                    <a:pt x="361" y="579"/>
                  </a:lnTo>
                  <a:lnTo>
                    <a:pt x="353" y="579"/>
                  </a:lnTo>
                  <a:lnTo>
                    <a:pt x="348" y="577"/>
                  </a:lnTo>
                  <a:lnTo>
                    <a:pt x="345" y="574"/>
                  </a:lnTo>
                  <a:lnTo>
                    <a:pt x="8" y="306"/>
                  </a:lnTo>
                  <a:lnTo>
                    <a:pt x="8" y="306"/>
                  </a:lnTo>
                  <a:lnTo>
                    <a:pt x="4" y="304"/>
                  </a:lnTo>
                  <a:lnTo>
                    <a:pt x="2" y="301"/>
                  </a:lnTo>
                  <a:lnTo>
                    <a:pt x="0" y="292"/>
                  </a:lnTo>
                  <a:lnTo>
                    <a:pt x="1" y="284"/>
                  </a:lnTo>
                  <a:lnTo>
                    <a:pt x="5" y="277"/>
                  </a:lnTo>
                  <a:lnTo>
                    <a:pt x="218" y="9"/>
                  </a:lnTo>
                  <a:lnTo>
                    <a:pt x="218" y="9"/>
                  </a:lnTo>
                  <a:lnTo>
                    <a:pt x="225" y="3"/>
                  </a:lnTo>
                  <a:lnTo>
                    <a:pt x="232" y="0"/>
                  </a:lnTo>
                  <a:lnTo>
                    <a:pt x="241" y="0"/>
                  </a:lnTo>
                  <a:lnTo>
                    <a:pt x="245" y="2"/>
                  </a:lnTo>
                  <a:lnTo>
                    <a:pt x="248" y="4"/>
                  </a:lnTo>
                  <a:lnTo>
                    <a:pt x="585" y="272"/>
                  </a:lnTo>
                  <a:lnTo>
                    <a:pt x="585" y="272"/>
                  </a:lnTo>
                  <a:lnTo>
                    <a:pt x="589" y="275"/>
                  </a:lnTo>
                  <a:lnTo>
                    <a:pt x="591" y="279"/>
                  </a:lnTo>
                  <a:lnTo>
                    <a:pt x="594" y="287"/>
                  </a:lnTo>
                  <a:lnTo>
                    <a:pt x="592" y="295"/>
                  </a:lnTo>
                  <a:lnTo>
                    <a:pt x="588" y="302"/>
                  </a:lnTo>
                  <a:lnTo>
                    <a:pt x="375" y="570"/>
                  </a:lnTo>
                  <a:close/>
                </a:path>
              </a:pathLst>
            </a:custGeom>
            <a:solidFill>
              <a:srgbClr val="20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Freeform: Shape 123">
              <a:extLst>
                <a:ext uri="{FF2B5EF4-FFF2-40B4-BE49-F238E27FC236}">
                  <a16:creationId xmlns:a16="http://schemas.microsoft.com/office/drawing/2014/main" id="{2E0B2668-9E4D-41DA-8080-F5D36D71C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914" y="2729381"/>
              <a:ext cx="942975" cy="919163"/>
            </a:xfrm>
            <a:custGeom>
              <a:avLst/>
              <a:gdLst>
                <a:gd name="T0" fmla="*/ 375 w 594"/>
                <a:gd name="T1" fmla="*/ 570 h 579"/>
                <a:gd name="T2" fmla="*/ 375 w 594"/>
                <a:gd name="T3" fmla="*/ 570 h 579"/>
                <a:gd name="T4" fmla="*/ 368 w 594"/>
                <a:gd name="T5" fmla="*/ 576 h 579"/>
                <a:gd name="T6" fmla="*/ 361 w 594"/>
                <a:gd name="T7" fmla="*/ 579 h 579"/>
                <a:gd name="T8" fmla="*/ 353 w 594"/>
                <a:gd name="T9" fmla="*/ 579 h 579"/>
                <a:gd name="T10" fmla="*/ 348 w 594"/>
                <a:gd name="T11" fmla="*/ 577 h 579"/>
                <a:gd name="T12" fmla="*/ 345 w 594"/>
                <a:gd name="T13" fmla="*/ 574 h 579"/>
                <a:gd name="T14" fmla="*/ 8 w 594"/>
                <a:gd name="T15" fmla="*/ 306 h 579"/>
                <a:gd name="T16" fmla="*/ 8 w 594"/>
                <a:gd name="T17" fmla="*/ 306 h 579"/>
                <a:gd name="T18" fmla="*/ 4 w 594"/>
                <a:gd name="T19" fmla="*/ 304 h 579"/>
                <a:gd name="T20" fmla="*/ 2 w 594"/>
                <a:gd name="T21" fmla="*/ 301 h 579"/>
                <a:gd name="T22" fmla="*/ 0 w 594"/>
                <a:gd name="T23" fmla="*/ 292 h 579"/>
                <a:gd name="T24" fmla="*/ 1 w 594"/>
                <a:gd name="T25" fmla="*/ 284 h 579"/>
                <a:gd name="T26" fmla="*/ 5 w 594"/>
                <a:gd name="T27" fmla="*/ 277 h 579"/>
                <a:gd name="T28" fmla="*/ 218 w 594"/>
                <a:gd name="T29" fmla="*/ 9 h 579"/>
                <a:gd name="T30" fmla="*/ 218 w 594"/>
                <a:gd name="T31" fmla="*/ 9 h 579"/>
                <a:gd name="T32" fmla="*/ 225 w 594"/>
                <a:gd name="T33" fmla="*/ 3 h 579"/>
                <a:gd name="T34" fmla="*/ 232 w 594"/>
                <a:gd name="T35" fmla="*/ 0 h 579"/>
                <a:gd name="T36" fmla="*/ 241 w 594"/>
                <a:gd name="T37" fmla="*/ 0 h 579"/>
                <a:gd name="T38" fmla="*/ 245 w 594"/>
                <a:gd name="T39" fmla="*/ 2 h 579"/>
                <a:gd name="T40" fmla="*/ 248 w 594"/>
                <a:gd name="T41" fmla="*/ 4 h 579"/>
                <a:gd name="T42" fmla="*/ 585 w 594"/>
                <a:gd name="T43" fmla="*/ 272 h 579"/>
                <a:gd name="T44" fmla="*/ 585 w 594"/>
                <a:gd name="T45" fmla="*/ 272 h 579"/>
                <a:gd name="T46" fmla="*/ 589 w 594"/>
                <a:gd name="T47" fmla="*/ 275 h 579"/>
                <a:gd name="T48" fmla="*/ 591 w 594"/>
                <a:gd name="T49" fmla="*/ 279 h 579"/>
                <a:gd name="T50" fmla="*/ 594 w 594"/>
                <a:gd name="T51" fmla="*/ 287 h 579"/>
                <a:gd name="T52" fmla="*/ 592 w 594"/>
                <a:gd name="T53" fmla="*/ 295 h 579"/>
                <a:gd name="T54" fmla="*/ 588 w 594"/>
                <a:gd name="T55" fmla="*/ 302 h 579"/>
                <a:gd name="T56" fmla="*/ 375 w 594"/>
                <a:gd name="T57" fmla="*/ 57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94" h="579">
                  <a:moveTo>
                    <a:pt x="375" y="570"/>
                  </a:moveTo>
                  <a:lnTo>
                    <a:pt x="375" y="570"/>
                  </a:lnTo>
                  <a:lnTo>
                    <a:pt x="368" y="576"/>
                  </a:lnTo>
                  <a:lnTo>
                    <a:pt x="361" y="579"/>
                  </a:lnTo>
                  <a:lnTo>
                    <a:pt x="353" y="579"/>
                  </a:lnTo>
                  <a:lnTo>
                    <a:pt x="348" y="577"/>
                  </a:lnTo>
                  <a:lnTo>
                    <a:pt x="345" y="574"/>
                  </a:lnTo>
                  <a:lnTo>
                    <a:pt x="8" y="306"/>
                  </a:lnTo>
                  <a:lnTo>
                    <a:pt x="8" y="306"/>
                  </a:lnTo>
                  <a:lnTo>
                    <a:pt x="4" y="304"/>
                  </a:lnTo>
                  <a:lnTo>
                    <a:pt x="2" y="301"/>
                  </a:lnTo>
                  <a:lnTo>
                    <a:pt x="0" y="292"/>
                  </a:lnTo>
                  <a:lnTo>
                    <a:pt x="1" y="284"/>
                  </a:lnTo>
                  <a:lnTo>
                    <a:pt x="5" y="277"/>
                  </a:lnTo>
                  <a:lnTo>
                    <a:pt x="218" y="9"/>
                  </a:lnTo>
                  <a:lnTo>
                    <a:pt x="218" y="9"/>
                  </a:lnTo>
                  <a:lnTo>
                    <a:pt x="225" y="3"/>
                  </a:lnTo>
                  <a:lnTo>
                    <a:pt x="232" y="0"/>
                  </a:lnTo>
                  <a:lnTo>
                    <a:pt x="241" y="0"/>
                  </a:lnTo>
                  <a:lnTo>
                    <a:pt x="245" y="2"/>
                  </a:lnTo>
                  <a:lnTo>
                    <a:pt x="248" y="4"/>
                  </a:lnTo>
                  <a:lnTo>
                    <a:pt x="585" y="272"/>
                  </a:lnTo>
                  <a:lnTo>
                    <a:pt x="585" y="272"/>
                  </a:lnTo>
                  <a:lnTo>
                    <a:pt x="589" y="275"/>
                  </a:lnTo>
                  <a:lnTo>
                    <a:pt x="591" y="279"/>
                  </a:lnTo>
                  <a:lnTo>
                    <a:pt x="594" y="287"/>
                  </a:lnTo>
                  <a:lnTo>
                    <a:pt x="592" y="295"/>
                  </a:lnTo>
                  <a:lnTo>
                    <a:pt x="588" y="302"/>
                  </a:lnTo>
                  <a:lnTo>
                    <a:pt x="375" y="570"/>
                  </a:lnTo>
                  <a:close/>
                </a:path>
              </a:pathLst>
            </a:custGeom>
            <a:noFill/>
            <a:ln w="9525">
              <a:solidFill>
                <a:srgbClr val="6573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Freeform: Shape 124">
              <a:extLst>
                <a:ext uri="{FF2B5EF4-FFF2-40B4-BE49-F238E27FC236}">
                  <a16:creationId xmlns:a16="http://schemas.microsoft.com/office/drawing/2014/main" id="{34A18426-0022-42F7-AD7D-67F8EC1DA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176" y="2681756"/>
              <a:ext cx="946150" cy="923925"/>
            </a:xfrm>
            <a:custGeom>
              <a:avLst/>
              <a:gdLst>
                <a:gd name="T0" fmla="*/ 378 w 596"/>
                <a:gd name="T1" fmla="*/ 573 h 582"/>
                <a:gd name="T2" fmla="*/ 378 w 596"/>
                <a:gd name="T3" fmla="*/ 573 h 582"/>
                <a:gd name="T4" fmla="*/ 375 w 596"/>
                <a:gd name="T5" fmla="*/ 577 h 582"/>
                <a:gd name="T6" fmla="*/ 371 w 596"/>
                <a:gd name="T7" fmla="*/ 579 h 582"/>
                <a:gd name="T8" fmla="*/ 364 w 596"/>
                <a:gd name="T9" fmla="*/ 582 h 582"/>
                <a:gd name="T10" fmla="*/ 355 w 596"/>
                <a:gd name="T11" fmla="*/ 582 h 582"/>
                <a:gd name="T12" fmla="*/ 351 w 596"/>
                <a:gd name="T13" fmla="*/ 580 h 582"/>
                <a:gd name="T14" fmla="*/ 348 w 596"/>
                <a:gd name="T15" fmla="*/ 577 h 582"/>
                <a:gd name="T16" fmla="*/ 8 w 596"/>
                <a:gd name="T17" fmla="*/ 307 h 582"/>
                <a:gd name="T18" fmla="*/ 8 w 596"/>
                <a:gd name="T19" fmla="*/ 307 h 582"/>
                <a:gd name="T20" fmla="*/ 4 w 596"/>
                <a:gd name="T21" fmla="*/ 304 h 582"/>
                <a:gd name="T22" fmla="*/ 3 w 596"/>
                <a:gd name="T23" fmla="*/ 301 h 582"/>
                <a:gd name="T24" fmla="*/ 0 w 596"/>
                <a:gd name="T25" fmla="*/ 292 h 582"/>
                <a:gd name="T26" fmla="*/ 1 w 596"/>
                <a:gd name="T27" fmla="*/ 285 h 582"/>
                <a:gd name="T28" fmla="*/ 3 w 596"/>
                <a:gd name="T29" fmla="*/ 281 h 582"/>
                <a:gd name="T30" fmla="*/ 5 w 596"/>
                <a:gd name="T31" fmla="*/ 277 h 582"/>
                <a:gd name="T32" fmla="*/ 218 w 596"/>
                <a:gd name="T33" fmla="*/ 9 h 582"/>
                <a:gd name="T34" fmla="*/ 218 w 596"/>
                <a:gd name="T35" fmla="*/ 9 h 582"/>
                <a:gd name="T36" fmla="*/ 221 w 596"/>
                <a:gd name="T37" fmla="*/ 6 h 582"/>
                <a:gd name="T38" fmla="*/ 225 w 596"/>
                <a:gd name="T39" fmla="*/ 3 h 582"/>
                <a:gd name="T40" fmla="*/ 232 w 596"/>
                <a:gd name="T41" fmla="*/ 0 h 582"/>
                <a:gd name="T42" fmla="*/ 241 w 596"/>
                <a:gd name="T43" fmla="*/ 0 h 582"/>
                <a:gd name="T44" fmla="*/ 245 w 596"/>
                <a:gd name="T45" fmla="*/ 2 h 582"/>
                <a:gd name="T46" fmla="*/ 248 w 596"/>
                <a:gd name="T47" fmla="*/ 5 h 582"/>
                <a:gd name="T48" fmla="*/ 589 w 596"/>
                <a:gd name="T49" fmla="*/ 275 h 582"/>
                <a:gd name="T50" fmla="*/ 589 w 596"/>
                <a:gd name="T51" fmla="*/ 275 h 582"/>
                <a:gd name="T52" fmla="*/ 592 w 596"/>
                <a:gd name="T53" fmla="*/ 278 h 582"/>
                <a:gd name="T54" fmla="*/ 594 w 596"/>
                <a:gd name="T55" fmla="*/ 282 h 582"/>
                <a:gd name="T56" fmla="*/ 596 w 596"/>
                <a:gd name="T57" fmla="*/ 290 h 582"/>
                <a:gd name="T58" fmla="*/ 595 w 596"/>
                <a:gd name="T59" fmla="*/ 298 h 582"/>
                <a:gd name="T60" fmla="*/ 594 w 596"/>
                <a:gd name="T61" fmla="*/ 302 h 582"/>
                <a:gd name="T62" fmla="*/ 591 w 596"/>
                <a:gd name="T63" fmla="*/ 305 h 582"/>
                <a:gd name="T64" fmla="*/ 378 w 596"/>
                <a:gd name="T65" fmla="*/ 573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6" h="582">
                  <a:moveTo>
                    <a:pt x="378" y="573"/>
                  </a:moveTo>
                  <a:lnTo>
                    <a:pt x="378" y="573"/>
                  </a:lnTo>
                  <a:lnTo>
                    <a:pt x="375" y="577"/>
                  </a:lnTo>
                  <a:lnTo>
                    <a:pt x="371" y="579"/>
                  </a:lnTo>
                  <a:lnTo>
                    <a:pt x="364" y="582"/>
                  </a:lnTo>
                  <a:lnTo>
                    <a:pt x="355" y="582"/>
                  </a:lnTo>
                  <a:lnTo>
                    <a:pt x="351" y="580"/>
                  </a:lnTo>
                  <a:lnTo>
                    <a:pt x="348" y="577"/>
                  </a:lnTo>
                  <a:lnTo>
                    <a:pt x="8" y="307"/>
                  </a:lnTo>
                  <a:lnTo>
                    <a:pt x="8" y="307"/>
                  </a:lnTo>
                  <a:lnTo>
                    <a:pt x="4" y="304"/>
                  </a:lnTo>
                  <a:lnTo>
                    <a:pt x="3" y="301"/>
                  </a:lnTo>
                  <a:lnTo>
                    <a:pt x="0" y="292"/>
                  </a:lnTo>
                  <a:lnTo>
                    <a:pt x="1" y="285"/>
                  </a:lnTo>
                  <a:lnTo>
                    <a:pt x="3" y="281"/>
                  </a:lnTo>
                  <a:lnTo>
                    <a:pt x="5" y="277"/>
                  </a:lnTo>
                  <a:lnTo>
                    <a:pt x="218" y="9"/>
                  </a:lnTo>
                  <a:lnTo>
                    <a:pt x="218" y="9"/>
                  </a:lnTo>
                  <a:lnTo>
                    <a:pt x="221" y="6"/>
                  </a:lnTo>
                  <a:lnTo>
                    <a:pt x="225" y="3"/>
                  </a:lnTo>
                  <a:lnTo>
                    <a:pt x="232" y="0"/>
                  </a:lnTo>
                  <a:lnTo>
                    <a:pt x="241" y="0"/>
                  </a:lnTo>
                  <a:lnTo>
                    <a:pt x="245" y="2"/>
                  </a:lnTo>
                  <a:lnTo>
                    <a:pt x="248" y="5"/>
                  </a:lnTo>
                  <a:lnTo>
                    <a:pt x="589" y="275"/>
                  </a:lnTo>
                  <a:lnTo>
                    <a:pt x="589" y="275"/>
                  </a:lnTo>
                  <a:lnTo>
                    <a:pt x="592" y="278"/>
                  </a:lnTo>
                  <a:lnTo>
                    <a:pt x="594" y="282"/>
                  </a:lnTo>
                  <a:lnTo>
                    <a:pt x="596" y="290"/>
                  </a:lnTo>
                  <a:lnTo>
                    <a:pt x="595" y="298"/>
                  </a:lnTo>
                  <a:lnTo>
                    <a:pt x="594" y="302"/>
                  </a:lnTo>
                  <a:lnTo>
                    <a:pt x="591" y="305"/>
                  </a:lnTo>
                  <a:lnTo>
                    <a:pt x="378" y="573"/>
                  </a:lnTo>
                  <a:close/>
                </a:path>
              </a:pathLst>
            </a:custGeom>
            <a:solidFill>
              <a:srgbClr val="32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Freeform: Shape 125">
              <a:extLst>
                <a:ext uri="{FF2B5EF4-FFF2-40B4-BE49-F238E27FC236}">
                  <a16:creationId xmlns:a16="http://schemas.microsoft.com/office/drawing/2014/main" id="{E77849D9-3278-43D9-B7FD-F0BEBEE82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626" y="2724619"/>
              <a:ext cx="836613" cy="819150"/>
            </a:xfrm>
            <a:custGeom>
              <a:avLst/>
              <a:gdLst>
                <a:gd name="T0" fmla="*/ 333 w 527"/>
                <a:gd name="T1" fmla="*/ 509 h 516"/>
                <a:gd name="T2" fmla="*/ 333 w 527"/>
                <a:gd name="T3" fmla="*/ 509 h 516"/>
                <a:gd name="T4" fmla="*/ 326 w 527"/>
                <a:gd name="T5" fmla="*/ 515 h 516"/>
                <a:gd name="T6" fmla="*/ 320 w 527"/>
                <a:gd name="T7" fmla="*/ 516 h 516"/>
                <a:gd name="T8" fmla="*/ 312 w 527"/>
                <a:gd name="T9" fmla="*/ 516 h 516"/>
                <a:gd name="T10" fmla="*/ 306 w 527"/>
                <a:gd name="T11" fmla="*/ 514 h 516"/>
                <a:gd name="T12" fmla="*/ 6 w 527"/>
                <a:gd name="T13" fmla="*/ 274 h 516"/>
                <a:gd name="T14" fmla="*/ 6 w 527"/>
                <a:gd name="T15" fmla="*/ 274 h 516"/>
                <a:gd name="T16" fmla="*/ 1 w 527"/>
                <a:gd name="T17" fmla="*/ 268 h 516"/>
                <a:gd name="T18" fmla="*/ 0 w 527"/>
                <a:gd name="T19" fmla="*/ 261 h 516"/>
                <a:gd name="T20" fmla="*/ 0 w 527"/>
                <a:gd name="T21" fmla="*/ 254 h 516"/>
                <a:gd name="T22" fmla="*/ 4 w 527"/>
                <a:gd name="T23" fmla="*/ 247 h 516"/>
                <a:gd name="T24" fmla="*/ 194 w 527"/>
                <a:gd name="T25" fmla="*/ 9 h 516"/>
                <a:gd name="T26" fmla="*/ 194 w 527"/>
                <a:gd name="T27" fmla="*/ 9 h 516"/>
                <a:gd name="T28" fmla="*/ 200 w 527"/>
                <a:gd name="T29" fmla="*/ 3 h 516"/>
                <a:gd name="T30" fmla="*/ 207 w 527"/>
                <a:gd name="T31" fmla="*/ 0 h 516"/>
                <a:gd name="T32" fmla="*/ 214 w 527"/>
                <a:gd name="T33" fmla="*/ 2 h 516"/>
                <a:gd name="T34" fmla="*/ 221 w 527"/>
                <a:gd name="T35" fmla="*/ 5 h 516"/>
                <a:gd name="T36" fmla="*/ 520 w 527"/>
                <a:gd name="T37" fmla="*/ 243 h 516"/>
                <a:gd name="T38" fmla="*/ 520 w 527"/>
                <a:gd name="T39" fmla="*/ 243 h 516"/>
                <a:gd name="T40" fmla="*/ 525 w 527"/>
                <a:gd name="T41" fmla="*/ 248 h 516"/>
                <a:gd name="T42" fmla="*/ 527 w 527"/>
                <a:gd name="T43" fmla="*/ 255 h 516"/>
                <a:gd name="T44" fmla="*/ 526 w 527"/>
                <a:gd name="T45" fmla="*/ 263 h 516"/>
                <a:gd name="T46" fmla="*/ 523 w 527"/>
                <a:gd name="T47" fmla="*/ 270 h 516"/>
                <a:gd name="T48" fmla="*/ 333 w 527"/>
                <a:gd name="T49" fmla="*/ 509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7" h="516">
                  <a:moveTo>
                    <a:pt x="333" y="509"/>
                  </a:moveTo>
                  <a:lnTo>
                    <a:pt x="333" y="509"/>
                  </a:lnTo>
                  <a:lnTo>
                    <a:pt x="326" y="515"/>
                  </a:lnTo>
                  <a:lnTo>
                    <a:pt x="320" y="516"/>
                  </a:lnTo>
                  <a:lnTo>
                    <a:pt x="312" y="516"/>
                  </a:lnTo>
                  <a:lnTo>
                    <a:pt x="306" y="514"/>
                  </a:lnTo>
                  <a:lnTo>
                    <a:pt x="6" y="274"/>
                  </a:lnTo>
                  <a:lnTo>
                    <a:pt x="6" y="274"/>
                  </a:lnTo>
                  <a:lnTo>
                    <a:pt x="1" y="268"/>
                  </a:lnTo>
                  <a:lnTo>
                    <a:pt x="0" y="261"/>
                  </a:lnTo>
                  <a:lnTo>
                    <a:pt x="0" y="254"/>
                  </a:lnTo>
                  <a:lnTo>
                    <a:pt x="4" y="247"/>
                  </a:lnTo>
                  <a:lnTo>
                    <a:pt x="194" y="9"/>
                  </a:lnTo>
                  <a:lnTo>
                    <a:pt x="194" y="9"/>
                  </a:lnTo>
                  <a:lnTo>
                    <a:pt x="200" y="3"/>
                  </a:lnTo>
                  <a:lnTo>
                    <a:pt x="207" y="0"/>
                  </a:lnTo>
                  <a:lnTo>
                    <a:pt x="214" y="2"/>
                  </a:lnTo>
                  <a:lnTo>
                    <a:pt x="221" y="5"/>
                  </a:lnTo>
                  <a:lnTo>
                    <a:pt x="520" y="243"/>
                  </a:lnTo>
                  <a:lnTo>
                    <a:pt x="520" y="243"/>
                  </a:lnTo>
                  <a:lnTo>
                    <a:pt x="525" y="248"/>
                  </a:lnTo>
                  <a:lnTo>
                    <a:pt x="527" y="255"/>
                  </a:lnTo>
                  <a:lnTo>
                    <a:pt x="526" y="263"/>
                  </a:lnTo>
                  <a:lnTo>
                    <a:pt x="523" y="270"/>
                  </a:lnTo>
                  <a:lnTo>
                    <a:pt x="333" y="509"/>
                  </a:lnTo>
                  <a:close/>
                </a:path>
              </a:pathLst>
            </a:custGeom>
            <a:solidFill>
              <a:srgbClr val="47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Freeform: Shape 126">
              <a:extLst>
                <a:ext uri="{FF2B5EF4-FFF2-40B4-BE49-F238E27FC236}">
                  <a16:creationId xmlns:a16="http://schemas.microsoft.com/office/drawing/2014/main" id="{33652367-558E-4095-BAB9-80FCB76F3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976" y="3148481"/>
              <a:ext cx="49213" cy="80963"/>
            </a:xfrm>
            <a:custGeom>
              <a:avLst/>
              <a:gdLst>
                <a:gd name="T0" fmla="*/ 2 w 31"/>
                <a:gd name="T1" fmla="*/ 15 h 51"/>
                <a:gd name="T2" fmla="*/ 2 w 31"/>
                <a:gd name="T3" fmla="*/ 15 h 51"/>
                <a:gd name="T4" fmla="*/ 5 w 31"/>
                <a:gd name="T5" fmla="*/ 21 h 51"/>
                <a:gd name="T6" fmla="*/ 7 w 31"/>
                <a:gd name="T7" fmla="*/ 27 h 51"/>
                <a:gd name="T8" fmla="*/ 8 w 31"/>
                <a:gd name="T9" fmla="*/ 34 h 51"/>
                <a:gd name="T10" fmla="*/ 10 w 31"/>
                <a:gd name="T11" fmla="*/ 41 h 51"/>
                <a:gd name="T12" fmla="*/ 10 w 31"/>
                <a:gd name="T13" fmla="*/ 41 h 51"/>
                <a:gd name="T14" fmla="*/ 10 w 31"/>
                <a:gd name="T15" fmla="*/ 45 h 51"/>
                <a:gd name="T16" fmla="*/ 12 w 31"/>
                <a:gd name="T17" fmla="*/ 48 h 51"/>
                <a:gd name="T18" fmla="*/ 15 w 31"/>
                <a:gd name="T19" fmla="*/ 51 h 51"/>
                <a:gd name="T20" fmla="*/ 19 w 31"/>
                <a:gd name="T21" fmla="*/ 51 h 51"/>
                <a:gd name="T22" fmla="*/ 24 w 31"/>
                <a:gd name="T23" fmla="*/ 51 h 51"/>
                <a:gd name="T24" fmla="*/ 27 w 31"/>
                <a:gd name="T25" fmla="*/ 48 h 51"/>
                <a:gd name="T26" fmla="*/ 29 w 31"/>
                <a:gd name="T27" fmla="*/ 45 h 51"/>
                <a:gd name="T28" fmla="*/ 31 w 31"/>
                <a:gd name="T29" fmla="*/ 41 h 51"/>
                <a:gd name="T30" fmla="*/ 31 w 31"/>
                <a:gd name="T31" fmla="*/ 41 h 51"/>
                <a:gd name="T32" fmla="*/ 29 w 31"/>
                <a:gd name="T33" fmla="*/ 31 h 51"/>
                <a:gd name="T34" fmla="*/ 28 w 31"/>
                <a:gd name="T35" fmla="*/ 21 h 51"/>
                <a:gd name="T36" fmla="*/ 25 w 31"/>
                <a:gd name="T37" fmla="*/ 13 h 51"/>
                <a:gd name="T38" fmla="*/ 19 w 31"/>
                <a:gd name="T39" fmla="*/ 4 h 51"/>
                <a:gd name="T40" fmla="*/ 19 w 31"/>
                <a:gd name="T41" fmla="*/ 4 h 51"/>
                <a:gd name="T42" fmla="*/ 17 w 31"/>
                <a:gd name="T43" fmla="*/ 1 h 51"/>
                <a:gd name="T44" fmla="*/ 14 w 31"/>
                <a:gd name="T45" fmla="*/ 0 h 51"/>
                <a:gd name="T46" fmla="*/ 10 w 31"/>
                <a:gd name="T47" fmla="*/ 0 h 51"/>
                <a:gd name="T48" fmla="*/ 5 w 31"/>
                <a:gd name="T49" fmla="*/ 1 h 51"/>
                <a:gd name="T50" fmla="*/ 2 w 31"/>
                <a:gd name="T51" fmla="*/ 3 h 51"/>
                <a:gd name="T52" fmla="*/ 1 w 31"/>
                <a:gd name="T53" fmla="*/ 7 h 51"/>
                <a:gd name="T54" fmla="*/ 0 w 31"/>
                <a:gd name="T55" fmla="*/ 11 h 51"/>
                <a:gd name="T56" fmla="*/ 2 w 31"/>
                <a:gd name="T57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" h="51">
                  <a:moveTo>
                    <a:pt x="2" y="15"/>
                  </a:moveTo>
                  <a:lnTo>
                    <a:pt x="2" y="15"/>
                  </a:lnTo>
                  <a:lnTo>
                    <a:pt x="5" y="21"/>
                  </a:lnTo>
                  <a:lnTo>
                    <a:pt x="7" y="27"/>
                  </a:lnTo>
                  <a:lnTo>
                    <a:pt x="8" y="34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5"/>
                  </a:lnTo>
                  <a:lnTo>
                    <a:pt x="12" y="48"/>
                  </a:lnTo>
                  <a:lnTo>
                    <a:pt x="15" y="51"/>
                  </a:lnTo>
                  <a:lnTo>
                    <a:pt x="19" y="51"/>
                  </a:lnTo>
                  <a:lnTo>
                    <a:pt x="24" y="51"/>
                  </a:lnTo>
                  <a:lnTo>
                    <a:pt x="27" y="48"/>
                  </a:lnTo>
                  <a:lnTo>
                    <a:pt x="29" y="45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29" y="31"/>
                  </a:lnTo>
                  <a:lnTo>
                    <a:pt x="28" y="21"/>
                  </a:lnTo>
                  <a:lnTo>
                    <a:pt x="25" y="13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2" y="15"/>
                  </a:lnTo>
                  <a:close/>
                </a:path>
              </a:pathLst>
            </a:custGeom>
            <a:solidFill>
              <a:srgbClr val="2B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Freeform: Shape 127">
              <a:extLst>
                <a:ext uri="{FF2B5EF4-FFF2-40B4-BE49-F238E27FC236}">
                  <a16:creationId xmlns:a16="http://schemas.microsoft.com/office/drawing/2014/main" id="{B979B78F-AEB8-4A41-A6D3-4E8CCA7E5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976" y="3148481"/>
              <a:ext cx="49213" cy="80963"/>
            </a:xfrm>
            <a:custGeom>
              <a:avLst/>
              <a:gdLst>
                <a:gd name="T0" fmla="*/ 2 w 31"/>
                <a:gd name="T1" fmla="*/ 15 h 51"/>
                <a:gd name="T2" fmla="*/ 2 w 31"/>
                <a:gd name="T3" fmla="*/ 15 h 51"/>
                <a:gd name="T4" fmla="*/ 5 w 31"/>
                <a:gd name="T5" fmla="*/ 21 h 51"/>
                <a:gd name="T6" fmla="*/ 7 w 31"/>
                <a:gd name="T7" fmla="*/ 27 h 51"/>
                <a:gd name="T8" fmla="*/ 8 w 31"/>
                <a:gd name="T9" fmla="*/ 34 h 51"/>
                <a:gd name="T10" fmla="*/ 10 w 31"/>
                <a:gd name="T11" fmla="*/ 41 h 51"/>
                <a:gd name="T12" fmla="*/ 10 w 31"/>
                <a:gd name="T13" fmla="*/ 41 h 51"/>
                <a:gd name="T14" fmla="*/ 10 w 31"/>
                <a:gd name="T15" fmla="*/ 45 h 51"/>
                <a:gd name="T16" fmla="*/ 12 w 31"/>
                <a:gd name="T17" fmla="*/ 48 h 51"/>
                <a:gd name="T18" fmla="*/ 15 w 31"/>
                <a:gd name="T19" fmla="*/ 51 h 51"/>
                <a:gd name="T20" fmla="*/ 19 w 31"/>
                <a:gd name="T21" fmla="*/ 51 h 51"/>
                <a:gd name="T22" fmla="*/ 24 w 31"/>
                <a:gd name="T23" fmla="*/ 51 h 51"/>
                <a:gd name="T24" fmla="*/ 27 w 31"/>
                <a:gd name="T25" fmla="*/ 48 h 51"/>
                <a:gd name="T26" fmla="*/ 29 w 31"/>
                <a:gd name="T27" fmla="*/ 45 h 51"/>
                <a:gd name="T28" fmla="*/ 31 w 31"/>
                <a:gd name="T29" fmla="*/ 41 h 51"/>
                <a:gd name="T30" fmla="*/ 31 w 31"/>
                <a:gd name="T31" fmla="*/ 41 h 51"/>
                <a:gd name="T32" fmla="*/ 29 w 31"/>
                <a:gd name="T33" fmla="*/ 31 h 51"/>
                <a:gd name="T34" fmla="*/ 28 w 31"/>
                <a:gd name="T35" fmla="*/ 21 h 51"/>
                <a:gd name="T36" fmla="*/ 25 w 31"/>
                <a:gd name="T37" fmla="*/ 13 h 51"/>
                <a:gd name="T38" fmla="*/ 19 w 31"/>
                <a:gd name="T39" fmla="*/ 4 h 51"/>
                <a:gd name="T40" fmla="*/ 19 w 31"/>
                <a:gd name="T41" fmla="*/ 4 h 51"/>
                <a:gd name="T42" fmla="*/ 17 w 31"/>
                <a:gd name="T43" fmla="*/ 1 h 51"/>
                <a:gd name="T44" fmla="*/ 14 w 31"/>
                <a:gd name="T45" fmla="*/ 0 h 51"/>
                <a:gd name="T46" fmla="*/ 10 w 31"/>
                <a:gd name="T47" fmla="*/ 0 h 51"/>
                <a:gd name="T48" fmla="*/ 5 w 31"/>
                <a:gd name="T49" fmla="*/ 1 h 51"/>
                <a:gd name="T50" fmla="*/ 2 w 31"/>
                <a:gd name="T51" fmla="*/ 3 h 51"/>
                <a:gd name="T52" fmla="*/ 1 w 31"/>
                <a:gd name="T53" fmla="*/ 7 h 51"/>
                <a:gd name="T54" fmla="*/ 0 w 31"/>
                <a:gd name="T55" fmla="*/ 11 h 51"/>
                <a:gd name="T56" fmla="*/ 2 w 31"/>
                <a:gd name="T57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" h="51">
                  <a:moveTo>
                    <a:pt x="2" y="15"/>
                  </a:moveTo>
                  <a:lnTo>
                    <a:pt x="2" y="15"/>
                  </a:lnTo>
                  <a:lnTo>
                    <a:pt x="5" y="21"/>
                  </a:lnTo>
                  <a:lnTo>
                    <a:pt x="7" y="27"/>
                  </a:lnTo>
                  <a:lnTo>
                    <a:pt x="8" y="34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5"/>
                  </a:lnTo>
                  <a:lnTo>
                    <a:pt x="12" y="48"/>
                  </a:lnTo>
                  <a:lnTo>
                    <a:pt x="15" y="51"/>
                  </a:lnTo>
                  <a:lnTo>
                    <a:pt x="19" y="51"/>
                  </a:lnTo>
                  <a:lnTo>
                    <a:pt x="24" y="51"/>
                  </a:lnTo>
                  <a:lnTo>
                    <a:pt x="27" y="48"/>
                  </a:lnTo>
                  <a:lnTo>
                    <a:pt x="29" y="45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29" y="31"/>
                  </a:lnTo>
                  <a:lnTo>
                    <a:pt x="28" y="21"/>
                  </a:lnTo>
                  <a:lnTo>
                    <a:pt x="25" y="13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2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Freeform: Shape 128">
              <a:extLst>
                <a:ext uri="{FF2B5EF4-FFF2-40B4-BE49-F238E27FC236}">
                  <a16:creationId xmlns:a16="http://schemas.microsoft.com/office/drawing/2014/main" id="{3D0DD0FF-D6DB-4FF5-834C-7AFFC42C4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126" y="3148481"/>
              <a:ext cx="41275" cy="66675"/>
            </a:xfrm>
            <a:custGeom>
              <a:avLst/>
              <a:gdLst>
                <a:gd name="T0" fmla="*/ 2 w 26"/>
                <a:gd name="T1" fmla="*/ 13 h 42"/>
                <a:gd name="T2" fmla="*/ 2 w 26"/>
                <a:gd name="T3" fmla="*/ 13 h 42"/>
                <a:gd name="T4" fmla="*/ 3 w 26"/>
                <a:gd name="T5" fmla="*/ 23 h 42"/>
                <a:gd name="T6" fmla="*/ 5 w 26"/>
                <a:gd name="T7" fmla="*/ 32 h 42"/>
                <a:gd name="T8" fmla="*/ 5 w 26"/>
                <a:gd name="T9" fmla="*/ 32 h 42"/>
                <a:gd name="T10" fmla="*/ 5 w 26"/>
                <a:gd name="T11" fmla="*/ 37 h 42"/>
                <a:gd name="T12" fmla="*/ 8 w 26"/>
                <a:gd name="T13" fmla="*/ 40 h 42"/>
                <a:gd name="T14" fmla="*/ 10 w 26"/>
                <a:gd name="T15" fmla="*/ 42 h 42"/>
                <a:gd name="T16" fmla="*/ 15 w 26"/>
                <a:gd name="T17" fmla="*/ 42 h 42"/>
                <a:gd name="T18" fmla="*/ 19 w 26"/>
                <a:gd name="T19" fmla="*/ 42 h 42"/>
                <a:gd name="T20" fmla="*/ 22 w 26"/>
                <a:gd name="T21" fmla="*/ 40 h 42"/>
                <a:gd name="T22" fmla="*/ 25 w 26"/>
                <a:gd name="T23" fmla="*/ 37 h 42"/>
                <a:gd name="T24" fmla="*/ 26 w 26"/>
                <a:gd name="T25" fmla="*/ 32 h 42"/>
                <a:gd name="T26" fmla="*/ 26 w 26"/>
                <a:gd name="T27" fmla="*/ 32 h 42"/>
                <a:gd name="T28" fmla="*/ 25 w 26"/>
                <a:gd name="T29" fmla="*/ 20 h 42"/>
                <a:gd name="T30" fmla="*/ 22 w 26"/>
                <a:gd name="T31" fmla="*/ 7 h 42"/>
                <a:gd name="T32" fmla="*/ 22 w 26"/>
                <a:gd name="T33" fmla="*/ 7 h 42"/>
                <a:gd name="T34" fmla="*/ 20 w 26"/>
                <a:gd name="T35" fmla="*/ 3 h 42"/>
                <a:gd name="T36" fmla="*/ 16 w 26"/>
                <a:gd name="T37" fmla="*/ 0 h 42"/>
                <a:gd name="T38" fmla="*/ 13 w 26"/>
                <a:gd name="T39" fmla="*/ 0 h 42"/>
                <a:gd name="T40" fmla="*/ 9 w 26"/>
                <a:gd name="T41" fmla="*/ 0 h 42"/>
                <a:gd name="T42" fmla="*/ 5 w 26"/>
                <a:gd name="T43" fmla="*/ 1 h 42"/>
                <a:gd name="T44" fmla="*/ 2 w 26"/>
                <a:gd name="T45" fmla="*/ 4 h 42"/>
                <a:gd name="T46" fmla="*/ 0 w 26"/>
                <a:gd name="T47" fmla="*/ 8 h 42"/>
                <a:gd name="T48" fmla="*/ 2 w 26"/>
                <a:gd name="T4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42">
                  <a:moveTo>
                    <a:pt x="2" y="13"/>
                  </a:moveTo>
                  <a:lnTo>
                    <a:pt x="2" y="13"/>
                  </a:lnTo>
                  <a:lnTo>
                    <a:pt x="3" y="23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7"/>
                  </a:lnTo>
                  <a:lnTo>
                    <a:pt x="8" y="40"/>
                  </a:lnTo>
                  <a:lnTo>
                    <a:pt x="10" y="42"/>
                  </a:lnTo>
                  <a:lnTo>
                    <a:pt x="15" y="42"/>
                  </a:lnTo>
                  <a:lnTo>
                    <a:pt x="19" y="42"/>
                  </a:lnTo>
                  <a:lnTo>
                    <a:pt x="22" y="40"/>
                  </a:lnTo>
                  <a:lnTo>
                    <a:pt x="25" y="37"/>
                  </a:lnTo>
                  <a:lnTo>
                    <a:pt x="26" y="32"/>
                  </a:lnTo>
                  <a:lnTo>
                    <a:pt x="26" y="32"/>
                  </a:lnTo>
                  <a:lnTo>
                    <a:pt x="25" y="20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2" y="13"/>
                  </a:lnTo>
                  <a:close/>
                </a:path>
              </a:pathLst>
            </a:custGeom>
            <a:solidFill>
              <a:srgbClr val="2B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Freeform: Shape 129">
              <a:extLst>
                <a:ext uri="{FF2B5EF4-FFF2-40B4-BE49-F238E27FC236}">
                  <a16:creationId xmlns:a16="http://schemas.microsoft.com/office/drawing/2014/main" id="{F3CE09CB-7142-43F1-8337-6B06186F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126" y="3148481"/>
              <a:ext cx="41275" cy="66675"/>
            </a:xfrm>
            <a:custGeom>
              <a:avLst/>
              <a:gdLst>
                <a:gd name="T0" fmla="*/ 2 w 26"/>
                <a:gd name="T1" fmla="*/ 13 h 42"/>
                <a:gd name="T2" fmla="*/ 2 w 26"/>
                <a:gd name="T3" fmla="*/ 13 h 42"/>
                <a:gd name="T4" fmla="*/ 3 w 26"/>
                <a:gd name="T5" fmla="*/ 23 h 42"/>
                <a:gd name="T6" fmla="*/ 5 w 26"/>
                <a:gd name="T7" fmla="*/ 32 h 42"/>
                <a:gd name="T8" fmla="*/ 5 w 26"/>
                <a:gd name="T9" fmla="*/ 32 h 42"/>
                <a:gd name="T10" fmla="*/ 5 w 26"/>
                <a:gd name="T11" fmla="*/ 37 h 42"/>
                <a:gd name="T12" fmla="*/ 8 w 26"/>
                <a:gd name="T13" fmla="*/ 40 h 42"/>
                <a:gd name="T14" fmla="*/ 10 w 26"/>
                <a:gd name="T15" fmla="*/ 42 h 42"/>
                <a:gd name="T16" fmla="*/ 15 w 26"/>
                <a:gd name="T17" fmla="*/ 42 h 42"/>
                <a:gd name="T18" fmla="*/ 19 w 26"/>
                <a:gd name="T19" fmla="*/ 42 h 42"/>
                <a:gd name="T20" fmla="*/ 22 w 26"/>
                <a:gd name="T21" fmla="*/ 40 h 42"/>
                <a:gd name="T22" fmla="*/ 25 w 26"/>
                <a:gd name="T23" fmla="*/ 37 h 42"/>
                <a:gd name="T24" fmla="*/ 26 w 26"/>
                <a:gd name="T25" fmla="*/ 32 h 42"/>
                <a:gd name="T26" fmla="*/ 26 w 26"/>
                <a:gd name="T27" fmla="*/ 32 h 42"/>
                <a:gd name="T28" fmla="*/ 25 w 26"/>
                <a:gd name="T29" fmla="*/ 20 h 42"/>
                <a:gd name="T30" fmla="*/ 22 w 26"/>
                <a:gd name="T31" fmla="*/ 7 h 42"/>
                <a:gd name="T32" fmla="*/ 22 w 26"/>
                <a:gd name="T33" fmla="*/ 7 h 42"/>
                <a:gd name="T34" fmla="*/ 20 w 26"/>
                <a:gd name="T35" fmla="*/ 3 h 42"/>
                <a:gd name="T36" fmla="*/ 16 w 26"/>
                <a:gd name="T37" fmla="*/ 0 h 42"/>
                <a:gd name="T38" fmla="*/ 13 w 26"/>
                <a:gd name="T39" fmla="*/ 0 h 42"/>
                <a:gd name="T40" fmla="*/ 9 w 26"/>
                <a:gd name="T41" fmla="*/ 0 h 42"/>
                <a:gd name="T42" fmla="*/ 5 w 26"/>
                <a:gd name="T43" fmla="*/ 1 h 42"/>
                <a:gd name="T44" fmla="*/ 2 w 26"/>
                <a:gd name="T45" fmla="*/ 4 h 42"/>
                <a:gd name="T46" fmla="*/ 0 w 26"/>
                <a:gd name="T47" fmla="*/ 8 h 42"/>
                <a:gd name="T48" fmla="*/ 2 w 26"/>
                <a:gd name="T4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42">
                  <a:moveTo>
                    <a:pt x="2" y="13"/>
                  </a:moveTo>
                  <a:lnTo>
                    <a:pt x="2" y="13"/>
                  </a:lnTo>
                  <a:lnTo>
                    <a:pt x="3" y="23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7"/>
                  </a:lnTo>
                  <a:lnTo>
                    <a:pt x="8" y="40"/>
                  </a:lnTo>
                  <a:lnTo>
                    <a:pt x="10" y="42"/>
                  </a:lnTo>
                  <a:lnTo>
                    <a:pt x="15" y="42"/>
                  </a:lnTo>
                  <a:lnTo>
                    <a:pt x="19" y="42"/>
                  </a:lnTo>
                  <a:lnTo>
                    <a:pt x="22" y="40"/>
                  </a:lnTo>
                  <a:lnTo>
                    <a:pt x="25" y="37"/>
                  </a:lnTo>
                  <a:lnTo>
                    <a:pt x="26" y="32"/>
                  </a:lnTo>
                  <a:lnTo>
                    <a:pt x="26" y="32"/>
                  </a:lnTo>
                  <a:lnTo>
                    <a:pt x="25" y="20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0" y="8"/>
                  </a:lnTo>
                  <a:lnTo>
                    <a:pt x="2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Freeform: Shape 130">
              <a:extLst>
                <a:ext uri="{FF2B5EF4-FFF2-40B4-BE49-F238E27FC236}">
                  <a16:creationId xmlns:a16="http://schemas.microsoft.com/office/drawing/2014/main" id="{99FD4E84-2E4A-4799-B2C3-86F66AA4D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351" y="3083394"/>
              <a:ext cx="44450" cy="114300"/>
            </a:xfrm>
            <a:custGeom>
              <a:avLst/>
              <a:gdLst>
                <a:gd name="T0" fmla="*/ 7 w 28"/>
                <a:gd name="T1" fmla="*/ 5 h 72"/>
                <a:gd name="T2" fmla="*/ 7 w 28"/>
                <a:gd name="T3" fmla="*/ 5 h 72"/>
                <a:gd name="T4" fmla="*/ 3 w 28"/>
                <a:gd name="T5" fmla="*/ 14 h 72"/>
                <a:gd name="T6" fmla="*/ 1 w 28"/>
                <a:gd name="T7" fmla="*/ 21 h 72"/>
                <a:gd name="T8" fmla="*/ 0 w 28"/>
                <a:gd name="T9" fmla="*/ 29 h 72"/>
                <a:gd name="T10" fmla="*/ 0 w 28"/>
                <a:gd name="T11" fmla="*/ 37 h 72"/>
                <a:gd name="T12" fmla="*/ 1 w 28"/>
                <a:gd name="T13" fmla="*/ 44 h 72"/>
                <a:gd name="T14" fmla="*/ 3 w 28"/>
                <a:gd name="T15" fmla="*/ 52 h 72"/>
                <a:gd name="T16" fmla="*/ 10 w 28"/>
                <a:gd name="T17" fmla="*/ 68 h 72"/>
                <a:gd name="T18" fmla="*/ 10 w 28"/>
                <a:gd name="T19" fmla="*/ 68 h 72"/>
                <a:gd name="T20" fmla="*/ 11 w 28"/>
                <a:gd name="T21" fmla="*/ 71 h 72"/>
                <a:gd name="T22" fmla="*/ 15 w 28"/>
                <a:gd name="T23" fmla="*/ 72 h 72"/>
                <a:gd name="T24" fmla="*/ 20 w 28"/>
                <a:gd name="T25" fmla="*/ 72 h 72"/>
                <a:gd name="T26" fmla="*/ 22 w 28"/>
                <a:gd name="T27" fmla="*/ 71 h 72"/>
                <a:gd name="T28" fmla="*/ 25 w 28"/>
                <a:gd name="T29" fmla="*/ 69 h 72"/>
                <a:gd name="T30" fmla="*/ 28 w 28"/>
                <a:gd name="T31" fmla="*/ 65 h 72"/>
                <a:gd name="T32" fmla="*/ 28 w 28"/>
                <a:gd name="T33" fmla="*/ 61 h 72"/>
                <a:gd name="T34" fmla="*/ 27 w 28"/>
                <a:gd name="T35" fmla="*/ 56 h 72"/>
                <a:gd name="T36" fmla="*/ 27 w 28"/>
                <a:gd name="T37" fmla="*/ 56 h 72"/>
                <a:gd name="T38" fmla="*/ 24 w 28"/>
                <a:gd name="T39" fmla="*/ 47 h 72"/>
                <a:gd name="T40" fmla="*/ 21 w 28"/>
                <a:gd name="T41" fmla="*/ 37 h 72"/>
                <a:gd name="T42" fmla="*/ 21 w 28"/>
                <a:gd name="T43" fmla="*/ 27 h 72"/>
                <a:gd name="T44" fmla="*/ 24 w 28"/>
                <a:gd name="T45" fmla="*/ 17 h 72"/>
                <a:gd name="T46" fmla="*/ 24 w 28"/>
                <a:gd name="T47" fmla="*/ 17 h 72"/>
                <a:gd name="T48" fmla="*/ 25 w 28"/>
                <a:gd name="T49" fmla="*/ 11 h 72"/>
                <a:gd name="T50" fmla="*/ 25 w 28"/>
                <a:gd name="T51" fmla="*/ 8 h 72"/>
                <a:gd name="T52" fmla="*/ 22 w 28"/>
                <a:gd name="T53" fmla="*/ 4 h 72"/>
                <a:gd name="T54" fmla="*/ 20 w 28"/>
                <a:gd name="T55" fmla="*/ 1 h 72"/>
                <a:gd name="T56" fmla="*/ 15 w 28"/>
                <a:gd name="T57" fmla="*/ 0 h 72"/>
                <a:gd name="T58" fmla="*/ 12 w 28"/>
                <a:gd name="T59" fmla="*/ 0 h 72"/>
                <a:gd name="T60" fmla="*/ 8 w 28"/>
                <a:gd name="T61" fmla="*/ 3 h 72"/>
                <a:gd name="T62" fmla="*/ 7 w 28"/>
                <a:gd name="T63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72">
                  <a:moveTo>
                    <a:pt x="7" y="5"/>
                  </a:moveTo>
                  <a:lnTo>
                    <a:pt x="7" y="5"/>
                  </a:lnTo>
                  <a:lnTo>
                    <a:pt x="3" y="14"/>
                  </a:lnTo>
                  <a:lnTo>
                    <a:pt x="1" y="21"/>
                  </a:lnTo>
                  <a:lnTo>
                    <a:pt x="0" y="29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2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1" y="71"/>
                  </a:lnTo>
                  <a:lnTo>
                    <a:pt x="15" y="72"/>
                  </a:lnTo>
                  <a:lnTo>
                    <a:pt x="20" y="72"/>
                  </a:lnTo>
                  <a:lnTo>
                    <a:pt x="22" y="71"/>
                  </a:lnTo>
                  <a:lnTo>
                    <a:pt x="25" y="69"/>
                  </a:lnTo>
                  <a:lnTo>
                    <a:pt x="28" y="65"/>
                  </a:lnTo>
                  <a:lnTo>
                    <a:pt x="28" y="61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4" y="47"/>
                  </a:lnTo>
                  <a:lnTo>
                    <a:pt x="21" y="37"/>
                  </a:lnTo>
                  <a:lnTo>
                    <a:pt x="21" y="2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5" y="11"/>
                  </a:lnTo>
                  <a:lnTo>
                    <a:pt x="25" y="8"/>
                  </a:lnTo>
                  <a:lnTo>
                    <a:pt x="22" y="4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3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2B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Freeform: Shape 131">
              <a:extLst>
                <a:ext uri="{FF2B5EF4-FFF2-40B4-BE49-F238E27FC236}">
                  <a16:creationId xmlns:a16="http://schemas.microsoft.com/office/drawing/2014/main" id="{87531793-7747-4BCD-86AC-21F4D3BC2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351" y="3083394"/>
              <a:ext cx="44450" cy="114300"/>
            </a:xfrm>
            <a:custGeom>
              <a:avLst/>
              <a:gdLst>
                <a:gd name="T0" fmla="*/ 7 w 28"/>
                <a:gd name="T1" fmla="*/ 5 h 72"/>
                <a:gd name="T2" fmla="*/ 7 w 28"/>
                <a:gd name="T3" fmla="*/ 5 h 72"/>
                <a:gd name="T4" fmla="*/ 3 w 28"/>
                <a:gd name="T5" fmla="*/ 14 h 72"/>
                <a:gd name="T6" fmla="*/ 1 w 28"/>
                <a:gd name="T7" fmla="*/ 21 h 72"/>
                <a:gd name="T8" fmla="*/ 0 w 28"/>
                <a:gd name="T9" fmla="*/ 29 h 72"/>
                <a:gd name="T10" fmla="*/ 0 w 28"/>
                <a:gd name="T11" fmla="*/ 37 h 72"/>
                <a:gd name="T12" fmla="*/ 1 w 28"/>
                <a:gd name="T13" fmla="*/ 44 h 72"/>
                <a:gd name="T14" fmla="*/ 3 w 28"/>
                <a:gd name="T15" fmla="*/ 52 h 72"/>
                <a:gd name="T16" fmla="*/ 10 w 28"/>
                <a:gd name="T17" fmla="*/ 68 h 72"/>
                <a:gd name="T18" fmla="*/ 10 w 28"/>
                <a:gd name="T19" fmla="*/ 68 h 72"/>
                <a:gd name="T20" fmla="*/ 11 w 28"/>
                <a:gd name="T21" fmla="*/ 71 h 72"/>
                <a:gd name="T22" fmla="*/ 15 w 28"/>
                <a:gd name="T23" fmla="*/ 72 h 72"/>
                <a:gd name="T24" fmla="*/ 20 w 28"/>
                <a:gd name="T25" fmla="*/ 72 h 72"/>
                <a:gd name="T26" fmla="*/ 22 w 28"/>
                <a:gd name="T27" fmla="*/ 71 h 72"/>
                <a:gd name="T28" fmla="*/ 25 w 28"/>
                <a:gd name="T29" fmla="*/ 69 h 72"/>
                <a:gd name="T30" fmla="*/ 28 w 28"/>
                <a:gd name="T31" fmla="*/ 65 h 72"/>
                <a:gd name="T32" fmla="*/ 28 w 28"/>
                <a:gd name="T33" fmla="*/ 61 h 72"/>
                <a:gd name="T34" fmla="*/ 27 w 28"/>
                <a:gd name="T35" fmla="*/ 56 h 72"/>
                <a:gd name="T36" fmla="*/ 27 w 28"/>
                <a:gd name="T37" fmla="*/ 56 h 72"/>
                <a:gd name="T38" fmla="*/ 24 w 28"/>
                <a:gd name="T39" fmla="*/ 47 h 72"/>
                <a:gd name="T40" fmla="*/ 21 w 28"/>
                <a:gd name="T41" fmla="*/ 37 h 72"/>
                <a:gd name="T42" fmla="*/ 21 w 28"/>
                <a:gd name="T43" fmla="*/ 27 h 72"/>
                <a:gd name="T44" fmla="*/ 24 w 28"/>
                <a:gd name="T45" fmla="*/ 17 h 72"/>
                <a:gd name="T46" fmla="*/ 24 w 28"/>
                <a:gd name="T47" fmla="*/ 17 h 72"/>
                <a:gd name="T48" fmla="*/ 25 w 28"/>
                <a:gd name="T49" fmla="*/ 11 h 72"/>
                <a:gd name="T50" fmla="*/ 25 w 28"/>
                <a:gd name="T51" fmla="*/ 8 h 72"/>
                <a:gd name="T52" fmla="*/ 22 w 28"/>
                <a:gd name="T53" fmla="*/ 4 h 72"/>
                <a:gd name="T54" fmla="*/ 20 w 28"/>
                <a:gd name="T55" fmla="*/ 1 h 72"/>
                <a:gd name="T56" fmla="*/ 15 w 28"/>
                <a:gd name="T57" fmla="*/ 0 h 72"/>
                <a:gd name="T58" fmla="*/ 12 w 28"/>
                <a:gd name="T59" fmla="*/ 0 h 72"/>
                <a:gd name="T60" fmla="*/ 8 w 28"/>
                <a:gd name="T61" fmla="*/ 3 h 72"/>
                <a:gd name="T62" fmla="*/ 7 w 28"/>
                <a:gd name="T63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72">
                  <a:moveTo>
                    <a:pt x="7" y="5"/>
                  </a:moveTo>
                  <a:lnTo>
                    <a:pt x="7" y="5"/>
                  </a:lnTo>
                  <a:lnTo>
                    <a:pt x="3" y="14"/>
                  </a:lnTo>
                  <a:lnTo>
                    <a:pt x="1" y="21"/>
                  </a:lnTo>
                  <a:lnTo>
                    <a:pt x="0" y="29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2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1" y="71"/>
                  </a:lnTo>
                  <a:lnTo>
                    <a:pt x="15" y="72"/>
                  </a:lnTo>
                  <a:lnTo>
                    <a:pt x="20" y="72"/>
                  </a:lnTo>
                  <a:lnTo>
                    <a:pt x="22" y="71"/>
                  </a:lnTo>
                  <a:lnTo>
                    <a:pt x="25" y="69"/>
                  </a:lnTo>
                  <a:lnTo>
                    <a:pt x="28" y="65"/>
                  </a:lnTo>
                  <a:lnTo>
                    <a:pt x="28" y="61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4" y="47"/>
                  </a:lnTo>
                  <a:lnTo>
                    <a:pt x="21" y="37"/>
                  </a:lnTo>
                  <a:lnTo>
                    <a:pt x="21" y="2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5" y="11"/>
                  </a:lnTo>
                  <a:lnTo>
                    <a:pt x="25" y="8"/>
                  </a:lnTo>
                  <a:lnTo>
                    <a:pt x="22" y="4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3"/>
                  </a:lnTo>
                  <a:lnTo>
                    <a:pt x="7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Freeform: Shape 132">
              <a:extLst>
                <a:ext uri="{FF2B5EF4-FFF2-40B4-BE49-F238E27FC236}">
                  <a16:creationId xmlns:a16="http://schemas.microsoft.com/office/drawing/2014/main" id="{56508EB0-7742-4DA4-BEB1-530930EAE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614" y="3094506"/>
              <a:ext cx="36513" cy="93663"/>
            </a:xfrm>
            <a:custGeom>
              <a:avLst/>
              <a:gdLst>
                <a:gd name="T0" fmla="*/ 0 w 23"/>
                <a:gd name="T1" fmla="*/ 10 h 59"/>
                <a:gd name="T2" fmla="*/ 0 w 23"/>
                <a:gd name="T3" fmla="*/ 10 h 59"/>
                <a:gd name="T4" fmla="*/ 0 w 23"/>
                <a:gd name="T5" fmla="*/ 31 h 59"/>
                <a:gd name="T6" fmla="*/ 3 w 23"/>
                <a:gd name="T7" fmla="*/ 52 h 59"/>
                <a:gd name="T8" fmla="*/ 3 w 23"/>
                <a:gd name="T9" fmla="*/ 52 h 59"/>
                <a:gd name="T10" fmla="*/ 4 w 23"/>
                <a:gd name="T11" fmla="*/ 57 h 59"/>
                <a:gd name="T12" fmla="*/ 7 w 23"/>
                <a:gd name="T13" fmla="*/ 59 h 59"/>
                <a:gd name="T14" fmla="*/ 11 w 23"/>
                <a:gd name="T15" fmla="*/ 59 h 59"/>
                <a:gd name="T16" fmla="*/ 14 w 23"/>
                <a:gd name="T17" fmla="*/ 59 h 59"/>
                <a:gd name="T18" fmla="*/ 18 w 23"/>
                <a:gd name="T19" fmla="*/ 58 h 59"/>
                <a:gd name="T20" fmla="*/ 21 w 23"/>
                <a:gd name="T21" fmla="*/ 55 h 59"/>
                <a:gd name="T22" fmla="*/ 23 w 23"/>
                <a:gd name="T23" fmla="*/ 51 h 59"/>
                <a:gd name="T24" fmla="*/ 23 w 23"/>
                <a:gd name="T25" fmla="*/ 47 h 59"/>
                <a:gd name="T26" fmla="*/ 23 w 23"/>
                <a:gd name="T27" fmla="*/ 47 h 59"/>
                <a:gd name="T28" fmla="*/ 21 w 23"/>
                <a:gd name="T29" fmla="*/ 28 h 59"/>
                <a:gd name="T30" fmla="*/ 21 w 23"/>
                <a:gd name="T31" fmla="*/ 10 h 59"/>
                <a:gd name="T32" fmla="*/ 21 w 23"/>
                <a:gd name="T33" fmla="*/ 10 h 59"/>
                <a:gd name="T34" fmla="*/ 20 w 23"/>
                <a:gd name="T35" fmla="*/ 5 h 59"/>
                <a:gd name="T36" fmla="*/ 17 w 23"/>
                <a:gd name="T37" fmla="*/ 1 h 59"/>
                <a:gd name="T38" fmla="*/ 14 w 23"/>
                <a:gd name="T39" fmla="*/ 0 h 59"/>
                <a:gd name="T40" fmla="*/ 10 w 23"/>
                <a:gd name="T41" fmla="*/ 0 h 59"/>
                <a:gd name="T42" fmla="*/ 6 w 23"/>
                <a:gd name="T43" fmla="*/ 0 h 59"/>
                <a:gd name="T44" fmla="*/ 3 w 23"/>
                <a:gd name="T45" fmla="*/ 1 h 59"/>
                <a:gd name="T46" fmla="*/ 0 w 23"/>
                <a:gd name="T47" fmla="*/ 5 h 59"/>
                <a:gd name="T48" fmla="*/ 0 w 23"/>
                <a:gd name="T49" fmla="*/ 1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9">
                  <a:moveTo>
                    <a:pt x="0" y="10"/>
                  </a:moveTo>
                  <a:lnTo>
                    <a:pt x="0" y="10"/>
                  </a:lnTo>
                  <a:lnTo>
                    <a:pt x="0" y="31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4" y="57"/>
                  </a:lnTo>
                  <a:lnTo>
                    <a:pt x="7" y="59"/>
                  </a:lnTo>
                  <a:lnTo>
                    <a:pt x="11" y="59"/>
                  </a:lnTo>
                  <a:lnTo>
                    <a:pt x="14" y="59"/>
                  </a:lnTo>
                  <a:lnTo>
                    <a:pt x="18" y="58"/>
                  </a:lnTo>
                  <a:lnTo>
                    <a:pt x="21" y="55"/>
                  </a:lnTo>
                  <a:lnTo>
                    <a:pt x="23" y="51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1" y="28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0" y="5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B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Freeform: Shape 133">
              <a:extLst>
                <a:ext uri="{FF2B5EF4-FFF2-40B4-BE49-F238E27FC236}">
                  <a16:creationId xmlns:a16="http://schemas.microsoft.com/office/drawing/2014/main" id="{8198D0BC-8EEA-43F4-AAC2-3FC5A5371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614" y="3094506"/>
              <a:ext cx="36513" cy="93663"/>
            </a:xfrm>
            <a:custGeom>
              <a:avLst/>
              <a:gdLst>
                <a:gd name="T0" fmla="*/ 0 w 23"/>
                <a:gd name="T1" fmla="*/ 10 h 59"/>
                <a:gd name="T2" fmla="*/ 0 w 23"/>
                <a:gd name="T3" fmla="*/ 10 h 59"/>
                <a:gd name="T4" fmla="*/ 0 w 23"/>
                <a:gd name="T5" fmla="*/ 31 h 59"/>
                <a:gd name="T6" fmla="*/ 3 w 23"/>
                <a:gd name="T7" fmla="*/ 52 h 59"/>
                <a:gd name="T8" fmla="*/ 3 w 23"/>
                <a:gd name="T9" fmla="*/ 52 h 59"/>
                <a:gd name="T10" fmla="*/ 4 w 23"/>
                <a:gd name="T11" fmla="*/ 57 h 59"/>
                <a:gd name="T12" fmla="*/ 7 w 23"/>
                <a:gd name="T13" fmla="*/ 59 h 59"/>
                <a:gd name="T14" fmla="*/ 11 w 23"/>
                <a:gd name="T15" fmla="*/ 59 h 59"/>
                <a:gd name="T16" fmla="*/ 14 w 23"/>
                <a:gd name="T17" fmla="*/ 59 h 59"/>
                <a:gd name="T18" fmla="*/ 18 w 23"/>
                <a:gd name="T19" fmla="*/ 58 h 59"/>
                <a:gd name="T20" fmla="*/ 21 w 23"/>
                <a:gd name="T21" fmla="*/ 55 h 59"/>
                <a:gd name="T22" fmla="*/ 23 w 23"/>
                <a:gd name="T23" fmla="*/ 51 h 59"/>
                <a:gd name="T24" fmla="*/ 23 w 23"/>
                <a:gd name="T25" fmla="*/ 47 h 59"/>
                <a:gd name="T26" fmla="*/ 23 w 23"/>
                <a:gd name="T27" fmla="*/ 47 h 59"/>
                <a:gd name="T28" fmla="*/ 21 w 23"/>
                <a:gd name="T29" fmla="*/ 28 h 59"/>
                <a:gd name="T30" fmla="*/ 21 w 23"/>
                <a:gd name="T31" fmla="*/ 10 h 59"/>
                <a:gd name="T32" fmla="*/ 21 w 23"/>
                <a:gd name="T33" fmla="*/ 10 h 59"/>
                <a:gd name="T34" fmla="*/ 20 w 23"/>
                <a:gd name="T35" fmla="*/ 5 h 59"/>
                <a:gd name="T36" fmla="*/ 17 w 23"/>
                <a:gd name="T37" fmla="*/ 1 h 59"/>
                <a:gd name="T38" fmla="*/ 14 w 23"/>
                <a:gd name="T39" fmla="*/ 0 h 59"/>
                <a:gd name="T40" fmla="*/ 10 w 23"/>
                <a:gd name="T41" fmla="*/ 0 h 59"/>
                <a:gd name="T42" fmla="*/ 6 w 23"/>
                <a:gd name="T43" fmla="*/ 0 h 59"/>
                <a:gd name="T44" fmla="*/ 3 w 23"/>
                <a:gd name="T45" fmla="*/ 1 h 59"/>
                <a:gd name="T46" fmla="*/ 0 w 23"/>
                <a:gd name="T47" fmla="*/ 5 h 59"/>
                <a:gd name="T48" fmla="*/ 0 w 23"/>
                <a:gd name="T49" fmla="*/ 1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9">
                  <a:moveTo>
                    <a:pt x="0" y="10"/>
                  </a:moveTo>
                  <a:lnTo>
                    <a:pt x="0" y="10"/>
                  </a:lnTo>
                  <a:lnTo>
                    <a:pt x="0" y="31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4" y="57"/>
                  </a:lnTo>
                  <a:lnTo>
                    <a:pt x="7" y="59"/>
                  </a:lnTo>
                  <a:lnTo>
                    <a:pt x="11" y="59"/>
                  </a:lnTo>
                  <a:lnTo>
                    <a:pt x="14" y="59"/>
                  </a:lnTo>
                  <a:lnTo>
                    <a:pt x="18" y="58"/>
                  </a:lnTo>
                  <a:lnTo>
                    <a:pt x="21" y="55"/>
                  </a:lnTo>
                  <a:lnTo>
                    <a:pt x="23" y="51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1" y="28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0" y="5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5"/>
                  </a:lnTo>
                  <a:lnTo>
                    <a:pt x="0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52" name="Group 134">
              <a:extLst>
                <a:ext uri="{FF2B5EF4-FFF2-40B4-BE49-F238E27FC236}">
                  <a16:creationId xmlns:a16="http://schemas.microsoft.com/office/drawing/2014/main" id="{861EAAB1-A929-496D-B362-F5D2FF1B667D}"/>
                </a:ext>
              </a:extLst>
            </p:cNvPr>
            <p:cNvGrpSpPr/>
            <p:nvPr/>
          </p:nvGrpSpPr>
          <p:grpSpPr>
            <a:xfrm rot="3637889">
              <a:off x="413261" y="3631486"/>
              <a:ext cx="1195961" cy="4167490"/>
              <a:chOff x="6755763" y="2421106"/>
              <a:chExt cx="2573637" cy="4397408"/>
            </a:xfrm>
          </p:grpSpPr>
          <p:sp>
            <p:nvSpPr>
              <p:cNvPr id="162" name="Freeform: Shape 145">
                <a:extLst>
                  <a:ext uri="{FF2B5EF4-FFF2-40B4-BE49-F238E27FC236}">
                    <a16:creationId xmlns:a16="http://schemas.microsoft.com/office/drawing/2014/main" id="{FEDA4501-5F9F-40AE-97A3-49DAEA2C9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5763" y="2640214"/>
                <a:ext cx="2573637" cy="4178300"/>
              </a:xfrm>
              <a:custGeom>
                <a:avLst/>
                <a:gdLst>
                  <a:gd name="T0" fmla="*/ 530 w 1237"/>
                  <a:gd name="T1" fmla="*/ 788 h 2632"/>
                  <a:gd name="T2" fmla="*/ 549 w 1237"/>
                  <a:gd name="T3" fmla="*/ 650 h 2632"/>
                  <a:gd name="T4" fmla="*/ 444 w 1237"/>
                  <a:gd name="T5" fmla="*/ 586 h 2632"/>
                  <a:gd name="T6" fmla="*/ 432 w 1237"/>
                  <a:gd name="T7" fmla="*/ 486 h 2632"/>
                  <a:gd name="T8" fmla="*/ 400 w 1237"/>
                  <a:gd name="T9" fmla="*/ 396 h 2632"/>
                  <a:gd name="T10" fmla="*/ 424 w 1237"/>
                  <a:gd name="T11" fmla="*/ 279 h 2632"/>
                  <a:gd name="T12" fmla="*/ 365 w 1237"/>
                  <a:gd name="T13" fmla="*/ 120 h 2632"/>
                  <a:gd name="T14" fmla="*/ 416 w 1237"/>
                  <a:gd name="T15" fmla="*/ 26 h 2632"/>
                  <a:gd name="T16" fmla="*/ 477 w 1237"/>
                  <a:gd name="T17" fmla="*/ 3 h 2632"/>
                  <a:gd name="T18" fmla="*/ 596 w 1237"/>
                  <a:gd name="T19" fmla="*/ 126 h 2632"/>
                  <a:gd name="T20" fmla="*/ 750 w 1237"/>
                  <a:gd name="T21" fmla="*/ 115 h 2632"/>
                  <a:gd name="T22" fmla="*/ 789 w 1237"/>
                  <a:gd name="T23" fmla="*/ 236 h 2632"/>
                  <a:gd name="T24" fmla="*/ 786 w 1237"/>
                  <a:gd name="T25" fmla="*/ 380 h 2632"/>
                  <a:gd name="T26" fmla="*/ 822 w 1237"/>
                  <a:gd name="T27" fmla="*/ 465 h 2632"/>
                  <a:gd name="T28" fmla="*/ 845 w 1237"/>
                  <a:gd name="T29" fmla="*/ 519 h 2632"/>
                  <a:gd name="T30" fmla="*/ 913 w 1237"/>
                  <a:gd name="T31" fmla="*/ 598 h 2632"/>
                  <a:gd name="T32" fmla="*/ 889 w 1237"/>
                  <a:gd name="T33" fmla="*/ 746 h 2632"/>
                  <a:gd name="T34" fmla="*/ 842 w 1237"/>
                  <a:gd name="T35" fmla="*/ 813 h 2632"/>
                  <a:gd name="T36" fmla="*/ 848 w 1237"/>
                  <a:gd name="T37" fmla="*/ 934 h 2632"/>
                  <a:gd name="T38" fmla="*/ 834 w 1237"/>
                  <a:gd name="T39" fmla="*/ 979 h 2632"/>
                  <a:gd name="T40" fmla="*/ 935 w 1237"/>
                  <a:gd name="T41" fmla="*/ 1074 h 2632"/>
                  <a:gd name="T42" fmla="*/ 922 w 1237"/>
                  <a:gd name="T43" fmla="*/ 1184 h 2632"/>
                  <a:gd name="T44" fmla="*/ 1039 w 1237"/>
                  <a:gd name="T45" fmla="*/ 1162 h 2632"/>
                  <a:gd name="T46" fmla="*/ 1119 w 1237"/>
                  <a:gd name="T47" fmla="*/ 1251 h 2632"/>
                  <a:gd name="T48" fmla="*/ 1154 w 1237"/>
                  <a:gd name="T49" fmla="*/ 1368 h 2632"/>
                  <a:gd name="T50" fmla="*/ 1237 w 1237"/>
                  <a:gd name="T51" fmla="*/ 1491 h 2632"/>
                  <a:gd name="T52" fmla="*/ 1162 w 1237"/>
                  <a:gd name="T53" fmla="*/ 1638 h 2632"/>
                  <a:gd name="T54" fmla="*/ 1174 w 1237"/>
                  <a:gd name="T55" fmla="*/ 1768 h 2632"/>
                  <a:gd name="T56" fmla="*/ 1231 w 1237"/>
                  <a:gd name="T57" fmla="*/ 1949 h 2632"/>
                  <a:gd name="T58" fmla="*/ 1154 w 1237"/>
                  <a:gd name="T59" fmla="*/ 2117 h 2632"/>
                  <a:gd name="T60" fmla="*/ 946 w 1237"/>
                  <a:gd name="T61" fmla="*/ 2181 h 2632"/>
                  <a:gd name="T62" fmla="*/ 1033 w 1237"/>
                  <a:gd name="T63" fmla="*/ 2273 h 2632"/>
                  <a:gd name="T64" fmla="*/ 1017 w 1237"/>
                  <a:gd name="T65" fmla="*/ 2381 h 2632"/>
                  <a:gd name="T66" fmla="*/ 922 w 1237"/>
                  <a:gd name="T67" fmla="*/ 2430 h 2632"/>
                  <a:gd name="T68" fmla="*/ 839 w 1237"/>
                  <a:gd name="T69" fmla="*/ 2417 h 2632"/>
                  <a:gd name="T70" fmla="*/ 778 w 1237"/>
                  <a:gd name="T71" fmla="*/ 2569 h 2632"/>
                  <a:gd name="T72" fmla="*/ 613 w 1237"/>
                  <a:gd name="T73" fmla="*/ 2632 h 2632"/>
                  <a:gd name="T74" fmla="*/ 469 w 1237"/>
                  <a:gd name="T75" fmla="*/ 2554 h 2632"/>
                  <a:gd name="T76" fmla="*/ 392 w 1237"/>
                  <a:gd name="T77" fmla="*/ 2402 h 2632"/>
                  <a:gd name="T78" fmla="*/ 315 w 1237"/>
                  <a:gd name="T79" fmla="*/ 2418 h 2632"/>
                  <a:gd name="T80" fmla="*/ 273 w 1237"/>
                  <a:gd name="T81" fmla="*/ 2307 h 2632"/>
                  <a:gd name="T82" fmla="*/ 205 w 1237"/>
                  <a:gd name="T83" fmla="*/ 2290 h 2632"/>
                  <a:gd name="T84" fmla="*/ 137 w 1237"/>
                  <a:gd name="T85" fmla="*/ 2171 h 2632"/>
                  <a:gd name="T86" fmla="*/ 175 w 1237"/>
                  <a:gd name="T87" fmla="*/ 2071 h 2632"/>
                  <a:gd name="T88" fmla="*/ 115 w 1237"/>
                  <a:gd name="T89" fmla="*/ 2032 h 2632"/>
                  <a:gd name="T90" fmla="*/ 9 w 1237"/>
                  <a:gd name="T91" fmla="*/ 1910 h 2632"/>
                  <a:gd name="T92" fmla="*/ 29 w 1237"/>
                  <a:gd name="T93" fmla="*/ 1747 h 2632"/>
                  <a:gd name="T94" fmla="*/ 222 w 1237"/>
                  <a:gd name="T95" fmla="*/ 1635 h 2632"/>
                  <a:gd name="T96" fmla="*/ 168 w 1237"/>
                  <a:gd name="T97" fmla="*/ 1534 h 2632"/>
                  <a:gd name="T98" fmla="*/ 187 w 1237"/>
                  <a:gd name="T99" fmla="*/ 1414 h 2632"/>
                  <a:gd name="T100" fmla="*/ 293 w 1237"/>
                  <a:gd name="T101" fmla="*/ 1338 h 2632"/>
                  <a:gd name="T102" fmla="*/ 395 w 1237"/>
                  <a:gd name="T103" fmla="*/ 1313 h 2632"/>
                  <a:gd name="T104" fmla="*/ 471 w 1237"/>
                  <a:gd name="T105" fmla="*/ 1245 h 2632"/>
                  <a:gd name="T106" fmla="*/ 513 w 1237"/>
                  <a:gd name="T107" fmla="*/ 1210 h 2632"/>
                  <a:gd name="T108" fmla="*/ 524 w 1237"/>
                  <a:gd name="T109" fmla="*/ 1091 h 2632"/>
                  <a:gd name="T110" fmla="*/ 599 w 1237"/>
                  <a:gd name="T111" fmla="*/ 1037 h 2632"/>
                  <a:gd name="T112" fmla="*/ 594 w 1237"/>
                  <a:gd name="T113" fmla="*/ 892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37" h="2632">
                    <a:moveTo>
                      <a:pt x="643" y="865"/>
                    </a:moveTo>
                    <a:lnTo>
                      <a:pt x="643" y="865"/>
                    </a:lnTo>
                    <a:lnTo>
                      <a:pt x="623" y="859"/>
                    </a:lnTo>
                    <a:lnTo>
                      <a:pt x="603" y="851"/>
                    </a:lnTo>
                    <a:lnTo>
                      <a:pt x="585" y="842"/>
                    </a:lnTo>
                    <a:lnTo>
                      <a:pt x="569" y="830"/>
                    </a:lnTo>
                    <a:lnTo>
                      <a:pt x="554" y="818"/>
                    </a:lnTo>
                    <a:lnTo>
                      <a:pt x="540" y="803"/>
                    </a:lnTo>
                    <a:lnTo>
                      <a:pt x="530" y="788"/>
                    </a:lnTo>
                    <a:lnTo>
                      <a:pt x="521" y="773"/>
                    </a:lnTo>
                    <a:lnTo>
                      <a:pt x="513" y="756"/>
                    </a:lnTo>
                    <a:lnTo>
                      <a:pt x="510" y="739"/>
                    </a:lnTo>
                    <a:lnTo>
                      <a:pt x="508" y="723"/>
                    </a:lnTo>
                    <a:lnTo>
                      <a:pt x="510" y="706"/>
                    </a:lnTo>
                    <a:lnTo>
                      <a:pt x="514" y="691"/>
                    </a:lnTo>
                    <a:lnTo>
                      <a:pt x="522" y="676"/>
                    </a:lnTo>
                    <a:lnTo>
                      <a:pt x="534" y="663"/>
                    </a:lnTo>
                    <a:lnTo>
                      <a:pt x="549" y="650"/>
                    </a:lnTo>
                    <a:lnTo>
                      <a:pt x="549" y="650"/>
                    </a:lnTo>
                    <a:lnTo>
                      <a:pt x="542" y="649"/>
                    </a:lnTo>
                    <a:lnTo>
                      <a:pt x="522" y="643"/>
                    </a:lnTo>
                    <a:lnTo>
                      <a:pt x="508" y="638"/>
                    </a:lnTo>
                    <a:lnTo>
                      <a:pt x="495" y="631"/>
                    </a:lnTo>
                    <a:lnTo>
                      <a:pt x="481" y="623"/>
                    </a:lnTo>
                    <a:lnTo>
                      <a:pt x="466" y="613"/>
                    </a:lnTo>
                    <a:lnTo>
                      <a:pt x="454" y="601"/>
                    </a:lnTo>
                    <a:lnTo>
                      <a:pt x="444" y="586"/>
                    </a:lnTo>
                    <a:lnTo>
                      <a:pt x="438" y="577"/>
                    </a:lnTo>
                    <a:lnTo>
                      <a:pt x="435" y="569"/>
                    </a:lnTo>
                    <a:lnTo>
                      <a:pt x="430" y="558"/>
                    </a:lnTo>
                    <a:lnTo>
                      <a:pt x="428" y="548"/>
                    </a:lnTo>
                    <a:lnTo>
                      <a:pt x="427" y="537"/>
                    </a:lnTo>
                    <a:lnTo>
                      <a:pt x="425" y="525"/>
                    </a:lnTo>
                    <a:lnTo>
                      <a:pt x="427" y="513"/>
                    </a:lnTo>
                    <a:lnTo>
                      <a:pt x="428" y="500"/>
                    </a:lnTo>
                    <a:lnTo>
                      <a:pt x="432" y="486"/>
                    </a:lnTo>
                    <a:lnTo>
                      <a:pt x="436" y="471"/>
                    </a:lnTo>
                    <a:lnTo>
                      <a:pt x="441" y="456"/>
                    </a:lnTo>
                    <a:lnTo>
                      <a:pt x="448" y="439"/>
                    </a:lnTo>
                    <a:lnTo>
                      <a:pt x="448" y="439"/>
                    </a:lnTo>
                    <a:lnTo>
                      <a:pt x="444" y="436"/>
                    </a:lnTo>
                    <a:lnTo>
                      <a:pt x="432" y="427"/>
                    </a:lnTo>
                    <a:lnTo>
                      <a:pt x="415" y="414"/>
                    </a:lnTo>
                    <a:lnTo>
                      <a:pt x="407" y="405"/>
                    </a:lnTo>
                    <a:lnTo>
                      <a:pt x="400" y="396"/>
                    </a:lnTo>
                    <a:lnTo>
                      <a:pt x="394" y="383"/>
                    </a:lnTo>
                    <a:lnTo>
                      <a:pt x="389" y="371"/>
                    </a:lnTo>
                    <a:lnTo>
                      <a:pt x="386" y="359"/>
                    </a:lnTo>
                    <a:lnTo>
                      <a:pt x="386" y="344"/>
                    </a:lnTo>
                    <a:lnTo>
                      <a:pt x="389" y="329"/>
                    </a:lnTo>
                    <a:lnTo>
                      <a:pt x="397" y="314"/>
                    </a:lnTo>
                    <a:lnTo>
                      <a:pt x="407" y="298"/>
                    </a:lnTo>
                    <a:lnTo>
                      <a:pt x="424" y="279"/>
                    </a:lnTo>
                    <a:lnTo>
                      <a:pt x="424" y="279"/>
                    </a:lnTo>
                    <a:lnTo>
                      <a:pt x="418" y="272"/>
                    </a:lnTo>
                    <a:lnTo>
                      <a:pt x="404" y="252"/>
                    </a:lnTo>
                    <a:lnTo>
                      <a:pt x="397" y="237"/>
                    </a:lnTo>
                    <a:lnTo>
                      <a:pt x="389" y="221"/>
                    </a:lnTo>
                    <a:lnTo>
                      <a:pt x="380" y="202"/>
                    </a:lnTo>
                    <a:lnTo>
                      <a:pt x="374" y="183"/>
                    </a:lnTo>
                    <a:lnTo>
                      <a:pt x="368" y="162"/>
                    </a:lnTo>
                    <a:lnTo>
                      <a:pt x="367" y="141"/>
                    </a:lnTo>
                    <a:lnTo>
                      <a:pt x="365" y="120"/>
                    </a:lnTo>
                    <a:lnTo>
                      <a:pt x="367" y="107"/>
                    </a:lnTo>
                    <a:lnTo>
                      <a:pt x="370" y="97"/>
                    </a:lnTo>
                    <a:lnTo>
                      <a:pt x="373" y="86"/>
                    </a:lnTo>
                    <a:lnTo>
                      <a:pt x="377" y="76"/>
                    </a:lnTo>
                    <a:lnTo>
                      <a:pt x="382" y="65"/>
                    </a:lnTo>
                    <a:lnTo>
                      <a:pt x="388" y="55"/>
                    </a:lnTo>
                    <a:lnTo>
                      <a:pt x="397" y="44"/>
                    </a:lnTo>
                    <a:lnTo>
                      <a:pt x="406" y="35"/>
                    </a:lnTo>
                    <a:lnTo>
                      <a:pt x="416" y="26"/>
                    </a:lnTo>
                    <a:lnTo>
                      <a:pt x="428" y="17"/>
                    </a:lnTo>
                    <a:lnTo>
                      <a:pt x="428" y="17"/>
                    </a:lnTo>
                    <a:lnTo>
                      <a:pt x="432" y="14"/>
                    </a:lnTo>
                    <a:lnTo>
                      <a:pt x="438" y="6"/>
                    </a:lnTo>
                    <a:lnTo>
                      <a:pt x="444" y="3"/>
                    </a:lnTo>
                    <a:lnTo>
                      <a:pt x="450" y="2"/>
                    </a:lnTo>
                    <a:lnTo>
                      <a:pt x="459" y="0"/>
                    </a:lnTo>
                    <a:lnTo>
                      <a:pt x="468" y="0"/>
                    </a:lnTo>
                    <a:lnTo>
                      <a:pt x="477" y="3"/>
                    </a:lnTo>
                    <a:lnTo>
                      <a:pt x="489" y="9"/>
                    </a:lnTo>
                    <a:lnTo>
                      <a:pt x="501" y="18"/>
                    </a:lnTo>
                    <a:lnTo>
                      <a:pt x="514" y="31"/>
                    </a:lnTo>
                    <a:lnTo>
                      <a:pt x="530" y="49"/>
                    </a:lnTo>
                    <a:lnTo>
                      <a:pt x="546" y="70"/>
                    </a:lnTo>
                    <a:lnTo>
                      <a:pt x="563" y="98"/>
                    </a:lnTo>
                    <a:lnTo>
                      <a:pt x="581" y="132"/>
                    </a:lnTo>
                    <a:lnTo>
                      <a:pt x="581" y="132"/>
                    </a:lnTo>
                    <a:lnTo>
                      <a:pt x="596" y="126"/>
                    </a:lnTo>
                    <a:lnTo>
                      <a:pt x="611" y="120"/>
                    </a:lnTo>
                    <a:lnTo>
                      <a:pt x="632" y="113"/>
                    </a:lnTo>
                    <a:lnTo>
                      <a:pt x="655" y="109"/>
                    </a:lnTo>
                    <a:lnTo>
                      <a:pt x="679" y="104"/>
                    </a:lnTo>
                    <a:lnTo>
                      <a:pt x="705" y="104"/>
                    </a:lnTo>
                    <a:lnTo>
                      <a:pt x="717" y="104"/>
                    </a:lnTo>
                    <a:lnTo>
                      <a:pt x="729" y="107"/>
                    </a:lnTo>
                    <a:lnTo>
                      <a:pt x="739" y="110"/>
                    </a:lnTo>
                    <a:lnTo>
                      <a:pt x="750" y="115"/>
                    </a:lnTo>
                    <a:lnTo>
                      <a:pt x="760" y="120"/>
                    </a:lnTo>
                    <a:lnTo>
                      <a:pt x="769" y="127"/>
                    </a:lnTo>
                    <a:lnTo>
                      <a:pt x="777" y="138"/>
                    </a:lnTo>
                    <a:lnTo>
                      <a:pt x="783" y="148"/>
                    </a:lnTo>
                    <a:lnTo>
                      <a:pt x="788" y="160"/>
                    </a:lnTo>
                    <a:lnTo>
                      <a:pt x="792" y="175"/>
                    </a:lnTo>
                    <a:lnTo>
                      <a:pt x="792" y="193"/>
                    </a:lnTo>
                    <a:lnTo>
                      <a:pt x="792" y="213"/>
                    </a:lnTo>
                    <a:lnTo>
                      <a:pt x="789" y="236"/>
                    </a:lnTo>
                    <a:lnTo>
                      <a:pt x="785" y="260"/>
                    </a:lnTo>
                    <a:lnTo>
                      <a:pt x="777" y="287"/>
                    </a:lnTo>
                    <a:lnTo>
                      <a:pt x="768" y="319"/>
                    </a:lnTo>
                    <a:lnTo>
                      <a:pt x="754" y="352"/>
                    </a:lnTo>
                    <a:lnTo>
                      <a:pt x="739" y="388"/>
                    </a:lnTo>
                    <a:lnTo>
                      <a:pt x="739" y="388"/>
                    </a:lnTo>
                    <a:lnTo>
                      <a:pt x="757" y="382"/>
                    </a:lnTo>
                    <a:lnTo>
                      <a:pt x="772" y="380"/>
                    </a:lnTo>
                    <a:lnTo>
                      <a:pt x="786" y="380"/>
                    </a:lnTo>
                    <a:lnTo>
                      <a:pt x="797" y="385"/>
                    </a:lnTo>
                    <a:lnTo>
                      <a:pt x="807" y="390"/>
                    </a:lnTo>
                    <a:lnTo>
                      <a:pt x="815" y="399"/>
                    </a:lnTo>
                    <a:lnTo>
                      <a:pt x="821" y="408"/>
                    </a:lnTo>
                    <a:lnTo>
                      <a:pt x="824" y="418"/>
                    </a:lnTo>
                    <a:lnTo>
                      <a:pt x="827" y="429"/>
                    </a:lnTo>
                    <a:lnTo>
                      <a:pt x="827" y="441"/>
                    </a:lnTo>
                    <a:lnTo>
                      <a:pt x="825" y="453"/>
                    </a:lnTo>
                    <a:lnTo>
                      <a:pt x="822" y="465"/>
                    </a:lnTo>
                    <a:lnTo>
                      <a:pt x="818" y="477"/>
                    </a:lnTo>
                    <a:lnTo>
                      <a:pt x="812" y="486"/>
                    </a:lnTo>
                    <a:lnTo>
                      <a:pt x="803" y="497"/>
                    </a:lnTo>
                    <a:lnTo>
                      <a:pt x="792" y="504"/>
                    </a:lnTo>
                    <a:lnTo>
                      <a:pt x="792" y="504"/>
                    </a:lnTo>
                    <a:lnTo>
                      <a:pt x="807" y="506"/>
                    </a:lnTo>
                    <a:lnTo>
                      <a:pt x="821" y="510"/>
                    </a:lnTo>
                    <a:lnTo>
                      <a:pt x="833" y="515"/>
                    </a:lnTo>
                    <a:lnTo>
                      <a:pt x="845" y="519"/>
                    </a:lnTo>
                    <a:lnTo>
                      <a:pt x="855" y="525"/>
                    </a:lnTo>
                    <a:lnTo>
                      <a:pt x="866" y="533"/>
                    </a:lnTo>
                    <a:lnTo>
                      <a:pt x="875" y="540"/>
                    </a:lnTo>
                    <a:lnTo>
                      <a:pt x="883" y="548"/>
                    </a:lnTo>
                    <a:lnTo>
                      <a:pt x="892" y="557"/>
                    </a:lnTo>
                    <a:lnTo>
                      <a:pt x="898" y="568"/>
                    </a:lnTo>
                    <a:lnTo>
                      <a:pt x="904" y="577"/>
                    </a:lnTo>
                    <a:lnTo>
                      <a:pt x="908" y="587"/>
                    </a:lnTo>
                    <a:lnTo>
                      <a:pt x="913" y="598"/>
                    </a:lnTo>
                    <a:lnTo>
                      <a:pt x="916" y="608"/>
                    </a:lnTo>
                    <a:lnTo>
                      <a:pt x="920" y="632"/>
                    </a:lnTo>
                    <a:lnTo>
                      <a:pt x="922" y="655"/>
                    </a:lnTo>
                    <a:lnTo>
                      <a:pt x="919" y="679"/>
                    </a:lnTo>
                    <a:lnTo>
                      <a:pt x="913" y="702"/>
                    </a:lnTo>
                    <a:lnTo>
                      <a:pt x="908" y="714"/>
                    </a:lnTo>
                    <a:lnTo>
                      <a:pt x="902" y="724"/>
                    </a:lnTo>
                    <a:lnTo>
                      <a:pt x="896" y="735"/>
                    </a:lnTo>
                    <a:lnTo>
                      <a:pt x="889" y="746"/>
                    </a:lnTo>
                    <a:lnTo>
                      <a:pt x="881" y="756"/>
                    </a:lnTo>
                    <a:lnTo>
                      <a:pt x="872" y="765"/>
                    </a:lnTo>
                    <a:lnTo>
                      <a:pt x="863" y="774"/>
                    </a:lnTo>
                    <a:lnTo>
                      <a:pt x="851" y="783"/>
                    </a:lnTo>
                    <a:lnTo>
                      <a:pt x="840" y="791"/>
                    </a:lnTo>
                    <a:lnTo>
                      <a:pt x="827" y="798"/>
                    </a:lnTo>
                    <a:lnTo>
                      <a:pt x="827" y="798"/>
                    </a:lnTo>
                    <a:lnTo>
                      <a:pt x="836" y="804"/>
                    </a:lnTo>
                    <a:lnTo>
                      <a:pt x="842" y="813"/>
                    </a:lnTo>
                    <a:lnTo>
                      <a:pt x="848" y="824"/>
                    </a:lnTo>
                    <a:lnTo>
                      <a:pt x="854" y="838"/>
                    </a:lnTo>
                    <a:lnTo>
                      <a:pt x="857" y="851"/>
                    </a:lnTo>
                    <a:lnTo>
                      <a:pt x="860" y="865"/>
                    </a:lnTo>
                    <a:lnTo>
                      <a:pt x="860" y="880"/>
                    </a:lnTo>
                    <a:lnTo>
                      <a:pt x="860" y="893"/>
                    </a:lnTo>
                    <a:lnTo>
                      <a:pt x="857" y="908"/>
                    </a:lnTo>
                    <a:lnTo>
                      <a:pt x="854" y="922"/>
                    </a:lnTo>
                    <a:lnTo>
                      <a:pt x="848" y="934"/>
                    </a:lnTo>
                    <a:lnTo>
                      <a:pt x="839" y="945"/>
                    </a:lnTo>
                    <a:lnTo>
                      <a:pt x="830" y="954"/>
                    </a:lnTo>
                    <a:lnTo>
                      <a:pt x="818" y="960"/>
                    </a:lnTo>
                    <a:lnTo>
                      <a:pt x="803" y="964"/>
                    </a:lnTo>
                    <a:lnTo>
                      <a:pt x="786" y="964"/>
                    </a:lnTo>
                    <a:lnTo>
                      <a:pt x="786" y="964"/>
                    </a:lnTo>
                    <a:lnTo>
                      <a:pt x="795" y="966"/>
                    </a:lnTo>
                    <a:lnTo>
                      <a:pt x="819" y="973"/>
                    </a:lnTo>
                    <a:lnTo>
                      <a:pt x="834" y="979"/>
                    </a:lnTo>
                    <a:lnTo>
                      <a:pt x="851" y="987"/>
                    </a:lnTo>
                    <a:lnTo>
                      <a:pt x="869" y="996"/>
                    </a:lnTo>
                    <a:lnTo>
                      <a:pt x="886" y="1006"/>
                    </a:lnTo>
                    <a:lnTo>
                      <a:pt x="901" y="1020"/>
                    </a:lnTo>
                    <a:lnTo>
                      <a:pt x="916" y="1035"/>
                    </a:lnTo>
                    <a:lnTo>
                      <a:pt x="922" y="1044"/>
                    </a:lnTo>
                    <a:lnTo>
                      <a:pt x="928" y="1053"/>
                    </a:lnTo>
                    <a:lnTo>
                      <a:pt x="932" y="1064"/>
                    </a:lnTo>
                    <a:lnTo>
                      <a:pt x="935" y="1074"/>
                    </a:lnTo>
                    <a:lnTo>
                      <a:pt x="938" y="1085"/>
                    </a:lnTo>
                    <a:lnTo>
                      <a:pt x="940" y="1097"/>
                    </a:lnTo>
                    <a:lnTo>
                      <a:pt x="941" y="1109"/>
                    </a:lnTo>
                    <a:lnTo>
                      <a:pt x="940" y="1123"/>
                    </a:lnTo>
                    <a:lnTo>
                      <a:pt x="938" y="1136"/>
                    </a:lnTo>
                    <a:lnTo>
                      <a:pt x="934" y="1151"/>
                    </a:lnTo>
                    <a:lnTo>
                      <a:pt x="929" y="1168"/>
                    </a:lnTo>
                    <a:lnTo>
                      <a:pt x="922" y="1184"/>
                    </a:lnTo>
                    <a:lnTo>
                      <a:pt x="922" y="1184"/>
                    </a:lnTo>
                    <a:lnTo>
                      <a:pt x="937" y="1177"/>
                    </a:lnTo>
                    <a:lnTo>
                      <a:pt x="952" y="1171"/>
                    </a:lnTo>
                    <a:lnTo>
                      <a:pt x="967" y="1166"/>
                    </a:lnTo>
                    <a:lnTo>
                      <a:pt x="981" y="1162"/>
                    </a:lnTo>
                    <a:lnTo>
                      <a:pt x="993" y="1160"/>
                    </a:lnTo>
                    <a:lnTo>
                      <a:pt x="1006" y="1159"/>
                    </a:lnTo>
                    <a:lnTo>
                      <a:pt x="1018" y="1159"/>
                    </a:lnTo>
                    <a:lnTo>
                      <a:pt x="1029" y="1160"/>
                    </a:lnTo>
                    <a:lnTo>
                      <a:pt x="1039" y="1162"/>
                    </a:lnTo>
                    <a:lnTo>
                      <a:pt x="1049" y="1165"/>
                    </a:lnTo>
                    <a:lnTo>
                      <a:pt x="1059" y="1169"/>
                    </a:lnTo>
                    <a:lnTo>
                      <a:pt x="1067" y="1174"/>
                    </a:lnTo>
                    <a:lnTo>
                      <a:pt x="1076" y="1178"/>
                    </a:lnTo>
                    <a:lnTo>
                      <a:pt x="1083" y="1184"/>
                    </a:lnTo>
                    <a:lnTo>
                      <a:pt x="1095" y="1198"/>
                    </a:lnTo>
                    <a:lnTo>
                      <a:pt x="1106" y="1215"/>
                    </a:lnTo>
                    <a:lnTo>
                      <a:pt x="1113" y="1233"/>
                    </a:lnTo>
                    <a:lnTo>
                      <a:pt x="1119" y="1251"/>
                    </a:lnTo>
                    <a:lnTo>
                      <a:pt x="1122" y="1270"/>
                    </a:lnTo>
                    <a:lnTo>
                      <a:pt x="1124" y="1289"/>
                    </a:lnTo>
                    <a:lnTo>
                      <a:pt x="1122" y="1308"/>
                    </a:lnTo>
                    <a:lnTo>
                      <a:pt x="1118" y="1326"/>
                    </a:lnTo>
                    <a:lnTo>
                      <a:pt x="1112" y="1343"/>
                    </a:lnTo>
                    <a:lnTo>
                      <a:pt x="1112" y="1343"/>
                    </a:lnTo>
                    <a:lnTo>
                      <a:pt x="1124" y="1350"/>
                    </a:lnTo>
                    <a:lnTo>
                      <a:pt x="1138" y="1358"/>
                    </a:lnTo>
                    <a:lnTo>
                      <a:pt x="1154" y="1368"/>
                    </a:lnTo>
                    <a:lnTo>
                      <a:pt x="1171" y="1382"/>
                    </a:lnTo>
                    <a:lnTo>
                      <a:pt x="1189" y="1399"/>
                    </a:lnTo>
                    <a:lnTo>
                      <a:pt x="1207" y="1418"/>
                    </a:lnTo>
                    <a:lnTo>
                      <a:pt x="1214" y="1429"/>
                    </a:lnTo>
                    <a:lnTo>
                      <a:pt x="1221" y="1439"/>
                    </a:lnTo>
                    <a:lnTo>
                      <a:pt x="1227" y="1451"/>
                    </a:lnTo>
                    <a:lnTo>
                      <a:pt x="1231" y="1463"/>
                    </a:lnTo>
                    <a:lnTo>
                      <a:pt x="1236" y="1477"/>
                    </a:lnTo>
                    <a:lnTo>
                      <a:pt x="1237" y="1491"/>
                    </a:lnTo>
                    <a:lnTo>
                      <a:pt x="1237" y="1504"/>
                    </a:lnTo>
                    <a:lnTo>
                      <a:pt x="1236" y="1519"/>
                    </a:lnTo>
                    <a:lnTo>
                      <a:pt x="1233" y="1534"/>
                    </a:lnTo>
                    <a:lnTo>
                      <a:pt x="1227" y="1551"/>
                    </a:lnTo>
                    <a:lnTo>
                      <a:pt x="1219" y="1568"/>
                    </a:lnTo>
                    <a:lnTo>
                      <a:pt x="1208" y="1584"/>
                    </a:lnTo>
                    <a:lnTo>
                      <a:pt x="1196" y="1602"/>
                    </a:lnTo>
                    <a:lnTo>
                      <a:pt x="1180" y="1619"/>
                    </a:lnTo>
                    <a:lnTo>
                      <a:pt x="1162" y="1638"/>
                    </a:lnTo>
                    <a:lnTo>
                      <a:pt x="1139" y="1657"/>
                    </a:lnTo>
                    <a:lnTo>
                      <a:pt x="1113" y="1676"/>
                    </a:lnTo>
                    <a:lnTo>
                      <a:pt x="1085" y="1696"/>
                    </a:lnTo>
                    <a:lnTo>
                      <a:pt x="1085" y="1696"/>
                    </a:lnTo>
                    <a:lnTo>
                      <a:pt x="1106" y="1708"/>
                    </a:lnTo>
                    <a:lnTo>
                      <a:pt x="1125" y="1721"/>
                    </a:lnTo>
                    <a:lnTo>
                      <a:pt x="1144" y="1737"/>
                    </a:lnTo>
                    <a:lnTo>
                      <a:pt x="1160" y="1752"/>
                    </a:lnTo>
                    <a:lnTo>
                      <a:pt x="1174" y="1768"/>
                    </a:lnTo>
                    <a:lnTo>
                      <a:pt x="1187" y="1786"/>
                    </a:lnTo>
                    <a:lnTo>
                      <a:pt x="1198" y="1806"/>
                    </a:lnTo>
                    <a:lnTo>
                      <a:pt x="1207" y="1826"/>
                    </a:lnTo>
                    <a:lnTo>
                      <a:pt x="1216" y="1845"/>
                    </a:lnTo>
                    <a:lnTo>
                      <a:pt x="1222" y="1865"/>
                    </a:lnTo>
                    <a:lnTo>
                      <a:pt x="1227" y="1886"/>
                    </a:lnTo>
                    <a:lnTo>
                      <a:pt x="1230" y="1907"/>
                    </a:lnTo>
                    <a:lnTo>
                      <a:pt x="1231" y="1928"/>
                    </a:lnTo>
                    <a:lnTo>
                      <a:pt x="1231" y="1949"/>
                    </a:lnTo>
                    <a:lnTo>
                      <a:pt x="1228" y="1970"/>
                    </a:lnTo>
                    <a:lnTo>
                      <a:pt x="1225" y="1991"/>
                    </a:lnTo>
                    <a:lnTo>
                      <a:pt x="1219" y="2011"/>
                    </a:lnTo>
                    <a:lnTo>
                      <a:pt x="1213" y="2031"/>
                    </a:lnTo>
                    <a:lnTo>
                      <a:pt x="1204" y="2050"/>
                    </a:lnTo>
                    <a:lnTo>
                      <a:pt x="1195" y="2068"/>
                    </a:lnTo>
                    <a:lnTo>
                      <a:pt x="1183" y="2085"/>
                    </a:lnTo>
                    <a:lnTo>
                      <a:pt x="1169" y="2102"/>
                    </a:lnTo>
                    <a:lnTo>
                      <a:pt x="1154" y="2117"/>
                    </a:lnTo>
                    <a:lnTo>
                      <a:pt x="1138" y="2130"/>
                    </a:lnTo>
                    <a:lnTo>
                      <a:pt x="1119" y="2142"/>
                    </a:lnTo>
                    <a:lnTo>
                      <a:pt x="1100" y="2154"/>
                    </a:lnTo>
                    <a:lnTo>
                      <a:pt x="1077" y="2163"/>
                    </a:lnTo>
                    <a:lnTo>
                      <a:pt x="1055" y="2171"/>
                    </a:lnTo>
                    <a:lnTo>
                      <a:pt x="1030" y="2177"/>
                    </a:lnTo>
                    <a:lnTo>
                      <a:pt x="1003" y="2180"/>
                    </a:lnTo>
                    <a:lnTo>
                      <a:pt x="976" y="2181"/>
                    </a:lnTo>
                    <a:lnTo>
                      <a:pt x="946" y="2181"/>
                    </a:lnTo>
                    <a:lnTo>
                      <a:pt x="946" y="2181"/>
                    </a:lnTo>
                    <a:lnTo>
                      <a:pt x="963" y="2191"/>
                    </a:lnTo>
                    <a:lnTo>
                      <a:pt x="978" y="2201"/>
                    </a:lnTo>
                    <a:lnTo>
                      <a:pt x="991" y="2212"/>
                    </a:lnTo>
                    <a:lnTo>
                      <a:pt x="1003" y="2224"/>
                    </a:lnTo>
                    <a:lnTo>
                      <a:pt x="1012" y="2236"/>
                    </a:lnTo>
                    <a:lnTo>
                      <a:pt x="1021" y="2248"/>
                    </a:lnTo>
                    <a:lnTo>
                      <a:pt x="1027" y="2260"/>
                    </a:lnTo>
                    <a:lnTo>
                      <a:pt x="1033" y="2273"/>
                    </a:lnTo>
                    <a:lnTo>
                      <a:pt x="1036" y="2286"/>
                    </a:lnTo>
                    <a:lnTo>
                      <a:pt x="1038" y="2299"/>
                    </a:lnTo>
                    <a:lnTo>
                      <a:pt x="1039" y="2311"/>
                    </a:lnTo>
                    <a:lnTo>
                      <a:pt x="1038" y="2323"/>
                    </a:lnTo>
                    <a:lnTo>
                      <a:pt x="1036" y="2337"/>
                    </a:lnTo>
                    <a:lnTo>
                      <a:pt x="1033" y="2347"/>
                    </a:lnTo>
                    <a:lnTo>
                      <a:pt x="1029" y="2359"/>
                    </a:lnTo>
                    <a:lnTo>
                      <a:pt x="1024" y="2370"/>
                    </a:lnTo>
                    <a:lnTo>
                      <a:pt x="1017" y="2381"/>
                    </a:lnTo>
                    <a:lnTo>
                      <a:pt x="1009" y="2390"/>
                    </a:lnTo>
                    <a:lnTo>
                      <a:pt x="1002" y="2399"/>
                    </a:lnTo>
                    <a:lnTo>
                      <a:pt x="993" y="2406"/>
                    </a:lnTo>
                    <a:lnTo>
                      <a:pt x="982" y="2414"/>
                    </a:lnTo>
                    <a:lnTo>
                      <a:pt x="972" y="2420"/>
                    </a:lnTo>
                    <a:lnTo>
                      <a:pt x="960" y="2424"/>
                    </a:lnTo>
                    <a:lnTo>
                      <a:pt x="947" y="2427"/>
                    </a:lnTo>
                    <a:lnTo>
                      <a:pt x="935" y="2430"/>
                    </a:lnTo>
                    <a:lnTo>
                      <a:pt x="922" y="2430"/>
                    </a:lnTo>
                    <a:lnTo>
                      <a:pt x="907" y="2430"/>
                    </a:lnTo>
                    <a:lnTo>
                      <a:pt x="893" y="2427"/>
                    </a:lnTo>
                    <a:lnTo>
                      <a:pt x="878" y="2423"/>
                    </a:lnTo>
                    <a:lnTo>
                      <a:pt x="863" y="2418"/>
                    </a:lnTo>
                    <a:lnTo>
                      <a:pt x="848" y="2409"/>
                    </a:lnTo>
                    <a:lnTo>
                      <a:pt x="833" y="2400"/>
                    </a:lnTo>
                    <a:lnTo>
                      <a:pt x="833" y="2400"/>
                    </a:lnTo>
                    <a:lnTo>
                      <a:pt x="836" y="2409"/>
                    </a:lnTo>
                    <a:lnTo>
                      <a:pt x="839" y="2417"/>
                    </a:lnTo>
                    <a:lnTo>
                      <a:pt x="842" y="2426"/>
                    </a:lnTo>
                    <a:lnTo>
                      <a:pt x="842" y="2435"/>
                    </a:lnTo>
                    <a:lnTo>
                      <a:pt x="842" y="2455"/>
                    </a:lnTo>
                    <a:lnTo>
                      <a:pt x="839" y="2474"/>
                    </a:lnTo>
                    <a:lnTo>
                      <a:pt x="831" y="2494"/>
                    </a:lnTo>
                    <a:lnTo>
                      <a:pt x="822" y="2513"/>
                    </a:lnTo>
                    <a:lnTo>
                      <a:pt x="810" y="2533"/>
                    </a:lnTo>
                    <a:lnTo>
                      <a:pt x="795" y="2551"/>
                    </a:lnTo>
                    <a:lnTo>
                      <a:pt x="778" y="2569"/>
                    </a:lnTo>
                    <a:lnTo>
                      <a:pt x="759" y="2586"/>
                    </a:lnTo>
                    <a:lnTo>
                      <a:pt x="738" y="2599"/>
                    </a:lnTo>
                    <a:lnTo>
                      <a:pt x="715" y="2611"/>
                    </a:lnTo>
                    <a:lnTo>
                      <a:pt x="691" y="2622"/>
                    </a:lnTo>
                    <a:lnTo>
                      <a:pt x="665" y="2628"/>
                    </a:lnTo>
                    <a:lnTo>
                      <a:pt x="640" y="2632"/>
                    </a:lnTo>
                    <a:lnTo>
                      <a:pt x="626" y="2632"/>
                    </a:lnTo>
                    <a:lnTo>
                      <a:pt x="613" y="2632"/>
                    </a:lnTo>
                    <a:lnTo>
                      <a:pt x="613" y="2632"/>
                    </a:lnTo>
                    <a:lnTo>
                      <a:pt x="599" y="2632"/>
                    </a:lnTo>
                    <a:lnTo>
                      <a:pt x="587" y="2629"/>
                    </a:lnTo>
                    <a:lnTo>
                      <a:pt x="573" y="2626"/>
                    </a:lnTo>
                    <a:lnTo>
                      <a:pt x="563" y="2623"/>
                    </a:lnTo>
                    <a:lnTo>
                      <a:pt x="540" y="2614"/>
                    </a:lnTo>
                    <a:lnTo>
                      <a:pt x="519" y="2602"/>
                    </a:lnTo>
                    <a:lnTo>
                      <a:pt x="501" y="2587"/>
                    </a:lnTo>
                    <a:lnTo>
                      <a:pt x="484" y="2572"/>
                    </a:lnTo>
                    <a:lnTo>
                      <a:pt x="469" y="2554"/>
                    </a:lnTo>
                    <a:lnTo>
                      <a:pt x="456" y="2536"/>
                    </a:lnTo>
                    <a:lnTo>
                      <a:pt x="444" y="2516"/>
                    </a:lnTo>
                    <a:lnTo>
                      <a:pt x="433" y="2497"/>
                    </a:lnTo>
                    <a:lnTo>
                      <a:pt x="424" y="2477"/>
                    </a:lnTo>
                    <a:lnTo>
                      <a:pt x="416" y="2458"/>
                    </a:lnTo>
                    <a:lnTo>
                      <a:pt x="406" y="2423"/>
                    </a:lnTo>
                    <a:lnTo>
                      <a:pt x="398" y="2394"/>
                    </a:lnTo>
                    <a:lnTo>
                      <a:pt x="398" y="2394"/>
                    </a:lnTo>
                    <a:lnTo>
                      <a:pt x="392" y="2402"/>
                    </a:lnTo>
                    <a:lnTo>
                      <a:pt x="385" y="2409"/>
                    </a:lnTo>
                    <a:lnTo>
                      <a:pt x="377" y="2414"/>
                    </a:lnTo>
                    <a:lnTo>
                      <a:pt x="370" y="2418"/>
                    </a:lnTo>
                    <a:lnTo>
                      <a:pt x="362" y="2421"/>
                    </a:lnTo>
                    <a:lnTo>
                      <a:pt x="355" y="2424"/>
                    </a:lnTo>
                    <a:lnTo>
                      <a:pt x="349" y="2426"/>
                    </a:lnTo>
                    <a:lnTo>
                      <a:pt x="341" y="2426"/>
                    </a:lnTo>
                    <a:lnTo>
                      <a:pt x="327" y="2424"/>
                    </a:lnTo>
                    <a:lnTo>
                      <a:pt x="315" y="2418"/>
                    </a:lnTo>
                    <a:lnTo>
                      <a:pt x="303" y="2411"/>
                    </a:lnTo>
                    <a:lnTo>
                      <a:pt x="293" y="2402"/>
                    </a:lnTo>
                    <a:lnTo>
                      <a:pt x="284" y="2390"/>
                    </a:lnTo>
                    <a:lnTo>
                      <a:pt x="278" y="2376"/>
                    </a:lnTo>
                    <a:lnTo>
                      <a:pt x="272" y="2362"/>
                    </a:lnTo>
                    <a:lnTo>
                      <a:pt x="269" y="2347"/>
                    </a:lnTo>
                    <a:lnTo>
                      <a:pt x="269" y="2334"/>
                    </a:lnTo>
                    <a:lnTo>
                      <a:pt x="270" y="2319"/>
                    </a:lnTo>
                    <a:lnTo>
                      <a:pt x="273" y="2307"/>
                    </a:lnTo>
                    <a:lnTo>
                      <a:pt x="281" y="2295"/>
                    </a:lnTo>
                    <a:lnTo>
                      <a:pt x="281" y="2295"/>
                    </a:lnTo>
                    <a:lnTo>
                      <a:pt x="269" y="2298"/>
                    </a:lnTo>
                    <a:lnTo>
                      <a:pt x="258" y="2299"/>
                    </a:lnTo>
                    <a:lnTo>
                      <a:pt x="246" y="2301"/>
                    </a:lnTo>
                    <a:lnTo>
                      <a:pt x="235" y="2299"/>
                    </a:lnTo>
                    <a:lnTo>
                      <a:pt x="225" y="2298"/>
                    </a:lnTo>
                    <a:lnTo>
                      <a:pt x="216" y="2295"/>
                    </a:lnTo>
                    <a:lnTo>
                      <a:pt x="205" y="2290"/>
                    </a:lnTo>
                    <a:lnTo>
                      <a:pt x="196" y="2286"/>
                    </a:lnTo>
                    <a:lnTo>
                      <a:pt x="189" y="2280"/>
                    </a:lnTo>
                    <a:lnTo>
                      <a:pt x="180" y="2272"/>
                    </a:lnTo>
                    <a:lnTo>
                      <a:pt x="172" y="2264"/>
                    </a:lnTo>
                    <a:lnTo>
                      <a:pt x="166" y="2255"/>
                    </a:lnTo>
                    <a:lnTo>
                      <a:pt x="154" y="2237"/>
                    </a:lnTo>
                    <a:lnTo>
                      <a:pt x="145" y="2216"/>
                    </a:lnTo>
                    <a:lnTo>
                      <a:pt x="140" y="2194"/>
                    </a:lnTo>
                    <a:lnTo>
                      <a:pt x="137" y="2171"/>
                    </a:lnTo>
                    <a:lnTo>
                      <a:pt x="137" y="2159"/>
                    </a:lnTo>
                    <a:lnTo>
                      <a:pt x="139" y="2147"/>
                    </a:lnTo>
                    <a:lnTo>
                      <a:pt x="140" y="2135"/>
                    </a:lnTo>
                    <a:lnTo>
                      <a:pt x="143" y="2124"/>
                    </a:lnTo>
                    <a:lnTo>
                      <a:pt x="148" y="2112"/>
                    </a:lnTo>
                    <a:lnTo>
                      <a:pt x="152" y="2102"/>
                    </a:lnTo>
                    <a:lnTo>
                      <a:pt x="160" y="2091"/>
                    </a:lnTo>
                    <a:lnTo>
                      <a:pt x="168" y="2082"/>
                    </a:lnTo>
                    <a:lnTo>
                      <a:pt x="175" y="2071"/>
                    </a:lnTo>
                    <a:lnTo>
                      <a:pt x="186" y="2064"/>
                    </a:lnTo>
                    <a:lnTo>
                      <a:pt x="196" y="2055"/>
                    </a:lnTo>
                    <a:lnTo>
                      <a:pt x="208" y="2049"/>
                    </a:lnTo>
                    <a:lnTo>
                      <a:pt x="208" y="2049"/>
                    </a:lnTo>
                    <a:lnTo>
                      <a:pt x="189" y="2049"/>
                    </a:lnTo>
                    <a:lnTo>
                      <a:pt x="169" y="2047"/>
                    </a:lnTo>
                    <a:lnTo>
                      <a:pt x="149" y="2044"/>
                    </a:lnTo>
                    <a:lnTo>
                      <a:pt x="131" y="2038"/>
                    </a:lnTo>
                    <a:lnTo>
                      <a:pt x="115" y="2032"/>
                    </a:lnTo>
                    <a:lnTo>
                      <a:pt x="98" y="2023"/>
                    </a:lnTo>
                    <a:lnTo>
                      <a:pt x="83" y="2013"/>
                    </a:lnTo>
                    <a:lnTo>
                      <a:pt x="68" y="2002"/>
                    </a:lnTo>
                    <a:lnTo>
                      <a:pt x="56" y="1988"/>
                    </a:lnTo>
                    <a:lnTo>
                      <a:pt x="44" y="1975"/>
                    </a:lnTo>
                    <a:lnTo>
                      <a:pt x="33" y="1960"/>
                    </a:lnTo>
                    <a:lnTo>
                      <a:pt x="23" y="1943"/>
                    </a:lnTo>
                    <a:lnTo>
                      <a:pt x="15" y="1928"/>
                    </a:lnTo>
                    <a:lnTo>
                      <a:pt x="9" y="1910"/>
                    </a:lnTo>
                    <a:lnTo>
                      <a:pt x="5" y="1892"/>
                    </a:lnTo>
                    <a:lnTo>
                      <a:pt x="2" y="1874"/>
                    </a:lnTo>
                    <a:lnTo>
                      <a:pt x="0" y="1856"/>
                    </a:lnTo>
                    <a:lnTo>
                      <a:pt x="0" y="1838"/>
                    </a:lnTo>
                    <a:lnTo>
                      <a:pt x="2" y="1819"/>
                    </a:lnTo>
                    <a:lnTo>
                      <a:pt x="5" y="1801"/>
                    </a:lnTo>
                    <a:lnTo>
                      <a:pt x="11" y="1783"/>
                    </a:lnTo>
                    <a:lnTo>
                      <a:pt x="18" y="1765"/>
                    </a:lnTo>
                    <a:lnTo>
                      <a:pt x="29" y="1747"/>
                    </a:lnTo>
                    <a:lnTo>
                      <a:pt x="41" y="1730"/>
                    </a:lnTo>
                    <a:lnTo>
                      <a:pt x="54" y="1715"/>
                    </a:lnTo>
                    <a:lnTo>
                      <a:pt x="71" y="1700"/>
                    </a:lnTo>
                    <a:lnTo>
                      <a:pt x="91" y="1687"/>
                    </a:lnTo>
                    <a:lnTo>
                      <a:pt x="112" y="1673"/>
                    </a:lnTo>
                    <a:lnTo>
                      <a:pt x="136" y="1663"/>
                    </a:lnTo>
                    <a:lnTo>
                      <a:pt x="161" y="1652"/>
                    </a:lnTo>
                    <a:lnTo>
                      <a:pt x="190" y="1643"/>
                    </a:lnTo>
                    <a:lnTo>
                      <a:pt x="222" y="1635"/>
                    </a:lnTo>
                    <a:lnTo>
                      <a:pt x="222" y="1635"/>
                    </a:lnTo>
                    <a:lnTo>
                      <a:pt x="211" y="1625"/>
                    </a:lnTo>
                    <a:lnTo>
                      <a:pt x="202" y="1613"/>
                    </a:lnTo>
                    <a:lnTo>
                      <a:pt x="193" y="1601"/>
                    </a:lnTo>
                    <a:lnTo>
                      <a:pt x="186" y="1589"/>
                    </a:lnTo>
                    <a:lnTo>
                      <a:pt x="180" y="1575"/>
                    </a:lnTo>
                    <a:lnTo>
                      <a:pt x="174" y="1562"/>
                    </a:lnTo>
                    <a:lnTo>
                      <a:pt x="171" y="1548"/>
                    </a:lnTo>
                    <a:lnTo>
                      <a:pt x="168" y="1534"/>
                    </a:lnTo>
                    <a:lnTo>
                      <a:pt x="164" y="1521"/>
                    </a:lnTo>
                    <a:lnTo>
                      <a:pt x="164" y="1507"/>
                    </a:lnTo>
                    <a:lnTo>
                      <a:pt x="164" y="1492"/>
                    </a:lnTo>
                    <a:lnTo>
                      <a:pt x="166" y="1479"/>
                    </a:lnTo>
                    <a:lnTo>
                      <a:pt x="168" y="1465"/>
                    </a:lnTo>
                    <a:lnTo>
                      <a:pt x="171" y="1451"/>
                    </a:lnTo>
                    <a:lnTo>
                      <a:pt x="175" y="1438"/>
                    </a:lnTo>
                    <a:lnTo>
                      <a:pt x="181" y="1426"/>
                    </a:lnTo>
                    <a:lnTo>
                      <a:pt x="187" y="1414"/>
                    </a:lnTo>
                    <a:lnTo>
                      <a:pt x="195" y="1402"/>
                    </a:lnTo>
                    <a:lnTo>
                      <a:pt x="204" y="1391"/>
                    </a:lnTo>
                    <a:lnTo>
                      <a:pt x="213" y="1381"/>
                    </a:lnTo>
                    <a:lnTo>
                      <a:pt x="223" y="1371"/>
                    </a:lnTo>
                    <a:lnTo>
                      <a:pt x="235" y="1362"/>
                    </a:lnTo>
                    <a:lnTo>
                      <a:pt x="247" y="1355"/>
                    </a:lnTo>
                    <a:lnTo>
                      <a:pt x="261" y="1347"/>
                    </a:lnTo>
                    <a:lnTo>
                      <a:pt x="276" y="1343"/>
                    </a:lnTo>
                    <a:lnTo>
                      <a:pt x="293" y="1338"/>
                    </a:lnTo>
                    <a:lnTo>
                      <a:pt x="309" y="1334"/>
                    </a:lnTo>
                    <a:lnTo>
                      <a:pt x="326" y="1332"/>
                    </a:lnTo>
                    <a:lnTo>
                      <a:pt x="344" y="1332"/>
                    </a:lnTo>
                    <a:lnTo>
                      <a:pt x="364" y="1332"/>
                    </a:lnTo>
                    <a:lnTo>
                      <a:pt x="385" y="1335"/>
                    </a:lnTo>
                    <a:lnTo>
                      <a:pt x="406" y="1338"/>
                    </a:lnTo>
                    <a:lnTo>
                      <a:pt x="406" y="1338"/>
                    </a:lnTo>
                    <a:lnTo>
                      <a:pt x="398" y="1325"/>
                    </a:lnTo>
                    <a:lnTo>
                      <a:pt x="395" y="1313"/>
                    </a:lnTo>
                    <a:lnTo>
                      <a:pt x="394" y="1301"/>
                    </a:lnTo>
                    <a:lnTo>
                      <a:pt x="397" y="1290"/>
                    </a:lnTo>
                    <a:lnTo>
                      <a:pt x="403" y="1281"/>
                    </a:lnTo>
                    <a:lnTo>
                      <a:pt x="410" y="1272"/>
                    </a:lnTo>
                    <a:lnTo>
                      <a:pt x="419" y="1264"/>
                    </a:lnTo>
                    <a:lnTo>
                      <a:pt x="432" y="1258"/>
                    </a:lnTo>
                    <a:lnTo>
                      <a:pt x="444" y="1254"/>
                    </a:lnTo>
                    <a:lnTo>
                      <a:pt x="457" y="1249"/>
                    </a:lnTo>
                    <a:lnTo>
                      <a:pt x="471" y="1245"/>
                    </a:lnTo>
                    <a:lnTo>
                      <a:pt x="484" y="1243"/>
                    </a:lnTo>
                    <a:lnTo>
                      <a:pt x="498" y="1242"/>
                    </a:lnTo>
                    <a:lnTo>
                      <a:pt x="510" y="1242"/>
                    </a:lnTo>
                    <a:lnTo>
                      <a:pt x="522" y="1243"/>
                    </a:lnTo>
                    <a:lnTo>
                      <a:pt x="533" y="1245"/>
                    </a:lnTo>
                    <a:lnTo>
                      <a:pt x="533" y="1245"/>
                    </a:lnTo>
                    <a:lnTo>
                      <a:pt x="528" y="1239"/>
                    </a:lnTo>
                    <a:lnTo>
                      <a:pt x="519" y="1222"/>
                    </a:lnTo>
                    <a:lnTo>
                      <a:pt x="513" y="1210"/>
                    </a:lnTo>
                    <a:lnTo>
                      <a:pt x="508" y="1197"/>
                    </a:lnTo>
                    <a:lnTo>
                      <a:pt x="504" y="1181"/>
                    </a:lnTo>
                    <a:lnTo>
                      <a:pt x="502" y="1166"/>
                    </a:lnTo>
                    <a:lnTo>
                      <a:pt x="501" y="1150"/>
                    </a:lnTo>
                    <a:lnTo>
                      <a:pt x="504" y="1133"/>
                    </a:lnTo>
                    <a:lnTo>
                      <a:pt x="508" y="1117"/>
                    </a:lnTo>
                    <a:lnTo>
                      <a:pt x="513" y="1108"/>
                    </a:lnTo>
                    <a:lnTo>
                      <a:pt x="518" y="1100"/>
                    </a:lnTo>
                    <a:lnTo>
                      <a:pt x="524" y="1091"/>
                    </a:lnTo>
                    <a:lnTo>
                      <a:pt x="531" y="1083"/>
                    </a:lnTo>
                    <a:lnTo>
                      <a:pt x="540" y="1076"/>
                    </a:lnTo>
                    <a:lnTo>
                      <a:pt x="549" y="1068"/>
                    </a:lnTo>
                    <a:lnTo>
                      <a:pt x="561" y="1061"/>
                    </a:lnTo>
                    <a:lnTo>
                      <a:pt x="573" y="1055"/>
                    </a:lnTo>
                    <a:lnTo>
                      <a:pt x="587" y="1049"/>
                    </a:lnTo>
                    <a:lnTo>
                      <a:pt x="602" y="1043"/>
                    </a:lnTo>
                    <a:lnTo>
                      <a:pt x="602" y="1043"/>
                    </a:lnTo>
                    <a:lnTo>
                      <a:pt x="599" y="1037"/>
                    </a:lnTo>
                    <a:lnTo>
                      <a:pt x="591" y="1019"/>
                    </a:lnTo>
                    <a:lnTo>
                      <a:pt x="584" y="994"/>
                    </a:lnTo>
                    <a:lnTo>
                      <a:pt x="581" y="979"/>
                    </a:lnTo>
                    <a:lnTo>
                      <a:pt x="578" y="964"/>
                    </a:lnTo>
                    <a:lnTo>
                      <a:pt x="578" y="949"/>
                    </a:lnTo>
                    <a:lnTo>
                      <a:pt x="578" y="934"/>
                    </a:lnTo>
                    <a:lnTo>
                      <a:pt x="581" y="919"/>
                    </a:lnTo>
                    <a:lnTo>
                      <a:pt x="587" y="904"/>
                    </a:lnTo>
                    <a:lnTo>
                      <a:pt x="594" y="892"/>
                    </a:lnTo>
                    <a:lnTo>
                      <a:pt x="600" y="886"/>
                    </a:lnTo>
                    <a:lnTo>
                      <a:pt x="607" y="880"/>
                    </a:lnTo>
                    <a:lnTo>
                      <a:pt x="614" y="875"/>
                    </a:lnTo>
                    <a:lnTo>
                      <a:pt x="623" y="871"/>
                    </a:lnTo>
                    <a:lnTo>
                      <a:pt x="632" y="868"/>
                    </a:lnTo>
                    <a:lnTo>
                      <a:pt x="643" y="865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Freeform: Shape 146">
                <a:extLst>
                  <a:ext uri="{FF2B5EF4-FFF2-40B4-BE49-F238E27FC236}">
                    <a16:creationId xmlns:a16="http://schemas.microsoft.com/office/drawing/2014/main" id="{FB730750-91EF-4623-AE7C-0298B3910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347" y="2421106"/>
                <a:ext cx="800184" cy="1020751"/>
              </a:xfrm>
              <a:custGeom>
                <a:avLst/>
                <a:gdLst>
                  <a:gd name="T0" fmla="*/ 76 w 552"/>
                  <a:gd name="T1" fmla="*/ 26 h 651"/>
                  <a:gd name="T2" fmla="*/ 76 w 552"/>
                  <a:gd name="T3" fmla="*/ 26 h 651"/>
                  <a:gd name="T4" fmla="*/ 40 w 552"/>
                  <a:gd name="T5" fmla="*/ 99 h 651"/>
                  <a:gd name="T6" fmla="*/ 0 w 552"/>
                  <a:gd name="T7" fmla="*/ 177 h 651"/>
                  <a:gd name="T8" fmla="*/ 0 w 552"/>
                  <a:gd name="T9" fmla="*/ 177 h 651"/>
                  <a:gd name="T10" fmla="*/ 0 w 552"/>
                  <a:gd name="T11" fmla="*/ 178 h 651"/>
                  <a:gd name="T12" fmla="*/ 1 w 552"/>
                  <a:gd name="T13" fmla="*/ 178 h 651"/>
                  <a:gd name="T14" fmla="*/ 10 w 552"/>
                  <a:gd name="T15" fmla="*/ 180 h 651"/>
                  <a:gd name="T16" fmla="*/ 40 w 552"/>
                  <a:gd name="T17" fmla="*/ 180 h 651"/>
                  <a:gd name="T18" fmla="*/ 85 w 552"/>
                  <a:gd name="T19" fmla="*/ 177 h 651"/>
                  <a:gd name="T20" fmla="*/ 85 w 552"/>
                  <a:gd name="T21" fmla="*/ 177 h 651"/>
                  <a:gd name="T22" fmla="*/ 67 w 552"/>
                  <a:gd name="T23" fmla="*/ 251 h 651"/>
                  <a:gd name="T24" fmla="*/ 54 w 552"/>
                  <a:gd name="T25" fmla="*/ 307 h 651"/>
                  <a:gd name="T26" fmla="*/ 46 w 552"/>
                  <a:gd name="T27" fmla="*/ 344 h 651"/>
                  <a:gd name="T28" fmla="*/ 46 w 552"/>
                  <a:gd name="T29" fmla="*/ 344 h 651"/>
                  <a:gd name="T30" fmla="*/ 79 w 552"/>
                  <a:gd name="T31" fmla="*/ 323 h 651"/>
                  <a:gd name="T32" fmla="*/ 111 w 552"/>
                  <a:gd name="T33" fmla="*/ 305 h 651"/>
                  <a:gd name="T34" fmla="*/ 126 w 552"/>
                  <a:gd name="T35" fmla="*/ 298 h 651"/>
                  <a:gd name="T36" fmla="*/ 140 w 552"/>
                  <a:gd name="T37" fmla="*/ 292 h 651"/>
                  <a:gd name="T38" fmla="*/ 140 w 552"/>
                  <a:gd name="T39" fmla="*/ 292 h 651"/>
                  <a:gd name="T40" fmla="*/ 211 w 552"/>
                  <a:gd name="T41" fmla="*/ 450 h 651"/>
                  <a:gd name="T42" fmla="*/ 267 w 552"/>
                  <a:gd name="T43" fmla="*/ 571 h 651"/>
                  <a:gd name="T44" fmla="*/ 291 w 552"/>
                  <a:gd name="T45" fmla="*/ 619 h 651"/>
                  <a:gd name="T46" fmla="*/ 309 w 552"/>
                  <a:gd name="T47" fmla="*/ 651 h 651"/>
                  <a:gd name="T48" fmla="*/ 309 w 552"/>
                  <a:gd name="T49" fmla="*/ 651 h 651"/>
                  <a:gd name="T50" fmla="*/ 331 w 552"/>
                  <a:gd name="T51" fmla="*/ 593 h 651"/>
                  <a:gd name="T52" fmla="*/ 381 w 552"/>
                  <a:gd name="T53" fmla="*/ 462 h 651"/>
                  <a:gd name="T54" fmla="*/ 407 w 552"/>
                  <a:gd name="T55" fmla="*/ 391 h 651"/>
                  <a:gd name="T56" fmla="*/ 429 w 552"/>
                  <a:gd name="T57" fmla="*/ 328 h 651"/>
                  <a:gd name="T58" fmla="*/ 443 w 552"/>
                  <a:gd name="T59" fmla="*/ 280 h 651"/>
                  <a:gd name="T60" fmla="*/ 448 w 552"/>
                  <a:gd name="T61" fmla="*/ 263 h 651"/>
                  <a:gd name="T62" fmla="*/ 448 w 552"/>
                  <a:gd name="T63" fmla="*/ 254 h 651"/>
                  <a:gd name="T64" fmla="*/ 448 w 552"/>
                  <a:gd name="T65" fmla="*/ 254 h 651"/>
                  <a:gd name="T66" fmla="*/ 470 w 552"/>
                  <a:gd name="T67" fmla="*/ 263 h 651"/>
                  <a:gd name="T68" fmla="*/ 508 w 552"/>
                  <a:gd name="T69" fmla="*/ 273 h 651"/>
                  <a:gd name="T70" fmla="*/ 508 w 552"/>
                  <a:gd name="T71" fmla="*/ 273 h 651"/>
                  <a:gd name="T72" fmla="*/ 509 w 552"/>
                  <a:gd name="T73" fmla="*/ 273 h 651"/>
                  <a:gd name="T74" fmla="*/ 509 w 552"/>
                  <a:gd name="T75" fmla="*/ 273 h 651"/>
                  <a:gd name="T76" fmla="*/ 509 w 552"/>
                  <a:gd name="T77" fmla="*/ 269 h 651"/>
                  <a:gd name="T78" fmla="*/ 506 w 552"/>
                  <a:gd name="T79" fmla="*/ 252 h 651"/>
                  <a:gd name="T80" fmla="*/ 497 w 552"/>
                  <a:gd name="T81" fmla="*/ 230 h 651"/>
                  <a:gd name="T82" fmla="*/ 485 w 552"/>
                  <a:gd name="T83" fmla="*/ 203 h 651"/>
                  <a:gd name="T84" fmla="*/ 461 w 552"/>
                  <a:gd name="T85" fmla="*/ 151 h 651"/>
                  <a:gd name="T86" fmla="*/ 451 w 552"/>
                  <a:gd name="T87" fmla="*/ 127 h 651"/>
                  <a:gd name="T88" fmla="*/ 451 w 552"/>
                  <a:gd name="T89" fmla="*/ 127 h 651"/>
                  <a:gd name="T90" fmla="*/ 491 w 552"/>
                  <a:gd name="T91" fmla="*/ 130 h 651"/>
                  <a:gd name="T92" fmla="*/ 525 w 552"/>
                  <a:gd name="T93" fmla="*/ 130 h 651"/>
                  <a:gd name="T94" fmla="*/ 540 w 552"/>
                  <a:gd name="T95" fmla="*/ 129 h 651"/>
                  <a:gd name="T96" fmla="*/ 552 w 552"/>
                  <a:gd name="T97" fmla="*/ 127 h 651"/>
                  <a:gd name="T98" fmla="*/ 478 w 552"/>
                  <a:gd name="T99" fmla="*/ 0 h 651"/>
                  <a:gd name="T100" fmla="*/ 478 w 552"/>
                  <a:gd name="T101" fmla="*/ 0 h 651"/>
                  <a:gd name="T102" fmla="*/ 306 w 552"/>
                  <a:gd name="T103" fmla="*/ 8 h 651"/>
                  <a:gd name="T104" fmla="*/ 171 w 552"/>
                  <a:gd name="T105" fmla="*/ 17 h 651"/>
                  <a:gd name="T106" fmla="*/ 116 w 552"/>
                  <a:gd name="T107" fmla="*/ 22 h 651"/>
                  <a:gd name="T108" fmla="*/ 76 w 552"/>
                  <a:gd name="T109" fmla="*/ 26 h 651"/>
                  <a:gd name="connsiteX0" fmla="*/ 2101 w 10000"/>
                  <a:gd name="connsiteY0" fmla="*/ 338 h 10000"/>
                  <a:gd name="connsiteX1" fmla="*/ 1377 w 10000"/>
                  <a:gd name="connsiteY1" fmla="*/ 399 h 10000"/>
                  <a:gd name="connsiteX2" fmla="*/ 725 w 10000"/>
                  <a:gd name="connsiteY2" fmla="*/ 1521 h 10000"/>
                  <a:gd name="connsiteX3" fmla="*/ 0 w 10000"/>
                  <a:gd name="connsiteY3" fmla="*/ 2719 h 10000"/>
                  <a:gd name="connsiteX4" fmla="*/ 0 w 10000"/>
                  <a:gd name="connsiteY4" fmla="*/ 2719 h 10000"/>
                  <a:gd name="connsiteX5" fmla="*/ 0 w 10000"/>
                  <a:gd name="connsiteY5" fmla="*/ 2734 h 10000"/>
                  <a:gd name="connsiteX6" fmla="*/ 18 w 10000"/>
                  <a:gd name="connsiteY6" fmla="*/ 2734 h 10000"/>
                  <a:gd name="connsiteX7" fmla="*/ 181 w 10000"/>
                  <a:gd name="connsiteY7" fmla="*/ 2765 h 10000"/>
                  <a:gd name="connsiteX8" fmla="*/ 725 w 10000"/>
                  <a:gd name="connsiteY8" fmla="*/ 2765 h 10000"/>
                  <a:gd name="connsiteX9" fmla="*/ 1540 w 10000"/>
                  <a:gd name="connsiteY9" fmla="*/ 2719 h 10000"/>
                  <a:gd name="connsiteX10" fmla="*/ 1540 w 10000"/>
                  <a:gd name="connsiteY10" fmla="*/ 2719 h 10000"/>
                  <a:gd name="connsiteX11" fmla="*/ 1214 w 10000"/>
                  <a:gd name="connsiteY11" fmla="*/ 3856 h 10000"/>
                  <a:gd name="connsiteX12" fmla="*/ 978 w 10000"/>
                  <a:gd name="connsiteY12" fmla="*/ 4716 h 10000"/>
                  <a:gd name="connsiteX13" fmla="*/ 833 w 10000"/>
                  <a:gd name="connsiteY13" fmla="*/ 5284 h 10000"/>
                  <a:gd name="connsiteX14" fmla="*/ 833 w 10000"/>
                  <a:gd name="connsiteY14" fmla="*/ 5284 h 10000"/>
                  <a:gd name="connsiteX15" fmla="*/ 1431 w 10000"/>
                  <a:gd name="connsiteY15" fmla="*/ 4962 h 10000"/>
                  <a:gd name="connsiteX16" fmla="*/ 2011 w 10000"/>
                  <a:gd name="connsiteY16" fmla="*/ 4685 h 10000"/>
                  <a:gd name="connsiteX17" fmla="*/ 2283 w 10000"/>
                  <a:gd name="connsiteY17" fmla="*/ 4578 h 10000"/>
                  <a:gd name="connsiteX18" fmla="*/ 2536 w 10000"/>
                  <a:gd name="connsiteY18" fmla="*/ 4485 h 10000"/>
                  <a:gd name="connsiteX19" fmla="*/ 2536 w 10000"/>
                  <a:gd name="connsiteY19" fmla="*/ 4485 h 10000"/>
                  <a:gd name="connsiteX20" fmla="*/ 3822 w 10000"/>
                  <a:gd name="connsiteY20" fmla="*/ 6912 h 10000"/>
                  <a:gd name="connsiteX21" fmla="*/ 4837 w 10000"/>
                  <a:gd name="connsiteY21" fmla="*/ 8771 h 10000"/>
                  <a:gd name="connsiteX22" fmla="*/ 5272 w 10000"/>
                  <a:gd name="connsiteY22" fmla="*/ 9508 h 10000"/>
                  <a:gd name="connsiteX23" fmla="*/ 5598 w 10000"/>
                  <a:gd name="connsiteY23" fmla="*/ 10000 h 10000"/>
                  <a:gd name="connsiteX24" fmla="*/ 5598 w 10000"/>
                  <a:gd name="connsiteY24" fmla="*/ 10000 h 10000"/>
                  <a:gd name="connsiteX25" fmla="*/ 5996 w 10000"/>
                  <a:gd name="connsiteY25" fmla="*/ 9109 h 10000"/>
                  <a:gd name="connsiteX26" fmla="*/ 6902 w 10000"/>
                  <a:gd name="connsiteY26" fmla="*/ 7097 h 10000"/>
                  <a:gd name="connsiteX27" fmla="*/ 7373 w 10000"/>
                  <a:gd name="connsiteY27" fmla="*/ 6006 h 10000"/>
                  <a:gd name="connsiteX28" fmla="*/ 7772 w 10000"/>
                  <a:gd name="connsiteY28" fmla="*/ 5038 h 10000"/>
                  <a:gd name="connsiteX29" fmla="*/ 8025 w 10000"/>
                  <a:gd name="connsiteY29" fmla="*/ 4301 h 10000"/>
                  <a:gd name="connsiteX30" fmla="*/ 8116 w 10000"/>
                  <a:gd name="connsiteY30" fmla="*/ 4040 h 10000"/>
                  <a:gd name="connsiteX31" fmla="*/ 8116 w 10000"/>
                  <a:gd name="connsiteY31" fmla="*/ 3902 h 10000"/>
                  <a:gd name="connsiteX32" fmla="*/ 8116 w 10000"/>
                  <a:gd name="connsiteY32" fmla="*/ 3902 h 10000"/>
                  <a:gd name="connsiteX33" fmla="*/ 8514 w 10000"/>
                  <a:gd name="connsiteY33" fmla="*/ 4040 h 10000"/>
                  <a:gd name="connsiteX34" fmla="*/ 9203 w 10000"/>
                  <a:gd name="connsiteY34" fmla="*/ 4194 h 10000"/>
                  <a:gd name="connsiteX35" fmla="*/ 9203 w 10000"/>
                  <a:gd name="connsiteY35" fmla="*/ 4194 h 10000"/>
                  <a:gd name="connsiteX36" fmla="*/ 9221 w 10000"/>
                  <a:gd name="connsiteY36" fmla="*/ 4194 h 10000"/>
                  <a:gd name="connsiteX37" fmla="*/ 9221 w 10000"/>
                  <a:gd name="connsiteY37" fmla="*/ 4194 h 10000"/>
                  <a:gd name="connsiteX38" fmla="*/ 9221 w 10000"/>
                  <a:gd name="connsiteY38" fmla="*/ 4132 h 10000"/>
                  <a:gd name="connsiteX39" fmla="*/ 9167 w 10000"/>
                  <a:gd name="connsiteY39" fmla="*/ 3871 h 10000"/>
                  <a:gd name="connsiteX40" fmla="*/ 9004 w 10000"/>
                  <a:gd name="connsiteY40" fmla="*/ 3533 h 10000"/>
                  <a:gd name="connsiteX41" fmla="*/ 8786 w 10000"/>
                  <a:gd name="connsiteY41" fmla="*/ 3118 h 10000"/>
                  <a:gd name="connsiteX42" fmla="*/ 8351 w 10000"/>
                  <a:gd name="connsiteY42" fmla="*/ 2320 h 10000"/>
                  <a:gd name="connsiteX43" fmla="*/ 8170 w 10000"/>
                  <a:gd name="connsiteY43" fmla="*/ 1951 h 10000"/>
                  <a:gd name="connsiteX44" fmla="*/ 8170 w 10000"/>
                  <a:gd name="connsiteY44" fmla="*/ 1951 h 10000"/>
                  <a:gd name="connsiteX45" fmla="*/ 8895 w 10000"/>
                  <a:gd name="connsiteY45" fmla="*/ 1997 h 10000"/>
                  <a:gd name="connsiteX46" fmla="*/ 9511 w 10000"/>
                  <a:gd name="connsiteY46" fmla="*/ 1997 h 10000"/>
                  <a:gd name="connsiteX47" fmla="*/ 9783 w 10000"/>
                  <a:gd name="connsiteY47" fmla="*/ 1982 h 10000"/>
                  <a:gd name="connsiteX48" fmla="*/ 10000 w 10000"/>
                  <a:gd name="connsiteY48" fmla="*/ 1951 h 10000"/>
                  <a:gd name="connsiteX49" fmla="*/ 8659 w 10000"/>
                  <a:gd name="connsiteY49" fmla="*/ 0 h 10000"/>
                  <a:gd name="connsiteX50" fmla="*/ 8659 w 10000"/>
                  <a:gd name="connsiteY50" fmla="*/ 0 h 10000"/>
                  <a:gd name="connsiteX51" fmla="*/ 5543 w 10000"/>
                  <a:gd name="connsiteY51" fmla="*/ 123 h 10000"/>
                  <a:gd name="connsiteX52" fmla="*/ 3098 w 10000"/>
                  <a:gd name="connsiteY52" fmla="*/ 261 h 10000"/>
                  <a:gd name="connsiteX53" fmla="*/ 2101 w 10000"/>
                  <a:gd name="connsiteY53" fmla="*/ 338 h 10000"/>
                  <a:gd name="connsiteX0" fmla="*/ 2101 w 10000"/>
                  <a:gd name="connsiteY0" fmla="*/ 338 h 10000"/>
                  <a:gd name="connsiteX1" fmla="*/ 725 w 10000"/>
                  <a:gd name="connsiteY1" fmla="*/ 1521 h 10000"/>
                  <a:gd name="connsiteX2" fmla="*/ 0 w 10000"/>
                  <a:gd name="connsiteY2" fmla="*/ 2719 h 10000"/>
                  <a:gd name="connsiteX3" fmla="*/ 0 w 10000"/>
                  <a:gd name="connsiteY3" fmla="*/ 2719 h 10000"/>
                  <a:gd name="connsiteX4" fmla="*/ 0 w 10000"/>
                  <a:gd name="connsiteY4" fmla="*/ 2734 h 10000"/>
                  <a:gd name="connsiteX5" fmla="*/ 18 w 10000"/>
                  <a:gd name="connsiteY5" fmla="*/ 2734 h 10000"/>
                  <a:gd name="connsiteX6" fmla="*/ 181 w 10000"/>
                  <a:gd name="connsiteY6" fmla="*/ 2765 h 10000"/>
                  <a:gd name="connsiteX7" fmla="*/ 725 w 10000"/>
                  <a:gd name="connsiteY7" fmla="*/ 2765 h 10000"/>
                  <a:gd name="connsiteX8" fmla="*/ 1540 w 10000"/>
                  <a:gd name="connsiteY8" fmla="*/ 2719 h 10000"/>
                  <a:gd name="connsiteX9" fmla="*/ 1540 w 10000"/>
                  <a:gd name="connsiteY9" fmla="*/ 2719 h 10000"/>
                  <a:gd name="connsiteX10" fmla="*/ 1214 w 10000"/>
                  <a:gd name="connsiteY10" fmla="*/ 3856 h 10000"/>
                  <a:gd name="connsiteX11" fmla="*/ 978 w 10000"/>
                  <a:gd name="connsiteY11" fmla="*/ 4716 h 10000"/>
                  <a:gd name="connsiteX12" fmla="*/ 833 w 10000"/>
                  <a:gd name="connsiteY12" fmla="*/ 5284 h 10000"/>
                  <a:gd name="connsiteX13" fmla="*/ 833 w 10000"/>
                  <a:gd name="connsiteY13" fmla="*/ 5284 h 10000"/>
                  <a:gd name="connsiteX14" fmla="*/ 1431 w 10000"/>
                  <a:gd name="connsiteY14" fmla="*/ 4962 h 10000"/>
                  <a:gd name="connsiteX15" fmla="*/ 2011 w 10000"/>
                  <a:gd name="connsiteY15" fmla="*/ 4685 h 10000"/>
                  <a:gd name="connsiteX16" fmla="*/ 2283 w 10000"/>
                  <a:gd name="connsiteY16" fmla="*/ 4578 h 10000"/>
                  <a:gd name="connsiteX17" fmla="*/ 2536 w 10000"/>
                  <a:gd name="connsiteY17" fmla="*/ 4485 h 10000"/>
                  <a:gd name="connsiteX18" fmla="*/ 2536 w 10000"/>
                  <a:gd name="connsiteY18" fmla="*/ 4485 h 10000"/>
                  <a:gd name="connsiteX19" fmla="*/ 3822 w 10000"/>
                  <a:gd name="connsiteY19" fmla="*/ 6912 h 10000"/>
                  <a:gd name="connsiteX20" fmla="*/ 4837 w 10000"/>
                  <a:gd name="connsiteY20" fmla="*/ 8771 h 10000"/>
                  <a:gd name="connsiteX21" fmla="*/ 5272 w 10000"/>
                  <a:gd name="connsiteY21" fmla="*/ 9508 h 10000"/>
                  <a:gd name="connsiteX22" fmla="*/ 5598 w 10000"/>
                  <a:gd name="connsiteY22" fmla="*/ 10000 h 10000"/>
                  <a:gd name="connsiteX23" fmla="*/ 5598 w 10000"/>
                  <a:gd name="connsiteY23" fmla="*/ 10000 h 10000"/>
                  <a:gd name="connsiteX24" fmla="*/ 5996 w 10000"/>
                  <a:gd name="connsiteY24" fmla="*/ 9109 h 10000"/>
                  <a:gd name="connsiteX25" fmla="*/ 6902 w 10000"/>
                  <a:gd name="connsiteY25" fmla="*/ 7097 h 10000"/>
                  <a:gd name="connsiteX26" fmla="*/ 7373 w 10000"/>
                  <a:gd name="connsiteY26" fmla="*/ 6006 h 10000"/>
                  <a:gd name="connsiteX27" fmla="*/ 7772 w 10000"/>
                  <a:gd name="connsiteY27" fmla="*/ 5038 h 10000"/>
                  <a:gd name="connsiteX28" fmla="*/ 8025 w 10000"/>
                  <a:gd name="connsiteY28" fmla="*/ 4301 h 10000"/>
                  <a:gd name="connsiteX29" fmla="*/ 8116 w 10000"/>
                  <a:gd name="connsiteY29" fmla="*/ 4040 h 10000"/>
                  <a:gd name="connsiteX30" fmla="*/ 8116 w 10000"/>
                  <a:gd name="connsiteY30" fmla="*/ 3902 h 10000"/>
                  <a:gd name="connsiteX31" fmla="*/ 8116 w 10000"/>
                  <a:gd name="connsiteY31" fmla="*/ 3902 h 10000"/>
                  <a:gd name="connsiteX32" fmla="*/ 8514 w 10000"/>
                  <a:gd name="connsiteY32" fmla="*/ 4040 h 10000"/>
                  <a:gd name="connsiteX33" fmla="*/ 9203 w 10000"/>
                  <a:gd name="connsiteY33" fmla="*/ 4194 h 10000"/>
                  <a:gd name="connsiteX34" fmla="*/ 9203 w 10000"/>
                  <a:gd name="connsiteY34" fmla="*/ 4194 h 10000"/>
                  <a:gd name="connsiteX35" fmla="*/ 9221 w 10000"/>
                  <a:gd name="connsiteY35" fmla="*/ 4194 h 10000"/>
                  <a:gd name="connsiteX36" fmla="*/ 9221 w 10000"/>
                  <a:gd name="connsiteY36" fmla="*/ 4194 h 10000"/>
                  <a:gd name="connsiteX37" fmla="*/ 9221 w 10000"/>
                  <a:gd name="connsiteY37" fmla="*/ 4132 h 10000"/>
                  <a:gd name="connsiteX38" fmla="*/ 9167 w 10000"/>
                  <a:gd name="connsiteY38" fmla="*/ 3871 h 10000"/>
                  <a:gd name="connsiteX39" fmla="*/ 9004 w 10000"/>
                  <a:gd name="connsiteY39" fmla="*/ 3533 h 10000"/>
                  <a:gd name="connsiteX40" fmla="*/ 8786 w 10000"/>
                  <a:gd name="connsiteY40" fmla="*/ 3118 h 10000"/>
                  <a:gd name="connsiteX41" fmla="*/ 8351 w 10000"/>
                  <a:gd name="connsiteY41" fmla="*/ 2320 h 10000"/>
                  <a:gd name="connsiteX42" fmla="*/ 8170 w 10000"/>
                  <a:gd name="connsiteY42" fmla="*/ 1951 h 10000"/>
                  <a:gd name="connsiteX43" fmla="*/ 8170 w 10000"/>
                  <a:gd name="connsiteY43" fmla="*/ 1951 h 10000"/>
                  <a:gd name="connsiteX44" fmla="*/ 8895 w 10000"/>
                  <a:gd name="connsiteY44" fmla="*/ 1997 h 10000"/>
                  <a:gd name="connsiteX45" fmla="*/ 9511 w 10000"/>
                  <a:gd name="connsiteY45" fmla="*/ 1997 h 10000"/>
                  <a:gd name="connsiteX46" fmla="*/ 9783 w 10000"/>
                  <a:gd name="connsiteY46" fmla="*/ 1982 h 10000"/>
                  <a:gd name="connsiteX47" fmla="*/ 10000 w 10000"/>
                  <a:gd name="connsiteY47" fmla="*/ 1951 h 10000"/>
                  <a:gd name="connsiteX48" fmla="*/ 8659 w 10000"/>
                  <a:gd name="connsiteY48" fmla="*/ 0 h 10000"/>
                  <a:gd name="connsiteX49" fmla="*/ 8659 w 10000"/>
                  <a:gd name="connsiteY49" fmla="*/ 0 h 10000"/>
                  <a:gd name="connsiteX50" fmla="*/ 5543 w 10000"/>
                  <a:gd name="connsiteY50" fmla="*/ 123 h 10000"/>
                  <a:gd name="connsiteX51" fmla="*/ 3098 w 10000"/>
                  <a:gd name="connsiteY51" fmla="*/ 261 h 10000"/>
                  <a:gd name="connsiteX52" fmla="*/ 2101 w 10000"/>
                  <a:gd name="connsiteY52" fmla="*/ 338 h 10000"/>
                  <a:gd name="connsiteX0" fmla="*/ 3098 w 10000"/>
                  <a:gd name="connsiteY0" fmla="*/ 261 h 10000"/>
                  <a:gd name="connsiteX1" fmla="*/ 725 w 10000"/>
                  <a:gd name="connsiteY1" fmla="*/ 1521 h 10000"/>
                  <a:gd name="connsiteX2" fmla="*/ 0 w 10000"/>
                  <a:gd name="connsiteY2" fmla="*/ 2719 h 10000"/>
                  <a:gd name="connsiteX3" fmla="*/ 0 w 10000"/>
                  <a:gd name="connsiteY3" fmla="*/ 2719 h 10000"/>
                  <a:gd name="connsiteX4" fmla="*/ 0 w 10000"/>
                  <a:gd name="connsiteY4" fmla="*/ 2734 h 10000"/>
                  <a:gd name="connsiteX5" fmla="*/ 18 w 10000"/>
                  <a:gd name="connsiteY5" fmla="*/ 2734 h 10000"/>
                  <a:gd name="connsiteX6" fmla="*/ 181 w 10000"/>
                  <a:gd name="connsiteY6" fmla="*/ 2765 h 10000"/>
                  <a:gd name="connsiteX7" fmla="*/ 725 w 10000"/>
                  <a:gd name="connsiteY7" fmla="*/ 2765 h 10000"/>
                  <a:gd name="connsiteX8" fmla="*/ 1540 w 10000"/>
                  <a:gd name="connsiteY8" fmla="*/ 2719 h 10000"/>
                  <a:gd name="connsiteX9" fmla="*/ 1540 w 10000"/>
                  <a:gd name="connsiteY9" fmla="*/ 2719 h 10000"/>
                  <a:gd name="connsiteX10" fmla="*/ 1214 w 10000"/>
                  <a:gd name="connsiteY10" fmla="*/ 3856 h 10000"/>
                  <a:gd name="connsiteX11" fmla="*/ 978 w 10000"/>
                  <a:gd name="connsiteY11" fmla="*/ 4716 h 10000"/>
                  <a:gd name="connsiteX12" fmla="*/ 833 w 10000"/>
                  <a:gd name="connsiteY12" fmla="*/ 5284 h 10000"/>
                  <a:gd name="connsiteX13" fmla="*/ 833 w 10000"/>
                  <a:gd name="connsiteY13" fmla="*/ 5284 h 10000"/>
                  <a:gd name="connsiteX14" fmla="*/ 1431 w 10000"/>
                  <a:gd name="connsiteY14" fmla="*/ 4962 h 10000"/>
                  <a:gd name="connsiteX15" fmla="*/ 2011 w 10000"/>
                  <a:gd name="connsiteY15" fmla="*/ 4685 h 10000"/>
                  <a:gd name="connsiteX16" fmla="*/ 2283 w 10000"/>
                  <a:gd name="connsiteY16" fmla="*/ 4578 h 10000"/>
                  <a:gd name="connsiteX17" fmla="*/ 2536 w 10000"/>
                  <a:gd name="connsiteY17" fmla="*/ 4485 h 10000"/>
                  <a:gd name="connsiteX18" fmla="*/ 2536 w 10000"/>
                  <a:gd name="connsiteY18" fmla="*/ 4485 h 10000"/>
                  <a:gd name="connsiteX19" fmla="*/ 3822 w 10000"/>
                  <a:gd name="connsiteY19" fmla="*/ 6912 h 10000"/>
                  <a:gd name="connsiteX20" fmla="*/ 4837 w 10000"/>
                  <a:gd name="connsiteY20" fmla="*/ 8771 h 10000"/>
                  <a:gd name="connsiteX21" fmla="*/ 5272 w 10000"/>
                  <a:gd name="connsiteY21" fmla="*/ 9508 h 10000"/>
                  <a:gd name="connsiteX22" fmla="*/ 5598 w 10000"/>
                  <a:gd name="connsiteY22" fmla="*/ 10000 h 10000"/>
                  <a:gd name="connsiteX23" fmla="*/ 5598 w 10000"/>
                  <a:gd name="connsiteY23" fmla="*/ 10000 h 10000"/>
                  <a:gd name="connsiteX24" fmla="*/ 5996 w 10000"/>
                  <a:gd name="connsiteY24" fmla="*/ 9109 h 10000"/>
                  <a:gd name="connsiteX25" fmla="*/ 6902 w 10000"/>
                  <a:gd name="connsiteY25" fmla="*/ 7097 h 10000"/>
                  <a:gd name="connsiteX26" fmla="*/ 7373 w 10000"/>
                  <a:gd name="connsiteY26" fmla="*/ 6006 h 10000"/>
                  <a:gd name="connsiteX27" fmla="*/ 7772 w 10000"/>
                  <a:gd name="connsiteY27" fmla="*/ 5038 h 10000"/>
                  <a:gd name="connsiteX28" fmla="*/ 8025 w 10000"/>
                  <a:gd name="connsiteY28" fmla="*/ 4301 h 10000"/>
                  <a:gd name="connsiteX29" fmla="*/ 8116 w 10000"/>
                  <a:gd name="connsiteY29" fmla="*/ 4040 h 10000"/>
                  <a:gd name="connsiteX30" fmla="*/ 8116 w 10000"/>
                  <a:gd name="connsiteY30" fmla="*/ 3902 h 10000"/>
                  <a:gd name="connsiteX31" fmla="*/ 8116 w 10000"/>
                  <a:gd name="connsiteY31" fmla="*/ 3902 h 10000"/>
                  <a:gd name="connsiteX32" fmla="*/ 8514 w 10000"/>
                  <a:gd name="connsiteY32" fmla="*/ 4040 h 10000"/>
                  <a:gd name="connsiteX33" fmla="*/ 9203 w 10000"/>
                  <a:gd name="connsiteY33" fmla="*/ 4194 h 10000"/>
                  <a:gd name="connsiteX34" fmla="*/ 9203 w 10000"/>
                  <a:gd name="connsiteY34" fmla="*/ 4194 h 10000"/>
                  <a:gd name="connsiteX35" fmla="*/ 9221 w 10000"/>
                  <a:gd name="connsiteY35" fmla="*/ 4194 h 10000"/>
                  <a:gd name="connsiteX36" fmla="*/ 9221 w 10000"/>
                  <a:gd name="connsiteY36" fmla="*/ 4194 h 10000"/>
                  <a:gd name="connsiteX37" fmla="*/ 9221 w 10000"/>
                  <a:gd name="connsiteY37" fmla="*/ 4132 h 10000"/>
                  <a:gd name="connsiteX38" fmla="*/ 9167 w 10000"/>
                  <a:gd name="connsiteY38" fmla="*/ 3871 h 10000"/>
                  <a:gd name="connsiteX39" fmla="*/ 9004 w 10000"/>
                  <a:gd name="connsiteY39" fmla="*/ 3533 h 10000"/>
                  <a:gd name="connsiteX40" fmla="*/ 8786 w 10000"/>
                  <a:gd name="connsiteY40" fmla="*/ 3118 h 10000"/>
                  <a:gd name="connsiteX41" fmla="*/ 8351 w 10000"/>
                  <a:gd name="connsiteY41" fmla="*/ 2320 h 10000"/>
                  <a:gd name="connsiteX42" fmla="*/ 8170 w 10000"/>
                  <a:gd name="connsiteY42" fmla="*/ 1951 h 10000"/>
                  <a:gd name="connsiteX43" fmla="*/ 8170 w 10000"/>
                  <a:gd name="connsiteY43" fmla="*/ 1951 h 10000"/>
                  <a:gd name="connsiteX44" fmla="*/ 8895 w 10000"/>
                  <a:gd name="connsiteY44" fmla="*/ 1997 h 10000"/>
                  <a:gd name="connsiteX45" fmla="*/ 9511 w 10000"/>
                  <a:gd name="connsiteY45" fmla="*/ 1997 h 10000"/>
                  <a:gd name="connsiteX46" fmla="*/ 9783 w 10000"/>
                  <a:gd name="connsiteY46" fmla="*/ 1982 h 10000"/>
                  <a:gd name="connsiteX47" fmla="*/ 10000 w 10000"/>
                  <a:gd name="connsiteY47" fmla="*/ 1951 h 10000"/>
                  <a:gd name="connsiteX48" fmla="*/ 8659 w 10000"/>
                  <a:gd name="connsiteY48" fmla="*/ 0 h 10000"/>
                  <a:gd name="connsiteX49" fmla="*/ 8659 w 10000"/>
                  <a:gd name="connsiteY49" fmla="*/ 0 h 10000"/>
                  <a:gd name="connsiteX50" fmla="*/ 5543 w 10000"/>
                  <a:gd name="connsiteY50" fmla="*/ 123 h 10000"/>
                  <a:gd name="connsiteX51" fmla="*/ 3098 w 10000"/>
                  <a:gd name="connsiteY51" fmla="*/ 261 h 10000"/>
                  <a:gd name="connsiteX0" fmla="*/ 3098 w 10000"/>
                  <a:gd name="connsiteY0" fmla="*/ 261 h 10000"/>
                  <a:gd name="connsiteX1" fmla="*/ 725 w 10000"/>
                  <a:gd name="connsiteY1" fmla="*/ 1521 h 10000"/>
                  <a:gd name="connsiteX2" fmla="*/ 0 w 10000"/>
                  <a:gd name="connsiteY2" fmla="*/ 2719 h 10000"/>
                  <a:gd name="connsiteX3" fmla="*/ 0 w 10000"/>
                  <a:gd name="connsiteY3" fmla="*/ 2719 h 10000"/>
                  <a:gd name="connsiteX4" fmla="*/ 0 w 10000"/>
                  <a:gd name="connsiteY4" fmla="*/ 2734 h 10000"/>
                  <a:gd name="connsiteX5" fmla="*/ 18 w 10000"/>
                  <a:gd name="connsiteY5" fmla="*/ 2734 h 10000"/>
                  <a:gd name="connsiteX6" fmla="*/ 181 w 10000"/>
                  <a:gd name="connsiteY6" fmla="*/ 2765 h 10000"/>
                  <a:gd name="connsiteX7" fmla="*/ 725 w 10000"/>
                  <a:gd name="connsiteY7" fmla="*/ 2765 h 10000"/>
                  <a:gd name="connsiteX8" fmla="*/ 1540 w 10000"/>
                  <a:gd name="connsiteY8" fmla="*/ 2719 h 10000"/>
                  <a:gd name="connsiteX9" fmla="*/ 1540 w 10000"/>
                  <a:gd name="connsiteY9" fmla="*/ 2719 h 10000"/>
                  <a:gd name="connsiteX10" fmla="*/ 1214 w 10000"/>
                  <a:gd name="connsiteY10" fmla="*/ 3856 h 10000"/>
                  <a:gd name="connsiteX11" fmla="*/ 978 w 10000"/>
                  <a:gd name="connsiteY11" fmla="*/ 4716 h 10000"/>
                  <a:gd name="connsiteX12" fmla="*/ 833 w 10000"/>
                  <a:gd name="connsiteY12" fmla="*/ 5284 h 10000"/>
                  <a:gd name="connsiteX13" fmla="*/ 833 w 10000"/>
                  <a:gd name="connsiteY13" fmla="*/ 5284 h 10000"/>
                  <a:gd name="connsiteX14" fmla="*/ 1431 w 10000"/>
                  <a:gd name="connsiteY14" fmla="*/ 4962 h 10000"/>
                  <a:gd name="connsiteX15" fmla="*/ 2011 w 10000"/>
                  <a:gd name="connsiteY15" fmla="*/ 4685 h 10000"/>
                  <a:gd name="connsiteX16" fmla="*/ 2283 w 10000"/>
                  <a:gd name="connsiteY16" fmla="*/ 4578 h 10000"/>
                  <a:gd name="connsiteX17" fmla="*/ 2536 w 10000"/>
                  <a:gd name="connsiteY17" fmla="*/ 4485 h 10000"/>
                  <a:gd name="connsiteX18" fmla="*/ 2536 w 10000"/>
                  <a:gd name="connsiteY18" fmla="*/ 4485 h 10000"/>
                  <a:gd name="connsiteX19" fmla="*/ 3822 w 10000"/>
                  <a:gd name="connsiteY19" fmla="*/ 6912 h 10000"/>
                  <a:gd name="connsiteX20" fmla="*/ 4837 w 10000"/>
                  <a:gd name="connsiteY20" fmla="*/ 8771 h 10000"/>
                  <a:gd name="connsiteX21" fmla="*/ 5272 w 10000"/>
                  <a:gd name="connsiteY21" fmla="*/ 9508 h 10000"/>
                  <a:gd name="connsiteX22" fmla="*/ 5598 w 10000"/>
                  <a:gd name="connsiteY22" fmla="*/ 10000 h 10000"/>
                  <a:gd name="connsiteX23" fmla="*/ 5598 w 10000"/>
                  <a:gd name="connsiteY23" fmla="*/ 10000 h 10000"/>
                  <a:gd name="connsiteX24" fmla="*/ 5996 w 10000"/>
                  <a:gd name="connsiteY24" fmla="*/ 9109 h 10000"/>
                  <a:gd name="connsiteX25" fmla="*/ 6902 w 10000"/>
                  <a:gd name="connsiteY25" fmla="*/ 7097 h 10000"/>
                  <a:gd name="connsiteX26" fmla="*/ 7373 w 10000"/>
                  <a:gd name="connsiteY26" fmla="*/ 6006 h 10000"/>
                  <a:gd name="connsiteX27" fmla="*/ 7772 w 10000"/>
                  <a:gd name="connsiteY27" fmla="*/ 5038 h 10000"/>
                  <a:gd name="connsiteX28" fmla="*/ 8025 w 10000"/>
                  <a:gd name="connsiteY28" fmla="*/ 4301 h 10000"/>
                  <a:gd name="connsiteX29" fmla="*/ 8116 w 10000"/>
                  <a:gd name="connsiteY29" fmla="*/ 4040 h 10000"/>
                  <a:gd name="connsiteX30" fmla="*/ 8116 w 10000"/>
                  <a:gd name="connsiteY30" fmla="*/ 3902 h 10000"/>
                  <a:gd name="connsiteX31" fmla="*/ 8116 w 10000"/>
                  <a:gd name="connsiteY31" fmla="*/ 3902 h 10000"/>
                  <a:gd name="connsiteX32" fmla="*/ 8514 w 10000"/>
                  <a:gd name="connsiteY32" fmla="*/ 4040 h 10000"/>
                  <a:gd name="connsiteX33" fmla="*/ 9203 w 10000"/>
                  <a:gd name="connsiteY33" fmla="*/ 4194 h 10000"/>
                  <a:gd name="connsiteX34" fmla="*/ 9203 w 10000"/>
                  <a:gd name="connsiteY34" fmla="*/ 4194 h 10000"/>
                  <a:gd name="connsiteX35" fmla="*/ 9221 w 10000"/>
                  <a:gd name="connsiteY35" fmla="*/ 4194 h 10000"/>
                  <a:gd name="connsiteX36" fmla="*/ 9221 w 10000"/>
                  <a:gd name="connsiteY36" fmla="*/ 4194 h 10000"/>
                  <a:gd name="connsiteX37" fmla="*/ 9221 w 10000"/>
                  <a:gd name="connsiteY37" fmla="*/ 4132 h 10000"/>
                  <a:gd name="connsiteX38" fmla="*/ 9167 w 10000"/>
                  <a:gd name="connsiteY38" fmla="*/ 3871 h 10000"/>
                  <a:gd name="connsiteX39" fmla="*/ 9004 w 10000"/>
                  <a:gd name="connsiteY39" fmla="*/ 3533 h 10000"/>
                  <a:gd name="connsiteX40" fmla="*/ 8786 w 10000"/>
                  <a:gd name="connsiteY40" fmla="*/ 3118 h 10000"/>
                  <a:gd name="connsiteX41" fmla="*/ 8351 w 10000"/>
                  <a:gd name="connsiteY41" fmla="*/ 2320 h 10000"/>
                  <a:gd name="connsiteX42" fmla="*/ 8170 w 10000"/>
                  <a:gd name="connsiteY42" fmla="*/ 1951 h 10000"/>
                  <a:gd name="connsiteX43" fmla="*/ 8170 w 10000"/>
                  <a:gd name="connsiteY43" fmla="*/ 1951 h 10000"/>
                  <a:gd name="connsiteX44" fmla="*/ 8895 w 10000"/>
                  <a:gd name="connsiteY44" fmla="*/ 1997 h 10000"/>
                  <a:gd name="connsiteX45" fmla="*/ 9511 w 10000"/>
                  <a:gd name="connsiteY45" fmla="*/ 1997 h 10000"/>
                  <a:gd name="connsiteX46" fmla="*/ 9783 w 10000"/>
                  <a:gd name="connsiteY46" fmla="*/ 1982 h 10000"/>
                  <a:gd name="connsiteX47" fmla="*/ 10000 w 10000"/>
                  <a:gd name="connsiteY47" fmla="*/ 1951 h 10000"/>
                  <a:gd name="connsiteX48" fmla="*/ 8659 w 10000"/>
                  <a:gd name="connsiteY48" fmla="*/ 0 h 10000"/>
                  <a:gd name="connsiteX49" fmla="*/ 5543 w 10000"/>
                  <a:gd name="connsiteY49" fmla="*/ 123 h 10000"/>
                  <a:gd name="connsiteX50" fmla="*/ 3098 w 10000"/>
                  <a:gd name="connsiteY50" fmla="*/ 261 h 10000"/>
                  <a:gd name="connsiteX0" fmla="*/ 3098 w 10000"/>
                  <a:gd name="connsiteY0" fmla="*/ 138 h 9877"/>
                  <a:gd name="connsiteX1" fmla="*/ 725 w 10000"/>
                  <a:gd name="connsiteY1" fmla="*/ 1398 h 9877"/>
                  <a:gd name="connsiteX2" fmla="*/ 0 w 10000"/>
                  <a:gd name="connsiteY2" fmla="*/ 2596 h 9877"/>
                  <a:gd name="connsiteX3" fmla="*/ 0 w 10000"/>
                  <a:gd name="connsiteY3" fmla="*/ 2596 h 9877"/>
                  <a:gd name="connsiteX4" fmla="*/ 0 w 10000"/>
                  <a:gd name="connsiteY4" fmla="*/ 2611 h 9877"/>
                  <a:gd name="connsiteX5" fmla="*/ 18 w 10000"/>
                  <a:gd name="connsiteY5" fmla="*/ 2611 h 9877"/>
                  <a:gd name="connsiteX6" fmla="*/ 181 w 10000"/>
                  <a:gd name="connsiteY6" fmla="*/ 2642 h 9877"/>
                  <a:gd name="connsiteX7" fmla="*/ 725 w 10000"/>
                  <a:gd name="connsiteY7" fmla="*/ 2642 h 9877"/>
                  <a:gd name="connsiteX8" fmla="*/ 1540 w 10000"/>
                  <a:gd name="connsiteY8" fmla="*/ 2596 h 9877"/>
                  <a:gd name="connsiteX9" fmla="*/ 1540 w 10000"/>
                  <a:gd name="connsiteY9" fmla="*/ 2596 h 9877"/>
                  <a:gd name="connsiteX10" fmla="*/ 1214 w 10000"/>
                  <a:gd name="connsiteY10" fmla="*/ 3733 h 9877"/>
                  <a:gd name="connsiteX11" fmla="*/ 978 w 10000"/>
                  <a:gd name="connsiteY11" fmla="*/ 4593 h 9877"/>
                  <a:gd name="connsiteX12" fmla="*/ 833 w 10000"/>
                  <a:gd name="connsiteY12" fmla="*/ 5161 h 9877"/>
                  <a:gd name="connsiteX13" fmla="*/ 833 w 10000"/>
                  <a:gd name="connsiteY13" fmla="*/ 5161 h 9877"/>
                  <a:gd name="connsiteX14" fmla="*/ 1431 w 10000"/>
                  <a:gd name="connsiteY14" fmla="*/ 4839 h 9877"/>
                  <a:gd name="connsiteX15" fmla="*/ 2011 w 10000"/>
                  <a:gd name="connsiteY15" fmla="*/ 4562 h 9877"/>
                  <a:gd name="connsiteX16" fmla="*/ 2283 w 10000"/>
                  <a:gd name="connsiteY16" fmla="*/ 4455 h 9877"/>
                  <a:gd name="connsiteX17" fmla="*/ 2536 w 10000"/>
                  <a:gd name="connsiteY17" fmla="*/ 4362 h 9877"/>
                  <a:gd name="connsiteX18" fmla="*/ 2536 w 10000"/>
                  <a:gd name="connsiteY18" fmla="*/ 4362 h 9877"/>
                  <a:gd name="connsiteX19" fmla="*/ 3822 w 10000"/>
                  <a:gd name="connsiteY19" fmla="*/ 6789 h 9877"/>
                  <a:gd name="connsiteX20" fmla="*/ 4837 w 10000"/>
                  <a:gd name="connsiteY20" fmla="*/ 8648 h 9877"/>
                  <a:gd name="connsiteX21" fmla="*/ 5272 w 10000"/>
                  <a:gd name="connsiteY21" fmla="*/ 9385 h 9877"/>
                  <a:gd name="connsiteX22" fmla="*/ 5598 w 10000"/>
                  <a:gd name="connsiteY22" fmla="*/ 9877 h 9877"/>
                  <a:gd name="connsiteX23" fmla="*/ 5598 w 10000"/>
                  <a:gd name="connsiteY23" fmla="*/ 9877 h 9877"/>
                  <a:gd name="connsiteX24" fmla="*/ 5996 w 10000"/>
                  <a:gd name="connsiteY24" fmla="*/ 8986 h 9877"/>
                  <a:gd name="connsiteX25" fmla="*/ 6902 w 10000"/>
                  <a:gd name="connsiteY25" fmla="*/ 6974 h 9877"/>
                  <a:gd name="connsiteX26" fmla="*/ 7373 w 10000"/>
                  <a:gd name="connsiteY26" fmla="*/ 5883 h 9877"/>
                  <a:gd name="connsiteX27" fmla="*/ 7772 w 10000"/>
                  <a:gd name="connsiteY27" fmla="*/ 4915 h 9877"/>
                  <a:gd name="connsiteX28" fmla="*/ 8025 w 10000"/>
                  <a:gd name="connsiteY28" fmla="*/ 4178 h 9877"/>
                  <a:gd name="connsiteX29" fmla="*/ 8116 w 10000"/>
                  <a:gd name="connsiteY29" fmla="*/ 3917 h 9877"/>
                  <a:gd name="connsiteX30" fmla="*/ 8116 w 10000"/>
                  <a:gd name="connsiteY30" fmla="*/ 3779 h 9877"/>
                  <a:gd name="connsiteX31" fmla="*/ 8116 w 10000"/>
                  <a:gd name="connsiteY31" fmla="*/ 3779 h 9877"/>
                  <a:gd name="connsiteX32" fmla="*/ 8514 w 10000"/>
                  <a:gd name="connsiteY32" fmla="*/ 3917 h 9877"/>
                  <a:gd name="connsiteX33" fmla="*/ 9203 w 10000"/>
                  <a:gd name="connsiteY33" fmla="*/ 4071 h 9877"/>
                  <a:gd name="connsiteX34" fmla="*/ 9203 w 10000"/>
                  <a:gd name="connsiteY34" fmla="*/ 4071 h 9877"/>
                  <a:gd name="connsiteX35" fmla="*/ 9221 w 10000"/>
                  <a:gd name="connsiteY35" fmla="*/ 4071 h 9877"/>
                  <a:gd name="connsiteX36" fmla="*/ 9221 w 10000"/>
                  <a:gd name="connsiteY36" fmla="*/ 4071 h 9877"/>
                  <a:gd name="connsiteX37" fmla="*/ 9221 w 10000"/>
                  <a:gd name="connsiteY37" fmla="*/ 4009 h 9877"/>
                  <a:gd name="connsiteX38" fmla="*/ 9167 w 10000"/>
                  <a:gd name="connsiteY38" fmla="*/ 3748 h 9877"/>
                  <a:gd name="connsiteX39" fmla="*/ 9004 w 10000"/>
                  <a:gd name="connsiteY39" fmla="*/ 3410 h 9877"/>
                  <a:gd name="connsiteX40" fmla="*/ 8786 w 10000"/>
                  <a:gd name="connsiteY40" fmla="*/ 2995 h 9877"/>
                  <a:gd name="connsiteX41" fmla="*/ 8351 w 10000"/>
                  <a:gd name="connsiteY41" fmla="*/ 2197 h 9877"/>
                  <a:gd name="connsiteX42" fmla="*/ 8170 w 10000"/>
                  <a:gd name="connsiteY42" fmla="*/ 1828 h 9877"/>
                  <a:gd name="connsiteX43" fmla="*/ 8170 w 10000"/>
                  <a:gd name="connsiteY43" fmla="*/ 1828 h 9877"/>
                  <a:gd name="connsiteX44" fmla="*/ 8895 w 10000"/>
                  <a:gd name="connsiteY44" fmla="*/ 1874 h 9877"/>
                  <a:gd name="connsiteX45" fmla="*/ 9511 w 10000"/>
                  <a:gd name="connsiteY45" fmla="*/ 1874 h 9877"/>
                  <a:gd name="connsiteX46" fmla="*/ 9783 w 10000"/>
                  <a:gd name="connsiteY46" fmla="*/ 1859 h 9877"/>
                  <a:gd name="connsiteX47" fmla="*/ 10000 w 10000"/>
                  <a:gd name="connsiteY47" fmla="*/ 1828 h 9877"/>
                  <a:gd name="connsiteX48" fmla="*/ 5543 w 10000"/>
                  <a:gd name="connsiteY48" fmla="*/ 0 h 9877"/>
                  <a:gd name="connsiteX49" fmla="*/ 3098 w 10000"/>
                  <a:gd name="connsiteY49" fmla="*/ 138 h 9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0000" h="9877">
                    <a:moveTo>
                      <a:pt x="3098" y="138"/>
                    </a:moveTo>
                    <a:lnTo>
                      <a:pt x="725" y="1398"/>
                    </a:lnTo>
                    <a:lnTo>
                      <a:pt x="0" y="2596"/>
                    </a:lnTo>
                    <a:lnTo>
                      <a:pt x="0" y="2596"/>
                    </a:lnTo>
                    <a:lnTo>
                      <a:pt x="0" y="2611"/>
                    </a:lnTo>
                    <a:lnTo>
                      <a:pt x="18" y="2611"/>
                    </a:lnTo>
                    <a:lnTo>
                      <a:pt x="181" y="2642"/>
                    </a:lnTo>
                    <a:lnTo>
                      <a:pt x="725" y="2642"/>
                    </a:lnTo>
                    <a:lnTo>
                      <a:pt x="1540" y="2596"/>
                    </a:lnTo>
                    <a:lnTo>
                      <a:pt x="1540" y="2596"/>
                    </a:lnTo>
                    <a:cubicBezTo>
                      <a:pt x="1431" y="2975"/>
                      <a:pt x="1323" y="3354"/>
                      <a:pt x="1214" y="3733"/>
                    </a:cubicBezTo>
                    <a:cubicBezTo>
                      <a:pt x="1135" y="4020"/>
                      <a:pt x="1057" y="4306"/>
                      <a:pt x="978" y="4593"/>
                    </a:cubicBezTo>
                    <a:cubicBezTo>
                      <a:pt x="930" y="4782"/>
                      <a:pt x="881" y="4972"/>
                      <a:pt x="833" y="5161"/>
                    </a:cubicBezTo>
                    <a:lnTo>
                      <a:pt x="833" y="5161"/>
                    </a:lnTo>
                    <a:lnTo>
                      <a:pt x="1431" y="4839"/>
                    </a:lnTo>
                    <a:lnTo>
                      <a:pt x="2011" y="4562"/>
                    </a:lnTo>
                    <a:lnTo>
                      <a:pt x="2283" y="4455"/>
                    </a:lnTo>
                    <a:lnTo>
                      <a:pt x="2536" y="4362"/>
                    </a:lnTo>
                    <a:lnTo>
                      <a:pt x="2536" y="4362"/>
                    </a:lnTo>
                    <a:lnTo>
                      <a:pt x="3822" y="6789"/>
                    </a:lnTo>
                    <a:lnTo>
                      <a:pt x="4837" y="8648"/>
                    </a:lnTo>
                    <a:lnTo>
                      <a:pt x="5272" y="9385"/>
                    </a:lnTo>
                    <a:lnTo>
                      <a:pt x="5598" y="9877"/>
                    </a:lnTo>
                    <a:lnTo>
                      <a:pt x="5598" y="9877"/>
                    </a:lnTo>
                    <a:lnTo>
                      <a:pt x="5996" y="8986"/>
                    </a:lnTo>
                    <a:lnTo>
                      <a:pt x="6902" y="6974"/>
                    </a:lnTo>
                    <a:lnTo>
                      <a:pt x="7373" y="5883"/>
                    </a:lnTo>
                    <a:lnTo>
                      <a:pt x="7772" y="4915"/>
                    </a:lnTo>
                    <a:cubicBezTo>
                      <a:pt x="7856" y="4669"/>
                      <a:pt x="7941" y="4424"/>
                      <a:pt x="8025" y="4178"/>
                    </a:cubicBezTo>
                    <a:cubicBezTo>
                      <a:pt x="8055" y="4091"/>
                      <a:pt x="8086" y="4004"/>
                      <a:pt x="8116" y="3917"/>
                    </a:cubicBezTo>
                    <a:lnTo>
                      <a:pt x="8116" y="3779"/>
                    </a:lnTo>
                    <a:lnTo>
                      <a:pt x="8116" y="3779"/>
                    </a:lnTo>
                    <a:lnTo>
                      <a:pt x="8514" y="3917"/>
                    </a:lnTo>
                    <a:lnTo>
                      <a:pt x="9203" y="4071"/>
                    </a:lnTo>
                    <a:lnTo>
                      <a:pt x="9203" y="4071"/>
                    </a:lnTo>
                    <a:lnTo>
                      <a:pt x="9221" y="4071"/>
                    </a:lnTo>
                    <a:lnTo>
                      <a:pt x="9221" y="4071"/>
                    </a:lnTo>
                    <a:lnTo>
                      <a:pt x="9221" y="4009"/>
                    </a:lnTo>
                    <a:lnTo>
                      <a:pt x="9167" y="3748"/>
                    </a:lnTo>
                    <a:cubicBezTo>
                      <a:pt x="9113" y="3635"/>
                      <a:pt x="9058" y="3523"/>
                      <a:pt x="9004" y="3410"/>
                    </a:cubicBezTo>
                    <a:cubicBezTo>
                      <a:pt x="8931" y="3272"/>
                      <a:pt x="8859" y="3133"/>
                      <a:pt x="8786" y="2995"/>
                    </a:cubicBezTo>
                    <a:lnTo>
                      <a:pt x="8351" y="2197"/>
                    </a:lnTo>
                    <a:cubicBezTo>
                      <a:pt x="8291" y="2074"/>
                      <a:pt x="8230" y="1951"/>
                      <a:pt x="8170" y="1828"/>
                    </a:cubicBezTo>
                    <a:lnTo>
                      <a:pt x="8170" y="1828"/>
                    </a:lnTo>
                    <a:lnTo>
                      <a:pt x="8895" y="1874"/>
                    </a:lnTo>
                    <a:lnTo>
                      <a:pt x="9511" y="1874"/>
                    </a:lnTo>
                    <a:lnTo>
                      <a:pt x="9783" y="1859"/>
                    </a:lnTo>
                    <a:lnTo>
                      <a:pt x="10000" y="1828"/>
                    </a:lnTo>
                    <a:lnTo>
                      <a:pt x="5543" y="0"/>
                    </a:lnTo>
                    <a:lnTo>
                      <a:pt x="3098" y="138"/>
                    </a:lnTo>
                    <a:close/>
                  </a:path>
                </a:pathLst>
              </a:custGeom>
              <a:solidFill>
                <a:srgbClr val="FF6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Freeform: Shape 147">
                <a:extLst>
                  <a:ext uri="{FF2B5EF4-FFF2-40B4-BE49-F238E27FC236}">
                    <a16:creationId xmlns:a16="http://schemas.microsoft.com/office/drawing/2014/main" id="{BB5897E9-8E81-4ECD-8400-D8BC57A56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6350" y="2429365"/>
                <a:ext cx="588962" cy="690074"/>
              </a:xfrm>
              <a:custGeom>
                <a:avLst/>
                <a:gdLst>
                  <a:gd name="T0" fmla="*/ 53 w 371"/>
                  <a:gd name="T1" fmla="*/ 19 h 436"/>
                  <a:gd name="T2" fmla="*/ 53 w 371"/>
                  <a:gd name="T3" fmla="*/ 19 h 436"/>
                  <a:gd name="T4" fmla="*/ 0 w 371"/>
                  <a:gd name="T5" fmla="*/ 120 h 436"/>
                  <a:gd name="T6" fmla="*/ 0 w 371"/>
                  <a:gd name="T7" fmla="*/ 120 h 436"/>
                  <a:gd name="T8" fmla="*/ 0 w 371"/>
                  <a:gd name="T9" fmla="*/ 120 h 436"/>
                  <a:gd name="T10" fmla="*/ 2 w 371"/>
                  <a:gd name="T11" fmla="*/ 121 h 436"/>
                  <a:gd name="T12" fmla="*/ 8 w 371"/>
                  <a:gd name="T13" fmla="*/ 121 h 436"/>
                  <a:gd name="T14" fmla="*/ 27 w 371"/>
                  <a:gd name="T15" fmla="*/ 121 h 436"/>
                  <a:gd name="T16" fmla="*/ 59 w 371"/>
                  <a:gd name="T17" fmla="*/ 120 h 436"/>
                  <a:gd name="T18" fmla="*/ 59 w 371"/>
                  <a:gd name="T19" fmla="*/ 120 h 436"/>
                  <a:gd name="T20" fmla="*/ 47 w 371"/>
                  <a:gd name="T21" fmla="*/ 169 h 436"/>
                  <a:gd name="T22" fmla="*/ 32 w 371"/>
                  <a:gd name="T23" fmla="*/ 233 h 436"/>
                  <a:gd name="T24" fmla="*/ 32 w 371"/>
                  <a:gd name="T25" fmla="*/ 233 h 436"/>
                  <a:gd name="T26" fmla="*/ 54 w 371"/>
                  <a:gd name="T27" fmla="*/ 218 h 436"/>
                  <a:gd name="T28" fmla="*/ 75 w 371"/>
                  <a:gd name="T29" fmla="*/ 206 h 436"/>
                  <a:gd name="T30" fmla="*/ 95 w 371"/>
                  <a:gd name="T31" fmla="*/ 197 h 436"/>
                  <a:gd name="T32" fmla="*/ 95 w 371"/>
                  <a:gd name="T33" fmla="*/ 197 h 436"/>
                  <a:gd name="T34" fmla="*/ 142 w 371"/>
                  <a:gd name="T35" fmla="*/ 302 h 436"/>
                  <a:gd name="T36" fmla="*/ 180 w 371"/>
                  <a:gd name="T37" fmla="*/ 384 h 436"/>
                  <a:gd name="T38" fmla="*/ 196 w 371"/>
                  <a:gd name="T39" fmla="*/ 415 h 436"/>
                  <a:gd name="T40" fmla="*/ 207 w 371"/>
                  <a:gd name="T41" fmla="*/ 436 h 436"/>
                  <a:gd name="T42" fmla="*/ 207 w 371"/>
                  <a:gd name="T43" fmla="*/ 436 h 436"/>
                  <a:gd name="T44" fmla="*/ 223 w 371"/>
                  <a:gd name="T45" fmla="*/ 397 h 436"/>
                  <a:gd name="T46" fmla="*/ 256 w 371"/>
                  <a:gd name="T47" fmla="*/ 311 h 436"/>
                  <a:gd name="T48" fmla="*/ 273 w 371"/>
                  <a:gd name="T49" fmla="*/ 263 h 436"/>
                  <a:gd name="T50" fmla="*/ 288 w 371"/>
                  <a:gd name="T51" fmla="*/ 221 h 436"/>
                  <a:gd name="T52" fmla="*/ 299 w 371"/>
                  <a:gd name="T53" fmla="*/ 188 h 436"/>
                  <a:gd name="T54" fmla="*/ 300 w 371"/>
                  <a:gd name="T55" fmla="*/ 177 h 436"/>
                  <a:gd name="T56" fmla="*/ 300 w 371"/>
                  <a:gd name="T57" fmla="*/ 171 h 436"/>
                  <a:gd name="T58" fmla="*/ 300 w 371"/>
                  <a:gd name="T59" fmla="*/ 171 h 436"/>
                  <a:gd name="T60" fmla="*/ 315 w 371"/>
                  <a:gd name="T61" fmla="*/ 177 h 436"/>
                  <a:gd name="T62" fmla="*/ 341 w 371"/>
                  <a:gd name="T63" fmla="*/ 185 h 436"/>
                  <a:gd name="T64" fmla="*/ 341 w 371"/>
                  <a:gd name="T65" fmla="*/ 185 h 436"/>
                  <a:gd name="T66" fmla="*/ 342 w 371"/>
                  <a:gd name="T67" fmla="*/ 185 h 436"/>
                  <a:gd name="T68" fmla="*/ 342 w 371"/>
                  <a:gd name="T69" fmla="*/ 182 h 436"/>
                  <a:gd name="T70" fmla="*/ 339 w 371"/>
                  <a:gd name="T71" fmla="*/ 171 h 436"/>
                  <a:gd name="T72" fmla="*/ 326 w 371"/>
                  <a:gd name="T73" fmla="*/ 136 h 436"/>
                  <a:gd name="T74" fmla="*/ 302 w 371"/>
                  <a:gd name="T75" fmla="*/ 86 h 436"/>
                  <a:gd name="T76" fmla="*/ 302 w 371"/>
                  <a:gd name="T77" fmla="*/ 86 h 436"/>
                  <a:gd name="T78" fmla="*/ 329 w 371"/>
                  <a:gd name="T79" fmla="*/ 88 h 436"/>
                  <a:gd name="T80" fmla="*/ 352 w 371"/>
                  <a:gd name="T81" fmla="*/ 88 h 436"/>
                  <a:gd name="T82" fmla="*/ 371 w 371"/>
                  <a:gd name="T83" fmla="*/ 86 h 436"/>
                  <a:gd name="T84" fmla="*/ 321 w 371"/>
                  <a:gd name="T85" fmla="*/ 0 h 436"/>
                  <a:gd name="T86" fmla="*/ 321 w 371"/>
                  <a:gd name="T87" fmla="*/ 0 h 436"/>
                  <a:gd name="T88" fmla="*/ 205 w 371"/>
                  <a:gd name="T89" fmla="*/ 7 h 436"/>
                  <a:gd name="T90" fmla="*/ 116 w 371"/>
                  <a:gd name="T91" fmla="*/ 13 h 436"/>
                  <a:gd name="T92" fmla="*/ 78 w 371"/>
                  <a:gd name="T93" fmla="*/ 16 h 436"/>
                  <a:gd name="T94" fmla="*/ 53 w 371"/>
                  <a:gd name="T95" fmla="*/ 19 h 436"/>
                  <a:gd name="connsiteX0" fmla="*/ 1429 w 10000"/>
                  <a:gd name="connsiteY0" fmla="*/ 436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8652 w 10000"/>
                  <a:gd name="connsiteY43" fmla="*/ 0 h 10000"/>
                  <a:gd name="connsiteX44" fmla="*/ 5526 w 10000"/>
                  <a:gd name="connsiteY44" fmla="*/ 161 h 10000"/>
                  <a:gd name="connsiteX45" fmla="*/ 3127 w 10000"/>
                  <a:gd name="connsiteY45" fmla="*/ 298 h 10000"/>
                  <a:gd name="connsiteX46" fmla="*/ 2102 w 10000"/>
                  <a:gd name="connsiteY46" fmla="*/ 367 h 10000"/>
                  <a:gd name="connsiteX47" fmla="*/ 1429 w 10000"/>
                  <a:gd name="connsiteY47" fmla="*/ 436 h 10000"/>
                  <a:gd name="connsiteX0" fmla="*/ 1429 w 10000"/>
                  <a:gd name="connsiteY0" fmla="*/ 436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8652 w 10000"/>
                  <a:gd name="connsiteY43" fmla="*/ 0 h 10000"/>
                  <a:gd name="connsiteX44" fmla="*/ 5526 w 10000"/>
                  <a:gd name="connsiteY44" fmla="*/ 161 h 10000"/>
                  <a:gd name="connsiteX45" fmla="*/ 3426 w 10000"/>
                  <a:gd name="connsiteY45" fmla="*/ 77 h 10000"/>
                  <a:gd name="connsiteX46" fmla="*/ 2102 w 10000"/>
                  <a:gd name="connsiteY46" fmla="*/ 367 h 10000"/>
                  <a:gd name="connsiteX47" fmla="*/ 1429 w 10000"/>
                  <a:gd name="connsiteY47" fmla="*/ 436 h 10000"/>
                  <a:gd name="connsiteX0" fmla="*/ 1429 w 10000"/>
                  <a:gd name="connsiteY0" fmla="*/ 436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8652 w 10000"/>
                  <a:gd name="connsiteY43" fmla="*/ 0 h 10000"/>
                  <a:gd name="connsiteX44" fmla="*/ 5502 w 10000"/>
                  <a:gd name="connsiteY44" fmla="*/ 30 h 10000"/>
                  <a:gd name="connsiteX45" fmla="*/ 3426 w 10000"/>
                  <a:gd name="connsiteY45" fmla="*/ 77 h 10000"/>
                  <a:gd name="connsiteX46" fmla="*/ 2102 w 10000"/>
                  <a:gd name="connsiteY46" fmla="*/ 367 h 10000"/>
                  <a:gd name="connsiteX47" fmla="*/ 1429 w 10000"/>
                  <a:gd name="connsiteY47" fmla="*/ 436 h 10000"/>
                  <a:gd name="connsiteX0" fmla="*/ 1429 w 10000"/>
                  <a:gd name="connsiteY0" fmla="*/ 436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8652 w 10000"/>
                  <a:gd name="connsiteY43" fmla="*/ 0 h 10000"/>
                  <a:gd name="connsiteX44" fmla="*/ 5502 w 10000"/>
                  <a:gd name="connsiteY44" fmla="*/ 30 h 10000"/>
                  <a:gd name="connsiteX45" fmla="*/ 3426 w 10000"/>
                  <a:gd name="connsiteY45" fmla="*/ 77 h 10000"/>
                  <a:gd name="connsiteX46" fmla="*/ 1429 w 10000"/>
                  <a:gd name="connsiteY46" fmla="*/ 436 h 10000"/>
                  <a:gd name="connsiteX0" fmla="*/ 3426 w 10000"/>
                  <a:gd name="connsiteY0" fmla="*/ 77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8652 w 10000"/>
                  <a:gd name="connsiteY43" fmla="*/ 0 h 10000"/>
                  <a:gd name="connsiteX44" fmla="*/ 5502 w 10000"/>
                  <a:gd name="connsiteY44" fmla="*/ 30 h 10000"/>
                  <a:gd name="connsiteX45" fmla="*/ 3426 w 10000"/>
                  <a:gd name="connsiteY45" fmla="*/ 77 h 10000"/>
                  <a:gd name="connsiteX0" fmla="*/ 3426 w 10000"/>
                  <a:gd name="connsiteY0" fmla="*/ 77 h 10000"/>
                  <a:gd name="connsiteX1" fmla="*/ 1429 w 10000"/>
                  <a:gd name="connsiteY1" fmla="*/ 436 h 10000"/>
                  <a:gd name="connsiteX2" fmla="*/ 0 w 10000"/>
                  <a:gd name="connsiteY2" fmla="*/ 2752 h 10000"/>
                  <a:gd name="connsiteX3" fmla="*/ 0 w 10000"/>
                  <a:gd name="connsiteY3" fmla="*/ 2752 h 10000"/>
                  <a:gd name="connsiteX4" fmla="*/ 0 w 10000"/>
                  <a:gd name="connsiteY4" fmla="*/ 2752 h 10000"/>
                  <a:gd name="connsiteX5" fmla="*/ 54 w 10000"/>
                  <a:gd name="connsiteY5" fmla="*/ 2775 h 10000"/>
                  <a:gd name="connsiteX6" fmla="*/ 216 w 10000"/>
                  <a:gd name="connsiteY6" fmla="*/ 2775 h 10000"/>
                  <a:gd name="connsiteX7" fmla="*/ 728 w 10000"/>
                  <a:gd name="connsiteY7" fmla="*/ 2775 h 10000"/>
                  <a:gd name="connsiteX8" fmla="*/ 1590 w 10000"/>
                  <a:gd name="connsiteY8" fmla="*/ 2752 h 10000"/>
                  <a:gd name="connsiteX9" fmla="*/ 1590 w 10000"/>
                  <a:gd name="connsiteY9" fmla="*/ 2752 h 10000"/>
                  <a:gd name="connsiteX10" fmla="*/ 1267 w 10000"/>
                  <a:gd name="connsiteY10" fmla="*/ 3876 h 10000"/>
                  <a:gd name="connsiteX11" fmla="*/ 863 w 10000"/>
                  <a:gd name="connsiteY11" fmla="*/ 5344 h 10000"/>
                  <a:gd name="connsiteX12" fmla="*/ 863 w 10000"/>
                  <a:gd name="connsiteY12" fmla="*/ 5344 h 10000"/>
                  <a:gd name="connsiteX13" fmla="*/ 1456 w 10000"/>
                  <a:gd name="connsiteY13" fmla="*/ 5000 h 10000"/>
                  <a:gd name="connsiteX14" fmla="*/ 2022 w 10000"/>
                  <a:gd name="connsiteY14" fmla="*/ 4725 h 10000"/>
                  <a:gd name="connsiteX15" fmla="*/ 2561 w 10000"/>
                  <a:gd name="connsiteY15" fmla="*/ 4518 h 10000"/>
                  <a:gd name="connsiteX16" fmla="*/ 2561 w 10000"/>
                  <a:gd name="connsiteY16" fmla="*/ 4518 h 10000"/>
                  <a:gd name="connsiteX17" fmla="*/ 3827 w 10000"/>
                  <a:gd name="connsiteY17" fmla="*/ 6927 h 10000"/>
                  <a:gd name="connsiteX18" fmla="*/ 4852 w 10000"/>
                  <a:gd name="connsiteY18" fmla="*/ 8807 h 10000"/>
                  <a:gd name="connsiteX19" fmla="*/ 5283 w 10000"/>
                  <a:gd name="connsiteY19" fmla="*/ 9518 h 10000"/>
                  <a:gd name="connsiteX20" fmla="*/ 5580 w 10000"/>
                  <a:gd name="connsiteY20" fmla="*/ 10000 h 10000"/>
                  <a:gd name="connsiteX21" fmla="*/ 5580 w 10000"/>
                  <a:gd name="connsiteY21" fmla="*/ 10000 h 10000"/>
                  <a:gd name="connsiteX22" fmla="*/ 6011 w 10000"/>
                  <a:gd name="connsiteY22" fmla="*/ 9106 h 10000"/>
                  <a:gd name="connsiteX23" fmla="*/ 6900 w 10000"/>
                  <a:gd name="connsiteY23" fmla="*/ 7133 h 10000"/>
                  <a:gd name="connsiteX24" fmla="*/ 7358 w 10000"/>
                  <a:gd name="connsiteY24" fmla="*/ 6032 h 10000"/>
                  <a:gd name="connsiteX25" fmla="*/ 7763 w 10000"/>
                  <a:gd name="connsiteY25" fmla="*/ 5069 h 10000"/>
                  <a:gd name="connsiteX26" fmla="*/ 8059 w 10000"/>
                  <a:gd name="connsiteY26" fmla="*/ 4312 h 10000"/>
                  <a:gd name="connsiteX27" fmla="*/ 8086 w 10000"/>
                  <a:gd name="connsiteY27" fmla="*/ 4060 h 10000"/>
                  <a:gd name="connsiteX28" fmla="*/ 8086 w 10000"/>
                  <a:gd name="connsiteY28" fmla="*/ 3922 h 10000"/>
                  <a:gd name="connsiteX29" fmla="*/ 8086 w 10000"/>
                  <a:gd name="connsiteY29" fmla="*/ 3922 h 10000"/>
                  <a:gd name="connsiteX30" fmla="*/ 8491 w 10000"/>
                  <a:gd name="connsiteY30" fmla="*/ 4060 h 10000"/>
                  <a:gd name="connsiteX31" fmla="*/ 9191 w 10000"/>
                  <a:gd name="connsiteY31" fmla="*/ 4243 h 10000"/>
                  <a:gd name="connsiteX32" fmla="*/ 9191 w 10000"/>
                  <a:gd name="connsiteY32" fmla="*/ 4243 h 10000"/>
                  <a:gd name="connsiteX33" fmla="*/ 9218 w 10000"/>
                  <a:gd name="connsiteY33" fmla="*/ 4243 h 10000"/>
                  <a:gd name="connsiteX34" fmla="*/ 9218 w 10000"/>
                  <a:gd name="connsiteY34" fmla="*/ 4174 h 10000"/>
                  <a:gd name="connsiteX35" fmla="*/ 9137 w 10000"/>
                  <a:gd name="connsiteY35" fmla="*/ 3922 h 10000"/>
                  <a:gd name="connsiteX36" fmla="*/ 8787 w 10000"/>
                  <a:gd name="connsiteY36" fmla="*/ 3119 h 10000"/>
                  <a:gd name="connsiteX37" fmla="*/ 8140 w 10000"/>
                  <a:gd name="connsiteY37" fmla="*/ 1972 h 10000"/>
                  <a:gd name="connsiteX38" fmla="*/ 8140 w 10000"/>
                  <a:gd name="connsiteY38" fmla="*/ 1972 h 10000"/>
                  <a:gd name="connsiteX39" fmla="*/ 8868 w 10000"/>
                  <a:gd name="connsiteY39" fmla="*/ 2018 h 10000"/>
                  <a:gd name="connsiteX40" fmla="*/ 9488 w 10000"/>
                  <a:gd name="connsiteY40" fmla="*/ 2018 h 10000"/>
                  <a:gd name="connsiteX41" fmla="*/ 10000 w 10000"/>
                  <a:gd name="connsiteY41" fmla="*/ 1972 h 10000"/>
                  <a:gd name="connsiteX42" fmla="*/ 8652 w 10000"/>
                  <a:gd name="connsiteY42" fmla="*/ 0 h 10000"/>
                  <a:gd name="connsiteX43" fmla="*/ 5502 w 10000"/>
                  <a:gd name="connsiteY43" fmla="*/ 30 h 10000"/>
                  <a:gd name="connsiteX44" fmla="*/ 3426 w 10000"/>
                  <a:gd name="connsiteY44" fmla="*/ 77 h 10000"/>
                  <a:gd name="connsiteX0" fmla="*/ 3426 w 10000"/>
                  <a:gd name="connsiteY0" fmla="*/ 47 h 9970"/>
                  <a:gd name="connsiteX1" fmla="*/ 1429 w 10000"/>
                  <a:gd name="connsiteY1" fmla="*/ 406 h 9970"/>
                  <a:gd name="connsiteX2" fmla="*/ 0 w 10000"/>
                  <a:gd name="connsiteY2" fmla="*/ 2722 h 9970"/>
                  <a:gd name="connsiteX3" fmla="*/ 0 w 10000"/>
                  <a:gd name="connsiteY3" fmla="*/ 2722 h 9970"/>
                  <a:gd name="connsiteX4" fmla="*/ 0 w 10000"/>
                  <a:gd name="connsiteY4" fmla="*/ 2722 h 9970"/>
                  <a:gd name="connsiteX5" fmla="*/ 54 w 10000"/>
                  <a:gd name="connsiteY5" fmla="*/ 2745 h 9970"/>
                  <a:gd name="connsiteX6" fmla="*/ 216 w 10000"/>
                  <a:gd name="connsiteY6" fmla="*/ 2745 h 9970"/>
                  <a:gd name="connsiteX7" fmla="*/ 728 w 10000"/>
                  <a:gd name="connsiteY7" fmla="*/ 2745 h 9970"/>
                  <a:gd name="connsiteX8" fmla="*/ 1590 w 10000"/>
                  <a:gd name="connsiteY8" fmla="*/ 2722 h 9970"/>
                  <a:gd name="connsiteX9" fmla="*/ 1590 w 10000"/>
                  <a:gd name="connsiteY9" fmla="*/ 2722 h 9970"/>
                  <a:gd name="connsiteX10" fmla="*/ 1267 w 10000"/>
                  <a:gd name="connsiteY10" fmla="*/ 3846 h 9970"/>
                  <a:gd name="connsiteX11" fmla="*/ 863 w 10000"/>
                  <a:gd name="connsiteY11" fmla="*/ 5314 h 9970"/>
                  <a:gd name="connsiteX12" fmla="*/ 863 w 10000"/>
                  <a:gd name="connsiteY12" fmla="*/ 5314 h 9970"/>
                  <a:gd name="connsiteX13" fmla="*/ 1456 w 10000"/>
                  <a:gd name="connsiteY13" fmla="*/ 4970 h 9970"/>
                  <a:gd name="connsiteX14" fmla="*/ 2022 w 10000"/>
                  <a:gd name="connsiteY14" fmla="*/ 4695 h 9970"/>
                  <a:gd name="connsiteX15" fmla="*/ 2561 w 10000"/>
                  <a:gd name="connsiteY15" fmla="*/ 4488 h 9970"/>
                  <a:gd name="connsiteX16" fmla="*/ 2561 w 10000"/>
                  <a:gd name="connsiteY16" fmla="*/ 4488 h 9970"/>
                  <a:gd name="connsiteX17" fmla="*/ 3827 w 10000"/>
                  <a:gd name="connsiteY17" fmla="*/ 6897 h 9970"/>
                  <a:gd name="connsiteX18" fmla="*/ 4852 w 10000"/>
                  <a:gd name="connsiteY18" fmla="*/ 8777 h 9970"/>
                  <a:gd name="connsiteX19" fmla="*/ 5283 w 10000"/>
                  <a:gd name="connsiteY19" fmla="*/ 9488 h 9970"/>
                  <a:gd name="connsiteX20" fmla="*/ 5580 w 10000"/>
                  <a:gd name="connsiteY20" fmla="*/ 9970 h 9970"/>
                  <a:gd name="connsiteX21" fmla="*/ 5580 w 10000"/>
                  <a:gd name="connsiteY21" fmla="*/ 9970 h 9970"/>
                  <a:gd name="connsiteX22" fmla="*/ 6011 w 10000"/>
                  <a:gd name="connsiteY22" fmla="*/ 9076 h 9970"/>
                  <a:gd name="connsiteX23" fmla="*/ 6900 w 10000"/>
                  <a:gd name="connsiteY23" fmla="*/ 7103 h 9970"/>
                  <a:gd name="connsiteX24" fmla="*/ 7358 w 10000"/>
                  <a:gd name="connsiteY24" fmla="*/ 6002 h 9970"/>
                  <a:gd name="connsiteX25" fmla="*/ 7763 w 10000"/>
                  <a:gd name="connsiteY25" fmla="*/ 5039 h 9970"/>
                  <a:gd name="connsiteX26" fmla="*/ 8059 w 10000"/>
                  <a:gd name="connsiteY26" fmla="*/ 4282 h 9970"/>
                  <a:gd name="connsiteX27" fmla="*/ 8086 w 10000"/>
                  <a:gd name="connsiteY27" fmla="*/ 4030 h 9970"/>
                  <a:gd name="connsiteX28" fmla="*/ 8086 w 10000"/>
                  <a:gd name="connsiteY28" fmla="*/ 3892 h 9970"/>
                  <a:gd name="connsiteX29" fmla="*/ 8086 w 10000"/>
                  <a:gd name="connsiteY29" fmla="*/ 3892 h 9970"/>
                  <a:gd name="connsiteX30" fmla="*/ 8491 w 10000"/>
                  <a:gd name="connsiteY30" fmla="*/ 4030 h 9970"/>
                  <a:gd name="connsiteX31" fmla="*/ 9191 w 10000"/>
                  <a:gd name="connsiteY31" fmla="*/ 4213 h 9970"/>
                  <a:gd name="connsiteX32" fmla="*/ 9191 w 10000"/>
                  <a:gd name="connsiteY32" fmla="*/ 4213 h 9970"/>
                  <a:gd name="connsiteX33" fmla="*/ 9218 w 10000"/>
                  <a:gd name="connsiteY33" fmla="*/ 4213 h 9970"/>
                  <a:gd name="connsiteX34" fmla="*/ 9218 w 10000"/>
                  <a:gd name="connsiteY34" fmla="*/ 4144 h 9970"/>
                  <a:gd name="connsiteX35" fmla="*/ 9137 w 10000"/>
                  <a:gd name="connsiteY35" fmla="*/ 3892 h 9970"/>
                  <a:gd name="connsiteX36" fmla="*/ 8787 w 10000"/>
                  <a:gd name="connsiteY36" fmla="*/ 3089 h 9970"/>
                  <a:gd name="connsiteX37" fmla="*/ 8140 w 10000"/>
                  <a:gd name="connsiteY37" fmla="*/ 1942 h 9970"/>
                  <a:gd name="connsiteX38" fmla="*/ 8140 w 10000"/>
                  <a:gd name="connsiteY38" fmla="*/ 1942 h 9970"/>
                  <a:gd name="connsiteX39" fmla="*/ 8868 w 10000"/>
                  <a:gd name="connsiteY39" fmla="*/ 1988 h 9970"/>
                  <a:gd name="connsiteX40" fmla="*/ 9488 w 10000"/>
                  <a:gd name="connsiteY40" fmla="*/ 1988 h 9970"/>
                  <a:gd name="connsiteX41" fmla="*/ 10000 w 10000"/>
                  <a:gd name="connsiteY41" fmla="*/ 1942 h 9970"/>
                  <a:gd name="connsiteX42" fmla="*/ 5502 w 10000"/>
                  <a:gd name="connsiteY42" fmla="*/ 0 h 9970"/>
                  <a:gd name="connsiteX43" fmla="*/ 3426 w 10000"/>
                  <a:gd name="connsiteY43" fmla="*/ 47 h 9970"/>
                  <a:gd name="connsiteX0" fmla="*/ 3426 w 10000"/>
                  <a:gd name="connsiteY0" fmla="*/ 47 h 10000"/>
                  <a:gd name="connsiteX1" fmla="*/ 0 w 10000"/>
                  <a:gd name="connsiteY1" fmla="*/ 2730 h 10000"/>
                  <a:gd name="connsiteX2" fmla="*/ 0 w 10000"/>
                  <a:gd name="connsiteY2" fmla="*/ 2730 h 10000"/>
                  <a:gd name="connsiteX3" fmla="*/ 0 w 10000"/>
                  <a:gd name="connsiteY3" fmla="*/ 2730 h 10000"/>
                  <a:gd name="connsiteX4" fmla="*/ 54 w 10000"/>
                  <a:gd name="connsiteY4" fmla="*/ 2753 h 10000"/>
                  <a:gd name="connsiteX5" fmla="*/ 216 w 10000"/>
                  <a:gd name="connsiteY5" fmla="*/ 2753 h 10000"/>
                  <a:gd name="connsiteX6" fmla="*/ 728 w 10000"/>
                  <a:gd name="connsiteY6" fmla="*/ 2753 h 10000"/>
                  <a:gd name="connsiteX7" fmla="*/ 1590 w 10000"/>
                  <a:gd name="connsiteY7" fmla="*/ 2730 h 10000"/>
                  <a:gd name="connsiteX8" fmla="*/ 1590 w 10000"/>
                  <a:gd name="connsiteY8" fmla="*/ 2730 h 10000"/>
                  <a:gd name="connsiteX9" fmla="*/ 1267 w 10000"/>
                  <a:gd name="connsiteY9" fmla="*/ 3858 h 10000"/>
                  <a:gd name="connsiteX10" fmla="*/ 863 w 10000"/>
                  <a:gd name="connsiteY10" fmla="*/ 5330 h 10000"/>
                  <a:gd name="connsiteX11" fmla="*/ 863 w 10000"/>
                  <a:gd name="connsiteY11" fmla="*/ 5330 h 10000"/>
                  <a:gd name="connsiteX12" fmla="*/ 1456 w 10000"/>
                  <a:gd name="connsiteY12" fmla="*/ 4985 h 10000"/>
                  <a:gd name="connsiteX13" fmla="*/ 2022 w 10000"/>
                  <a:gd name="connsiteY13" fmla="*/ 4709 h 10000"/>
                  <a:gd name="connsiteX14" fmla="*/ 2561 w 10000"/>
                  <a:gd name="connsiteY14" fmla="*/ 4502 h 10000"/>
                  <a:gd name="connsiteX15" fmla="*/ 2561 w 10000"/>
                  <a:gd name="connsiteY15" fmla="*/ 4502 h 10000"/>
                  <a:gd name="connsiteX16" fmla="*/ 3827 w 10000"/>
                  <a:gd name="connsiteY16" fmla="*/ 6918 h 10000"/>
                  <a:gd name="connsiteX17" fmla="*/ 4852 w 10000"/>
                  <a:gd name="connsiteY17" fmla="*/ 8803 h 10000"/>
                  <a:gd name="connsiteX18" fmla="*/ 5283 w 10000"/>
                  <a:gd name="connsiteY18" fmla="*/ 9517 h 10000"/>
                  <a:gd name="connsiteX19" fmla="*/ 5580 w 10000"/>
                  <a:gd name="connsiteY19" fmla="*/ 10000 h 10000"/>
                  <a:gd name="connsiteX20" fmla="*/ 5580 w 10000"/>
                  <a:gd name="connsiteY20" fmla="*/ 10000 h 10000"/>
                  <a:gd name="connsiteX21" fmla="*/ 6011 w 10000"/>
                  <a:gd name="connsiteY21" fmla="*/ 9103 h 10000"/>
                  <a:gd name="connsiteX22" fmla="*/ 6900 w 10000"/>
                  <a:gd name="connsiteY22" fmla="*/ 7124 h 10000"/>
                  <a:gd name="connsiteX23" fmla="*/ 7358 w 10000"/>
                  <a:gd name="connsiteY23" fmla="*/ 6020 h 10000"/>
                  <a:gd name="connsiteX24" fmla="*/ 7763 w 10000"/>
                  <a:gd name="connsiteY24" fmla="*/ 5054 h 10000"/>
                  <a:gd name="connsiteX25" fmla="*/ 8059 w 10000"/>
                  <a:gd name="connsiteY25" fmla="*/ 4295 h 10000"/>
                  <a:gd name="connsiteX26" fmla="*/ 8086 w 10000"/>
                  <a:gd name="connsiteY26" fmla="*/ 4042 h 10000"/>
                  <a:gd name="connsiteX27" fmla="*/ 8086 w 10000"/>
                  <a:gd name="connsiteY27" fmla="*/ 3904 h 10000"/>
                  <a:gd name="connsiteX28" fmla="*/ 8086 w 10000"/>
                  <a:gd name="connsiteY28" fmla="*/ 3904 h 10000"/>
                  <a:gd name="connsiteX29" fmla="*/ 8491 w 10000"/>
                  <a:gd name="connsiteY29" fmla="*/ 4042 h 10000"/>
                  <a:gd name="connsiteX30" fmla="*/ 9191 w 10000"/>
                  <a:gd name="connsiteY30" fmla="*/ 4226 h 10000"/>
                  <a:gd name="connsiteX31" fmla="*/ 9191 w 10000"/>
                  <a:gd name="connsiteY31" fmla="*/ 4226 h 10000"/>
                  <a:gd name="connsiteX32" fmla="*/ 9218 w 10000"/>
                  <a:gd name="connsiteY32" fmla="*/ 4226 h 10000"/>
                  <a:gd name="connsiteX33" fmla="*/ 9218 w 10000"/>
                  <a:gd name="connsiteY33" fmla="*/ 4156 h 10000"/>
                  <a:gd name="connsiteX34" fmla="*/ 9137 w 10000"/>
                  <a:gd name="connsiteY34" fmla="*/ 3904 h 10000"/>
                  <a:gd name="connsiteX35" fmla="*/ 8787 w 10000"/>
                  <a:gd name="connsiteY35" fmla="*/ 3098 h 10000"/>
                  <a:gd name="connsiteX36" fmla="*/ 8140 w 10000"/>
                  <a:gd name="connsiteY36" fmla="*/ 1948 h 10000"/>
                  <a:gd name="connsiteX37" fmla="*/ 8140 w 10000"/>
                  <a:gd name="connsiteY37" fmla="*/ 1948 h 10000"/>
                  <a:gd name="connsiteX38" fmla="*/ 8868 w 10000"/>
                  <a:gd name="connsiteY38" fmla="*/ 1994 h 10000"/>
                  <a:gd name="connsiteX39" fmla="*/ 9488 w 10000"/>
                  <a:gd name="connsiteY39" fmla="*/ 1994 h 10000"/>
                  <a:gd name="connsiteX40" fmla="*/ 10000 w 10000"/>
                  <a:gd name="connsiteY40" fmla="*/ 1948 h 10000"/>
                  <a:gd name="connsiteX41" fmla="*/ 5502 w 10000"/>
                  <a:gd name="connsiteY41" fmla="*/ 0 h 10000"/>
                  <a:gd name="connsiteX42" fmla="*/ 3426 w 10000"/>
                  <a:gd name="connsiteY42" fmla="*/ 47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0000" h="10000">
                    <a:moveTo>
                      <a:pt x="3426" y="47"/>
                    </a:moveTo>
                    <a:lnTo>
                      <a:pt x="0" y="2730"/>
                    </a:lnTo>
                    <a:lnTo>
                      <a:pt x="0" y="2730"/>
                    </a:lnTo>
                    <a:lnTo>
                      <a:pt x="0" y="2730"/>
                    </a:lnTo>
                    <a:cubicBezTo>
                      <a:pt x="18" y="2738"/>
                      <a:pt x="36" y="2745"/>
                      <a:pt x="54" y="2753"/>
                    </a:cubicBezTo>
                    <a:lnTo>
                      <a:pt x="216" y="2753"/>
                    </a:lnTo>
                    <a:lnTo>
                      <a:pt x="728" y="2753"/>
                    </a:lnTo>
                    <a:lnTo>
                      <a:pt x="1590" y="2730"/>
                    </a:lnTo>
                    <a:lnTo>
                      <a:pt x="1590" y="2730"/>
                    </a:lnTo>
                    <a:cubicBezTo>
                      <a:pt x="1482" y="3106"/>
                      <a:pt x="1375" y="3482"/>
                      <a:pt x="1267" y="3858"/>
                    </a:cubicBezTo>
                    <a:cubicBezTo>
                      <a:pt x="1132" y="4348"/>
                      <a:pt x="998" y="4840"/>
                      <a:pt x="863" y="5330"/>
                    </a:cubicBezTo>
                    <a:lnTo>
                      <a:pt x="863" y="5330"/>
                    </a:lnTo>
                    <a:lnTo>
                      <a:pt x="1456" y="4985"/>
                    </a:lnTo>
                    <a:lnTo>
                      <a:pt x="2022" y="4709"/>
                    </a:lnTo>
                    <a:lnTo>
                      <a:pt x="2561" y="4502"/>
                    </a:lnTo>
                    <a:lnTo>
                      <a:pt x="2561" y="4502"/>
                    </a:lnTo>
                    <a:lnTo>
                      <a:pt x="3827" y="6918"/>
                    </a:lnTo>
                    <a:lnTo>
                      <a:pt x="4852" y="8803"/>
                    </a:lnTo>
                    <a:lnTo>
                      <a:pt x="5283" y="9517"/>
                    </a:lnTo>
                    <a:lnTo>
                      <a:pt x="5580" y="10000"/>
                    </a:lnTo>
                    <a:lnTo>
                      <a:pt x="5580" y="10000"/>
                    </a:lnTo>
                    <a:lnTo>
                      <a:pt x="6011" y="9103"/>
                    </a:lnTo>
                    <a:lnTo>
                      <a:pt x="6900" y="7124"/>
                    </a:lnTo>
                    <a:lnTo>
                      <a:pt x="7358" y="6020"/>
                    </a:lnTo>
                    <a:lnTo>
                      <a:pt x="7763" y="5054"/>
                    </a:lnTo>
                    <a:lnTo>
                      <a:pt x="8059" y="4295"/>
                    </a:lnTo>
                    <a:cubicBezTo>
                      <a:pt x="8068" y="4211"/>
                      <a:pt x="8077" y="4126"/>
                      <a:pt x="8086" y="4042"/>
                    </a:cubicBezTo>
                    <a:lnTo>
                      <a:pt x="8086" y="3904"/>
                    </a:lnTo>
                    <a:lnTo>
                      <a:pt x="8086" y="3904"/>
                    </a:lnTo>
                    <a:lnTo>
                      <a:pt x="8491" y="4042"/>
                    </a:lnTo>
                    <a:lnTo>
                      <a:pt x="9191" y="4226"/>
                    </a:lnTo>
                    <a:lnTo>
                      <a:pt x="9191" y="4226"/>
                    </a:lnTo>
                    <a:lnTo>
                      <a:pt x="9218" y="4226"/>
                    </a:lnTo>
                    <a:lnTo>
                      <a:pt x="9218" y="4156"/>
                    </a:lnTo>
                    <a:lnTo>
                      <a:pt x="9137" y="3904"/>
                    </a:lnTo>
                    <a:lnTo>
                      <a:pt x="8787" y="3098"/>
                    </a:lnTo>
                    <a:lnTo>
                      <a:pt x="8140" y="1948"/>
                    </a:lnTo>
                    <a:lnTo>
                      <a:pt x="8140" y="1948"/>
                    </a:lnTo>
                    <a:lnTo>
                      <a:pt x="8868" y="1994"/>
                    </a:lnTo>
                    <a:lnTo>
                      <a:pt x="9488" y="1994"/>
                    </a:lnTo>
                    <a:lnTo>
                      <a:pt x="10000" y="1948"/>
                    </a:lnTo>
                    <a:lnTo>
                      <a:pt x="5502" y="0"/>
                    </a:lnTo>
                    <a:lnTo>
                      <a:pt x="3426" y="47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3" name="Group 135">
              <a:extLst>
                <a:ext uri="{FF2B5EF4-FFF2-40B4-BE49-F238E27FC236}">
                  <a16:creationId xmlns:a16="http://schemas.microsoft.com/office/drawing/2014/main" id="{C8237760-4F2E-4825-8761-1F9F1784CB81}"/>
                </a:ext>
              </a:extLst>
            </p:cNvPr>
            <p:cNvGrpSpPr/>
            <p:nvPr/>
          </p:nvGrpSpPr>
          <p:grpSpPr>
            <a:xfrm>
              <a:off x="3191105" y="1824506"/>
              <a:ext cx="535519" cy="812950"/>
              <a:chOff x="3183962" y="1814982"/>
              <a:chExt cx="535519" cy="812950"/>
            </a:xfrm>
          </p:grpSpPr>
          <p:sp>
            <p:nvSpPr>
              <p:cNvPr id="157" name="Freeform: Shape 140">
                <a:extLst>
                  <a:ext uri="{FF2B5EF4-FFF2-40B4-BE49-F238E27FC236}">
                    <a16:creationId xmlns:a16="http://schemas.microsoft.com/office/drawing/2014/main" id="{54CE4BAD-D161-411E-A56B-81B11377A88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35251" y="2528792"/>
                <a:ext cx="91117" cy="99140"/>
              </a:xfrm>
              <a:custGeom>
                <a:avLst/>
                <a:gdLst>
                  <a:gd name="T0" fmla="*/ 100 w 106"/>
                  <a:gd name="T1" fmla="*/ 26 h 80"/>
                  <a:gd name="T2" fmla="*/ 100 w 106"/>
                  <a:gd name="T3" fmla="*/ 26 h 80"/>
                  <a:gd name="T4" fmla="*/ 101 w 106"/>
                  <a:gd name="T5" fmla="*/ 32 h 80"/>
                  <a:gd name="T6" fmla="*/ 104 w 106"/>
                  <a:gd name="T7" fmla="*/ 48 h 80"/>
                  <a:gd name="T8" fmla="*/ 106 w 106"/>
                  <a:gd name="T9" fmla="*/ 58 h 80"/>
                  <a:gd name="T10" fmla="*/ 106 w 106"/>
                  <a:gd name="T11" fmla="*/ 65 h 80"/>
                  <a:gd name="T12" fmla="*/ 103 w 106"/>
                  <a:gd name="T13" fmla="*/ 73 h 80"/>
                  <a:gd name="T14" fmla="*/ 100 w 106"/>
                  <a:gd name="T15" fmla="*/ 77 h 80"/>
                  <a:gd name="T16" fmla="*/ 100 w 106"/>
                  <a:gd name="T17" fmla="*/ 77 h 80"/>
                  <a:gd name="T18" fmla="*/ 97 w 106"/>
                  <a:gd name="T19" fmla="*/ 79 h 80"/>
                  <a:gd name="T20" fmla="*/ 94 w 106"/>
                  <a:gd name="T21" fmla="*/ 80 h 80"/>
                  <a:gd name="T22" fmla="*/ 88 w 106"/>
                  <a:gd name="T23" fmla="*/ 79 h 80"/>
                  <a:gd name="T24" fmla="*/ 79 w 106"/>
                  <a:gd name="T25" fmla="*/ 76 h 80"/>
                  <a:gd name="T26" fmla="*/ 71 w 106"/>
                  <a:gd name="T27" fmla="*/ 71 h 80"/>
                  <a:gd name="T28" fmla="*/ 56 w 106"/>
                  <a:gd name="T29" fmla="*/ 59 h 80"/>
                  <a:gd name="T30" fmla="*/ 47 w 106"/>
                  <a:gd name="T31" fmla="*/ 48 h 80"/>
                  <a:gd name="T32" fmla="*/ 47 w 106"/>
                  <a:gd name="T33" fmla="*/ 48 h 80"/>
                  <a:gd name="T34" fmla="*/ 48 w 106"/>
                  <a:gd name="T35" fmla="*/ 53 h 80"/>
                  <a:gd name="T36" fmla="*/ 50 w 106"/>
                  <a:gd name="T37" fmla="*/ 64 h 80"/>
                  <a:gd name="T38" fmla="*/ 48 w 106"/>
                  <a:gd name="T39" fmla="*/ 70 h 80"/>
                  <a:gd name="T40" fmla="*/ 47 w 106"/>
                  <a:gd name="T41" fmla="*/ 76 h 80"/>
                  <a:gd name="T42" fmla="*/ 45 w 106"/>
                  <a:gd name="T43" fmla="*/ 79 h 80"/>
                  <a:gd name="T44" fmla="*/ 41 w 106"/>
                  <a:gd name="T45" fmla="*/ 80 h 80"/>
                  <a:gd name="T46" fmla="*/ 41 w 106"/>
                  <a:gd name="T47" fmla="*/ 80 h 80"/>
                  <a:gd name="T48" fmla="*/ 38 w 106"/>
                  <a:gd name="T49" fmla="*/ 79 h 80"/>
                  <a:gd name="T50" fmla="*/ 35 w 106"/>
                  <a:gd name="T51" fmla="*/ 77 h 80"/>
                  <a:gd name="T52" fmla="*/ 27 w 106"/>
                  <a:gd name="T53" fmla="*/ 71 h 80"/>
                  <a:gd name="T54" fmla="*/ 21 w 106"/>
                  <a:gd name="T55" fmla="*/ 62 h 80"/>
                  <a:gd name="T56" fmla="*/ 15 w 106"/>
                  <a:gd name="T57" fmla="*/ 53 h 80"/>
                  <a:gd name="T58" fmla="*/ 5 w 106"/>
                  <a:gd name="T59" fmla="*/ 35 h 80"/>
                  <a:gd name="T60" fmla="*/ 0 w 106"/>
                  <a:gd name="T61" fmla="*/ 26 h 80"/>
                  <a:gd name="T62" fmla="*/ 0 w 106"/>
                  <a:gd name="T63" fmla="*/ 26 h 80"/>
                  <a:gd name="T64" fmla="*/ 6 w 106"/>
                  <a:gd name="T65" fmla="*/ 18 h 80"/>
                  <a:gd name="T66" fmla="*/ 14 w 106"/>
                  <a:gd name="T67" fmla="*/ 11 h 80"/>
                  <a:gd name="T68" fmla="*/ 24 w 106"/>
                  <a:gd name="T69" fmla="*/ 5 h 80"/>
                  <a:gd name="T70" fmla="*/ 32 w 106"/>
                  <a:gd name="T71" fmla="*/ 3 h 80"/>
                  <a:gd name="T72" fmla="*/ 39 w 106"/>
                  <a:gd name="T73" fmla="*/ 2 h 80"/>
                  <a:gd name="T74" fmla="*/ 47 w 106"/>
                  <a:gd name="T75" fmla="*/ 0 h 80"/>
                  <a:gd name="T76" fmla="*/ 56 w 106"/>
                  <a:gd name="T77" fmla="*/ 2 h 80"/>
                  <a:gd name="T78" fmla="*/ 65 w 106"/>
                  <a:gd name="T79" fmla="*/ 5 h 80"/>
                  <a:gd name="T80" fmla="*/ 76 w 106"/>
                  <a:gd name="T81" fmla="*/ 9 h 80"/>
                  <a:gd name="T82" fmla="*/ 88 w 106"/>
                  <a:gd name="T83" fmla="*/ 17 h 80"/>
                  <a:gd name="T84" fmla="*/ 100 w 106"/>
                  <a:gd name="T85" fmla="*/ 2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6" h="80">
                    <a:moveTo>
                      <a:pt x="100" y="26"/>
                    </a:moveTo>
                    <a:lnTo>
                      <a:pt x="100" y="26"/>
                    </a:lnTo>
                    <a:lnTo>
                      <a:pt x="101" y="32"/>
                    </a:lnTo>
                    <a:lnTo>
                      <a:pt x="104" y="48"/>
                    </a:lnTo>
                    <a:lnTo>
                      <a:pt x="106" y="58"/>
                    </a:lnTo>
                    <a:lnTo>
                      <a:pt x="106" y="65"/>
                    </a:lnTo>
                    <a:lnTo>
                      <a:pt x="103" y="73"/>
                    </a:lnTo>
                    <a:lnTo>
                      <a:pt x="100" y="77"/>
                    </a:lnTo>
                    <a:lnTo>
                      <a:pt x="100" y="77"/>
                    </a:lnTo>
                    <a:lnTo>
                      <a:pt x="97" y="79"/>
                    </a:lnTo>
                    <a:lnTo>
                      <a:pt x="94" y="80"/>
                    </a:lnTo>
                    <a:lnTo>
                      <a:pt x="88" y="79"/>
                    </a:lnTo>
                    <a:lnTo>
                      <a:pt x="79" y="76"/>
                    </a:lnTo>
                    <a:lnTo>
                      <a:pt x="71" y="71"/>
                    </a:lnTo>
                    <a:lnTo>
                      <a:pt x="56" y="59"/>
                    </a:lnTo>
                    <a:lnTo>
                      <a:pt x="47" y="48"/>
                    </a:lnTo>
                    <a:lnTo>
                      <a:pt x="47" y="48"/>
                    </a:lnTo>
                    <a:lnTo>
                      <a:pt x="48" y="53"/>
                    </a:lnTo>
                    <a:lnTo>
                      <a:pt x="50" y="64"/>
                    </a:lnTo>
                    <a:lnTo>
                      <a:pt x="48" y="70"/>
                    </a:lnTo>
                    <a:lnTo>
                      <a:pt x="47" y="76"/>
                    </a:lnTo>
                    <a:lnTo>
                      <a:pt x="45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38" y="79"/>
                    </a:lnTo>
                    <a:lnTo>
                      <a:pt x="35" y="77"/>
                    </a:lnTo>
                    <a:lnTo>
                      <a:pt x="27" y="71"/>
                    </a:lnTo>
                    <a:lnTo>
                      <a:pt x="21" y="62"/>
                    </a:lnTo>
                    <a:lnTo>
                      <a:pt x="15" y="53"/>
                    </a:lnTo>
                    <a:lnTo>
                      <a:pt x="5" y="35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6" y="18"/>
                    </a:lnTo>
                    <a:lnTo>
                      <a:pt x="14" y="11"/>
                    </a:lnTo>
                    <a:lnTo>
                      <a:pt x="24" y="5"/>
                    </a:lnTo>
                    <a:lnTo>
                      <a:pt x="32" y="3"/>
                    </a:lnTo>
                    <a:lnTo>
                      <a:pt x="39" y="2"/>
                    </a:lnTo>
                    <a:lnTo>
                      <a:pt x="47" y="0"/>
                    </a:lnTo>
                    <a:lnTo>
                      <a:pt x="56" y="2"/>
                    </a:lnTo>
                    <a:lnTo>
                      <a:pt x="65" y="5"/>
                    </a:lnTo>
                    <a:lnTo>
                      <a:pt x="76" y="9"/>
                    </a:lnTo>
                    <a:lnTo>
                      <a:pt x="88" y="17"/>
                    </a:lnTo>
                    <a:lnTo>
                      <a:pt x="100" y="26"/>
                    </a:lnTo>
                    <a:close/>
                  </a:path>
                </a:pathLst>
              </a:custGeom>
              <a:solidFill>
                <a:srgbClr val="735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Freeform: Shape 141">
                <a:extLst>
                  <a:ext uri="{FF2B5EF4-FFF2-40B4-BE49-F238E27FC236}">
                    <a16:creationId xmlns:a16="http://schemas.microsoft.com/office/drawing/2014/main" id="{1D9C2D97-A651-473D-B049-1F5BA5FDABB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00294" y="1814982"/>
                <a:ext cx="519187" cy="400279"/>
              </a:xfrm>
              <a:custGeom>
                <a:avLst/>
                <a:gdLst>
                  <a:gd name="T0" fmla="*/ 625 w 625"/>
                  <a:gd name="T1" fmla="*/ 184 h 323"/>
                  <a:gd name="T2" fmla="*/ 610 w 625"/>
                  <a:gd name="T3" fmla="*/ 152 h 323"/>
                  <a:gd name="T4" fmla="*/ 588 w 625"/>
                  <a:gd name="T5" fmla="*/ 122 h 323"/>
                  <a:gd name="T6" fmla="*/ 575 w 625"/>
                  <a:gd name="T7" fmla="*/ 106 h 323"/>
                  <a:gd name="T8" fmla="*/ 543 w 625"/>
                  <a:gd name="T9" fmla="*/ 77 h 323"/>
                  <a:gd name="T10" fmla="*/ 509 w 625"/>
                  <a:gd name="T11" fmla="*/ 53 h 323"/>
                  <a:gd name="T12" fmla="*/ 471 w 625"/>
                  <a:gd name="T13" fmla="*/ 33 h 323"/>
                  <a:gd name="T14" fmla="*/ 429 w 625"/>
                  <a:gd name="T15" fmla="*/ 17 h 323"/>
                  <a:gd name="T16" fmla="*/ 386 w 625"/>
                  <a:gd name="T17" fmla="*/ 6 h 323"/>
                  <a:gd name="T18" fmla="*/ 343 w 625"/>
                  <a:gd name="T19" fmla="*/ 0 h 323"/>
                  <a:gd name="T20" fmla="*/ 297 w 625"/>
                  <a:gd name="T21" fmla="*/ 0 h 323"/>
                  <a:gd name="T22" fmla="*/ 254 w 625"/>
                  <a:gd name="T23" fmla="*/ 5 h 323"/>
                  <a:gd name="T24" fmla="*/ 210 w 625"/>
                  <a:gd name="T25" fmla="*/ 17 h 323"/>
                  <a:gd name="T26" fmla="*/ 169 w 625"/>
                  <a:gd name="T27" fmla="*/ 33 h 323"/>
                  <a:gd name="T28" fmla="*/ 130 w 625"/>
                  <a:gd name="T29" fmla="*/ 56 h 323"/>
                  <a:gd name="T30" fmla="*/ 94 w 625"/>
                  <a:gd name="T31" fmla="*/ 86 h 323"/>
                  <a:gd name="T32" fmla="*/ 60 w 625"/>
                  <a:gd name="T33" fmla="*/ 122 h 323"/>
                  <a:gd name="T34" fmla="*/ 33 w 625"/>
                  <a:gd name="T35" fmla="*/ 166 h 323"/>
                  <a:gd name="T36" fmla="*/ 9 w 625"/>
                  <a:gd name="T37" fmla="*/ 216 h 323"/>
                  <a:gd name="T38" fmla="*/ 0 w 625"/>
                  <a:gd name="T39" fmla="*/ 244 h 323"/>
                  <a:gd name="T40" fmla="*/ 21 w 625"/>
                  <a:gd name="T41" fmla="*/ 255 h 323"/>
                  <a:gd name="T42" fmla="*/ 33 w 625"/>
                  <a:gd name="T43" fmla="*/ 219 h 323"/>
                  <a:gd name="T44" fmla="*/ 39 w 625"/>
                  <a:gd name="T45" fmla="*/ 214 h 323"/>
                  <a:gd name="T46" fmla="*/ 71 w 625"/>
                  <a:gd name="T47" fmla="*/ 201 h 323"/>
                  <a:gd name="T48" fmla="*/ 106 w 625"/>
                  <a:gd name="T49" fmla="*/ 192 h 323"/>
                  <a:gd name="T50" fmla="*/ 151 w 625"/>
                  <a:gd name="T51" fmla="*/ 186 h 323"/>
                  <a:gd name="T52" fmla="*/ 204 w 625"/>
                  <a:gd name="T53" fmla="*/ 186 h 323"/>
                  <a:gd name="T54" fmla="*/ 266 w 625"/>
                  <a:gd name="T55" fmla="*/ 198 h 323"/>
                  <a:gd name="T56" fmla="*/ 335 w 625"/>
                  <a:gd name="T57" fmla="*/ 222 h 323"/>
                  <a:gd name="T58" fmla="*/ 373 w 625"/>
                  <a:gd name="T59" fmla="*/ 241 h 323"/>
                  <a:gd name="T60" fmla="*/ 383 w 625"/>
                  <a:gd name="T61" fmla="*/ 261 h 323"/>
                  <a:gd name="T62" fmla="*/ 392 w 625"/>
                  <a:gd name="T63" fmla="*/ 287 h 323"/>
                  <a:gd name="T64" fmla="*/ 398 w 625"/>
                  <a:gd name="T65" fmla="*/ 323 h 323"/>
                  <a:gd name="T66" fmla="*/ 427 w 625"/>
                  <a:gd name="T67" fmla="*/ 315 h 323"/>
                  <a:gd name="T68" fmla="*/ 484 w 625"/>
                  <a:gd name="T69" fmla="*/ 291 h 323"/>
                  <a:gd name="T70" fmla="*/ 542 w 625"/>
                  <a:gd name="T71" fmla="*/ 258 h 323"/>
                  <a:gd name="T72" fmla="*/ 598 w 625"/>
                  <a:gd name="T73" fmla="*/ 211 h 323"/>
                  <a:gd name="connsiteX0" fmla="*/ 10000 w 10000"/>
                  <a:gd name="connsiteY0" fmla="*/ 5697 h 10000"/>
                  <a:gd name="connsiteX1" fmla="*/ 10000 w 10000"/>
                  <a:gd name="connsiteY1" fmla="*/ 5697 h 10000"/>
                  <a:gd name="connsiteX2" fmla="*/ 9904 w 10000"/>
                  <a:gd name="connsiteY2" fmla="*/ 5170 h 10000"/>
                  <a:gd name="connsiteX3" fmla="*/ 9760 w 10000"/>
                  <a:gd name="connsiteY3" fmla="*/ 4706 h 10000"/>
                  <a:gd name="connsiteX4" fmla="*/ 9584 w 10000"/>
                  <a:gd name="connsiteY4" fmla="*/ 4241 h 10000"/>
                  <a:gd name="connsiteX5" fmla="*/ 9408 w 10000"/>
                  <a:gd name="connsiteY5" fmla="*/ 3777 h 10000"/>
                  <a:gd name="connsiteX6" fmla="*/ 9408 w 10000"/>
                  <a:gd name="connsiteY6" fmla="*/ 3777 h 10000"/>
                  <a:gd name="connsiteX7" fmla="*/ 9200 w 10000"/>
                  <a:gd name="connsiteY7" fmla="*/ 3282 h 10000"/>
                  <a:gd name="connsiteX8" fmla="*/ 8960 w 10000"/>
                  <a:gd name="connsiteY8" fmla="*/ 2817 h 10000"/>
                  <a:gd name="connsiteX9" fmla="*/ 8688 w 10000"/>
                  <a:gd name="connsiteY9" fmla="*/ 2384 h 10000"/>
                  <a:gd name="connsiteX10" fmla="*/ 8432 w 10000"/>
                  <a:gd name="connsiteY10" fmla="*/ 2012 h 10000"/>
                  <a:gd name="connsiteX11" fmla="*/ 8144 w 10000"/>
                  <a:gd name="connsiteY11" fmla="*/ 1641 h 10000"/>
                  <a:gd name="connsiteX12" fmla="*/ 7840 w 10000"/>
                  <a:gd name="connsiteY12" fmla="*/ 1300 h 10000"/>
                  <a:gd name="connsiteX13" fmla="*/ 7536 w 10000"/>
                  <a:gd name="connsiteY13" fmla="*/ 1022 h 10000"/>
                  <a:gd name="connsiteX14" fmla="*/ 7200 w 10000"/>
                  <a:gd name="connsiteY14" fmla="*/ 743 h 10000"/>
                  <a:gd name="connsiteX15" fmla="*/ 6864 w 10000"/>
                  <a:gd name="connsiteY15" fmla="*/ 526 h 10000"/>
                  <a:gd name="connsiteX16" fmla="*/ 6512 w 10000"/>
                  <a:gd name="connsiteY16" fmla="*/ 341 h 10000"/>
                  <a:gd name="connsiteX17" fmla="*/ 6176 w 10000"/>
                  <a:gd name="connsiteY17" fmla="*/ 186 h 10000"/>
                  <a:gd name="connsiteX18" fmla="*/ 5840 w 10000"/>
                  <a:gd name="connsiteY18" fmla="*/ 93 h 10000"/>
                  <a:gd name="connsiteX19" fmla="*/ 5488 w 10000"/>
                  <a:gd name="connsiteY19" fmla="*/ 0 h 10000"/>
                  <a:gd name="connsiteX20" fmla="*/ 5120 w 10000"/>
                  <a:gd name="connsiteY20" fmla="*/ 0 h 10000"/>
                  <a:gd name="connsiteX21" fmla="*/ 4752 w 10000"/>
                  <a:gd name="connsiteY21" fmla="*/ 0 h 10000"/>
                  <a:gd name="connsiteX22" fmla="*/ 4416 w 10000"/>
                  <a:gd name="connsiteY22" fmla="*/ 62 h 10000"/>
                  <a:gd name="connsiteX23" fmla="*/ 4064 w 10000"/>
                  <a:gd name="connsiteY23" fmla="*/ 155 h 10000"/>
                  <a:gd name="connsiteX24" fmla="*/ 3712 w 10000"/>
                  <a:gd name="connsiteY24" fmla="*/ 341 h 10000"/>
                  <a:gd name="connsiteX25" fmla="*/ 3360 w 10000"/>
                  <a:gd name="connsiteY25" fmla="*/ 526 h 10000"/>
                  <a:gd name="connsiteX26" fmla="*/ 3024 w 10000"/>
                  <a:gd name="connsiteY26" fmla="*/ 743 h 10000"/>
                  <a:gd name="connsiteX27" fmla="*/ 2704 w 10000"/>
                  <a:gd name="connsiteY27" fmla="*/ 1022 h 10000"/>
                  <a:gd name="connsiteX28" fmla="*/ 2384 w 10000"/>
                  <a:gd name="connsiteY28" fmla="*/ 1362 h 10000"/>
                  <a:gd name="connsiteX29" fmla="*/ 2080 w 10000"/>
                  <a:gd name="connsiteY29" fmla="*/ 1734 h 10000"/>
                  <a:gd name="connsiteX30" fmla="*/ 1760 w 10000"/>
                  <a:gd name="connsiteY30" fmla="*/ 2198 h 10000"/>
                  <a:gd name="connsiteX31" fmla="*/ 1504 w 10000"/>
                  <a:gd name="connsiteY31" fmla="*/ 2663 h 10000"/>
                  <a:gd name="connsiteX32" fmla="*/ 1232 w 10000"/>
                  <a:gd name="connsiteY32" fmla="*/ 3189 h 10000"/>
                  <a:gd name="connsiteX33" fmla="*/ 960 w 10000"/>
                  <a:gd name="connsiteY33" fmla="*/ 3777 h 10000"/>
                  <a:gd name="connsiteX34" fmla="*/ 720 w 10000"/>
                  <a:gd name="connsiteY34" fmla="*/ 4427 h 10000"/>
                  <a:gd name="connsiteX35" fmla="*/ 528 w 10000"/>
                  <a:gd name="connsiteY35" fmla="*/ 5139 h 10000"/>
                  <a:gd name="connsiteX36" fmla="*/ 336 w 10000"/>
                  <a:gd name="connsiteY36" fmla="*/ 5882 h 10000"/>
                  <a:gd name="connsiteX37" fmla="*/ 144 w 10000"/>
                  <a:gd name="connsiteY37" fmla="*/ 6687 h 10000"/>
                  <a:gd name="connsiteX38" fmla="*/ 0 w 10000"/>
                  <a:gd name="connsiteY38" fmla="*/ 7554 h 10000"/>
                  <a:gd name="connsiteX39" fmla="*/ 0 w 10000"/>
                  <a:gd name="connsiteY39" fmla="*/ 7554 h 10000"/>
                  <a:gd name="connsiteX40" fmla="*/ 336 w 10000"/>
                  <a:gd name="connsiteY40" fmla="*/ 7895 h 10000"/>
                  <a:gd name="connsiteX41" fmla="*/ 464 w 10000"/>
                  <a:gd name="connsiteY41" fmla="*/ 7245 h 10000"/>
                  <a:gd name="connsiteX42" fmla="*/ 528 w 10000"/>
                  <a:gd name="connsiteY42" fmla="*/ 6780 h 10000"/>
                  <a:gd name="connsiteX43" fmla="*/ 528 w 10000"/>
                  <a:gd name="connsiteY43" fmla="*/ 6780 h 10000"/>
                  <a:gd name="connsiteX44" fmla="*/ 624 w 10000"/>
                  <a:gd name="connsiteY44" fmla="*/ 6625 h 10000"/>
                  <a:gd name="connsiteX45" fmla="*/ 912 w 10000"/>
                  <a:gd name="connsiteY45" fmla="*/ 6347 h 10000"/>
                  <a:gd name="connsiteX46" fmla="*/ 1136 w 10000"/>
                  <a:gd name="connsiteY46" fmla="*/ 6223 h 10000"/>
                  <a:gd name="connsiteX47" fmla="*/ 1408 w 10000"/>
                  <a:gd name="connsiteY47" fmla="*/ 6068 h 10000"/>
                  <a:gd name="connsiteX48" fmla="*/ 1696 w 10000"/>
                  <a:gd name="connsiteY48" fmla="*/ 5944 h 10000"/>
                  <a:gd name="connsiteX49" fmla="*/ 2032 w 10000"/>
                  <a:gd name="connsiteY49" fmla="*/ 5789 h 10000"/>
                  <a:gd name="connsiteX50" fmla="*/ 2416 w 10000"/>
                  <a:gd name="connsiteY50" fmla="*/ 5759 h 10000"/>
                  <a:gd name="connsiteX51" fmla="*/ 2832 w 10000"/>
                  <a:gd name="connsiteY51" fmla="*/ 5697 h 10000"/>
                  <a:gd name="connsiteX52" fmla="*/ 3264 w 10000"/>
                  <a:gd name="connsiteY52" fmla="*/ 5759 h 10000"/>
                  <a:gd name="connsiteX53" fmla="*/ 3744 w 10000"/>
                  <a:gd name="connsiteY53" fmla="*/ 5882 h 10000"/>
                  <a:gd name="connsiteX54" fmla="*/ 4256 w 10000"/>
                  <a:gd name="connsiteY54" fmla="*/ 6130 h 10000"/>
                  <a:gd name="connsiteX55" fmla="*/ 4800 w 10000"/>
                  <a:gd name="connsiteY55" fmla="*/ 6440 h 10000"/>
                  <a:gd name="connsiteX56" fmla="*/ 5360 w 10000"/>
                  <a:gd name="connsiteY56" fmla="*/ 6873 h 10000"/>
                  <a:gd name="connsiteX57" fmla="*/ 5968 w 10000"/>
                  <a:gd name="connsiteY57" fmla="*/ 7461 h 10000"/>
                  <a:gd name="connsiteX58" fmla="*/ 5968 w 10000"/>
                  <a:gd name="connsiteY58" fmla="*/ 7461 h 10000"/>
                  <a:gd name="connsiteX59" fmla="*/ 6016 w 10000"/>
                  <a:gd name="connsiteY59" fmla="*/ 7616 h 10000"/>
                  <a:gd name="connsiteX60" fmla="*/ 6128 w 10000"/>
                  <a:gd name="connsiteY60" fmla="*/ 8080 h 10000"/>
                  <a:gd name="connsiteX61" fmla="*/ 6208 w 10000"/>
                  <a:gd name="connsiteY61" fmla="*/ 8452 h 10000"/>
                  <a:gd name="connsiteX62" fmla="*/ 6272 w 10000"/>
                  <a:gd name="connsiteY62" fmla="*/ 8885 h 10000"/>
                  <a:gd name="connsiteX63" fmla="*/ 6320 w 10000"/>
                  <a:gd name="connsiteY63" fmla="*/ 9381 h 10000"/>
                  <a:gd name="connsiteX64" fmla="*/ 6368 w 10000"/>
                  <a:gd name="connsiteY64" fmla="*/ 10000 h 10000"/>
                  <a:gd name="connsiteX65" fmla="*/ 6368 w 10000"/>
                  <a:gd name="connsiteY65" fmla="*/ 10000 h 10000"/>
                  <a:gd name="connsiteX66" fmla="*/ 6832 w 10000"/>
                  <a:gd name="connsiteY66" fmla="*/ 9752 h 10000"/>
                  <a:gd name="connsiteX67" fmla="*/ 7296 w 10000"/>
                  <a:gd name="connsiteY67" fmla="*/ 9443 h 10000"/>
                  <a:gd name="connsiteX68" fmla="*/ 7744 w 10000"/>
                  <a:gd name="connsiteY68" fmla="*/ 9009 h 10000"/>
                  <a:gd name="connsiteX69" fmla="*/ 8208 w 10000"/>
                  <a:gd name="connsiteY69" fmla="*/ 8545 h 10000"/>
                  <a:gd name="connsiteX70" fmla="*/ 8672 w 10000"/>
                  <a:gd name="connsiteY70" fmla="*/ 7988 h 10000"/>
                  <a:gd name="connsiteX71" fmla="*/ 9104 w 10000"/>
                  <a:gd name="connsiteY71" fmla="*/ 7337 h 10000"/>
                  <a:gd name="connsiteX72" fmla="*/ 9568 w 10000"/>
                  <a:gd name="connsiteY72" fmla="*/ 6533 h 10000"/>
                  <a:gd name="connsiteX73" fmla="*/ 10000 w 10000"/>
                  <a:gd name="connsiteY73" fmla="*/ 5697 h 10000"/>
                  <a:gd name="connsiteX0" fmla="*/ 10000 w 10000"/>
                  <a:gd name="connsiteY0" fmla="*/ 5697 h 10000"/>
                  <a:gd name="connsiteX1" fmla="*/ 10000 w 10000"/>
                  <a:gd name="connsiteY1" fmla="*/ 5697 h 10000"/>
                  <a:gd name="connsiteX2" fmla="*/ 9904 w 10000"/>
                  <a:gd name="connsiteY2" fmla="*/ 5170 h 10000"/>
                  <a:gd name="connsiteX3" fmla="*/ 9760 w 10000"/>
                  <a:gd name="connsiteY3" fmla="*/ 4706 h 10000"/>
                  <a:gd name="connsiteX4" fmla="*/ 9584 w 10000"/>
                  <a:gd name="connsiteY4" fmla="*/ 4241 h 10000"/>
                  <a:gd name="connsiteX5" fmla="*/ 9408 w 10000"/>
                  <a:gd name="connsiteY5" fmla="*/ 3777 h 10000"/>
                  <a:gd name="connsiteX6" fmla="*/ 9408 w 10000"/>
                  <a:gd name="connsiteY6" fmla="*/ 3777 h 10000"/>
                  <a:gd name="connsiteX7" fmla="*/ 9200 w 10000"/>
                  <a:gd name="connsiteY7" fmla="*/ 3282 h 10000"/>
                  <a:gd name="connsiteX8" fmla="*/ 8960 w 10000"/>
                  <a:gd name="connsiteY8" fmla="*/ 2817 h 10000"/>
                  <a:gd name="connsiteX9" fmla="*/ 8688 w 10000"/>
                  <a:gd name="connsiteY9" fmla="*/ 2384 h 10000"/>
                  <a:gd name="connsiteX10" fmla="*/ 8432 w 10000"/>
                  <a:gd name="connsiteY10" fmla="*/ 2012 h 10000"/>
                  <a:gd name="connsiteX11" fmla="*/ 8144 w 10000"/>
                  <a:gd name="connsiteY11" fmla="*/ 1641 h 10000"/>
                  <a:gd name="connsiteX12" fmla="*/ 7840 w 10000"/>
                  <a:gd name="connsiteY12" fmla="*/ 1300 h 10000"/>
                  <a:gd name="connsiteX13" fmla="*/ 7536 w 10000"/>
                  <a:gd name="connsiteY13" fmla="*/ 1022 h 10000"/>
                  <a:gd name="connsiteX14" fmla="*/ 7200 w 10000"/>
                  <a:gd name="connsiteY14" fmla="*/ 743 h 10000"/>
                  <a:gd name="connsiteX15" fmla="*/ 6864 w 10000"/>
                  <a:gd name="connsiteY15" fmla="*/ 526 h 10000"/>
                  <a:gd name="connsiteX16" fmla="*/ 6512 w 10000"/>
                  <a:gd name="connsiteY16" fmla="*/ 341 h 10000"/>
                  <a:gd name="connsiteX17" fmla="*/ 6176 w 10000"/>
                  <a:gd name="connsiteY17" fmla="*/ 186 h 10000"/>
                  <a:gd name="connsiteX18" fmla="*/ 5840 w 10000"/>
                  <a:gd name="connsiteY18" fmla="*/ 93 h 10000"/>
                  <a:gd name="connsiteX19" fmla="*/ 5488 w 10000"/>
                  <a:gd name="connsiteY19" fmla="*/ 0 h 10000"/>
                  <a:gd name="connsiteX20" fmla="*/ 5120 w 10000"/>
                  <a:gd name="connsiteY20" fmla="*/ 0 h 10000"/>
                  <a:gd name="connsiteX21" fmla="*/ 4752 w 10000"/>
                  <a:gd name="connsiteY21" fmla="*/ 0 h 10000"/>
                  <a:gd name="connsiteX22" fmla="*/ 4416 w 10000"/>
                  <a:gd name="connsiteY22" fmla="*/ 62 h 10000"/>
                  <a:gd name="connsiteX23" fmla="*/ 4064 w 10000"/>
                  <a:gd name="connsiteY23" fmla="*/ 155 h 10000"/>
                  <a:gd name="connsiteX24" fmla="*/ 3712 w 10000"/>
                  <a:gd name="connsiteY24" fmla="*/ 341 h 10000"/>
                  <a:gd name="connsiteX25" fmla="*/ 3360 w 10000"/>
                  <a:gd name="connsiteY25" fmla="*/ 526 h 10000"/>
                  <a:gd name="connsiteX26" fmla="*/ 3024 w 10000"/>
                  <a:gd name="connsiteY26" fmla="*/ 743 h 10000"/>
                  <a:gd name="connsiteX27" fmla="*/ 2704 w 10000"/>
                  <a:gd name="connsiteY27" fmla="*/ 1022 h 10000"/>
                  <a:gd name="connsiteX28" fmla="*/ 2384 w 10000"/>
                  <a:gd name="connsiteY28" fmla="*/ 1362 h 10000"/>
                  <a:gd name="connsiteX29" fmla="*/ 2080 w 10000"/>
                  <a:gd name="connsiteY29" fmla="*/ 1734 h 10000"/>
                  <a:gd name="connsiteX30" fmla="*/ 1760 w 10000"/>
                  <a:gd name="connsiteY30" fmla="*/ 2198 h 10000"/>
                  <a:gd name="connsiteX31" fmla="*/ 1504 w 10000"/>
                  <a:gd name="connsiteY31" fmla="*/ 2663 h 10000"/>
                  <a:gd name="connsiteX32" fmla="*/ 1232 w 10000"/>
                  <a:gd name="connsiteY32" fmla="*/ 3189 h 10000"/>
                  <a:gd name="connsiteX33" fmla="*/ 960 w 10000"/>
                  <a:gd name="connsiteY33" fmla="*/ 3777 h 10000"/>
                  <a:gd name="connsiteX34" fmla="*/ 720 w 10000"/>
                  <a:gd name="connsiteY34" fmla="*/ 4427 h 10000"/>
                  <a:gd name="connsiteX35" fmla="*/ 528 w 10000"/>
                  <a:gd name="connsiteY35" fmla="*/ 5139 h 10000"/>
                  <a:gd name="connsiteX36" fmla="*/ 336 w 10000"/>
                  <a:gd name="connsiteY36" fmla="*/ 5882 h 10000"/>
                  <a:gd name="connsiteX37" fmla="*/ 144 w 10000"/>
                  <a:gd name="connsiteY37" fmla="*/ 6687 h 10000"/>
                  <a:gd name="connsiteX38" fmla="*/ 0 w 10000"/>
                  <a:gd name="connsiteY38" fmla="*/ 7554 h 10000"/>
                  <a:gd name="connsiteX39" fmla="*/ 0 w 10000"/>
                  <a:gd name="connsiteY39" fmla="*/ 7554 h 10000"/>
                  <a:gd name="connsiteX40" fmla="*/ 464 w 10000"/>
                  <a:gd name="connsiteY40" fmla="*/ 7245 h 10000"/>
                  <a:gd name="connsiteX41" fmla="*/ 528 w 10000"/>
                  <a:gd name="connsiteY41" fmla="*/ 6780 h 10000"/>
                  <a:gd name="connsiteX42" fmla="*/ 528 w 10000"/>
                  <a:gd name="connsiteY42" fmla="*/ 6780 h 10000"/>
                  <a:gd name="connsiteX43" fmla="*/ 624 w 10000"/>
                  <a:gd name="connsiteY43" fmla="*/ 6625 h 10000"/>
                  <a:gd name="connsiteX44" fmla="*/ 912 w 10000"/>
                  <a:gd name="connsiteY44" fmla="*/ 6347 h 10000"/>
                  <a:gd name="connsiteX45" fmla="*/ 1136 w 10000"/>
                  <a:gd name="connsiteY45" fmla="*/ 6223 h 10000"/>
                  <a:gd name="connsiteX46" fmla="*/ 1408 w 10000"/>
                  <a:gd name="connsiteY46" fmla="*/ 6068 h 10000"/>
                  <a:gd name="connsiteX47" fmla="*/ 1696 w 10000"/>
                  <a:gd name="connsiteY47" fmla="*/ 5944 h 10000"/>
                  <a:gd name="connsiteX48" fmla="*/ 2032 w 10000"/>
                  <a:gd name="connsiteY48" fmla="*/ 5789 h 10000"/>
                  <a:gd name="connsiteX49" fmla="*/ 2416 w 10000"/>
                  <a:gd name="connsiteY49" fmla="*/ 5759 h 10000"/>
                  <a:gd name="connsiteX50" fmla="*/ 2832 w 10000"/>
                  <a:gd name="connsiteY50" fmla="*/ 5697 h 10000"/>
                  <a:gd name="connsiteX51" fmla="*/ 3264 w 10000"/>
                  <a:gd name="connsiteY51" fmla="*/ 5759 h 10000"/>
                  <a:gd name="connsiteX52" fmla="*/ 3744 w 10000"/>
                  <a:gd name="connsiteY52" fmla="*/ 5882 h 10000"/>
                  <a:gd name="connsiteX53" fmla="*/ 4256 w 10000"/>
                  <a:gd name="connsiteY53" fmla="*/ 6130 h 10000"/>
                  <a:gd name="connsiteX54" fmla="*/ 4800 w 10000"/>
                  <a:gd name="connsiteY54" fmla="*/ 6440 h 10000"/>
                  <a:gd name="connsiteX55" fmla="*/ 5360 w 10000"/>
                  <a:gd name="connsiteY55" fmla="*/ 6873 h 10000"/>
                  <a:gd name="connsiteX56" fmla="*/ 5968 w 10000"/>
                  <a:gd name="connsiteY56" fmla="*/ 7461 h 10000"/>
                  <a:gd name="connsiteX57" fmla="*/ 5968 w 10000"/>
                  <a:gd name="connsiteY57" fmla="*/ 7461 h 10000"/>
                  <a:gd name="connsiteX58" fmla="*/ 6016 w 10000"/>
                  <a:gd name="connsiteY58" fmla="*/ 7616 h 10000"/>
                  <a:gd name="connsiteX59" fmla="*/ 6128 w 10000"/>
                  <a:gd name="connsiteY59" fmla="*/ 8080 h 10000"/>
                  <a:gd name="connsiteX60" fmla="*/ 6208 w 10000"/>
                  <a:gd name="connsiteY60" fmla="*/ 8452 h 10000"/>
                  <a:gd name="connsiteX61" fmla="*/ 6272 w 10000"/>
                  <a:gd name="connsiteY61" fmla="*/ 8885 h 10000"/>
                  <a:gd name="connsiteX62" fmla="*/ 6320 w 10000"/>
                  <a:gd name="connsiteY62" fmla="*/ 9381 h 10000"/>
                  <a:gd name="connsiteX63" fmla="*/ 6368 w 10000"/>
                  <a:gd name="connsiteY63" fmla="*/ 10000 h 10000"/>
                  <a:gd name="connsiteX64" fmla="*/ 6368 w 10000"/>
                  <a:gd name="connsiteY64" fmla="*/ 10000 h 10000"/>
                  <a:gd name="connsiteX65" fmla="*/ 6832 w 10000"/>
                  <a:gd name="connsiteY65" fmla="*/ 9752 h 10000"/>
                  <a:gd name="connsiteX66" fmla="*/ 7296 w 10000"/>
                  <a:gd name="connsiteY66" fmla="*/ 9443 h 10000"/>
                  <a:gd name="connsiteX67" fmla="*/ 7744 w 10000"/>
                  <a:gd name="connsiteY67" fmla="*/ 9009 h 10000"/>
                  <a:gd name="connsiteX68" fmla="*/ 8208 w 10000"/>
                  <a:gd name="connsiteY68" fmla="*/ 8545 h 10000"/>
                  <a:gd name="connsiteX69" fmla="*/ 8672 w 10000"/>
                  <a:gd name="connsiteY69" fmla="*/ 7988 h 10000"/>
                  <a:gd name="connsiteX70" fmla="*/ 9104 w 10000"/>
                  <a:gd name="connsiteY70" fmla="*/ 7337 h 10000"/>
                  <a:gd name="connsiteX71" fmla="*/ 9568 w 10000"/>
                  <a:gd name="connsiteY71" fmla="*/ 6533 h 10000"/>
                  <a:gd name="connsiteX72" fmla="*/ 10000 w 10000"/>
                  <a:gd name="connsiteY72" fmla="*/ 5697 h 10000"/>
                  <a:gd name="connsiteX0" fmla="*/ 10000 w 10000"/>
                  <a:gd name="connsiteY0" fmla="*/ 5697 h 10000"/>
                  <a:gd name="connsiteX1" fmla="*/ 10000 w 10000"/>
                  <a:gd name="connsiteY1" fmla="*/ 5697 h 10000"/>
                  <a:gd name="connsiteX2" fmla="*/ 9904 w 10000"/>
                  <a:gd name="connsiteY2" fmla="*/ 5170 h 10000"/>
                  <a:gd name="connsiteX3" fmla="*/ 9760 w 10000"/>
                  <a:gd name="connsiteY3" fmla="*/ 4706 h 10000"/>
                  <a:gd name="connsiteX4" fmla="*/ 9584 w 10000"/>
                  <a:gd name="connsiteY4" fmla="*/ 4241 h 10000"/>
                  <a:gd name="connsiteX5" fmla="*/ 9408 w 10000"/>
                  <a:gd name="connsiteY5" fmla="*/ 3777 h 10000"/>
                  <a:gd name="connsiteX6" fmla="*/ 9408 w 10000"/>
                  <a:gd name="connsiteY6" fmla="*/ 3777 h 10000"/>
                  <a:gd name="connsiteX7" fmla="*/ 9200 w 10000"/>
                  <a:gd name="connsiteY7" fmla="*/ 3282 h 10000"/>
                  <a:gd name="connsiteX8" fmla="*/ 8960 w 10000"/>
                  <a:gd name="connsiteY8" fmla="*/ 2817 h 10000"/>
                  <a:gd name="connsiteX9" fmla="*/ 8688 w 10000"/>
                  <a:gd name="connsiteY9" fmla="*/ 2384 h 10000"/>
                  <a:gd name="connsiteX10" fmla="*/ 8432 w 10000"/>
                  <a:gd name="connsiteY10" fmla="*/ 2012 h 10000"/>
                  <a:gd name="connsiteX11" fmla="*/ 8144 w 10000"/>
                  <a:gd name="connsiteY11" fmla="*/ 1641 h 10000"/>
                  <a:gd name="connsiteX12" fmla="*/ 7840 w 10000"/>
                  <a:gd name="connsiteY12" fmla="*/ 1300 h 10000"/>
                  <a:gd name="connsiteX13" fmla="*/ 7536 w 10000"/>
                  <a:gd name="connsiteY13" fmla="*/ 1022 h 10000"/>
                  <a:gd name="connsiteX14" fmla="*/ 7200 w 10000"/>
                  <a:gd name="connsiteY14" fmla="*/ 743 h 10000"/>
                  <a:gd name="connsiteX15" fmla="*/ 6864 w 10000"/>
                  <a:gd name="connsiteY15" fmla="*/ 526 h 10000"/>
                  <a:gd name="connsiteX16" fmla="*/ 6512 w 10000"/>
                  <a:gd name="connsiteY16" fmla="*/ 341 h 10000"/>
                  <a:gd name="connsiteX17" fmla="*/ 6176 w 10000"/>
                  <a:gd name="connsiteY17" fmla="*/ 186 h 10000"/>
                  <a:gd name="connsiteX18" fmla="*/ 5840 w 10000"/>
                  <a:gd name="connsiteY18" fmla="*/ 93 h 10000"/>
                  <a:gd name="connsiteX19" fmla="*/ 5488 w 10000"/>
                  <a:gd name="connsiteY19" fmla="*/ 0 h 10000"/>
                  <a:gd name="connsiteX20" fmla="*/ 5120 w 10000"/>
                  <a:gd name="connsiteY20" fmla="*/ 0 h 10000"/>
                  <a:gd name="connsiteX21" fmla="*/ 4752 w 10000"/>
                  <a:gd name="connsiteY21" fmla="*/ 0 h 10000"/>
                  <a:gd name="connsiteX22" fmla="*/ 4416 w 10000"/>
                  <a:gd name="connsiteY22" fmla="*/ 62 h 10000"/>
                  <a:gd name="connsiteX23" fmla="*/ 4064 w 10000"/>
                  <a:gd name="connsiteY23" fmla="*/ 155 h 10000"/>
                  <a:gd name="connsiteX24" fmla="*/ 3712 w 10000"/>
                  <a:gd name="connsiteY24" fmla="*/ 341 h 10000"/>
                  <a:gd name="connsiteX25" fmla="*/ 3360 w 10000"/>
                  <a:gd name="connsiteY25" fmla="*/ 526 h 10000"/>
                  <a:gd name="connsiteX26" fmla="*/ 3024 w 10000"/>
                  <a:gd name="connsiteY26" fmla="*/ 743 h 10000"/>
                  <a:gd name="connsiteX27" fmla="*/ 2704 w 10000"/>
                  <a:gd name="connsiteY27" fmla="*/ 1022 h 10000"/>
                  <a:gd name="connsiteX28" fmla="*/ 2384 w 10000"/>
                  <a:gd name="connsiteY28" fmla="*/ 1362 h 10000"/>
                  <a:gd name="connsiteX29" fmla="*/ 2080 w 10000"/>
                  <a:gd name="connsiteY29" fmla="*/ 1734 h 10000"/>
                  <a:gd name="connsiteX30" fmla="*/ 1760 w 10000"/>
                  <a:gd name="connsiteY30" fmla="*/ 2198 h 10000"/>
                  <a:gd name="connsiteX31" fmla="*/ 1504 w 10000"/>
                  <a:gd name="connsiteY31" fmla="*/ 2663 h 10000"/>
                  <a:gd name="connsiteX32" fmla="*/ 1232 w 10000"/>
                  <a:gd name="connsiteY32" fmla="*/ 3189 h 10000"/>
                  <a:gd name="connsiteX33" fmla="*/ 960 w 10000"/>
                  <a:gd name="connsiteY33" fmla="*/ 3777 h 10000"/>
                  <a:gd name="connsiteX34" fmla="*/ 720 w 10000"/>
                  <a:gd name="connsiteY34" fmla="*/ 4427 h 10000"/>
                  <a:gd name="connsiteX35" fmla="*/ 528 w 10000"/>
                  <a:gd name="connsiteY35" fmla="*/ 5139 h 10000"/>
                  <a:gd name="connsiteX36" fmla="*/ 336 w 10000"/>
                  <a:gd name="connsiteY36" fmla="*/ 5882 h 10000"/>
                  <a:gd name="connsiteX37" fmla="*/ 144 w 10000"/>
                  <a:gd name="connsiteY37" fmla="*/ 6687 h 10000"/>
                  <a:gd name="connsiteX38" fmla="*/ 0 w 10000"/>
                  <a:gd name="connsiteY38" fmla="*/ 7554 h 10000"/>
                  <a:gd name="connsiteX39" fmla="*/ 0 w 10000"/>
                  <a:gd name="connsiteY39" fmla="*/ 7554 h 10000"/>
                  <a:gd name="connsiteX40" fmla="*/ 528 w 10000"/>
                  <a:gd name="connsiteY40" fmla="*/ 6780 h 10000"/>
                  <a:gd name="connsiteX41" fmla="*/ 528 w 10000"/>
                  <a:gd name="connsiteY41" fmla="*/ 6780 h 10000"/>
                  <a:gd name="connsiteX42" fmla="*/ 624 w 10000"/>
                  <a:gd name="connsiteY42" fmla="*/ 6625 h 10000"/>
                  <a:gd name="connsiteX43" fmla="*/ 912 w 10000"/>
                  <a:gd name="connsiteY43" fmla="*/ 6347 h 10000"/>
                  <a:gd name="connsiteX44" fmla="*/ 1136 w 10000"/>
                  <a:gd name="connsiteY44" fmla="*/ 6223 h 10000"/>
                  <a:gd name="connsiteX45" fmla="*/ 1408 w 10000"/>
                  <a:gd name="connsiteY45" fmla="*/ 6068 h 10000"/>
                  <a:gd name="connsiteX46" fmla="*/ 1696 w 10000"/>
                  <a:gd name="connsiteY46" fmla="*/ 5944 h 10000"/>
                  <a:gd name="connsiteX47" fmla="*/ 2032 w 10000"/>
                  <a:gd name="connsiteY47" fmla="*/ 5789 h 10000"/>
                  <a:gd name="connsiteX48" fmla="*/ 2416 w 10000"/>
                  <a:gd name="connsiteY48" fmla="*/ 5759 h 10000"/>
                  <a:gd name="connsiteX49" fmla="*/ 2832 w 10000"/>
                  <a:gd name="connsiteY49" fmla="*/ 5697 h 10000"/>
                  <a:gd name="connsiteX50" fmla="*/ 3264 w 10000"/>
                  <a:gd name="connsiteY50" fmla="*/ 5759 h 10000"/>
                  <a:gd name="connsiteX51" fmla="*/ 3744 w 10000"/>
                  <a:gd name="connsiteY51" fmla="*/ 5882 h 10000"/>
                  <a:gd name="connsiteX52" fmla="*/ 4256 w 10000"/>
                  <a:gd name="connsiteY52" fmla="*/ 6130 h 10000"/>
                  <a:gd name="connsiteX53" fmla="*/ 4800 w 10000"/>
                  <a:gd name="connsiteY53" fmla="*/ 6440 h 10000"/>
                  <a:gd name="connsiteX54" fmla="*/ 5360 w 10000"/>
                  <a:gd name="connsiteY54" fmla="*/ 6873 h 10000"/>
                  <a:gd name="connsiteX55" fmla="*/ 5968 w 10000"/>
                  <a:gd name="connsiteY55" fmla="*/ 7461 h 10000"/>
                  <a:gd name="connsiteX56" fmla="*/ 5968 w 10000"/>
                  <a:gd name="connsiteY56" fmla="*/ 7461 h 10000"/>
                  <a:gd name="connsiteX57" fmla="*/ 6016 w 10000"/>
                  <a:gd name="connsiteY57" fmla="*/ 7616 h 10000"/>
                  <a:gd name="connsiteX58" fmla="*/ 6128 w 10000"/>
                  <a:gd name="connsiteY58" fmla="*/ 8080 h 10000"/>
                  <a:gd name="connsiteX59" fmla="*/ 6208 w 10000"/>
                  <a:gd name="connsiteY59" fmla="*/ 8452 h 10000"/>
                  <a:gd name="connsiteX60" fmla="*/ 6272 w 10000"/>
                  <a:gd name="connsiteY60" fmla="*/ 8885 h 10000"/>
                  <a:gd name="connsiteX61" fmla="*/ 6320 w 10000"/>
                  <a:gd name="connsiteY61" fmla="*/ 9381 h 10000"/>
                  <a:gd name="connsiteX62" fmla="*/ 6368 w 10000"/>
                  <a:gd name="connsiteY62" fmla="*/ 10000 h 10000"/>
                  <a:gd name="connsiteX63" fmla="*/ 6368 w 10000"/>
                  <a:gd name="connsiteY63" fmla="*/ 10000 h 10000"/>
                  <a:gd name="connsiteX64" fmla="*/ 6832 w 10000"/>
                  <a:gd name="connsiteY64" fmla="*/ 9752 h 10000"/>
                  <a:gd name="connsiteX65" fmla="*/ 7296 w 10000"/>
                  <a:gd name="connsiteY65" fmla="*/ 9443 h 10000"/>
                  <a:gd name="connsiteX66" fmla="*/ 7744 w 10000"/>
                  <a:gd name="connsiteY66" fmla="*/ 9009 h 10000"/>
                  <a:gd name="connsiteX67" fmla="*/ 8208 w 10000"/>
                  <a:gd name="connsiteY67" fmla="*/ 8545 h 10000"/>
                  <a:gd name="connsiteX68" fmla="*/ 8672 w 10000"/>
                  <a:gd name="connsiteY68" fmla="*/ 7988 h 10000"/>
                  <a:gd name="connsiteX69" fmla="*/ 9104 w 10000"/>
                  <a:gd name="connsiteY69" fmla="*/ 7337 h 10000"/>
                  <a:gd name="connsiteX70" fmla="*/ 9568 w 10000"/>
                  <a:gd name="connsiteY70" fmla="*/ 6533 h 10000"/>
                  <a:gd name="connsiteX71" fmla="*/ 10000 w 10000"/>
                  <a:gd name="connsiteY71" fmla="*/ 5697 h 10000"/>
                  <a:gd name="connsiteX0" fmla="*/ 10000 w 10000"/>
                  <a:gd name="connsiteY0" fmla="*/ 5697 h 10000"/>
                  <a:gd name="connsiteX1" fmla="*/ 10000 w 10000"/>
                  <a:gd name="connsiteY1" fmla="*/ 5697 h 10000"/>
                  <a:gd name="connsiteX2" fmla="*/ 9904 w 10000"/>
                  <a:gd name="connsiteY2" fmla="*/ 5170 h 10000"/>
                  <a:gd name="connsiteX3" fmla="*/ 9760 w 10000"/>
                  <a:gd name="connsiteY3" fmla="*/ 4706 h 10000"/>
                  <a:gd name="connsiteX4" fmla="*/ 9584 w 10000"/>
                  <a:gd name="connsiteY4" fmla="*/ 4241 h 10000"/>
                  <a:gd name="connsiteX5" fmla="*/ 9408 w 10000"/>
                  <a:gd name="connsiteY5" fmla="*/ 3777 h 10000"/>
                  <a:gd name="connsiteX6" fmla="*/ 9408 w 10000"/>
                  <a:gd name="connsiteY6" fmla="*/ 3777 h 10000"/>
                  <a:gd name="connsiteX7" fmla="*/ 9200 w 10000"/>
                  <a:gd name="connsiteY7" fmla="*/ 3282 h 10000"/>
                  <a:gd name="connsiteX8" fmla="*/ 8960 w 10000"/>
                  <a:gd name="connsiteY8" fmla="*/ 2817 h 10000"/>
                  <a:gd name="connsiteX9" fmla="*/ 8688 w 10000"/>
                  <a:gd name="connsiteY9" fmla="*/ 2384 h 10000"/>
                  <a:gd name="connsiteX10" fmla="*/ 8432 w 10000"/>
                  <a:gd name="connsiteY10" fmla="*/ 2012 h 10000"/>
                  <a:gd name="connsiteX11" fmla="*/ 8144 w 10000"/>
                  <a:gd name="connsiteY11" fmla="*/ 1641 h 10000"/>
                  <a:gd name="connsiteX12" fmla="*/ 7840 w 10000"/>
                  <a:gd name="connsiteY12" fmla="*/ 1300 h 10000"/>
                  <a:gd name="connsiteX13" fmla="*/ 7536 w 10000"/>
                  <a:gd name="connsiteY13" fmla="*/ 1022 h 10000"/>
                  <a:gd name="connsiteX14" fmla="*/ 7200 w 10000"/>
                  <a:gd name="connsiteY14" fmla="*/ 743 h 10000"/>
                  <a:gd name="connsiteX15" fmla="*/ 6864 w 10000"/>
                  <a:gd name="connsiteY15" fmla="*/ 526 h 10000"/>
                  <a:gd name="connsiteX16" fmla="*/ 6512 w 10000"/>
                  <a:gd name="connsiteY16" fmla="*/ 341 h 10000"/>
                  <a:gd name="connsiteX17" fmla="*/ 6176 w 10000"/>
                  <a:gd name="connsiteY17" fmla="*/ 186 h 10000"/>
                  <a:gd name="connsiteX18" fmla="*/ 5840 w 10000"/>
                  <a:gd name="connsiteY18" fmla="*/ 93 h 10000"/>
                  <a:gd name="connsiteX19" fmla="*/ 5488 w 10000"/>
                  <a:gd name="connsiteY19" fmla="*/ 0 h 10000"/>
                  <a:gd name="connsiteX20" fmla="*/ 5120 w 10000"/>
                  <a:gd name="connsiteY20" fmla="*/ 0 h 10000"/>
                  <a:gd name="connsiteX21" fmla="*/ 4752 w 10000"/>
                  <a:gd name="connsiteY21" fmla="*/ 0 h 10000"/>
                  <a:gd name="connsiteX22" fmla="*/ 4416 w 10000"/>
                  <a:gd name="connsiteY22" fmla="*/ 62 h 10000"/>
                  <a:gd name="connsiteX23" fmla="*/ 4064 w 10000"/>
                  <a:gd name="connsiteY23" fmla="*/ 155 h 10000"/>
                  <a:gd name="connsiteX24" fmla="*/ 3712 w 10000"/>
                  <a:gd name="connsiteY24" fmla="*/ 341 h 10000"/>
                  <a:gd name="connsiteX25" fmla="*/ 3360 w 10000"/>
                  <a:gd name="connsiteY25" fmla="*/ 526 h 10000"/>
                  <a:gd name="connsiteX26" fmla="*/ 3024 w 10000"/>
                  <a:gd name="connsiteY26" fmla="*/ 743 h 10000"/>
                  <a:gd name="connsiteX27" fmla="*/ 2704 w 10000"/>
                  <a:gd name="connsiteY27" fmla="*/ 1022 h 10000"/>
                  <a:gd name="connsiteX28" fmla="*/ 2384 w 10000"/>
                  <a:gd name="connsiteY28" fmla="*/ 1362 h 10000"/>
                  <a:gd name="connsiteX29" fmla="*/ 2080 w 10000"/>
                  <a:gd name="connsiteY29" fmla="*/ 1734 h 10000"/>
                  <a:gd name="connsiteX30" fmla="*/ 1760 w 10000"/>
                  <a:gd name="connsiteY30" fmla="*/ 2198 h 10000"/>
                  <a:gd name="connsiteX31" fmla="*/ 1504 w 10000"/>
                  <a:gd name="connsiteY31" fmla="*/ 2663 h 10000"/>
                  <a:gd name="connsiteX32" fmla="*/ 1232 w 10000"/>
                  <a:gd name="connsiteY32" fmla="*/ 3189 h 10000"/>
                  <a:gd name="connsiteX33" fmla="*/ 960 w 10000"/>
                  <a:gd name="connsiteY33" fmla="*/ 3777 h 10000"/>
                  <a:gd name="connsiteX34" fmla="*/ 720 w 10000"/>
                  <a:gd name="connsiteY34" fmla="*/ 4427 h 10000"/>
                  <a:gd name="connsiteX35" fmla="*/ 528 w 10000"/>
                  <a:gd name="connsiteY35" fmla="*/ 5139 h 10000"/>
                  <a:gd name="connsiteX36" fmla="*/ 336 w 10000"/>
                  <a:gd name="connsiteY36" fmla="*/ 5882 h 10000"/>
                  <a:gd name="connsiteX37" fmla="*/ 144 w 10000"/>
                  <a:gd name="connsiteY37" fmla="*/ 6687 h 10000"/>
                  <a:gd name="connsiteX38" fmla="*/ 0 w 10000"/>
                  <a:gd name="connsiteY38" fmla="*/ 7554 h 10000"/>
                  <a:gd name="connsiteX39" fmla="*/ 528 w 10000"/>
                  <a:gd name="connsiteY39" fmla="*/ 6780 h 10000"/>
                  <a:gd name="connsiteX40" fmla="*/ 528 w 10000"/>
                  <a:gd name="connsiteY40" fmla="*/ 6780 h 10000"/>
                  <a:gd name="connsiteX41" fmla="*/ 624 w 10000"/>
                  <a:gd name="connsiteY41" fmla="*/ 6625 h 10000"/>
                  <a:gd name="connsiteX42" fmla="*/ 912 w 10000"/>
                  <a:gd name="connsiteY42" fmla="*/ 6347 h 10000"/>
                  <a:gd name="connsiteX43" fmla="*/ 1136 w 10000"/>
                  <a:gd name="connsiteY43" fmla="*/ 6223 h 10000"/>
                  <a:gd name="connsiteX44" fmla="*/ 1408 w 10000"/>
                  <a:gd name="connsiteY44" fmla="*/ 6068 h 10000"/>
                  <a:gd name="connsiteX45" fmla="*/ 1696 w 10000"/>
                  <a:gd name="connsiteY45" fmla="*/ 5944 h 10000"/>
                  <a:gd name="connsiteX46" fmla="*/ 2032 w 10000"/>
                  <a:gd name="connsiteY46" fmla="*/ 5789 h 10000"/>
                  <a:gd name="connsiteX47" fmla="*/ 2416 w 10000"/>
                  <a:gd name="connsiteY47" fmla="*/ 5759 h 10000"/>
                  <a:gd name="connsiteX48" fmla="*/ 2832 w 10000"/>
                  <a:gd name="connsiteY48" fmla="*/ 5697 h 10000"/>
                  <a:gd name="connsiteX49" fmla="*/ 3264 w 10000"/>
                  <a:gd name="connsiteY49" fmla="*/ 5759 h 10000"/>
                  <a:gd name="connsiteX50" fmla="*/ 3744 w 10000"/>
                  <a:gd name="connsiteY50" fmla="*/ 5882 h 10000"/>
                  <a:gd name="connsiteX51" fmla="*/ 4256 w 10000"/>
                  <a:gd name="connsiteY51" fmla="*/ 6130 h 10000"/>
                  <a:gd name="connsiteX52" fmla="*/ 4800 w 10000"/>
                  <a:gd name="connsiteY52" fmla="*/ 6440 h 10000"/>
                  <a:gd name="connsiteX53" fmla="*/ 5360 w 10000"/>
                  <a:gd name="connsiteY53" fmla="*/ 6873 h 10000"/>
                  <a:gd name="connsiteX54" fmla="*/ 5968 w 10000"/>
                  <a:gd name="connsiteY54" fmla="*/ 7461 h 10000"/>
                  <a:gd name="connsiteX55" fmla="*/ 5968 w 10000"/>
                  <a:gd name="connsiteY55" fmla="*/ 7461 h 10000"/>
                  <a:gd name="connsiteX56" fmla="*/ 6016 w 10000"/>
                  <a:gd name="connsiteY56" fmla="*/ 7616 h 10000"/>
                  <a:gd name="connsiteX57" fmla="*/ 6128 w 10000"/>
                  <a:gd name="connsiteY57" fmla="*/ 8080 h 10000"/>
                  <a:gd name="connsiteX58" fmla="*/ 6208 w 10000"/>
                  <a:gd name="connsiteY58" fmla="*/ 8452 h 10000"/>
                  <a:gd name="connsiteX59" fmla="*/ 6272 w 10000"/>
                  <a:gd name="connsiteY59" fmla="*/ 8885 h 10000"/>
                  <a:gd name="connsiteX60" fmla="*/ 6320 w 10000"/>
                  <a:gd name="connsiteY60" fmla="*/ 9381 h 10000"/>
                  <a:gd name="connsiteX61" fmla="*/ 6368 w 10000"/>
                  <a:gd name="connsiteY61" fmla="*/ 10000 h 10000"/>
                  <a:gd name="connsiteX62" fmla="*/ 6368 w 10000"/>
                  <a:gd name="connsiteY62" fmla="*/ 10000 h 10000"/>
                  <a:gd name="connsiteX63" fmla="*/ 6832 w 10000"/>
                  <a:gd name="connsiteY63" fmla="*/ 9752 h 10000"/>
                  <a:gd name="connsiteX64" fmla="*/ 7296 w 10000"/>
                  <a:gd name="connsiteY64" fmla="*/ 9443 h 10000"/>
                  <a:gd name="connsiteX65" fmla="*/ 7744 w 10000"/>
                  <a:gd name="connsiteY65" fmla="*/ 9009 h 10000"/>
                  <a:gd name="connsiteX66" fmla="*/ 8208 w 10000"/>
                  <a:gd name="connsiteY66" fmla="*/ 8545 h 10000"/>
                  <a:gd name="connsiteX67" fmla="*/ 8672 w 10000"/>
                  <a:gd name="connsiteY67" fmla="*/ 7988 h 10000"/>
                  <a:gd name="connsiteX68" fmla="*/ 9104 w 10000"/>
                  <a:gd name="connsiteY68" fmla="*/ 7337 h 10000"/>
                  <a:gd name="connsiteX69" fmla="*/ 9568 w 10000"/>
                  <a:gd name="connsiteY69" fmla="*/ 6533 h 10000"/>
                  <a:gd name="connsiteX70" fmla="*/ 10000 w 10000"/>
                  <a:gd name="connsiteY70" fmla="*/ 5697 h 10000"/>
                  <a:gd name="connsiteX0" fmla="*/ 9856 w 9856"/>
                  <a:gd name="connsiteY0" fmla="*/ 5697 h 10000"/>
                  <a:gd name="connsiteX1" fmla="*/ 9856 w 9856"/>
                  <a:gd name="connsiteY1" fmla="*/ 5697 h 10000"/>
                  <a:gd name="connsiteX2" fmla="*/ 9760 w 9856"/>
                  <a:gd name="connsiteY2" fmla="*/ 5170 h 10000"/>
                  <a:gd name="connsiteX3" fmla="*/ 9616 w 9856"/>
                  <a:gd name="connsiteY3" fmla="*/ 4706 h 10000"/>
                  <a:gd name="connsiteX4" fmla="*/ 9440 w 9856"/>
                  <a:gd name="connsiteY4" fmla="*/ 4241 h 10000"/>
                  <a:gd name="connsiteX5" fmla="*/ 9264 w 9856"/>
                  <a:gd name="connsiteY5" fmla="*/ 3777 h 10000"/>
                  <a:gd name="connsiteX6" fmla="*/ 9264 w 9856"/>
                  <a:gd name="connsiteY6" fmla="*/ 3777 h 10000"/>
                  <a:gd name="connsiteX7" fmla="*/ 9056 w 9856"/>
                  <a:gd name="connsiteY7" fmla="*/ 3282 h 10000"/>
                  <a:gd name="connsiteX8" fmla="*/ 8816 w 9856"/>
                  <a:gd name="connsiteY8" fmla="*/ 2817 h 10000"/>
                  <a:gd name="connsiteX9" fmla="*/ 8544 w 9856"/>
                  <a:gd name="connsiteY9" fmla="*/ 2384 h 10000"/>
                  <a:gd name="connsiteX10" fmla="*/ 8288 w 9856"/>
                  <a:gd name="connsiteY10" fmla="*/ 2012 h 10000"/>
                  <a:gd name="connsiteX11" fmla="*/ 8000 w 9856"/>
                  <a:gd name="connsiteY11" fmla="*/ 1641 h 10000"/>
                  <a:gd name="connsiteX12" fmla="*/ 7696 w 9856"/>
                  <a:gd name="connsiteY12" fmla="*/ 1300 h 10000"/>
                  <a:gd name="connsiteX13" fmla="*/ 7392 w 9856"/>
                  <a:gd name="connsiteY13" fmla="*/ 1022 h 10000"/>
                  <a:gd name="connsiteX14" fmla="*/ 7056 w 9856"/>
                  <a:gd name="connsiteY14" fmla="*/ 743 h 10000"/>
                  <a:gd name="connsiteX15" fmla="*/ 6720 w 9856"/>
                  <a:gd name="connsiteY15" fmla="*/ 526 h 10000"/>
                  <a:gd name="connsiteX16" fmla="*/ 6368 w 9856"/>
                  <a:gd name="connsiteY16" fmla="*/ 341 h 10000"/>
                  <a:gd name="connsiteX17" fmla="*/ 6032 w 9856"/>
                  <a:gd name="connsiteY17" fmla="*/ 186 h 10000"/>
                  <a:gd name="connsiteX18" fmla="*/ 5696 w 9856"/>
                  <a:gd name="connsiteY18" fmla="*/ 93 h 10000"/>
                  <a:gd name="connsiteX19" fmla="*/ 5344 w 9856"/>
                  <a:gd name="connsiteY19" fmla="*/ 0 h 10000"/>
                  <a:gd name="connsiteX20" fmla="*/ 4976 w 9856"/>
                  <a:gd name="connsiteY20" fmla="*/ 0 h 10000"/>
                  <a:gd name="connsiteX21" fmla="*/ 4608 w 9856"/>
                  <a:gd name="connsiteY21" fmla="*/ 0 h 10000"/>
                  <a:gd name="connsiteX22" fmla="*/ 4272 w 9856"/>
                  <a:gd name="connsiteY22" fmla="*/ 62 h 10000"/>
                  <a:gd name="connsiteX23" fmla="*/ 3920 w 9856"/>
                  <a:gd name="connsiteY23" fmla="*/ 155 h 10000"/>
                  <a:gd name="connsiteX24" fmla="*/ 3568 w 9856"/>
                  <a:gd name="connsiteY24" fmla="*/ 341 h 10000"/>
                  <a:gd name="connsiteX25" fmla="*/ 3216 w 9856"/>
                  <a:gd name="connsiteY25" fmla="*/ 526 h 10000"/>
                  <a:gd name="connsiteX26" fmla="*/ 2880 w 9856"/>
                  <a:gd name="connsiteY26" fmla="*/ 743 h 10000"/>
                  <a:gd name="connsiteX27" fmla="*/ 2560 w 9856"/>
                  <a:gd name="connsiteY27" fmla="*/ 1022 h 10000"/>
                  <a:gd name="connsiteX28" fmla="*/ 2240 w 9856"/>
                  <a:gd name="connsiteY28" fmla="*/ 1362 h 10000"/>
                  <a:gd name="connsiteX29" fmla="*/ 1936 w 9856"/>
                  <a:gd name="connsiteY29" fmla="*/ 1734 h 10000"/>
                  <a:gd name="connsiteX30" fmla="*/ 1616 w 9856"/>
                  <a:gd name="connsiteY30" fmla="*/ 2198 h 10000"/>
                  <a:gd name="connsiteX31" fmla="*/ 1360 w 9856"/>
                  <a:gd name="connsiteY31" fmla="*/ 2663 h 10000"/>
                  <a:gd name="connsiteX32" fmla="*/ 1088 w 9856"/>
                  <a:gd name="connsiteY32" fmla="*/ 3189 h 10000"/>
                  <a:gd name="connsiteX33" fmla="*/ 816 w 9856"/>
                  <a:gd name="connsiteY33" fmla="*/ 3777 h 10000"/>
                  <a:gd name="connsiteX34" fmla="*/ 576 w 9856"/>
                  <a:gd name="connsiteY34" fmla="*/ 4427 h 10000"/>
                  <a:gd name="connsiteX35" fmla="*/ 384 w 9856"/>
                  <a:gd name="connsiteY35" fmla="*/ 5139 h 10000"/>
                  <a:gd name="connsiteX36" fmla="*/ 192 w 9856"/>
                  <a:gd name="connsiteY36" fmla="*/ 5882 h 10000"/>
                  <a:gd name="connsiteX37" fmla="*/ 0 w 9856"/>
                  <a:gd name="connsiteY37" fmla="*/ 6687 h 10000"/>
                  <a:gd name="connsiteX38" fmla="*/ 384 w 9856"/>
                  <a:gd name="connsiteY38" fmla="*/ 6780 h 10000"/>
                  <a:gd name="connsiteX39" fmla="*/ 384 w 9856"/>
                  <a:gd name="connsiteY39" fmla="*/ 6780 h 10000"/>
                  <a:gd name="connsiteX40" fmla="*/ 480 w 9856"/>
                  <a:gd name="connsiteY40" fmla="*/ 6625 h 10000"/>
                  <a:gd name="connsiteX41" fmla="*/ 768 w 9856"/>
                  <a:gd name="connsiteY41" fmla="*/ 6347 h 10000"/>
                  <a:gd name="connsiteX42" fmla="*/ 992 w 9856"/>
                  <a:gd name="connsiteY42" fmla="*/ 6223 h 10000"/>
                  <a:gd name="connsiteX43" fmla="*/ 1264 w 9856"/>
                  <a:gd name="connsiteY43" fmla="*/ 6068 h 10000"/>
                  <a:gd name="connsiteX44" fmla="*/ 1552 w 9856"/>
                  <a:gd name="connsiteY44" fmla="*/ 5944 h 10000"/>
                  <a:gd name="connsiteX45" fmla="*/ 1888 w 9856"/>
                  <a:gd name="connsiteY45" fmla="*/ 5789 h 10000"/>
                  <a:gd name="connsiteX46" fmla="*/ 2272 w 9856"/>
                  <a:gd name="connsiteY46" fmla="*/ 5759 h 10000"/>
                  <a:gd name="connsiteX47" fmla="*/ 2688 w 9856"/>
                  <a:gd name="connsiteY47" fmla="*/ 5697 h 10000"/>
                  <a:gd name="connsiteX48" fmla="*/ 3120 w 9856"/>
                  <a:gd name="connsiteY48" fmla="*/ 5759 h 10000"/>
                  <a:gd name="connsiteX49" fmla="*/ 3600 w 9856"/>
                  <a:gd name="connsiteY49" fmla="*/ 5882 h 10000"/>
                  <a:gd name="connsiteX50" fmla="*/ 4112 w 9856"/>
                  <a:gd name="connsiteY50" fmla="*/ 6130 h 10000"/>
                  <a:gd name="connsiteX51" fmla="*/ 4656 w 9856"/>
                  <a:gd name="connsiteY51" fmla="*/ 6440 h 10000"/>
                  <a:gd name="connsiteX52" fmla="*/ 5216 w 9856"/>
                  <a:gd name="connsiteY52" fmla="*/ 6873 h 10000"/>
                  <a:gd name="connsiteX53" fmla="*/ 5824 w 9856"/>
                  <a:gd name="connsiteY53" fmla="*/ 7461 h 10000"/>
                  <a:gd name="connsiteX54" fmla="*/ 5824 w 9856"/>
                  <a:gd name="connsiteY54" fmla="*/ 7461 h 10000"/>
                  <a:gd name="connsiteX55" fmla="*/ 5872 w 9856"/>
                  <a:gd name="connsiteY55" fmla="*/ 7616 h 10000"/>
                  <a:gd name="connsiteX56" fmla="*/ 5984 w 9856"/>
                  <a:gd name="connsiteY56" fmla="*/ 8080 h 10000"/>
                  <a:gd name="connsiteX57" fmla="*/ 6064 w 9856"/>
                  <a:gd name="connsiteY57" fmla="*/ 8452 h 10000"/>
                  <a:gd name="connsiteX58" fmla="*/ 6128 w 9856"/>
                  <a:gd name="connsiteY58" fmla="*/ 8885 h 10000"/>
                  <a:gd name="connsiteX59" fmla="*/ 6176 w 9856"/>
                  <a:gd name="connsiteY59" fmla="*/ 9381 h 10000"/>
                  <a:gd name="connsiteX60" fmla="*/ 6224 w 9856"/>
                  <a:gd name="connsiteY60" fmla="*/ 10000 h 10000"/>
                  <a:gd name="connsiteX61" fmla="*/ 6224 w 9856"/>
                  <a:gd name="connsiteY61" fmla="*/ 10000 h 10000"/>
                  <a:gd name="connsiteX62" fmla="*/ 6688 w 9856"/>
                  <a:gd name="connsiteY62" fmla="*/ 9752 h 10000"/>
                  <a:gd name="connsiteX63" fmla="*/ 7152 w 9856"/>
                  <a:gd name="connsiteY63" fmla="*/ 9443 h 10000"/>
                  <a:gd name="connsiteX64" fmla="*/ 7600 w 9856"/>
                  <a:gd name="connsiteY64" fmla="*/ 9009 h 10000"/>
                  <a:gd name="connsiteX65" fmla="*/ 8064 w 9856"/>
                  <a:gd name="connsiteY65" fmla="*/ 8545 h 10000"/>
                  <a:gd name="connsiteX66" fmla="*/ 8528 w 9856"/>
                  <a:gd name="connsiteY66" fmla="*/ 7988 h 10000"/>
                  <a:gd name="connsiteX67" fmla="*/ 8960 w 9856"/>
                  <a:gd name="connsiteY67" fmla="*/ 7337 h 10000"/>
                  <a:gd name="connsiteX68" fmla="*/ 9424 w 9856"/>
                  <a:gd name="connsiteY68" fmla="*/ 6533 h 10000"/>
                  <a:gd name="connsiteX69" fmla="*/ 9856 w 9856"/>
                  <a:gd name="connsiteY69" fmla="*/ 5697 h 10000"/>
                  <a:gd name="connsiteX0" fmla="*/ 9805 w 9805"/>
                  <a:gd name="connsiteY0" fmla="*/ 5697 h 10000"/>
                  <a:gd name="connsiteX1" fmla="*/ 9805 w 9805"/>
                  <a:gd name="connsiteY1" fmla="*/ 5697 h 10000"/>
                  <a:gd name="connsiteX2" fmla="*/ 9708 w 9805"/>
                  <a:gd name="connsiteY2" fmla="*/ 5170 h 10000"/>
                  <a:gd name="connsiteX3" fmla="*/ 9561 w 9805"/>
                  <a:gd name="connsiteY3" fmla="*/ 4706 h 10000"/>
                  <a:gd name="connsiteX4" fmla="*/ 9383 w 9805"/>
                  <a:gd name="connsiteY4" fmla="*/ 4241 h 10000"/>
                  <a:gd name="connsiteX5" fmla="*/ 9204 w 9805"/>
                  <a:gd name="connsiteY5" fmla="*/ 3777 h 10000"/>
                  <a:gd name="connsiteX6" fmla="*/ 9204 w 9805"/>
                  <a:gd name="connsiteY6" fmla="*/ 3777 h 10000"/>
                  <a:gd name="connsiteX7" fmla="*/ 8993 w 9805"/>
                  <a:gd name="connsiteY7" fmla="*/ 3282 h 10000"/>
                  <a:gd name="connsiteX8" fmla="*/ 8750 w 9805"/>
                  <a:gd name="connsiteY8" fmla="*/ 2817 h 10000"/>
                  <a:gd name="connsiteX9" fmla="*/ 8474 w 9805"/>
                  <a:gd name="connsiteY9" fmla="*/ 2384 h 10000"/>
                  <a:gd name="connsiteX10" fmla="*/ 8214 w 9805"/>
                  <a:gd name="connsiteY10" fmla="*/ 2012 h 10000"/>
                  <a:gd name="connsiteX11" fmla="*/ 7922 w 9805"/>
                  <a:gd name="connsiteY11" fmla="*/ 1641 h 10000"/>
                  <a:gd name="connsiteX12" fmla="*/ 7613 w 9805"/>
                  <a:gd name="connsiteY12" fmla="*/ 1300 h 10000"/>
                  <a:gd name="connsiteX13" fmla="*/ 7305 w 9805"/>
                  <a:gd name="connsiteY13" fmla="*/ 1022 h 10000"/>
                  <a:gd name="connsiteX14" fmla="*/ 6964 w 9805"/>
                  <a:gd name="connsiteY14" fmla="*/ 743 h 10000"/>
                  <a:gd name="connsiteX15" fmla="*/ 6623 w 9805"/>
                  <a:gd name="connsiteY15" fmla="*/ 526 h 10000"/>
                  <a:gd name="connsiteX16" fmla="*/ 6266 w 9805"/>
                  <a:gd name="connsiteY16" fmla="*/ 341 h 10000"/>
                  <a:gd name="connsiteX17" fmla="*/ 5925 w 9805"/>
                  <a:gd name="connsiteY17" fmla="*/ 186 h 10000"/>
                  <a:gd name="connsiteX18" fmla="*/ 5584 w 9805"/>
                  <a:gd name="connsiteY18" fmla="*/ 93 h 10000"/>
                  <a:gd name="connsiteX19" fmla="*/ 5227 w 9805"/>
                  <a:gd name="connsiteY19" fmla="*/ 0 h 10000"/>
                  <a:gd name="connsiteX20" fmla="*/ 4854 w 9805"/>
                  <a:gd name="connsiteY20" fmla="*/ 0 h 10000"/>
                  <a:gd name="connsiteX21" fmla="*/ 4480 w 9805"/>
                  <a:gd name="connsiteY21" fmla="*/ 0 h 10000"/>
                  <a:gd name="connsiteX22" fmla="*/ 4139 w 9805"/>
                  <a:gd name="connsiteY22" fmla="*/ 62 h 10000"/>
                  <a:gd name="connsiteX23" fmla="*/ 3782 w 9805"/>
                  <a:gd name="connsiteY23" fmla="*/ 155 h 10000"/>
                  <a:gd name="connsiteX24" fmla="*/ 3425 w 9805"/>
                  <a:gd name="connsiteY24" fmla="*/ 341 h 10000"/>
                  <a:gd name="connsiteX25" fmla="*/ 3068 w 9805"/>
                  <a:gd name="connsiteY25" fmla="*/ 526 h 10000"/>
                  <a:gd name="connsiteX26" fmla="*/ 2727 w 9805"/>
                  <a:gd name="connsiteY26" fmla="*/ 743 h 10000"/>
                  <a:gd name="connsiteX27" fmla="*/ 2402 w 9805"/>
                  <a:gd name="connsiteY27" fmla="*/ 1022 h 10000"/>
                  <a:gd name="connsiteX28" fmla="*/ 2078 w 9805"/>
                  <a:gd name="connsiteY28" fmla="*/ 1362 h 10000"/>
                  <a:gd name="connsiteX29" fmla="*/ 1769 w 9805"/>
                  <a:gd name="connsiteY29" fmla="*/ 1734 h 10000"/>
                  <a:gd name="connsiteX30" fmla="*/ 1445 w 9805"/>
                  <a:gd name="connsiteY30" fmla="*/ 2198 h 10000"/>
                  <a:gd name="connsiteX31" fmla="*/ 1185 w 9805"/>
                  <a:gd name="connsiteY31" fmla="*/ 2663 h 10000"/>
                  <a:gd name="connsiteX32" fmla="*/ 909 w 9805"/>
                  <a:gd name="connsiteY32" fmla="*/ 3189 h 10000"/>
                  <a:gd name="connsiteX33" fmla="*/ 633 w 9805"/>
                  <a:gd name="connsiteY33" fmla="*/ 3777 h 10000"/>
                  <a:gd name="connsiteX34" fmla="*/ 389 w 9805"/>
                  <a:gd name="connsiteY34" fmla="*/ 4427 h 10000"/>
                  <a:gd name="connsiteX35" fmla="*/ 195 w 9805"/>
                  <a:gd name="connsiteY35" fmla="*/ 5139 h 10000"/>
                  <a:gd name="connsiteX36" fmla="*/ 0 w 9805"/>
                  <a:gd name="connsiteY36" fmla="*/ 5882 h 10000"/>
                  <a:gd name="connsiteX37" fmla="*/ 195 w 9805"/>
                  <a:gd name="connsiteY37" fmla="*/ 6780 h 10000"/>
                  <a:gd name="connsiteX38" fmla="*/ 195 w 9805"/>
                  <a:gd name="connsiteY38" fmla="*/ 6780 h 10000"/>
                  <a:gd name="connsiteX39" fmla="*/ 292 w 9805"/>
                  <a:gd name="connsiteY39" fmla="*/ 6625 h 10000"/>
                  <a:gd name="connsiteX40" fmla="*/ 584 w 9805"/>
                  <a:gd name="connsiteY40" fmla="*/ 6347 h 10000"/>
                  <a:gd name="connsiteX41" fmla="*/ 811 w 9805"/>
                  <a:gd name="connsiteY41" fmla="*/ 6223 h 10000"/>
                  <a:gd name="connsiteX42" fmla="*/ 1087 w 9805"/>
                  <a:gd name="connsiteY42" fmla="*/ 6068 h 10000"/>
                  <a:gd name="connsiteX43" fmla="*/ 1380 w 9805"/>
                  <a:gd name="connsiteY43" fmla="*/ 5944 h 10000"/>
                  <a:gd name="connsiteX44" fmla="*/ 1721 w 9805"/>
                  <a:gd name="connsiteY44" fmla="*/ 5789 h 10000"/>
                  <a:gd name="connsiteX45" fmla="*/ 2110 w 9805"/>
                  <a:gd name="connsiteY45" fmla="*/ 5759 h 10000"/>
                  <a:gd name="connsiteX46" fmla="*/ 2532 w 9805"/>
                  <a:gd name="connsiteY46" fmla="*/ 5697 h 10000"/>
                  <a:gd name="connsiteX47" fmla="*/ 2971 w 9805"/>
                  <a:gd name="connsiteY47" fmla="*/ 5759 h 10000"/>
                  <a:gd name="connsiteX48" fmla="*/ 3458 w 9805"/>
                  <a:gd name="connsiteY48" fmla="*/ 5882 h 10000"/>
                  <a:gd name="connsiteX49" fmla="*/ 3977 w 9805"/>
                  <a:gd name="connsiteY49" fmla="*/ 6130 h 10000"/>
                  <a:gd name="connsiteX50" fmla="*/ 4529 w 9805"/>
                  <a:gd name="connsiteY50" fmla="*/ 6440 h 10000"/>
                  <a:gd name="connsiteX51" fmla="*/ 5097 w 9805"/>
                  <a:gd name="connsiteY51" fmla="*/ 6873 h 10000"/>
                  <a:gd name="connsiteX52" fmla="*/ 5714 w 9805"/>
                  <a:gd name="connsiteY52" fmla="*/ 7461 h 10000"/>
                  <a:gd name="connsiteX53" fmla="*/ 5714 w 9805"/>
                  <a:gd name="connsiteY53" fmla="*/ 7461 h 10000"/>
                  <a:gd name="connsiteX54" fmla="*/ 5763 w 9805"/>
                  <a:gd name="connsiteY54" fmla="*/ 7616 h 10000"/>
                  <a:gd name="connsiteX55" fmla="*/ 5876 w 9805"/>
                  <a:gd name="connsiteY55" fmla="*/ 8080 h 10000"/>
                  <a:gd name="connsiteX56" fmla="*/ 5958 w 9805"/>
                  <a:gd name="connsiteY56" fmla="*/ 8452 h 10000"/>
                  <a:gd name="connsiteX57" fmla="*/ 6023 w 9805"/>
                  <a:gd name="connsiteY57" fmla="*/ 8885 h 10000"/>
                  <a:gd name="connsiteX58" fmla="*/ 6071 w 9805"/>
                  <a:gd name="connsiteY58" fmla="*/ 9381 h 10000"/>
                  <a:gd name="connsiteX59" fmla="*/ 6120 w 9805"/>
                  <a:gd name="connsiteY59" fmla="*/ 10000 h 10000"/>
                  <a:gd name="connsiteX60" fmla="*/ 6120 w 9805"/>
                  <a:gd name="connsiteY60" fmla="*/ 10000 h 10000"/>
                  <a:gd name="connsiteX61" fmla="*/ 6591 w 9805"/>
                  <a:gd name="connsiteY61" fmla="*/ 9752 h 10000"/>
                  <a:gd name="connsiteX62" fmla="*/ 7061 w 9805"/>
                  <a:gd name="connsiteY62" fmla="*/ 9443 h 10000"/>
                  <a:gd name="connsiteX63" fmla="*/ 7516 w 9805"/>
                  <a:gd name="connsiteY63" fmla="*/ 9009 h 10000"/>
                  <a:gd name="connsiteX64" fmla="*/ 7987 w 9805"/>
                  <a:gd name="connsiteY64" fmla="*/ 8545 h 10000"/>
                  <a:gd name="connsiteX65" fmla="*/ 8458 w 9805"/>
                  <a:gd name="connsiteY65" fmla="*/ 7988 h 10000"/>
                  <a:gd name="connsiteX66" fmla="*/ 8896 w 9805"/>
                  <a:gd name="connsiteY66" fmla="*/ 7337 h 10000"/>
                  <a:gd name="connsiteX67" fmla="*/ 9367 w 9805"/>
                  <a:gd name="connsiteY67" fmla="*/ 6533 h 10000"/>
                  <a:gd name="connsiteX68" fmla="*/ 9805 w 9805"/>
                  <a:gd name="connsiteY68" fmla="*/ 5697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9805" h="10000">
                    <a:moveTo>
                      <a:pt x="9805" y="5697"/>
                    </a:moveTo>
                    <a:lnTo>
                      <a:pt x="9805" y="5697"/>
                    </a:lnTo>
                    <a:cubicBezTo>
                      <a:pt x="9773" y="5521"/>
                      <a:pt x="9740" y="5346"/>
                      <a:pt x="9708" y="5170"/>
                    </a:cubicBezTo>
                    <a:lnTo>
                      <a:pt x="9561" y="4706"/>
                    </a:lnTo>
                    <a:cubicBezTo>
                      <a:pt x="9502" y="4551"/>
                      <a:pt x="9443" y="4396"/>
                      <a:pt x="9383" y="4241"/>
                    </a:cubicBezTo>
                    <a:lnTo>
                      <a:pt x="9204" y="3777"/>
                    </a:lnTo>
                    <a:lnTo>
                      <a:pt x="9204" y="3777"/>
                    </a:lnTo>
                    <a:cubicBezTo>
                      <a:pt x="9134" y="3612"/>
                      <a:pt x="9063" y="3447"/>
                      <a:pt x="8993" y="3282"/>
                    </a:cubicBezTo>
                    <a:lnTo>
                      <a:pt x="8750" y="2817"/>
                    </a:lnTo>
                    <a:lnTo>
                      <a:pt x="8474" y="2384"/>
                    </a:lnTo>
                    <a:lnTo>
                      <a:pt x="8214" y="2012"/>
                    </a:lnTo>
                    <a:lnTo>
                      <a:pt x="7922" y="1641"/>
                    </a:lnTo>
                    <a:lnTo>
                      <a:pt x="7613" y="1300"/>
                    </a:lnTo>
                    <a:lnTo>
                      <a:pt x="7305" y="1022"/>
                    </a:lnTo>
                    <a:lnTo>
                      <a:pt x="6964" y="743"/>
                    </a:lnTo>
                    <a:lnTo>
                      <a:pt x="6623" y="526"/>
                    </a:lnTo>
                    <a:lnTo>
                      <a:pt x="6266" y="341"/>
                    </a:lnTo>
                    <a:lnTo>
                      <a:pt x="5925" y="186"/>
                    </a:lnTo>
                    <a:lnTo>
                      <a:pt x="5584" y="93"/>
                    </a:lnTo>
                    <a:lnTo>
                      <a:pt x="5227" y="0"/>
                    </a:lnTo>
                    <a:lnTo>
                      <a:pt x="4854" y="0"/>
                    </a:lnTo>
                    <a:lnTo>
                      <a:pt x="4480" y="0"/>
                    </a:lnTo>
                    <a:lnTo>
                      <a:pt x="4139" y="62"/>
                    </a:lnTo>
                    <a:lnTo>
                      <a:pt x="3782" y="155"/>
                    </a:lnTo>
                    <a:lnTo>
                      <a:pt x="3425" y="341"/>
                    </a:lnTo>
                    <a:lnTo>
                      <a:pt x="3068" y="526"/>
                    </a:lnTo>
                    <a:lnTo>
                      <a:pt x="2727" y="743"/>
                    </a:lnTo>
                    <a:lnTo>
                      <a:pt x="2402" y="1022"/>
                    </a:lnTo>
                    <a:lnTo>
                      <a:pt x="2078" y="1362"/>
                    </a:lnTo>
                    <a:lnTo>
                      <a:pt x="1769" y="1734"/>
                    </a:lnTo>
                    <a:lnTo>
                      <a:pt x="1445" y="2198"/>
                    </a:lnTo>
                    <a:lnTo>
                      <a:pt x="1185" y="2663"/>
                    </a:lnTo>
                    <a:lnTo>
                      <a:pt x="909" y="3189"/>
                    </a:lnTo>
                    <a:lnTo>
                      <a:pt x="633" y="3777"/>
                    </a:lnTo>
                    <a:cubicBezTo>
                      <a:pt x="552" y="3994"/>
                      <a:pt x="470" y="4210"/>
                      <a:pt x="389" y="4427"/>
                    </a:cubicBezTo>
                    <a:cubicBezTo>
                      <a:pt x="324" y="4664"/>
                      <a:pt x="260" y="4902"/>
                      <a:pt x="195" y="5139"/>
                    </a:cubicBezTo>
                    <a:lnTo>
                      <a:pt x="0" y="5882"/>
                    </a:lnTo>
                    <a:lnTo>
                      <a:pt x="195" y="6780"/>
                    </a:lnTo>
                    <a:lnTo>
                      <a:pt x="195" y="6780"/>
                    </a:lnTo>
                    <a:cubicBezTo>
                      <a:pt x="227" y="6728"/>
                      <a:pt x="260" y="6677"/>
                      <a:pt x="292" y="6625"/>
                    </a:cubicBezTo>
                    <a:lnTo>
                      <a:pt x="584" y="6347"/>
                    </a:lnTo>
                    <a:lnTo>
                      <a:pt x="811" y="6223"/>
                    </a:lnTo>
                    <a:lnTo>
                      <a:pt x="1087" y="6068"/>
                    </a:lnTo>
                    <a:lnTo>
                      <a:pt x="1380" y="5944"/>
                    </a:lnTo>
                    <a:lnTo>
                      <a:pt x="1721" y="5789"/>
                    </a:lnTo>
                    <a:lnTo>
                      <a:pt x="2110" y="5759"/>
                    </a:lnTo>
                    <a:lnTo>
                      <a:pt x="2532" y="5697"/>
                    </a:lnTo>
                    <a:lnTo>
                      <a:pt x="2971" y="5759"/>
                    </a:lnTo>
                    <a:lnTo>
                      <a:pt x="3458" y="5882"/>
                    </a:lnTo>
                    <a:lnTo>
                      <a:pt x="3977" y="6130"/>
                    </a:lnTo>
                    <a:lnTo>
                      <a:pt x="4529" y="6440"/>
                    </a:lnTo>
                    <a:lnTo>
                      <a:pt x="5097" y="6873"/>
                    </a:lnTo>
                    <a:lnTo>
                      <a:pt x="5714" y="7461"/>
                    </a:lnTo>
                    <a:lnTo>
                      <a:pt x="5714" y="7461"/>
                    </a:lnTo>
                    <a:cubicBezTo>
                      <a:pt x="5730" y="7513"/>
                      <a:pt x="5747" y="7564"/>
                      <a:pt x="5763" y="7616"/>
                    </a:cubicBezTo>
                    <a:cubicBezTo>
                      <a:pt x="5800" y="7771"/>
                      <a:pt x="5839" y="7925"/>
                      <a:pt x="5876" y="8080"/>
                    </a:cubicBezTo>
                    <a:cubicBezTo>
                      <a:pt x="5904" y="8204"/>
                      <a:pt x="5930" y="8328"/>
                      <a:pt x="5958" y="8452"/>
                    </a:cubicBezTo>
                    <a:cubicBezTo>
                      <a:pt x="5979" y="8596"/>
                      <a:pt x="6001" y="8741"/>
                      <a:pt x="6023" y="8885"/>
                    </a:cubicBezTo>
                    <a:cubicBezTo>
                      <a:pt x="6039" y="9050"/>
                      <a:pt x="6055" y="9216"/>
                      <a:pt x="6071" y="9381"/>
                    </a:cubicBezTo>
                    <a:cubicBezTo>
                      <a:pt x="6087" y="9587"/>
                      <a:pt x="6104" y="9794"/>
                      <a:pt x="6120" y="10000"/>
                    </a:cubicBezTo>
                    <a:lnTo>
                      <a:pt x="6120" y="10000"/>
                    </a:lnTo>
                    <a:lnTo>
                      <a:pt x="6591" y="9752"/>
                    </a:lnTo>
                    <a:lnTo>
                      <a:pt x="7061" y="9443"/>
                    </a:lnTo>
                    <a:lnTo>
                      <a:pt x="7516" y="9009"/>
                    </a:lnTo>
                    <a:lnTo>
                      <a:pt x="7987" y="8545"/>
                    </a:lnTo>
                    <a:lnTo>
                      <a:pt x="8458" y="7988"/>
                    </a:lnTo>
                    <a:lnTo>
                      <a:pt x="8896" y="7337"/>
                    </a:lnTo>
                    <a:lnTo>
                      <a:pt x="9367" y="6533"/>
                    </a:lnTo>
                    <a:lnTo>
                      <a:pt x="9805" y="56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Freeform: Shape 142">
                <a:extLst>
                  <a:ext uri="{FF2B5EF4-FFF2-40B4-BE49-F238E27FC236}">
                    <a16:creationId xmlns:a16="http://schemas.microsoft.com/office/drawing/2014/main" id="{F88E1D94-A27B-4378-9317-0FDEAB5CE0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183962" y="2043005"/>
                <a:ext cx="261318" cy="545271"/>
              </a:xfrm>
              <a:custGeom>
                <a:avLst/>
                <a:gdLst>
                  <a:gd name="T0" fmla="*/ 58 w 304"/>
                  <a:gd name="T1" fmla="*/ 139 h 440"/>
                  <a:gd name="T2" fmla="*/ 58 w 304"/>
                  <a:gd name="T3" fmla="*/ 139 h 440"/>
                  <a:gd name="T4" fmla="*/ 60 w 304"/>
                  <a:gd name="T5" fmla="*/ 160 h 440"/>
                  <a:gd name="T6" fmla="*/ 58 w 304"/>
                  <a:gd name="T7" fmla="*/ 184 h 440"/>
                  <a:gd name="T8" fmla="*/ 57 w 304"/>
                  <a:gd name="T9" fmla="*/ 211 h 440"/>
                  <a:gd name="T10" fmla="*/ 51 w 304"/>
                  <a:gd name="T11" fmla="*/ 240 h 440"/>
                  <a:gd name="T12" fmla="*/ 43 w 304"/>
                  <a:gd name="T13" fmla="*/ 273 h 440"/>
                  <a:gd name="T14" fmla="*/ 33 w 304"/>
                  <a:gd name="T15" fmla="*/ 308 h 440"/>
                  <a:gd name="T16" fmla="*/ 18 w 304"/>
                  <a:gd name="T17" fmla="*/ 345 h 440"/>
                  <a:gd name="T18" fmla="*/ 0 w 304"/>
                  <a:gd name="T19" fmla="*/ 386 h 440"/>
                  <a:gd name="T20" fmla="*/ 0 w 304"/>
                  <a:gd name="T21" fmla="*/ 386 h 440"/>
                  <a:gd name="T22" fmla="*/ 18 w 304"/>
                  <a:gd name="T23" fmla="*/ 397 h 440"/>
                  <a:gd name="T24" fmla="*/ 61 w 304"/>
                  <a:gd name="T25" fmla="*/ 416 h 440"/>
                  <a:gd name="T26" fmla="*/ 87 w 304"/>
                  <a:gd name="T27" fmla="*/ 427 h 440"/>
                  <a:gd name="T28" fmla="*/ 113 w 304"/>
                  <a:gd name="T29" fmla="*/ 436 h 440"/>
                  <a:gd name="T30" fmla="*/ 125 w 304"/>
                  <a:gd name="T31" fmla="*/ 439 h 440"/>
                  <a:gd name="T32" fmla="*/ 135 w 304"/>
                  <a:gd name="T33" fmla="*/ 440 h 440"/>
                  <a:gd name="T34" fmla="*/ 144 w 304"/>
                  <a:gd name="T35" fmla="*/ 440 h 440"/>
                  <a:gd name="T36" fmla="*/ 152 w 304"/>
                  <a:gd name="T37" fmla="*/ 439 h 440"/>
                  <a:gd name="T38" fmla="*/ 152 w 304"/>
                  <a:gd name="T39" fmla="*/ 439 h 440"/>
                  <a:gd name="T40" fmla="*/ 159 w 304"/>
                  <a:gd name="T41" fmla="*/ 436 h 440"/>
                  <a:gd name="T42" fmla="*/ 170 w 304"/>
                  <a:gd name="T43" fmla="*/ 425 h 440"/>
                  <a:gd name="T44" fmla="*/ 184 w 304"/>
                  <a:gd name="T45" fmla="*/ 412 h 440"/>
                  <a:gd name="T46" fmla="*/ 197 w 304"/>
                  <a:gd name="T47" fmla="*/ 394 h 440"/>
                  <a:gd name="T48" fmla="*/ 212 w 304"/>
                  <a:gd name="T49" fmla="*/ 371 h 440"/>
                  <a:gd name="T50" fmla="*/ 229 w 304"/>
                  <a:gd name="T51" fmla="*/ 347 h 440"/>
                  <a:gd name="T52" fmla="*/ 245 w 304"/>
                  <a:gd name="T53" fmla="*/ 318 h 440"/>
                  <a:gd name="T54" fmla="*/ 261 w 304"/>
                  <a:gd name="T55" fmla="*/ 287 h 440"/>
                  <a:gd name="T56" fmla="*/ 274 w 304"/>
                  <a:gd name="T57" fmla="*/ 255 h 440"/>
                  <a:gd name="T58" fmla="*/ 286 w 304"/>
                  <a:gd name="T59" fmla="*/ 220 h 440"/>
                  <a:gd name="T60" fmla="*/ 295 w 304"/>
                  <a:gd name="T61" fmla="*/ 184 h 440"/>
                  <a:gd name="T62" fmla="*/ 301 w 304"/>
                  <a:gd name="T63" fmla="*/ 148 h 440"/>
                  <a:gd name="T64" fmla="*/ 303 w 304"/>
                  <a:gd name="T65" fmla="*/ 128 h 440"/>
                  <a:gd name="T66" fmla="*/ 304 w 304"/>
                  <a:gd name="T67" fmla="*/ 110 h 440"/>
                  <a:gd name="T68" fmla="*/ 304 w 304"/>
                  <a:gd name="T69" fmla="*/ 92 h 440"/>
                  <a:gd name="T70" fmla="*/ 303 w 304"/>
                  <a:gd name="T71" fmla="*/ 72 h 440"/>
                  <a:gd name="T72" fmla="*/ 301 w 304"/>
                  <a:gd name="T73" fmla="*/ 54 h 440"/>
                  <a:gd name="T74" fmla="*/ 297 w 304"/>
                  <a:gd name="T75" fmla="*/ 36 h 440"/>
                  <a:gd name="T76" fmla="*/ 292 w 304"/>
                  <a:gd name="T77" fmla="*/ 18 h 440"/>
                  <a:gd name="T78" fmla="*/ 285 w 304"/>
                  <a:gd name="T79" fmla="*/ 0 h 440"/>
                  <a:gd name="T80" fmla="*/ 285 w 304"/>
                  <a:gd name="T81" fmla="*/ 0 h 440"/>
                  <a:gd name="T82" fmla="*/ 258 w 304"/>
                  <a:gd name="T83" fmla="*/ 27 h 440"/>
                  <a:gd name="T84" fmla="*/ 229 w 304"/>
                  <a:gd name="T85" fmla="*/ 53 h 440"/>
                  <a:gd name="T86" fmla="*/ 202 w 304"/>
                  <a:gd name="T87" fmla="*/ 74 h 440"/>
                  <a:gd name="T88" fmla="*/ 173 w 304"/>
                  <a:gd name="T89" fmla="*/ 92 h 440"/>
                  <a:gd name="T90" fmla="*/ 144 w 304"/>
                  <a:gd name="T91" fmla="*/ 107 h 440"/>
                  <a:gd name="T92" fmla="*/ 116 w 304"/>
                  <a:gd name="T93" fmla="*/ 121 h 440"/>
                  <a:gd name="T94" fmla="*/ 87 w 304"/>
                  <a:gd name="T95" fmla="*/ 131 h 440"/>
                  <a:gd name="T96" fmla="*/ 58 w 304"/>
                  <a:gd name="T97" fmla="*/ 139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4" h="440">
                    <a:moveTo>
                      <a:pt x="58" y="139"/>
                    </a:moveTo>
                    <a:lnTo>
                      <a:pt x="58" y="139"/>
                    </a:lnTo>
                    <a:lnTo>
                      <a:pt x="60" y="160"/>
                    </a:lnTo>
                    <a:lnTo>
                      <a:pt x="58" y="184"/>
                    </a:lnTo>
                    <a:lnTo>
                      <a:pt x="57" y="211"/>
                    </a:lnTo>
                    <a:lnTo>
                      <a:pt x="51" y="240"/>
                    </a:lnTo>
                    <a:lnTo>
                      <a:pt x="43" y="273"/>
                    </a:lnTo>
                    <a:lnTo>
                      <a:pt x="33" y="308"/>
                    </a:lnTo>
                    <a:lnTo>
                      <a:pt x="18" y="345"/>
                    </a:lnTo>
                    <a:lnTo>
                      <a:pt x="0" y="386"/>
                    </a:lnTo>
                    <a:lnTo>
                      <a:pt x="0" y="386"/>
                    </a:lnTo>
                    <a:lnTo>
                      <a:pt x="18" y="397"/>
                    </a:lnTo>
                    <a:lnTo>
                      <a:pt x="61" y="416"/>
                    </a:lnTo>
                    <a:lnTo>
                      <a:pt x="87" y="427"/>
                    </a:lnTo>
                    <a:lnTo>
                      <a:pt x="113" y="436"/>
                    </a:lnTo>
                    <a:lnTo>
                      <a:pt x="125" y="439"/>
                    </a:lnTo>
                    <a:lnTo>
                      <a:pt x="135" y="440"/>
                    </a:lnTo>
                    <a:lnTo>
                      <a:pt x="144" y="440"/>
                    </a:lnTo>
                    <a:lnTo>
                      <a:pt x="152" y="439"/>
                    </a:lnTo>
                    <a:lnTo>
                      <a:pt x="152" y="439"/>
                    </a:lnTo>
                    <a:lnTo>
                      <a:pt x="159" y="436"/>
                    </a:lnTo>
                    <a:lnTo>
                      <a:pt x="170" y="425"/>
                    </a:lnTo>
                    <a:lnTo>
                      <a:pt x="184" y="412"/>
                    </a:lnTo>
                    <a:lnTo>
                      <a:pt x="197" y="394"/>
                    </a:lnTo>
                    <a:lnTo>
                      <a:pt x="212" y="371"/>
                    </a:lnTo>
                    <a:lnTo>
                      <a:pt x="229" y="347"/>
                    </a:lnTo>
                    <a:lnTo>
                      <a:pt x="245" y="318"/>
                    </a:lnTo>
                    <a:lnTo>
                      <a:pt x="261" y="287"/>
                    </a:lnTo>
                    <a:lnTo>
                      <a:pt x="274" y="255"/>
                    </a:lnTo>
                    <a:lnTo>
                      <a:pt x="286" y="220"/>
                    </a:lnTo>
                    <a:lnTo>
                      <a:pt x="295" y="184"/>
                    </a:lnTo>
                    <a:lnTo>
                      <a:pt x="301" y="148"/>
                    </a:lnTo>
                    <a:lnTo>
                      <a:pt x="303" y="128"/>
                    </a:lnTo>
                    <a:lnTo>
                      <a:pt x="304" y="110"/>
                    </a:lnTo>
                    <a:lnTo>
                      <a:pt x="304" y="92"/>
                    </a:lnTo>
                    <a:lnTo>
                      <a:pt x="303" y="72"/>
                    </a:lnTo>
                    <a:lnTo>
                      <a:pt x="301" y="54"/>
                    </a:lnTo>
                    <a:lnTo>
                      <a:pt x="297" y="36"/>
                    </a:lnTo>
                    <a:lnTo>
                      <a:pt x="292" y="18"/>
                    </a:lnTo>
                    <a:lnTo>
                      <a:pt x="285" y="0"/>
                    </a:lnTo>
                    <a:lnTo>
                      <a:pt x="285" y="0"/>
                    </a:lnTo>
                    <a:lnTo>
                      <a:pt x="258" y="27"/>
                    </a:lnTo>
                    <a:lnTo>
                      <a:pt x="229" y="53"/>
                    </a:lnTo>
                    <a:lnTo>
                      <a:pt x="202" y="74"/>
                    </a:lnTo>
                    <a:lnTo>
                      <a:pt x="173" y="92"/>
                    </a:lnTo>
                    <a:lnTo>
                      <a:pt x="144" y="107"/>
                    </a:lnTo>
                    <a:lnTo>
                      <a:pt x="116" y="121"/>
                    </a:lnTo>
                    <a:lnTo>
                      <a:pt x="87" y="131"/>
                    </a:lnTo>
                    <a:lnTo>
                      <a:pt x="58" y="13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Freeform: Shape 143">
                <a:extLst>
                  <a:ext uri="{FF2B5EF4-FFF2-40B4-BE49-F238E27FC236}">
                    <a16:creationId xmlns:a16="http://schemas.microsoft.com/office/drawing/2014/main" id="{55D0F7EE-2204-4BD9-80D5-384FB2716F0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74220" y="2292095"/>
                <a:ext cx="68768" cy="195802"/>
              </a:xfrm>
              <a:custGeom>
                <a:avLst/>
                <a:gdLst>
                  <a:gd name="T0" fmla="*/ 47 w 80"/>
                  <a:gd name="T1" fmla="*/ 1 h 158"/>
                  <a:gd name="T2" fmla="*/ 47 w 80"/>
                  <a:gd name="T3" fmla="*/ 1 h 158"/>
                  <a:gd name="T4" fmla="*/ 42 w 80"/>
                  <a:gd name="T5" fmla="*/ 0 h 158"/>
                  <a:gd name="T6" fmla="*/ 42 w 80"/>
                  <a:gd name="T7" fmla="*/ 0 h 158"/>
                  <a:gd name="T8" fmla="*/ 48 w 80"/>
                  <a:gd name="T9" fmla="*/ 6 h 158"/>
                  <a:gd name="T10" fmla="*/ 54 w 80"/>
                  <a:gd name="T11" fmla="*/ 12 h 158"/>
                  <a:gd name="T12" fmla="*/ 59 w 80"/>
                  <a:gd name="T13" fmla="*/ 21 h 158"/>
                  <a:gd name="T14" fmla="*/ 62 w 80"/>
                  <a:gd name="T15" fmla="*/ 33 h 158"/>
                  <a:gd name="T16" fmla="*/ 63 w 80"/>
                  <a:gd name="T17" fmla="*/ 45 h 158"/>
                  <a:gd name="T18" fmla="*/ 63 w 80"/>
                  <a:gd name="T19" fmla="*/ 58 h 158"/>
                  <a:gd name="T20" fmla="*/ 62 w 80"/>
                  <a:gd name="T21" fmla="*/ 72 h 158"/>
                  <a:gd name="T22" fmla="*/ 59 w 80"/>
                  <a:gd name="T23" fmla="*/ 87 h 158"/>
                  <a:gd name="T24" fmla="*/ 59 w 80"/>
                  <a:gd name="T25" fmla="*/ 87 h 158"/>
                  <a:gd name="T26" fmla="*/ 54 w 80"/>
                  <a:gd name="T27" fmla="*/ 102 h 158"/>
                  <a:gd name="T28" fmla="*/ 48 w 80"/>
                  <a:gd name="T29" fmla="*/ 116 h 158"/>
                  <a:gd name="T30" fmla="*/ 40 w 80"/>
                  <a:gd name="T31" fmla="*/ 126 h 158"/>
                  <a:gd name="T32" fmla="*/ 33 w 80"/>
                  <a:gd name="T33" fmla="*/ 137 h 158"/>
                  <a:gd name="T34" fmla="*/ 25 w 80"/>
                  <a:gd name="T35" fmla="*/ 144 h 158"/>
                  <a:gd name="T36" fmla="*/ 16 w 80"/>
                  <a:gd name="T37" fmla="*/ 150 h 158"/>
                  <a:gd name="T38" fmla="*/ 9 w 80"/>
                  <a:gd name="T39" fmla="*/ 153 h 158"/>
                  <a:gd name="T40" fmla="*/ 0 w 80"/>
                  <a:gd name="T41" fmla="*/ 155 h 158"/>
                  <a:gd name="T42" fmla="*/ 0 w 80"/>
                  <a:gd name="T43" fmla="*/ 155 h 158"/>
                  <a:gd name="T44" fmla="*/ 6 w 80"/>
                  <a:gd name="T45" fmla="*/ 157 h 158"/>
                  <a:gd name="T46" fmla="*/ 6 w 80"/>
                  <a:gd name="T47" fmla="*/ 157 h 158"/>
                  <a:gd name="T48" fmla="*/ 16 w 80"/>
                  <a:gd name="T49" fmla="*/ 158 h 158"/>
                  <a:gd name="T50" fmla="*/ 27 w 80"/>
                  <a:gd name="T51" fmla="*/ 155 h 158"/>
                  <a:gd name="T52" fmla="*/ 36 w 80"/>
                  <a:gd name="T53" fmla="*/ 150 h 158"/>
                  <a:gd name="T54" fmla="*/ 47 w 80"/>
                  <a:gd name="T55" fmla="*/ 143 h 158"/>
                  <a:gd name="T56" fmla="*/ 56 w 80"/>
                  <a:gd name="T57" fmla="*/ 134 h 158"/>
                  <a:gd name="T58" fmla="*/ 65 w 80"/>
                  <a:gd name="T59" fmla="*/ 122 h 158"/>
                  <a:gd name="T60" fmla="*/ 71 w 80"/>
                  <a:gd name="T61" fmla="*/ 108 h 158"/>
                  <a:gd name="T62" fmla="*/ 77 w 80"/>
                  <a:gd name="T63" fmla="*/ 92 h 158"/>
                  <a:gd name="T64" fmla="*/ 77 w 80"/>
                  <a:gd name="T65" fmla="*/ 92 h 158"/>
                  <a:gd name="T66" fmla="*/ 80 w 80"/>
                  <a:gd name="T67" fmla="*/ 77 h 158"/>
                  <a:gd name="T68" fmla="*/ 80 w 80"/>
                  <a:gd name="T69" fmla="*/ 61 h 158"/>
                  <a:gd name="T70" fmla="*/ 80 w 80"/>
                  <a:gd name="T71" fmla="*/ 46 h 158"/>
                  <a:gd name="T72" fmla="*/ 77 w 80"/>
                  <a:gd name="T73" fmla="*/ 33 h 158"/>
                  <a:gd name="T74" fmla="*/ 71 w 80"/>
                  <a:gd name="T75" fmla="*/ 22 h 158"/>
                  <a:gd name="T76" fmla="*/ 65 w 80"/>
                  <a:gd name="T77" fmla="*/ 13 h 158"/>
                  <a:gd name="T78" fmla="*/ 57 w 80"/>
                  <a:gd name="T79" fmla="*/ 6 h 158"/>
                  <a:gd name="T80" fmla="*/ 47 w 80"/>
                  <a:gd name="T81" fmla="*/ 1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0" h="158">
                    <a:moveTo>
                      <a:pt x="47" y="1"/>
                    </a:moveTo>
                    <a:lnTo>
                      <a:pt x="47" y="1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8" y="6"/>
                    </a:lnTo>
                    <a:lnTo>
                      <a:pt x="54" y="12"/>
                    </a:lnTo>
                    <a:lnTo>
                      <a:pt x="59" y="21"/>
                    </a:lnTo>
                    <a:lnTo>
                      <a:pt x="62" y="33"/>
                    </a:lnTo>
                    <a:lnTo>
                      <a:pt x="63" y="45"/>
                    </a:lnTo>
                    <a:lnTo>
                      <a:pt x="63" y="58"/>
                    </a:lnTo>
                    <a:lnTo>
                      <a:pt x="62" y="72"/>
                    </a:lnTo>
                    <a:lnTo>
                      <a:pt x="59" y="87"/>
                    </a:lnTo>
                    <a:lnTo>
                      <a:pt x="59" y="87"/>
                    </a:lnTo>
                    <a:lnTo>
                      <a:pt x="54" y="102"/>
                    </a:lnTo>
                    <a:lnTo>
                      <a:pt x="48" y="116"/>
                    </a:lnTo>
                    <a:lnTo>
                      <a:pt x="40" y="126"/>
                    </a:lnTo>
                    <a:lnTo>
                      <a:pt x="33" y="137"/>
                    </a:lnTo>
                    <a:lnTo>
                      <a:pt x="25" y="144"/>
                    </a:lnTo>
                    <a:lnTo>
                      <a:pt x="16" y="150"/>
                    </a:lnTo>
                    <a:lnTo>
                      <a:pt x="9" y="153"/>
                    </a:lnTo>
                    <a:lnTo>
                      <a:pt x="0" y="155"/>
                    </a:lnTo>
                    <a:lnTo>
                      <a:pt x="0" y="155"/>
                    </a:lnTo>
                    <a:lnTo>
                      <a:pt x="6" y="157"/>
                    </a:lnTo>
                    <a:lnTo>
                      <a:pt x="6" y="157"/>
                    </a:lnTo>
                    <a:lnTo>
                      <a:pt x="16" y="158"/>
                    </a:lnTo>
                    <a:lnTo>
                      <a:pt x="27" y="155"/>
                    </a:lnTo>
                    <a:lnTo>
                      <a:pt x="36" y="150"/>
                    </a:lnTo>
                    <a:lnTo>
                      <a:pt x="47" y="143"/>
                    </a:lnTo>
                    <a:lnTo>
                      <a:pt x="56" y="134"/>
                    </a:lnTo>
                    <a:lnTo>
                      <a:pt x="65" y="122"/>
                    </a:lnTo>
                    <a:lnTo>
                      <a:pt x="71" y="108"/>
                    </a:lnTo>
                    <a:lnTo>
                      <a:pt x="77" y="92"/>
                    </a:lnTo>
                    <a:lnTo>
                      <a:pt x="77" y="92"/>
                    </a:lnTo>
                    <a:lnTo>
                      <a:pt x="80" y="77"/>
                    </a:lnTo>
                    <a:lnTo>
                      <a:pt x="80" y="61"/>
                    </a:lnTo>
                    <a:lnTo>
                      <a:pt x="80" y="46"/>
                    </a:lnTo>
                    <a:lnTo>
                      <a:pt x="77" y="33"/>
                    </a:lnTo>
                    <a:lnTo>
                      <a:pt x="71" y="22"/>
                    </a:lnTo>
                    <a:lnTo>
                      <a:pt x="65" y="13"/>
                    </a:lnTo>
                    <a:lnTo>
                      <a:pt x="57" y="6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Freeform: Shape 144">
                <a:extLst>
                  <a:ext uri="{FF2B5EF4-FFF2-40B4-BE49-F238E27FC236}">
                    <a16:creationId xmlns:a16="http://schemas.microsoft.com/office/drawing/2014/main" id="{EAB1AE56-B088-49BE-BF40-C49CF7F9D11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88833" y="2292095"/>
                <a:ext cx="79083" cy="192085"/>
              </a:xfrm>
              <a:custGeom>
                <a:avLst/>
                <a:gdLst>
                  <a:gd name="T0" fmla="*/ 88 w 92"/>
                  <a:gd name="T1" fmla="*/ 87 h 155"/>
                  <a:gd name="T2" fmla="*/ 88 w 92"/>
                  <a:gd name="T3" fmla="*/ 87 h 155"/>
                  <a:gd name="T4" fmla="*/ 91 w 92"/>
                  <a:gd name="T5" fmla="*/ 72 h 155"/>
                  <a:gd name="T6" fmla="*/ 92 w 92"/>
                  <a:gd name="T7" fmla="*/ 58 h 155"/>
                  <a:gd name="T8" fmla="*/ 92 w 92"/>
                  <a:gd name="T9" fmla="*/ 45 h 155"/>
                  <a:gd name="T10" fmla="*/ 91 w 92"/>
                  <a:gd name="T11" fmla="*/ 33 h 155"/>
                  <a:gd name="T12" fmla="*/ 88 w 92"/>
                  <a:gd name="T13" fmla="*/ 21 h 155"/>
                  <a:gd name="T14" fmla="*/ 83 w 92"/>
                  <a:gd name="T15" fmla="*/ 12 h 155"/>
                  <a:gd name="T16" fmla="*/ 77 w 92"/>
                  <a:gd name="T17" fmla="*/ 6 h 155"/>
                  <a:gd name="T18" fmla="*/ 71 w 92"/>
                  <a:gd name="T19" fmla="*/ 0 h 155"/>
                  <a:gd name="T20" fmla="*/ 71 w 92"/>
                  <a:gd name="T21" fmla="*/ 0 h 155"/>
                  <a:gd name="T22" fmla="*/ 60 w 92"/>
                  <a:gd name="T23" fmla="*/ 1 h 155"/>
                  <a:gd name="T24" fmla="*/ 51 w 92"/>
                  <a:gd name="T25" fmla="*/ 4 h 155"/>
                  <a:gd name="T26" fmla="*/ 41 w 92"/>
                  <a:gd name="T27" fmla="*/ 9 h 155"/>
                  <a:gd name="T28" fmla="*/ 32 w 92"/>
                  <a:gd name="T29" fmla="*/ 16 h 155"/>
                  <a:gd name="T30" fmla="*/ 24 w 92"/>
                  <a:gd name="T31" fmla="*/ 27 h 155"/>
                  <a:gd name="T32" fmla="*/ 17 w 92"/>
                  <a:gd name="T33" fmla="*/ 37 h 155"/>
                  <a:gd name="T34" fmla="*/ 9 w 92"/>
                  <a:gd name="T35" fmla="*/ 51 h 155"/>
                  <a:gd name="T36" fmla="*/ 5 w 92"/>
                  <a:gd name="T37" fmla="*/ 64 h 155"/>
                  <a:gd name="T38" fmla="*/ 5 w 92"/>
                  <a:gd name="T39" fmla="*/ 64 h 155"/>
                  <a:gd name="T40" fmla="*/ 2 w 92"/>
                  <a:gd name="T41" fmla="*/ 80 h 155"/>
                  <a:gd name="T42" fmla="*/ 0 w 92"/>
                  <a:gd name="T43" fmla="*/ 95 h 155"/>
                  <a:gd name="T44" fmla="*/ 2 w 92"/>
                  <a:gd name="T45" fmla="*/ 108 h 155"/>
                  <a:gd name="T46" fmla="*/ 5 w 92"/>
                  <a:gd name="T47" fmla="*/ 120 h 155"/>
                  <a:gd name="T48" fmla="*/ 8 w 92"/>
                  <a:gd name="T49" fmla="*/ 132 h 155"/>
                  <a:gd name="T50" fmla="*/ 14 w 92"/>
                  <a:gd name="T51" fmla="*/ 141 h 155"/>
                  <a:gd name="T52" fmla="*/ 21 w 92"/>
                  <a:gd name="T53" fmla="*/ 149 h 155"/>
                  <a:gd name="T54" fmla="*/ 29 w 92"/>
                  <a:gd name="T55" fmla="*/ 155 h 155"/>
                  <a:gd name="T56" fmla="*/ 29 w 92"/>
                  <a:gd name="T57" fmla="*/ 155 h 155"/>
                  <a:gd name="T58" fmla="*/ 38 w 92"/>
                  <a:gd name="T59" fmla="*/ 153 h 155"/>
                  <a:gd name="T60" fmla="*/ 45 w 92"/>
                  <a:gd name="T61" fmla="*/ 150 h 155"/>
                  <a:gd name="T62" fmla="*/ 54 w 92"/>
                  <a:gd name="T63" fmla="*/ 144 h 155"/>
                  <a:gd name="T64" fmla="*/ 62 w 92"/>
                  <a:gd name="T65" fmla="*/ 137 h 155"/>
                  <a:gd name="T66" fmla="*/ 69 w 92"/>
                  <a:gd name="T67" fmla="*/ 126 h 155"/>
                  <a:gd name="T68" fmla="*/ 77 w 92"/>
                  <a:gd name="T69" fmla="*/ 116 h 155"/>
                  <a:gd name="T70" fmla="*/ 83 w 92"/>
                  <a:gd name="T71" fmla="*/ 102 h 155"/>
                  <a:gd name="T72" fmla="*/ 88 w 92"/>
                  <a:gd name="T73" fmla="*/ 8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2" h="155">
                    <a:moveTo>
                      <a:pt x="88" y="87"/>
                    </a:moveTo>
                    <a:lnTo>
                      <a:pt x="88" y="87"/>
                    </a:lnTo>
                    <a:lnTo>
                      <a:pt x="91" y="72"/>
                    </a:lnTo>
                    <a:lnTo>
                      <a:pt x="92" y="58"/>
                    </a:lnTo>
                    <a:lnTo>
                      <a:pt x="92" y="45"/>
                    </a:lnTo>
                    <a:lnTo>
                      <a:pt x="91" y="33"/>
                    </a:lnTo>
                    <a:lnTo>
                      <a:pt x="88" y="21"/>
                    </a:lnTo>
                    <a:lnTo>
                      <a:pt x="83" y="12"/>
                    </a:lnTo>
                    <a:lnTo>
                      <a:pt x="77" y="6"/>
                    </a:lnTo>
                    <a:lnTo>
                      <a:pt x="71" y="0"/>
                    </a:lnTo>
                    <a:lnTo>
                      <a:pt x="71" y="0"/>
                    </a:lnTo>
                    <a:lnTo>
                      <a:pt x="60" y="1"/>
                    </a:lnTo>
                    <a:lnTo>
                      <a:pt x="51" y="4"/>
                    </a:lnTo>
                    <a:lnTo>
                      <a:pt x="41" y="9"/>
                    </a:lnTo>
                    <a:lnTo>
                      <a:pt x="32" y="16"/>
                    </a:lnTo>
                    <a:lnTo>
                      <a:pt x="24" y="27"/>
                    </a:lnTo>
                    <a:lnTo>
                      <a:pt x="17" y="37"/>
                    </a:lnTo>
                    <a:lnTo>
                      <a:pt x="9" y="51"/>
                    </a:lnTo>
                    <a:lnTo>
                      <a:pt x="5" y="64"/>
                    </a:lnTo>
                    <a:lnTo>
                      <a:pt x="5" y="64"/>
                    </a:lnTo>
                    <a:lnTo>
                      <a:pt x="2" y="80"/>
                    </a:lnTo>
                    <a:lnTo>
                      <a:pt x="0" y="95"/>
                    </a:lnTo>
                    <a:lnTo>
                      <a:pt x="2" y="108"/>
                    </a:lnTo>
                    <a:lnTo>
                      <a:pt x="5" y="120"/>
                    </a:lnTo>
                    <a:lnTo>
                      <a:pt x="8" y="132"/>
                    </a:lnTo>
                    <a:lnTo>
                      <a:pt x="14" y="141"/>
                    </a:lnTo>
                    <a:lnTo>
                      <a:pt x="21" y="149"/>
                    </a:lnTo>
                    <a:lnTo>
                      <a:pt x="29" y="155"/>
                    </a:lnTo>
                    <a:lnTo>
                      <a:pt x="29" y="155"/>
                    </a:lnTo>
                    <a:lnTo>
                      <a:pt x="38" y="153"/>
                    </a:lnTo>
                    <a:lnTo>
                      <a:pt x="45" y="150"/>
                    </a:lnTo>
                    <a:lnTo>
                      <a:pt x="54" y="144"/>
                    </a:lnTo>
                    <a:lnTo>
                      <a:pt x="62" y="137"/>
                    </a:lnTo>
                    <a:lnTo>
                      <a:pt x="69" y="126"/>
                    </a:lnTo>
                    <a:lnTo>
                      <a:pt x="77" y="116"/>
                    </a:lnTo>
                    <a:lnTo>
                      <a:pt x="83" y="102"/>
                    </a:lnTo>
                    <a:lnTo>
                      <a:pt x="88" y="87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4" name="Group 137">
              <a:extLst>
                <a:ext uri="{FF2B5EF4-FFF2-40B4-BE49-F238E27FC236}">
                  <a16:creationId xmlns:a16="http://schemas.microsoft.com/office/drawing/2014/main" id="{1EDDFA62-AB3C-4310-AFA6-2AE80AF24CA6}"/>
                </a:ext>
              </a:extLst>
            </p:cNvPr>
            <p:cNvGrpSpPr/>
            <p:nvPr/>
          </p:nvGrpSpPr>
          <p:grpSpPr>
            <a:xfrm>
              <a:off x="3634401" y="2231111"/>
              <a:ext cx="71851" cy="78965"/>
              <a:chOff x="2146692" y="2403116"/>
              <a:chExt cx="80199" cy="78965"/>
            </a:xfrm>
          </p:grpSpPr>
          <p:sp>
            <p:nvSpPr>
              <p:cNvPr id="155" name="Freeform: Shape 138">
                <a:extLst>
                  <a:ext uri="{FF2B5EF4-FFF2-40B4-BE49-F238E27FC236}">
                    <a16:creationId xmlns:a16="http://schemas.microsoft.com/office/drawing/2014/main" id="{DC1F3F02-035C-4B8E-B8B7-67DE7E416C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46692" y="2403116"/>
                <a:ext cx="80199" cy="78965"/>
              </a:xfrm>
              <a:custGeom>
                <a:avLst/>
                <a:gdLst>
                  <a:gd name="T0" fmla="*/ 27 w 27"/>
                  <a:gd name="T1" fmla="*/ 13 h 27"/>
                  <a:gd name="T2" fmla="*/ 13 w 27"/>
                  <a:gd name="T3" fmla="*/ 0 h 27"/>
                  <a:gd name="T4" fmla="*/ 0 w 27"/>
                  <a:gd name="T5" fmla="*/ 13 h 27"/>
                  <a:gd name="T6" fmla="*/ 13 w 27"/>
                  <a:gd name="T7" fmla="*/ 26 h 27"/>
                  <a:gd name="T8" fmla="*/ 27 w 27"/>
                  <a:gd name="T9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27" y="13"/>
                    </a:moveTo>
                    <a:cubicBezTo>
                      <a:pt x="27" y="6"/>
                      <a:pt x="21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0" y="27"/>
                      <a:pt x="26" y="21"/>
                      <a:pt x="27" y="1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Freeform: Shape 139">
                <a:extLst>
                  <a:ext uri="{FF2B5EF4-FFF2-40B4-BE49-F238E27FC236}">
                    <a16:creationId xmlns:a16="http://schemas.microsoft.com/office/drawing/2014/main" id="{37ABCE06-8036-4AFB-84AA-20616B38CF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84941" y="2415454"/>
                <a:ext cx="29612" cy="28378"/>
              </a:xfrm>
              <a:custGeom>
                <a:avLst/>
                <a:gdLst>
                  <a:gd name="T0" fmla="*/ 5 w 10"/>
                  <a:gd name="T1" fmla="*/ 0 h 10"/>
                  <a:gd name="T2" fmla="*/ 0 w 10"/>
                  <a:gd name="T3" fmla="*/ 5 h 10"/>
                  <a:gd name="T4" fmla="*/ 5 w 10"/>
                  <a:gd name="T5" fmla="*/ 10 h 10"/>
                  <a:gd name="T6" fmla="*/ 5 w 10"/>
                  <a:gd name="T7" fmla="*/ 10 h 10"/>
                  <a:gd name="T8" fmla="*/ 10 w 10"/>
                  <a:gd name="T9" fmla="*/ 5 h 10"/>
                  <a:gd name="T10" fmla="*/ 5 w 10"/>
                  <a:gd name="T11" fmla="*/ 0 h 10"/>
                  <a:gd name="T12" fmla="*/ 5 w 10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5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0" y="7"/>
                      <a:pt x="2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8" y="10"/>
                      <a:pt x="10" y="8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5" name="千图PPT彼岸天：ID 8661124库_组合 164">
            <a:extLst>
              <a:ext uri="{FF2B5EF4-FFF2-40B4-BE49-F238E27FC236}">
                <a16:creationId xmlns:a16="http://schemas.microsoft.com/office/drawing/2014/main" id="{216C6ACA-131B-4C13-9FE9-61F72AA29D7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170814" y="1697288"/>
            <a:ext cx="2749722" cy="3463424"/>
            <a:chOff x="8170814" y="1912116"/>
            <a:chExt cx="2749722" cy="3463424"/>
          </a:xfrm>
        </p:grpSpPr>
        <p:grpSp>
          <p:nvGrpSpPr>
            <p:cNvPr id="20" name="Group 165">
              <a:extLst>
                <a:ext uri="{FF2B5EF4-FFF2-40B4-BE49-F238E27FC236}">
                  <a16:creationId xmlns:a16="http://schemas.microsoft.com/office/drawing/2014/main" id="{ED5098F8-870D-4B4F-A425-89C5E74D2E55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168">
                <a:extLst>
                  <a:ext uri="{FF2B5EF4-FFF2-40B4-BE49-F238E27FC236}">
                    <a16:creationId xmlns:a16="http://schemas.microsoft.com/office/drawing/2014/main" id="{BDF3102E-CE9A-40BF-92FC-D8AC7DF29E08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175">
                  <a:extLst>
                    <a:ext uri="{FF2B5EF4-FFF2-40B4-BE49-F238E27FC236}">
                      <a16:creationId xmlns:a16="http://schemas.microsoft.com/office/drawing/2014/main" id="{C61E79FD-EFBD-49D9-A3E9-F9BB2F380703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1" name="Rectangle 176">
                  <a:extLst>
                    <a:ext uri="{FF2B5EF4-FFF2-40B4-BE49-F238E27FC236}">
                      <a16:creationId xmlns:a16="http://schemas.microsoft.com/office/drawing/2014/main" id="{0B66A8EA-4876-43CE-BEAE-F0856A113B6E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4" name="Group 169">
                <a:extLst>
                  <a:ext uri="{FF2B5EF4-FFF2-40B4-BE49-F238E27FC236}">
                    <a16:creationId xmlns:a16="http://schemas.microsoft.com/office/drawing/2014/main" id="{F789DFCD-9AE1-4EF6-8F9D-33713EFDE8D4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173">
                  <a:extLst>
                    <a:ext uri="{FF2B5EF4-FFF2-40B4-BE49-F238E27FC236}">
                      <a16:creationId xmlns:a16="http://schemas.microsoft.com/office/drawing/2014/main" id="{AA36FE40-46FA-428B-8D77-76CA9EC6F1B4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9" name="Rectangle 174">
                  <a:extLst>
                    <a:ext uri="{FF2B5EF4-FFF2-40B4-BE49-F238E27FC236}">
                      <a16:creationId xmlns:a16="http://schemas.microsoft.com/office/drawing/2014/main" id="{178F32B4-C27E-4E96-A60C-62179A6420F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Group 170">
                <a:extLst>
                  <a:ext uri="{FF2B5EF4-FFF2-40B4-BE49-F238E27FC236}">
                    <a16:creationId xmlns:a16="http://schemas.microsoft.com/office/drawing/2014/main" id="{9C84937A-E494-4643-B6C1-67990BEB8042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171">
                  <a:extLst>
                    <a:ext uri="{FF2B5EF4-FFF2-40B4-BE49-F238E27FC236}">
                      <a16:creationId xmlns:a16="http://schemas.microsoft.com/office/drawing/2014/main" id="{A752FF19-B233-46B1-AC8C-1EF014B7AE24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7" name="Rectangle 172">
                  <a:extLst>
                    <a:ext uri="{FF2B5EF4-FFF2-40B4-BE49-F238E27FC236}">
                      <a16:creationId xmlns:a16="http://schemas.microsoft.com/office/drawing/2014/main" id="{97B773A1-E63A-4975-A4B5-D29B11A8646A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1" name="Straight Connector 166">
              <a:extLst>
                <a:ext uri="{FF2B5EF4-FFF2-40B4-BE49-F238E27FC236}">
                  <a16:creationId xmlns:a16="http://schemas.microsoft.com/office/drawing/2014/main" id="{14B3D362-54BE-455F-B7D5-F93479920ED3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67">
              <a:extLst>
                <a:ext uri="{FF2B5EF4-FFF2-40B4-BE49-F238E27FC236}">
                  <a16:creationId xmlns:a16="http://schemas.microsoft.com/office/drawing/2014/main" id="{9D0FF13E-8BE8-4A24-A3BD-A081E37D0D8B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千图PPT彼岸天：ID 8661124库_组合 177">
            <a:extLst>
              <a:ext uri="{FF2B5EF4-FFF2-40B4-BE49-F238E27FC236}">
                <a16:creationId xmlns:a16="http://schemas.microsoft.com/office/drawing/2014/main" id="{2CFBA2B2-395F-464C-AE4A-387C9315FA2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07468" y="1697288"/>
            <a:ext cx="2713719" cy="3463424"/>
            <a:chOff x="1307468" y="1697288"/>
            <a:chExt cx="2713719" cy="3463424"/>
          </a:xfrm>
        </p:grpSpPr>
        <p:grpSp>
          <p:nvGrpSpPr>
            <p:cNvPr id="7" name="Group 178">
              <a:extLst>
                <a:ext uri="{FF2B5EF4-FFF2-40B4-BE49-F238E27FC236}">
                  <a16:creationId xmlns:a16="http://schemas.microsoft.com/office/drawing/2014/main" id="{94A07A27-6D8F-454B-8423-EB58A0602B82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182">
                <a:extLst>
                  <a:ext uri="{FF2B5EF4-FFF2-40B4-BE49-F238E27FC236}">
                    <a16:creationId xmlns:a16="http://schemas.microsoft.com/office/drawing/2014/main" id="{0FA557AD-F2ED-4A1F-B1EE-8AD52E52D00A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189">
                  <a:extLst>
                    <a:ext uri="{FF2B5EF4-FFF2-40B4-BE49-F238E27FC236}">
                      <a16:creationId xmlns:a16="http://schemas.microsoft.com/office/drawing/2014/main" id="{AF7E2551-9ADD-42C4-9D0C-3DBE69E6ED6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9" name="Rectangle 190">
                  <a:extLst>
                    <a:ext uri="{FF2B5EF4-FFF2-40B4-BE49-F238E27FC236}">
                      <a16:creationId xmlns:a16="http://schemas.microsoft.com/office/drawing/2014/main" id="{CE79726F-B103-470B-8E9A-0B415E09D5C1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2" name="Group 183">
                <a:extLst>
                  <a:ext uri="{FF2B5EF4-FFF2-40B4-BE49-F238E27FC236}">
                    <a16:creationId xmlns:a16="http://schemas.microsoft.com/office/drawing/2014/main" id="{D1F834ED-1E2E-4740-A711-84C94735FB72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187">
                  <a:extLst>
                    <a:ext uri="{FF2B5EF4-FFF2-40B4-BE49-F238E27FC236}">
                      <a16:creationId xmlns:a16="http://schemas.microsoft.com/office/drawing/2014/main" id="{CD678354-9D17-4E78-85B9-9060775B78CF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7" name="Rectangle 188">
                  <a:extLst>
                    <a:ext uri="{FF2B5EF4-FFF2-40B4-BE49-F238E27FC236}">
                      <a16:creationId xmlns:a16="http://schemas.microsoft.com/office/drawing/2014/main" id="{F4DABF80-2B63-4072-9533-71866F21B453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Group 184">
                <a:extLst>
                  <a:ext uri="{FF2B5EF4-FFF2-40B4-BE49-F238E27FC236}">
                    <a16:creationId xmlns:a16="http://schemas.microsoft.com/office/drawing/2014/main" id="{408D58A5-3F77-4CA8-A92A-E9237D23BA59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185">
                  <a:extLst>
                    <a:ext uri="{FF2B5EF4-FFF2-40B4-BE49-F238E27FC236}">
                      <a16:creationId xmlns:a16="http://schemas.microsoft.com/office/drawing/2014/main" id="{3B996276-B3BF-4678-BFDA-EE9CABE2B331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5" name="Rectangle 186">
                  <a:extLst>
                    <a:ext uri="{FF2B5EF4-FFF2-40B4-BE49-F238E27FC236}">
                      <a16:creationId xmlns:a16="http://schemas.microsoft.com/office/drawing/2014/main" id="{8BF9B422-44F1-4BDD-A1E6-812FAD0F9946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8" name="Group 179">
              <a:extLst>
                <a:ext uri="{FF2B5EF4-FFF2-40B4-BE49-F238E27FC236}">
                  <a16:creationId xmlns:a16="http://schemas.microsoft.com/office/drawing/2014/main" id="{5C63F609-28E9-49F8-9FF9-7486F89F9843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180">
                <a:extLst>
                  <a:ext uri="{FF2B5EF4-FFF2-40B4-BE49-F238E27FC236}">
                    <a16:creationId xmlns:a16="http://schemas.microsoft.com/office/drawing/2014/main" id="{4C41B31B-3AA1-4FA3-A644-7081491C4942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181">
                <a:extLst>
                  <a:ext uri="{FF2B5EF4-FFF2-40B4-BE49-F238E27FC236}">
                    <a16:creationId xmlns:a16="http://schemas.microsoft.com/office/drawing/2014/main" id="{D33EDCE0-98E1-429D-B847-DC13CF24C3EC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6185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">
            <a:extLst>
              <a:ext uri="{FF2B5EF4-FFF2-40B4-BE49-F238E27FC236}">
                <a16:creationId xmlns:a16="http://schemas.microsoft.com/office/drawing/2014/main" id="{21F76012-20B2-4206-B70D-E544253B3C50}"/>
              </a:ext>
            </a:extLst>
          </p:cNvPr>
          <p:cNvGrpSpPr/>
          <p:nvPr/>
        </p:nvGrpSpPr>
        <p:grpSpPr>
          <a:xfrm>
            <a:off x="5807969" y="2619670"/>
            <a:ext cx="4529193" cy="591159"/>
            <a:chOff x="3695701" y="1174083"/>
            <a:chExt cx="4907918" cy="402790"/>
          </a:xfrm>
        </p:grpSpPr>
        <p:sp>
          <p:nvSpPr>
            <p:cNvPr id="3" name="原创设计师QQ598969553      _1">
              <a:extLst>
                <a:ext uri="{FF2B5EF4-FFF2-40B4-BE49-F238E27FC236}">
                  <a16:creationId xmlns:a16="http://schemas.microsoft.com/office/drawing/2014/main" id="{4BF95ABD-888A-4484-A144-9AF664A1964F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原创设计师QQ598969553      _6">
              <a:extLst>
                <a:ext uri="{FF2B5EF4-FFF2-40B4-BE49-F238E27FC236}">
                  <a16:creationId xmlns:a16="http://schemas.microsoft.com/office/drawing/2014/main" id="{43B6D0E8-F03B-4387-9CD4-F59641B5B6B3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1444" tIns="90723" rIns="181444" bIns="90723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2">
            <a:extLst>
              <a:ext uri="{FF2B5EF4-FFF2-40B4-BE49-F238E27FC236}">
                <a16:creationId xmlns:a16="http://schemas.microsoft.com/office/drawing/2014/main" id="{DE44126E-1FC3-485C-8858-80C9C9DFF0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30590" y="2640606"/>
            <a:ext cx="3680525" cy="590221"/>
          </a:xfrm>
          <a:prstGeom prst="roundRect">
            <a:avLst/>
          </a:prstGeom>
          <a:noFill/>
          <a:ln>
            <a:noFill/>
          </a:ln>
          <a:extLst/>
        </p:spPr>
        <p:txBody>
          <a:bodyPr wrap="square" lIns="121844" tIns="60923" rIns="121844" bIns="60923">
            <a:spAutoFit/>
          </a:bodyPr>
          <a:lstStyle/>
          <a:p>
            <a:r>
              <a:rPr lang="zh-CN" altLang="en-US" sz="2667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请添加您的标题</a:t>
            </a:r>
          </a:p>
        </p:txBody>
      </p:sp>
      <p:grpSp>
        <p:nvGrpSpPr>
          <p:cNvPr id="6" name="3">
            <a:extLst>
              <a:ext uri="{FF2B5EF4-FFF2-40B4-BE49-F238E27FC236}">
                <a16:creationId xmlns:a16="http://schemas.microsoft.com/office/drawing/2014/main" id="{0EBB5BFB-4C7C-4F29-B75A-055699DC0DE0}"/>
              </a:ext>
            </a:extLst>
          </p:cNvPr>
          <p:cNvGrpSpPr/>
          <p:nvPr/>
        </p:nvGrpSpPr>
        <p:grpSpPr>
          <a:xfrm>
            <a:off x="9407004" y="2564907"/>
            <a:ext cx="930157" cy="661703"/>
            <a:chOff x="3595297" y="1157469"/>
            <a:chExt cx="633770" cy="450856"/>
          </a:xfrm>
        </p:grpSpPr>
        <p:sp>
          <p:nvSpPr>
            <p:cNvPr id="7" name="原创设计师QQ598969553      _19">
              <a:extLst>
                <a:ext uri="{FF2B5EF4-FFF2-40B4-BE49-F238E27FC236}">
                  <a16:creationId xmlns:a16="http://schemas.microsoft.com/office/drawing/2014/main" id="{9002AAA4-518F-40AB-9B84-5D17C327F4AC}"/>
                </a:ext>
              </a:extLst>
            </p:cNvPr>
            <p:cNvSpPr/>
            <p:nvPr/>
          </p:nvSpPr>
          <p:spPr>
            <a:xfrm>
              <a:off x="3595297" y="1157469"/>
              <a:ext cx="633770" cy="450856"/>
            </a:xfrm>
            <a:prstGeom prst="roundRect">
              <a:avLst/>
            </a:prstGeom>
            <a:gradFill flip="none" rotWithShape="1">
              <a:gsLst>
                <a:gs pos="55000">
                  <a:srgbClr val="E7E7E7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18900000" scaled="1"/>
                <a:tileRect/>
              </a:gradFill>
            </a:ln>
            <a:effectLst>
              <a:outerShdw blurRad="190500" dist="76200" dir="8100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" name="原创设计师QQ598969553      _24">
              <a:extLst>
                <a:ext uri="{FF2B5EF4-FFF2-40B4-BE49-F238E27FC236}">
                  <a16:creationId xmlns:a16="http://schemas.microsoft.com/office/drawing/2014/main" id="{ACF255F1-7988-4F5B-8E84-0BE0E0B78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353" y="1173921"/>
              <a:ext cx="303659" cy="417905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3733" dirty="0">
                  <a:solidFill>
                    <a:schemeClr val="tx2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微软雅黑" panose="020B0503020204020204" pitchFamily="34" charset="-122"/>
                  <a:sym typeface="微软雅黑" pitchFamily="34" charset="-122"/>
                </a:rPr>
                <a:t>3</a:t>
              </a:r>
              <a:endParaRPr lang="zh-CN" altLang="en-US" sz="3733" dirty="0">
                <a:solidFill>
                  <a:schemeClr val="tx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  <a:sym typeface="微软雅黑" pitchFamily="34" charset="-122"/>
              </a:endParaRPr>
            </a:p>
          </p:txBody>
        </p:sp>
      </p:grpSp>
      <p:sp>
        <p:nvSpPr>
          <p:cNvPr id="9" name="4">
            <a:extLst>
              <a:ext uri="{FF2B5EF4-FFF2-40B4-BE49-F238E27FC236}">
                <a16:creationId xmlns:a16="http://schemas.microsoft.com/office/drawing/2014/main" id="{4F36392B-26BC-4879-A533-17DD22D5735B}"/>
              </a:ext>
            </a:extLst>
          </p:cNvPr>
          <p:cNvSpPr txBox="1"/>
          <p:nvPr/>
        </p:nvSpPr>
        <p:spPr>
          <a:xfrm>
            <a:off x="5979997" y="3525012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0" name="5">
            <a:extLst>
              <a:ext uri="{FF2B5EF4-FFF2-40B4-BE49-F238E27FC236}">
                <a16:creationId xmlns:a16="http://schemas.microsoft.com/office/drawing/2014/main" id="{87E24806-BFF3-4BCB-A76E-8D0ECAC4CA33}"/>
              </a:ext>
            </a:extLst>
          </p:cNvPr>
          <p:cNvSpPr txBox="1"/>
          <p:nvPr/>
        </p:nvSpPr>
        <p:spPr>
          <a:xfrm>
            <a:off x="7360391" y="3525012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1" name="6">
            <a:extLst>
              <a:ext uri="{FF2B5EF4-FFF2-40B4-BE49-F238E27FC236}">
                <a16:creationId xmlns:a16="http://schemas.microsoft.com/office/drawing/2014/main" id="{F5F18CE9-3A87-462C-8BA2-45B1AEDC721B}"/>
              </a:ext>
            </a:extLst>
          </p:cNvPr>
          <p:cNvSpPr txBox="1"/>
          <p:nvPr/>
        </p:nvSpPr>
        <p:spPr>
          <a:xfrm>
            <a:off x="8740784" y="3557168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2" name="7">
            <a:extLst>
              <a:ext uri="{FF2B5EF4-FFF2-40B4-BE49-F238E27FC236}">
                <a16:creationId xmlns:a16="http://schemas.microsoft.com/office/drawing/2014/main" id="{A12F2E80-F7DC-4A4E-B399-EECC3E7693F6}"/>
              </a:ext>
            </a:extLst>
          </p:cNvPr>
          <p:cNvSpPr txBox="1"/>
          <p:nvPr/>
        </p:nvSpPr>
        <p:spPr>
          <a:xfrm>
            <a:off x="5979998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3" name="8">
            <a:extLst>
              <a:ext uri="{FF2B5EF4-FFF2-40B4-BE49-F238E27FC236}">
                <a16:creationId xmlns:a16="http://schemas.microsoft.com/office/drawing/2014/main" id="{11B1371A-0362-42CA-B601-6CB4160831B2}"/>
              </a:ext>
            </a:extLst>
          </p:cNvPr>
          <p:cNvSpPr txBox="1"/>
          <p:nvPr/>
        </p:nvSpPr>
        <p:spPr>
          <a:xfrm>
            <a:off x="7360391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4" name="9">
            <a:extLst>
              <a:ext uri="{FF2B5EF4-FFF2-40B4-BE49-F238E27FC236}">
                <a16:creationId xmlns:a16="http://schemas.microsoft.com/office/drawing/2014/main" id="{BEBD68F9-2D53-4CFA-B512-DABE8859F089}"/>
              </a:ext>
            </a:extLst>
          </p:cNvPr>
          <p:cNvSpPr txBox="1"/>
          <p:nvPr/>
        </p:nvSpPr>
        <p:spPr>
          <a:xfrm>
            <a:off x="8740784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5" name="10">
            <a:extLst>
              <a:ext uri="{FF2B5EF4-FFF2-40B4-BE49-F238E27FC236}">
                <a16:creationId xmlns:a16="http://schemas.microsoft.com/office/drawing/2014/main" id="{564068A7-A723-44D0-A181-28292BACB05D}"/>
              </a:ext>
            </a:extLst>
          </p:cNvPr>
          <p:cNvSpPr/>
          <p:nvPr/>
        </p:nvSpPr>
        <p:spPr>
          <a:xfrm rot="5400000">
            <a:off x="-23732" y="-325857"/>
            <a:ext cx="6291411" cy="3431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11">
            <a:extLst>
              <a:ext uri="{FF2B5EF4-FFF2-40B4-BE49-F238E27FC236}">
                <a16:creationId xmlns:a16="http://schemas.microsoft.com/office/drawing/2014/main" id="{9744CA46-FCD1-4F80-B8FD-F559ABA8F9D8}"/>
              </a:ext>
            </a:extLst>
          </p:cNvPr>
          <p:cNvGrpSpPr/>
          <p:nvPr/>
        </p:nvGrpSpPr>
        <p:grpSpPr>
          <a:xfrm>
            <a:off x="1621555" y="1244858"/>
            <a:ext cx="3000837" cy="3000837"/>
            <a:chOff x="3393105" y="2094170"/>
            <a:chExt cx="2664367" cy="266436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576FA58-BDB1-4DF8-B96E-9573AACE39C3}"/>
                </a:ext>
              </a:extLst>
            </p:cNvPr>
            <p:cNvSpPr/>
            <p:nvPr/>
          </p:nvSpPr>
          <p:spPr>
            <a:xfrm>
              <a:off x="3393105" y="2094170"/>
              <a:ext cx="2664367" cy="2664367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1BC2421-18A6-45A5-B0A6-738544183FEF}"/>
                </a:ext>
              </a:extLst>
            </p:cNvPr>
            <p:cNvGrpSpPr/>
            <p:nvPr/>
          </p:nvGrpSpPr>
          <p:grpSpPr>
            <a:xfrm>
              <a:off x="3655434" y="2332886"/>
              <a:ext cx="2167846" cy="2167846"/>
              <a:chOff x="3739822" y="2440887"/>
              <a:chExt cx="1970936" cy="1970936"/>
            </a:xfrm>
          </p:grpSpPr>
          <p:sp>
            <p:nvSpPr>
              <p:cNvPr id="19" name="圆角矩形 26">
                <a:extLst>
                  <a:ext uri="{FF2B5EF4-FFF2-40B4-BE49-F238E27FC236}">
                    <a16:creationId xmlns:a16="http://schemas.microsoft.com/office/drawing/2014/main" id="{FC7173C6-24ED-44F0-9881-EAACD54131FE}"/>
                  </a:ext>
                </a:extLst>
              </p:cNvPr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1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BBD6E2A-32F5-43D0-AA34-14BFC2E9D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1" name="12">
            <a:extLst>
              <a:ext uri="{FF2B5EF4-FFF2-40B4-BE49-F238E27FC236}">
                <a16:creationId xmlns:a16="http://schemas.microsoft.com/office/drawing/2014/main" id="{7AD77B99-485B-48E3-9A17-9BF09515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763" y="2815353"/>
            <a:ext cx="206442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/>
            <a:r>
              <a:rPr lang="en-US" altLang="zh-CN" sz="2667" dirty="0">
                <a:solidFill>
                  <a:schemeClr val="bg1"/>
                </a:solidFill>
              </a:rPr>
              <a:t>PART03</a:t>
            </a:r>
            <a:endParaRPr lang="zh-CN" altLang="en-US" sz="2667" dirty="0">
              <a:solidFill>
                <a:schemeClr val="bg1"/>
              </a:solidFill>
            </a:endParaRPr>
          </a:p>
        </p:txBody>
      </p:sp>
      <p:sp>
        <p:nvSpPr>
          <p:cNvPr id="22" name="13">
            <a:extLst>
              <a:ext uri="{FF2B5EF4-FFF2-40B4-BE49-F238E27FC236}">
                <a16:creationId xmlns:a16="http://schemas.microsoft.com/office/drawing/2014/main" id="{F7AD8DA1-7909-4328-AEBC-94AD71196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311" y="1892829"/>
            <a:ext cx="29813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/>
            <a:r>
              <a:rPr lang="en-US" altLang="zh-CN" sz="64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6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50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30173 -2.22222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千图PPT彼岸天：ID 8661124库_组合 65">
            <a:extLst>
              <a:ext uri="{FF2B5EF4-FFF2-40B4-BE49-F238E27FC236}">
                <a16:creationId xmlns:a16="http://schemas.microsoft.com/office/drawing/2014/main" id="{A597D048-115D-4847-B6E3-678473E4DD6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115729" y="2096852"/>
            <a:ext cx="2741030" cy="836170"/>
            <a:chOff x="5115729" y="2096852"/>
            <a:chExt cx="2741030" cy="83617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729C22D-CCE7-4C6A-9AA2-37B99CF7BEC9}"/>
                </a:ext>
              </a:extLst>
            </p:cNvPr>
            <p:cNvSpPr/>
            <p:nvPr/>
          </p:nvSpPr>
          <p:spPr>
            <a:xfrm>
              <a:off x="5115729" y="2096852"/>
              <a:ext cx="446973" cy="4469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文本框 4">
              <a:extLst>
                <a:ext uri="{FF2B5EF4-FFF2-40B4-BE49-F238E27FC236}">
                  <a16:creationId xmlns:a16="http://schemas.microsoft.com/office/drawing/2014/main" id="{487B972A-839D-49DB-AC83-C7A5AE51E164}"/>
                </a:ext>
              </a:extLst>
            </p:cNvPr>
            <p:cNvSpPr txBox="1"/>
            <p:nvPr/>
          </p:nvSpPr>
          <p:spPr>
            <a:xfrm>
              <a:off x="5153715" y="2161507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7" name="文本框 5">
              <a:extLst>
                <a:ext uri="{FF2B5EF4-FFF2-40B4-BE49-F238E27FC236}">
                  <a16:creationId xmlns:a16="http://schemas.microsoft.com/office/drawing/2014/main" id="{409FA7BD-E5FE-4347-BCDF-0150F2DCD131}"/>
                </a:ext>
              </a:extLst>
            </p:cNvPr>
            <p:cNvSpPr txBox="1"/>
            <p:nvPr/>
          </p:nvSpPr>
          <p:spPr>
            <a:xfrm>
              <a:off x="5801491" y="2104603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8" name="文本框 6">
              <a:extLst>
                <a:ext uri="{FF2B5EF4-FFF2-40B4-BE49-F238E27FC236}">
                  <a16:creationId xmlns:a16="http://schemas.microsoft.com/office/drawing/2014/main" id="{024E61E3-0DD3-4D3C-BAC2-79A35BB89EC9}"/>
                </a:ext>
              </a:extLst>
            </p:cNvPr>
            <p:cNvSpPr txBox="1"/>
            <p:nvPr/>
          </p:nvSpPr>
          <p:spPr>
            <a:xfrm>
              <a:off x="5801491" y="2387499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</p:grpSp>
      <p:grpSp>
        <p:nvGrpSpPr>
          <p:cNvPr id="67" name="千图PPT彼岸天：ID 8661124库_组合 66">
            <a:extLst>
              <a:ext uri="{FF2B5EF4-FFF2-40B4-BE49-F238E27FC236}">
                <a16:creationId xmlns:a16="http://schemas.microsoft.com/office/drawing/2014/main" id="{6D04AAAE-9585-4CBE-BB84-E1075DE5CDB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323520" y="2096852"/>
            <a:ext cx="2741032" cy="836170"/>
            <a:chOff x="8323520" y="2096852"/>
            <a:chExt cx="2741032" cy="83617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1A3E1D7-8294-4A0B-A315-6EA5E1FCE944}"/>
                </a:ext>
              </a:extLst>
            </p:cNvPr>
            <p:cNvSpPr/>
            <p:nvPr/>
          </p:nvSpPr>
          <p:spPr>
            <a:xfrm>
              <a:off x="8323520" y="2096852"/>
              <a:ext cx="446973" cy="4469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CD3C8E21-3831-46E7-9FFD-A6B46C281F5F}"/>
                </a:ext>
              </a:extLst>
            </p:cNvPr>
            <p:cNvSpPr txBox="1"/>
            <p:nvPr/>
          </p:nvSpPr>
          <p:spPr>
            <a:xfrm>
              <a:off x="8361506" y="2161507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4</a:t>
              </a:r>
            </a:p>
          </p:txBody>
        </p:sp>
        <p:sp>
          <p:nvSpPr>
            <p:cNvPr id="11" name="文本框 9">
              <a:extLst>
                <a:ext uri="{FF2B5EF4-FFF2-40B4-BE49-F238E27FC236}">
                  <a16:creationId xmlns:a16="http://schemas.microsoft.com/office/drawing/2014/main" id="{AC16F581-B498-4D21-A5C0-C368107899F3}"/>
                </a:ext>
              </a:extLst>
            </p:cNvPr>
            <p:cNvSpPr txBox="1"/>
            <p:nvPr/>
          </p:nvSpPr>
          <p:spPr>
            <a:xfrm>
              <a:off x="9009284" y="2104603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2"/>
                  </a:solidFill>
                </a:rPr>
                <a:t>输入标题文本</a:t>
              </a:r>
            </a:p>
          </p:txBody>
        </p:sp>
        <p:sp>
          <p:nvSpPr>
            <p:cNvPr id="12" name="文本框 10">
              <a:extLst>
                <a:ext uri="{FF2B5EF4-FFF2-40B4-BE49-F238E27FC236}">
                  <a16:creationId xmlns:a16="http://schemas.microsoft.com/office/drawing/2014/main" id="{083ABCB8-5D32-4667-8C17-9F7A01533225}"/>
                </a:ext>
              </a:extLst>
            </p:cNvPr>
            <p:cNvSpPr txBox="1"/>
            <p:nvPr/>
          </p:nvSpPr>
          <p:spPr>
            <a:xfrm>
              <a:off x="9009284" y="2387499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</p:grpSp>
      <p:grpSp>
        <p:nvGrpSpPr>
          <p:cNvPr id="70" name="千图PPT彼岸天：ID 8661124库_组合 69">
            <a:extLst>
              <a:ext uri="{FF2B5EF4-FFF2-40B4-BE49-F238E27FC236}">
                <a16:creationId xmlns:a16="http://schemas.microsoft.com/office/drawing/2014/main" id="{6993A64C-D968-4740-B140-402C7B308C15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115729" y="4902099"/>
            <a:ext cx="2741030" cy="836169"/>
            <a:chOff x="5115729" y="4902099"/>
            <a:chExt cx="2741030" cy="836169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EB955474-6CFB-47B3-8E0E-1365A508CFF4}"/>
                </a:ext>
              </a:extLst>
            </p:cNvPr>
            <p:cNvSpPr/>
            <p:nvPr/>
          </p:nvSpPr>
          <p:spPr>
            <a:xfrm>
              <a:off x="5115729" y="4902099"/>
              <a:ext cx="446973" cy="4469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文本框 20">
              <a:extLst>
                <a:ext uri="{FF2B5EF4-FFF2-40B4-BE49-F238E27FC236}">
                  <a16:creationId xmlns:a16="http://schemas.microsoft.com/office/drawing/2014/main" id="{5FB1B808-81C7-4B17-9B81-AE4C44DE9A22}"/>
                </a:ext>
              </a:extLst>
            </p:cNvPr>
            <p:cNvSpPr txBox="1"/>
            <p:nvPr/>
          </p:nvSpPr>
          <p:spPr>
            <a:xfrm>
              <a:off x="5153715" y="4966754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23" name="文本框 21">
              <a:extLst>
                <a:ext uri="{FF2B5EF4-FFF2-40B4-BE49-F238E27FC236}">
                  <a16:creationId xmlns:a16="http://schemas.microsoft.com/office/drawing/2014/main" id="{51F64E43-A838-47C8-A3D1-35B3DFF97BAA}"/>
                </a:ext>
              </a:extLst>
            </p:cNvPr>
            <p:cNvSpPr txBox="1"/>
            <p:nvPr/>
          </p:nvSpPr>
          <p:spPr>
            <a:xfrm>
              <a:off x="5801491" y="4909852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24" name="文本框 22">
              <a:extLst>
                <a:ext uri="{FF2B5EF4-FFF2-40B4-BE49-F238E27FC236}">
                  <a16:creationId xmlns:a16="http://schemas.microsoft.com/office/drawing/2014/main" id="{7F74E0B3-E7F8-4121-9BFF-93DB34D8E338}"/>
                </a:ext>
              </a:extLst>
            </p:cNvPr>
            <p:cNvSpPr txBox="1"/>
            <p:nvPr/>
          </p:nvSpPr>
          <p:spPr>
            <a:xfrm>
              <a:off x="5801491" y="5192745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</p:grpSp>
      <p:grpSp>
        <p:nvGrpSpPr>
          <p:cNvPr id="71" name="千图PPT彼岸天：ID 8661124库_组合 70">
            <a:extLst>
              <a:ext uri="{FF2B5EF4-FFF2-40B4-BE49-F238E27FC236}">
                <a16:creationId xmlns:a16="http://schemas.microsoft.com/office/drawing/2014/main" id="{BD18E3A0-5795-4946-9178-2E2EBAE9110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323520" y="4902099"/>
            <a:ext cx="2741032" cy="836169"/>
            <a:chOff x="8323520" y="4902099"/>
            <a:chExt cx="2741032" cy="83616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E7F4F3A-1A55-476B-84E8-51B598D00B48}"/>
                </a:ext>
              </a:extLst>
            </p:cNvPr>
            <p:cNvSpPr/>
            <p:nvPr/>
          </p:nvSpPr>
          <p:spPr>
            <a:xfrm>
              <a:off x="8323520" y="4902099"/>
              <a:ext cx="446973" cy="4469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文本框 24">
              <a:extLst>
                <a:ext uri="{FF2B5EF4-FFF2-40B4-BE49-F238E27FC236}">
                  <a16:creationId xmlns:a16="http://schemas.microsoft.com/office/drawing/2014/main" id="{720075F9-1576-4183-A6A2-43BF8771B91D}"/>
                </a:ext>
              </a:extLst>
            </p:cNvPr>
            <p:cNvSpPr txBox="1"/>
            <p:nvPr/>
          </p:nvSpPr>
          <p:spPr>
            <a:xfrm>
              <a:off x="8361506" y="4966754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6</a:t>
              </a:r>
            </a:p>
          </p:txBody>
        </p:sp>
        <p:sp>
          <p:nvSpPr>
            <p:cNvPr id="27" name="文本框 25">
              <a:extLst>
                <a:ext uri="{FF2B5EF4-FFF2-40B4-BE49-F238E27FC236}">
                  <a16:creationId xmlns:a16="http://schemas.microsoft.com/office/drawing/2014/main" id="{B1995243-E28E-4E57-AFD1-028E397EF625}"/>
                </a:ext>
              </a:extLst>
            </p:cNvPr>
            <p:cNvSpPr txBox="1"/>
            <p:nvPr/>
          </p:nvSpPr>
          <p:spPr>
            <a:xfrm>
              <a:off x="9009284" y="4909852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2"/>
                  </a:solidFill>
                </a:rPr>
                <a:t>输入标题文本</a:t>
              </a:r>
            </a:p>
          </p:txBody>
        </p:sp>
        <p:sp>
          <p:nvSpPr>
            <p:cNvPr id="28" name="文本框 26">
              <a:extLst>
                <a:ext uri="{FF2B5EF4-FFF2-40B4-BE49-F238E27FC236}">
                  <a16:creationId xmlns:a16="http://schemas.microsoft.com/office/drawing/2014/main" id="{137A1259-C97B-45D2-94F3-4A24008B6B82}"/>
                </a:ext>
              </a:extLst>
            </p:cNvPr>
            <p:cNvSpPr txBox="1"/>
            <p:nvPr/>
          </p:nvSpPr>
          <p:spPr>
            <a:xfrm>
              <a:off x="9009284" y="5192745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</p:grpSp>
      <p:grpSp>
        <p:nvGrpSpPr>
          <p:cNvPr id="69" name="千图PPT彼岸天：ID 8661124库_组合 68">
            <a:extLst>
              <a:ext uri="{FF2B5EF4-FFF2-40B4-BE49-F238E27FC236}">
                <a16:creationId xmlns:a16="http://schemas.microsoft.com/office/drawing/2014/main" id="{7B5DDC21-062C-4D42-B320-A44F3F00173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115729" y="3158025"/>
            <a:ext cx="2741030" cy="1486044"/>
            <a:chOff x="5115729" y="3158025"/>
            <a:chExt cx="2741030" cy="148604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9949EB0-3ADC-4119-B881-AC57DB1C85B1}"/>
                </a:ext>
              </a:extLst>
            </p:cNvPr>
            <p:cNvSpPr/>
            <p:nvPr/>
          </p:nvSpPr>
          <p:spPr>
            <a:xfrm>
              <a:off x="5115729" y="3499476"/>
              <a:ext cx="446973" cy="4469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文本框 12">
              <a:extLst>
                <a:ext uri="{FF2B5EF4-FFF2-40B4-BE49-F238E27FC236}">
                  <a16:creationId xmlns:a16="http://schemas.microsoft.com/office/drawing/2014/main" id="{428D7820-4A4B-453B-8B6B-D95110398505}"/>
                </a:ext>
              </a:extLst>
            </p:cNvPr>
            <p:cNvSpPr txBox="1"/>
            <p:nvPr/>
          </p:nvSpPr>
          <p:spPr>
            <a:xfrm>
              <a:off x="5153715" y="3564130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15" name="文本框 13">
              <a:extLst>
                <a:ext uri="{FF2B5EF4-FFF2-40B4-BE49-F238E27FC236}">
                  <a16:creationId xmlns:a16="http://schemas.microsoft.com/office/drawing/2014/main" id="{7FFB8979-9EE0-407C-A29F-7A8249306335}"/>
                </a:ext>
              </a:extLst>
            </p:cNvPr>
            <p:cNvSpPr txBox="1"/>
            <p:nvPr/>
          </p:nvSpPr>
          <p:spPr>
            <a:xfrm>
              <a:off x="5801491" y="3507229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16" name="文本框 14">
              <a:extLst>
                <a:ext uri="{FF2B5EF4-FFF2-40B4-BE49-F238E27FC236}">
                  <a16:creationId xmlns:a16="http://schemas.microsoft.com/office/drawing/2014/main" id="{68E8C595-8CED-4174-95A3-F5DE26F92B88}"/>
                </a:ext>
              </a:extLst>
            </p:cNvPr>
            <p:cNvSpPr txBox="1"/>
            <p:nvPr/>
          </p:nvSpPr>
          <p:spPr>
            <a:xfrm>
              <a:off x="5801491" y="3790123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DC6B931-A064-46F2-9C1D-39B886E6A775}"/>
                </a:ext>
              </a:extLst>
            </p:cNvPr>
            <p:cNvCxnSpPr/>
            <p:nvPr/>
          </p:nvCxnSpPr>
          <p:spPr>
            <a:xfrm>
              <a:off x="5801491" y="3158025"/>
              <a:ext cx="1940208" cy="0"/>
            </a:xfrm>
            <a:prstGeom prst="straightConnector1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941AA4BD-F61F-45EC-99F5-274A6FBE0B8E}"/>
                </a:ext>
              </a:extLst>
            </p:cNvPr>
            <p:cNvCxnSpPr/>
            <p:nvPr/>
          </p:nvCxnSpPr>
          <p:spPr>
            <a:xfrm>
              <a:off x="5801491" y="4644069"/>
              <a:ext cx="1940208" cy="0"/>
            </a:xfrm>
            <a:prstGeom prst="straightConnector1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" name="千图PPT彼岸天：ID 8661124库_组合 67">
            <a:extLst>
              <a:ext uri="{FF2B5EF4-FFF2-40B4-BE49-F238E27FC236}">
                <a16:creationId xmlns:a16="http://schemas.microsoft.com/office/drawing/2014/main" id="{23DF8F13-7AB9-4BEA-A8FA-03C49163888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8323520" y="3158025"/>
            <a:ext cx="2741032" cy="1486044"/>
            <a:chOff x="8323520" y="3158025"/>
            <a:chExt cx="2741032" cy="148604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1A0885A-17E6-4D30-9901-4708A7527BE5}"/>
                </a:ext>
              </a:extLst>
            </p:cNvPr>
            <p:cNvSpPr/>
            <p:nvPr/>
          </p:nvSpPr>
          <p:spPr>
            <a:xfrm>
              <a:off x="8323520" y="3499476"/>
              <a:ext cx="446973" cy="4469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文本框 16">
              <a:extLst>
                <a:ext uri="{FF2B5EF4-FFF2-40B4-BE49-F238E27FC236}">
                  <a16:creationId xmlns:a16="http://schemas.microsoft.com/office/drawing/2014/main" id="{5F3D74D6-345B-4319-A623-81BA8BFB9567}"/>
                </a:ext>
              </a:extLst>
            </p:cNvPr>
            <p:cNvSpPr txBox="1"/>
            <p:nvPr/>
          </p:nvSpPr>
          <p:spPr>
            <a:xfrm>
              <a:off x="8361506" y="3564130"/>
              <a:ext cx="359696" cy="3437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rmAutofit lnSpcReduction="10000"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sz="2400" b="0" i="0" u="none" strike="noStrike" cap="none" baseline="0">
                  <a:solidFill>
                    <a:schemeClr val="lt1"/>
                  </a:solidFill>
                </a:rPr>
                <a:t>5</a:t>
              </a:r>
            </a:p>
          </p:txBody>
        </p:sp>
        <p:sp>
          <p:nvSpPr>
            <p:cNvPr id="19" name="文本框 17">
              <a:extLst>
                <a:ext uri="{FF2B5EF4-FFF2-40B4-BE49-F238E27FC236}">
                  <a16:creationId xmlns:a16="http://schemas.microsoft.com/office/drawing/2014/main" id="{3DD60FA3-4BC4-4285-97D5-21AB0337EA7F}"/>
                </a:ext>
              </a:extLst>
            </p:cNvPr>
            <p:cNvSpPr txBox="1"/>
            <p:nvPr/>
          </p:nvSpPr>
          <p:spPr>
            <a:xfrm>
              <a:off x="9009284" y="3507229"/>
              <a:ext cx="2055268" cy="206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lnSpcReduction="1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2"/>
                  </a:solidFill>
                </a:rPr>
                <a:t>输入标题文本</a:t>
              </a:r>
            </a:p>
          </p:txBody>
        </p:sp>
        <p:sp>
          <p:nvSpPr>
            <p:cNvPr id="20" name="文本框 18">
              <a:extLst>
                <a:ext uri="{FF2B5EF4-FFF2-40B4-BE49-F238E27FC236}">
                  <a16:creationId xmlns:a16="http://schemas.microsoft.com/office/drawing/2014/main" id="{CBDB7DDB-9C40-4C8B-A901-129A121A7D16}"/>
                </a:ext>
              </a:extLst>
            </p:cNvPr>
            <p:cNvSpPr txBox="1"/>
            <p:nvPr/>
          </p:nvSpPr>
          <p:spPr>
            <a:xfrm>
              <a:off x="9009284" y="3790123"/>
              <a:ext cx="2055268" cy="545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marL="0" marR="0" lvl="0" indent="0" algn="just" rtl="0">
                <a:lnSpc>
                  <a:spcPct val="120000"/>
                </a:lnSpc>
                <a:buSzPct val="25000"/>
                <a:buNone/>
              </a:pPr>
              <a:r>
                <a:rPr lang="zh-CN" altLang="en-US" sz="1050" b="0" i="0" u="none" strike="noStrike" cap="none" baseline="0" dirty="0"/>
                <a:t>请替换文字内容复制你的内容到此</a:t>
              </a:r>
              <a:br>
                <a:rPr lang="zh-CN" altLang="en-US" sz="1050" b="0" i="0" u="none" strike="noStrike" cap="none" baseline="0" dirty="0"/>
              </a:br>
              <a:r>
                <a:rPr lang="zh-CN" altLang="en-US" sz="1050" b="0" i="0" u="none" strike="noStrike" cap="none" baseline="0" dirty="0"/>
                <a:t>千图网</a:t>
              </a:r>
              <a:r>
                <a:rPr lang="en-US" altLang="zh-CN" sz="1050" b="0" i="0" u="none" strike="noStrike" cap="none" baseline="0" dirty="0"/>
                <a:t>58PIC.COM</a:t>
              </a:r>
              <a:endParaRPr lang="zh-CN" altLang="en-US" sz="1050" b="0" i="0" u="none" strike="noStrike" cap="none" baseline="0" dirty="0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9B63215-51FF-4855-8F70-BEA01DAD6830}"/>
                </a:ext>
              </a:extLst>
            </p:cNvPr>
            <p:cNvCxnSpPr/>
            <p:nvPr/>
          </p:nvCxnSpPr>
          <p:spPr>
            <a:xfrm>
              <a:off x="8985800" y="3158025"/>
              <a:ext cx="1940208" cy="0"/>
            </a:xfrm>
            <a:prstGeom prst="straightConnector1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6B08A08-1E26-4C28-95F0-D1D9CBEEDA3C}"/>
                </a:ext>
              </a:extLst>
            </p:cNvPr>
            <p:cNvCxnSpPr/>
            <p:nvPr/>
          </p:nvCxnSpPr>
          <p:spPr>
            <a:xfrm>
              <a:off x="8985800" y="4644069"/>
              <a:ext cx="1940208" cy="0"/>
            </a:xfrm>
            <a:prstGeom prst="straightConnector1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7AD7546A-02E7-43A7-9877-FFBDC237109E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62113" y="2763192"/>
            <a:ext cx="2868392" cy="3012694"/>
            <a:chOff x="1262113" y="2763192"/>
            <a:chExt cx="2868392" cy="301269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66F6A71-ABEE-4E63-8E86-03E95118024C}"/>
                </a:ext>
              </a:extLst>
            </p:cNvPr>
            <p:cNvGrpSpPr/>
            <p:nvPr/>
          </p:nvGrpSpPr>
          <p:grpSpPr>
            <a:xfrm>
              <a:off x="2583211" y="2763192"/>
              <a:ext cx="1547294" cy="3009939"/>
              <a:chOff x="2857500" y="2071688"/>
              <a:chExt cx="1247774" cy="2427287"/>
            </a:xfrm>
          </p:grpSpPr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BB2652A9-8D78-4489-857C-754CB38CFEFA}"/>
                  </a:ext>
                </a:extLst>
              </p:cNvPr>
              <p:cNvSpPr/>
              <p:nvPr/>
            </p:nvSpPr>
            <p:spPr>
              <a:xfrm>
                <a:off x="3024188" y="3465512"/>
                <a:ext cx="914400" cy="1033463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653" y="115025"/>
                    </a:moveTo>
                    <a:lnTo>
                      <a:pt x="81086" y="6325"/>
                    </a:lnTo>
                    <a:lnTo>
                      <a:pt x="73526" y="6325"/>
                    </a:lnTo>
                    <a:lnTo>
                      <a:pt x="91907" y="58034"/>
                    </a:lnTo>
                    <a:lnTo>
                      <a:pt x="63606" y="58034"/>
                    </a:lnTo>
                    <a:lnTo>
                      <a:pt x="63606" y="3132"/>
                    </a:lnTo>
                    <a:lnTo>
                      <a:pt x="63606" y="3132"/>
                    </a:lnTo>
                    <a:lnTo>
                      <a:pt x="63537" y="2456"/>
                    </a:lnTo>
                    <a:lnTo>
                      <a:pt x="63260" y="1903"/>
                    </a:lnTo>
                    <a:lnTo>
                      <a:pt x="62982" y="1412"/>
                    </a:lnTo>
                    <a:lnTo>
                      <a:pt x="62566" y="921"/>
                    </a:lnTo>
                    <a:lnTo>
                      <a:pt x="62011" y="552"/>
                    </a:lnTo>
                    <a:lnTo>
                      <a:pt x="61387" y="245"/>
                    </a:lnTo>
                    <a:lnTo>
                      <a:pt x="60763" y="61"/>
                    </a:lnTo>
                    <a:lnTo>
                      <a:pt x="60069" y="0"/>
                    </a:lnTo>
                    <a:lnTo>
                      <a:pt x="60069" y="0"/>
                    </a:lnTo>
                    <a:lnTo>
                      <a:pt x="59306" y="61"/>
                    </a:lnTo>
                    <a:lnTo>
                      <a:pt x="58612" y="245"/>
                    </a:lnTo>
                    <a:lnTo>
                      <a:pt x="57988" y="552"/>
                    </a:lnTo>
                    <a:lnTo>
                      <a:pt x="57433" y="921"/>
                    </a:lnTo>
                    <a:lnTo>
                      <a:pt x="57017" y="1412"/>
                    </a:lnTo>
                    <a:lnTo>
                      <a:pt x="56739" y="1903"/>
                    </a:lnTo>
                    <a:lnTo>
                      <a:pt x="56462" y="2456"/>
                    </a:lnTo>
                    <a:lnTo>
                      <a:pt x="56393" y="3132"/>
                    </a:lnTo>
                    <a:lnTo>
                      <a:pt x="56393" y="58034"/>
                    </a:lnTo>
                    <a:lnTo>
                      <a:pt x="28092" y="58034"/>
                    </a:lnTo>
                    <a:lnTo>
                      <a:pt x="46473" y="6325"/>
                    </a:lnTo>
                    <a:lnTo>
                      <a:pt x="38913" y="6325"/>
                    </a:lnTo>
                    <a:lnTo>
                      <a:pt x="346" y="115025"/>
                    </a:lnTo>
                    <a:lnTo>
                      <a:pt x="346" y="115025"/>
                    </a:lnTo>
                    <a:lnTo>
                      <a:pt x="69" y="116069"/>
                    </a:lnTo>
                    <a:lnTo>
                      <a:pt x="0" y="116929"/>
                    </a:lnTo>
                    <a:lnTo>
                      <a:pt x="138" y="117727"/>
                    </a:lnTo>
                    <a:lnTo>
                      <a:pt x="416" y="118341"/>
                    </a:lnTo>
                    <a:lnTo>
                      <a:pt x="832" y="118894"/>
                    </a:lnTo>
                    <a:lnTo>
                      <a:pt x="1317" y="119324"/>
                    </a:lnTo>
                    <a:lnTo>
                      <a:pt x="1872" y="119631"/>
                    </a:lnTo>
                    <a:lnTo>
                      <a:pt x="2427" y="119877"/>
                    </a:lnTo>
                    <a:lnTo>
                      <a:pt x="3052" y="120000"/>
                    </a:lnTo>
                    <a:lnTo>
                      <a:pt x="3815" y="119938"/>
                    </a:lnTo>
                    <a:lnTo>
                      <a:pt x="4439" y="119754"/>
                    </a:lnTo>
                    <a:lnTo>
                      <a:pt x="5063" y="119508"/>
                    </a:lnTo>
                    <a:lnTo>
                      <a:pt x="5757" y="119078"/>
                    </a:lnTo>
                    <a:lnTo>
                      <a:pt x="6312" y="118464"/>
                    </a:lnTo>
                    <a:lnTo>
                      <a:pt x="6797" y="117789"/>
                    </a:lnTo>
                    <a:lnTo>
                      <a:pt x="7144" y="116990"/>
                    </a:lnTo>
                    <a:lnTo>
                      <a:pt x="25803" y="64421"/>
                    </a:lnTo>
                    <a:lnTo>
                      <a:pt x="56393" y="64421"/>
                    </a:lnTo>
                    <a:lnTo>
                      <a:pt x="56393" y="87758"/>
                    </a:lnTo>
                    <a:lnTo>
                      <a:pt x="56393" y="87758"/>
                    </a:lnTo>
                    <a:lnTo>
                      <a:pt x="56462" y="88372"/>
                    </a:lnTo>
                    <a:lnTo>
                      <a:pt x="56739" y="88986"/>
                    </a:lnTo>
                    <a:lnTo>
                      <a:pt x="57017" y="89539"/>
                    </a:lnTo>
                    <a:lnTo>
                      <a:pt x="57433" y="89969"/>
                    </a:lnTo>
                    <a:lnTo>
                      <a:pt x="57988" y="90399"/>
                    </a:lnTo>
                    <a:lnTo>
                      <a:pt x="58612" y="90706"/>
                    </a:lnTo>
                    <a:lnTo>
                      <a:pt x="59306" y="90890"/>
                    </a:lnTo>
                    <a:lnTo>
                      <a:pt x="60069" y="90890"/>
                    </a:lnTo>
                    <a:lnTo>
                      <a:pt x="60069" y="90890"/>
                    </a:lnTo>
                    <a:lnTo>
                      <a:pt x="60763" y="90890"/>
                    </a:lnTo>
                    <a:lnTo>
                      <a:pt x="61387" y="90706"/>
                    </a:lnTo>
                    <a:lnTo>
                      <a:pt x="62011" y="90399"/>
                    </a:lnTo>
                    <a:lnTo>
                      <a:pt x="62566" y="89969"/>
                    </a:lnTo>
                    <a:lnTo>
                      <a:pt x="62982" y="89539"/>
                    </a:lnTo>
                    <a:lnTo>
                      <a:pt x="63260" y="88986"/>
                    </a:lnTo>
                    <a:lnTo>
                      <a:pt x="63537" y="88372"/>
                    </a:lnTo>
                    <a:lnTo>
                      <a:pt x="63606" y="87758"/>
                    </a:lnTo>
                    <a:lnTo>
                      <a:pt x="63606" y="64421"/>
                    </a:lnTo>
                    <a:lnTo>
                      <a:pt x="94196" y="64421"/>
                    </a:lnTo>
                    <a:lnTo>
                      <a:pt x="112855" y="116990"/>
                    </a:lnTo>
                    <a:lnTo>
                      <a:pt x="112855" y="116990"/>
                    </a:lnTo>
                    <a:lnTo>
                      <a:pt x="113202" y="117727"/>
                    </a:lnTo>
                    <a:lnTo>
                      <a:pt x="113687" y="118280"/>
                    </a:lnTo>
                    <a:lnTo>
                      <a:pt x="114173" y="118771"/>
                    </a:lnTo>
                    <a:lnTo>
                      <a:pt x="114797" y="119078"/>
                    </a:lnTo>
                    <a:lnTo>
                      <a:pt x="115491" y="119324"/>
                    </a:lnTo>
                    <a:lnTo>
                      <a:pt x="116115" y="119447"/>
                    </a:lnTo>
                    <a:lnTo>
                      <a:pt x="116878" y="119447"/>
                    </a:lnTo>
                    <a:lnTo>
                      <a:pt x="117502" y="119324"/>
                    </a:lnTo>
                    <a:lnTo>
                      <a:pt x="118127" y="119140"/>
                    </a:lnTo>
                    <a:lnTo>
                      <a:pt x="118682" y="118833"/>
                    </a:lnTo>
                    <a:lnTo>
                      <a:pt x="119167" y="118403"/>
                    </a:lnTo>
                    <a:lnTo>
                      <a:pt x="119583" y="117911"/>
                    </a:lnTo>
                    <a:lnTo>
                      <a:pt x="119861" y="117359"/>
                    </a:lnTo>
                    <a:lnTo>
                      <a:pt x="120000" y="116683"/>
                    </a:lnTo>
                    <a:lnTo>
                      <a:pt x="119930" y="115885"/>
                    </a:lnTo>
                    <a:lnTo>
                      <a:pt x="119653" y="115025"/>
                    </a:lnTo>
                    <a:lnTo>
                      <a:pt x="119653" y="11502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AA84729-8004-4F56-AD1C-7E9A5F8D6827}"/>
                  </a:ext>
                </a:extLst>
              </p:cNvPr>
              <p:cNvSpPr/>
              <p:nvPr/>
            </p:nvSpPr>
            <p:spPr>
              <a:xfrm>
                <a:off x="2884488" y="2098675"/>
                <a:ext cx="1193800" cy="13985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11D4C4A6-94CA-4803-9460-2ABBFB7F2F81}"/>
                  </a:ext>
                </a:extLst>
              </p:cNvPr>
              <p:cNvGrpSpPr/>
              <p:nvPr/>
            </p:nvGrpSpPr>
            <p:grpSpPr>
              <a:xfrm>
                <a:off x="2987675" y="2508250"/>
                <a:ext cx="450850" cy="293688"/>
                <a:chOff x="2987675" y="2508250"/>
                <a:chExt cx="450850" cy="293688"/>
              </a:xfrm>
            </p:grpSpPr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38D48F84-165F-4863-AE63-8D2139B868E8}"/>
                    </a:ext>
                  </a:extLst>
                </p:cNvPr>
                <p:cNvSpPr/>
                <p:nvPr/>
              </p:nvSpPr>
              <p:spPr>
                <a:xfrm>
                  <a:off x="2987675" y="2647950"/>
                  <a:ext cx="450850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5A8426BC-FE1D-4D44-A2B5-2D8161AC141B}"/>
                    </a:ext>
                  </a:extLst>
                </p:cNvPr>
                <p:cNvSpPr/>
                <p:nvPr/>
              </p:nvSpPr>
              <p:spPr>
                <a:xfrm>
                  <a:off x="2987675" y="2682875"/>
                  <a:ext cx="450850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A2DF19B9-8D4D-4885-95E2-070BC4C23C55}"/>
                    </a:ext>
                  </a:extLst>
                </p:cNvPr>
                <p:cNvSpPr/>
                <p:nvPr/>
              </p:nvSpPr>
              <p:spPr>
                <a:xfrm>
                  <a:off x="2987675" y="2717800"/>
                  <a:ext cx="450850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48F391E8-8D99-477A-B05D-AA5249C33A0A}"/>
                    </a:ext>
                  </a:extLst>
                </p:cNvPr>
                <p:cNvSpPr/>
                <p:nvPr/>
              </p:nvSpPr>
              <p:spPr>
                <a:xfrm>
                  <a:off x="2987675" y="2752725"/>
                  <a:ext cx="450850" cy="14288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A93CEECF-6B37-4ED7-9AF0-02024398C20F}"/>
                    </a:ext>
                  </a:extLst>
                </p:cNvPr>
                <p:cNvSpPr/>
                <p:nvPr/>
              </p:nvSpPr>
              <p:spPr>
                <a:xfrm>
                  <a:off x="2987675" y="2786063"/>
                  <a:ext cx="450850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47983511-6FC4-4A25-9CD8-D6480A80F3E6}"/>
                    </a:ext>
                  </a:extLst>
                </p:cNvPr>
                <p:cNvSpPr/>
                <p:nvPr/>
              </p:nvSpPr>
              <p:spPr>
                <a:xfrm>
                  <a:off x="2987675" y="2508250"/>
                  <a:ext cx="450850" cy="8255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FA9C7273-D940-4005-A17A-5E2B417C7327}"/>
                  </a:ext>
                </a:extLst>
              </p:cNvPr>
              <p:cNvSpPr/>
              <p:nvPr/>
            </p:nvSpPr>
            <p:spPr>
              <a:xfrm>
                <a:off x="2857500" y="2071688"/>
                <a:ext cx="1247774" cy="145256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7404" y="0"/>
                    </a:moveTo>
                    <a:lnTo>
                      <a:pt x="60050" y="0"/>
                    </a:lnTo>
                    <a:lnTo>
                      <a:pt x="2595" y="0"/>
                    </a:lnTo>
                    <a:lnTo>
                      <a:pt x="0" y="0"/>
                    </a:lnTo>
                    <a:lnTo>
                      <a:pt x="0" y="2229"/>
                    </a:lnTo>
                    <a:lnTo>
                      <a:pt x="0" y="117726"/>
                    </a:lnTo>
                    <a:lnTo>
                      <a:pt x="0" y="120000"/>
                    </a:lnTo>
                    <a:lnTo>
                      <a:pt x="2595" y="120000"/>
                    </a:lnTo>
                    <a:lnTo>
                      <a:pt x="60050" y="120000"/>
                    </a:lnTo>
                    <a:lnTo>
                      <a:pt x="117404" y="120000"/>
                    </a:lnTo>
                    <a:lnTo>
                      <a:pt x="120000" y="120000"/>
                    </a:lnTo>
                    <a:lnTo>
                      <a:pt x="120000" y="117726"/>
                    </a:lnTo>
                    <a:lnTo>
                      <a:pt x="120000" y="2229"/>
                    </a:lnTo>
                    <a:lnTo>
                      <a:pt x="120000" y="0"/>
                    </a:lnTo>
                    <a:lnTo>
                      <a:pt x="117404" y="0"/>
                    </a:lnTo>
                    <a:close/>
                    <a:moveTo>
                      <a:pt x="60050" y="115497"/>
                    </a:moveTo>
                    <a:lnTo>
                      <a:pt x="5241" y="115497"/>
                    </a:lnTo>
                    <a:lnTo>
                      <a:pt x="5241" y="20371"/>
                    </a:lnTo>
                    <a:lnTo>
                      <a:pt x="114758" y="20371"/>
                    </a:lnTo>
                    <a:lnTo>
                      <a:pt x="114758" y="115497"/>
                    </a:lnTo>
                    <a:lnTo>
                      <a:pt x="60050" y="11549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B3A3446D-E506-4457-9548-0ACD857DD8DB}"/>
                  </a:ext>
                </a:extLst>
              </p:cNvPr>
              <p:cNvSpPr/>
              <p:nvPr/>
            </p:nvSpPr>
            <p:spPr>
              <a:xfrm>
                <a:off x="3914775" y="3309937"/>
                <a:ext cx="136524" cy="160337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lnTo>
                      <a:pt x="0" y="120000"/>
                    </a:lnTo>
                    <a:lnTo>
                      <a:pt x="12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8010EC68-6A08-4C9A-ACA2-FE85B22FCFFB}"/>
                  </a:ext>
                </a:extLst>
              </p:cNvPr>
              <p:cNvGrpSpPr/>
              <p:nvPr/>
            </p:nvGrpSpPr>
            <p:grpSpPr>
              <a:xfrm>
                <a:off x="3508375" y="3036888"/>
                <a:ext cx="449262" cy="293688"/>
                <a:chOff x="3508375" y="3036888"/>
                <a:chExt cx="449262" cy="293688"/>
              </a:xfrm>
            </p:grpSpPr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0939EFA4-568C-41BE-8146-80B8A351F749}"/>
                    </a:ext>
                  </a:extLst>
                </p:cNvPr>
                <p:cNvSpPr/>
                <p:nvPr/>
              </p:nvSpPr>
              <p:spPr>
                <a:xfrm>
                  <a:off x="3508375" y="3176588"/>
                  <a:ext cx="449262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CD881073-B75D-4F30-AC41-227C45AC9BBC}"/>
                    </a:ext>
                  </a:extLst>
                </p:cNvPr>
                <p:cNvSpPr/>
                <p:nvPr/>
              </p:nvSpPr>
              <p:spPr>
                <a:xfrm>
                  <a:off x="3508375" y="3211513"/>
                  <a:ext cx="449262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7D8A8ABD-2E1B-43B6-827C-7226F434474E}"/>
                    </a:ext>
                  </a:extLst>
                </p:cNvPr>
                <p:cNvSpPr/>
                <p:nvPr/>
              </p:nvSpPr>
              <p:spPr>
                <a:xfrm>
                  <a:off x="3508375" y="3246438"/>
                  <a:ext cx="449262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AAC0AC24-3007-4288-8348-296A11F9193E}"/>
                    </a:ext>
                  </a:extLst>
                </p:cNvPr>
                <p:cNvSpPr/>
                <p:nvPr/>
              </p:nvSpPr>
              <p:spPr>
                <a:xfrm>
                  <a:off x="3508375" y="3281362"/>
                  <a:ext cx="449262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6220AE70-500D-48E6-8065-FA7CFF368FBE}"/>
                    </a:ext>
                  </a:extLst>
                </p:cNvPr>
                <p:cNvSpPr/>
                <p:nvPr/>
              </p:nvSpPr>
              <p:spPr>
                <a:xfrm>
                  <a:off x="3508375" y="3314701"/>
                  <a:ext cx="449262" cy="15875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3793FB50-47CD-49AF-A5CC-10BDCC19D3D8}"/>
                    </a:ext>
                  </a:extLst>
                </p:cNvPr>
                <p:cNvSpPr/>
                <p:nvPr/>
              </p:nvSpPr>
              <p:spPr>
                <a:xfrm>
                  <a:off x="3508375" y="3036888"/>
                  <a:ext cx="449262" cy="84138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7833A0FD-FE61-4C0A-9738-0BFBAED613A1}"/>
                  </a:ext>
                </a:extLst>
              </p:cNvPr>
              <p:cNvSpPr/>
              <p:nvPr/>
            </p:nvSpPr>
            <p:spPr>
              <a:xfrm>
                <a:off x="3890962" y="3300412"/>
                <a:ext cx="160337" cy="169863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6018"/>
                    </a:moveTo>
                    <a:lnTo>
                      <a:pt x="18278" y="120000"/>
                    </a:lnTo>
                    <a:lnTo>
                      <a:pt x="18278" y="120000"/>
                    </a:lnTo>
                    <a:lnTo>
                      <a:pt x="19867" y="112476"/>
                    </a:lnTo>
                    <a:lnTo>
                      <a:pt x="21456" y="104952"/>
                    </a:lnTo>
                    <a:lnTo>
                      <a:pt x="22649" y="97429"/>
                    </a:lnTo>
                    <a:lnTo>
                      <a:pt x="23046" y="89905"/>
                    </a:lnTo>
                    <a:lnTo>
                      <a:pt x="23841" y="82382"/>
                    </a:lnTo>
                    <a:lnTo>
                      <a:pt x="23841" y="74482"/>
                    </a:lnTo>
                    <a:lnTo>
                      <a:pt x="23046" y="67335"/>
                    </a:lnTo>
                    <a:lnTo>
                      <a:pt x="22649" y="59811"/>
                    </a:lnTo>
                    <a:lnTo>
                      <a:pt x="21456" y="52288"/>
                    </a:lnTo>
                    <a:lnTo>
                      <a:pt x="19470" y="44764"/>
                    </a:lnTo>
                    <a:lnTo>
                      <a:pt x="17483" y="37241"/>
                    </a:lnTo>
                    <a:lnTo>
                      <a:pt x="14701" y="29717"/>
                    </a:lnTo>
                    <a:lnTo>
                      <a:pt x="11920" y="22570"/>
                    </a:lnTo>
                    <a:lnTo>
                      <a:pt x="8344" y="15047"/>
                    </a:lnTo>
                    <a:lnTo>
                      <a:pt x="4768" y="752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152" y="4514"/>
                    </a:lnTo>
                    <a:lnTo>
                      <a:pt x="14304" y="8275"/>
                    </a:lnTo>
                    <a:lnTo>
                      <a:pt x="21854" y="11285"/>
                    </a:lnTo>
                    <a:lnTo>
                      <a:pt x="28609" y="14670"/>
                    </a:lnTo>
                    <a:lnTo>
                      <a:pt x="36158" y="16551"/>
                    </a:lnTo>
                    <a:lnTo>
                      <a:pt x="43708" y="18056"/>
                    </a:lnTo>
                    <a:lnTo>
                      <a:pt x="50860" y="19184"/>
                    </a:lnTo>
                    <a:lnTo>
                      <a:pt x="58410" y="19937"/>
                    </a:lnTo>
                    <a:lnTo>
                      <a:pt x="66357" y="19937"/>
                    </a:lnTo>
                    <a:lnTo>
                      <a:pt x="73907" y="19184"/>
                    </a:lnTo>
                    <a:lnTo>
                      <a:pt x="81456" y="18056"/>
                    </a:lnTo>
                    <a:lnTo>
                      <a:pt x="89006" y="16551"/>
                    </a:lnTo>
                    <a:lnTo>
                      <a:pt x="96953" y="15047"/>
                    </a:lnTo>
                    <a:lnTo>
                      <a:pt x="104503" y="12413"/>
                    </a:lnTo>
                    <a:lnTo>
                      <a:pt x="112052" y="9780"/>
                    </a:lnTo>
                    <a:lnTo>
                      <a:pt x="120000" y="6018"/>
                    </a:lnTo>
                    <a:lnTo>
                      <a:pt x="120000" y="60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F39F612F-B190-4BDA-A37E-77EC02239ECE}"/>
                  </a:ext>
                </a:extLst>
              </p:cNvPr>
              <p:cNvSpPr/>
              <p:nvPr/>
            </p:nvSpPr>
            <p:spPr>
              <a:xfrm>
                <a:off x="3009900" y="3003550"/>
                <a:ext cx="381000" cy="3810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60083" y="0"/>
                    </a:moveTo>
                    <a:lnTo>
                      <a:pt x="60083" y="0"/>
                    </a:lnTo>
                    <a:lnTo>
                      <a:pt x="56920" y="0"/>
                    </a:lnTo>
                    <a:lnTo>
                      <a:pt x="53758" y="332"/>
                    </a:lnTo>
                    <a:lnTo>
                      <a:pt x="50929" y="665"/>
                    </a:lnTo>
                    <a:lnTo>
                      <a:pt x="47933" y="1165"/>
                    </a:lnTo>
                    <a:lnTo>
                      <a:pt x="45104" y="1830"/>
                    </a:lnTo>
                    <a:lnTo>
                      <a:pt x="42108" y="2662"/>
                    </a:lnTo>
                    <a:lnTo>
                      <a:pt x="39445" y="3661"/>
                    </a:lnTo>
                    <a:lnTo>
                      <a:pt x="36615" y="4660"/>
                    </a:lnTo>
                    <a:lnTo>
                      <a:pt x="33952" y="5991"/>
                    </a:lnTo>
                    <a:lnTo>
                      <a:pt x="31289" y="7156"/>
                    </a:lnTo>
                    <a:lnTo>
                      <a:pt x="28959" y="8654"/>
                    </a:lnTo>
                    <a:lnTo>
                      <a:pt x="26463" y="10319"/>
                    </a:lnTo>
                    <a:lnTo>
                      <a:pt x="24133" y="11816"/>
                    </a:lnTo>
                    <a:lnTo>
                      <a:pt x="21803" y="13814"/>
                    </a:lnTo>
                    <a:lnTo>
                      <a:pt x="19639" y="15478"/>
                    </a:lnTo>
                    <a:lnTo>
                      <a:pt x="17475" y="17642"/>
                    </a:lnTo>
                    <a:lnTo>
                      <a:pt x="15644" y="19639"/>
                    </a:lnTo>
                    <a:lnTo>
                      <a:pt x="13647" y="21969"/>
                    </a:lnTo>
                    <a:lnTo>
                      <a:pt x="11816" y="23966"/>
                    </a:lnTo>
                    <a:lnTo>
                      <a:pt x="10152" y="26296"/>
                    </a:lnTo>
                    <a:lnTo>
                      <a:pt x="8654" y="28959"/>
                    </a:lnTo>
                    <a:lnTo>
                      <a:pt x="7156" y="31456"/>
                    </a:lnTo>
                    <a:lnTo>
                      <a:pt x="5825" y="33952"/>
                    </a:lnTo>
                    <a:lnTo>
                      <a:pt x="4660" y="36615"/>
                    </a:lnTo>
                    <a:lnTo>
                      <a:pt x="3495" y="39445"/>
                    </a:lnTo>
                    <a:lnTo>
                      <a:pt x="2829" y="42108"/>
                    </a:lnTo>
                    <a:lnTo>
                      <a:pt x="1830" y="44937"/>
                    </a:lnTo>
                    <a:lnTo>
                      <a:pt x="1165" y="47933"/>
                    </a:lnTo>
                    <a:lnTo>
                      <a:pt x="665" y="50762"/>
                    </a:lnTo>
                    <a:lnTo>
                      <a:pt x="166" y="53925"/>
                    </a:lnTo>
                    <a:lnTo>
                      <a:pt x="0" y="56920"/>
                    </a:lnTo>
                    <a:lnTo>
                      <a:pt x="0" y="59916"/>
                    </a:lnTo>
                    <a:lnTo>
                      <a:pt x="0" y="59916"/>
                    </a:lnTo>
                    <a:lnTo>
                      <a:pt x="0" y="63079"/>
                    </a:lnTo>
                    <a:lnTo>
                      <a:pt x="166" y="66241"/>
                    </a:lnTo>
                    <a:lnTo>
                      <a:pt x="665" y="69070"/>
                    </a:lnTo>
                    <a:lnTo>
                      <a:pt x="1165" y="72066"/>
                    </a:lnTo>
                    <a:lnTo>
                      <a:pt x="1830" y="74895"/>
                    </a:lnTo>
                    <a:lnTo>
                      <a:pt x="2829" y="77891"/>
                    </a:lnTo>
                    <a:lnTo>
                      <a:pt x="3495" y="80554"/>
                    </a:lnTo>
                    <a:lnTo>
                      <a:pt x="4660" y="83217"/>
                    </a:lnTo>
                    <a:lnTo>
                      <a:pt x="5825" y="86047"/>
                    </a:lnTo>
                    <a:lnTo>
                      <a:pt x="7156" y="88710"/>
                    </a:lnTo>
                    <a:lnTo>
                      <a:pt x="8654" y="91040"/>
                    </a:lnTo>
                    <a:lnTo>
                      <a:pt x="10152" y="93536"/>
                    </a:lnTo>
                    <a:lnTo>
                      <a:pt x="11816" y="95866"/>
                    </a:lnTo>
                    <a:lnTo>
                      <a:pt x="13647" y="98196"/>
                    </a:lnTo>
                    <a:lnTo>
                      <a:pt x="15644" y="100360"/>
                    </a:lnTo>
                    <a:lnTo>
                      <a:pt x="17475" y="102524"/>
                    </a:lnTo>
                    <a:lnTo>
                      <a:pt x="19639" y="104355"/>
                    </a:lnTo>
                    <a:lnTo>
                      <a:pt x="21803" y="106352"/>
                    </a:lnTo>
                    <a:lnTo>
                      <a:pt x="24133" y="108183"/>
                    </a:lnTo>
                    <a:lnTo>
                      <a:pt x="26463" y="109680"/>
                    </a:lnTo>
                    <a:lnTo>
                      <a:pt x="28959" y="111345"/>
                    </a:lnTo>
                    <a:lnTo>
                      <a:pt x="31289" y="112843"/>
                    </a:lnTo>
                    <a:lnTo>
                      <a:pt x="33952" y="114174"/>
                    </a:lnTo>
                    <a:lnTo>
                      <a:pt x="36615" y="115339"/>
                    </a:lnTo>
                    <a:lnTo>
                      <a:pt x="39445" y="116504"/>
                    </a:lnTo>
                    <a:lnTo>
                      <a:pt x="42108" y="117170"/>
                    </a:lnTo>
                    <a:lnTo>
                      <a:pt x="45104" y="118169"/>
                    </a:lnTo>
                    <a:lnTo>
                      <a:pt x="47933" y="118834"/>
                    </a:lnTo>
                    <a:lnTo>
                      <a:pt x="50929" y="119334"/>
                    </a:lnTo>
                    <a:lnTo>
                      <a:pt x="53758" y="119833"/>
                    </a:lnTo>
                    <a:lnTo>
                      <a:pt x="56920" y="120000"/>
                    </a:lnTo>
                    <a:lnTo>
                      <a:pt x="60083" y="120000"/>
                    </a:lnTo>
                    <a:lnTo>
                      <a:pt x="60083" y="120000"/>
                    </a:lnTo>
                    <a:lnTo>
                      <a:pt x="63079" y="120000"/>
                    </a:lnTo>
                    <a:lnTo>
                      <a:pt x="66074" y="119833"/>
                    </a:lnTo>
                    <a:lnTo>
                      <a:pt x="69237" y="119334"/>
                    </a:lnTo>
                    <a:lnTo>
                      <a:pt x="72066" y="118834"/>
                    </a:lnTo>
                    <a:lnTo>
                      <a:pt x="75062" y="118169"/>
                    </a:lnTo>
                    <a:lnTo>
                      <a:pt x="77891" y="117170"/>
                    </a:lnTo>
                    <a:lnTo>
                      <a:pt x="80554" y="116504"/>
                    </a:lnTo>
                    <a:lnTo>
                      <a:pt x="83384" y="115339"/>
                    </a:lnTo>
                    <a:lnTo>
                      <a:pt x="86047" y="114174"/>
                    </a:lnTo>
                    <a:lnTo>
                      <a:pt x="88543" y="112843"/>
                    </a:lnTo>
                    <a:lnTo>
                      <a:pt x="91040" y="111345"/>
                    </a:lnTo>
                    <a:lnTo>
                      <a:pt x="93703" y="109680"/>
                    </a:lnTo>
                    <a:lnTo>
                      <a:pt x="96033" y="108183"/>
                    </a:lnTo>
                    <a:lnTo>
                      <a:pt x="98030" y="106352"/>
                    </a:lnTo>
                    <a:lnTo>
                      <a:pt x="100360" y="104355"/>
                    </a:lnTo>
                    <a:lnTo>
                      <a:pt x="102357" y="102524"/>
                    </a:lnTo>
                    <a:lnTo>
                      <a:pt x="104521" y="100360"/>
                    </a:lnTo>
                    <a:lnTo>
                      <a:pt x="106185" y="98196"/>
                    </a:lnTo>
                    <a:lnTo>
                      <a:pt x="108183" y="95866"/>
                    </a:lnTo>
                    <a:lnTo>
                      <a:pt x="109680" y="93536"/>
                    </a:lnTo>
                    <a:lnTo>
                      <a:pt x="111345" y="91040"/>
                    </a:lnTo>
                    <a:lnTo>
                      <a:pt x="112843" y="88710"/>
                    </a:lnTo>
                    <a:lnTo>
                      <a:pt x="114008" y="86047"/>
                    </a:lnTo>
                    <a:lnTo>
                      <a:pt x="115339" y="83217"/>
                    </a:lnTo>
                    <a:lnTo>
                      <a:pt x="116338" y="80554"/>
                    </a:lnTo>
                    <a:lnTo>
                      <a:pt x="117337" y="77891"/>
                    </a:lnTo>
                    <a:lnTo>
                      <a:pt x="118169" y="74895"/>
                    </a:lnTo>
                    <a:lnTo>
                      <a:pt x="118834" y="72066"/>
                    </a:lnTo>
                    <a:lnTo>
                      <a:pt x="119334" y="69070"/>
                    </a:lnTo>
                    <a:lnTo>
                      <a:pt x="119667" y="66241"/>
                    </a:lnTo>
                    <a:lnTo>
                      <a:pt x="120000" y="63079"/>
                    </a:lnTo>
                    <a:lnTo>
                      <a:pt x="120000" y="59916"/>
                    </a:lnTo>
                    <a:lnTo>
                      <a:pt x="120000" y="59916"/>
                    </a:lnTo>
                    <a:lnTo>
                      <a:pt x="120000" y="56920"/>
                    </a:lnTo>
                    <a:lnTo>
                      <a:pt x="119667" y="53925"/>
                    </a:lnTo>
                    <a:lnTo>
                      <a:pt x="119334" y="50762"/>
                    </a:lnTo>
                    <a:lnTo>
                      <a:pt x="118834" y="47933"/>
                    </a:lnTo>
                    <a:lnTo>
                      <a:pt x="118169" y="44937"/>
                    </a:lnTo>
                    <a:lnTo>
                      <a:pt x="117337" y="42108"/>
                    </a:lnTo>
                    <a:lnTo>
                      <a:pt x="116338" y="39445"/>
                    </a:lnTo>
                    <a:lnTo>
                      <a:pt x="115339" y="36615"/>
                    </a:lnTo>
                    <a:lnTo>
                      <a:pt x="114008" y="33952"/>
                    </a:lnTo>
                    <a:lnTo>
                      <a:pt x="112843" y="31456"/>
                    </a:lnTo>
                    <a:lnTo>
                      <a:pt x="111345" y="28959"/>
                    </a:lnTo>
                    <a:lnTo>
                      <a:pt x="109680" y="26296"/>
                    </a:lnTo>
                    <a:lnTo>
                      <a:pt x="108183" y="23966"/>
                    </a:lnTo>
                    <a:lnTo>
                      <a:pt x="106185" y="21969"/>
                    </a:lnTo>
                    <a:lnTo>
                      <a:pt x="104521" y="19639"/>
                    </a:lnTo>
                    <a:lnTo>
                      <a:pt x="102357" y="17642"/>
                    </a:lnTo>
                    <a:lnTo>
                      <a:pt x="100360" y="15478"/>
                    </a:lnTo>
                    <a:lnTo>
                      <a:pt x="98030" y="13814"/>
                    </a:lnTo>
                    <a:lnTo>
                      <a:pt x="96033" y="11816"/>
                    </a:lnTo>
                    <a:lnTo>
                      <a:pt x="93703" y="10319"/>
                    </a:lnTo>
                    <a:lnTo>
                      <a:pt x="91040" y="8654"/>
                    </a:lnTo>
                    <a:lnTo>
                      <a:pt x="88543" y="7156"/>
                    </a:lnTo>
                    <a:lnTo>
                      <a:pt x="86047" y="5991"/>
                    </a:lnTo>
                    <a:lnTo>
                      <a:pt x="83384" y="4660"/>
                    </a:lnTo>
                    <a:lnTo>
                      <a:pt x="80554" y="3661"/>
                    </a:lnTo>
                    <a:lnTo>
                      <a:pt x="77891" y="2662"/>
                    </a:lnTo>
                    <a:lnTo>
                      <a:pt x="75062" y="1830"/>
                    </a:lnTo>
                    <a:lnTo>
                      <a:pt x="72066" y="1165"/>
                    </a:lnTo>
                    <a:lnTo>
                      <a:pt x="69237" y="665"/>
                    </a:lnTo>
                    <a:lnTo>
                      <a:pt x="66074" y="332"/>
                    </a:lnTo>
                    <a:lnTo>
                      <a:pt x="63079" y="0"/>
                    </a:lnTo>
                    <a:lnTo>
                      <a:pt x="60083" y="0"/>
                    </a:lnTo>
                    <a:lnTo>
                      <a:pt x="6008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6B2128FE-A555-4D10-B9EB-1684EBA78DD4}"/>
                  </a:ext>
                </a:extLst>
              </p:cNvPr>
              <p:cNvSpPr/>
              <p:nvPr/>
            </p:nvSpPr>
            <p:spPr>
              <a:xfrm>
                <a:off x="3200400" y="3194050"/>
                <a:ext cx="169863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74018" y="120000"/>
                    </a:moveTo>
                    <a:lnTo>
                      <a:pt x="74018" y="120000"/>
                    </a:lnTo>
                    <a:lnTo>
                      <a:pt x="81121" y="114817"/>
                    </a:lnTo>
                    <a:lnTo>
                      <a:pt x="87850" y="108837"/>
                    </a:lnTo>
                    <a:lnTo>
                      <a:pt x="94205" y="102857"/>
                    </a:lnTo>
                    <a:lnTo>
                      <a:pt x="100186" y="96079"/>
                    </a:lnTo>
                    <a:lnTo>
                      <a:pt x="105794" y="88903"/>
                    </a:lnTo>
                    <a:lnTo>
                      <a:pt x="111028" y="81328"/>
                    </a:lnTo>
                    <a:lnTo>
                      <a:pt x="115514" y="73754"/>
                    </a:lnTo>
                    <a:lnTo>
                      <a:pt x="120000" y="65780"/>
                    </a:lnTo>
                    <a:lnTo>
                      <a:pt x="0" y="0"/>
                    </a:lnTo>
                    <a:lnTo>
                      <a:pt x="74018" y="12000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71120E2C-7289-4750-9D7E-EDD08B4AF858}"/>
                  </a:ext>
                </a:extLst>
              </p:cNvPr>
              <p:cNvSpPr/>
              <p:nvPr/>
            </p:nvSpPr>
            <p:spPr>
              <a:xfrm>
                <a:off x="3200400" y="3044825"/>
                <a:ext cx="190500" cy="236538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7000" y="119999"/>
                    </a:moveTo>
                    <a:lnTo>
                      <a:pt x="107000" y="119999"/>
                    </a:lnTo>
                    <a:lnTo>
                      <a:pt x="110000" y="114910"/>
                    </a:lnTo>
                    <a:lnTo>
                      <a:pt x="112666" y="109553"/>
                    </a:lnTo>
                    <a:lnTo>
                      <a:pt x="114666" y="104196"/>
                    </a:lnTo>
                    <a:lnTo>
                      <a:pt x="116666" y="99107"/>
                    </a:lnTo>
                    <a:lnTo>
                      <a:pt x="118000" y="93482"/>
                    </a:lnTo>
                    <a:lnTo>
                      <a:pt x="119333" y="87857"/>
                    </a:lnTo>
                    <a:lnTo>
                      <a:pt x="119666" y="81696"/>
                    </a:lnTo>
                    <a:lnTo>
                      <a:pt x="120000" y="75803"/>
                    </a:lnTo>
                    <a:lnTo>
                      <a:pt x="120000" y="75803"/>
                    </a:lnTo>
                    <a:lnTo>
                      <a:pt x="119666" y="70178"/>
                    </a:lnTo>
                    <a:lnTo>
                      <a:pt x="119333" y="64553"/>
                    </a:lnTo>
                    <a:lnTo>
                      <a:pt x="118000" y="58928"/>
                    </a:lnTo>
                    <a:lnTo>
                      <a:pt x="117000" y="53303"/>
                    </a:lnTo>
                    <a:lnTo>
                      <a:pt x="115000" y="47946"/>
                    </a:lnTo>
                    <a:lnTo>
                      <a:pt x="112666" y="43124"/>
                    </a:lnTo>
                    <a:lnTo>
                      <a:pt x="110333" y="37767"/>
                    </a:lnTo>
                    <a:lnTo>
                      <a:pt x="107666" y="32946"/>
                    </a:lnTo>
                    <a:lnTo>
                      <a:pt x="104666" y="28124"/>
                    </a:lnTo>
                    <a:lnTo>
                      <a:pt x="101000" y="23571"/>
                    </a:lnTo>
                    <a:lnTo>
                      <a:pt x="97000" y="19017"/>
                    </a:lnTo>
                    <a:lnTo>
                      <a:pt x="93000" y="14999"/>
                    </a:lnTo>
                    <a:lnTo>
                      <a:pt x="88666" y="10982"/>
                    </a:lnTo>
                    <a:lnTo>
                      <a:pt x="84000" y="6696"/>
                    </a:lnTo>
                    <a:lnTo>
                      <a:pt x="79333" y="3482"/>
                    </a:lnTo>
                    <a:lnTo>
                      <a:pt x="73666" y="0"/>
                    </a:lnTo>
                    <a:lnTo>
                      <a:pt x="0" y="75803"/>
                    </a:lnTo>
                    <a:lnTo>
                      <a:pt x="107000" y="11999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86A2BAC9-F30C-424B-8422-C2790D0D4581}"/>
                  </a:ext>
                </a:extLst>
              </p:cNvPr>
              <p:cNvSpPr/>
              <p:nvPr/>
            </p:nvSpPr>
            <p:spPr>
              <a:xfrm>
                <a:off x="3200400" y="3003550"/>
                <a:ext cx="117474" cy="1905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25666"/>
                    </a:moveTo>
                    <a:lnTo>
                      <a:pt x="120000" y="25666"/>
                    </a:lnTo>
                    <a:lnTo>
                      <a:pt x="107511" y="19666"/>
                    </a:lnTo>
                    <a:lnTo>
                      <a:pt x="94479" y="14666"/>
                    </a:lnTo>
                    <a:lnTo>
                      <a:pt x="79819" y="10333"/>
                    </a:lnTo>
                    <a:lnTo>
                      <a:pt x="64615" y="6666"/>
                    </a:lnTo>
                    <a:lnTo>
                      <a:pt x="49411" y="3666"/>
                    </a:lnTo>
                    <a:lnTo>
                      <a:pt x="33665" y="1333"/>
                    </a:lnTo>
                    <a:lnTo>
                      <a:pt x="16289" y="333"/>
                    </a:lnTo>
                    <a:lnTo>
                      <a:pt x="0" y="0"/>
                    </a:lnTo>
                    <a:lnTo>
                      <a:pt x="0" y="120000"/>
                    </a:lnTo>
                    <a:lnTo>
                      <a:pt x="120000" y="2566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B5E13230-367E-427B-A9AA-83ED3B5D82FE}"/>
                  </a:ext>
                </a:extLst>
              </p:cNvPr>
              <p:cNvSpPr/>
              <p:nvPr/>
            </p:nvSpPr>
            <p:spPr>
              <a:xfrm>
                <a:off x="3063875" y="3003550"/>
                <a:ext cx="136524" cy="1905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20000" y="0"/>
                    </a:moveTo>
                    <a:lnTo>
                      <a:pt x="120000" y="120000"/>
                    </a:lnTo>
                    <a:lnTo>
                      <a:pt x="0" y="35666"/>
                    </a:lnTo>
                    <a:lnTo>
                      <a:pt x="0" y="35666"/>
                    </a:lnTo>
                    <a:lnTo>
                      <a:pt x="6046" y="31666"/>
                    </a:lnTo>
                    <a:lnTo>
                      <a:pt x="12558" y="28000"/>
                    </a:lnTo>
                    <a:lnTo>
                      <a:pt x="18604" y="24333"/>
                    </a:lnTo>
                    <a:lnTo>
                      <a:pt x="25116" y="21000"/>
                    </a:lnTo>
                    <a:lnTo>
                      <a:pt x="32093" y="17666"/>
                    </a:lnTo>
                    <a:lnTo>
                      <a:pt x="39069" y="14666"/>
                    </a:lnTo>
                    <a:lnTo>
                      <a:pt x="46511" y="12000"/>
                    </a:lnTo>
                    <a:lnTo>
                      <a:pt x="53488" y="9666"/>
                    </a:lnTo>
                    <a:lnTo>
                      <a:pt x="61395" y="7333"/>
                    </a:lnTo>
                    <a:lnTo>
                      <a:pt x="69302" y="5333"/>
                    </a:lnTo>
                    <a:lnTo>
                      <a:pt x="77674" y="3666"/>
                    </a:lnTo>
                    <a:lnTo>
                      <a:pt x="85581" y="2333"/>
                    </a:lnTo>
                    <a:lnTo>
                      <a:pt x="93953" y="1333"/>
                    </a:lnTo>
                    <a:lnTo>
                      <a:pt x="102325" y="666"/>
                    </a:lnTo>
                    <a:lnTo>
                      <a:pt x="111162" y="0"/>
                    </a:lnTo>
                    <a:lnTo>
                      <a:pt x="12000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3C88794-0CEC-4F15-90B2-9337C6EEA095}"/>
                  </a:ext>
                </a:extLst>
              </p:cNvPr>
              <p:cNvSpPr/>
              <p:nvPr/>
            </p:nvSpPr>
            <p:spPr>
              <a:xfrm>
                <a:off x="3508375" y="2870200"/>
                <a:ext cx="449262" cy="222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CF303D4-4BC3-42FC-ABBE-823338C8B497}"/>
                  </a:ext>
                </a:extLst>
              </p:cNvPr>
              <p:cNvSpPr/>
              <p:nvPr/>
            </p:nvSpPr>
            <p:spPr>
              <a:xfrm>
                <a:off x="3876675" y="2408238"/>
                <a:ext cx="80962" cy="46196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2677BF6-6C68-4FB3-BDDF-6BEFE07EA709}"/>
                  </a:ext>
                </a:extLst>
              </p:cNvPr>
              <p:cNvSpPr/>
              <p:nvPr/>
            </p:nvSpPr>
            <p:spPr>
              <a:xfrm>
                <a:off x="3784600" y="2582863"/>
                <a:ext cx="79375" cy="28733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91ADF5F-5595-42B5-A2A6-ACEB0D4918E7}"/>
                  </a:ext>
                </a:extLst>
              </p:cNvPr>
              <p:cNvSpPr/>
              <p:nvPr/>
            </p:nvSpPr>
            <p:spPr>
              <a:xfrm>
                <a:off x="3692525" y="2679700"/>
                <a:ext cx="79375" cy="190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117B9813-69BD-4E18-96A5-775A12221979}"/>
                  </a:ext>
                </a:extLst>
              </p:cNvPr>
              <p:cNvSpPr/>
              <p:nvPr/>
            </p:nvSpPr>
            <p:spPr>
              <a:xfrm>
                <a:off x="3600450" y="2590800"/>
                <a:ext cx="79375" cy="27939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7E26BB59-D3AE-436C-92EC-365B5CADEE2D}"/>
                  </a:ext>
                </a:extLst>
              </p:cNvPr>
              <p:cNvSpPr/>
              <p:nvPr/>
            </p:nvSpPr>
            <p:spPr>
              <a:xfrm>
                <a:off x="3508375" y="2670175"/>
                <a:ext cx="79375" cy="2000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F613BDB-F81F-47B4-80EC-80413054274D}"/>
                </a:ext>
              </a:extLst>
            </p:cNvPr>
            <p:cNvGrpSpPr/>
            <p:nvPr/>
          </p:nvGrpSpPr>
          <p:grpSpPr>
            <a:xfrm>
              <a:off x="1262113" y="3289703"/>
              <a:ext cx="1409777" cy="2486183"/>
              <a:chOff x="0" y="0"/>
              <a:chExt cx="3076331" cy="5425201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FD7CDFBD-126E-44F5-B6C0-C22C2B3B32B8}"/>
                  </a:ext>
                </a:extLst>
              </p:cNvPr>
              <p:cNvSpPr/>
              <p:nvPr/>
            </p:nvSpPr>
            <p:spPr>
              <a:xfrm>
                <a:off x="0" y="0"/>
                <a:ext cx="3076331" cy="5425201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42451" y="0"/>
                    </a:moveTo>
                    <a:cubicBezTo>
                      <a:pt x="33069" y="0"/>
                      <a:pt x="25475" y="4177"/>
                      <a:pt x="25475" y="9327"/>
                    </a:cubicBezTo>
                    <a:cubicBezTo>
                      <a:pt x="25475" y="14472"/>
                      <a:pt x="33069" y="18650"/>
                      <a:pt x="42451" y="18650"/>
                    </a:cubicBezTo>
                    <a:cubicBezTo>
                      <a:pt x="51827" y="18650"/>
                      <a:pt x="59438" y="14472"/>
                      <a:pt x="59438" y="9327"/>
                    </a:cubicBezTo>
                    <a:cubicBezTo>
                      <a:pt x="59438" y="4177"/>
                      <a:pt x="51827" y="0"/>
                      <a:pt x="42451" y="0"/>
                    </a:cubicBezTo>
                    <a:close/>
                    <a:moveTo>
                      <a:pt x="112925" y="2616"/>
                    </a:moveTo>
                    <a:cubicBezTo>
                      <a:pt x="111120" y="2622"/>
                      <a:pt x="109321" y="3016"/>
                      <a:pt x="107946" y="3800"/>
                    </a:cubicBezTo>
                    <a:lnTo>
                      <a:pt x="77794" y="21177"/>
                    </a:lnTo>
                    <a:lnTo>
                      <a:pt x="17484" y="21177"/>
                    </a:lnTo>
                    <a:cubicBezTo>
                      <a:pt x="7828" y="21177"/>
                      <a:pt x="0" y="25477"/>
                      <a:pt x="0" y="30777"/>
                    </a:cubicBezTo>
                    <a:lnTo>
                      <a:pt x="0" y="34900"/>
                    </a:lnTo>
                    <a:lnTo>
                      <a:pt x="0" y="51355"/>
                    </a:lnTo>
                    <a:lnTo>
                      <a:pt x="0" y="65416"/>
                    </a:lnTo>
                    <a:cubicBezTo>
                      <a:pt x="0" y="67572"/>
                      <a:pt x="3123" y="69327"/>
                      <a:pt x="6979" y="69327"/>
                    </a:cubicBezTo>
                    <a:cubicBezTo>
                      <a:pt x="10834" y="69327"/>
                      <a:pt x="13958" y="67572"/>
                      <a:pt x="13958" y="65416"/>
                    </a:cubicBezTo>
                    <a:lnTo>
                      <a:pt x="13958" y="62138"/>
                    </a:lnTo>
                    <a:lnTo>
                      <a:pt x="13958" y="60761"/>
                    </a:lnTo>
                    <a:lnTo>
                      <a:pt x="13958" y="36533"/>
                    </a:lnTo>
                    <a:lnTo>
                      <a:pt x="20876" y="36533"/>
                    </a:lnTo>
                    <a:lnTo>
                      <a:pt x="20876" y="60955"/>
                    </a:lnTo>
                    <a:lnTo>
                      <a:pt x="20876" y="62138"/>
                    </a:lnTo>
                    <a:lnTo>
                      <a:pt x="20876" y="114788"/>
                    </a:lnTo>
                    <a:cubicBezTo>
                      <a:pt x="20876" y="117672"/>
                      <a:pt x="25128" y="120000"/>
                      <a:pt x="30370" y="120000"/>
                    </a:cubicBezTo>
                    <a:cubicBezTo>
                      <a:pt x="35617" y="120000"/>
                      <a:pt x="39869" y="117672"/>
                      <a:pt x="39869" y="114788"/>
                    </a:cubicBezTo>
                    <a:lnTo>
                      <a:pt x="39869" y="68633"/>
                    </a:lnTo>
                    <a:lnTo>
                      <a:pt x="45742" y="68633"/>
                    </a:lnTo>
                    <a:lnTo>
                      <a:pt x="45742" y="114788"/>
                    </a:lnTo>
                    <a:cubicBezTo>
                      <a:pt x="45742" y="117672"/>
                      <a:pt x="49994" y="120000"/>
                      <a:pt x="55241" y="120000"/>
                    </a:cubicBezTo>
                    <a:cubicBezTo>
                      <a:pt x="60483" y="120000"/>
                      <a:pt x="64735" y="117672"/>
                      <a:pt x="64735" y="114788"/>
                    </a:cubicBezTo>
                    <a:lnTo>
                      <a:pt x="64735" y="62138"/>
                    </a:lnTo>
                    <a:lnTo>
                      <a:pt x="64735" y="60955"/>
                    </a:lnTo>
                    <a:lnTo>
                      <a:pt x="64735" y="36533"/>
                    </a:lnTo>
                    <a:lnTo>
                      <a:pt x="70552" y="36533"/>
                    </a:lnTo>
                    <a:lnTo>
                      <a:pt x="70552" y="36522"/>
                    </a:lnTo>
                    <a:lnTo>
                      <a:pt x="117960" y="9422"/>
                    </a:lnTo>
                    <a:cubicBezTo>
                      <a:pt x="120698" y="7855"/>
                      <a:pt x="120676" y="5327"/>
                      <a:pt x="117910" y="3772"/>
                    </a:cubicBezTo>
                    <a:cubicBezTo>
                      <a:pt x="116529" y="2994"/>
                      <a:pt x="114725" y="2611"/>
                      <a:pt x="112925" y="261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8FDD7F53-D90F-4CB9-B7AD-E37046165B60}"/>
                  </a:ext>
                </a:extLst>
              </p:cNvPr>
              <p:cNvSpPr/>
              <p:nvPr/>
            </p:nvSpPr>
            <p:spPr>
              <a:xfrm>
                <a:off x="842096" y="958712"/>
                <a:ext cx="518741" cy="1557681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0" y="0"/>
                    </a:moveTo>
                    <a:lnTo>
                      <a:pt x="0" y="23611"/>
                    </a:lnTo>
                    <a:lnTo>
                      <a:pt x="39100" y="11000"/>
                    </a:lnTo>
                    <a:lnTo>
                      <a:pt x="50788" y="15788"/>
                    </a:lnTo>
                    <a:lnTo>
                      <a:pt x="25727" y="102750"/>
                    </a:lnTo>
                    <a:lnTo>
                      <a:pt x="60338" y="120000"/>
                    </a:lnTo>
                    <a:lnTo>
                      <a:pt x="94272" y="102750"/>
                    </a:lnTo>
                    <a:lnTo>
                      <a:pt x="69211" y="15788"/>
                    </a:lnTo>
                    <a:lnTo>
                      <a:pt x="80900" y="11000"/>
                    </a:lnTo>
                    <a:lnTo>
                      <a:pt x="120000" y="23611"/>
                    </a:lnTo>
                    <a:lnTo>
                      <a:pt x="120000" y="0"/>
                    </a:lnTo>
                    <a:lnTo>
                      <a:pt x="60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290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">
            <a:extLst>
              <a:ext uri="{FF2B5EF4-FFF2-40B4-BE49-F238E27FC236}">
                <a16:creationId xmlns:a16="http://schemas.microsoft.com/office/drawing/2014/main" id="{6D06363D-6801-4CC9-A9FF-D4D7A6EC704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773583" y="2475406"/>
            <a:ext cx="2467034" cy="2934794"/>
            <a:chOff x="3730255" y="1408155"/>
            <a:chExt cx="4280982" cy="5092676"/>
          </a:xfrm>
        </p:grpSpPr>
        <p:sp>
          <p:nvSpPr>
            <p:cNvPr id="51" name="Rectangle 2">
              <a:extLst>
                <a:ext uri="{FF2B5EF4-FFF2-40B4-BE49-F238E27FC236}">
                  <a16:creationId xmlns:a16="http://schemas.microsoft.com/office/drawing/2014/main" id="{32F426A4-269C-4919-855A-AC4D48EF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255" y="1587417"/>
              <a:ext cx="3813501" cy="4913414"/>
            </a:xfrm>
            <a:prstGeom prst="rect">
              <a:avLst/>
            </a:prstGeom>
            <a:noFill/>
            <a:ln w="0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Freeform: Shape 3">
              <a:extLst>
                <a:ext uri="{FF2B5EF4-FFF2-40B4-BE49-F238E27FC236}">
                  <a16:creationId xmlns:a16="http://schemas.microsoft.com/office/drawing/2014/main" id="{DBB59ADC-D712-4F9F-A5D7-81031324B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280" y="1408155"/>
              <a:ext cx="3779957" cy="4863979"/>
            </a:xfrm>
            <a:custGeom>
              <a:avLst/>
              <a:gdLst>
                <a:gd name="T0" fmla="*/ 2126 w 2141"/>
                <a:gd name="T1" fmla="*/ 828 h 2755"/>
                <a:gd name="T2" fmla="*/ 2084 w 2141"/>
                <a:gd name="T3" fmla="*/ 672 h 2755"/>
                <a:gd name="T4" fmla="*/ 2022 w 2141"/>
                <a:gd name="T5" fmla="*/ 529 h 2755"/>
                <a:gd name="T6" fmla="*/ 1944 w 2141"/>
                <a:gd name="T7" fmla="*/ 409 h 2755"/>
                <a:gd name="T8" fmla="*/ 1867 w 2141"/>
                <a:gd name="T9" fmla="*/ 326 h 2755"/>
                <a:gd name="T10" fmla="*/ 1761 w 2141"/>
                <a:gd name="T11" fmla="*/ 236 h 2755"/>
                <a:gd name="T12" fmla="*/ 1629 w 2141"/>
                <a:gd name="T13" fmla="*/ 148 h 2755"/>
                <a:gd name="T14" fmla="*/ 1471 w 2141"/>
                <a:gd name="T15" fmla="*/ 73 h 2755"/>
                <a:gd name="T16" fmla="*/ 1294 w 2141"/>
                <a:gd name="T17" fmla="*/ 21 h 2755"/>
                <a:gd name="T18" fmla="*/ 1095 w 2141"/>
                <a:gd name="T19" fmla="*/ 0 h 2755"/>
                <a:gd name="T20" fmla="*/ 873 w 2141"/>
                <a:gd name="T21" fmla="*/ 27 h 2755"/>
                <a:gd name="T22" fmla="*/ 659 w 2141"/>
                <a:gd name="T23" fmla="*/ 103 h 2755"/>
                <a:gd name="T24" fmla="*/ 452 w 2141"/>
                <a:gd name="T25" fmla="*/ 230 h 2755"/>
                <a:gd name="T26" fmla="*/ 318 w 2141"/>
                <a:gd name="T27" fmla="*/ 343 h 2755"/>
                <a:gd name="T28" fmla="*/ 210 w 2141"/>
                <a:gd name="T29" fmla="*/ 478 h 2755"/>
                <a:gd name="T30" fmla="*/ 152 w 2141"/>
                <a:gd name="T31" fmla="*/ 612 h 2755"/>
                <a:gd name="T32" fmla="*/ 127 w 2141"/>
                <a:gd name="T33" fmla="*/ 748 h 2755"/>
                <a:gd name="T34" fmla="*/ 129 w 2141"/>
                <a:gd name="T35" fmla="*/ 890 h 2755"/>
                <a:gd name="T36" fmla="*/ 145 w 2141"/>
                <a:gd name="T37" fmla="*/ 1039 h 2755"/>
                <a:gd name="T38" fmla="*/ 158 w 2141"/>
                <a:gd name="T39" fmla="*/ 1162 h 2755"/>
                <a:gd name="T40" fmla="*/ 143 w 2141"/>
                <a:gd name="T41" fmla="*/ 1221 h 2755"/>
                <a:gd name="T42" fmla="*/ 109 w 2141"/>
                <a:gd name="T43" fmla="*/ 1292 h 2755"/>
                <a:gd name="T44" fmla="*/ 70 w 2141"/>
                <a:gd name="T45" fmla="*/ 1362 h 2755"/>
                <a:gd name="T46" fmla="*/ 34 w 2141"/>
                <a:gd name="T47" fmla="*/ 1431 h 2755"/>
                <a:gd name="T48" fmla="*/ 8 w 2141"/>
                <a:gd name="T49" fmla="*/ 1496 h 2755"/>
                <a:gd name="T50" fmla="*/ 1 w 2141"/>
                <a:gd name="T51" fmla="*/ 1551 h 2755"/>
                <a:gd name="T52" fmla="*/ 21 w 2141"/>
                <a:gd name="T53" fmla="*/ 1598 h 2755"/>
                <a:gd name="T54" fmla="*/ 86 w 2141"/>
                <a:gd name="T55" fmla="*/ 1654 h 2755"/>
                <a:gd name="T56" fmla="*/ 140 w 2141"/>
                <a:gd name="T57" fmla="*/ 1736 h 2755"/>
                <a:gd name="T58" fmla="*/ 175 w 2141"/>
                <a:gd name="T59" fmla="*/ 1832 h 2755"/>
                <a:gd name="T60" fmla="*/ 197 w 2141"/>
                <a:gd name="T61" fmla="*/ 1940 h 2755"/>
                <a:gd name="T62" fmla="*/ 213 w 2141"/>
                <a:gd name="T63" fmla="*/ 2049 h 2755"/>
                <a:gd name="T64" fmla="*/ 236 w 2141"/>
                <a:gd name="T65" fmla="*/ 2195 h 2755"/>
                <a:gd name="T66" fmla="*/ 275 w 2141"/>
                <a:gd name="T67" fmla="*/ 2245 h 2755"/>
                <a:gd name="T68" fmla="*/ 346 w 2141"/>
                <a:gd name="T69" fmla="*/ 2273 h 2755"/>
                <a:gd name="T70" fmla="*/ 463 w 2141"/>
                <a:gd name="T71" fmla="*/ 2276 h 2755"/>
                <a:gd name="T72" fmla="*/ 598 w 2141"/>
                <a:gd name="T73" fmla="*/ 2261 h 2755"/>
                <a:gd name="T74" fmla="*/ 682 w 2141"/>
                <a:gd name="T75" fmla="*/ 2256 h 2755"/>
                <a:gd name="T76" fmla="*/ 728 w 2141"/>
                <a:gd name="T77" fmla="*/ 2260 h 2755"/>
                <a:gd name="T78" fmla="*/ 804 w 2141"/>
                <a:gd name="T79" fmla="*/ 2306 h 2755"/>
                <a:gd name="T80" fmla="*/ 874 w 2141"/>
                <a:gd name="T81" fmla="*/ 2393 h 2755"/>
                <a:gd name="T82" fmla="*/ 935 w 2141"/>
                <a:gd name="T83" fmla="*/ 2503 h 2755"/>
                <a:gd name="T84" fmla="*/ 985 w 2141"/>
                <a:gd name="T85" fmla="*/ 2620 h 2755"/>
                <a:gd name="T86" fmla="*/ 1017 w 2141"/>
                <a:gd name="T87" fmla="*/ 2726 h 2755"/>
                <a:gd name="T88" fmla="*/ 1045 w 2141"/>
                <a:gd name="T89" fmla="*/ 2753 h 2755"/>
                <a:gd name="T90" fmla="*/ 1065 w 2141"/>
                <a:gd name="T91" fmla="*/ 2753 h 2755"/>
                <a:gd name="T92" fmla="*/ 1763 w 2141"/>
                <a:gd name="T93" fmla="*/ 2093 h 2755"/>
                <a:gd name="T94" fmla="*/ 1775 w 2141"/>
                <a:gd name="T95" fmla="*/ 2065 h 2755"/>
                <a:gd name="T96" fmla="*/ 1758 w 2141"/>
                <a:gd name="T97" fmla="*/ 1974 h 2755"/>
                <a:gd name="T98" fmla="*/ 1770 w 2141"/>
                <a:gd name="T99" fmla="*/ 1854 h 2755"/>
                <a:gd name="T100" fmla="*/ 1814 w 2141"/>
                <a:gd name="T101" fmla="*/ 1739 h 2755"/>
                <a:gd name="T102" fmla="*/ 1878 w 2141"/>
                <a:gd name="T103" fmla="*/ 1627 h 2755"/>
                <a:gd name="T104" fmla="*/ 1949 w 2141"/>
                <a:gd name="T105" fmla="*/ 1519 h 2755"/>
                <a:gd name="T106" fmla="*/ 2048 w 2141"/>
                <a:gd name="T107" fmla="*/ 1367 h 2755"/>
                <a:gd name="T108" fmla="*/ 2111 w 2141"/>
                <a:gd name="T109" fmla="*/ 1212 h 2755"/>
                <a:gd name="T110" fmla="*/ 2140 w 2141"/>
                <a:gd name="T111" fmla="*/ 1049 h 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141" h="2755">
                  <a:moveTo>
                    <a:pt x="2140" y="938"/>
                  </a:moveTo>
                  <a:lnTo>
                    <a:pt x="2133" y="882"/>
                  </a:lnTo>
                  <a:lnTo>
                    <a:pt x="2126" y="828"/>
                  </a:lnTo>
                  <a:lnTo>
                    <a:pt x="2114" y="774"/>
                  </a:lnTo>
                  <a:lnTo>
                    <a:pt x="2101" y="722"/>
                  </a:lnTo>
                  <a:lnTo>
                    <a:pt x="2084" y="672"/>
                  </a:lnTo>
                  <a:lnTo>
                    <a:pt x="2066" y="622"/>
                  </a:lnTo>
                  <a:lnTo>
                    <a:pt x="2045" y="574"/>
                  </a:lnTo>
                  <a:lnTo>
                    <a:pt x="2022" y="529"/>
                  </a:lnTo>
                  <a:lnTo>
                    <a:pt x="1997" y="487"/>
                  </a:lnTo>
                  <a:lnTo>
                    <a:pt x="1971" y="447"/>
                  </a:lnTo>
                  <a:lnTo>
                    <a:pt x="1944" y="409"/>
                  </a:lnTo>
                  <a:lnTo>
                    <a:pt x="1920" y="383"/>
                  </a:lnTo>
                  <a:lnTo>
                    <a:pt x="1896" y="355"/>
                  </a:lnTo>
                  <a:lnTo>
                    <a:pt x="1867" y="326"/>
                  </a:lnTo>
                  <a:lnTo>
                    <a:pt x="1835" y="296"/>
                  </a:lnTo>
                  <a:lnTo>
                    <a:pt x="1800" y="266"/>
                  </a:lnTo>
                  <a:lnTo>
                    <a:pt x="1761" y="236"/>
                  </a:lnTo>
                  <a:lnTo>
                    <a:pt x="1720" y="207"/>
                  </a:lnTo>
                  <a:lnTo>
                    <a:pt x="1675" y="177"/>
                  </a:lnTo>
                  <a:lnTo>
                    <a:pt x="1629" y="148"/>
                  </a:lnTo>
                  <a:lnTo>
                    <a:pt x="1579" y="121"/>
                  </a:lnTo>
                  <a:lnTo>
                    <a:pt x="1527" y="96"/>
                  </a:lnTo>
                  <a:lnTo>
                    <a:pt x="1471" y="73"/>
                  </a:lnTo>
                  <a:lnTo>
                    <a:pt x="1415" y="53"/>
                  </a:lnTo>
                  <a:lnTo>
                    <a:pt x="1355" y="35"/>
                  </a:lnTo>
                  <a:lnTo>
                    <a:pt x="1294" y="21"/>
                  </a:lnTo>
                  <a:lnTo>
                    <a:pt x="1229" y="10"/>
                  </a:lnTo>
                  <a:lnTo>
                    <a:pt x="1164" y="3"/>
                  </a:lnTo>
                  <a:lnTo>
                    <a:pt x="1095" y="0"/>
                  </a:lnTo>
                  <a:lnTo>
                    <a:pt x="1021" y="4"/>
                  </a:lnTo>
                  <a:lnTo>
                    <a:pt x="947" y="13"/>
                  </a:lnTo>
                  <a:lnTo>
                    <a:pt x="873" y="27"/>
                  </a:lnTo>
                  <a:lnTo>
                    <a:pt x="802" y="45"/>
                  </a:lnTo>
                  <a:lnTo>
                    <a:pt x="730" y="71"/>
                  </a:lnTo>
                  <a:lnTo>
                    <a:pt x="659" y="103"/>
                  </a:lnTo>
                  <a:lnTo>
                    <a:pt x="589" y="139"/>
                  </a:lnTo>
                  <a:lnTo>
                    <a:pt x="520" y="182"/>
                  </a:lnTo>
                  <a:lnTo>
                    <a:pt x="452" y="230"/>
                  </a:lnTo>
                  <a:lnTo>
                    <a:pt x="385" y="285"/>
                  </a:lnTo>
                  <a:lnTo>
                    <a:pt x="318" y="343"/>
                  </a:lnTo>
                  <a:lnTo>
                    <a:pt x="318" y="343"/>
                  </a:lnTo>
                  <a:lnTo>
                    <a:pt x="277" y="388"/>
                  </a:lnTo>
                  <a:lnTo>
                    <a:pt x="242" y="434"/>
                  </a:lnTo>
                  <a:lnTo>
                    <a:pt x="210" y="478"/>
                  </a:lnTo>
                  <a:lnTo>
                    <a:pt x="187" y="522"/>
                  </a:lnTo>
                  <a:lnTo>
                    <a:pt x="166" y="567"/>
                  </a:lnTo>
                  <a:lnTo>
                    <a:pt x="152" y="612"/>
                  </a:lnTo>
                  <a:lnTo>
                    <a:pt x="140" y="657"/>
                  </a:lnTo>
                  <a:lnTo>
                    <a:pt x="131" y="702"/>
                  </a:lnTo>
                  <a:lnTo>
                    <a:pt x="127" y="748"/>
                  </a:lnTo>
                  <a:lnTo>
                    <a:pt x="125" y="794"/>
                  </a:lnTo>
                  <a:lnTo>
                    <a:pt x="126" y="842"/>
                  </a:lnTo>
                  <a:lnTo>
                    <a:pt x="129" y="890"/>
                  </a:lnTo>
                  <a:lnTo>
                    <a:pt x="132" y="938"/>
                  </a:lnTo>
                  <a:lnTo>
                    <a:pt x="138" y="989"/>
                  </a:lnTo>
                  <a:lnTo>
                    <a:pt x="145" y="1039"/>
                  </a:lnTo>
                  <a:lnTo>
                    <a:pt x="151" y="1091"/>
                  </a:lnTo>
                  <a:lnTo>
                    <a:pt x="158" y="1145"/>
                  </a:lnTo>
                  <a:lnTo>
                    <a:pt x="158" y="1162"/>
                  </a:lnTo>
                  <a:lnTo>
                    <a:pt x="156" y="1180"/>
                  </a:lnTo>
                  <a:lnTo>
                    <a:pt x="151" y="1201"/>
                  </a:lnTo>
                  <a:lnTo>
                    <a:pt x="143" y="1221"/>
                  </a:lnTo>
                  <a:lnTo>
                    <a:pt x="132" y="1243"/>
                  </a:lnTo>
                  <a:lnTo>
                    <a:pt x="122" y="1268"/>
                  </a:lnTo>
                  <a:lnTo>
                    <a:pt x="109" y="1292"/>
                  </a:lnTo>
                  <a:lnTo>
                    <a:pt x="96" y="1314"/>
                  </a:lnTo>
                  <a:lnTo>
                    <a:pt x="83" y="1338"/>
                  </a:lnTo>
                  <a:lnTo>
                    <a:pt x="70" y="1362"/>
                  </a:lnTo>
                  <a:lnTo>
                    <a:pt x="57" y="1385"/>
                  </a:lnTo>
                  <a:lnTo>
                    <a:pt x="44" y="1409"/>
                  </a:lnTo>
                  <a:lnTo>
                    <a:pt x="34" y="1431"/>
                  </a:lnTo>
                  <a:lnTo>
                    <a:pt x="23" y="1453"/>
                  </a:lnTo>
                  <a:lnTo>
                    <a:pt x="14" y="1473"/>
                  </a:lnTo>
                  <a:lnTo>
                    <a:pt x="8" y="1496"/>
                  </a:lnTo>
                  <a:lnTo>
                    <a:pt x="3" y="1515"/>
                  </a:lnTo>
                  <a:lnTo>
                    <a:pt x="0" y="1535"/>
                  </a:lnTo>
                  <a:lnTo>
                    <a:pt x="1" y="1551"/>
                  </a:lnTo>
                  <a:lnTo>
                    <a:pt x="4" y="1568"/>
                  </a:lnTo>
                  <a:lnTo>
                    <a:pt x="10" y="1585"/>
                  </a:lnTo>
                  <a:lnTo>
                    <a:pt x="21" y="1598"/>
                  </a:lnTo>
                  <a:lnTo>
                    <a:pt x="35" y="1611"/>
                  </a:lnTo>
                  <a:lnTo>
                    <a:pt x="62" y="1631"/>
                  </a:lnTo>
                  <a:lnTo>
                    <a:pt x="86" y="1654"/>
                  </a:lnTo>
                  <a:lnTo>
                    <a:pt x="107" y="1680"/>
                  </a:lnTo>
                  <a:lnTo>
                    <a:pt x="125" y="1707"/>
                  </a:lnTo>
                  <a:lnTo>
                    <a:pt x="140" y="1736"/>
                  </a:lnTo>
                  <a:lnTo>
                    <a:pt x="153" y="1767"/>
                  </a:lnTo>
                  <a:lnTo>
                    <a:pt x="165" y="1800"/>
                  </a:lnTo>
                  <a:lnTo>
                    <a:pt x="175" y="1832"/>
                  </a:lnTo>
                  <a:lnTo>
                    <a:pt x="183" y="1867"/>
                  </a:lnTo>
                  <a:lnTo>
                    <a:pt x="191" y="1902"/>
                  </a:lnTo>
                  <a:lnTo>
                    <a:pt x="197" y="1940"/>
                  </a:lnTo>
                  <a:lnTo>
                    <a:pt x="203" y="1975"/>
                  </a:lnTo>
                  <a:lnTo>
                    <a:pt x="208" y="2013"/>
                  </a:lnTo>
                  <a:lnTo>
                    <a:pt x="213" y="2049"/>
                  </a:lnTo>
                  <a:lnTo>
                    <a:pt x="221" y="2111"/>
                  </a:lnTo>
                  <a:lnTo>
                    <a:pt x="230" y="2173"/>
                  </a:lnTo>
                  <a:lnTo>
                    <a:pt x="236" y="2195"/>
                  </a:lnTo>
                  <a:lnTo>
                    <a:pt x="246" y="2214"/>
                  </a:lnTo>
                  <a:lnTo>
                    <a:pt x="259" y="2231"/>
                  </a:lnTo>
                  <a:lnTo>
                    <a:pt x="275" y="2245"/>
                  </a:lnTo>
                  <a:lnTo>
                    <a:pt x="295" y="2257"/>
                  </a:lnTo>
                  <a:lnTo>
                    <a:pt x="318" y="2266"/>
                  </a:lnTo>
                  <a:lnTo>
                    <a:pt x="346" y="2273"/>
                  </a:lnTo>
                  <a:lnTo>
                    <a:pt x="377" y="2276"/>
                  </a:lnTo>
                  <a:lnTo>
                    <a:pt x="412" y="2278"/>
                  </a:lnTo>
                  <a:lnTo>
                    <a:pt x="463" y="2276"/>
                  </a:lnTo>
                  <a:lnTo>
                    <a:pt x="513" y="2271"/>
                  </a:lnTo>
                  <a:lnTo>
                    <a:pt x="564" y="2265"/>
                  </a:lnTo>
                  <a:lnTo>
                    <a:pt x="598" y="2261"/>
                  </a:lnTo>
                  <a:lnTo>
                    <a:pt x="628" y="2258"/>
                  </a:lnTo>
                  <a:lnTo>
                    <a:pt x="656" y="2257"/>
                  </a:lnTo>
                  <a:lnTo>
                    <a:pt x="682" y="2256"/>
                  </a:lnTo>
                  <a:lnTo>
                    <a:pt x="699" y="2256"/>
                  </a:lnTo>
                  <a:lnTo>
                    <a:pt x="715" y="2257"/>
                  </a:lnTo>
                  <a:lnTo>
                    <a:pt x="728" y="2260"/>
                  </a:lnTo>
                  <a:lnTo>
                    <a:pt x="754" y="2270"/>
                  </a:lnTo>
                  <a:lnTo>
                    <a:pt x="778" y="2286"/>
                  </a:lnTo>
                  <a:lnTo>
                    <a:pt x="804" y="2306"/>
                  </a:lnTo>
                  <a:lnTo>
                    <a:pt x="829" y="2332"/>
                  </a:lnTo>
                  <a:lnTo>
                    <a:pt x="852" y="2361"/>
                  </a:lnTo>
                  <a:lnTo>
                    <a:pt x="874" y="2393"/>
                  </a:lnTo>
                  <a:lnTo>
                    <a:pt x="897" y="2429"/>
                  </a:lnTo>
                  <a:lnTo>
                    <a:pt x="916" y="2465"/>
                  </a:lnTo>
                  <a:lnTo>
                    <a:pt x="935" y="2503"/>
                  </a:lnTo>
                  <a:lnTo>
                    <a:pt x="954" y="2542"/>
                  </a:lnTo>
                  <a:lnTo>
                    <a:pt x="969" y="2581"/>
                  </a:lnTo>
                  <a:lnTo>
                    <a:pt x="985" y="2620"/>
                  </a:lnTo>
                  <a:lnTo>
                    <a:pt x="998" y="2657"/>
                  </a:lnTo>
                  <a:lnTo>
                    <a:pt x="1008" y="2692"/>
                  </a:lnTo>
                  <a:lnTo>
                    <a:pt x="1017" y="2726"/>
                  </a:lnTo>
                  <a:lnTo>
                    <a:pt x="1024" y="2738"/>
                  </a:lnTo>
                  <a:lnTo>
                    <a:pt x="1033" y="2748"/>
                  </a:lnTo>
                  <a:lnTo>
                    <a:pt x="1045" y="2753"/>
                  </a:lnTo>
                  <a:lnTo>
                    <a:pt x="1050" y="2755"/>
                  </a:lnTo>
                  <a:lnTo>
                    <a:pt x="1055" y="2755"/>
                  </a:lnTo>
                  <a:lnTo>
                    <a:pt x="1065" y="2753"/>
                  </a:lnTo>
                  <a:lnTo>
                    <a:pt x="1073" y="2749"/>
                  </a:lnTo>
                  <a:lnTo>
                    <a:pt x="1082" y="2744"/>
                  </a:lnTo>
                  <a:lnTo>
                    <a:pt x="1763" y="2093"/>
                  </a:lnTo>
                  <a:lnTo>
                    <a:pt x="1770" y="2084"/>
                  </a:lnTo>
                  <a:lnTo>
                    <a:pt x="1774" y="2075"/>
                  </a:lnTo>
                  <a:lnTo>
                    <a:pt x="1775" y="2065"/>
                  </a:lnTo>
                  <a:lnTo>
                    <a:pt x="1774" y="2054"/>
                  </a:lnTo>
                  <a:lnTo>
                    <a:pt x="1763" y="2014"/>
                  </a:lnTo>
                  <a:lnTo>
                    <a:pt x="1758" y="1974"/>
                  </a:lnTo>
                  <a:lnTo>
                    <a:pt x="1758" y="1935"/>
                  </a:lnTo>
                  <a:lnTo>
                    <a:pt x="1763" y="1894"/>
                  </a:lnTo>
                  <a:lnTo>
                    <a:pt x="1770" y="1854"/>
                  </a:lnTo>
                  <a:lnTo>
                    <a:pt x="1781" y="1817"/>
                  </a:lnTo>
                  <a:lnTo>
                    <a:pt x="1797" y="1778"/>
                  </a:lnTo>
                  <a:lnTo>
                    <a:pt x="1814" y="1739"/>
                  </a:lnTo>
                  <a:lnTo>
                    <a:pt x="1833" y="1701"/>
                  </a:lnTo>
                  <a:lnTo>
                    <a:pt x="1854" y="1663"/>
                  </a:lnTo>
                  <a:lnTo>
                    <a:pt x="1878" y="1627"/>
                  </a:lnTo>
                  <a:lnTo>
                    <a:pt x="1901" y="1590"/>
                  </a:lnTo>
                  <a:lnTo>
                    <a:pt x="1924" y="1554"/>
                  </a:lnTo>
                  <a:lnTo>
                    <a:pt x="1949" y="1519"/>
                  </a:lnTo>
                  <a:lnTo>
                    <a:pt x="1984" y="1468"/>
                  </a:lnTo>
                  <a:lnTo>
                    <a:pt x="2018" y="1416"/>
                  </a:lnTo>
                  <a:lnTo>
                    <a:pt x="2048" y="1367"/>
                  </a:lnTo>
                  <a:lnTo>
                    <a:pt x="2074" y="1316"/>
                  </a:lnTo>
                  <a:lnTo>
                    <a:pt x="2095" y="1264"/>
                  </a:lnTo>
                  <a:lnTo>
                    <a:pt x="2111" y="1212"/>
                  </a:lnTo>
                  <a:lnTo>
                    <a:pt x="2126" y="1158"/>
                  </a:lnTo>
                  <a:lnTo>
                    <a:pt x="2135" y="1104"/>
                  </a:lnTo>
                  <a:lnTo>
                    <a:pt x="2140" y="1049"/>
                  </a:lnTo>
                  <a:lnTo>
                    <a:pt x="2141" y="994"/>
                  </a:lnTo>
                  <a:lnTo>
                    <a:pt x="2140" y="938"/>
                  </a:lnTo>
                  <a:close/>
                </a:path>
              </a:pathLst>
            </a:custGeom>
            <a:solidFill>
              <a:srgbClr val="D9D9D9">
                <a:alpha val="74902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53" name="Group 4">
              <a:extLst>
                <a:ext uri="{FF2B5EF4-FFF2-40B4-BE49-F238E27FC236}">
                  <a16:creationId xmlns:a16="http://schemas.microsoft.com/office/drawing/2014/main" id="{02FAE5EF-4863-4EF4-8E94-1F9ED6A23EC5}"/>
                </a:ext>
              </a:extLst>
            </p:cNvPr>
            <p:cNvGrpSpPr/>
            <p:nvPr/>
          </p:nvGrpSpPr>
          <p:grpSpPr>
            <a:xfrm>
              <a:off x="6321696" y="2585740"/>
              <a:ext cx="739522" cy="739522"/>
              <a:chOff x="887508" y="1814166"/>
              <a:chExt cx="3587751" cy="3587750"/>
            </a:xfrm>
          </p:grpSpPr>
          <p:sp>
            <p:nvSpPr>
              <p:cNvPr id="89" name="Freeform: Shape 40">
                <a:extLst>
                  <a:ext uri="{FF2B5EF4-FFF2-40B4-BE49-F238E27FC236}">
                    <a16:creationId xmlns:a16="http://schemas.microsoft.com/office/drawing/2014/main" id="{21384591-8A1E-4E5D-922D-D21EA3FCD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chemeClr val="accent3">
                  <a:lumMod val="90000"/>
                  <a:lumOff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Freeform: Shape 41">
                <a:extLst>
                  <a:ext uri="{FF2B5EF4-FFF2-40B4-BE49-F238E27FC236}">
                    <a16:creationId xmlns:a16="http://schemas.microsoft.com/office/drawing/2014/main" id="{296FE0F1-8A88-47E3-B322-997EB10C2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lumOff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Freeform: Shape 42">
                <a:extLst>
                  <a:ext uri="{FF2B5EF4-FFF2-40B4-BE49-F238E27FC236}">
                    <a16:creationId xmlns:a16="http://schemas.microsoft.com/office/drawing/2014/main" id="{527C4D26-4C44-48E9-87CB-2E5D91E9D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lumOff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Freeform: Shape 43">
                <a:extLst>
                  <a:ext uri="{FF2B5EF4-FFF2-40B4-BE49-F238E27FC236}">
                    <a16:creationId xmlns:a16="http://schemas.microsoft.com/office/drawing/2014/main" id="{BEA33B90-D074-4364-81DB-92BC5716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4" name="Group 5">
              <a:extLst>
                <a:ext uri="{FF2B5EF4-FFF2-40B4-BE49-F238E27FC236}">
                  <a16:creationId xmlns:a16="http://schemas.microsoft.com/office/drawing/2014/main" id="{581235E4-15FC-4A27-8AC8-2D84C70EC602}"/>
                </a:ext>
              </a:extLst>
            </p:cNvPr>
            <p:cNvGrpSpPr/>
            <p:nvPr/>
          </p:nvGrpSpPr>
          <p:grpSpPr>
            <a:xfrm>
              <a:off x="5024132" y="3573379"/>
              <a:ext cx="708745" cy="708745"/>
              <a:chOff x="887508" y="1814166"/>
              <a:chExt cx="3587751" cy="3587750"/>
            </a:xfrm>
          </p:grpSpPr>
          <p:sp>
            <p:nvSpPr>
              <p:cNvPr id="85" name="Freeform: Shape 36">
                <a:extLst>
                  <a:ext uri="{FF2B5EF4-FFF2-40B4-BE49-F238E27FC236}">
                    <a16:creationId xmlns:a16="http://schemas.microsoft.com/office/drawing/2014/main" id="{F342890A-5DB5-411B-A592-B16FE685E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Freeform: Shape 37">
                <a:extLst>
                  <a:ext uri="{FF2B5EF4-FFF2-40B4-BE49-F238E27FC236}">
                    <a16:creationId xmlns:a16="http://schemas.microsoft.com/office/drawing/2014/main" id="{254DEFB6-54F3-49A3-ADD6-AD51F02A2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Freeform: Shape 38">
                <a:extLst>
                  <a:ext uri="{FF2B5EF4-FFF2-40B4-BE49-F238E27FC236}">
                    <a16:creationId xmlns:a16="http://schemas.microsoft.com/office/drawing/2014/main" id="{79CAE9EF-122D-481A-82B3-8EEFDAFD9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Freeform: Shape 39">
                <a:extLst>
                  <a:ext uri="{FF2B5EF4-FFF2-40B4-BE49-F238E27FC236}">
                    <a16:creationId xmlns:a16="http://schemas.microsoft.com/office/drawing/2014/main" id="{19693E41-D5C0-425A-B706-9776EC1C0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5" name="Group 6">
              <a:extLst>
                <a:ext uri="{FF2B5EF4-FFF2-40B4-BE49-F238E27FC236}">
                  <a16:creationId xmlns:a16="http://schemas.microsoft.com/office/drawing/2014/main" id="{722E2285-13CA-4709-B5E2-AA6BE0E2821C}"/>
                </a:ext>
              </a:extLst>
            </p:cNvPr>
            <p:cNvGrpSpPr/>
            <p:nvPr/>
          </p:nvGrpSpPr>
          <p:grpSpPr>
            <a:xfrm rot="1572502">
              <a:off x="5633673" y="3123476"/>
              <a:ext cx="1187150" cy="1187150"/>
              <a:chOff x="887508" y="1814166"/>
              <a:chExt cx="3587751" cy="3587750"/>
            </a:xfrm>
          </p:grpSpPr>
          <p:sp>
            <p:nvSpPr>
              <p:cNvPr id="81" name="Freeform: Shape 32">
                <a:extLst>
                  <a:ext uri="{FF2B5EF4-FFF2-40B4-BE49-F238E27FC236}">
                    <a16:creationId xmlns:a16="http://schemas.microsoft.com/office/drawing/2014/main" id="{38BE7096-345B-44BE-82C1-6F2FFBC88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Freeform: Shape 33">
                <a:extLst>
                  <a:ext uri="{FF2B5EF4-FFF2-40B4-BE49-F238E27FC236}">
                    <a16:creationId xmlns:a16="http://schemas.microsoft.com/office/drawing/2014/main" id="{ACE51F35-CF6F-4787-90D5-373F25656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Freeform: Shape 34">
                <a:extLst>
                  <a:ext uri="{FF2B5EF4-FFF2-40B4-BE49-F238E27FC236}">
                    <a16:creationId xmlns:a16="http://schemas.microsoft.com/office/drawing/2014/main" id="{A23C16C5-6D2E-4827-AC8D-58F31A2F1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Freeform: Shape 35">
                <a:extLst>
                  <a:ext uri="{FF2B5EF4-FFF2-40B4-BE49-F238E27FC236}">
                    <a16:creationId xmlns:a16="http://schemas.microsoft.com/office/drawing/2014/main" id="{2D9CB553-9D2E-4754-BABE-531F734D0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6" name="Group 7">
              <a:extLst>
                <a:ext uri="{FF2B5EF4-FFF2-40B4-BE49-F238E27FC236}">
                  <a16:creationId xmlns:a16="http://schemas.microsoft.com/office/drawing/2014/main" id="{9D7BD238-043C-4CEA-ACB8-70DB0C837DB9}"/>
                </a:ext>
              </a:extLst>
            </p:cNvPr>
            <p:cNvGrpSpPr/>
            <p:nvPr/>
          </p:nvGrpSpPr>
          <p:grpSpPr>
            <a:xfrm>
              <a:off x="4722054" y="1973739"/>
              <a:ext cx="1517075" cy="1517075"/>
              <a:chOff x="887508" y="1814166"/>
              <a:chExt cx="3587751" cy="3587750"/>
            </a:xfrm>
          </p:grpSpPr>
          <p:sp>
            <p:nvSpPr>
              <p:cNvPr id="77" name="Freeform: Shape 28">
                <a:extLst>
                  <a:ext uri="{FF2B5EF4-FFF2-40B4-BE49-F238E27FC236}">
                    <a16:creationId xmlns:a16="http://schemas.microsoft.com/office/drawing/2014/main" id="{36EA2625-50C8-492A-A525-6A994B6AD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Freeform: Shape 29">
                <a:extLst>
                  <a:ext uri="{FF2B5EF4-FFF2-40B4-BE49-F238E27FC236}">
                    <a16:creationId xmlns:a16="http://schemas.microsoft.com/office/drawing/2014/main" id="{19FCF98D-A82E-4B93-BC6E-28BFC8120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Freeform: Shape 30">
                <a:extLst>
                  <a:ext uri="{FF2B5EF4-FFF2-40B4-BE49-F238E27FC236}">
                    <a16:creationId xmlns:a16="http://schemas.microsoft.com/office/drawing/2014/main" id="{CAC9C9A8-B96B-4A2D-92EF-61B0DCD5C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Freeform: Shape 31">
                <a:extLst>
                  <a:ext uri="{FF2B5EF4-FFF2-40B4-BE49-F238E27FC236}">
                    <a16:creationId xmlns:a16="http://schemas.microsoft.com/office/drawing/2014/main" id="{2E0A6963-C3BF-4A71-9A52-16A605980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7" name="Group 8">
              <a:extLst>
                <a:ext uri="{FF2B5EF4-FFF2-40B4-BE49-F238E27FC236}">
                  <a16:creationId xmlns:a16="http://schemas.microsoft.com/office/drawing/2014/main" id="{955DA901-4C4A-493D-A59C-8AC49196A0D3}"/>
                </a:ext>
              </a:extLst>
            </p:cNvPr>
            <p:cNvGrpSpPr/>
            <p:nvPr/>
          </p:nvGrpSpPr>
          <p:grpSpPr>
            <a:xfrm rot="1511185">
              <a:off x="6891162" y="2275733"/>
              <a:ext cx="582425" cy="582425"/>
              <a:chOff x="887508" y="1814166"/>
              <a:chExt cx="3587751" cy="3587750"/>
            </a:xfrm>
          </p:grpSpPr>
          <p:sp>
            <p:nvSpPr>
              <p:cNvPr id="73" name="Freeform: Shape 24">
                <a:extLst>
                  <a:ext uri="{FF2B5EF4-FFF2-40B4-BE49-F238E27FC236}">
                    <a16:creationId xmlns:a16="http://schemas.microsoft.com/office/drawing/2014/main" id="{CCC2BC66-A51C-4ACE-84E8-8EE9ED432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25">
                <a:extLst>
                  <a:ext uri="{FF2B5EF4-FFF2-40B4-BE49-F238E27FC236}">
                    <a16:creationId xmlns:a16="http://schemas.microsoft.com/office/drawing/2014/main" id="{6BBE0B33-5182-4F8E-B54C-89A6568AE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Freeform: Shape 26">
                <a:extLst>
                  <a:ext uri="{FF2B5EF4-FFF2-40B4-BE49-F238E27FC236}">
                    <a16:creationId xmlns:a16="http://schemas.microsoft.com/office/drawing/2014/main" id="{4FD8805F-6282-4059-939C-BD33E5D3D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27">
                <a:extLst>
                  <a:ext uri="{FF2B5EF4-FFF2-40B4-BE49-F238E27FC236}">
                    <a16:creationId xmlns:a16="http://schemas.microsoft.com/office/drawing/2014/main" id="{74C6FAC8-6141-4EE9-86D7-A67E70A28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8" name="Group 9">
              <a:extLst>
                <a:ext uri="{FF2B5EF4-FFF2-40B4-BE49-F238E27FC236}">
                  <a16:creationId xmlns:a16="http://schemas.microsoft.com/office/drawing/2014/main" id="{F900A876-6DBC-497B-97A4-4893EACC3330}"/>
                </a:ext>
              </a:extLst>
            </p:cNvPr>
            <p:cNvGrpSpPr/>
            <p:nvPr/>
          </p:nvGrpSpPr>
          <p:grpSpPr>
            <a:xfrm rot="1511185">
              <a:off x="6925499" y="2898786"/>
              <a:ext cx="898001" cy="898001"/>
              <a:chOff x="887508" y="1814166"/>
              <a:chExt cx="3587751" cy="3587750"/>
            </a:xfrm>
          </p:grpSpPr>
          <p:sp>
            <p:nvSpPr>
              <p:cNvPr id="69" name="Freeform: Shape 20">
                <a:extLst>
                  <a:ext uri="{FF2B5EF4-FFF2-40B4-BE49-F238E27FC236}">
                    <a16:creationId xmlns:a16="http://schemas.microsoft.com/office/drawing/2014/main" id="{5AB60ECF-E7C2-4EB5-A6D5-6FA4BE883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Freeform: Shape 21">
                <a:extLst>
                  <a:ext uri="{FF2B5EF4-FFF2-40B4-BE49-F238E27FC236}">
                    <a16:creationId xmlns:a16="http://schemas.microsoft.com/office/drawing/2014/main" id="{47CB7017-EFDE-495D-B485-CE642E510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Freeform: Shape 22">
                <a:extLst>
                  <a:ext uri="{FF2B5EF4-FFF2-40B4-BE49-F238E27FC236}">
                    <a16:creationId xmlns:a16="http://schemas.microsoft.com/office/drawing/2014/main" id="{5887F9A9-D789-4E19-A270-655FC47CC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23">
                <a:extLst>
                  <a:ext uri="{FF2B5EF4-FFF2-40B4-BE49-F238E27FC236}">
                    <a16:creationId xmlns:a16="http://schemas.microsoft.com/office/drawing/2014/main" id="{4D1CB8EB-A505-4C1F-A1DB-2AEE38E33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3D5959A9-698C-4EAE-881B-5136A8C050D1}"/>
                </a:ext>
              </a:extLst>
            </p:cNvPr>
            <p:cNvGrpSpPr/>
            <p:nvPr/>
          </p:nvGrpSpPr>
          <p:grpSpPr>
            <a:xfrm rot="1511185">
              <a:off x="5938166" y="1661329"/>
              <a:ext cx="816320" cy="816320"/>
              <a:chOff x="887508" y="1814166"/>
              <a:chExt cx="3587751" cy="3587750"/>
            </a:xfrm>
          </p:grpSpPr>
          <p:sp>
            <p:nvSpPr>
              <p:cNvPr id="65" name="Freeform: Shape 16">
                <a:extLst>
                  <a:ext uri="{FF2B5EF4-FFF2-40B4-BE49-F238E27FC236}">
                    <a16:creationId xmlns:a16="http://schemas.microsoft.com/office/drawing/2014/main" id="{6AD16F00-E0D4-4D60-9446-620C127C9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Freeform: Shape 17">
                <a:extLst>
                  <a:ext uri="{FF2B5EF4-FFF2-40B4-BE49-F238E27FC236}">
                    <a16:creationId xmlns:a16="http://schemas.microsoft.com/office/drawing/2014/main" id="{C45D53A0-E3D4-4D6B-B25E-DAD2385BC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18">
                <a:extLst>
                  <a:ext uri="{FF2B5EF4-FFF2-40B4-BE49-F238E27FC236}">
                    <a16:creationId xmlns:a16="http://schemas.microsoft.com/office/drawing/2014/main" id="{0B9B3ED5-E4CA-4C8F-AEBE-D8A5BD68E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Freeform: Shape 19">
                <a:extLst>
                  <a:ext uri="{FF2B5EF4-FFF2-40B4-BE49-F238E27FC236}">
                    <a16:creationId xmlns:a16="http://schemas.microsoft.com/office/drawing/2014/main" id="{AF7A7D8F-A3D6-4E7E-8B64-768AC1A45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0" name="Group 11">
              <a:extLst>
                <a:ext uri="{FF2B5EF4-FFF2-40B4-BE49-F238E27FC236}">
                  <a16:creationId xmlns:a16="http://schemas.microsoft.com/office/drawing/2014/main" id="{3658DE60-9E7E-4F57-BEEF-4D0CD080CA2C}"/>
                </a:ext>
              </a:extLst>
            </p:cNvPr>
            <p:cNvGrpSpPr/>
            <p:nvPr/>
          </p:nvGrpSpPr>
          <p:grpSpPr>
            <a:xfrm rot="1511185">
              <a:off x="6669035" y="2240253"/>
              <a:ext cx="255485" cy="255485"/>
              <a:chOff x="887508" y="1814166"/>
              <a:chExt cx="3587751" cy="3587750"/>
            </a:xfrm>
          </p:grpSpPr>
          <p:sp>
            <p:nvSpPr>
              <p:cNvPr id="61" name="Freeform: Shape 12">
                <a:extLst>
                  <a:ext uri="{FF2B5EF4-FFF2-40B4-BE49-F238E27FC236}">
                    <a16:creationId xmlns:a16="http://schemas.microsoft.com/office/drawing/2014/main" id="{F32BE483-E786-4C9A-89B7-7AD494412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508" y="1814166"/>
                <a:ext cx="3587751" cy="3587750"/>
              </a:xfrm>
              <a:custGeom>
                <a:avLst/>
                <a:gdLst>
                  <a:gd name="T0" fmla="*/ 283 w 954"/>
                  <a:gd name="T1" fmla="*/ 160 h 954"/>
                  <a:gd name="T2" fmla="*/ 210 w 954"/>
                  <a:gd name="T3" fmla="*/ 220 h 954"/>
                  <a:gd name="T4" fmla="*/ 92 w 954"/>
                  <a:gd name="T5" fmla="*/ 188 h 954"/>
                  <a:gd name="T6" fmla="*/ 26 w 954"/>
                  <a:gd name="T7" fmla="*/ 308 h 954"/>
                  <a:gd name="T8" fmla="*/ 117 w 954"/>
                  <a:gd name="T9" fmla="*/ 390 h 954"/>
                  <a:gd name="T10" fmla="*/ 106 w 954"/>
                  <a:gd name="T11" fmla="*/ 484 h 954"/>
                  <a:gd name="T12" fmla="*/ 0 w 954"/>
                  <a:gd name="T13" fmla="*/ 545 h 954"/>
                  <a:gd name="T14" fmla="*/ 39 w 954"/>
                  <a:gd name="T15" fmla="*/ 676 h 954"/>
                  <a:gd name="T16" fmla="*/ 161 w 954"/>
                  <a:gd name="T17" fmla="*/ 671 h 954"/>
                  <a:gd name="T18" fmla="*/ 220 w 954"/>
                  <a:gd name="T19" fmla="*/ 744 h 954"/>
                  <a:gd name="T20" fmla="*/ 188 w 954"/>
                  <a:gd name="T21" fmla="*/ 862 h 954"/>
                  <a:gd name="T22" fmla="*/ 308 w 954"/>
                  <a:gd name="T23" fmla="*/ 928 h 954"/>
                  <a:gd name="T24" fmla="*/ 391 w 954"/>
                  <a:gd name="T25" fmla="*/ 837 h 954"/>
                  <a:gd name="T26" fmla="*/ 484 w 954"/>
                  <a:gd name="T27" fmla="*/ 848 h 954"/>
                  <a:gd name="T28" fmla="*/ 546 w 954"/>
                  <a:gd name="T29" fmla="*/ 954 h 954"/>
                  <a:gd name="T30" fmla="*/ 677 w 954"/>
                  <a:gd name="T31" fmla="*/ 916 h 954"/>
                  <a:gd name="T32" fmla="*/ 671 w 954"/>
                  <a:gd name="T33" fmla="*/ 793 h 954"/>
                  <a:gd name="T34" fmla="*/ 745 w 954"/>
                  <a:gd name="T35" fmla="*/ 734 h 954"/>
                  <a:gd name="T36" fmla="*/ 863 w 954"/>
                  <a:gd name="T37" fmla="*/ 766 h 954"/>
                  <a:gd name="T38" fmla="*/ 929 w 954"/>
                  <a:gd name="T39" fmla="*/ 646 h 954"/>
                  <a:gd name="T40" fmla="*/ 838 w 954"/>
                  <a:gd name="T41" fmla="*/ 563 h 954"/>
                  <a:gd name="T42" fmla="*/ 848 w 954"/>
                  <a:gd name="T43" fmla="*/ 470 h 954"/>
                  <a:gd name="T44" fmla="*/ 954 w 954"/>
                  <a:gd name="T45" fmla="*/ 408 h 954"/>
                  <a:gd name="T46" fmla="*/ 916 w 954"/>
                  <a:gd name="T47" fmla="*/ 277 h 954"/>
                  <a:gd name="T48" fmla="*/ 794 w 954"/>
                  <a:gd name="T49" fmla="*/ 283 h 954"/>
                  <a:gd name="T50" fmla="*/ 734 w 954"/>
                  <a:gd name="T51" fmla="*/ 209 h 954"/>
                  <a:gd name="T52" fmla="*/ 766 w 954"/>
                  <a:gd name="T53" fmla="*/ 91 h 954"/>
                  <a:gd name="T54" fmla="*/ 646 w 954"/>
                  <a:gd name="T55" fmla="*/ 25 h 954"/>
                  <a:gd name="T56" fmla="*/ 564 w 954"/>
                  <a:gd name="T57" fmla="*/ 116 h 954"/>
                  <a:gd name="T58" fmla="*/ 470 w 954"/>
                  <a:gd name="T59" fmla="*/ 106 h 954"/>
                  <a:gd name="T60" fmla="*/ 409 w 954"/>
                  <a:gd name="T61" fmla="*/ 0 h 954"/>
                  <a:gd name="T62" fmla="*/ 278 w 954"/>
                  <a:gd name="T63" fmla="*/ 38 h 954"/>
                  <a:gd name="T64" fmla="*/ 283 w 954"/>
                  <a:gd name="T65" fmla="*/ 160 h 954"/>
                  <a:gd name="T66" fmla="*/ 439 w 954"/>
                  <a:gd name="T67" fmla="*/ 348 h 954"/>
                  <a:gd name="T68" fmla="*/ 606 w 954"/>
                  <a:gd name="T69" fmla="*/ 439 h 954"/>
                  <a:gd name="T70" fmla="*/ 515 w 954"/>
                  <a:gd name="T71" fmla="*/ 606 h 954"/>
                  <a:gd name="T72" fmla="*/ 348 w 954"/>
                  <a:gd name="T73" fmla="*/ 514 h 954"/>
                  <a:gd name="T74" fmla="*/ 439 w 954"/>
                  <a:gd name="T75" fmla="*/ 348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4" h="954">
                    <a:moveTo>
                      <a:pt x="283" y="160"/>
                    </a:moveTo>
                    <a:cubicBezTo>
                      <a:pt x="256" y="177"/>
                      <a:pt x="232" y="197"/>
                      <a:pt x="210" y="22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26" y="308"/>
                      <a:pt x="26" y="308"/>
                      <a:pt x="26" y="308"/>
                    </a:cubicBezTo>
                    <a:cubicBezTo>
                      <a:pt x="117" y="390"/>
                      <a:pt x="117" y="390"/>
                      <a:pt x="117" y="390"/>
                    </a:cubicBezTo>
                    <a:cubicBezTo>
                      <a:pt x="109" y="421"/>
                      <a:pt x="106" y="452"/>
                      <a:pt x="106" y="48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39" y="676"/>
                      <a:pt x="39" y="676"/>
                      <a:pt x="39" y="676"/>
                    </a:cubicBezTo>
                    <a:cubicBezTo>
                      <a:pt x="161" y="671"/>
                      <a:pt x="161" y="671"/>
                      <a:pt x="161" y="671"/>
                    </a:cubicBezTo>
                    <a:cubicBezTo>
                      <a:pt x="178" y="698"/>
                      <a:pt x="198" y="722"/>
                      <a:pt x="220" y="744"/>
                    </a:cubicBezTo>
                    <a:cubicBezTo>
                      <a:pt x="188" y="862"/>
                      <a:pt x="188" y="862"/>
                      <a:pt x="188" y="862"/>
                    </a:cubicBezTo>
                    <a:cubicBezTo>
                      <a:pt x="308" y="928"/>
                      <a:pt x="308" y="928"/>
                      <a:pt x="308" y="928"/>
                    </a:cubicBezTo>
                    <a:cubicBezTo>
                      <a:pt x="391" y="837"/>
                      <a:pt x="391" y="837"/>
                      <a:pt x="391" y="837"/>
                    </a:cubicBezTo>
                    <a:cubicBezTo>
                      <a:pt x="421" y="845"/>
                      <a:pt x="452" y="848"/>
                      <a:pt x="484" y="848"/>
                    </a:cubicBezTo>
                    <a:cubicBezTo>
                      <a:pt x="546" y="954"/>
                      <a:pt x="546" y="954"/>
                      <a:pt x="546" y="954"/>
                    </a:cubicBezTo>
                    <a:cubicBezTo>
                      <a:pt x="677" y="916"/>
                      <a:pt x="677" y="916"/>
                      <a:pt x="677" y="916"/>
                    </a:cubicBezTo>
                    <a:cubicBezTo>
                      <a:pt x="671" y="793"/>
                      <a:pt x="671" y="793"/>
                      <a:pt x="671" y="793"/>
                    </a:cubicBezTo>
                    <a:cubicBezTo>
                      <a:pt x="698" y="776"/>
                      <a:pt x="723" y="756"/>
                      <a:pt x="745" y="734"/>
                    </a:cubicBezTo>
                    <a:cubicBezTo>
                      <a:pt x="863" y="766"/>
                      <a:pt x="863" y="766"/>
                      <a:pt x="863" y="766"/>
                    </a:cubicBezTo>
                    <a:cubicBezTo>
                      <a:pt x="929" y="646"/>
                      <a:pt x="929" y="646"/>
                      <a:pt x="929" y="646"/>
                    </a:cubicBezTo>
                    <a:cubicBezTo>
                      <a:pt x="838" y="563"/>
                      <a:pt x="838" y="563"/>
                      <a:pt x="838" y="563"/>
                    </a:cubicBezTo>
                    <a:cubicBezTo>
                      <a:pt x="845" y="533"/>
                      <a:pt x="849" y="502"/>
                      <a:pt x="848" y="470"/>
                    </a:cubicBezTo>
                    <a:cubicBezTo>
                      <a:pt x="954" y="408"/>
                      <a:pt x="954" y="408"/>
                      <a:pt x="954" y="408"/>
                    </a:cubicBezTo>
                    <a:cubicBezTo>
                      <a:pt x="916" y="277"/>
                      <a:pt x="916" y="277"/>
                      <a:pt x="916" y="277"/>
                    </a:cubicBezTo>
                    <a:cubicBezTo>
                      <a:pt x="794" y="283"/>
                      <a:pt x="794" y="283"/>
                      <a:pt x="794" y="283"/>
                    </a:cubicBezTo>
                    <a:cubicBezTo>
                      <a:pt x="777" y="256"/>
                      <a:pt x="757" y="231"/>
                      <a:pt x="734" y="209"/>
                    </a:cubicBezTo>
                    <a:cubicBezTo>
                      <a:pt x="766" y="91"/>
                      <a:pt x="766" y="91"/>
                      <a:pt x="766" y="91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564" y="116"/>
                      <a:pt x="564" y="116"/>
                      <a:pt x="564" y="116"/>
                    </a:cubicBezTo>
                    <a:cubicBezTo>
                      <a:pt x="534" y="109"/>
                      <a:pt x="502" y="105"/>
                      <a:pt x="470" y="106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278" y="38"/>
                      <a:pt x="278" y="38"/>
                      <a:pt x="278" y="38"/>
                    </a:cubicBezTo>
                    <a:lnTo>
                      <a:pt x="283" y="160"/>
                    </a:lnTo>
                    <a:close/>
                    <a:moveTo>
                      <a:pt x="439" y="348"/>
                    </a:moveTo>
                    <a:cubicBezTo>
                      <a:pt x="511" y="327"/>
                      <a:pt x="586" y="368"/>
                      <a:pt x="606" y="439"/>
                    </a:cubicBezTo>
                    <a:cubicBezTo>
                      <a:pt x="627" y="510"/>
                      <a:pt x="586" y="585"/>
                      <a:pt x="515" y="606"/>
                    </a:cubicBezTo>
                    <a:cubicBezTo>
                      <a:pt x="444" y="627"/>
                      <a:pt x="369" y="586"/>
                      <a:pt x="348" y="514"/>
                    </a:cubicBezTo>
                    <a:cubicBezTo>
                      <a:pt x="327" y="443"/>
                      <a:pt x="368" y="369"/>
                      <a:pt x="439" y="348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Freeform: Shape 13">
                <a:extLst>
                  <a:ext uri="{FF2B5EF4-FFF2-40B4-BE49-F238E27FC236}">
                    <a16:creationId xmlns:a16="http://schemas.microsoft.com/office/drawing/2014/main" id="{BF86BABB-7CB3-470B-A332-73BEF77C6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96" y="2979391"/>
                <a:ext cx="1252538" cy="1252538"/>
              </a:xfrm>
              <a:custGeom>
                <a:avLst/>
                <a:gdLst>
                  <a:gd name="T0" fmla="*/ 124 w 333"/>
                  <a:gd name="T1" fmla="*/ 23 h 333"/>
                  <a:gd name="T2" fmla="*/ 23 w 333"/>
                  <a:gd name="T3" fmla="*/ 209 h 333"/>
                  <a:gd name="T4" fmla="*/ 208 w 333"/>
                  <a:gd name="T5" fmla="*/ 310 h 333"/>
                  <a:gd name="T6" fmla="*/ 310 w 333"/>
                  <a:gd name="T7" fmla="*/ 125 h 333"/>
                  <a:gd name="T8" fmla="*/ 124 w 333"/>
                  <a:gd name="T9" fmla="*/ 23 h 333"/>
                  <a:gd name="T10" fmla="*/ 135 w 333"/>
                  <a:gd name="T11" fmla="*/ 60 h 333"/>
                  <a:gd name="T12" fmla="*/ 273 w 333"/>
                  <a:gd name="T13" fmla="*/ 136 h 333"/>
                  <a:gd name="T14" fmla="*/ 198 w 333"/>
                  <a:gd name="T15" fmla="*/ 274 h 333"/>
                  <a:gd name="T16" fmla="*/ 59 w 333"/>
                  <a:gd name="T17" fmla="*/ 198 h 333"/>
                  <a:gd name="T18" fmla="*/ 135 w 333"/>
                  <a:gd name="T19" fmla="*/ 6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333">
                    <a:moveTo>
                      <a:pt x="124" y="23"/>
                    </a:moveTo>
                    <a:cubicBezTo>
                      <a:pt x="45" y="46"/>
                      <a:pt x="0" y="130"/>
                      <a:pt x="23" y="209"/>
                    </a:cubicBezTo>
                    <a:cubicBezTo>
                      <a:pt x="46" y="288"/>
                      <a:pt x="129" y="333"/>
                      <a:pt x="208" y="310"/>
                    </a:cubicBezTo>
                    <a:cubicBezTo>
                      <a:pt x="287" y="287"/>
                      <a:pt x="333" y="204"/>
                      <a:pt x="310" y="125"/>
                    </a:cubicBezTo>
                    <a:cubicBezTo>
                      <a:pt x="287" y="46"/>
                      <a:pt x="203" y="0"/>
                      <a:pt x="124" y="23"/>
                    </a:cubicBezTo>
                    <a:close/>
                    <a:moveTo>
                      <a:pt x="135" y="60"/>
                    </a:moveTo>
                    <a:cubicBezTo>
                      <a:pt x="194" y="43"/>
                      <a:pt x="256" y="77"/>
                      <a:pt x="273" y="136"/>
                    </a:cubicBezTo>
                    <a:cubicBezTo>
                      <a:pt x="290" y="194"/>
                      <a:pt x="256" y="256"/>
                      <a:pt x="198" y="274"/>
                    </a:cubicBezTo>
                    <a:cubicBezTo>
                      <a:pt x="139" y="291"/>
                      <a:pt x="77" y="257"/>
                      <a:pt x="59" y="198"/>
                    </a:cubicBezTo>
                    <a:cubicBezTo>
                      <a:pt x="42" y="139"/>
                      <a:pt x="76" y="77"/>
                      <a:pt x="135" y="60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Freeform: Shape 14">
                <a:extLst>
                  <a:ext uri="{FF2B5EF4-FFF2-40B4-BE49-F238E27FC236}">
                    <a16:creationId xmlns:a16="http://schemas.microsoft.com/office/drawing/2014/main" id="{4C58D254-2425-4A9C-8450-CEF1B0B41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921" y="2569816"/>
                <a:ext cx="2071688" cy="2071688"/>
              </a:xfrm>
              <a:custGeom>
                <a:avLst/>
                <a:gdLst>
                  <a:gd name="T0" fmla="*/ 206 w 551"/>
                  <a:gd name="T1" fmla="*/ 38 h 551"/>
                  <a:gd name="T2" fmla="*/ 38 w 551"/>
                  <a:gd name="T3" fmla="*/ 345 h 551"/>
                  <a:gd name="T4" fmla="*/ 345 w 551"/>
                  <a:gd name="T5" fmla="*/ 513 h 551"/>
                  <a:gd name="T6" fmla="*/ 513 w 551"/>
                  <a:gd name="T7" fmla="*/ 206 h 551"/>
                  <a:gd name="T8" fmla="*/ 206 w 551"/>
                  <a:gd name="T9" fmla="*/ 38 h 551"/>
                  <a:gd name="T10" fmla="*/ 220 w 551"/>
                  <a:gd name="T11" fmla="*/ 88 h 551"/>
                  <a:gd name="T12" fmla="*/ 463 w 551"/>
                  <a:gd name="T13" fmla="*/ 221 h 551"/>
                  <a:gd name="T14" fmla="*/ 330 w 551"/>
                  <a:gd name="T15" fmla="*/ 464 h 551"/>
                  <a:gd name="T16" fmla="*/ 87 w 551"/>
                  <a:gd name="T17" fmla="*/ 331 h 551"/>
                  <a:gd name="T18" fmla="*/ 220 w 551"/>
                  <a:gd name="T19" fmla="*/ 88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1" h="551">
                    <a:moveTo>
                      <a:pt x="206" y="38"/>
                    </a:moveTo>
                    <a:cubicBezTo>
                      <a:pt x="75" y="77"/>
                      <a:pt x="0" y="214"/>
                      <a:pt x="38" y="345"/>
                    </a:cubicBezTo>
                    <a:cubicBezTo>
                      <a:pt x="76" y="476"/>
                      <a:pt x="214" y="551"/>
                      <a:pt x="345" y="513"/>
                    </a:cubicBezTo>
                    <a:cubicBezTo>
                      <a:pt x="475" y="475"/>
                      <a:pt x="551" y="337"/>
                      <a:pt x="513" y="206"/>
                    </a:cubicBezTo>
                    <a:cubicBezTo>
                      <a:pt x="474" y="76"/>
                      <a:pt x="337" y="0"/>
                      <a:pt x="206" y="38"/>
                    </a:cubicBezTo>
                    <a:close/>
                    <a:moveTo>
                      <a:pt x="220" y="88"/>
                    </a:moveTo>
                    <a:cubicBezTo>
                      <a:pt x="324" y="57"/>
                      <a:pt x="433" y="117"/>
                      <a:pt x="463" y="221"/>
                    </a:cubicBezTo>
                    <a:cubicBezTo>
                      <a:pt x="494" y="324"/>
                      <a:pt x="434" y="433"/>
                      <a:pt x="330" y="464"/>
                    </a:cubicBezTo>
                    <a:cubicBezTo>
                      <a:pt x="227" y="494"/>
                      <a:pt x="118" y="434"/>
                      <a:pt x="87" y="331"/>
                    </a:cubicBezTo>
                    <a:cubicBezTo>
                      <a:pt x="57" y="227"/>
                      <a:pt x="117" y="118"/>
                      <a:pt x="220" y="88"/>
                    </a:cubicBezTo>
                    <a:close/>
                  </a:path>
                </a:pathLst>
              </a:custGeom>
              <a:solidFill>
                <a:srgbClr val="FAAF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Freeform: Shape 15">
                <a:extLst>
                  <a:ext uri="{FF2B5EF4-FFF2-40B4-BE49-F238E27FC236}">
                    <a16:creationId xmlns:a16="http://schemas.microsoft.com/office/drawing/2014/main" id="{6992FA7B-B7F2-4951-B599-1812A3125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233" y="2784129"/>
                <a:ext cx="1643063" cy="1643063"/>
              </a:xfrm>
              <a:custGeom>
                <a:avLst/>
                <a:gdLst>
                  <a:gd name="T0" fmla="*/ 163 w 437"/>
                  <a:gd name="T1" fmla="*/ 31 h 437"/>
                  <a:gd name="T2" fmla="*/ 30 w 437"/>
                  <a:gd name="T3" fmla="*/ 274 h 437"/>
                  <a:gd name="T4" fmla="*/ 273 w 437"/>
                  <a:gd name="T5" fmla="*/ 407 h 437"/>
                  <a:gd name="T6" fmla="*/ 406 w 437"/>
                  <a:gd name="T7" fmla="*/ 164 h 437"/>
                  <a:gd name="T8" fmla="*/ 163 w 437"/>
                  <a:gd name="T9" fmla="*/ 31 h 437"/>
                  <a:gd name="T10" fmla="*/ 176 w 437"/>
                  <a:gd name="T11" fmla="*/ 75 h 437"/>
                  <a:gd name="T12" fmla="*/ 362 w 437"/>
                  <a:gd name="T13" fmla="*/ 177 h 437"/>
                  <a:gd name="T14" fmla="*/ 260 w 437"/>
                  <a:gd name="T15" fmla="*/ 362 h 437"/>
                  <a:gd name="T16" fmla="*/ 75 w 437"/>
                  <a:gd name="T17" fmla="*/ 261 h 437"/>
                  <a:gd name="T18" fmla="*/ 176 w 437"/>
                  <a:gd name="T19" fmla="*/ 7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7" h="437">
                    <a:moveTo>
                      <a:pt x="163" y="31"/>
                    </a:moveTo>
                    <a:cubicBezTo>
                      <a:pt x="60" y="61"/>
                      <a:pt x="0" y="170"/>
                      <a:pt x="30" y="274"/>
                    </a:cubicBezTo>
                    <a:cubicBezTo>
                      <a:pt x="61" y="377"/>
                      <a:pt x="170" y="437"/>
                      <a:pt x="273" y="407"/>
                    </a:cubicBezTo>
                    <a:cubicBezTo>
                      <a:pt x="377" y="376"/>
                      <a:pt x="437" y="267"/>
                      <a:pt x="406" y="164"/>
                    </a:cubicBezTo>
                    <a:cubicBezTo>
                      <a:pt x="376" y="60"/>
                      <a:pt x="267" y="0"/>
                      <a:pt x="163" y="31"/>
                    </a:cubicBezTo>
                    <a:close/>
                    <a:moveTo>
                      <a:pt x="176" y="75"/>
                    </a:moveTo>
                    <a:cubicBezTo>
                      <a:pt x="255" y="52"/>
                      <a:pt x="339" y="98"/>
                      <a:pt x="362" y="177"/>
                    </a:cubicBezTo>
                    <a:cubicBezTo>
                      <a:pt x="385" y="256"/>
                      <a:pt x="339" y="339"/>
                      <a:pt x="260" y="362"/>
                    </a:cubicBezTo>
                    <a:cubicBezTo>
                      <a:pt x="181" y="385"/>
                      <a:pt x="98" y="340"/>
                      <a:pt x="75" y="261"/>
                    </a:cubicBezTo>
                    <a:cubicBezTo>
                      <a:pt x="52" y="182"/>
                      <a:pt x="97" y="98"/>
                      <a:pt x="176" y="75"/>
                    </a:cubicBezTo>
                    <a:close/>
                  </a:path>
                </a:pathLst>
              </a:custGeom>
              <a:solidFill>
                <a:srgbClr val="F05A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" name="Rectangle 44">
            <a:extLst>
              <a:ext uri="{FF2B5EF4-FFF2-40B4-BE49-F238E27FC236}">
                <a16:creationId xmlns:a16="http://schemas.microsoft.com/office/drawing/2014/main" id="{3D355B0E-5AD5-40CA-8C2C-86DB53F37223}"/>
              </a:ext>
            </a:extLst>
          </p:cNvPr>
          <p:cNvSpPr/>
          <p:nvPr/>
        </p:nvSpPr>
        <p:spPr>
          <a:xfrm>
            <a:off x="7436030" y="5147727"/>
            <a:ext cx="677456" cy="64178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6" name="千图PPT彼岸天：ID 8661124库_组合 61">
            <a:extLst>
              <a:ext uri="{FF2B5EF4-FFF2-40B4-BE49-F238E27FC236}">
                <a16:creationId xmlns:a16="http://schemas.microsoft.com/office/drawing/2014/main" id="{97C4A44C-3D6A-4748-9208-BE945057326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03140" y="2003973"/>
            <a:ext cx="793598" cy="793598"/>
            <a:chOff x="4303140" y="1813473"/>
            <a:chExt cx="793598" cy="793598"/>
          </a:xfrm>
        </p:grpSpPr>
        <p:sp>
          <p:nvSpPr>
            <p:cNvPr id="49" name="Rectangle: Diagonal Corners Rounded 62">
              <a:extLst>
                <a:ext uri="{FF2B5EF4-FFF2-40B4-BE49-F238E27FC236}">
                  <a16:creationId xmlns:a16="http://schemas.microsoft.com/office/drawing/2014/main" id="{2BDFCA31-90E9-4647-9882-CA685EFED420}"/>
                </a:ext>
              </a:extLst>
            </p:cNvPr>
            <p:cNvSpPr/>
            <p:nvPr/>
          </p:nvSpPr>
          <p:spPr>
            <a:xfrm>
              <a:off x="4303140" y="1813473"/>
              <a:ext cx="793598" cy="793598"/>
            </a:xfrm>
            <a:prstGeom prst="round2Diag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Freeform: Shape 63">
              <a:extLst>
                <a:ext uri="{FF2B5EF4-FFF2-40B4-BE49-F238E27FC236}">
                  <a16:creationId xmlns:a16="http://schemas.microsoft.com/office/drawing/2014/main" id="{4C0E56AD-7836-47B8-87A8-92835808B5BE}"/>
                </a:ext>
              </a:extLst>
            </p:cNvPr>
            <p:cNvSpPr/>
            <p:nvPr/>
          </p:nvSpPr>
          <p:spPr>
            <a:xfrm>
              <a:off x="4507558" y="2025256"/>
              <a:ext cx="380298" cy="362720"/>
            </a:xfrm>
            <a:custGeom>
              <a:avLst/>
              <a:gdLst/>
              <a:ahLst/>
              <a:cxnLst/>
              <a:rect l="l" t="t" r="r" b="b"/>
              <a:pathLst>
                <a:path w="380298" h="362720">
                  <a:moveTo>
                    <a:pt x="190155" y="52796"/>
                  </a:moveTo>
                  <a:lnTo>
                    <a:pt x="190155" y="272897"/>
                  </a:lnTo>
                  <a:lnTo>
                    <a:pt x="203639" y="279983"/>
                  </a:lnTo>
                  <a:lnTo>
                    <a:pt x="276321" y="318380"/>
                  </a:lnTo>
                  <a:lnTo>
                    <a:pt x="262607" y="237242"/>
                  </a:lnTo>
                  <a:lnTo>
                    <a:pt x="259865" y="222157"/>
                  </a:lnTo>
                  <a:lnTo>
                    <a:pt x="271064" y="211415"/>
                  </a:lnTo>
                  <a:lnTo>
                    <a:pt x="329803" y="154276"/>
                  </a:lnTo>
                  <a:lnTo>
                    <a:pt x="248437" y="142391"/>
                  </a:lnTo>
                  <a:lnTo>
                    <a:pt x="233352" y="140105"/>
                  </a:lnTo>
                  <a:lnTo>
                    <a:pt x="226495" y="126392"/>
                  </a:lnTo>
                  <a:close/>
                  <a:moveTo>
                    <a:pt x="190155" y="0"/>
                  </a:moveTo>
                  <a:cubicBezTo>
                    <a:pt x="194421" y="0"/>
                    <a:pt x="198154" y="3123"/>
                    <a:pt x="201354" y="9370"/>
                  </a:cubicBezTo>
                  <a:lnTo>
                    <a:pt x="252779" y="113364"/>
                  </a:lnTo>
                  <a:lnTo>
                    <a:pt x="367515" y="130049"/>
                  </a:lnTo>
                  <a:cubicBezTo>
                    <a:pt x="374372" y="131115"/>
                    <a:pt x="378486" y="133744"/>
                    <a:pt x="379857" y="137934"/>
                  </a:cubicBezTo>
                  <a:cubicBezTo>
                    <a:pt x="381229" y="142124"/>
                    <a:pt x="379400" y="146657"/>
                    <a:pt x="374372" y="151533"/>
                  </a:cubicBezTo>
                  <a:lnTo>
                    <a:pt x="291406" y="232443"/>
                  </a:lnTo>
                  <a:lnTo>
                    <a:pt x="311061" y="346721"/>
                  </a:lnTo>
                  <a:cubicBezTo>
                    <a:pt x="311823" y="351750"/>
                    <a:pt x="311366" y="355673"/>
                    <a:pt x="309690" y="358492"/>
                  </a:cubicBezTo>
                  <a:cubicBezTo>
                    <a:pt x="308014" y="361311"/>
                    <a:pt x="305424" y="362720"/>
                    <a:pt x="301919" y="362720"/>
                  </a:cubicBezTo>
                  <a:cubicBezTo>
                    <a:pt x="299329" y="362720"/>
                    <a:pt x="296281" y="361806"/>
                    <a:pt x="292777" y="359978"/>
                  </a:cubicBezTo>
                  <a:lnTo>
                    <a:pt x="190155" y="306038"/>
                  </a:lnTo>
                  <a:lnTo>
                    <a:pt x="87532" y="359978"/>
                  </a:lnTo>
                  <a:cubicBezTo>
                    <a:pt x="84028" y="361806"/>
                    <a:pt x="80980" y="362720"/>
                    <a:pt x="78390" y="362720"/>
                  </a:cubicBezTo>
                  <a:cubicBezTo>
                    <a:pt x="74885" y="362720"/>
                    <a:pt x="72295" y="361311"/>
                    <a:pt x="70619" y="358492"/>
                  </a:cubicBezTo>
                  <a:cubicBezTo>
                    <a:pt x="68943" y="355673"/>
                    <a:pt x="68486" y="351750"/>
                    <a:pt x="69248" y="346721"/>
                  </a:cubicBezTo>
                  <a:lnTo>
                    <a:pt x="88904" y="232443"/>
                  </a:lnTo>
                  <a:lnTo>
                    <a:pt x="5709" y="151533"/>
                  </a:lnTo>
                  <a:cubicBezTo>
                    <a:pt x="833" y="146657"/>
                    <a:pt x="-919" y="142124"/>
                    <a:pt x="452" y="137934"/>
                  </a:cubicBezTo>
                  <a:cubicBezTo>
                    <a:pt x="1823" y="133744"/>
                    <a:pt x="5937" y="131115"/>
                    <a:pt x="12794" y="130049"/>
                  </a:cubicBezTo>
                  <a:lnTo>
                    <a:pt x="127530" y="113364"/>
                  </a:lnTo>
                  <a:lnTo>
                    <a:pt x="178955" y="9370"/>
                  </a:lnTo>
                  <a:cubicBezTo>
                    <a:pt x="182003" y="3123"/>
                    <a:pt x="185736" y="0"/>
                    <a:pt x="190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7" name="千图PPT彼岸天：ID 8661124库_组合 64">
            <a:extLst>
              <a:ext uri="{FF2B5EF4-FFF2-40B4-BE49-F238E27FC236}">
                <a16:creationId xmlns:a16="http://schemas.microsoft.com/office/drawing/2014/main" id="{91DEA927-0FD6-464B-A439-54871B4E7D4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30883" y="1474716"/>
            <a:ext cx="807232" cy="807232"/>
            <a:chOff x="5730883" y="1284216"/>
            <a:chExt cx="807232" cy="807232"/>
          </a:xfrm>
        </p:grpSpPr>
        <p:sp>
          <p:nvSpPr>
            <p:cNvPr id="47" name="Rectangle: Diagonal Corners Rounded 65">
              <a:extLst>
                <a:ext uri="{FF2B5EF4-FFF2-40B4-BE49-F238E27FC236}">
                  <a16:creationId xmlns:a16="http://schemas.microsoft.com/office/drawing/2014/main" id="{99285521-A691-4613-8923-ED0CD7AFCDF1}"/>
                </a:ext>
              </a:extLst>
            </p:cNvPr>
            <p:cNvSpPr/>
            <p:nvPr/>
          </p:nvSpPr>
          <p:spPr>
            <a:xfrm>
              <a:off x="5730883" y="1284216"/>
              <a:ext cx="807232" cy="807232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66">
              <a:extLst>
                <a:ext uri="{FF2B5EF4-FFF2-40B4-BE49-F238E27FC236}">
                  <a16:creationId xmlns:a16="http://schemas.microsoft.com/office/drawing/2014/main" id="{2EC49F27-7F5F-4B1D-A8E4-918506854738}"/>
                </a:ext>
              </a:extLst>
            </p:cNvPr>
            <p:cNvSpPr/>
            <p:nvPr/>
          </p:nvSpPr>
          <p:spPr>
            <a:xfrm>
              <a:off x="5935451" y="1554706"/>
              <a:ext cx="368486" cy="293239"/>
            </a:xfrm>
            <a:custGeom>
              <a:avLst/>
              <a:gdLst/>
              <a:ahLst/>
              <a:cxnLst/>
              <a:rect l="l" t="t" r="r" b="b"/>
              <a:pathLst>
                <a:path w="368486" h="293239">
                  <a:moveTo>
                    <a:pt x="184244" y="59196"/>
                  </a:moveTo>
                  <a:lnTo>
                    <a:pt x="315664" y="167532"/>
                  </a:lnTo>
                  <a:cubicBezTo>
                    <a:pt x="315816" y="167837"/>
                    <a:pt x="315893" y="168294"/>
                    <a:pt x="315893" y="168904"/>
                  </a:cubicBezTo>
                  <a:lnTo>
                    <a:pt x="315893" y="278611"/>
                  </a:lnTo>
                  <a:cubicBezTo>
                    <a:pt x="315893" y="282573"/>
                    <a:pt x="314445" y="286001"/>
                    <a:pt x="311550" y="288896"/>
                  </a:cubicBezTo>
                  <a:cubicBezTo>
                    <a:pt x="308655" y="291792"/>
                    <a:pt x="305227" y="293239"/>
                    <a:pt x="301265" y="293239"/>
                  </a:cubicBezTo>
                  <a:lnTo>
                    <a:pt x="213499" y="293239"/>
                  </a:lnTo>
                  <a:lnTo>
                    <a:pt x="213499" y="205473"/>
                  </a:lnTo>
                  <a:lnTo>
                    <a:pt x="154988" y="205473"/>
                  </a:lnTo>
                  <a:lnTo>
                    <a:pt x="154988" y="293239"/>
                  </a:lnTo>
                  <a:lnTo>
                    <a:pt x="67222" y="293239"/>
                  </a:lnTo>
                  <a:cubicBezTo>
                    <a:pt x="63260" y="293239"/>
                    <a:pt x="59832" y="291792"/>
                    <a:pt x="56937" y="288896"/>
                  </a:cubicBezTo>
                  <a:cubicBezTo>
                    <a:pt x="54042" y="286001"/>
                    <a:pt x="52594" y="282573"/>
                    <a:pt x="52594" y="278611"/>
                  </a:cubicBezTo>
                  <a:lnTo>
                    <a:pt x="52594" y="168904"/>
                  </a:lnTo>
                  <a:cubicBezTo>
                    <a:pt x="52594" y="168751"/>
                    <a:pt x="52633" y="168523"/>
                    <a:pt x="52709" y="168218"/>
                  </a:cubicBezTo>
                  <a:cubicBezTo>
                    <a:pt x="52785" y="167913"/>
                    <a:pt x="52823" y="167685"/>
                    <a:pt x="52823" y="167532"/>
                  </a:cubicBezTo>
                  <a:close/>
                  <a:moveTo>
                    <a:pt x="184244" y="0"/>
                  </a:moveTo>
                  <a:cubicBezTo>
                    <a:pt x="190948" y="0"/>
                    <a:pt x="196738" y="1981"/>
                    <a:pt x="201614" y="5942"/>
                  </a:cubicBezTo>
                  <a:lnTo>
                    <a:pt x="257382" y="52568"/>
                  </a:lnTo>
                  <a:lnTo>
                    <a:pt x="257382" y="7999"/>
                  </a:lnTo>
                  <a:cubicBezTo>
                    <a:pt x="257382" y="5866"/>
                    <a:pt x="258068" y="4114"/>
                    <a:pt x="259439" y="2743"/>
                  </a:cubicBezTo>
                  <a:cubicBezTo>
                    <a:pt x="260810" y="1371"/>
                    <a:pt x="262563" y="686"/>
                    <a:pt x="264696" y="686"/>
                  </a:cubicBezTo>
                  <a:lnTo>
                    <a:pt x="308579" y="686"/>
                  </a:lnTo>
                  <a:cubicBezTo>
                    <a:pt x="310712" y="686"/>
                    <a:pt x="312464" y="1371"/>
                    <a:pt x="313836" y="2743"/>
                  </a:cubicBezTo>
                  <a:cubicBezTo>
                    <a:pt x="315207" y="4114"/>
                    <a:pt x="315893" y="5866"/>
                    <a:pt x="315893" y="7999"/>
                  </a:cubicBezTo>
                  <a:lnTo>
                    <a:pt x="315893" y="101251"/>
                  </a:lnTo>
                  <a:lnTo>
                    <a:pt x="365947" y="142848"/>
                  </a:lnTo>
                  <a:cubicBezTo>
                    <a:pt x="367470" y="144067"/>
                    <a:pt x="368309" y="145705"/>
                    <a:pt x="368461" y="147762"/>
                  </a:cubicBezTo>
                  <a:cubicBezTo>
                    <a:pt x="368613" y="149819"/>
                    <a:pt x="368080" y="151610"/>
                    <a:pt x="366861" y="153133"/>
                  </a:cubicBezTo>
                  <a:lnTo>
                    <a:pt x="352690" y="170047"/>
                  </a:lnTo>
                  <a:cubicBezTo>
                    <a:pt x="351471" y="171418"/>
                    <a:pt x="349872" y="172256"/>
                    <a:pt x="347891" y="172561"/>
                  </a:cubicBezTo>
                  <a:lnTo>
                    <a:pt x="347205" y="172561"/>
                  </a:lnTo>
                  <a:cubicBezTo>
                    <a:pt x="345224" y="172561"/>
                    <a:pt x="343624" y="172027"/>
                    <a:pt x="342405" y="170961"/>
                  </a:cubicBezTo>
                  <a:lnTo>
                    <a:pt x="184244" y="39083"/>
                  </a:lnTo>
                  <a:lnTo>
                    <a:pt x="26082" y="170961"/>
                  </a:lnTo>
                  <a:cubicBezTo>
                    <a:pt x="24253" y="172180"/>
                    <a:pt x="22425" y="172713"/>
                    <a:pt x="20596" y="172561"/>
                  </a:cubicBezTo>
                  <a:cubicBezTo>
                    <a:pt x="18616" y="172256"/>
                    <a:pt x="17016" y="171418"/>
                    <a:pt x="15797" y="170047"/>
                  </a:cubicBezTo>
                  <a:lnTo>
                    <a:pt x="1626" y="153133"/>
                  </a:lnTo>
                  <a:cubicBezTo>
                    <a:pt x="407" y="151610"/>
                    <a:pt x="-126" y="149819"/>
                    <a:pt x="26" y="147762"/>
                  </a:cubicBezTo>
                  <a:cubicBezTo>
                    <a:pt x="179" y="145705"/>
                    <a:pt x="1017" y="144067"/>
                    <a:pt x="2540" y="142848"/>
                  </a:cubicBezTo>
                  <a:lnTo>
                    <a:pt x="166873" y="5942"/>
                  </a:lnTo>
                  <a:cubicBezTo>
                    <a:pt x="171749" y="1981"/>
                    <a:pt x="177539" y="0"/>
                    <a:pt x="1842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8" name="千图PPT彼岸天：ID 8661124库_组合 67">
            <a:extLst>
              <a:ext uri="{FF2B5EF4-FFF2-40B4-BE49-F238E27FC236}">
                <a16:creationId xmlns:a16="http://schemas.microsoft.com/office/drawing/2014/main" id="{4FC08638-7AAF-42B8-A782-29CD5E90640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156614" y="1981200"/>
            <a:ext cx="839144" cy="839144"/>
            <a:chOff x="7156614" y="1790700"/>
            <a:chExt cx="839144" cy="839144"/>
          </a:xfrm>
        </p:grpSpPr>
        <p:sp>
          <p:nvSpPr>
            <p:cNvPr id="45" name="Rectangle: Diagonal Corners Rounded 68">
              <a:extLst>
                <a:ext uri="{FF2B5EF4-FFF2-40B4-BE49-F238E27FC236}">
                  <a16:creationId xmlns:a16="http://schemas.microsoft.com/office/drawing/2014/main" id="{5DD868D2-67BB-4508-8280-B4DB7C205BF2}"/>
                </a:ext>
              </a:extLst>
            </p:cNvPr>
            <p:cNvSpPr/>
            <p:nvPr/>
          </p:nvSpPr>
          <p:spPr>
            <a:xfrm>
              <a:off x="7156614" y="1790700"/>
              <a:ext cx="839144" cy="839144"/>
            </a:xfrm>
            <a:prstGeom prst="round2Diag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Freeform: Shape 69">
              <a:extLst>
                <a:ext uri="{FF2B5EF4-FFF2-40B4-BE49-F238E27FC236}">
                  <a16:creationId xmlns:a16="http://schemas.microsoft.com/office/drawing/2014/main" id="{5EC927AF-170E-42B0-B9D8-D60F6B730055}"/>
                </a:ext>
              </a:extLst>
            </p:cNvPr>
            <p:cNvSpPr/>
            <p:nvPr/>
          </p:nvSpPr>
          <p:spPr>
            <a:xfrm>
              <a:off x="7356771" y="2036912"/>
              <a:ext cx="438830" cy="351064"/>
            </a:xfrm>
            <a:custGeom>
              <a:avLst/>
              <a:gdLst/>
              <a:ahLst/>
              <a:cxnLst/>
              <a:rect l="l" t="t" r="r" b="b"/>
              <a:pathLst>
                <a:path w="438830" h="351064">
                  <a:moveTo>
                    <a:pt x="285239" y="95080"/>
                  </a:moveTo>
                  <a:lnTo>
                    <a:pt x="380319" y="190160"/>
                  </a:lnTo>
                  <a:lnTo>
                    <a:pt x="380319" y="292554"/>
                  </a:lnTo>
                  <a:lnTo>
                    <a:pt x="58510" y="292554"/>
                  </a:lnTo>
                  <a:lnTo>
                    <a:pt x="58510" y="248671"/>
                  </a:lnTo>
                  <a:lnTo>
                    <a:pt x="131649" y="175532"/>
                  </a:lnTo>
                  <a:lnTo>
                    <a:pt x="168218" y="212102"/>
                  </a:lnTo>
                  <a:close/>
                  <a:moveTo>
                    <a:pt x="102393" y="58511"/>
                  </a:moveTo>
                  <a:cubicBezTo>
                    <a:pt x="114583" y="58511"/>
                    <a:pt x="124944" y="62777"/>
                    <a:pt x="133477" y="71310"/>
                  </a:cubicBezTo>
                  <a:cubicBezTo>
                    <a:pt x="142010" y="79843"/>
                    <a:pt x="146276" y="90204"/>
                    <a:pt x="146276" y="102394"/>
                  </a:cubicBezTo>
                  <a:cubicBezTo>
                    <a:pt x="146276" y="114584"/>
                    <a:pt x="142010" y="124945"/>
                    <a:pt x="133477" y="133478"/>
                  </a:cubicBezTo>
                  <a:cubicBezTo>
                    <a:pt x="124944" y="142011"/>
                    <a:pt x="114583" y="146277"/>
                    <a:pt x="102393" y="146277"/>
                  </a:cubicBezTo>
                  <a:cubicBezTo>
                    <a:pt x="90204" y="146277"/>
                    <a:pt x="79842" y="142011"/>
                    <a:pt x="71309" y="133478"/>
                  </a:cubicBezTo>
                  <a:cubicBezTo>
                    <a:pt x="62777" y="124945"/>
                    <a:pt x="58510" y="114584"/>
                    <a:pt x="58510" y="102394"/>
                  </a:cubicBezTo>
                  <a:cubicBezTo>
                    <a:pt x="58510" y="90204"/>
                    <a:pt x="62777" y="79843"/>
                    <a:pt x="71309" y="71310"/>
                  </a:cubicBezTo>
                  <a:cubicBezTo>
                    <a:pt x="79842" y="62777"/>
                    <a:pt x="90204" y="58511"/>
                    <a:pt x="102393" y="58511"/>
                  </a:cubicBezTo>
                  <a:close/>
                  <a:moveTo>
                    <a:pt x="36569" y="29256"/>
                  </a:moveTo>
                  <a:cubicBezTo>
                    <a:pt x="34588" y="29256"/>
                    <a:pt x="32874" y="29979"/>
                    <a:pt x="31426" y="31427"/>
                  </a:cubicBezTo>
                  <a:cubicBezTo>
                    <a:pt x="29979" y="32874"/>
                    <a:pt x="29255" y="34589"/>
                    <a:pt x="29255" y="36569"/>
                  </a:cubicBezTo>
                  <a:lnTo>
                    <a:pt x="29255" y="314495"/>
                  </a:lnTo>
                  <a:cubicBezTo>
                    <a:pt x="29255" y="316476"/>
                    <a:pt x="29979" y="318190"/>
                    <a:pt x="31426" y="319638"/>
                  </a:cubicBezTo>
                  <a:cubicBezTo>
                    <a:pt x="32874" y="321085"/>
                    <a:pt x="34588" y="321809"/>
                    <a:pt x="36569" y="321809"/>
                  </a:cubicBezTo>
                  <a:lnTo>
                    <a:pt x="402261" y="321809"/>
                  </a:lnTo>
                  <a:cubicBezTo>
                    <a:pt x="404242" y="321809"/>
                    <a:pt x="405956" y="321085"/>
                    <a:pt x="407403" y="319638"/>
                  </a:cubicBezTo>
                  <a:cubicBezTo>
                    <a:pt x="408851" y="318190"/>
                    <a:pt x="409574" y="316476"/>
                    <a:pt x="409574" y="314495"/>
                  </a:cubicBezTo>
                  <a:lnTo>
                    <a:pt x="409574" y="36569"/>
                  </a:lnTo>
                  <a:cubicBezTo>
                    <a:pt x="409574" y="34589"/>
                    <a:pt x="408851" y="32874"/>
                    <a:pt x="407403" y="31427"/>
                  </a:cubicBezTo>
                  <a:cubicBezTo>
                    <a:pt x="405956" y="29979"/>
                    <a:pt x="404242" y="29256"/>
                    <a:pt x="402261" y="29256"/>
                  </a:cubicBezTo>
                  <a:close/>
                  <a:moveTo>
                    <a:pt x="36569" y="0"/>
                  </a:moveTo>
                  <a:lnTo>
                    <a:pt x="402261" y="0"/>
                  </a:lnTo>
                  <a:cubicBezTo>
                    <a:pt x="412317" y="0"/>
                    <a:pt x="420926" y="3581"/>
                    <a:pt x="428088" y="10742"/>
                  </a:cubicBezTo>
                  <a:cubicBezTo>
                    <a:pt x="435249" y="17904"/>
                    <a:pt x="438830" y="26513"/>
                    <a:pt x="438830" y="36569"/>
                  </a:cubicBezTo>
                  <a:lnTo>
                    <a:pt x="438830" y="314495"/>
                  </a:lnTo>
                  <a:cubicBezTo>
                    <a:pt x="438830" y="324552"/>
                    <a:pt x="435249" y="333161"/>
                    <a:pt x="428088" y="340322"/>
                  </a:cubicBezTo>
                  <a:cubicBezTo>
                    <a:pt x="420926" y="347484"/>
                    <a:pt x="412317" y="351064"/>
                    <a:pt x="402261" y="351064"/>
                  </a:cubicBezTo>
                  <a:lnTo>
                    <a:pt x="36569" y="351064"/>
                  </a:lnTo>
                  <a:cubicBezTo>
                    <a:pt x="26512" y="351064"/>
                    <a:pt x="17903" y="347484"/>
                    <a:pt x="10742" y="340322"/>
                  </a:cubicBezTo>
                  <a:cubicBezTo>
                    <a:pt x="3580" y="333161"/>
                    <a:pt x="0" y="324552"/>
                    <a:pt x="0" y="314495"/>
                  </a:cubicBezTo>
                  <a:lnTo>
                    <a:pt x="0" y="36569"/>
                  </a:lnTo>
                  <a:cubicBezTo>
                    <a:pt x="0" y="26513"/>
                    <a:pt x="3580" y="17904"/>
                    <a:pt x="10742" y="10742"/>
                  </a:cubicBezTo>
                  <a:cubicBezTo>
                    <a:pt x="17903" y="3581"/>
                    <a:pt x="26512" y="0"/>
                    <a:pt x="36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9" name="千图PPT彼岸天：ID 8661124库_组合 73">
            <a:extLst>
              <a:ext uri="{FF2B5EF4-FFF2-40B4-BE49-F238E27FC236}">
                <a16:creationId xmlns:a16="http://schemas.microsoft.com/office/drawing/2014/main" id="{6A8CAC79-0B69-424E-861D-F8DBF30CC68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188692" y="4849703"/>
            <a:ext cx="793598" cy="793598"/>
            <a:chOff x="7188692" y="4659203"/>
            <a:chExt cx="793598" cy="793598"/>
          </a:xfrm>
        </p:grpSpPr>
        <p:sp>
          <p:nvSpPr>
            <p:cNvPr id="43" name="Rectangle: Diagonal Corners Rounded 74">
              <a:extLst>
                <a:ext uri="{FF2B5EF4-FFF2-40B4-BE49-F238E27FC236}">
                  <a16:creationId xmlns:a16="http://schemas.microsoft.com/office/drawing/2014/main" id="{B34A9B4E-6C28-4605-9E9E-427F20FF12D4}"/>
                </a:ext>
              </a:extLst>
            </p:cNvPr>
            <p:cNvSpPr/>
            <p:nvPr/>
          </p:nvSpPr>
          <p:spPr>
            <a:xfrm>
              <a:off x="7188692" y="4659203"/>
              <a:ext cx="793598" cy="793598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75">
              <a:extLst>
                <a:ext uri="{FF2B5EF4-FFF2-40B4-BE49-F238E27FC236}">
                  <a16:creationId xmlns:a16="http://schemas.microsoft.com/office/drawing/2014/main" id="{596BD111-A657-4900-8F6B-FA2F0C40170F}"/>
                </a:ext>
              </a:extLst>
            </p:cNvPr>
            <p:cNvSpPr/>
            <p:nvPr/>
          </p:nvSpPr>
          <p:spPr>
            <a:xfrm>
              <a:off x="7366076" y="4924860"/>
              <a:ext cx="438830" cy="292553"/>
            </a:xfrm>
            <a:custGeom>
              <a:avLst/>
              <a:gdLst/>
              <a:ahLst/>
              <a:cxnLst/>
              <a:rect l="l" t="t" r="r" b="b"/>
              <a:pathLst>
                <a:path w="438830" h="292553">
                  <a:moveTo>
                    <a:pt x="201130" y="263298"/>
                  </a:moveTo>
                  <a:cubicBezTo>
                    <a:pt x="198692" y="263298"/>
                    <a:pt x="197473" y="264517"/>
                    <a:pt x="197473" y="266955"/>
                  </a:cubicBezTo>
                  <a:cubicBezTo>
                    <a:pt x="197473" y="269393"/>
                    <a:pt x="198692" y="270612"/>
                    <a:pt x="201130" y="270612"/>
                  </a:cubicBezTo>
                  <a:lnTo>
                    <a:pt x="237699" y="270612"/>
                  </a:lnTo>
                  <a:cubicBezTo>
                    <a:pt x="240137" y="270612"/>
                    <a:pt x="241356" y="269393"/>
                    <a:pt x="241356" y="266955"/>
                  </a:cubicBezTo>
                  <a:cubicBezTo>
                    <a:pt x="241356" y="264517"/>
                    <a:pt x="240137" y="263298"/>
                    <a:pt x="237699" y="263298"/>
                  </a:cubicBezTo>
                  <a:close/>
                  <a:moveTo>
                    <a:pt x="0" y="248670"/>
                  </a:moveTo>
                  <a:lnTo>
                    <a:pt x="36569" y="248670"/>
                  </a:lnTo>
                  <a:lnTo>
                    <a:pt x="402261" y="248670"/>
                  </a:lnTo>
                  <a:lnTo>
                    <a:pt x="438830" y="248670"/>
                  </a:lnTo>
                  <a:lnTo>
                    <a:pt x="438830" y="270612"/>
                  </a:lnTo>
                  <a:cubicBezTo>
                    <a:pt x="438830" y="276707"/>
                    <a:pt x="435249" y="281887"/>
                    <a:pt x="428088" y="286154"/>
                  </a:cubicBezTo>
                  <a:cubicBezTo>
                    <a:pt x="420926" y="290420"/>
                    <a:pt x="412317" y="292553"/>
                    <a:pt x="402261" y="292553"/>
                  </a:cubicBezTo>
                  <a:lnTo>
                    <a:pt x="36569" y="292553"/>
                  </a:lnTo>
                  <a:cubicBezTo>
                    <a:pt x="26512" y="292553"/>
                    <a:pt x="17903" y="290420"/>
                    <a:pt x="10742" y="286154"/>
                  </a:cubicBezTo>
                  <a:cubicBezTo>
                    <a:pt x="3580" y="281887"/>
                    <a:pt x="0" y="276707"/>
                    <a:pt x="0" y="270612"/>
                  </a:cubicBezTo>
                  <a:close/>
                  <a:moveTo>
                    <a:pt x="95079" y="29255"/>
                  </a:moveTo>
                  <a:cubicBezTo>
                    <a:pt x="93099" y="29255"/>
                    <a:pt x="91384" y="29979"/>
                    <a:pt x="89937" y="31426"/>
                  </a:cubicBezTo>
                  <a:cubicBezTo>
                    <a:pt x="88489" y="32874"/>
                    <a:pt x="87766" y="34588"/>
                    <a:pt x="87766" y="36569"/>
                  </a:cubicBezTo>
                  <a:lnTo>
                    <a:pt x="87766" y="197473"/>
                  </a:lnTo>
                  <a:cubicBezTo>
                    <a:pt x="87766" y="199454"/>
                    <a:pt x="88489" y="201168"/>
                    <a:pt x="89937" y="202616"/>
                  </a:cubicBezTo>
                  <a:cubicBezTo>
                    <a:pt x="91384" y="204063"/>
                    <a:pt x="93099" y="204787"/>
                    <a:pt x="95079" y="204787"/>
                  </a:cubicBezTo>
                  <a:lnTo>
                    <a:pt x="343750" y="204787"/>
                  </a:lnTo>
                  <a:cubicBezTo>
                    <a:pt x="345731" y="204787"/>
                    <a:pt x="347445" y="204063"/>
                    <a:pt x="348893" y="202616"/>
                  </a:cubicBezTo>
                  <a:cubicBezTo>
                    <a:pt x="350340" y="201168"/>
                    <a:pt x="351064" y="199454"/>
                    <a:pt x="351064" y="197473"/>
                  </a:cubicBezTo>
                  <a:lnTo>
                    <a:pt x="351064" y="36569"/>
                  </a:lnTo>
                  <a:cubicBezTo>
                    <a:pt x="351064" y="34588"/>
                    <a:pt x="350340" y="32874"/>
                    <a:pt x="348893" y="31426"/>
                  </a:cubicBezTo>
                  <a:cubicBezTo>
                    <a:pt x="347445" y="29979"/>
                    <a:pt x="345731" y="29255"/>
                    <a:pt x="343750" y="29255"/>
                  </a:cubicBezTo>
                  <a:close/>
                  <a:moveTo>
                    <a:pt x="95079" y="0"/>
                  </a:moveTo>
                  <a:lnTo>
                    <a:pt x="343750" y="0"/>
                  </a:lnTo>
                  <a:cubicBezTo>
                    <a:pt x="353806" y="0"/>
                    <a:pt x="362415" y="3580"/>
                    <a:pt x="369577" y="10742"/>
                  </a:cubicBezTo>
                  <a:cubicBezTo>
                    <a:pt x="376738" y="17903"/>
                    <a:pt x="380319" y="26512"/>
                    <a:pt x="380319" y="36569"/>
                  </a:cubicBezTo>
                  <a:lnTo>
                    <a:pt x="380319" y="197473"/>
                  </a:lnTo>
                  <a:cubicBezTo>
                    <a:pt x="380319" y="207530"/>
                    <a:pt x="376738" y="216139"/>
                    <a:pt x="369577" y="223300"/>
                  </a:cubicBezTo>
                  <a:cubicBezTo>
                    <a:pt x="362415" y="230462"/>
                    <a:pt x="353806" y="234043"/>
                    <a:pt x="343750" y="234043"/>
                  </a:cubicBezTo>
                  <a:lnTo>
                    <a:pt x="95079" y="234043"/>
                  </a:lnTo>
                  <a:cubicBezTo>
                    <a:pt x="85023" y="234043"/>
                    <a:pt x="76414" y="230462"/>
                    <a:pt x="69252" y="223300"/>
                  </a:cubicBezTo>
                  <a:cubicBezTo>
                    <a:pt x="62091" y="216139"/>
                    <a:pt x="58510" y="207530"/>
                    <a:pt x="58510" y="197473"/>
                  </a:cubicBezTo>
                  <a:lnTo>
                    <a:pt x="58510" y="36569"/>
                  </a:lnTo>
                  <a:cubicBezTo>
                    <a:pt x="58510" y="26512"/>
                    <a:pt x="62091" y="17903"/>
                    <a:pt x="69252" y="10742"/>
                  </a:cubicBezTo>
                  <a:cubicBezTo>
                    <a:pt x="76414" y="3580"/>
                    <a:pt x="85023" y="0"/>
                    <a:pt x="95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0" name="千图PPT彼岸天：ID 8661124库_组合 76">
            <a:extLst>
              <a:ext uri="{FF2B5EF4-FFF2-40B4-BE49-F238E27FC236}">
                <a16:creationId xmlns:a16="http://schemas.microsoft.com/office/drawing/2014/main" id="{6F3AE1DA-5C30-40AE-A8FE-0735C751DDE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730883" y="5407913"/>
            <a:ext cx="807232" cy="807232"/>
            <a:chOff x="5730883" y="5217413"/>
            <a:chExt cx="807232" cy="807232"/>
          </a:xfrm>
        </p:grpSpPr>
        <p:sp>
          <p:nvSpPr>
            <p:cNvPr id="41" name="Rectangle: Diagonal Corners Rounded 77">
              <a:extLst>
                <a:ext uri="{FF2B5EF4-FFF2-40B4-BE49-F238E27FC236}">
                  <a16:creationId xmlns:a16="http://schemas.microsoft.com/office/drawing/2014/main" id="{9A3230A0-A6C8-4A43-9EE3-C8EC38F56F22}"/>
                </a:ext>
              </a:extLst>
            </p:cNvPr>
            <p:cNvSpPr/>
            <p:nvPr/>
          </p:nvSpPr>
          <p:spPr>
            <a:xfrm>
              <a:off x="5730883" y="5217413"/>
              <a:ext cx="807232" cy="807232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78">
              <a:extLst>
                <a:ext uri="{FF2B5EF4-FFF2-40B4-BE49-F238E27FC236}">
                  <a16:creationId xmlns:a16="http://schemas.microsoft.com/office/drawing/2014/main" id="{7ABEFB57-9BF9-44D7-AFCC-1D03F734166D}"/>
                </a:ext>
              </a:extLst>
            </p:cNvPr>
            <p:cNvSpPr/>
            <p:nvPr/>
          </p:nvSpPr>
          <p:spPr>
            <a:xfrm>
              <a:off x="5918582" y="5482426"/>
              <a:ext cx="409575" cy="321809"/>
            </a:xfrm>
            <a:custGeom>
              <a:avLst/>
              <a:gdLst/>
              <a:ahLst/>
              <a:cxnLst/>
              <a:rect l="l" t="t" r="r" b="b"/>
              <a:pathLst>
                <a:path w="409575" h="321809">
                  <a:moveTo>
                    <a:pt x="277926" y="117022"/>
                  </a:moveTo>
                  <a:cubicBezTo>
                    <a:pt x="251718" y="117022"/>
                    <a:pt x="227491" y="120793"/>
                    <a:pt x="205245" y="128335"/>
                  </a:cubicBezTo>
                  <a:cubicBezTo>
                    <a:pt x="182999" y="135878"/>
                    <a:pt x="163228" y="146087"/>
                    <a:pt x="145934" y="158962"/>
                  </a:cubicBezTo>
                  <a:cubicBezTo>
                    <a:pt x="128640" y="171837"/>
                    <a:pt x="110698" y="188560"/>
                    <a:pt x="92109" y="209130"/>
                  </a:cubicBezTo>
                  <a:cubicBezTo>
                    <a:pt x="89214" y="212330"/>
                    <a:pt x="87766" y="215759"/>
                    <a:pt x="87766" y="219415"/>
                  </a:cubicBezTo>
                  <a:cubicBezTo>
                    <a:pt x="87766" y="223377"/>
                    <a:pt x="89214" y="226806"/>
                    <a:pt x="92109" y="229701"/>
                  </a:cubicBezTo>
                  <a:cubicBezTo>
                    <a:pt x="95004" y="232596"/>
                    <a:pt x="98432" y="234043"/>
                    <a:pt x="102394" y="234043"/>
                  </a:cubicBezTo>
                  <a:cubicBezTo>
                    <a:pt x="106051" y="234043"/>
                    <a:pt x="109479" y="232596"/>
                    <a:pt x="112679" y="229701"/>
                  </a:cubicBezTo>
                  <a:cubicBezTo>
                    <a:pt x="116793" y="226044"/>
                    <a:pt x="122431" y="220634"/>
                    <a:pt x="129592" y="213473"/>
                  </a:cubicBezTo>
                  <a:cubicBezTo>
                    <a:pt x="136754" y="206312"/>
                    <a:pt x="141858" y="201283"/>
                    <a:pt x="144906" y="198388"/>
                  </a:cubicBezTo>
                  <a:cubicBezTo>
                    <a:pt x="165781" y="179494"/>
                    <a:pt x="186237" y="166085"/>
                    <a:pt x="206273" y="158162"/>
                  </a:cubicBezTo>
                  <a:cubicBezTo>
                    <a:pt x="226310" y="150239"/>
                    <a:pt x="250194" y="146277"/>
                    <a:pt x="277926" y="146277"/>
                  </a:cubicBezTo>
                  <a:cubicBezTo>
                    <a:pt x="281888" y="146277"/>
                    <a:pt x="285316" y="144830"/>
                    <a:pt x="288211" y="141934"/>
                  </a:cubicBezTo>
                  <a:cubicBezTo>
                    <a:pt x="291106" y="139039"/>
                    <a:pt x="292554" y="135611"/>
                    <a:pt x="292554" y="131649"/>
                  </a:cubicBezTo>
                  <a:cubicBezTo>
                    <a:pt x="292554" y="127688"/>
                    <a:pt x="291106" y="124259"/>
                    <a:pt x="288211" y="121364"/>
                  </a:cubicBezTo>
                  <a:cubicBezTo>
                    <a:pt x="285316" y="118469"/>
                    <a:pt x="281888" y="117022"/>
                    <a:pt x="277926" y="117022"/>
                  </a:cubicBezTo>
                  <a:close/>
                  <a:moveTo>
                    <a:pt x="375292" y="0"/>
                  </a:moveTo>
                  <a:cubicBezTo>
                    <a:pt x="381234" y="0"/>
                    <a:pt x="386605" y="3505"/>
                    <a:pt x="391405" y="10514"/>
                  </a:cubicBezTo>
                  <a:cubicBezTo>
                    <a:pt x="396205" y="17523"/>
                    <a:pt x="399823" y="26056"/>
                    <a:pt x="402261" y="36112"/>
                  </a:cubicBezTo>
                  <a:cubicBezTo>
                    <a:pt x="404699" y="46169"/>
                    <a:pt x="406528" y="55616"/>
                    <a:pt x="407747" y="64454"/>
                  </a:cubicBezTo>
                  <a:cubicBezTo>
                    <a:pt x="408966" y="73291"/>
                    <a:pt x="409575" y="80605"/>
                    <a:pt x="409575" y="86395"/>
                  </a:cubicBezTo>
                  <a:cubicBezTo>
                    <a:pt x="409575" y="100870"/>
                    <a:pt x="408052" y="115574"/>
                    <a:pt x="405004" y="130507"/>
                  </a:cubicBezTo>
                  <a:cubicBezTo>
                    <a:pt x="397995" y="164638"/>
                    <a:pt x="383939" y="193817"/>
                    <a:pt x="362835" y="218044"/>
                  </a:cubicBezTo>
                  <a:cubicBezTo>
                    <a:pt x="341732" y="242271"/>
                    <a:pt x="314495" y="262689"/>
                    <a:pt x="281126" y="279298"/>
                  </a:cubicBezTo>
                  <a:cubicBezTo>
                    <a:pt x="248518" y="295754"/>
                    <a:pt x="215149" y="303982"/>
                    <a:pt x="181018" y="303982"/>
                  </a:cubicBezTo>
                  <a:cubicBezTo>
                    <a:pt x="158467" y="303982"/>
                    <a:pt x="136678" y="300401"/>
                    <a:pt x="115650" y="293240"/>
                  </a:cubicBezTo>
                  <a:cubicBezTo>
                    <a:pt x="113365" y="292478"/>
                    <a:pt x="106660" y="289278"/>
                    <a:pt x="95537" y="283640"/>
                  </a:cubicBezTo>
                  <a:cubicBezTo>
                    <a:pt x="84414" y="278002"/>
                    <a:pt x="77100" y="275184"/>
                    <a:pt x="73596" y="275184"/>
                  </a:cubicBezTo>
                  <a:cubicBezTo>
                    <a:pt x="71158" y="275184"/>
                    <a:pt x="68148" y="277621"/>
                    <a:pt x="64568" y="282497"/>
                  </a:cubicBezTo>
                  <a:cubicBezTo>
                    <a:pt x="60987" y="287373"/>
                    <a:pt x="57559" y="292706"/>
                    <a:pt x="54283" y="298496"/>
                  </a:cubicBezTo>
                  <a:cubicBezTo>
                    <a:pt x="51007" y="304286"/>
                    <a:pt x="47007" y="309619"/>
                    <a:pt x="42283" y="314495"/>
                  </a:cubicBezTo>
                  <a:cubicBezTo>
                    <a:pt x="37560" y="319371"/>
                    <a:pt x="32989" y="321809"/>
                    <a:pt x="28570" y="321809"/>
                  </a:cubicBezTo>
                  <a:cubicBezTo>
                    <a:pt x="23999" y="321809"/>
                    <a:pt x="20113" y="320971"/>
                    <a:pt x="16914" y="319295"/>
                  </a:cubicBezTo>
                  <a:cubicBezTo>
                    <a:pt x="13714" y="317619"/>
                    <a:pt x="11352" y="315791"/>
                    <a:pt x="9828" y="313810"/>
                  </a:cubicBezTo>
                  <a:cubicBezTo>
                    <a:pt x="8305" y="311829"/>
                    <a:pt x="6247" y="308629"/>
                    <a:pt x="3657" y="304210"/>
                  </a:cubicBezTo>
                  <a:cubicBezTo>
                    <a:pt x="3352" y="303601"/>
                    <a:pt x="2895" y="302763"/>
                    <a:pt x="2286" y="301696"/>
                  </a:cubicBezTo>
                  <a:cubicBezTo>
                    <a:pt x="1676" y="300630"/>
                    <a:pt x="1257" y="299868"/>
                    <a:pt x="1029" y="299411"/>
                  </a:cubicBezTo>
                  <a:cubicBezTo>
                    <a:pt x="800" y="298953"/>
                    <a:pt x="572" y="298230"/>
                    <a:pt x="343" y="297239"/>
                  </a:cubicBezTo>
                  <a:cubicBezTo>
                    <a:pt x="115" y="296249"/>
                    <a:pt x="0" y="295220"/>
                    <a:pt x="0" y="294154"/>
                  </a:cubicBezTo>
                  <a:cubicBezTo>
                    <a:pt x="0" y="288821"/>
                    <a:pt x="2362" y="283221"/>
                    <a:pt x="7086" y="277355"/>
                  </a:cubicBezTo>
                  <a:cubicBezTo>
                    <a:pt x="11809" y="271488"/>
                    <a:pt x="16990" y="266498"/>
                    <a:pt x="22627" y="262384"/>
                  </a:cubicBezTo>
                  <a:cubicBezTo>
                    <a:pt x="28265" y="258270"/>
                    <a:pt x="33446" y="254004"/>
                    <a:pt x="38169" y="249585"/>
                  </a:cubicBezTo>
                  <a:cubicBezTo>
                    <a:pt x="42893" y="245166"/>
                    <a:pt x="45255" y="241509"/>
                    <a:pt x="45255" y="238614"/>
                  </a:cubicBezTo>
                  <a:cubicBezTo>
                    <a:pt x="45255" y="238005"/>
                    <a:pt x="44188" y="235110"/>
                    <a:pt x="42055" y="229929"/>
                  </a:cubicBezTo>
                  <a:cubicBezTo>
                    <a:pt x="39922" y="224748"/>
                    <a:pt x="38703" y="221396"/>
                    <a:pt x="38398" y="219873"/>
                  </a:cubicBezTo>
                  <a:cubicBezTo>
                    <a:pt x="37027" y="212102"/>
                    <a:pt x="36341" y="204178"/>
                    <a:pt x="36341" y="196103"/>
                  </a:cubicBezTo>
                  <a:cubicBezTo>
                    <a:pt x="36341" y="178580"/>
                    <a:pt x="39655" y="161819"/>
                    <a:pt x="46283" y="145820"/>
                  </a:cubicBezTo>
                  <a:cubicBezTo>
                    <a:pt x="52911" y="129821"/>
                    <a:pt x="61977" y="115765"/>
                    <a:pt x="73481" y="103651"/>
                  </a:cubicBezTo>
                  <a:cubicBezTo>
                    <a:pt x="84986" y="91538"/>
                    <a:pt x="97975" y="80948"/>
                    <a:pt x="112451" y="71882"/>
                  </a:cubicBezTo>
                  <a:cubicBezTo>
                    <a:pt x="126926" y="62816"/>
                    <a:pt x="142468" y="55540"/>
                    <a:pt x="159076" y="50054"/>
                  </a:cubicBezTo>
                  <a:cubicBezTo>
                    <a:pt x="167457" y="47312"/>
                    <a:pt x="178504" y="45369"/>
                    <a:pt x="192217" y="44226"/>
                  </a:cubicBezTo>
                  <a:cubicBezTo>
                    <a:pt x="205931" y="43083"/>
                    <a:pt x="219606" y="42398"/>
                    <a:pt x="233243" y="42169"/>
                  </a:cubicBezTo>
                  <a:cubicBezTo>
                    <a:pt x="246880" y="41941"/>
                    <a:pt x="260480" y="41483"/>
                    <a:pt x="274041" y="40798"/>
                  </a:cubicBezTo>
                  <a:cubicBezTo>
                    <a:pt x="287602" y="40112"/>
                    <a:pt x="300058" y="38284"/>
                    <a:pt x="311410" y="35312"/>
                  </a:cubicBezTo>
                  <a:cubicBezTo>
                    <a:pt x="322761" y="32341"/>
                    <a:pt x="331409" y="28037"/>
                    <a:pt x="337351" y="22399"/>
                  </a:cubicBezTo>
                  <a:cubicBezTo>
                    <a:pt x="338875" y="20875"/>
                    <a:pt x="341122" y="18628"/>
                    <a:pt x="344093" y="15656"/>
                  </a:cubicBezTo>
                  <a:cubicBezTo>
                    <a:pt x="347065" y="12685"/>
                    <a:pt x="349312" y="10552"/>
                    <a:pt x="350836" y="9257"/>
                  </a:cubicBezTo>
                  <a:cubicBezTo>
                    <a:pt x="352360" y="7962"/>
                    <a:pt x="354417" y="6438"/>
                    <a:pt x="357007" y="4686"/>
                  </a:cubicBezTo>
                  <a:cubicBezTo>
                    <a:pt x="359597" y="2933"/>
                    <a:pt x="362378" y="1715"/>
                    <a:pt x="365349" y="1029"/>
                  </a:cubicBezTo>
                  <a:cubicBezTo>
                    <a:pt x="368321" y="343"/>
                    <a:pt x="371635" y="0"/>
                    <a:pt x="375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" name="千图PPT彼岸天：ID 8661124库_组合 79">
            <a:extLst>
              <a:ext uri="{FF2B5EF4-FFF2-40B4-BE49-F238E27FC236}">
                <a16:creationId xmlns:a16="http://schemas.microsoft.com/office/drawing/2014/main" id="{F3EB2202-3B3F-4501-ACA7-7798C1706FFB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47558" y="4826930"/>
            <a:ext cx="839144" cy="839144"/>
            <a:chOff x="4347558" y="4636430"/>
            <a:chExt cx="839144" cy="839144"/>
          </a:xfrm>
        </p:grpSpPr>
        <p:sp>
          <p:nvSpPr>
            <p:cNvPr id="39" name="Rectangle: Diagonal Corners Rounded 80">
              <a:extLst>
                <a:ext uri="{FF2B5EF4-FFF2-40B4-BE49-F238E27FC236}">
                  <a16:creationId xmlns:a16="http://schemas.microsoft.com/office/drawing/2014/main" id="{9BBB8B37-1CB8-43DE-A8DD-B8973B75EE30}"/>
                </a:ext>
              </a:extLst>
            </p:cNvPr>
            <p:cNvSpPr/>
            <p:nvPr/>
          </p:nvSpPr>
          <p:spPr>
            <a:xfrm>
              <a:off x="4347558" y="4636430"/>
              <a:ext cx="839144" cy="839144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81">
              <a:extLst>
                <a:ext uri="{FF2B5EF4-FFF2-40B4-BE49-F238E27FC236}">
                  <a16:creationId xmlns:a16="http://schemas.microsoft.com/office/drawing/2014/main" id="{4066DB70-9C3D-4B88-B8EA-D09AE653E729}"/>
                </a:ext>
              </a:extLst>
            </p:cNvPr>
            <p:cNvSpPr/>
            <p:nvPr/>
          </p:nvSpPr>
          <p:spPr>
            <a:xfrm>
              <a:off x="4643881" y="4916245"/>
              <a:ext cx="234043" cy="351065"/>
            </a:xfrm>
            <a:custGeom>
              <a:avLst/>
              <a:gdLst/>
              <a:ahLst/>
              <a:cxnLst/>
              <a:rect l="l" t="t" r="r" b="b"/>
              <a:pathLst>
                <a:path w="234043" h="351065">
                  <a:moveTo>
                    <a:pt x="117021" y="65825"/>
                  </a:moveTo>
                  <a:cubicBezTo>
                    <a:pt x="124640" y="65825"/>
                    <a:pt x="132220" y="67044"/>
                    <a:pt x="139763" y="69482"/>
                  </a:cubicBezTo>
                  <a:cubicBezTo>
                    <a:pt x="147305" y="71920"/>
                    <a:pt x="153933" y="76034"/>
                    <a:pt x="159647" y="81824"/>
                  </a:cubicBezTo>
                  <a:cubicBezTo>
                    <a:pt x="165361" y="87614"/>
                    <a:pt x="168218" y="94471"/>
                    <a:pt x="168218" y="102394"/>
                  </a:cubicBezTo>
                  <a:cubicBezTo>
                    <a:pt x="168218" y="104375"/>
                    <a:pt x="167494" y="106089"/>
                    <a:pt x="166047" y="107537"/>
                  </a:cubicBezTo>
                  <a:cubicBezTo>
                    <a:pt x="164599" y="108984"/>
                    <a:pt x="162885" y="109708"/>
                    <a:pt x="160904" y="109708"/>
                  </a:cubicBezTo>
                  <a:cubicBezTo>
                    <a:pt x="158923" y="109708"/>
                    <a:pt x="157209" y="108984"/>
                    <a:pt x="155762" y="107537"/>
                  </a:cubicBezTo>
                  <a:cubicBezTo>
                    <a:pt x="154314" y="106089"/>
                    <a:pt x="153590" y="104375"/>
                    <a:pt x="153590" y="102394"/>
                  </a:cubicBezTo>
                  <a:cubicBezTo>
                    <a:pt x="153590" y="95385"/>
                    <a:pt x="149476" y="89976"/>
                    <a:pt x="141248" y="86166"/>
                  </a:cubicBezTo>
                  <a:cubicBezTo>
                    <a:pt x="133020" y="82357"/>
                    <a:pt x="124944" y="80453"/>
                    <a:pt x="117021" y="80453"/>
                  </a:cubicBezTo>
                  <a:cubicBezTo>
                    <a:pt x="115040" y="80453"/>
                    <a:pt x="113326" y="79729"/>
                    <a:pt x="111879" y="78281"/>
                  </a:cubicBezTo>
                  <a:cubicBezTo>
                    <a:pt x="110431" y="76834"/>
                    <a:pt x="109707" y="75120"/>
                    <a:pt x="109707" y="73139"/>
                  </a:cubicBezTo>
                  <a:cubicBezTo>
                    <a:pt x="109707" y="71158"/>
                    <a:pt x="110431" y="69444"/>
                    <a:pt x="111879" y="67996"/>
                  </a:cubicBezTo>
                  <a:cubicBezTo>
                    <a:pt x="113326" y="66549"/>
                    <a:pt x="115040" y="65825"/>
                    <a:pt x="117021" y="65825"/>
                  </a:cubicBezTo>
                  <a:close/>
                  <a:moveTo>
                    <a:pt x="117021" y="29256"/>
                  </a:moveTo>
                  <a:cubicBezTo>
                    <a:pt x="106508" y="29256"/>
                    <a:pt x="96108" y="30970"/>
                    <a:pt x="85823" y="34398"/>
                  </a:cubicBezTo>
                  <a:cubicBezTo>
                    <a:pt x="75538" y="37827"/>
                    <a:pt x="66167" y="42550"/>
                    <a:pt x="57711" y="48569"/>
                  </a:cubicBezTo>
                  <a:cubicBezTo>
                    <a:pt x="49254" y="54587"/>
                    <a:pt x="42397" y="62320"/>
                    <a:pt x="37140" y="71767"/>
                  </a:cubicBezTo>
                  <a:cubicBezTo>
                    <a:pt x="31884" y="81214"/>
                    <a:pt x="29255" y="91423"/>
                    <a:pt x="29255" y="102394"/>
                  </a:cubicBezTo>
                  <a:cubicBezTo>
                    <a:pt x="29255" y="117784"/>
                    <a:pt x="34436" y="131497"/>
                    <a:pt x="44797" y="143534"/>
                  </a:cubicBezTo>
                  <a:cubicBezTo>
                    <a:pt x="46321" y="145210"/>
                    <a:pt x="48644" y="147725"/>
                    <a:pt x="51768" y="151077"/>
                  </a:cubicBezTo>
                  <a:cubicBezTo>
                    <a:pt x="54892" y="154429"/>
                    <a:pt x="57215" y="156943"/>
                    <a:pt x="58739" y="158619"/>
                  </a:cubicBezTo>
                  <a:cubicBezTo>
                    <a:pt x="78243" y="181932"/>
                    <a:pt x="88985" y="204635"/>
                    <a:pt x="90966" y="226729"/>
                  </a:cubicBezTo>
                  <a:lnTo>
                    <a:pt x="143077" y="226729"/>
                  </a:lnTo>
                  <a:cubicBezTo>
                    <a:pt x="145058" y="204635"/>
                    <a:pt x="155800" y="181932"/>
                    <a:pt x="175303" y="158619"/>
                  </a:cubicBezTo>
                  <a:cubicBezTo>
                    <a:pt x="176827" y="156943"/>
                    <a:pt x="179151" y="154429"/>
                    <a:pt x="182274" y="151077"/>
                  </a:cubicBezTo>
                  <a:cubicBezTo>
                    <a:pt x="185398" y="147725"/>
                    <a:pt x="187722" y="145210"/>
                    <a:pt x="189245" y="143534"/>
                  </a:cubicBezTo>
                  <a:cubicBezTo>
                    <a:pt x="199607" y="131497"/>
                    <a:pt x="204787" y="117784"/>
                    <a:pt x="204787" y="102394"/>
                  </a:cubicBezTo>
                  <a:cubicBezTo>
                    <a:pt x="204787" y="91423"/>
                    <a:pt x="202159" y="81214"/>
                    <a:pt x="196902" y="71767"/>
                  </a:cubicBezTo>
                  <a:cubicBezTo>
                    <a:pt x="191645" y="62320"/>
                    <a:pt x="184788" y="54587"/>
                    <a:pt x="176332" y="48569"/>
                  </a:cubicBezTo>
                  <a:cubicBezTo>
                    <a:pt x="167875" y="42550"/>
                    <a:pt x="158504" y="37827"/>
                    <a:pt x="148219" y="34398"/>
                  </a:cubicBezTo>
                  <a:cubicBezTo>
                    <a:pt x="137934" y="30970"/>
                    <a:pt x="127535" y="29256"/>
                    <a:pt x="117021" y="29256"/>
                  </a:cubicBezTo>
                  <a:close/>
                  <a:moveTo>
                    <a:pt x="117021" y="0"/>
                  </a:moveTo>
                  <a:cubicBezTo>
                    <a:pt x="131496" y="0"/>
                    <a:pt x="145705" y="2476"/>
                    <a:pt x="159647" y="7428"/>
                  </a:cubicBezTo>
                  <a:cubicBezTo>
                    <a:pt x="173589" y="12380"/>
                    <a:pt x="186084" y="19161"/>
                    <a:pt x="197131" y="27770"/>
                  </a:cubicBezTo>
                  <a:cubicBezTo>
                    <a:pt x="208178" y="36379"/>
                    <a:pt x="217091" y="47197"/>
                    <a:pt x="223872" y="60225"/>
                  </a:cubicBezTo>
                  <a:cubicBezTo>
                    <a:pt x="230652" y="73253"/>
                    <a:pt x="234043" y="87309"/>
                    <a:pt x="234043" y="102394"/>
                  </a:cubicBezTo>
                  <a:cubicBezTo>
                    <a:pt x="234043" y="126012"/>
                    <a:pt x="226195" y="146429"/>
                    <a:pt x="210501" y="163647"/>
                  </a:cubicBezTo>
                  <a:cubicBezTo>
                    <a:pt x="203644" y="171114"/>
                    <a:pt x="197969" y="177742"/>
                    <a:pt x="193474" y="183532"/>
                  </a:cubicBezTo>
                  <a:cubicBezTo>
                    <a:pt x="188979" y="189322"/>
                    <a:pt x="184446" y="196598"/>
                    <a:pt x="179874" y="205359"/>
                  </a:cubicBezTo>
                  <a:cubicBezTo>
                    <a:pt x="175303" y="214121"/>
                    <a:pt x="172713" y="222311"/>
                    <a:pt x="172104" y="229929"/>
                  </a:cubicBezTo>
                  <a:cubicBezTo>
                    <a:pt x="179265" y="234196"/>
                    <a:pt x="182846" y="240443"/>
                    <a:pt x="182846" y="248671"/>
                  </a:cubicBezTo>
                  <a:cubicBezTo>
                    <a:pt x="182846" y="254309"/>
                    <a:pt x="180941" y="259184"/>
                    <a:pt x="177132" y="263299"/>
                  </a:cubicBezTo>
                  <a:cubicBezTo>
                    <a:pt x="180941" y="267413"/>
                    <a:pt x="182846" y="272288"/>
                    <a:pt x="182846" y="277926"/>
                  </a:cubicBezTo>
                  <a:cubicBezTo>
                    <a:pt x="182846" y="285850"/>
                    <a:pt x="179417" y="292021"/>
                    <a:pt x="172561" y="296439"/>
                  </a:cubicBezTo>
                  <a:cubicBezTo>
                    <a:pt x="174541" y="299944"/>
                    <a:pt x="175532" y="303525"/>
                    <a:pt x="175532" y="307182"/>
                  </a:cubicBezTo>
                  <a:cubicBezTo>
                    <a:pt x="175532" y="314191"/>
                    <a:pt x="173132" y="319600"/>
                    <a:pt x="168332" y="323409"/>
                  </a:cubicBezTo>
                  <a:cubicBezTo>
                    <a:pt x="163533" y="327218"/>
                    <a:pt x="157628" y="329123"/>
                    <a:pt x="150619" y="329123"/>
                  </a:cubicBezTo>
                  <a:cubicBezTo>
                    <a:pt x="147572" y="335827"/>
                    <a:pt x="143001" y="341160"/>
                    <a:pt x="136906" y="345122"/>
                  </a:cubicBezTo>
                  <a:cubicBezTo>
                    <a:pt x="130811" y="349084"/>
                    <a:pt x="124183" y="351065"/>
                    <a:pt x="117021" y="351065"/>
                  </a:cubicBezTo>
                  <a:cubicBezTo>
                    <a:pt x="109860" y="351065"/>
                    <a:pt x="103232" y="349084"/>
                    <a:pt x="97137" y="345122"/>
                  </a:cubicBezTo>
                  <a:cubicBezTo>
                    <a:pt x="91042" y="341160"/>
                    <a:pt x="86471" y="335827"/>
                    <a:pt x="83423" y="329123"/>
                  </a:cubicBezTo>
                  <a:cubicBezTo>
                    <a:pt x="76414" y="329123"/>
                    <a:pt x="70510" y="327218"/>
                    <a:pt x="65710" y="323409"/>
                  </a:cubicBezTo>
                  <a:cubicBezTo>
                    <a:pt x="60910" y="319600"/>
                    <a:pt x="58510" y="314191"/>
                    <a:pt x="58510" y="307182"/>
                  </a:cubicBezTo>
                  <a:cubicBezTo>
                    <a:pt x="58510" y="303525"/>
                    <a:pt x="59501" y="299944"/>
                    <a:pt x="61482" y="296439"/>
                  </a:cubicBezTo>
                  <a:cubicBezTo>
                    <a:pt x="54625" y="292021"/>
                    <a:pt x="51197" y="285850"/>
                    <a:pt x="51197" y="277926"/>
                  </a:cubicBezTo>
                  <a:cubicBezTo>
                    <a:pt x="51197" y="272288"/>
                    <a:pt x="53101" y="267413"/>
                    <a:pt x="56911" y="263299"/>
                  </a:cubicBezTo>
                  <a:cubicBezTo>
                    <a:pt x="53101" y="259184"/>
                    <a:pt x="51197" y="254309"/>
                    <a:pt x="51197" y="248671"/>
                  </a:cubicBezTo>
                  <a:cubicBezTo>
                    <a:pt x="51197" y="240443"/>
                    <a:pt x="54777" y="234196"/>
                    <a:pt x="61939" y="229929"/>
                  </a:cubicBezTo>
                  <a:cubicBezTo>
                    <a:pt x="61329" y="222311"/>
                    <a:pt x="58739" y="214121"/>
                    <a:pt x="54168" y="205359"/>
                  </a:cubicBezTo>
                  <a:cubicBezTo>
                    <a:pt x="49597" y="196598"/>
                    <a:pt x="45064" y="189322"/>
                    <a:pt x="40569" y="183532"/>
                  </a:cubicBezTo>
                  <a:cubicBezTo>
                    <a:pt x="36074" y="177742"/>
                    <a:pt x="30398" y="171114"/>
                    <a:pt x="23541" y="163647"/>
                  </a:cubicBezTo>
                  <a:cubicBezTo>
                    <a:pt x="7847" y="146429"/>
                    <a:pt x="0" y="126012"/>
                    <a:pt x="0" y="102394"/>
                  </a:cubicBezTo>
                  <a:cubicBezTo>
                    <a:pt x="0" y="87309"/>
                    <a:pt x="3390" y="73253"/>
                    <a:pt x="10171" y="60225"/>
                  </a:cubicBezTo>
                  <a:cubicBezTo>
                    <a:pt x="16951" y="47197"/>
                    <a:pt x="25865" y="36379"/>
                    <a:pt x="36912" y="27770"/>
                  </a:cubicBezTo>
                  <a:cubicBezTo>
                    <a:pt x="47959" y="19161"/>
                    <a:pt x="60453" y="12380"/>
                    <a:pt x="74395" y="7428"/>
                  </a:cubicBezTo>
                  <a:cubicBezTo>
                    <a:pt x="88337" y="2476"/>
                    <a:pt x="102546" y="0"/>
                    <a:pt x="1170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2" name="千图PPT彼岸天：ID 8661124库_组合 147">
            <a:extLst>
              <a:ext uri="{FF2B5EF4-FFF2-40B4-BE49-F238E27FC236}">
                <a16:creationId xmlns:a16="http://schemas.microsoft.com/office/drawing/2014/main" id="{D583C5D1-3768-4499-B3A8-7035DBC2FAE7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170814" y="1736812"/>
            <a:ext cx="2749722" cy="3463424"/>
            <a:chOff x="8170814" y="1912116"/>
            <a:chExt cx="2749722" cy="3463424"/>
          </a:xfrm>
        </p:grpSpPr>
        <p:grpSp>
          <p:nvGrpSpPr>
            <p:cNvPr id="27" name="Group 148">
              <a:extLst>
                <a:ext uri="{FF2B5EF4-FFF2-40B4-BE49-F238E27FC236}">
                  <a16:creationId xmlns:a16="http://schemas.microsoft.com/office/drawing/2014/main" id="{B8AA7C16-C677-480E-8668-BA9F253D91A3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30" name="Group 151">
                <a:extLst>
                  <a:ext uri="{FF2B5EF4-FFF2-40B4-BE49-F238E27FC236}">
                    <a16:creationId xmlns:a16="http://schemas.microsoft.com/office/drawing/2014/main" id="{E5D3B8E0-9EE4-4D88-B622-470AD2470448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7" name="TextBox 158">
                  <a:extLst>
                    <a:ext uri="{FF2B5EF4-FFF2-40B4-BE49-F238E27FC236}">
                      <a16:creationId xmlns:a16="http://schemas.microsoft.com/office/drawing/2014/main" id="{BBAAD0C7-5BA3-4952-B567-7A81E77659BC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8" name="Rectangle 159">
                  <a:extLst>
                    <a:ext uri="{FF2B5EF4-FFF2-40B4-BE49-F238E27FC236}">
                      <a16:creationId xmlns:a16="http://schemas.microsoft.com/office/drawing/2014/main" id="{6C6EEAF0-9C23-4833-A07B-586D7A05DC90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31" name="Group 152">
                <a:extLst>
                  <a:ext uri="{FF2B5EF4-FFF2-40B4-BE49-F238E27FC236}">
                    <a16:creationId xmlns:a16="http://schemas.microsoft.com/office/drawing/2014/main" id="{4DEACD00-CEE7-4EC1-A962-BBD0021DEC74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5" name="TextBox 156">
                  <a:extLst>
                    <a:ext uri="{FF2B5EF4-FFF2-40B4-BE49-F238E27FC236}">
                      <a16:creationId xmlns:a16="http://schemas.microsoft.com/office/drawing/2014/main" id="{1491FC6F-89EC-46BA-A0FD-FFF6CFFDE801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6" name="Rectangle 157">
                  <a:extLst>
                    <a:ext uri="{FF2B5EF4-FFF2-40B4-BE49-F238E27FC236}">
                      <a16:creationId xmlns:a16="http://schemas.microsoft.com/office/drawing/2014/main" id="{333C1ECE-6A1E-4823-8315-9867AD759FAD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32" name="Group 153">
                <a:extLst>
                  <a:ext uri="{FF2B5EF4-FFF2-40B4-BE49-F238E27FC236}">
                    <a16:creationId xmlns:a16="http://schemas.microsoft.com/office/drawing/2014/main" id="{12124082-8CF0-4FD3-B5EB-B06513D4B8AF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3" name="TextBox 154">
                  <a:extLst>
                    <a:ext uri="{FF2B5EF4-FFF2-40B4-BE49-F238E27FC236}">
                      <a16:creationId xmlns:a16="http://schemas.microsoft.com/office/drawing/2014/main" id="{0AE42416-68C8-426A-9722-9D3CADC439BA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4" name="Rectangle 155">
                  <a:extLst>
                    <a:ext uri="{FF2B5EF4-FFF2-40B4-BE49-F238E27FC236}">
                      <a16:creationId xmlns:a16="http://schemas.microsoft.com/office/drawing/2014/main" id="{615DF357-650B-4A33-88D2-B886E23E5B22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8" name="Straight Connector 149">
              <a:extLst>
                <a:ext uri="{FF2B5EF4-FFF2-40B4-BE49-F238E27FC236}">
                  <a16:creationId xmlns:a16="http://schemas.microsoft.com/office/drawing/2014/main" id="{FA7F4D8E-9E8E-401C-8EC4-A9766867333E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150">
              <a:extLst>
                <a:ext uri="{FF2B5EF4-FFF2-40B4-BE49-F238E27FC236}">
                  <a16:creationId xmlns:a16="http://schemas.microsoft.com/office/drawing/2014/main" id="{6249F6AF-17DE-4016-9D81-5CAD9A0120A1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千图PPT彼岸天：ID 8661124库_组合 160">
            <a:extLst>
              <a:ext uri="{FF2B5EF4-FFF2-40B4-BE49-F238E27FC236}">
                <a16:creationId xmlns:a16="http://schemas.microsoft.com/office/drawing/2014/main" id="{EC4FA075-DC53-4CDC-AC93-A225CBFF27D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307468" y="1736812"/>
            <a:ext cx="2713719" cy="3463424"/>
            <a:chOff x="1307468" y="1697288"/>
            <a:chExt cx="2713719" cy="3463424"/>
          </a:xfrm>
        </p:grpSpPr>
        <p:grpSp>
          <p:nvGrpSpPr>
            <p:cNvPr id="14" name="Group 161">
              <a:extLst>
                <a:ext uri="{FF2B5EF4-FFF2-40B4-BE49-F238E27FC236}">
                  <a16:creationId xmlns:a16="http://schemas.microsoft.com/office/drawing/2014/main" id="{1FBA7DCF-76AE-4EB7-90FD-D73B00C78E4C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8" name="Group 165">
                <a:extLst>
                  <a:ext uri="{FF2B5EF4-FFF2-40B4-BE49-F238E27FC236}">
                    <a16:creationId xmlns:a16="http://schemas.microsoft.com/office/drawing/2014/main" id="{65C8A508-E80E-4121-AD90-948627B3B4F1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5" name="TextBox 172">
                  <a:extLst>
                    <a:ext uri="{FF2B5EF4-FFF2-40B4-BE49-F238E27FC236}">
                      <a16:creationId xmlns:a16="http://schemas.microsoft.com/office/drawing/2014/main" id="{54FC4E7D-CCB2-455E-BEAB-4BAE6F1C35B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6" name="Rectangle 173">
                  <a:extLst>
                    <a:ext uri="{FF2B5EF4-FFF2-40B4-BE49-F238E27FC236}">
                      <a16:creationId xmlns:a16="http://schemas.microsoft.com/office/drawing/2014/main" id="{13CF3DC0-2721-47BD-B259-E46B4C55FC30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9" name="Group 166">
                <a:extLst>
                  <a:ext uri="{FF2B5EF4-FFF2-40B4-BE49-F238E27FC236}">
                    <a16:creationId xmlns:a16="http://schemas.microsoft.com/office/drawing/2014/main" id="{168579BE-7204-43AE-BD12-8A5BFB445F5F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3" name="TextBox 170">
                  <a:extLst>
                    <a:ext uri="{FF2B5EF4-FFF2-40B4-BE49-F238E27FC236}">
                      <a16:creationId xmlns:a16="http://schemas.microsoft.com/office/drawing/2014/main" id="{B65CFB5E-EB9B-4635-8ADE-07D921EBA69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4" name="Rectangle 171">
                  <a:extLst>
                    <a:ext uri="{FF2B5EF4-FFF2-40B4-BE49-F238E27FC236}">
                      <a16:creationId xmlns:a16="http://schemas.microsoft.com/office/drawing/2014/main" id="{A6720388-3DB3-4955-8450-95867C91D907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0" name="Group 167">
                <a:extLst>
                  <a:ext uri="{FF2B5EF4-FFF2-40B4-BE49-F238E27FC236}">
                    <a16:creationId xmlns:a16="http://schemas.microsoft.com/office/drawing/2014/main" id="{263720D0-5C94-4AF1-87A7-181369EDF41C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1" name="TextBox 168">
                  <a:extLst>
                    <a:ext uri="{FF2B5EF4-FFF2-40B4-BE49-F238E27FC236}">
                      <a16:creationId xmlns:a16="http://schemas.microsoft.com/office/drawing/2014/main" id="{827B4F1A-7DBF-422A-8B8C-191C43570E9E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2" name="Rectangle 169">
                  <a:extLst>
                    <a:ext uri="{FF2B5EF4-FFF2-40B4-BE49-F238E27FC236}">
                      <a16:creationId xmlns:a16="http://schemas.microsoft.com/office/drawing/2014/main" id="{475A2544-3E8E-4674-A1B8-B7BD41640B6D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15" name="Group 162">
              <a:extLst>
                <a:ext uri="{FF2B5EF4-FFF2-40B4-BE49-F238E27FC236}">
                  <a16:creationId xmlns:a16="http://schemas.microsoft.com/office/drawing/2014/main" id="{CE796688-E7E5-450F-9ECB-E31D30762CE0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16" name="Straight Connector 163">
                <a:extLst>
                  <a:ext uri="{FF2B5EF4-FFF2-40B4-BE49-F238E27FC236}">
                    <a16:creationId xmlns:a16="http://schemas.microsoft.com/office/drawing/2014/main" id="{540CF692-6BE6-4BEB-9985-338E93F1955D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4">
                <a:extLst>
                  <a:ext uri="{FF2B5EF4-FFF2-40B4-BE49-F238E27FC236}">
                    <a16:creationId xmlns:a16="http://schemas.microsoft.com/office/drawing/2014/main" id="{11B59D95-01D8-4B27-94BC-2E588ABE49D9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3474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26">
            <a:extLst>
              <a:ext uri="{FF2B5EF4-FFF2-40B4-BE49-F238E27FC236}">
                <a16:creationId xmlns:a16="http://schemas.microsoft.com/office/drawing/2014/main" id="{8E98F9C1-63CB-4173-8339-EF801C57D97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07468" y="1697288"/>
            <a:ext cx="9613068" cy="3463424"/>
            <a:chOff x="1307468" y="1912116"/>
            <a:chExt cx="9613068" cy="3463424"/>
          </a:xfrm>
        </p:grpSpPr>
        <p:grpSp>
          <p:nvGrpSpPr>
            <p:cNvPr id="24" name="Group 31">
              <a:extLst>
                <a:ext uri="{FF2B5EF4-FFF2-40B4-BE49-F238E27FC236}">
                  <a16:creationId xmlns:a16="http://schemas.microsoft.com/office/drawing/2014/main" id="{15D5B5F7-9517-454C-8084-7215854A2717}"/>
                </a:ext>
              </a:extLst>
            </p:cNvPr>
            <p:cNvGrpSpPr/>
            <p:nvPr/>
          </p:nvGrpSpPr>
          <p:grpSpPr>
            <a:xfrm>
              <a:off x="1410010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41" name="Group 48">
                <a:extLst>
                  <a:ext uri="{FF2B5EF4-FFF2-40B4-BE49-F238E27FC236}">
                    <a16:creationId xmlns:a16="http://schemas.microsoft.com/office/drawing/2014/main" id="{407DC22F-7476-4A35-ACC7-BEBA76B1B677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48" name="TextBox 55">
                  <a:extLst>
                    <a:ext uri="{FF2B5EF4-FFF2-40B4-BE49-F238E27FC236}">
                      <a16:creationId xmlns:a16="http://schemas.microsoft.com/office/drawing/2014/main" id="{ED0A1F02-428A-469B-AF80-955D54EF95A1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49" name="Rectangle 56">
                  <a:extLst>
                    <a:ext uri="{FF2B5EF4-FFF2-40B4-BE49-F238E27FC236}">
                      <a16:creationId xmlns:a16="http://schemas.microsoft.com/office/drawing/2014/main" id="{84CD72FB-A85A-454D-8E01-F8DE46FC30E2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42" name="Group 49">
                <a:extLst>
                  <a:ext uri="{FF2B5EF4-FFF2-40B4-BE49-F238E27FC236}">
                    <a16:creationId xmlns:a16="http://schemas.microsoft.com/office/drawing/2014/main" id="{A62A29E6-96B3-44B2-A27B-310F1D32F924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46" name="TextBox 53">
                  <a:extLst>
                    <a:ext uri="{FF2B5EF4-FFF2-40B4-BE49-F238E27FC236}">
                      <a16:creationId xmlns:a16="http://schemas.microsoft.com/office/drawing/2014/main" id="{5093DC21-CC4D-453C-9A12-EA65981FF6FF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47" name="Rectangle 54">
                  <a:extLst>
                    <a:ext uri="{FF2B5EF4-FFF2-40B4-BE49-F238E27FC236}">
                      <a16:creationId xmlns:a16="http://schemas.microsoft.com/office/drawing/2014/main" id="{503740C6-C251-4028-97A3-173B93013ADE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43" name="Group 50">
                <a:extLst>
                  <a:ext uri="{FF2B5EF4-FFF2-40B4-BE49-F238E27FC236}">
                    <a16:creationId xmlns:a16="http://schemas.microsoft.com/office/drawing/2014/main" id="{B8D1E69A-AE01-4BB5-9828-184262285A50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44" name="TextBox 51">
                  <a:extLst>
                    <a:ext uri="{FF2B5EF4-FFF2-40B4-BE49-F238E27FC236}">
                      <a16:creationId xmlns:a16="http://schemas.microsoft.com/office/drawing/2014/main" id="{D20BC10E-8A29-491B-8BAE-8EBC75EEC838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45" name="Rectangle 52">
                  <a:extLst>
                    <a:ext uri="{FF2B5EF4-FFF2-40B4-BE49-F238E27FC236}">
                      <a16:creationId xmlns:a16="http://schemas.microsoft.com/office/drawing/2014/main" id="{3F2AF1A4-CF20-4211-B887-3E5DACCBBC71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25" name="Group 32">
              <a:extLst>
                <a:ext uri="{FF2B5EF4-FFF2-40B4-BE49-F238E27FC236}">
                  <a16:creationId xmlns:a16="http://schemas.microsoft.com/office/drawing/2014/main" id="{384A9EB5-E9C2-4B37-9798-22D86DA12163}"/>
                </a:ext>
              </a:extLst>
            </p:cNvPr>
            <p:cNvGrpSpPr/>
            <p:nvPr/>
          </p:nvGrpSpPr>
          <p:grpSpPr>
            <a:xfrm>
              <a:off x="8170814" y="1912116"/>
              <a:ext cx="2749722" cy="3463424"/>
              <a:chOff x="8170814" y="1912116"/>
              <a:chExt cx="2749722" cy="3463424"/>
            </a:xfrm>
          </p:grpSpPr>
          <p:grpSp>
            <p:nvGrpSpPr>
              <p:cNvPr id="29" name="Group 36">
                <a:extLst>
                  <a:ext uri="{FF2B5EF4-FFF2-40B4-BE49-F238E27FC236}">
                    <a16:creationId xmlns:a16="http://schemas.microsoft.com/office/drawing/2014/main" id="{4EC66325-0C2B-4380-BD14-780259AEC09C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3463424"/>
                <a:chOff x="1193500" y="1491637"/>
                <a:chExt cx="3761195" cy="3463424"/>
              </a:xfrm>
            </p:grpSpPr>
            <p:grpSp>
              <p:nvGrpSpPr>
                <p:cNvPr id="32" name="Group 39">
                  <a:extLst>
                    <a:ext uri="{FF2B5EF4-FFF2-40B4-BE49-F238E27FC236}">
                      <a16:creationId xmlns:a16="http://schemas.microsoft.com/office/drawing/2014/main" id="{CE684F8F-ED6E-4B7D-993D-67348663A7D9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9" name="TextBox 46">
                    <a:extLst>
                      <a:ext uri="{FF2B5EF4-FFF2-40B4-BE49-F238E27FC236}">
                        <a16:creationId xmlns:a16="http://schemas.microsoft.com/office/drawing/2014/main" id="{772700AC-A5F2-428A-B2C8-28C0194710B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 dirty="0"/>
                      <a:t>请替换文字内容复制你的内容到此</a:t>
                    </a:r>
                    <a:br>
                      <a:rPr lang="zh-CN" altLang="en-US" sz="1000" dirty="0"/>
                    </a:br>
                    <a:r>
                      <a:rPr lang="zh-CN" altLang="en-US" sz="1000" dirty="0"/>
                      <a:t>千图网</a:t>
                    </a:r>
                    <a:r>
                      <a:rPr lang="en-US" altLang="zh-CN" sz="1000" dirty="0"/>
                      <a:t>58PIC.COM</a:t>
                    </a:r>
                    <a:endParaRPr lang="zh-CN" altLang="en-US" sz="1000" dirty="0"/>
                  </a:p>
                </p:txBody>
              </p:sp>
              <p:sp>
                <p:nvSpPr>
                  <p:cNvPr id="40" name="Rectangle 47">
                    <a:extLst>
                      <a:ext uri="{FF2B5EF4-FFF2-40B4-BE49-F238E27FC236}">
                        <a16:creationId xmlns:a16="http://schemas.microsoft.com/office/drawing/2014/main" id="{2757CD9B-2416-4721-B700-24267A958221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1"/>
                        </a:solidFill>
                      </a:rPr>
                      <a:t>输入标题文本</a:t>
                    </a:r>
                  </a:p>
                </p:txBody>
              </p:sp>
            </p:grpSp>
            <p:grpSp>
              <p:nvGrpSpPr>
                <p:cNvPr id="33" name="Group 40">
                  <a:extLst>
                    <a:ext uri="{FF2B5EF4-FFF2-40B4-BE49-F238E27FC236}">
                      <a16:creationId xmlns:a16="http://schemas.microsoft.com/office/drawing/2014/main" id="{BB58F641-3C25-4611-95CA-00B4818C6DAC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7" name="TextBox 44">
                    <a:extLst>
                      <a:ext uri="{FF2B5EF4-FFF2-40B4-BE49-F238E27FC236}">
                        <a16:creationId xmlns:a16="http://schemas.microsoft.com/office/drawing/2014/main" id="{6E2EBB2A-EA9D-4160-92AB-889483190A15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 dirty="0"/>
                      <a:t>请替换文字内容复制你的内容到此</a:t>
                    </a:r>
                    <a:br>
                      <a:rPr lang="zh-CN" altLang="en-US" sz="1000" dirty="0"/>
                    </a:br>
                    <a:r>
                      <a:rPr lang="zh-CN" altLang="en-US" sz="1000" dirty="0"/>
                      <a:t>千图网</a:t>
                    </a:r>
                    <a:r>
                      <a:rPr lang="en-US" altLang="zh-CN" sz="1000" dirty="0"/>
                      <a:t>58PIC.COM</a:t>
                    </a:r>
                    <a:endParaRPr lang="zh-CN" altLang="en-US" sz="1000" dirty="0"/>
                  </a:p>
                </p:txBody>
              </p:sp>
              <p:sp>
                <p:nvSpPr>
                  <p:cNvPr id="38" name="Rectangle 45">
                    <a:extLst>
                      <a:ext uri="{FF2B5EF4-FFF2-40B4-BE49-F238E27FC236}">
                        <a16:creationId xmlns:a16="http://schemas.microsoft.com/office/drawing/2014/main" id="{3A1BFADA-8256-4177-BA98-86A9BE818A03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2"/>
                        </a:solidFill>
                      </a:rPr>
                      <a:t>输入标题文本</a:t>
                    </a:r>
                  </a:p>
                </p:txBody>
              </p:sp>
            </p:grpSp>
            <p:grpSp>
              <p:nvGrpSpPr>
                <p:cNvPr id="34" name="Group 41">
                  <a:extLst>
                    <a:ext uri="{FF2B5EF4-FFF2-40B4-BE49-F238E27FC236}">
                      <a16:creationId xmlns:a16="http://schemas.microsoft.com/office/drawing/2014/main" id="{854D25F9-51EF-4CBF-829A-6FB48498A548}"/>
                    </a:ext>
                  </a:extLst>
                </p:cNvPr>
                <p:cNvGrpSpPr/>
                <p:nvPr/>
              </p:nvGrpSpPr>
              <p:grpSpPr>
                <a:xfrm>
                  <a:off x="1193500" y="4139453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5" name="TextBox 42">
                    <a:extLst>
                      <a:ext uri="{FF2B5EF4-FFF2-40B4-BE49-F238E27FC236}">
                        <a16:creationId xmlns:a16="http://schemas.microsoft.com/office/drawing/2014/main" id="{85F978FF-9A60-457C-B6AE-FBD9EE7A6939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 dirty="0"/>
                      <a:t>请替换文字内容复制你的内容到此</a:t>
                    </a:r>
                    <a:br>
                      <a:rPr lang="zh-CN" altLang="en-US" sz="1000" dirty="0"/>
                    </a:br>
                    <a:r>
                      <a:rPr lang="zh-CN" altLang="en-US" sz="1000" dirty="0"/>
                      <a:t>千图网</a:t>
                    </a:r>
                    <a:r>
                      <a:rPr lang="en-US" altLang="zh-CN" sz="1000" dirty="0"/>
                      <a:t>58PIC.COM</a:t>
                    </a:r>
                    <a:endParaRPr lang="zh-CN" altLang="en-US" sz="1000" dirty="0"/>
                  </a:p>
                </p:txBody>
              </p:sp>
              <p:sp>
                <p:nvSpPr>
                  <p:cNvPr id="36" name="Rectangle 43">
                    <a:extLst>
                      <a:ext uri="{FF2B5EF4-FFF2-40B4-BE49-F238E27FC236}">
                        <a16:creationId xmlns:a16="http://schemas.microsoft.com/office/drawing/2014/main" id="{34A94B85-AC48-462B-940C-0499EC968952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5"/>
                        </a:solidFill>
                      </a:rPr>
                      <a:t>输入标题文本</a:t>
                    </a:r>
                  </a:p>
                </p:txBody>
              </p:sp>
            </p:grpSp>
          </p:grpSp>
          <p:cxnSp>
            <p:nvCxnSpPr>
              <p:cNvPr id="30" name="Straight Connector 37">
                <a:extLst>
                  <a:ext uri="{FF2B5EF4-FFF2-40B4-BE49-F238E27FC236}">
                    <a16:creationId xmlns:a16="http://schemas.microsoft.com/office/drawing/2014/main" id="{D8B2A592-F6E2-4225-A936-465C68820446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8">
                <a:extLst>
                  <a:ext uri="{FF2B5EF4-FFF2-40B4-BE49-F238E27FC236}">
                    <a16:creationId xmlns:a16="http://schemas.microsoft.com/office/drawing/2014/main" id="{F90CEECA-C5E3-4183-BB3F-06354D8A9676}"/>
                  </a:ext>
                </a:extLst>
              </p:cNvPr>
              <p:cNvCxnSpPr/>
              <p:nvPr/>
            </p:nvCxnSpPr>
            <p:spPr>
              <a:xfrm>
                <a:off x="8472264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33">
              <a:extLst>
                <a:ext uri="{FF2B5EF4-FFF2-40B4-BE49-F238E27FC236}">
                  <a16:creationId xmlns:a16="http://schemas.microsoft.com/office/drawing/2014/main" id="{6A9EE825-54BF-417D-9D74-19DAF57671AB}"/>
                </a:ext>
              </a:extLst>
            </p:cNvPr>
            <p:cNvGrpSpPr/>
            <p:nvPr/>
          </p:nvGrpSpPr>
          <p:grpSpPr>
            <a:xfrm>
              <a:off x="1307468" y="2924944"/>
              <a:ext cx="2448272" cy="1338747"/>
              <a:chOff x="1307468" y="2924944"/>
              <a:chExt cx="2448272" cy="1338747"/>
            </a:xfrm>
          </p:grpSpPr>
          <p:cxnSp>
            <p:nvCxnSpPr>
              <p:cNvPr id="27" name="Straight Connector 34">
                <a:extLst>
                  <a:ext uri="{FF2B5EF4-FFF2-40B4-BE49-F238E27FC236}">
                    <a16:creationId xmlns:a16="http://schemas.microsoft.com/office/drawing/2014/main" id="{D822DCE6-FA62-4BA4-AE95-AB172359B9BD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35">
                <a:extLst>
                  <a:ext uri="{FF2B5EF4-FFF2-40B4-BE49-F238E27FC236}">
                    <a16:creationId xmlns:a16="http://schemas.microsoft.com/office/drawing/2014/main" id="{5279206E-B8F6-4C33-984C-D922D5695D40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千图PPT彼岸天：ID 8661124库_组合 1">
            <a:extLst>
              <a:ext uri="{FF2B5EF4-FFF2-40B4-BE49-F238E27FC236}">
                <a16:creationId xmlns:a16="http://schemas.microsoft.com/office/drawing/2014/main" id="{D6E98A39-3E55-4D27-AF94-10F95814011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616773" y="1640422"/>
            <a:ext cx="4958454" cy="3786380"/>
            <a:chOff x="1126587" y="1640422"/>
            <a:chExt cx="4958454" cy="3786380"/>
          </a:xfrm>
        </p:grpSpPr>
        <p:sp>
          <p:nvSpPr>
            <p:cNvPr id="6" name="Freeform: Shape 4">
              <a:extLst>
                <a:ext uri="{FF2B5EF4-FFF2-40B4-BE49-F238E27FC236}">
                  <a16:creationId xmlns:a16="http://schemas.microsoft.com/office/drawing/2014/main" id="{4E7D83A9-CFDF-49D7-BC02-87F2ABF57DCE}"/>
                </a:ext>
              </a:extLst>
            </p:cNvPr>
            <p:cNvSpPr/>
            <p:nvPr/>
          </p:nvSpPr>
          <p:spPr>
            <a:xfrm>
              <a:off x="2065349" y="2053720"/>
              <a:ext cx="3004599" cy="3004535"/>
            </a:xfrm>
            <a:custGeom>
              <a:avLst/>
              <a:gdLst>
                <a:gd name="connsiteX0" fmla="*/ 0 w 2708066"/>
                <a:gd name="connsiteY0" fmla="*/ 1354004 h 2708008"/>
                <a:gd name="connsiteX1" fmla="*/ 1354033 w 2708066"/>
                <a:gd name="connsiteY1" fmla="*/ 0 h 2708008"/>
                <a:gd name="connsiteX2" fmla="*/ 2708066 w 2708066"/>
                <a:gd name="connsiteY2" fmla="*/ 1354004 h 2708008"/>
                <a:gd name="connsiteX3" fmla="*/ 1354033 w 2708066"/>
                <a:gd name="connsiteY3" fmla="*/ 2708008 h 2708008"/>
                <a:gd name="connsiteX4" fmla="*/ 0 w 2708066"/>
                <a:gd name="connsiteY4" fmla="*/ 1354004 h 270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8066" h="2708008">
                  <a:moveTo>
                    <a:pt x="0" y="1354004"/>
                  </a:moveTo>
                  <a:cubicBezTo>
                    <a:pt x="0" y="606208"/>
                    <a:pt x="606221" y="0"/>
                    <a:pt x="1354033" y="0"/>
                  </a:cubicBezTo>
                  <a:cubicBezTo>
                    <a:pt x="2101845" y="0"/>
                    <a:pt x="2708066" y="606208"/>
                    <a:pt x="2708066" y="1354004"/>
                  </a:cubicBezTo>
                  <a:cubicBezTo>
                    <a:pt x="2708066" y="2101800"/>
                    <a:pt x="2101845" y="2708008"/>
                    <a:pt x="1354033" y="2708008"/>
                  </a:cubicBezTo>
                  <a:cubicBezTo>
                    <a:pt x="606221" y="2708008"/>
                    <a:pt x="0" y="2101800"/>
                    <a:pt x="0" y="1354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594707" tIns="594699" rIns="594707" bIns="594699" anchor="b" anchorCtr="1">
              <a:norm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DF7D0645-C3C0-439B-8A55-87302B979046}"/>
                </a:ext>
              </a:extLst>
            </p:cNvPr>
            <p:cNvSpPr/>
            <p:nvPr/>
          </p:nvSpPr>
          <p:spPr>
            <a:xfrm>
              <a:off x="3779710" y="1916832"/>
              <a:ext cx="334155" cy="33414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49917"/>
                <a:satOff val="23029"/>
                <a:lumOff val="9673"/>
                <a:alphaOff val="0"/>
              </a:schemeClr>
            </a:fillRef>
            <a:effectRef idx="0">
              <a:schemeClr val="accent3">
                <a:hueOff val="449917"/>
                <a:satOff val="23029"/>
                <a:lumOff val="9673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DCD8596F-4E77-4650-97F8-413D2278A5F2}"/>
                </a:ext>
              </a:extLst>
            </p:cNvPr>
            <p:cNvSpPr/>
            <p:nvPr/>
          </p:nvSpPr>
          <p:spPr>
            <a:xfrm>
              <a:off x="2988467" y="4835021"/>
              <a:ext cx="241954" cy="24218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49917"/>
                <a:satOff val="23029"/>
                <a:lumOff val="9673"/>
                <a:alphaOff val="0"/>
              </a:schemeClr>
            </a:fillRef>
            <a:effectRef idx="0">
              <a:schemeClr val="accent3">
                <a:hueOff val="449917"/>
                <a:satOff val="23029"/>
                <a:lumOff val="9673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8F895CE5-DAB6-468B-AF0E-BD5E4F22CD48}"/>
                </a:ext>
              </a:extLst>
            </p:cNvPr>
            <p:cNvSpPr/>
            <p:nvPr/>
          </p:nvSpPr>
          <p:spPr>
            <a:xfrm>
              <a:off x="5263290" y="3273084"/>
              <a:ext cx="241954" cy="24218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479"/>
                <a:satOff val="5757"/>
                <a:lumOff val="2418"/>
                <a:alphaOff val="0"/>
              </a:schemeClr>
            </a:fillRef>
            <a:effectRef idx="0">
              <a:schemeClr val="accent3">
                <a:hueOff val="112479"/>
                <a:satOff val="5757"/>
                <a:lumOff val="2418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B789D3DF-E63C-43B6-B530-70C07308ABCF}"/>
                </a:ext>
              </a:extLst>
            </p:cNvPr>
            <p:cNvSpPr/>
            <p:nvPr/>
          </p:nvSpPr>
          <p:spPr>
            <a:xfrm>
              <a:off x="4105482" y="5092653"/>
              <a:ext cx="334155" cy="33414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E46557E3-F619-4C58-AE78-C78DDBBE8CEA}"/>
                </a:ext>
              </a:extLst>
            </p:cNvPr>
            <p:cNvSpPr/>
            <p:nvPr/>
          </p:nvSpPr>
          <p:spPr>
            <a:xfrm>
              <a:off x="2655808" y="2631988"/>
              <a:ext cx="241954" cy="2421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06157"/>
                <a:satOff val="25908"/>
                <a:lumOff val="10883"/>
                <a:alphaOff val="0"/>
              </a:schemeClr>
            </a:fillRef>
            <a:effectRef idx="0">
              <a:schemeClr val="accent3">
                <a:hueOff val="506157"/>
                <a:satOff val="25908"/>
                <a:lumOff val="10883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Freeform: Shape 10">
              <a:extLst>
                <a:ext uri="{FF2B5EF4-FFF2-40B4-BE49-F238E27FC236}">
                  <a16:creationId xmlns:a16="http://schemas.microsoft.com/office/drawing/2014/main" id="{4D22B104-E977-44A0-B33B-55A66ABA7D6D}"/>
                </a:ext>
              </a:extLst>
            </p:cNvPr>
            <p:cNvSpPr/>
            <p:nvPr/>
          </p:nvSpPr>
          <p:spPr>
            <a:xfrm>
              <a:off x="1126587" y="2596011"/>
              <a:ext cx="1221508" cy="1221118"/>
            </a:xfrm>
            <a:custGeom>
              <a:avLst/>
              <a:gdLst>
                <a:gd name="connsiteX0" fmla="*/ 0 w 1100954"/>
                <a:gd name="connsiteY0" fmla="*/ 550301 h 1100602"/>
                <a:gd name="connsiteX1" fmla="*/ 550477 w 1100954"/>
                <a:gd name="connsiteY1" fmla="*/ 0 h 1100602"/>
                <a:gd name="connsiteX2" fmla="*/ 1100954 w 1100954"/>
                <a:gd name="connsiteY2" fmla="*/ 550301 h 1100602"/>
                <a:gd name="connsiteX3" fmla="*/ 550477 w 1100954"/>
                <a:gd name="connsiteY3" fmla="*/ 1100602 h 1100602"/>
                <a:gd name="connsiteX4" fmla="*/ 0 w 1100954"/>
                <a:gd name="connsiteY4" fmla="*/ 550301 h 110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54" h="1100602">
                  <a:moveTo>
                    <a:pt x="0" y="550301"/>
                  </a:moveTo>
                  <a:cubicBezTo>
                    <a:pt x="0" y="246378"/>
                    <a:pt x="246457" y="0"/>
                    <a:pt x="550477" y="0"/>
                  </a:cubicBezTo>
                  <a:cubicBezTo>
                    <a:pt x="854497" y="0"/>
                    <a:pt x="1100954" y="246378"/>
                    <a:pt x="1100954" y="550301"/>
                  </a:cubicBezTo>
                  <a:cubicBezTo>
                    <a:pt x="1100954" y="854224"/>
                    <a:pt x="854497" y="1100602"/>
                    <a:pt x="550477" y="1100602"/>
                  </a:cubicBezTo>
                  <a:cubicBezTo>
                    <a:pt x="246457" y="1100602"/>
                    <a:pt x="0" y="854224"/>
                    <a:pt x="0" y="550301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37438"/>
                <a:satOff val="17272"/>
                <a:lumOff val="7255"/>
                <a:alphaOff val="0"/>
              </a:schemeClr>
            </a:fillRef>
            <a:effectRef idx="0">
              <a:schemeClr val="accent3">
                <a:hueOff val="337438"/>
                <a:satOff val="17272"/>
                <a:lumOff val="72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241241" tIns="241189" rIns="241241" bIns="241189" anchor="ctr" anchorCtr="0">
              <a:norm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>
                      <a:lumMod val="95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EC0657AF-0F68-4AA2-B919-6F8A1B3179A9}"/>
                </a:ext>
              </a:extLst>
            </p:cNvPr>
            <p:cNvSpPr/>
            <p:nvPr/>
          </p:nvSpPr>
          <p:spPr>
            <a:xfrm>
              <a:off x="4553105" y="3778271"/>
              <a:ext cx="334155" cy="3341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37438"/>
                <a:satOff val="17272"/>
                <a:lumOff val="7255"/>
                <a:alphaOff val="0"/>
              </a:schemeClr>
            </a:fillRef>
            <a:effectRef idx="0">
              <a:schemeClr val="accent3">
                <a:hueOff val="337438"/>
                <a:satOff val="17272"/>
                <a:lumOff val="7255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CAB3CD7F-AD74-4409-A15B-71CD1752E5D6}"/>
                </a:ext>
              </a:extLst>
            </p:cNvPr>
            <p:cNvSpPr/>
            <p:nvPr/>
          </p:nvSpPr>
          <p:spPr>
            <a:xfrm>
              <a:off x="1416598" y="4041835"/>
              <a:ext cx="604048" cy="60406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49917"/>
                <a:satOff val="23029"/>
                <a:lumOff val="9673"/>
                <a:alphaOff val="0"/>
              </a:schemeClr>
            </a:fillRef>
            <a:effectRef idx="0">
              <a:schemeClr val="accent3">
                <a:hueOff val="449917"/>
                <a:satOff val="23029"/>
                <a:lumOff val="9673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18D93F8-D47B-439A-8127-B2E57BB40D7A}"/>
                </a:ext>
              </a:extLst>
            </p:cNvPr>
            <p:cNvSpPr/>
            <p:nvPr/>
          </p:nvSpPr>
          <p:spPr>
            <a:xfrm>
              <a:off x="4863533" y="1640422"/>
              <a:ext cx="1221508" cy="1221118"/>
            </a:xfrm>
            <a:custGeom>
              <a:avLst/>
              <a:gdLst>
                <a:gd name="connsiteX0" fmla="*/ 0 w 1100954"/>
                <a:gd name="connsiteY0" fmla="*/ 550301 h 1100602"/>
                <a:gd name="connsiteX1" fmla="*/ 550477 w 1100954"/>
                <a:gd name="connsiteY1" fmla="*/ 0 h 1100602"/>
                <a:gd name="connsiteX2" fmla="*/ 1100954 w 1100954"/>
                <a:gd name="connsiteY2" fmla="*/ 550301 h 1100602"/>
                <a:gd name="connsiteX3" fmla="*/ 550477 w 1100954"/>
                <a:gd name="connsiteY3" fmla="*/ 1100602 h 1100602"/>
                <a:gd name="connsiteX4" fmla="*/ 0 w 1100954"/>
                <a:gd name="connsiteY4" fmla="*/ 550301 h 110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54" h="1100602">
                  <a:moveTo>
                    <a:pt x="0" y="550301"/>
                  </a:moveTo>
                  <a:cubicBezTo>
                    <a:pt x="0" y="246378"/>
                    <a:pt x="246457" y="0"/>
                    <a:pt x="550477" y="0"/>
                  </a:cubicBezTo>
                  <a:cubicBezTo>
                    <a:pt x="854497" y="0"/>
                    <a:pt x="1100954" y="246378"/>
                    <a:pt x="1100954" y="550301"/>
                  </a:cubicBezTo>
                  <a:cubicBezTo>
                    <a:pt x="1100954" y="854224"/>
                    <a:pt x="854497" y="1100602"/>
                    <a:pt x="550477" y="1100602"/>
                  </a:cubicBezTo>
                  <a:cubicBezTo>
                    <a:pt x="246457" y="1100602"/>
                    <a:pt x="0" y="854224"/>
                    <a:pt x="0" y="5503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06157"/>
                <a:satOff val="25908"/>
                <a:lumOff val="10883"/>
                <a:alphaOff val="0"/>
              </a:schemeClr>
            </a:fillRef>
            <a:effectRef idx="0">
              <a:schemeClr val="accent3">
                <a:hueOff val="506157"/>
                <a:satOff val="25908"/>
                <a:lumOff val="1088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241241" tIns="241189" rIns="241241" bIns="241189" anchor="ctr" anchorCtr="0">
              <a:norm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>
                      <a:lumMod val="95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3D04DB38-08F2-4B02-81D4-038294D5A332}"/>
                </a:ext>
              </a:extLst>
            </p:cNvPr>
            <p:cNvSpPr/>
            <p:nvPr/>
          </p:nvSpPr>
          <p:spPr>
            <a:xfrm>
              <a:off x="4833024" y="2864524"/>
              <a:ext cx="334155" cy="33414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397"/>
                <a:satOff val="28787"/>
                <a:lumOff val="12092"/>
                <a:alphaOff val="0"/>
              </a:schemeClr>
            </a:fillRef>
            <a:effectRef idx="0">
              <a:schemeClr val="accent3">
                <a:hueOff val="562397"/>
                <a:satOff val="28787"/>
                <a:lumOff val="12092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29F7DB5D-A586-4057-B14B-7AB96F0D69B3}"/>
                </a:ext>
              </a:extLst>
            </p:cNvPr>
            <p:cNvSpPr/>
            <p:nvPr/>
          </p:nvSpPr>
          <p:spPr>
            <a:xfrm>
              <a:off x="1174644" y="4721690"/>
              <a:ext cx="241954" cy="2421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06157"/>
                <a:satOff val="25908"/>
                <a:lumOff val="10883"/>
                <a:alphaOff val="0"/>
              </a:schemeClr>
            </a:fillRef>
            <a:effectRef idx="0">
              <a:schemeClr val="accent3">
                <a:hueOff val="506157"/>
                <a:satOff val="25908"/>
                <a:lumOff val="10883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EF92FE65-3B0D-4BF3-9A15-C3FAC69A68B2}"/>
                </a:ext>
              </a:extLst>
            </p:cNvPr>
            <p:cNvSpPr/>
            <p:nvPr/>
          </p:nvSpPr>
          <p:spPr>
            <a:xfrm>
              <a:off x="2669397" y="4479503"/>
              <a:ext cx="241954" cy="2421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74876"/>
                <a:satOff val="34544"/>
                <a:lumOff val="14510"/>
                <a:alphaOff val="0"/>
              </a:schemeClr>
            </a:fillRef>
            <a:effectRef idx="0">
              <a:schemeClr val="accent3">
                <a:hueOff val="674876"/>
                <a:satOff val="34544"/>
                <a:lumOff val="1451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9" name="Group 17">
              <a:extLst>
                <a:ext uri="{FF2B5EF4-FFF2-40B4-BE49-F238E27FC236}">
                  <a16:creationId xmlns:a16="http://schemas.microsoft.com/office/drawing/2014/main" id="{C714E5B2-9058-4D04-ABF6-0E2021A747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70463" y="2755508"/>
              <a:ext cx="987157" cy="1288790"/>
              <a:chOff x="2887663" y="3362325"/>
              <a:chExt cx="285750" cy="373063"/>
            </a:xfrm>
            <a:solidFill>
              <a:schemeClr val="bg1">
                <a:lumMod val="95000"/>
              </a:schemeClr>
            </a:solidFill>
          </p:grpSpPr>
          <p:sp>
            <p:nvSpPr>
              <p:cNvPr id="22" name="Freeform: Shape 18">
                <a:extLst>
                  <a:ext uri="{FF2B5EF4-FFF2-40B4-BE49-F238E27FC236}">
                    <a16:creationId xmlns:a16="http://schemas.microsoft.com/office/drawing/2014/main" id="{3AAAF225-AA1B-4278-825F-27F70907D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3362325"/>
                <a:ext cx="285750" cy="373063"/>
              </a:xfrm>
              <a:custGeom>
                <a:avLst/>
                <a:gdLst>
                  <a:gd name="T0" fmla="*/ 103 w 109"/>
                  <a:gd name="T1" fmla="*/ 68 h 142"/>
                  <a:gd name="T2" fmla="*/ 96 w 109"/>
                  <a:gd name="T3" fmla="*/ 68 h 142"/>
                  <a:gd name="T4" fmla="*/ 96 w 109"/>
                  <a:gd name="T5" fmla="*/ 44 h 142"/>
                  <a:gd name="T6" fmla="*/ 84 w 109"/>
                  <a:gd name="T7" fmla="*/ 13 h 142"/>
                  <a:gd name="T8" fmla="*/ 54 w 109"/>
                  <a:gd name="T9" fmla="*/ 0 h 142"/>
                  <a:gd name="T10" fmla="*/ 25 w 109"/>
                  <a:gd name="T11" fmla="*/ 13 h 142"/>
                  <a:gd name="T12" fmla="*/ 13 w 109"/>
                  <a:gd name="T13" fmla="*/ 44 h 142"/>
                  <a:gd name="T14" fmla="*/ 13 w 109"/>
                  <a:gd name="T15" fmla="*/ 68 h 142"/>
                  <a:gd name="T16" fmla="*/ 5 w 109"/>
                  <a:gd name="T17" fmla="*/ 68 h 142"/>
                  <a:gd name="T18" fmla="*/ 0 w 109"/>
                  <a:gd name="T19" fmla="*/ 73 h 142"/>
                  <a:gd name="T20" fmla="*/ 0 w 109"/>
                  <a:gd name="T21" fmla="*/ 137 h 142"/>
                  <a:gd name="T22" fmla="*/ 5 w 109"/>
                  <a:gd name="T23" fmla="*/ 142 h 142"/>
                  <a:gd name="T24" fmla="*/ 103 w 109"/>
                  <a:gd name="T25" fmla="*/ 142 h 142"/>
                  <a:gd name="T26" fmla="*/ 109 w 109"/>
                  <a:gd name="T27" fmla="*/ 137 h 142"/>
                  <a:gd name="T28" fmla="*/ 109 w 109"/>
                  <a:gd name="T29" fmla="*/ 73 h 142"/>
                  <a:gd name="T30" fmla="*/ 103 w 109"/>
                  <a:gd name="T31" fmla="*/ 68 h 142"/>
                  <a:gd name="T32" fmla="*/ 66 w 109"/>
                  <a:gd name="T33" fmla="*/ 124 h 142"/>
                  <a:gd name="T34" fmla="*/ 54 w 109"/>
                  <a:gd name="T35" fmla="*/ 136 h 142"/>
                  <a:gd name="T36" fmla="*/ 42 w 109"/>
                  <a:gd name="T37" fmla="*/ 124 h 142"/>
                  <a:gd name="T38" fmla="*/ 42 w 109"/>
                  <a:gd name="T39" fmla="*/ 102 h 142"/>
                  <a:gd name="T40" fmla="*/ 54 w 109"/>
                  <a:gd name="T41" fmla="*/ 91 h 142"/>
                  <a:gd name="T42" fmla="*/ 66 w 109"/>
                  <a:gd name="T43" fmla="*/ 102 h 142"/>
                  <a:gd name="T44" fmla="*/ 66 w 109"/>
                  <a:gd name="T45" fmla="*/ 124 h 142"/>
                  <a:gd name="T46" fmla="*/ 76 w 109"/>
                  <a:gd name="T47" fmla="*/ 68 h 142"/>
                  <a:gd name="T48" fmla="*/ 32 w 109"/>
                  <a:gd name="T49" fmla="*/ 68 h 142"/>
                  <a:gd name="T50" fmla="*/ 32 w 109"/>
                  <a:gd name="T51" fmla="*/ 44 h 142"/>
                  <a:gd name="T52" fmla="*/ 39 w 109"/>
                  <a:gd name="T53" fmla="*/ 27 h 142"/>
                  <a:gd name="T54" fmla="*/ 54 w 109"/>
                  <a:gd name="T55" fmla="*/ 20 h 142"/>
                  <a:gd name="T56" fmla="*/ 70 w 109"/>
                  <a:gd name="T57" fmla="*/ 27 h 142"/>
                  <a:gd name="T58" fmla="*/ 76 w 109"/>
                  <a:gd name="T59" fmla="*/ 44 h 142"/>
                  <a:gd name="T60" fmla="*/ 76 w 109"/>
                  <a:gd name="T61" fmla="*/ 6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9" h="142">
                    <a:moveTo>
                      <a:pt x="103" y="68"/>
                    </a:moveTo>
                    <a:cubicBezTo>
                      <a:pt x="96" y="68"/>
                      <a:pt x="96" y="68"/>
                      <a:pt x="96" y="68"/>
                    </a:cubicBezTo>
                    <a:cubicBezTo>
                      <a:pt x="96" y="44"/>
                      <a:pt x="96" y="44"/>
                      <a:pt x="96" y="44"/>
                    </a:cubicBezTo>
                    <a:cubicBezTo>
                      <a:pt x="96" y="32"/>
                      <a:pt x="92" y="21"/>
                      <a:pt x="84" y="13"/>
                    </a:cubicBezTo>
                    <a:cubicBezTo>
                      <a:pt x="77" y="5"/>
                      <a:pt x="66" y="0"/>
                      <a:pt x="54" y="0"/>
                    </a:cubicBezTo>
                    <a:cubicBezTo>
                      <a:pt x="43" y="0"/>
                      <a:pt x="32" y="5"/>
                      <a:pt x="25" y="13"/>
                    </a:cubicBezTo>
                    <a:cubicBezTo>
                      <a:pt x="17" y="21"/>
                      <a:pt x="13" y="32"/>
                      <a:pt x="13" y="44"/>
                    </a:cubicBezTo>
                    <a:cubicBezTo>
                      <a:pt x="13" y="68"/>
                      <a:pt x="13" y="68"/>
                      <a:pt x="13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2" y="68"/>
                      <a:pt x="0" y="70"/>
                      <a:pt x="0" y="7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40"/>
                      <a:pt x="2" y="142"/>
                      <a:pt x="5" y="142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6" y="142"/>
                      <a:pt x="109" y="140"/>
                      <a:pt x="109" y="137"/>
                    </a:cubicBezTo>
                    <a:cubicBezTo>
                      <a:pt x="109" y="73"/>
                      <a:pt x="109" y="73"/>
                      <a:pt x="109" y="73"/>
                    </a:cubicBezTo>
                    <a:cubicBezTo>
                      <a:pt x="109" y="70"/>
                      <a:pt x="106" y="68"/>
                      <a:pt x="103" y="68"/>
                    </a:cubicBezTo>
                    <a:close/>
                    <a:moveTo>
                      <a:pt x="66" y="124"/>
                    </a:moveTo>
                    <a:cubicBezTo>
                      <a:pt x="66" y="131"/>
                      <a:pt x="61" y="136"/>
                      <a:pt x="54" y="136"/>
                    </a:cubicBezTo>
                    <a:cubicBezTo>
                      <a:pt x="48" y="136"/>
                      <a:pt x="42" y="131"/>
                      <a:pt x="42" y="124"/>
                    </a:cubicBezTo>
                    <a:cubicBezTo>
                      <a:pt x="42" y="102"/>
                      <a:pt x="42" y="102"/>
                      <a:pt x="42" y="102"/>
                    </a:cubicBezTo>
                    <a:cubicBezTo>
                      <a:pt x="42" y="96"/>
                      <a:pt x="48" y="91"/>
                      <a:pt x="54" y="91"/>
                    </a:cubicBezTo>
                    <a:cubicBezTo>
                      <a:pt x="61" y="91"/>
                      <a:pt x="66" y="96"/>
                      <a:pt x="66" y="102"/>
                    </a:cubicBezTo>
                    <a:lnTo>
                      <a:pt x="66" y="124"/>
                    </a:lnTo>
                    <a:close/>
                    <a:moveTo>
                      <a:pt x="76" y="68"/>
                    </a:move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2" y="37"/>
                      <a:pt x="35" y="31"/>
                      <a:pt x="39" y="27"/>
                    </a:cubicBezTo>
                    <a:cubicBezTo>
                      <a:pt x="43" y="22"/>
                      <a:pt x="48" y="20"/>
                      <a:pt x="54" y="20"/>
                    </a:cubicBezTo>
                    <a:cubicBezTo>
                      <a:pt x="60" y="20"/>
                      <a:pt x="66" y="22"/>
                      <a:pt x="70" y="27"/>
                    </a:cubicBezTo>
                    <a:cubicBezTo>
                      <a:pt x="74" y="31"/>
                      <a:pt x="76" y="37"/>
                      <a:pt x="76" y="44"/>
                    </a:cubicBezTo>
                    <a:lnTo>
                      <a:pt x="76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Freeform: Shape 19">
                <a:extLst>
                  <a:ext uri="{FF2B5EF4-FFF2-40B4-BE49-F238E27FC236}">
                    <a16:creationId xmlns:a16="http://schemas.microsoft.com/office/drawing/2014/main" id="{9A69D8A8-7DF4-46A0-BAC4-AE00FF654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900" y="3616325"/>
                <a:ext cx="38100" cy="84138"/>
              </a:xfrm>
              <a:custGeom>
                <a:avLst/>
                <a:gdLst>
                  <a:gd name="T0" fmla="*/ 7 w 14"/>
                  <a:gd name="T1" fmla="*/ 0 h 32"/>
                  <a:gd name="T2" fmla="*/ 0 w 14"/>
                  <a:gd name="T3" fmla="*/ 7 h 32"/>
                  <a:gd name="T4" fmla="*/ 0 w 14"/>
                  <a:gd name="T5" fmla="*/ 25 h 32"/>
                  <a:gd name="T6" fmla="*/ 7 w 14"/>
                  <a:gd name="T7" fmla="*/ 32 h 32"/>
                  <a:gd name="T8" fmla="*/ 14 w 14"/>
                  <a:gd name="T9" fmla="*/ 25 h 32"/>
                  <a:gd name="T10" fmla="*/ 14 w 14"/>
                  <a:gd name="T11" fmla="*/ 7 h 32"/>
                  <a:gd name="T12" fmla="*/ 7 w 14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32">
                    <a:moveTo>
                      <a:pt x="7" y="0"/>
                    </a:moveTo>
                    <a:cubicBezTo>
                      <a:pt x="4" y="0"/>
                      <a:pt x="0" y="3"/>
                      <a:pt x="0" y="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9"/>
                      <a:pt x="4" y="32"/>
                      <a:pt x="7" y="32"/>
                    </a:cubicBezTo>
                    <a:cubicBezTo>
                      <a:pt x="11" y="32"/>
                      <a:pt x="14" y="29"/>
                      <a:pt x="14" y="25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F4396612-9840-4718-A27D-86A6E51FEB71}"/>
                </a:ext>
              </a:extLst>
            </p:cNvPr>
            <p:cNvSpPr txBox="1">
              <a:spLocks/>
            </p:cNvSpPr>
            <p:nvPr/>
          </p:nvSpPr>
          <p:spPr>
            <a:xfrm>
              <a:off x="1202860" y="3064766"/>
              <a:ext cx="1068962" cy="283608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TextBox 28">
              <a:extLst>
                <a:ext uri="{FF2B5EF4-FFF2-40B4-BE49-F238E27FC236}">
                  <a16:creationId xmlns:a16="http://schemas.microsoft.com/office/drawing/2014/main" id="{E8EA6B2C-0597-4933-8584-177030B1EDE6}"/>
                </a:ext>
              </a:extLst>
            </p:cNvPr>
            <p:cNvSpPr txBox="1">
              <a:spLocks/>
            </p:cNvSpPr>
            <p:nvPr/>
          </p:nvSpPr>
          <p:spPr>
            <a:xfrm>
              <a:off x="3023638" y="4106874"/>
              <a:ext cx="1068962" cy="283608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661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千图PPT彼岸天：ID 8661124库_组合 57">
            <a:extLst>
              <a:ext uri="{FF2B5EF4-FFF2-40B4-BE49-F238E27FC236}">
                <a16:creationId xmlns:a16="http://schemas.microsoft.com/office/drawing/2014/main" id="{0812C28C-F255-47FF-AC20-11720D01AA2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67882" y="1376773"/>
            <a:ext cx="2328483" cy="807930"/>
            <a:chOff x="1367882" y="1376773"/>
            <a:chExt cx="2328483" cy="807930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41789D1-B9AF-4629-809C-490AB2A3E751}"/>
                </a:ext>
              </a:extLst>
            </p:cNvPr>
            <p:cNvSpPr txBox="1"/>
            <p:nvPr/>
          </p:nvSpPr>
          <p:spPr>
            <a:xfrm>
              <a:off x="2415703" y="1376773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r"/>
              <a:r>
                <a:rPr lang="zh-CN" altLang="en-US" sz="1400" b="1" dirty="0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BA7716D1-0C32-422E-AB3B-29F9988A5601}"/>
                </a:ext>
              </a:extLst>
            </p:cNvPr>
            <p:cNvSpPr/>
            <p:nvPr/>
          </p:nvSpPr>
          <p:spPr>
            <a:xfrm>
              <a:off x="1367882" y="1753816"/>
              <a:ext cx="2328483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endParaRPr lang="zh-CN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0" name="千图PPT彼岸天：ID 8661124库_组合 59">
            <a:extLst>
              <a:ext uri="{FF2B5EF4-FFF2-40B4-BE49-F238E27FC236}">
                <a16:creationId xmlns:a16="http://schemas.microsoft.com/office/drawing/2014/main" id="{0681297D-0990-4E42-899F-1CC5AB6E2F2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496139" y="4869940"/>
            <a:ext cx="2328483" cy="807931"/>
            <a:chOff x="2496139" y="4869940"/>
            <a:chExt cx="2328483" cy="807931"/>
          </a:xfrm>
        </p:grpSpPr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E6F9D0C-44E0-445D-9EF7-00F083743062}"/>
                </a:ext>
              </a:extLst>
            </p:cNvPr>
            <p:cNvSpPr txBox="1"/>
            <p:nvPr/>
          </p:nvSpPr>
          <p:spPr>
            <a:xfrm>
              <a:off x="3543960" y="4869940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r"/>
              <a:r>
                <a:rPr lang="zh-CN" altLang="en-US" sz="1400" b="1" dirty="0">
                  <a:solidFill>
                    <a:schemeClr val="accent4"/>
                  </a:solidFill>
                </a:rPr>
                <a:t>输入标题文本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9EE28FE9-7D0A-4EFB-A72B-FA521B7D2B30}"/>
                </a:ext>
              </a:extLst>
            </p:cNvPr>
            <p:cNvSpPr/>
            <p:nvPr/>
          </p:nvSpPr>
          <p:spPr>
            <a:xfrm>
              <a:off x="2496139" y="5246984"/>
              <a:ext cx="2328483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endParaRPr lang="zh-CN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A6F387DC-C9A9-4CCA-BA1F-97C52CA1DB8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45744" y="5035552"/>
            <a:ext cx="2296071" cy="807931"/>
            <a:chOff x="7445744" y="5035552"/>
            <a:chExt cx="2296071" cy="807931"/>
          </a:xfrm>
        </p:grpSpPr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2FA36F3-4FA3-4792-AE64-E1D5B4ECD9AC}"/>
                </a:ext>
              </a:extLst>
            </p:cNvPr>
            <p:cNvSpPr txBox="1"/>
            <p:nvPr/>
          </p:nvSpPr>
          <p:spPr>
            <a:xfrm>
              <a:off x="7445744" y="5035552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zh-CN" altLang="en-US" sz="1400" b="1" dirty="0">
                  <a:solidFill>
                    <a:schemeClr val="accent5"/>
                  </a:solidFill>
                </a:rPr>
                <a:t>输入标题文本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A3D3882F-9CE6-4C86-B5A6-05F9A85A57E8}"/>
                </a:ext>
              </a:extLst>
            </p:cNvPr>
            <p:cNvSpPr/>
            <p:nvPr/>
          </p:nvSpPr>
          <p:spPr>
            <a:xfrm>
              <a:off x="7445744" y="5412596"/>
              <a:ext cx="2296071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endParaRPr lang="zh-CN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6" name="千图PPT彼岸天：ID 8661124库_组合 55">
            <a:extLst>
              <a:ext uri="{FF2B5EF4-FFF2-40B4-BE49-F238E27FC236}">
                <a16:creationId xmlns:a16="http://schemas.microsoft.com/office/drawing/2014/main" id="{5AD4A4BC-5C32-4E84-8234-D467C40A07A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920270" y="2404988"/>
            <a:ext cx="2468320" cy="807930"/>
            <a:chOff x="8920270" y="2404988"/>
            <a:chExt cx="2468320" cy="807930"/>
          </a:xfrm>
        </p:grpSpPr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1DD8B28-A728-41F1-B7B2-B7E0A21D3474}"/>
                </a:ext>
              </a:extLst>
            </p:cNvPr>
            <p:cNvSpPr txBox="1"/>
            <p:nvPr/>
          </p:nvSpPr>
          <p:spPr>
            <a:xfrm>
              <a:off x="8920270" y="2404988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zh-CN" altLang="en-US" sz="1400" b="1" dirty="0">
                  <a:solidFill>
                    <a:schemeClr val="accent6"/>
                  </a:solidFill>
                </a:rPr>
                <a:t>输入标题文本</a:t>
              </a: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AEE5E2E7-D026-4EF4-996E-59092F013172}"/>
                </a:ext>
              </a:extLst>
            </p:cNvPr>
            <p:cNvSpPr/>
            <p:nvPr/>
          </p:nvSpPr>
          <p:spPr>
            <a:xfrm>
              <a:off x="8920271" y="2782031"/>
              <a:ext cx="2468319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endParaRPr lang="zh-CN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7" name="千图PPT彼岸天：ID 8661124库_组合 56">
            <a:extLst>
              <a:ext uri="{FF2B5EF4-FFF2-40B4-BE49-F238E27FC236}">
                <a16:creationId xmlns:a16="http://schemas.microsoft.com/office/drawing/2014/main" id="{60BDE3AD-3E6D-4A32-90FD-A5ED6B793EF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467246" y="1627360"/>
            <a:ext cx="2468321" cy="1070759"/>
            <a:chOff x="6467246" y="1627360"/>
            <a:chExt cx="2468321" cy="1070759"/>
          </a:xfrm>
        </p:grpSpPr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B57691C-90D5-46A5-BCB9-BABC6FD7D186}"/>
                </a:ext>
              </a:extLst>
            </p:cNvPr>
            <p:cNvSpPr txBox="1"/>
            <p:nvPr/>
          </p:nvSpPr>
          <p:spPr>
            <a:xfrm>
              <a:off x="6467246" y="1627360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zh-CN" altLang="en-US" sz="1400" b="1" dirty="0">
                  <a:solidFill>
                    <a:schemeClr val="accent2"/>
                  </a:solidFill>
                </a:rPr>
                <a:t>输入标题文本</a:t>
              </a: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889EAC8D-D6D6-424A-849C-A83EBEBAF965}"/>
                </a:ext>
              </a:extLst>
            </p:cNvPr>
            <p:cNvSpPr/>
            <p:nvPr/>
          </p:nvSpPr>
          <p:spPr>
            <a:xfrm>
              <a:off x="6467248" y="2004404"/>
              <a:ext cx="2468319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endParaRPr lang="zh-CN" altLang="en-US" sz="1100" dirty="0">
                <a:solidFill>
                  <a:schemeClr val="tx2"/>
                </a:solidFill>
              </a:endParaRPr>
            </a:p>
          </p:txBody>
        </p:sp>
        <p:cxnSp>
          <p:nvCxnSpPr>
            <p:cNvPr id="38" name="Straight Connector 38">
              <a:extLst>
                <a:ext uri="{FF2B5EF4-FFF2-40B4-BE49-F238E27FC236}">
                  <a16:creationId xmlns:a16="http://schemas.microsoft.com/office/drawing/2014/main" id="{5C28BB0B-0739-44A3-8E5A-504885C5B30C}"/>
                </a:ext>
              </a:extLst>
            </p:cNvPr>
            <p:cNvCxnSpPr/>
            <p:nvPr/>
          </p:nvCxnSpPr>
          <p:spPr>
            <a:xfrm>
              <a:off x="7834414" y="2698119"/>
              <a:ext cx="963275" cy="0"/>
            </a:xfrm>
            <a:prstGeom prst="line">
              <a:avLst/>
            </a:prstGeom>
            <a:ln w="19050">
              <a:solidFill>
                <a:schemeClr val="accent6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千图PPT彼岸天：ID 8661124库_组合 60">
            <a:extLst>
              <a:ext uri="{FF2B5EF4-FFF2-40B4-BE49-F238E27FC236}">
                <a16:creationId xmlns:a16="http://schemas.microsoft.com/office/drawing/2014/main" id="{F4184BC3-EE58-48F2-B2A3-9B0E1CE4612C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450892" y="1674274"/>
            <a:ext cx="7222120" cy="3681922"/>
            <a:chOff x="2450892" y="1674274"/>
            <a:chExt cx="7222120" cy="3681922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8779D2EC-9299-4A84-BCFB-3ACD8C213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892" y="2327570"/>
              <a:ext cx="2246313" cy="2011363"/>
            </a:xfrm>
            <a:custGeom>
              <a:avLst/>
              <a:gdLst>
                <a:gd name="connsiteX0" fmla="*/ 1005682 w 2246313"/>
                <a:gd name="connsiteY0" fmla="*/ 0 h 2011363"/>
                <a:gd name="connsiteX1" fmla="*/ 1005682 w 2246313"/>
                <a:gd name="connsiteY1" fmla="*/ 502841 h 2011363"/>
                <a:gd name="connsiteX2" fmla="*/ 1813803 w 2246313"/>
                <a:gd name="connsiteY2" fmla="*/ 502841 h 2011363"/>
                <a:gd name="connsiteX3" fmla="*/ 1813410 w 2246313"/>
                <a:gd name="connsiteY3" fmla="*/ 506782 h 2011363"/>
                <a:gd name="connsiteX4" fmla="*/ 2173765 w 2246313"/>
                <a:gd name="connsiteY4" fmla="*/ 953953 h 2011363"/>
                <a:gd name="connsiteX5" fmla="*/ 2246313 w 2246313"/>
                <a:gd name="connsiteY5" fmla="*/ 961349 h 2011363"/>
                <a:gd name="connsiteX6" fmla="*/ 2246313 w 2246313"/>
                <a:gd name="connsiteY6" fmla="*/ 1508522 h 2011363"/>
                <a:gd name="connsiteX7" fmla="*/ 1005682 w 2246313"/>
                <a:gd name="connsiteY7" fmla="*/ 1508522 h 2011363"/>
                <a:gd name="connsiteX8" fmla="*/ 1005682 w 2246313"/>
                <a:gd name="connsiteY8" fmla="*/ 2011363 h 2011363"/>
                <a:gd name="connsiteX9" fmla="*/ 0 w 2246313"/>
                <a:gd name="connsiteY9" fmla="*/ 1005682 h 201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6313" h="2011363">
                  <a:moveTo>
                    <a:pt x="1005682" y="0"/>
                  </a:moveTo>
                  <a:lnTo>
                    <a:pt x="1005682" y="502841"/>
                  </a:lnTo>
                  <a:lnTo>
                    <a:pt x="1813803" y="502841"/>
                  </a:lnTo>
                  <a:lnTo>
                    <a:pt x="1813410" y="506782"/>
                  </a:lnTo>
                  <a:cubicBezTo>
                    <a:pt x="1813410" y="727358"/>
                    <a:pt x="1968111" y="911391"/>
                    <a:pt x="2173765" y="953953"/>
                  </a:cubicBezTo>
                  <a:lnTo>
                    <a:pt x="2246313" y="961349"/>
                  </a:lnTo>
                  <a:lnTo>
                    <a:pt x="2246313" y="1508522"/>
                  </a:lnTo>
                  <a:lnTo>
                    <a:pt x="1005682" y="1508522"/>
                  </a:lnTo>
                  <a:lnTo>
                    <a:pt x="1005682" y="2011363"/>
                  </a:lnTo>
                  <a:lnTo>
                    <a:pt x="0" y="100568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C6CDE45B-33D0-4FE8-9881-28BCE2920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0049" y="3212919"/>
              <a:ext cx="902619" cy="90261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1448EBEB-4A01-4C21-B4EC-9B81FC289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3287" y="2330268"/>
              <a:ext cx="902619" cy="9026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109AF456-56A5-4F76-A5DD-083D9A570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636" y="2336618"/>
              <a:ext cx="902619" cy="9026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2863D94D-61C6-483D-A70D-1F719E542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286" y="4103507"/>
              <a:ext cx="902619" cy="90261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DA936D09-18C7-4CF5-8039-AC98BFE4D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7637" y="3220856"/>
              <a:ext cx="902619" cy="90261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15A83162-FC76-4E3B-A5AC-340F8BE0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114" y="3227207"/>
              <a:ext cx="902619" cy="90261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Freeform: Shape 9">
              <a:extLst>
                <a:ext uri="{FF2B5EF4-FFF2-40B4-BE49-F238E27FC236}">
                  <a16:creationId xmlns:a16="http://schemas.microsoft.com/office/drawing/2014/main" id="{6CECE7C2-9D23-4CC4-BD6E-FCF838FBC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524" y="3218158"/>
              <a:ext cx="2249488" cy="2008188"/>
            </a:xfrm>
            <a:custGeom>
              <a:avLst/>
              <a:gdLst>
                <a:gd name="connsiteX0" fmla="*/ 1245394 w 2249488"/>
                <a:gd name="connsiteY0" fmla="*/ 0 h 2008188"/>
                <a:gd name="connsiteX1" fmla="*/ 2249488 w 2249488"/>
                <a:gd name="connsiteY1" fmla="*/ 1004094 h 2008188"/>
                <a:gd name="connsiteX2" fmla="*/ 1245394 w 2249488"/>
                <a:gd name="connsiteY2" fmla="*/ 2008188 h 2008188"/>
                <a:gd name="connsiteX3" fmla="*/ 1245394 w 2249488"/>
                <a:gd name="connsiteY3" fmla="*/ 1506141 h 2008188"/>
                <a:gd name="connsiteX4" fmla="*/ 0 w 2249488"/>
                <a:gd name="connsiteY4" fmla="*/ 1506141 h 2008188"/>
                <a:gd name="connsiteX5" fmla="*/ 0 w 2249488"/>
                <a:gd name="connsiteY5" fmla="*/ 956909 h 2008188"/>
                <a:gd name="connsiteX6" fmla="*/ 31077 w 2249488"/>
                <a:gd name="connsiteY6" fmla="*/ 953776 h 2008188"/>
                <a:gd name="connsiteX7" fmla="*/ 391432 w 2249488"/>
                <a:gd name="connsiteY7" fmla="*/ 511635 h 2008188"/>
                <a:gd name="connsiteX8" fmla="*/ 390466 w 2249488"/>
                <a:gd name="connsiteY8" fmla="*/ 502047 h 2008188"/>
                <a:gd name="connsiteX9" fmla="*/ 1245394 w 2249488"/>
                <a:gd name="connsiteY9" fmla="*/ 502047 h 200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9488" h="2008188">
                  <a:moveTo>
                    <a:pt x="1245394" y="0"/>
                  </a:moveTo>
                  <a:lnTo>
                    <a:pt x="2249488" y="1004094"/>
                  </a:lnTo>
                  <a:lnTo>
                    <a:pt x="1245394" y="2008188"/>
                  </a:lnTo>
                  <a:lnTo>
                    <a:pt x="1245394" y="1506141"/>
                  </a:lnTo>
                  <a:lnTo>
                    <a:pt x="0" y="1506141"/>
                  </a:lnTo>
                  <a:lnTo>
                    <a:pt x="0" y="956909"/>
                  </a:lnTo>
                  <a:lnTo>
                    <a:pt x="31077" y="953776"/>
                  </a:lnTo>
                  <a:cubicBezTo>
                    <a:pt x="236732" y="911693"/>
                    <a:pt x="391432" y="729731"/>
                    <a:pt x="391432" y="511635"/>
                  </a:cubicBezTo>
                  <a:lnTo>
                    <a:pt x="390466" y="502047"/>
                  </a:lnTo>
                  <a:lnTo>
                    <a:pt x="1245394" y="5020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62D6434D-EACA-4640-96E6-596A8AFA2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747" y="2617516"/>
              <a:ext cx="318396" cy="340819"/>
            </a:xfrm>
            <a:custGeom>
              <a:avLst/>
              <a:gdLst>
                <a:gd name="T0" fmla="*/ 56 w 60"/>
                <a:gd name="T1" fmla="*/ 0 h 64"/>
                <a:gd name="T2" fmla="*/ 8 w 60"/>
                <a:gd name="T3" fmla="*/ 0 h 64"/>
                <a:gd name="T4" fmla="*/ 4 w 60"/>
                <a:gd name="T5" fmla="*/ 4 h 64"/>
                <a:gd name="T6" fmla="*/ 4 w 60"/>
                <a:gd name="T7" fmla="*/ 12 h 64"/>
                <a:gd name="T8" fmla="*/ 10 w 60"/>
                <a:gd name="T9" fmla="*/ 12 h 64"/>
                <a:gd name="T10" fmla="*/ 12 w 60"/>
                <a:gd name="T11" fmla="*/ 14 h 64"/>
                <a:gd name="T12" fmla="*/ 10 w 60"/>
                <a:gd name="T13" fmla="*/ 16 h 64"/>
                <a:gd name="T14" fmla="*/ 2 w 60"/>
                <a:gd name="T15" fmla="*/ 16 h 64"/>
                <a:gd name="T16" fmla="*/ 0 w 60"/>
                <a:gd name="T17" fmla="*/ 18 h 64"/>
                <a:gd name="T18" fmla="*/ 2 w 60"/>
                <a:gd name="T19" fmla="*/ 20 h 64"/>
                <a:gd name="T20" fmla="*/ 4 w 60"/>
                <a:gd name="T21" fmla="*/ 20 h 64"/>
                <a:gd name="T22" fmla="*/ 4 w 60"/>
                <a:gd name="T23" fmla="*/ 28 h 64"/>
                <a:gd name="T24" fmla="*/ 10 w 60"/>
                <a:gd name="T25" fmla="*/ 28 h 64"/>
                <a:gd name="T26" fmla="*/ 12 w 60"/>
                <a:gd name="T27" fmla="*/ 30 h 64"/>
                <a:gd name="T28" fmla="*/ 10 w 60"/>
                <a:gd name="T29" fmla="*/ 32 h 64"/>
                <a:gd name="T30" fmla="*/ 2 w 60"/>
                <a:gd name="T31" fmla="*/ 32 h 64"/>
                <a:gd name="T32" fmla="*/ 0 w 60"/>
                <a:gd name="T33" fmla="*/ 34 h 64"/>
                <a:gd name="T34" fmla="*/ 2 w 60"/>
                <a:gd name="T35" fmla="*/ 36 h 64"/>
                <a:gd name="T36" fmla="*/ 4 w 60"/>
                <a:gd name="T37" fmla="*/ 36 h 64"/>
                <a:gd name="T38" fmla="*/ 4 w 60"/>
                <a:gd name="T39" fmla="*/ 44 h 64"/>
                <a:gd name="T40" fmla="*/ 10 w 60"/>
                <a:gd name="T41" fmla="*/ 44 h 64"/>
                <a:gd name="T42" fmla="*/ 12 w 60"/>
                <a:gd name="T43" fmla="*/ 46 h 64"/>
                <a:gd name="T44" fmla="*/ 10 w 60"/>
                <a:gd name="T45" fmla="*/ 48 h 64"/>
                <a:gd name="T46" fmla="*/ 2 w 60"/>
                <a:gd name="T47" fmla="*/ 48 h 64"/>
                <a:gd name="T48" fmla="*/ 0 w 60"/>
                <a:gd name="T49" fmla="*/ 50 h 64"/>
                <a:gd name="T50" fmla="*/ 2 w 60"/>
                <a:gd name="T51" fmla="*/ 52 h 64"/>
                <a:gd name="T52" fmla="*/ 4 w 60"/>
                <a:gd name="T53" fmla="*/ 52 h 64"/>
                <a:gd name="T54" fmla="*/ 4 w 60"/>
                <a:gd name="T55" fmla="*/ 60 h 64"/>
                <a:gd name="T56" fmla="*/ 8 w 60"/>
                <a:gd name="T57" fmla="*/ 64 h 64"/>
                <a:gd name="T58" fmla="*/ 56 w 60"/>
                <a:gd name="T59" fmla="*/ 64 h 64"/>
                <a:gd name="T60" fmla="*/ 60 w 60"/>
                <a:gd name="T61" fmla="*/ 60 h 64"/>
                <a:gd name="T62" fmla="*/ 60 w 60"/>
                <a:gd name="T63" fmla="*/ 4 h 64"/>
                <a:gd name="T64" fmla="*/ 56 w 60"/>
                <a:gd name="T65" fmla="*/ 0 h 64"/>
                <a:gd name="T66" fmla="*/ 48 w 60"/>
                <a:gd name="T67" fmla="*/ 28 h 64"/>
                <a:gd name="T68" fmla="*/ 24 w 60"/>
                <a:gd name="T69" fmla="*/ 28 h 64"/>
                <a:gd name="T70" fmla="*/ 24 w 60"/>
                <a:gd name="T71" fmla="*/ 12 h 64"/>
                <a:gd name="T72" fmla="*/ 48 w 60"/>
                <a:gd name="T73" fmla="*/ 12 h 64"/>
                <a:gd name="T74" fmla="*/ 48 w 60"/>
                <a:gd name="T7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4">
                  <a:moveTo>
                    <a:pt x="5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2"/>
                    <a:pt x="4" y="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2"/>
                    <a:pt x="12" y="13"/>
                    <a:pt x="12" y="14"/>
                  </a:cubicBezTo>
                  <a:cubicBezTo>
                    <a:pt x="12" y="15"/>
                    <a:pt x="11" y="16"/>
                    <a:pt x="1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28"/>
                    <a:pt x="12" y="29"/>
                    <a:pt x="12" y="30"/>
                  </a:cubicBezTo>
                  <a:cubicBezTo>
                    <a:pt x="12" y="31"/>
                    <a:pt x="11" y="32"/>
                    <a:pt x="10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2" y="45"/>
                    <a:pt x="12" y="46"/>
                  </a:cubicBezTo>
                  <a:cubicBezTo>
                    <a:pt x="12" y="47"/>
                    <a:pt x="11" y="48"/>
                    <a:pt x="10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8"/>
                    <a:pt x="0" y="49"/>
                    <a:pt x="0" y="50"/>
                  </a:cubicBezTo>
                  <a:cubicBezTo>
                    <a:pt x="0" y="51"/>
                    <a:pt x="1" y="52"/>
                    <a:pt x="2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8" y="64"/>
                    <a:pt x="60" y="62"/>
                    <a:pt x="60" y="60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"/>
                    <a:pt x="58" y="0"/>
                    <a:pt x="56" y="0"/>
                  </a:cubicBezTo>
                  <a:close/>
                  <a:moveTo>
                    <a:pt x="48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FFCD64EE-92D4-4E77-9DB5-66794B502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741" y="2669187"/>
              <a:ext cx="299713" cy="224785"/>
            </a:xfrm>
            <a:custGeom>
              <a:avLst/>
              <a:gdLst>
                <a:gd name="T0" fmla="*/ 67 w 152"/>
                <a:gd name="T1" fmla="*/ 19 h 114"/>
                <a:gd name="T2" fmla="*/ 50 w 152"/>
                <a:gd name="T3" fmla="*/ 0 h 114"/>
                <a:gd name="T4" fmla="*/ 0 w 152"/>
                <a:gd name="T5" fmla="*/ 0 h 114"/>
                <a:gd name="T6" fmla="*/ 0 w 152"/>
                <a:gd name="T7" fmla="*/ 114 h 114"/>
                <a:gd name="T8" fmla="*/ 152 w 152"/>
                <a:gd name="T9" fmla="*/ 114 h 114"/>
                <a:gd name="T10" fmla="*/ 152 w 152"/>
                <a:gd name="T11" fmla="*/ 19 h 114"/>
                <a:gd name="T12" fmla="*/ 67 w 152"/>
                <a:gd name="T13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14">
                  <a:moveTo>
                    <a:pt x="67" y="19"/>
                  </a:moveTo>
                  <a:lnTo>
                    <a:pt x="50" y="0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152" y="114"/>
                  </a:lnTo>
                  <a:lnTo>
                    <a:pt x="152" y="19"/>
                  </a:lnTo>
                  <a:lnTo>
                    <a:pt x="67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4CD5C394-64AB-48AD-8E50-C00D47C1489E}"/>
                </a:ext>
              </a:extLst>
            </p:cNvPr>
            <p:cNvGrpSpPr/>
            <p:nvPr/>
          </p:nvGrpSpPr>
          <p:grpSpPr>
            <a:xfrm>
              <a:off x="5103835" y="3475459"/>
              <a:ext cx="355003" cy="377504"/>
              <a:chOff x="4535488" y="4030663"/>
              <a:chExt cx="225425" cy="239713"/>
            </a:xfrm>
            <a:solidFill>
              <a:schemeClr val="bg1"/>
            </a:solidFill>
          </p:grpSpPr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028BE50F-C493-495F-BCD1-72A81BAAE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776" y="4179888"/>
                <a:ext cx="90488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Rectangle 54">
                <a:extLst>
                  <a:ext uri="{FF2B5EF4-FFF2-40B4-BE49-F238E27FC236}">
                    <a16:creationId xmlns:a16="http://schemas.microsoft.com/office/drawing/2014/main" id="{50B9D158-A1C9-4C33-92E7-7A91BC0E7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4179888"/>
                <a:ext cx="88900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55">
                <a:extLst>
                  <a:ext uri="{FF2B5EF4-FFF2-40B4-BE49-F238E27FC236}">
                    <a16:creationId xmlns:a16="http://schemas.microsoft.com/office/drawing/2014/main" id="{1899EB93-BE41-4B38-907E-34FBC9603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5488" y="4030663"/>
                <a:ext cx="225425" cy="134938"/>
              </a:xfrm>
              <a:custGeom>
                <a:avLst/>
                <a:gdLst>
                  <a:gd name="T0" fmla="*/ 36 w 60"/>
                  <a:gd name="T1" fmla="*/ 20 h 36"/>
                  <a:gd name="T2" fmla="*/ 36 w 60"/>
                  <a:gd name="T3" fmla="*/ 20 h 36"/>
                  <a:gd name="T4" fmla="*/ 52 w 60"/>
                  <a:gd name="T5" fmla="*/ 10 h 36"/>
                  <a:gd name="T6" fmla="*/ 42 w 60"/>
                  <a:gd name="T7" fmla="*/ 0 h 36"/>
                  <a:gd name="T8" fmla="*/ 32 w 60"/>
                  <a:gd name="T9" fmla="*/ 16 h 36"/>
                  <a:gd name="T10" fmla="*/ 32 w 60"/>
                  <a:gd name="T11" fmla="*/ 16 h 36"/>
                  <a:gd name="T12" fmla="*/ 28 w 60"/>
                  <a:gd name="T13" fmla="*/ 16 h 36"/>
                  <a:gd name="T14" fmla="*/ 28 w 60"/>
                  <a:gd name="T15" fmla="*/ 16 h 36"/>
                  <a:gd name="T16" fmla="*/ 18 w 60"/>
                  <a:gd name="T17" fmla="*/ 0 h 36"/>
                  <a:gd name="T18" fmla="*/ 8 w 60"/>
                  <a:gd name="T19" fmla="*/ 10 h 36"/>
                  <a:gd name="T20" fmla="*/ 24 w 60"/>
                  <a:gd name="T21" fmla="*/ 20 h 36"/>
                  <a:gd name="T22" fmla="*/ 24 w 60"/>
                  <a:gd name="T23" fmla="*/ 20 h 36"/>
                  <a:gd name="T24" fmla="*/ 0 w 60"/>
                  <a:gd name="T25" fmla="*/ 20 h 36"/>
                  <a:gd name="T26" fmla="*/ 0 w 60"/>
                  <a:gd name="T27" fmla="*/ 36 h 36"/>
                  <a:gd name="T28" fmla="*/ 28 w 60"/>
                  <a:gd name="T29" fmla="*/ 36 h 36"/>
                  <a:gd name="T30" fmla="*/ 28 w 60"/>
                  <a:gd name="T31" fmla="*/ 20 h 36"/>
                  <a:gd name="T32" fmla="*/ 32 w 60"/>
                  <a:gd name="T33" fmla="*/ 20 h 36"/>
                  <a:gd name="T34" fmla="*/ 32 w 60"/>
                  <a:gd name="T35" fmla="*/ 36 h 36"/>
                  <a:gd name="T36" fmla="*/ 60 w 60"/>
                  <a:gd name="T37" fmla="*/ 36 h 36"/>
                  <a:gd name="T38" fmla="*/ 60 w 60"/>
                  <a:gd name="T39" fmla="*/ 20 h 36"/>
                  <a:gd name="T40" fmla="*/ 36 w 60"/>
                  <a:gd name="T41" fmla="*/ 20 h 36"/>
                  <a:gd name="T42" fmla="*/ 12 w 60"/>
                  <a:gd name="T43" fmla="*/ 10 h 36"/>
                  <a:gd name="T44" fmla="*/ 18 w 60"/>
                  <a:gd name="T45" fmla="*/ 4 h 36"/>
                  <a:gd name="T46" fmla="*/ 24 w 60"/>
                  <a:gd name="T47" fmla="*/ 16 h 36"/>
                  <a:gd name="T48" fmla="*/ 12 w 60"/>
                  <a:gd name="T49" fmla="*/ 10 h 36"/>
                  <a:gd name="T50" fmla="*/ 42 w 60"/>
                  <a:gd name="T51" fmla="*/ 4 h 36"/>
                  <a:gd name="T52" fmla="*/ 48 w 60"/>
                  <a:gd name="T53" fmla="*/ 10 h 36"/>
                  <a:gd name="T54" fmla="*/ 36 w 60"/>
                  <a:gd name="T55" fmla="*/ 16 h 36"/>
                  <a:gd name="T56" fmla="*/ 42 w 60"/>
                  <a:gd name="T5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0" h="36">
                    <a:moveTo>
                      <a:pt x="36" y="20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2" y="19"/>
                      <a:pt x="52" y="17"/>
                      <a:pt x="52" y="10"/>
                    </a:cubicBezTo>
                    <a:cubicBezTo>
                      <a:pt x="52" y="5"/>
                      <a:pt x="47" y="0"/>
                      <a:pt x="42" y="0"/>
                    </a:cubicBezTo>
                    <a:cubicBezTo>
                      <a:pt x="37" y="0"/>
                      <a:pt x="33" y="4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7" y="4"/>
                      <a:pt x="23" y="0"/>
                      <a:pt x="18" y="0"/>
                    </a:cubicBezTo>
                    <a:cubicBezTo>
                      <a:pt x="13" y="0"/>
                      <a:pt x="8" y="5"/>
                      <a:pt x="8" y="10"/>
                    </a:cubicBezTo>
                    <a:cubicBezTo>
                      <a:pt x="8" y="17"/>
                      <a:pt x="18" y="19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20"/>
                      <a:pt x="60" y="20"/>
                      <a:pt x="60" y="20"/>
                    </a:cubicBezTo>
                    <a:lnTo>
                      <a:pt x="36" y="20"/>
                    </a:lnTo>
                    <a:close/>
                    <a:moveTo>
                      <a:pt x="12" y="10"/>
                    </a:moveTo>
                    <a:cubicBezTo>
                      <a:pt x="12" y="7"/>
                      <a:pt x="15" y="4"/>
                      <a:pt x="18" y="4"/>
                    </a:cubicBezTo>
                    <a:cubicBezTo>
                      <a:pt x="21" y="4"/>
                      <a:pt x="23" y="8"/>
                      <a:pt x="24" y="16"/>
                    </a:cubicBezTo>
                    <a:cubicBezTo>
                      <a:pt x="18" y="15"/>
                      <a:pt x="12" y="13"/>
                      <a:pt x="12" y="10"/>
                    </a:cubicBezTo>
                    <a:close/>
                    <a:moveTo>
                      <a:pt x="42" y="4"/>
                    </a:moveTo>
                    <a:cubicBezTo>
                      <a:pt x="45" y="4"/>
                      <a:pt x="48" y="7"/>
                      <a:pt x="48" y="10"/>
                    </a:cubicBezTo>
                    <a:cubicBezTo>
                      <a:pt x="48" y="13"/>
                      <a:pt x="42" y="15"/>
                      <a:pt x="36" y="16"/>
                    </a:cubicBezTo>
                    <a:cubicBezTo>
                      <a:pt x="37" y="8"/>
                      <a:pt x="39" y="4"/>
                      <a:pt x="4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DC39699-C266-439C-B8A1-C7819EFAC337}"/>
                </a:ext>
              </a:extLst>
            </p:cNvPr>
            <p:cNvGrpSpPr/>
            <p:nvPr/>
          </p:nvGrpSpPr>
          <p:grpSpPr>
            <a:xfrm>
              <a:off x="7052462" y="3492451"/>
              <a:ext cx="505920" cy="372131"/>
              <a:chOff x="5775325" y="3484563"/>
              <a:chExt cx="714376" cy="525462"/>
            </a:xfrm>
            <a:solidFill>
              <a:schemeClr val="bg1"/>
            </a:solidFill>
          </p:grpSpPr>
          <p:sp>
            <p:nvSpPr>
              <p:cNvPr id="51" name="Freeform: Shape 51">
                <a:extLst>
                  <a:ext uri="{FF2B5EF4-FFF2-40B4-BE49-F238E27FC236}">
                    <a16:creationId xmlns:a16="http://schemas.microsoft.com/office/drawing/2014/main" id="{FD6123A8-A23C-4CD0-89B1-A1B61B09B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5325" y="3662363"/>
                <a:ext cx="350838" cy="314325"/>
              </a:xfrm>
              <a:custGeom>
                <a:avLst/>
                <a:gdLst>
                  <a:gd name="T0" fmla="*/ 0 w 52"/>
                  <a:gd name="T1" fmla="*/ 3 h 46"/>
                  <a:gd name="T2" fmla="*/ 13 w 52"/>
                  <a:gd name="T3" fmla="*/ 12 h 46"/>
                  <a:gd name="T4" fmla="*/ 23 w 52"/>
                  <a:gd name="T5" fmla="*/ 34 h 46"/>
                  <a:gd name="T6" fmla="*/ 42 w 52"/>
                  <a:gd name="T7" fmla="*/ 45 h 46"/>
                  <a:gd name="T8" fmla="*/ 27 w 52"/>
                  <a:gd name="T9" fmla="*/ 17 h 46"/>
                  <a:gd name="T10" fmla="*/ 45 w 52"/>
                  <a:gd name="T11" fmla="*/ 44 h 46"/>
                  <a:gd name="T12" fmla="*/ 50 w 52"/>
                  <a:gd name="T13" fmla="*/ 29 h 46"/>
                  <a:gd name="T14" fmla="*/ 0 w 52"/>
                  <a:gd name="T1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46">
                    <a:moveTo>
                      <a:pt x="0" y="3"/>
                    </a:moveTo>
                    <a:cubicBezTo>
                      <a:pt x="6" y="5"/>
                      <a:pt x="10" y="7"/>
                      <a:pt x="13" y="12"/>
                    </a:cubicBezTo>
                    <a:cubicBezTo>
                      <a:pt x="18" y="20"/>
                      <a:pt x="19" y="26"/>
                      <a:pt x="23" y="34"/>
                    </a:cubicBezTo>
                    <a:cubicBezTo>
                      <a:pt x="28" y="44"/>
                      <a:pt x="38" y="46"/>
                      <a:pt x="42" y="45"/>
                    </a:cubicBezTo>
                    <a:cubicBezTo>
                      <a:pt x="42" y="36"/>
                      <a:pt x="36" y="24"/>
                      <a:pt x="27" y="17"/>
                    </a:cubicBezTo>
                    <a:cubicBezTo>
                      <a:pt x="38" y="24"/>
                      <a:pt x="44" y="33"/>
                      <a:pt x="45" y="44"/>
                    </a:cubicBezTo>
                    <a:cubicBezTo>
                      <a:pt x="45" y="44"/>
                      <a:pt x="52" y="39"/>
                      <a:pt x="50" y="29"/>
                    </a:cubicBezTo>
                    <a:cubicBezTo>
                      <a:pt x="46" y="5"/>
                      <a:pt x="18" y="0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52">
                <a:extLst>
                  <a:ext uri="{FF2B5EF4-FFF2-40B4-BE49-F238E27FC236}">
                    <a16:creationId xmlns:a16="http://schemas.microsoft.com/office/drawing/2014/main" id="{A2CB6268-4B53-48F5-8792-B382FE291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2188" y="3484563"/>
                <a:ext cx="417513" cy="525462"/>
              </a:xfrm>
              <a:custGeom>
                <a:avLst/>
                <a:gdLst>
                  <a:gd name="T0" fmla="*/ 0 w 62"/>
                  <a:gd name="T1" fmla="*/ 38 h 77"/>
                  <a:gd name="T2" fmla="*/ 8 w 62"/>
                  <a:gd name="T3" fmla="*/ 56 h 77"/>
                  <a:gd name="T4" fmla="*/ 5 w 62"/>
                  <a:gd name="T5" fmla="*/ 70 h 77"/>
                  <a:gd name="T6" fmla="*/ 10 w 62"/>
                  <a:gd name="T7" fmla="*/ 74 h 77"/>
                  <a:gd name="T8" fmla="*/ 29 w 62"/>
                  <a:gd name="T9" fmla="*/ 29 h 77"/>
                  <a:gd name="T10" fmla="*/ 13 w 62"/>
                  <a:gd name="T11" fmla="*/ 75 h 77"/>
                  <a:gd name="T12" fmla="*/ 39 w 62"/>
                  <a:gd name="T13" fmla="*/ 52 h 77"/>
                  <a:gd name="T14" fmla="*/ 46 w 62"/>
                  <a:gd name="T15" fmla="*/ 18 h 77"/>
                  <a:gd name="T16" fmla="*/ 62 w 62"/>
                  <a:gd name="T17" fmla="*/ 0 h 77"/>
                  <a:gd name="T18" fmla="*/ 0 w 62"/>
                  <a:gd name="T19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77">
                    <a:moveTo>
                      <a:pt x="0" y="38"/>
                    </a:moveTo>
                    <a:cubicBezTo>
                      <a:pt x="5" y="43"/>
                      <a:pt x="7" y="48"/>
                      <a:pt x="8" y="56"/>
                    </a:cubicBezTo>
                    <a:cubicBezTo>
                      <a:pt x="9" y="61"/>
                      <a:pt x="7" y="66"/>
                      <a:pt x="5" y="70"/>
                    </a:cubicBezTo>
                    <a:cubicBezTo>
                      <a:pt x="6" y="73"/>
                      <a:pt x="10" y="74"/>
                      <a:pt x="10" y="74"/>
                    </a:cubicBezTo>
                    <a:cubicBezTo>
                      <a:pt x="11" y="56"/>
                      <a:pt x="14" y="42"/>
                      <a:pt x="29" y="29"/>
                    </a:cubicBezTo>
                    <a:cubicBezTo>
                      <a:pt x="17" y="42"/>
                      <a:pt x="12" y="62"/>
                      <a:pt x="13" y="75"/>
                    </a:cubicBezTo>
                    <a:cubicBezTo>
                      <a:pt x="21" y="77"/>
                      <a:pt x="35" y="69"/>
                      <a:pt x="39" y="52"/>
                    </a:cubicBezTo>
                    <a:cubicBezTo>
                      <a:pt x="43" y="39"/>
                      <a:pt x="41" y="30"/>
                      <a:pt x="46" y="18"/>
                    </a:cubicBezTo>
                    <a:cubicBezTo>
                      <a:pt x="50" y="9"/>
                      <a:pt x="55" y="5"/>
                      <a:pt x="62" y="0"/>
                    </a:cubicBezTo>
                    <a:cubicBezTo>
                      <a:pt x="40" y="1"/>
                      <a:pt x="8" y="13"/>
                      <a:pt x="0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1DCC0D54-F0FD-461B-8F39-13EB536AD891}"/>
                </a:ext>
              </a:extLst>
            </p:cNvPr>
            <p:cNvGrpSpPr/>
            <p:nvPr/>
          </p:nvGrpSpPr>
          <p:grpSpPr>
            <a:xfrm>
              <a:off x="6130648" y="3488626"/>
              <a:ext cx="336599" cy="367079"/>
              <a:chOff x="9217025" y="1244600"/>
              <a:chExt cx="403225" cy="439738"/>
            </a:xfrm>
            <a:solidFill>
              <a:schemeClr val="bg1"/>
            </a:solidFill>
          </p:grpSpPr>
          <p:sp>
            <p:nvSpPr>
              <p:cNvPr id="42" name="Rectangle 42">
                <a:extLst>
                  <a:ext uri="{FF2B5EF4-FFF2-40B4-BE49-F238E27FC236}">
                    <a16:creationId xmlns:a16="http://schemas.microsoft.com/office/drawing/2014/main" id="{DFA5CB1A-449D-4049-BE60-308688BDE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8938" y="1422400"/>
                <a:ext cx="4603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Rectangle 43">
                <a:extLst>
                  <a:ext uri="{FF2B5EF4-FFF2-40B4-BE49-F238E27FC236}">
                    <a16:creationId xmlns:a16="http://schemas.microsoft.com/office/drawing/2014/main" id="{10A3EFFF-412F-41CD-A22E-74861C034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8938" y="1498600"/>
                <a:ext cx="4603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Rectangle 44">
                <a:extLst>
                  <a:ext uri="{FF2B5EF4-FFF2-40B4-BE49-F238E27FC236}">
                    <a16:creationId xmlns:a16="http://schemas.microsoft.com/office/drawing/2014/main" id="{49543127-5B77-4F15-916C-8EFB06A39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8938" y="1576388"/>
                <a:ext cx="4603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Rectangle 45">
                <a:extLst>
                  <a:ext uri="{FF2B5EF4-FFF2-40B4-BE49-F238E27FC236}">
                    <a16:creationId xmlns:a16="http://schemas.microsoft.com/office/drawing/2014/main" id="{4DEEF727-45BD-4B5C-ABD3-22CA46DE3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6725" y="1452563"/>
                <a:ext cx="201613" cy="15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Rectangle 46">
                <a:extLst>
                  <a:ext uri="{FF2B5EF4-FFF2-40B4-BE49-F238E27FC236}">
                    <a16:creationId xmlns:a16="http://schemas.microsoft.com/office/drawing/2014/main" id="{8B631383-5E59-4E0E-B5F6-C60BBCB07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6725" y="1530350"/>
                <a:ext cx="201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Rectangle 47">
                <a:extLst>
                  <a:ext uri="{FF2B5EF4-FFF2-40B4-BE49-F238E27FC236}">
                    <a16:creationId xmlns:a16="http://schemas.microsoft.com/office/drawing/2014/main" id="{175EF3CF-BD26-412D-8899-559A6D033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6725" y="1606550"/>
                <a:ext cx="201613" cy="15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48">
                <a:extLst>
                  <a:ext uri="{FF2B5EF4-FFF2-40B4-BE49-F238E27FC236}">
                    <a16:creationId xmlns:a16="http://schemas.microsoft.com/office/drawing/2014/main" id="{42E083F4-4685-4E97-9D6D-F197181BB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7025" y="1290638"/>
                <a:ext cx="403225" cy="393700"/>
              </a:xfrm>
              <a:custGeom>
                <a:avLst/>
                <a:gdLst>
                  <a:gd name="T0" fmla="*/ 92 w 104"/>
                  <a:gd name="T1" fmla="*/ 0 h 102"/>
                  <a:gd name="T2" fmla="*/ 84 w 104"/>
                  <a:gd name="T3" fmla="*/ 0 h 102"/>
                  <a:gd name="T4" fmla="*/ 84 w 104"/>
                  <a:gd name="T5" fmla="*/ 16 h 102"/>
                  <a:gd name="T6" fmla="*/ 80 w 104"/>
                  <a:gd name="T7" fmla="*/ 20 h 102"/>
                  <a:gd name="T8" fmla="*/ 72 w 104"/>
                  <a:gd name="T9" fmla="*/ 20 h 102"/>
                  <a:gd name="T10" fmla="*/ 68 w 104"/>
                  <a:gd name="T11" fmla="*/ 16 h 102"/>
                  <a:gd name="T12" fmla="*/ 68 w 104"/>
                  <a:gd name="T13" fmla="*/ 0 h 102"/>
                  <a:gd name="T14" fmla="*/ 36 w 104"/>
                  <a:gd name="T15" fmla="*/ 0 h 102"/>
                  <a:gd name="T16" fmla="*/ 36 w 104"/>
                  <a:gd name="T17" fmla="*/ 16 h 102"/>
                  <a:gd name="T18" fmla="*/ 32 w 104"/>
                  <a:gd name="T19" fmla="*/ 20 h 102"/>
                  <a:gd name="T20" fmla="*/ 24 w 104"/>
                  <a:gd name="T21" fmla="*/ 20 h 102"/>
                  <a:gd name="T22" fmla="*/ 20 w 104"/>
                  <a:gd name="T23" fmla="*/ 16 h 102"/>
                  <a:gd name="T24" fmla="*/ 20 w 104"/>
                  <a:gd name="T25" fmla="*/ 0 h 102"/>
                  <a:gd name="T26" fmla="*/ 12 w 104"/>
                  <a:gd name="T27" fmla="*/ 0 h 102"/>
                  <a:gd name="T28" fmla="*/ 0 w 104"/>
                  <a:gd name="T29" fmla="*/ 12 h 102"/>
                  <a:gd name="T30" fmla="*/ 0 w 104"/>
                  <a:gd name="T31" fmla="*/ 20 h 102"/>
                  <a:gd name="T32" fmla="*/ 0 w 104"/>
                  <a:gd name="T33" fmla="*/ 24 h 102"/>
                  <a:gd name="T34" fmla="*/ 0 w 104"/>
                  <a:gd name="T35" fmla="*/ 28 h 102"/>
                  <a:gd name="T36" fmla="*/ 0 w 104"/>
                  <a:gd name="T37" fmla="*/ 91 h 102"/>
                  <a:gd name="T38" fmla="*/ 12 w 104"/>
                  <a:gd name="T39" fmla="*/ 102 h 102"/>
                  <a:gd name="T40" fmla="*/ 92 w 104"/>
                  <a:gd name="T41" fmla="*/ 102 h 102"/>
                  <a:gd name="T42" fmla="*/ 104 w 104"/>
                  <a:gd name="T43" fmla="*/ 91 h 102"/>
                  <a:gd name="T44" fmla="*/ 104 w 104"/>
                  <a:gd name="T45" fmla="*/ 28 h 102"/>
                  <a:gd name="T46" fmla="*/ 104 w 104"/>
                  <a:gd name="T47" fmla="*/ 24 h 102"/>
                  <a:gd name="T48" fmla="*/ 104 w 104"/>
                  <a:gd name="T49" fmla="*/ 20 h 102"/>
                  <a:gd name="T50" fmla="*/ 104 w 104"/>
                  <a:gd name="T51" fmla="*/ 12 h 102"/>
                  <a:gd name="T52" fmla="*/ 92 w 104"/>
                  <a:gd name="T53" fmla="*/ 0 h 102"/>
                  <a:gd name="T54" fmla="*/ 96 w 104"/>
                  <a:gd name="T55" fmla="*/ 91 h 102"/>
                  <a:gd name="T56" fmla="*/ 92 w 104"/>
                  <a:gd name="T57" fmla="*/ 94 h 102"/>
                  <a:gd name="T58" fmla="*/ 12 w 104"/>
                  <a:gd name="T59" fmla="*/ 94 h 102"/>
                  <a:gd name="T60" fmla="*/ 8 w 104"/>
                  <a:gd name="T61" fmla="*/ 91 h 102"/>
                  <a:gd name="T62" fmla="*/ 8 w 104"/>
                  <a:gd name="T63" fmla="*/ 28 h 102"/>
                  <a:gd name="T64" fmla="*/ 96 w 104"/>
                  <a:gd name="T65" fmla="*/ 28 h 102"/>
                  <a:gd name="T66" fmla="*/ 96 w 104"/>
                  <a:gd name="T67" fmla="*/ 9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4" h="102">
                    <a:moveTo>
                      <a:pt x="92" y="0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8"/>
                      <a:pt x="82" y="20"/>
                      <a:pt x="80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0" y="20"/>
                      <a:pt x="68" y="18"/>
                      <a:pt x="68" y="16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8"/>
                      <a:pt x="34" y="20"/>
                      <a:pt x="32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2" y="20"/>
                      <a:pt x="20" y="18"/>
                      <a:pt x="20" y="1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7"/>
                      <a:pt x="5" y="102"/>
                      <a:pt x="12" y="102"/>
                    </a:cubicBezTo>
                    <a:cubicBezTo>
                      <a:pt x="92" y="102"/>
                      <a:pt x="92" y="102"/>
                      <a:pt x="92" y="102"/>
                    </a:cubicBezTo>
                    <a:cubicBezTo>
                      <a:pt x="99" y="102"/>
                      <a:pt x="104" y="97"/>
                      <a:pt x="104" y="91"/>
                    </a:cubicBezTo>
                    <a:cubicBezTo>
                      <a:pt x="104" y="28"/>
                      <a:pt x="104" y="28"/>
                      <a:pt x="104" y="28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20"/>
                      <a:pt x="104" y="20"/>
                      <a:pt x="104" y="20"/>
                    </a:cubicBezTo>
                    <a:cubicBezTo>
                      <a:pt x="104" y="12"/>
                      <a:pt x="104" y="12"/>
                      <a:pt x="104" y="12"/>
                    </a:cubicBezTo>
                    <a:cubicBezTo>
                      <a:pt x="104" y="5"/>
                      <a:pt x="99" y="0"/>
                      <a:pt x="92" y="0"/>
                    </a:cubicBezTo>
                    <a:close/>
                    <a:moveTo>
                      <a:pt x="96" y="91"/>
                    </a:moveTo>
                    <a:cubicBezTo>
                      <a:pt x="96" y="92"/>
                      <a:pt x="94" y="94"/>
                      <a:pt x="92" y="94"/>
                    </a:cubicBezTo>
                    <a:cubicBezTo>
                      <a:pt x="12" y="94"/>
                      <a:pt x="12" y="94"/>
                      <a:pt x="12" y="94"/>
                    </a:cubicBezTo>
                    <a:cubicBezTo>
                      <a:pt x="10" y="94"/>
                      <a:pt x="8" y="92"/>
                      <a:pt x="8" y="91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96" y="28"/>
                      <a:pt x="96" y="28"/>
                      <a:pt x="96" y="28"/>
                    </a:cubicBezTo>
                    <a:lnTo>
                      <a:pt x="96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49">
                <a:extLst>
                  <a:ext uri="{FF2B5EF4-FFF2-40B4-BE49-F238E27FC236}">
                    <a16:creationId xmlns:a16="http://schemas.microsoft.com/office/drawing/2014/main" id="{0931F7BB-A104-4872-9866-CD800550C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0688" y="1244600"/>
                <a:ext cx="30163" cy="107950"/>
              </a:xfrm>
              <a:custGeom>
                <a:avLst/>
                <a:gdLst>
                  <a:gd name="T0" fmla="*/ 4 w 8"/>
                  <a:gd name="T1" fmla="*/ 28 h 28"/>
                  <a:gd name="T2" fmla="*/ 8 w 8"/>
                  <a:gd name="T3" fmla="*/ 24 h 28"/>
                  <a:gd name="T4" fmla="*/ 8 w 8"/>
                  <a:gd name="T5" fmla="*/ 4 h 28"/>
                  <a:gd name="T6" fmla="*/ 4 w 8"/>
                  <a:gd name="T7" fmla="*/ 0 h 28"/>
                  <a:gd name="T8" fmla="*/ 0 w 8"/>
                  <a:gd name="T9" fmla="*/ 4 h 28"/>
                  <a:gd name="T10" fmla="*/ 0 w 8"/>
                  <a:gd name="T11" fmla="*/ 24 h 28"/>
                  <a:gd name="T12" fmla="*/ 4 w 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8">
                    <a:moveTo>
                      <a:pt x="4" y="28"/>
                    </a:moveTo>
                    <a:cubicBezTo>
                      <a:pt x="6" y="28"/>
                      <a:pt x="8" y="26"/>
                      <a:pt x="8" y="2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2" y="28"/>
                      <a:pt x="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50">
                <a:extLst>
                  <a:ext uri="{FF2B5EF4-FFF2-40B4-BE49-F238E27FC236}">
                    <a16:creationId xmlns:a16="http://schemas.microsoft.com/office/drawing/2014/main" id="{9F3CE129-1A09-4D36-BED7-1E7D826EE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6425" y="1244600"/>
                <a:ext cx="30163" cy="107950"/>
              </a:xfrm>
              <a:custGeom>
                <a:avLst/>
                <a:gdLst>
                  <a:gd name="T0" fmla="*/ 4 w 8"/>
                  <a:gd name="T1" fmla="*/ 28 h 28"/>
                  <a:gd name="T2" fmla="*/ 8 w 8"/>
                  <a:gd name="T3" fmla="*/ 24 h 28"/>
                  <a:gd name="T4" fmla="*/ 8 w 8"/>
                  <a:gd name="T5" fmla="*/ 4 h 28"/>
                  <a:gd name="T6" fmla="*/ 4 w 8"/>
                  <a:gd name="T7" fmla="*/ 0 h 28"/>
                  <a:gd name="T8" fmla="*/ 0 w 8"/>
                  <a:gd name="T9" fmla="*/ 4 h 28"/>
                  <a:gd name="T10" fmla="*/ 0 w 8"/>
                  <a:gd name="T11" fmla="*/ 24 h 28"/>
                  <a:gd name="T12" fmla="*/ 4 w 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8">
                    <a:moveTo>
                      <a:pt x="4" y="28"/>
                    </a:moveTo>
                    <a:cubicBezTo>
                      <a:pt x="6" y="28"/>
                      <a:pt x="8" y="26"/>
                      <a:pt x="8" y="2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2" y="28"/>
                      <a:pt x="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EB0B2DA8-CE32-4696-9F5B-584A682E7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994" y="4299913"/>
              <a:ext cx="431203" cy="509807"/>
            </a:xfrm>
            <a:custGeom>
              <a:avLst/>
              <a:gdLst>
                <a:gd name="T0" fmla="*/ 576 w 576"/>
                <a:gd name="T1" fmla="*/ 493 h 681"/>
                <a:gd name="T2" fmla="*/ 576 w 576"/>
                <a:gd name="T3" fmla="*/ 186 h 681"/>
                <a:gd name="T4" fmla="*/ 288 w 576"/>
                <a:gd name="T5" fmla="*/ 0 h 681"/>
                <a:gd name="T6" fmla="*/ 0 w 576"/>
                <a:gd name="T7" fmla="*/ 186 h 681"/>
                <a:gd name="T8" fmla="*/ 0 w 576"/>
                <a:gd name="T9" fmla="*/ 493 h 681"/>
                <a:gd name="T10" fmla="*/ 288 w 576"/>
                <a:gd name="T11" fmla="*/ 681 h 681"/>
                <a:gd name="T12" fmla="*/ 576 w 576"/>
                <a:gd name="T13" fmla="*/ 493 h 681"/>
                <a:gd name="T14" fmla="*/ 532 w 576"/>
                <a:gd name="T15" fmla="*/ 203 h 681"/>
                <a:gd name="T16" fmla="*/ 290 w 576"/>
                <a:gd name="T17" fmla="*/ 362 h 681"/>
                <a:gd name="T18" fmla="*/ 191 w 576"/>
                <a:gd name="T19" fmla="*/ 297 h 681"/>
                <a:gd name="T20" fmla="*/ 432 w 576"/>
                <a:gd name="T21" fmla="*/ 138 h 681"/>
                <a:gd name="T22" fmla="*/ 532 w 576"/>
                <a:gd name="T23" fmla="*/ 203 h 681"/>
                <a:gd name="T24" fmla="*/ 138 w 576"/>
                <a:gd name="T25" fmla="*/ 260 h 681"/>
                <a:gd name="T26" fmla="*/ 47 w 576"/>
                <a:gd name="T27" fmla="*/ 201 h 681"/>
                <a:gd name="T28" fmla="*/ 288 w 576"/>
                <a:gd name="T29" fmla="*/ 44 h 681"/>
                <a:gd name="T30" fmla="*/ 378 w 576"/>
                <a:gd name="T31" fmla="*/ 103 h 681"/>
                <a:gd name="T32" fmla="*/ 138 w 576"/>
                <a:gd name="T33" fmla="*/ 260 h 681"/>
                <a:gd name="T34" fmla="*/ 38 w 576"/>
                <a:gd name="T35" fmla="*/ 472 h 681"/>
                <a:gd name="T36" fmla="*/ 38 w 576"/>
                <a:gd name="T37" fmla="*/ 223 h 681"/>
                <a:gd name="T38" fmla="*/ 128 w 576"/>
                <a:gd name="T39" fmla="*/ 281 h 681"/>
                <a:gd name="T40" fmla="*/ 128 w 576"/>
                <a:gd name="T41" fmla="*/ 389 h 681"/>
                <a:gd name="T42" fmla="*/ 182 w 576"/>
                <a:gd name="T43" fmla="*/ 419 h 681"/>
                <a:gd name="T44" fmla="*/ 182 w 576"/>
                <a:gd name="T45" fmla="*/ 317 h 681"/>
                <a:gd name="T46" fmla="*/ 277 w 576"/>
                <a:gd name="T47" fmla="*/ 379 h 681"/>
                <a:gd name="T48" fmla="*/ 277 w 576"/>
                <a:gd name="T49" fmla="*/ 628 h 681"/>
                <a:gd name="T50" fmla="*/ 38 w 576"/>
                <a:gd name="T51" fmla="*/ 472 h 681"/>
                <a:gd name="T52" fmla="*/ 297 w 576"/>
                <a:gd name="T53" fmla="*/ 380 h 681"/>
                <a:gd name="T54" fmla="*/ 539 w 576"/>
                <a:gd name="T55" fmla="*/ 223 h 681"/>
                <a:gd name="T56" fmla="*/ 539 w 576"/>
                <a:gd name="T57" fmla="*/ 472 h 681"/>
                <a:gd name="T58" fmla="*/ 297 w 576"/>
                <a:gd name="T59" fmla="*/ 631 h 681"/>
                <a:gd name="T60" fmla="*/ 297 w 576"/>
                <a:gd name="T61" fmla="*/ 38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6" h="681">
                  <a:moveTo>
                    <a:pt x="576" y="493"/>
                  </a:moveTo>
                  <a:lnTo>
                    <a:pt x="576" y="186"/>
                  </a:lnTo>
                  <a:lnTo>
                    <a:pt x="288" y="0"/>
                  </a:lnTo>
                  <a:lnTo>
                    <a:pt x="0" y="186"/>
                  </a:lnTo>
                  <a:lnTo>
                    <a:pt x="0" y="493"/>
                  </a:lnTo>
                  <a:lnTo>
                    <a:pt x="288" y="681"/>
                  </a:lnTo>
                  <a:lnTo>
                    <a:pt x="576" y="493"/>
                  </a:lnTo>
                  <a:close/>
                  <a:moveTo>
                    <a:pt x="532" y="203"/>
                  </a:moveTo>
                  <a:lnTo>
                    <a:pt x="290" y="362"/>
                  </a:lnTo>
                  <a:lnTo>
                    <a:pt x="191" y="297"/>
                  </a:lnTo>
                  <a:lnTo>
                    <a:pt x="432" y="138"/>
                  </a:lnTo>
                  <a:lnTo>
                    <a:pt x="532" y="203"/>
                  </a:lnTo>
                  <a:close/>
                  <a:moveTo>
                    <a:pt x="138" y="260"/>
                  </a:moveTo>
                  <a:lnTo>
                    <a:pt x="47" y="201"/>
                  </a:lnTo>
                  <a:lnTo>
                    <a:pt x="288" y="44"/>
                  </a:lnTo>
                  <a:lnTo>
                    <a:pt x="378" y="103"/>
                  </a:lnTo>
                  <a:lnTo>
                    <a:pt x="138" y="260"/>
                  </a:lnTo>
                  <a:close/>
                  <a:moveTo>
                    <a:pt x="38" y="472"/>
                  </a:moveTo>
                  <a:lnTo>
                    <a:pt x="38" y="223"/>
                  </a:lnTo>
                  <a:lnTo>
                    <a:pt x="128" y="281"/>
                  </a:lnTo>
                  <a:lnTo>
                    <a:pt x="128" y="389"/>
                  </a:lnTo>
                  <a:lnTo>
                    <a:pt x="182" y="419"/>
                  </a:lnTo>
                  <a:lnTo>
                    <a:pt x="182" y="317"/>
                  </a:lnTo>
                  <a:lnTo>
                    <a:pt x="277" y="379"/>
                  </a:lnTo>
                  <a:lnTo>
                    <a:pt x="277" y="628"/>
                  </a:lnTo>
                  <a:lnTo>
                    <a:pt x="38" y="472"/>
                  </a:lnTo>
                  <a:close/>
                  <a:moveTo>
                    <a:pt x="297" y="380"/>
                  </a:moveTo>
                  <a:lnTo>
                    <a:pt x="539" y="223"/>
                  </a:lnTo>
                  <a:lnTo>
                    <a:pt x="539" y="472"/>
                  </a:lnTo>
                  <a:lnTo>
                    <a:pt x="297" y="631"/>
                  </a:lnTo>
                  <a:lnTo>
                    <a:pt x="297" y="3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9" name="Straight Connector 29">
              <a:extLst>
                <a:ext uri="{FF2B5EF4-FFF2-40B4-BE49-F238E27FC236}">
                  <a16:creationId xmlns:a16="http://schemas.microsoft.com/office/drawing/2014/main" id="{E9052419-6A8E-4290-80BE-FC80AF6829C0}"/>
                </a:ext>
              </a:extLst>
            </p:cNvPr>
            <p:cNvCxnSpPr/>
            <p:nvPr/>
          </p:nvCxnSpPr>
          <p:spPr>
            <a:xfrm flipH="1" flipV="1">
              <a:off x="4089808" y="1674274"/>
              <a:ext cx="666909" cy="67167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0">
              <a:extLst>
                <a:ext uri="{FF2B5EF4-FFF2-40B4-BE49-F238E27FC236}">
                  <a16:creationId xmlns:a16="http://schemas.microsoft.com/office/drawing/2014/main" id="{B37B8552-E699-4A3D-AA4A-235A074330C1}"/>
                </a:ext>
              </a:extLst>
            </p:cNvPr>
            <p:cNvCxnSpPr/>
            <p:nvPr/>
          </p:nvCxnSpPr>
          <p:spPr>
            <a:xfrm flipH="1">
              <a:off x="3712756" y="1680784"/>
              <a:ext cx="377053" cy="0"/>
            </a:xfrm>
            <a:prstGeom prst="line">
              <a:avLst/>
            </a:prstGeom>
            <a:ln w="19050"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C7EDE9E5-A863-47B9-A8D5-82D92FF28FFB}"/>
                </a:ext>
              </a:extLst>
            </p:cNvPr>
            <p:cNvCxnSpPr/>
            <p:nvPr/>
          </p:nvCxnSpPr>
          <p:spPr>
            <a:xfrm flipH="1">
              <a:off x="4988693" y="4111072"/>
              <a:ext cx="311399" cy="313623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2">
              <a:extLst>
                <a:ext uri="{FF2B5EF4-FFF2-40B4-BE49-F238E27FC236}">
                  <a16:creationId xmlns:a16="http://schemas.microsoft.com/office/drawing/2014/main" id="{8B6069B6-B708-4A39-9485-3A2B153A3181}"/>
                </a:ext>
              </a:extLst>
            </p:cNvPr>
            <p:cNvCxnSpPr/>
            <p:nvPr/>
          </p:nvCxnSpPr>
          <p:spPr>
            <a:xfrm flipH="1">
              <a:off x="3203093" y="4421230"/>
              <a:ext cx="1794931" cy="0"/>
            </a:xfrm>
            <a:prstGeom prst="line">
              <a:avLst/>
            </a:prstGeom>
            <a:ln w="19050">
              <a:solidFill>
                <a:schemeClr val="accent3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3">
              <a:extLst>
                <a:ext uri="{FF2B5EF4-FFF2-40B4-BE49-F238E27FC236}">
                  <a16:creationId xmlns:a16="http://schemas.microsoft.com/office/drawing/2014/main" id="{4D53C7EC-4BD3-4EAD-A1E8-3C78EB4ED1C8}"/>
                </a:ext>
              </a:extLst>
            </p:cNvPr>
            <p:cNvCxnSpPr/>
            <p:nvPr/>
          </p:nvCxnSpPr>
          <p:spPr>
            <a:xfrm flipH="1">
              <a:off x="5277694" y="4131113"/>
              <a:ext cx="1015175" cy="1022423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4">
              <a:extLst>
                <a:ext uri="{FF2B5EF4-FFF2-40B4-BE49-F238E27FC236}">
                  <a16:creationId xmlns:a16="http://schemas.microsoft.com/office/drawing/2014/main" id="{22A2504A-F407-4AF4-BDE2-1F4F4BB4EAE3}"/>
                </a:ext>
              </a:extLst>
            </p:cNvPr>
            <p:cNvCxnSpPr/>
            <p:nvPr/>
          </p:nvCxnSpPr>
          <p:spPr>
            <a:xfrm flipH="1">
              <a:off x="4805845" y="5144988"/>
              <a:ext cx="483936" cy="0"/>
            </a:xfrm>
            <a:prstGeom prst="line">
              <a:avLst/>
            </a:prstGeom>
            <a:ln w="19050">
              <a:solidFill>
                <a:schemeClr val="accent4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5">
              <a:extLst>
                <a:ext uri="{FF2B5EF4-FFF2-40B4-BE49-F238E27FC236}">
                  <a16:creationId xmlns:a16="http://schemas.microsoft.com/office/drawing/2014/main" id="{500E600C-952A-4BF4-998D-795619F83B73}"/>
                </a:ext>
              </a:extLst>
            </p:cNvPr>
            <p:cNvCxnSpPr/>
            <p:nvPr/>
          </p:nvCxnSpPr>
          <p:spPr>
            <a:xfrm flipV="1">
              <a:off x="5778709" y="1923065"/>
              <a:ext cx="413579" cy="41653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6">
              <a:extLst>
                <a:ext uri="{FF2B5EF4-FFF2-40B4-BE49-F238E27FC236}">
                  <a16:creationId xmlns:a16="http://schemas.microsoft.com/office/drawing/2014/main" id="{1274A53A-DA96-4D8C-BBA6-B86D91AB476B}"/>
                </a:ext>
              </a:extLst>
            </p:cNvPr>
            <p:cNvCxnSpPr/>
            <p:nvPr/>
          </p:nvCxnSpPr>
          <p:spPr>
            <a:xfrm>
              <a:off x="6192290" y="1927102"/>
              <a:ext cx="23382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DB9F2A36-0AAC-4255-8556-4BDC538B3A80}"/>
                </a:ext>
              </a:extLst>
            </p:cNvPr>
            <p:cNvCxnSpPr/>
            <p:nvPr/>
          </p:nvCxnSpPr>
          <p:spPr>
            <a:xfrm flipV="1">
              <a:off x="7300926" y="2692820"/>
              <a:ext cx="542820" cy="54670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9">
              <a:extLst>
                <a:ext uri="{FF2B5EF4-FFF2-40B4-BE49-F238E27FC236}">
                  <a16:creationId xmlns:a16="http://schemas.microsoft.com/office/drawing/2014/main" id="{810CD2FE-4AEA-4AA2-83AD-7010F312FA0B}"/>
                </a:ext>
              </a:extLst>
            </p:cNvPr>
            <p:cNvCxnSpPr/>
            <p:nvPr/>
          </p:nvCxnSpPr>
          <p:spPr>
            <a:xfrm>
              <a:off x="6826837" y="4995124"/>
              <a:ext cx="358512" cy="36107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0">
              <a:extLst>
                <a:ext uri="{FF2B5EF4-FFF2-40B4-BE49-F238E27FC236}">
                  <a16:creationId xmlns:a16="http://schemas.microsoft.com/office/drawing/2014/main" id="{450ED17D-34E4-4E82-9E9D-3FAB9303CB61}"/>
                </a:ext>
              </a:extLst>
            </p:cNvPr>
            <p:cNvCxnSpPr/>
            <p:nvPr/>
          </p:nvCxnSpPr>
          <p:spPr>
            <a:xfrm>
              <a:off x="7185350" y="5352263"/>
              <a:ext cx="203975" cy="0"/>
            </a:xfrm>
            <a:prstGeom prst="line">
              <a:avLst/>
            </a:prstGeom>
            <a:ln w="19050">
              <a:solidFill>
                <a:schemeClr val="accent5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千图PPT彼岸天：ID 8661124库_组合 58">
            <a:extLst>
              <a:ext uri="{FF2B5EF4-FFF2-40B4-BE49-F238E27FC236}">
                <a16:creationId xmlns:a16="http://schemas.microsoft.com/office/drawing/2014/main" id="{5F4D7E63-175C-46C6-B254-AD0478660AE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98179" y="4140494"/>
            <a:ext cx="2328483" cy="805614"/>
            <a:chOff x="798179" y="4140494"/>
            <a:chExt cx="2328483" cy="805614"/>
          </a:xfrm>
        </p:grpSpPr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847504A3-E24F-4446-831C-4AB26B9F3177}"/>
                </a:ext>
              </a:extLst>
            </p:cNvPr>
            <p:cNvSpPr txBox="1"/>
            <p:nvPr/>
          </p:nvSpPr>
          <p:spPr>
            <a:xfrm>
              <a:off x="1851458" y="4140494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r"/>
              <a:r>
                <a:rPr lang="zh-CN" altLang="en-US" sz="1400" b="1" dirty="0">
                  <a:solidFill>
                    <a:schemeClr val="accent3"/>
                  </a:solidFill>
                </a:rPr>
                <a:t>输入标题文本</a:t>
              </a: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BBD750FD-C5E4-45E3-BF34-90DCE5F11B58}"/>
                </a:ext>
              </a:extLst>
            </p:cNvPr>
            <p:cNvSpPr/>
            <p:nvPr/>
          </p:nvSpPr>
          <p:spPr>
            <a:xfrm>
              <a:off x="798179" y="4515221"/>
              <a:ext cx="2328483" cy="43088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2"/>
                  </a:solidFill>
                </a:rPr>
                <a:t>请替换文字内容复制你的内容到此</a:t>
              </a:r>
              <a:br>
                <a:rPr lang="zh-CN" altLang="en-US" sz="1100" dirty="0">
                  <a:solidFill>
                    <a:schemeClr val="tx2"/>
                  </a:solidFill>
                </a:rPr>
              </a:br>
              <a:r>
                <a:rPr lang="zh-CN" altLang="en-US" sz="1100" dirty="0">
                  <a:solidFill>
                    <a:schemeClr val="tx2"/>
                  </a:solidFill>
                </a:rPr>
                <a:t>千图网</a:t>
              </a:r>
              <a:r>
                <a:rPr lang="en-US" altLang="zh-CN" sz="1100" dirty="0">
                  <a:solidFill>
                    <a:schemeClr val="tx2"/>
                  </a:solidFill>
                </a:rPr>
                <a:t>58PIC.COM</a:t>
              </a:r>
              <a:r>
                <a:rPr lang="zh-CN" altLang="en-US" sz="1100" dirty="0">
                  <a:solidFill>
                    <a:schemeClr val="tx2"/>
                  </a:solidFill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151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">
            <a:extLst>
              <a:ext uri="{FF2B5EF4-FFF2-40B4-BE49-F238E27FC236}">
                <a16:creationId xmlns:a16="http://schemas.microsoft.com/office/drawing/2014/main" id="{35EB05C6-8051-4DE3-A4E1-8E2ACBCD2C2A}"/>
              </a:ext>
            </a:extLst>
          </p:cNvPr>
          <p:cNvGrpSpPr/>
          <p:nvPr/>
        </p:nvGrpSpPr>
        <p:grpSpPr>
          <a:xfrm>
            <a:off x="5807969" y="2619670"/>
            <a:ext cx="4529193" cy="591159"/>
            <a:chOff x="3695701" y="1174083"/>
            <a:chExt cx="4907918" cy="402790"/>
          </a:xfrm>
        </p:grpSpPr>
        <p:sp>
          <p:nvSpPr>
            <p:cNvPr id="3" name="原创设计师QQ598969553      _1">
              <a:extLst>
                <a:ext uri="{FF2B5EF4-FFF2-40B4-BE49-F238E27FC236}">
                  <a16:creationId xmlns:a16="http://schemas.microsoft.com/office/drawing/2014/main" id="{EAAED4F3-D276-49F8-A6A4-66E45104486B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原创设计师QQ598969553      _6">
              <a:extLst>
                <a:ext uri="{FF2B5EF4-FFF2-40B4-BE49-F238E27FC236}">
                  <a16:creationId xmlns:a16="http://schemas.microsoft.com/office/drawing/2014/main" id="{AA8B2C26-EF34-463E-AD9B-24CED885AE22}"/>
                </a:ext>
              </a:extLst>
            </p:cNvPr>
            <p:cNvSpPr/>
            <p:nvPr/>
          </p:nvSpPr>
          <p:spPr>
            <a:xfrm>
              <a:off x="3695701" y="1174083"/>
              <a:ext cx="4907918" cy="4027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  <a:effectLst>
              <a:innerShdw blurRad="50800" dist="127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1444" tIns="90723" rIns="181444" bIns="90723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2">
            <a:extLst>
              <a:ext uri="{FF2B5EF4-FFF2-40B4-BE49-F238E27FC236}">
                <a16:creationId xmlns:a16="http://schemas.microsoft.com/office/drawing/2014/main" id="{2EAEE70E-66F2-4564-8300-9C8CF7BBA9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30590" y="2640606"/>
            <a:ext cx="3680525" cy="590221"/>
          </a:xfrm>
          <a:prstGeom prst="roundRect">
            <a:avLst/>
          </a:prstGeom>
          <a:noFill/>
          <a:ln>
            <a:noFill/>
          </a:ln>
          <a:extLst/>
        </p:spPr>
        <p:txBody>
          <a:bodyPr wrap="square" lIns="121844" tIns="60923" rIns="121844" bIns="60923">
            <a:spAutoFit/>
          </a:bodyPr>
          <a:lstStyle/>
          <a:p>
            <a:r>
              <a:rPr lang="zh-CN" altLang="en-US" sz="2667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请添加您的标题</a:t>
            </a:r>
          </a:p>
        </p:txBody>
      </p:sp>
      <p:grpSp>
        <p:nvGrpSpPr>
          <p:cNvPr id="6" name="3">
            <a:extLst>
              <a:ext uri="{FF2B5EF4-FFF2-40B4-BE49-F238E27FC236}">
                <a16:creationId xmlns:a16="http://schemas.microsoft.com/office/drawing/2014/main" id="{1CE1078A-AE4B-4611-BF6D-D0B52ADC2069}"/>
              </a:ext>
            </a:extLst>
          </p:cNvPr>
          <p:cNvGrpSpPr/>
          <p:nvPr/>
        </p:nvGrpSpPr>
        <p:grpSpPr>
          <a:xfrm>
            <a:off x="9407004" y="2564907"/>
            <a:ext cx="930157" cy="661703"/>
            <a:chOff x="3595297" y="1157469"/>
            <a:chExt cx="633770" cy="450856"/>
          </a:xfrm>
        </p:grpSpPr>
        <p:sp>
          <p:nvSpPr>
            <p:cNvPr id="7" name="原创设计师QQ598969553      _19">
              <a:extLst>
                <a:ext uri="{FF2B5EF4-FFF2-40B4-BE49-F238E27FC236}">
                  <a16:creationId xmlns:a16="http://schemas.microsoft.com/office/drawing/2014/main" id="{EA88FE48-CD45-4A95-AF19-B72F36AE6562}"/>
                </a:ext>
              </a:extLst>
            </p:cNvPr>
            <p:cNvSpPr/>
            <p:nvPr/>
          </p:nvSpPr>
          <p:spPr>
            <a:xfrm>
              <a:off x="3595297" y="1157469"/>
              <a:ext cx="633770" cy="450856"/>
            </a:xfrm>
            <a:prstGeom prst="roundRect">
              <a:avLst/>
            </a:prstGeom>
            <a:gradFill flip="none" rotWithShape="1">
              <a:gsLst>
                <a:gs pos="55000">
                  <a:srgbClr val="E7E7E7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18900000" scaled="1"/>
                <a:tileRect/>
              </a:gradFill>
            </a:ln>
            <a:effectLst>
              <a:outerShdw blurRad="190500" dist="76200" dir="8100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44" tIns="60923" rIns="121844" bIns="60923"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" name="原创设计师QQ598969553      _24">
              <a:extLst>
                <a:ext uri="{FF2B5EF4-FFF2-40B4-BE49-F238E27FC236}">
                  <a16:creationId xmlns:a16="http://schemas.microsoft.com/office/drawing/2014/main" id="{EA016A2B-1F7E-41A2-81C5-229478AD6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353" y="1173921"/>
              <a:ext cx="303659" cy="417905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3733" dirty="0">
                  <a:solidFill>
                    <a:schemeClr val="tx2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微软雅黑" panose="020B0503020204020204" pitchFamily="34" charset="-122"/>
                  <a:sym typeface="微软雅黑" pitchFamily="34" charset="-122"/>
                </a:rPr>
                <a:t>4</a:t>
              </a:r>
              <a:endParaRPr lang="zh-CN" altLang="en-US" sz="3733" dirty="0">
                <a:solidFill>
                  <a:schemeClr val="tx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  <a:sym typeface="微软雅黑" pitchFamily="34" charset="-122"/>
              </a:endParaRPr>
            </a:p>
          </p:txBody>
        </p:sp>
      </p:grpSp>
      <p:sp>
        <p:nvSpPr>
          <p:cNvPr id="9" name="4">
            <a:extLst>
              <a:ext uri="{FF2B5EF4-FFF2-40B4-BE49-F238E27FC236}">
                <a16:creationId xmlns:a16="http://schemas.microsoft.com/office/drawing/2014/main" id="{05BB2979-0E04-4EC7-8505-23564B4FB0BD}"/>
              </a:ext>
            </a:extLst>
          </p:cNvPr>
          <p:cNvSpPr txBox="1"/>
          <p:nvPr/>
        </p:nvSpPr>
        <p:spPr>
          <a:xfrm>
            <a:off x="5979997" y="3525012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0" name="5">
            <a:extLst>
              <a:ext uri="{FF2B5EF4-FFF2-40B4-BE49-F238E27FC236}">
                <a16:creationId xmlns:a16="http://schemas.microsoft.com/office/drawing/2014/main" id="{2FBED968-D757-4697-BC49-A826E34513CB}"/>
              </a:ext>
            </a:extLst>
          </p:cNvPr>
          <p:cNvSpPr txBox="1"/>
          <p:nvPr/>
        </p:nvSpPr>
        <p:spPr>
          <a:xfrm>
            <a:off x="7360391" y="3525012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1" name="6">
            <a:extLst>
              <a:ext uri="{FF2B5EF4-FFF2-40B4-BE49-F238E27FC236}">
                <a16:creationId xmlns:a16="http://schemas.microsoft.com/office/drawing/2014/main" id="{E1F5A3F5-A2B3-4F4D-B62F-5BBBD254BCF1}"/>
              </a:ext>
            </a:extLst>
          </p:cNvPr>
          <p:cNvSpPr txBox="1"/>
          <p:nvPr/>
        </p:nvSpPr>
        <p:spPr>
          <a:xfrm>
            <a:off x="8740784" y="3557168"/>
            <a:ext cx="1370331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2" name="7">
            <a:extLst>
              <a:ext uri="{FF2B5EF4-FFF2-40B4-BE49-F238E27FC236}">
                <a16:creationId xmlns:a16="http://schemas.microsoft.com/office/drawing/2014/main" id="{ADD82854-722D-428A-AA77-5010B971E1A5}"/>
              </a:ext>
            </a:extLst>
          </p:cNvPr>
          <p:cNvSpPr txBox="1"/>
          <p:nvPr/>
        </p:nvSpPr>
        <p:spPr>
          <a:xfrm>
            <a:off x="5979998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3" name="8">
            <a:extLst>
              <a:ext uri="{FF2B5EF4-FFF2-40B4-BE49-F238E27FC236}">
                <a16:creationId xmlns:a16="http://schemas.microsoft.com/office/drawing/2014/main" id="{9E66262A-401A-44CF-BF6E-E005DCAD4FB2}"/>
              </a:ext>
            </a:extLst>
          </p:cNvPr>
          <p:cNvSpPr txBox="1"/>
          <p:nvPr/>
        </p:nvSpPr>
        <p:spPr>
          <a:xfrm>
            <a:off x="7360391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4" name="9">
            <a:extLst>
              <a:ext uri="{FF2B5EF4-FFF2-40B4-BE49-F238E27FC236}">
                <a16:creationId xmlns:a16="http://schemas.microsoft.com/office/drawing/2014/main" id="{DE029004-D681-42B0-82B5-92484DC5EAFE}"/>
              </a:ext>
            </a:extLst>
          </p:cNvPr>
          <p:cNvSpPr txBox="1"/>
          <p:nvPr/>
        </p:nvSpPr>
        <p:spPr>
          <a:xfrm>
            <a:off x="8740784" y="4093800"/>
            <a:ext cx="1313477" cy="327641"/>
          </a:xfrm>
          <a:prstGeom prst="rect">
            <a:avLst/>
          </a:prstGeom>
          <a:noFill/>
        </p:spPr>
        <p:txBody>
          <a:bodyPr wrap="square" lIns="80632" tIns="40316" rIns="80632" bIns="40316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 添加标题</a:t>
            </a:r>
          </a:p>
        </p:txBody>
      </p:sp>
      <p:sp>
        <p:nvSpPr>
          <p:cNvPr id="15" name="10">
            <a:extLst>
              <a:ext uri="{FF2B5EF4-FFF2-40B4-BE49-F238E27FC236}">
                <a16:creationId xmlns:a16="http://schemas.microsoft.com/office/drawing/2014/main" id="{5EF3C1B4-4A4F-4C16-9D22-E667CEBBE0B3}"/>
              </a:ext>
            </a:extLst>
          </p:cNvPr>
          <p:cNvSpPr/>
          <p:nvPr/>
        </p:nvSpPr>
        <p:spPr>
          <a:xfrm rot="5400000">
            <a:off x="-23732" y="-325857"/>
            <a:ext cx="6291411" cy="3431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11">
            <a:extLst>
              <a:ext uri="{FF2B5EF4-FFF2-40B4-BE49-F238E27FC236}">
                <a16:creationId xmlns:a16="http://schemas.microsoft.com/office/drawing/2014/main" id="{6C8C757E-DAF0-4EFA-80A3-B9A396867835}"/>
              </a:ext>
            </a:extLst>
          </p:cNvPr>
          <p:cNvGrpSpPr/>
          <p:nvPr/>
        </p:nvGrpSpPr>
        <p:grpSpPr>
          <a:xfrm>
            <a:off x="1621555" y="1244858"/>
            <a:ext cx="3000837" cy="3000837"/>
            <a:chOff x="3393105" y="2094170"/>
            <a:chExt cx="2664367" cy="266436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C65585D3-CFE5-4233-A1FF-BFAD8F845B9B}"/>
                </a:ext>
              </a:extLst>
            </p:cNvPr>
            <p:cNvSpPr/>
            <p:nvPr/>
          </p:nvSpPr>
          <p:spPr>
            <a:xfrm>
              <a:off x="3393105" y="2094170"/>
              <a:ext cx="2664367" cy="2664367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010B521-4F50-4A6F-A8E8-296C6DDA6262}"/>
                </a:ext>
              </a:extLst>
            </p:cNvPr>
            <p:cNvGrpSpPr/>
            <p:nvPr/>
          </p:nvGrpSpPr>
          <p:grpSpPr>
            <a:xfrm>
              <a:off x="3655434" y="2332886"/>
              <a:ext cx="2167846" cy="2167846"/>
              <a:chOff x="3739822" y="2440887"/>
              <a:chExt cx="1970936" cy="1970936"/>
            </a:xfrm>
          </p:grpSpPr>
          <p:sp>
            <p:nvSpPr>
              <p:cNvPr id="19" name="圆角矩形 26">
                <a:extLst>
                  <a:ext uri="{FF2B5EF4-FFF2-40B4-BE49-F238E27FC236}">
                    <a16:creationId xmlns:a16="http://schemas.microsoft.com/office/drawing/2014/main" id="{D286DC92-CFF1-4474-9757-414A1D34B7E2}"/>
                  </a:ext>
                </a:extLst>
              </p:cNvPr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1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83DE115-8DF7-41CC-89B6-FAE96BC31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1" name="12">
            <a:extLst>
              <a:ext uri="{FF2B5EF4-FFF2-40B4-BE49-F238E27FC236}">
                <a16:creationId xmlns:a16="http://schemas.microsoft.com/office/drawing/2014/main" id="{725A37C9-2A70-4FCB-A9C5-C8995EB98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763" y="2815353"/>
            <a:ext cx="206442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/>
            <a:r>
              <a:rPr lang="en-US" altLang="zh-CN" sz="2667" dirty="0">
                <a:solidFill>
                  <a:schemeClr val="bg1"/>
                </a:solidFill>
              </a:rPr>
              <a:t>PART04</a:t>
            </a:r>
            <a:endParaRPr lang="zh-CN" altLang="en-US" sz="2667" dirty="0">
              <a:solidFill>
                <a:schemeClr val="bg1"/>
              </a:solidFill>
            </a:endParaRPr>
          </a:p>
        </p:txBody>
      </p:sp>
      <p:sp>
        <p:nvSpPr>
          <p:cNvPr id="22" name="13">
            <a:extLst>
              <a:ext uri="{FF2B5EF4-FFF2-40B4-BE49-F238E27FC236}">
                <a16:creationId xmlns:a16="http://schemas.microsoft.com/office/drawing/2014/main" id="{6B059A6C-780D-49B6-86A7-6872C169C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311" y="1892829"/>
            <a:ext cx="29813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/>
            <a:r>
              <a:rPr lang="en-US" altLang="zh-CN" sz="64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6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6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30173 -2.22222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35753FB9-7621-4230-9F1E-E87A06BF5BB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063902" y="1123950"/>
            <a:ext cx="3633136" cy="5734050"/>
            <a:chOff x="4063902" y="1123950"/>
            <a:chExt cx="3633136" cy="5734050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BF784EDD-4FCE-4ACD-B504-5E0080DC7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3952" y="1123950"/>
              <a:ext cx="429023" cy="5734050"/>
            </a:xfrm>
            <a:custGeom>
              <a:avLst/>
              <a:gdLst>
                <a:gd name="T0" fmla="*/ 167 w 167"/>
                <a:gd name="T1" fmla="*/ 145 h 3240"/>
                <a:gd name="T2" fmla="*/ 84 w 167"/>
                <a:gd name="T3" fmla="*/ 0 h 3240"/>
                <a:gd name="T4" fmla="*/ 0 w 167"/>
                <a:gd name="T5" fmla="*/ 145 h 3240"/>
                <a:gd name="T6" fmla="*/ 60 w 167"/>
                <a:gd name="T7" fmla="*/ 145 h 3240"/>
                <a:gd name="T8" fmla="*/ 60 w 167"/>
                <a:gd name="T9" fmla="*/ 3240 h 3240"/>
                <a:gd name="T10" fmla="*/ 108 w 167"/>
                <a:gd name="T11" fmla="*/ 3240 h 3240"/>
                <a:gd name="T12" fmla="*/ 108 w 167"/>
                <a:gd name="T13" fmla="*/ 145 h 3240"/>
                <a:gd name="T14" fmla="*/ 167 w 167"/>
                <a:gd name="T15" fmla="*/ 145 h 3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7" h="3240">
                  <a:moveTo>
                    <a:pt x="167" y="145"/>
                  </a:moveTo>
                  <a:lnTo>
                    <a:pt x="84" y="0"/>
                  </a:lnTo>
                  <a:lnTo>
                    <a:pt x="0" y="145"/>
                  </a:lnTo>
                  <a:lnTo>
                    <a:pt x="60" y="145"/>
                  </a:lnTo>
                  <a:lnTo>
                    <a:pt x="60" y="3240"/>
                  </a:lnTo>
                  <a:lnTo>
                    <a:pt x="108" y="3240"/>
                  </a:lnTo>
                  <a:lnTo>
                    <a:pt x="108" y="145"/>
                  </a:lnTo>
                  <a:lnTo>
                    <a:pt x="167" y="14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Oval 7">
              <a:extLst>
                <a:ext uri="{FF2B5EF4-FFF2-40B4-BE49-F238E27FC236}">
                  <a16:creationId xmlns:a16="http://schemas.microsoft.com/office/drawing/2014/main" id="{9AEA6551-DCAD-4E81-A167-EA9C994BA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902" y="1882121"/>
              <a:ext cx="3633136" cy="3635728"/>
            </a:xfrm>
            <a:prstGeom prst="ellipse">
              <a:avLst/>
            </a:prstGeom>
            <a:noFill/>
            <a:ln w="6350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03CBB90B-D623-45EF-93A8-420132608534}"/>
                </a:ext>
              </a:extLst>
            </p:cNvPr>
            <p:cNvSpPr txBox="1"/>
            <p:nvPr/>
          </p:nvSpPr>
          <p:spPr>
            <a:xfrm>
              <a:off x="6028525" y="4728127"/>
              <a:ext cx="545341" cy="564322"/>
            </a:xfrm>
            <a:prstGeom prst="rect">
              <a:avLst/>
            </a:prstGeom>
            <a:noFill/>
            <a:effectLst/>
          </p:spPr>
          <p:txBody>
            <a:bodyPr wrap="none">
              <a:normAutofit/>
            </a:bodyPr>
            <a:lstStyle/>
            <a:p>
              <a:pPr algn="ctr"/>
              <a:r>
                <a:rPr lang="en-US" sz="3067">
                  <a:solidFill>
                    <a:schemeClr val="accent5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0C7985A5-1BFB-4254-BE86-C20BCAE276F4}"/>
                </a:ext>
              </a:extLst>
            </p:cNvPr>
            <p:cNvSpPr txBox="1"/>
            <p:nvPr/>
          </p:nvSpPr>
          <p:spPr>
            <a:xfrm>
              <a:off x="5128346" y="4087842"/>
              <a:ext cx="593432" cy="564322"/>
            </a:xfrm>
            <a:prstGeom prst="rect">
              <a:avLst/>
            </a:prstGeom>
            <a:noFill/>
            <a:effectLst/>
          </p:spPr>
          <p:txBody>
            <a:bodyPr wrap="none">
              <a:normAutofit/>
            </a:bodyPr>
            <a:lstStyle/>
            <a:p>
              <a:pPr algn="ctr"/>
              <a:r>
                <a:rPr lang="en-US" sz="3067">
                  <a:solidFill>
                    <a:schemeClr val="accent4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2BD412A2-E77B-468E-83C8-27520E390B79}"/>
                </a:ext>
              </a:extLst>
            </p:cNvPr>
            <p:cNvSpPr txBox="1"/>
            <p:nvPr/>
          </p:nvSpPr>
          <p:spPr>
            <a:xfrm>
              <a:off x="5985857" y="3410964"/>
              <a:ext cx="620683" cy="564322"/>
            </a:xfrm>
            <a:prstGeom prst="rect">
              <a:avLst/>
            </a:prstGeom>
            <a:noFill/>
            <a:effectLst/>
          </p:spPr>
          <p:txBody>
            <a:bodyPr wrap="none">
              <a:normAutofit/>
            </a:bodyPr>
            <a:lstStyle/>
            <a:p>
              <a:pPr algn="ctr"/>
              <a:r>
                <a:rPr lang="en-US" sz="3067">
                  <a:solidFill>
                    <a:schemeClr val="accent3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A5B719B9-EF71-4B02-AD24-3743497C071F}"/>
                </a:ext>
              </a:extLst>
            </p:cNvPr>
            <p:cNvSpPr txBox="1"/>
            <p:nvPr/>
          </p:nvSpPr>
          <p:spPr>
            <a:xfrm>
              <a:off x="5134355" y="2717914"/>
              <a:ext cx="593432" cy="564322"/>
            </a:xfrm>
            <a:prstGeom prst="rect">
              <a:avLst/>
            </a:prstGeom>
            <a:noFill/>
            <a:effectLst/>
          </p:spPr>
          <p:txBody>
            <a:bodyPr wrap="none">
              <a:normAutofit/>
            </a:bodyPr>
            <a:lstStyle/>
            <a:p>
              <a:pPr algn="ctr"/>
              <a:r>
                <a:rPr lang="en-US" sz="3067">
                  <a:solidFill>
                    <a:schemeClr val="accent2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7D885785-6DDA-4DC4-8DEA-BC95DED55AF6}"/>
                </a:ext>
              </a:extLst>
            </p:cNvPr>
            <p:cNvSpPr txBox="1"/>
            <p:nvPr/>
          </p:nvSpPr>
          <p:spPr>
            <a:xfrm>
              <a:off x="5985889" y="2081594"/>
              <a:ext cx="620683" cy="564322"/>
            </a:xfrm>
            <a:prstGeom prst="rect">
              <a:avLst/>
            </a:prstGeom>
            <a:noFill/>
            <a:effectLst/>
          </p:spPr>
          <p:txBody>
            <a:bodyPr wrap="none">
              <a:normAutofit/>
            </a:bodyPr>
            <a:lstStyle/>
            <a:p>
              <a:pPr algn="ctr"/>
              <a:r>
                <a:rPr lang="en-US" sz="3067">
                  <a:solidFill>
                    <a:schemeClr val="accent1"/>
                  </a:solidFill>
                  <a:latin typeface="Impact" panose="020B0806030902050204" pitchFamily="34" charset="0"/>
                </a:rPr>
                <a:t>05</a:t>
              </a:r>
            </a:p>
          </p:txBody>
        </p:sp>
        <p:sp>
          <p:nvSpPr>
            <p:cNvPr id="11" name="Freeform: Shape 29">
              <a:extLst>
                <a:ext uri="{FF2B5EF4-FFF2-40B4-BE49-F238E27FC236}">
                  <a16:creationId xmlns:a16="http://schemas.microsoft.com/office/drawing/2014/main" id="{5E4A8C3A-6BC4-4E74-9C52-62B72609F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1722" y="2686179"/>
              <a:ext cx="1659639" cy="678375"/>
            </a:xfrm>
            <a:custGeom>
              <a:avLst/>
              <a:gdLst>
                <a:gd name="T0" fmla="*/ 0 w 390"/>
                <a:gd name="T1" fmla="*/ 159 h 159"/>
                <a:gd name="T2" fmla="*/ 390 w 390"/>
                <a:gd name="T3" fmla="*/ 159 h 159"/>
                <a:gd name="T4" fmla="*/ 318 w 390"/>
                <a:gd name="T5" fmla="*/ 0 h 159"/>
                <a:gd name="T6" fmla="*/ 0 w 390"/>
                <a:gd name="T7" fmla="*/ 0 h 159"/>
                <a:gd name="T8" fmla="*/ 0 w 390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159">
                  <a:moveTo>
                    <a:pt x="0" y="159"/>
                  </a:moveTo>
                  <a:cubicBezTo>
                    <a:pt x="390" y="159"/>
                    <a:pt x="390" y="159"/>
                    <a:pt x="390" y="159"/>
                  </a:cubicBezTo>
                  <a:cubicBezTo>
                    <a:pt x="378" y="100"/>
                    <a:pt x="353" y="46"/>
                    <a:pt x="31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0478117D-C6EA-4BA1-A08D-9C06F3657860}"/>
                </a:ext>
              </a:extLst>
            </p:cNvPr>
            <p:cNvGrpSpPr/>
            <p:nvPr/>
          </p:nvGrpSpPr>
          <p:grpSpPr>
            <a:xfrm>
              <a:off x="6085631" y="2777495"/>
              <a:ext cx="457419" cy="475861"/>
              <a:chOff x="6559550" y="4365626"/>
              <a:chExt cx="590551" cy="614363"/>
            </a:xfrm>
            <a:solidFill>
              <a:schemeClr val="bg1"/>
            </a:solidFill>
          </p:grpSpPr>
          <p:sp>
            <p:nvSpPr>
              <p:cNvPr id="62" name="Freeform: Shape 31">
                <a:extLst>
                  <a:ext uri="{FF2B5EF4-FFF2-40B4-BE49-F238E27FC236}">
                    <a16:creationId xmlns:a16="http://schemas.microsoft.com/office/drawing/2014/main" id="{E807C1B2-0F87-454B-9BCB-55970CB76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4365626"/>
                <a:ext cx="280988" cy="125413"/>
              </a:xfrm>
              <a:custGeom>
                <a:avLst/>
                <a:gdLst>
                  <a:gd name="T0" fmla="*/ 67 w 422"/>
                  <a:gd name="T1" fmla="*/ 137 h 187"/>
                  <a:gd name="T2" fmla="*/ 79 w 422"/>
                  <a:gd name="T3" fmla="*/ 153 h 187"/>
                  <a:gd name="T4" fmla="*/ 81 w 422"/>
                  <a:gd name="T5" fmla="*/ 158 h 187"/>
                  <a:gd name="T6" fmla="*/ 84 w 422"/>
                  <a:gd name="T7" fmla="*/ 162 h 187"/>
                  <a:gd name="T8" fmla="*/ 88 w 422"/>
                  <a:gd name="T9" fmla="*/ 167 h 187"/>
                  <a:gd name="T10" fmla="*/ 114 w 422"/>
                  <a:gd name="T11" fmla="*/ 175 h 187"/>
                  <a:gd name="T12" fmla="*/ 120 w 422"/>
                  <a:gd name="T13" fmla="*/ 174 h 187"/>
                  <a:gd name="T14" fmla="*/ 134 w 422"/>
                  <a:gd name="T15" fmla="*/ 168 h 187"/>
                  <a:gd name="T16" fmla="*/ 139 w 422"/>
                  <a:gd name="T17" fmla="*/ 166 h 187"/>
                  <a:gd name="T18" fmla="*/ 169 w 422"/>
                  <a:gd name="T19" fmla="*/ 157 h 187"/>
                  <a:gd name="T20" fmla="*/ 175 w 422"/>
                  <a:gd name="T21" fmla="*/ 156 h 187"/>
                  <a:gd name="T22" fmla="*/ 233 w 422"/>
                  <a:gd name="T23" fmla="*/ 156 h 187"/>
                  <a:gd name="T24" fmla="*/ 239 w 422"/>
                  <a:gd name="T25" fmla="*/ 157 h 187"/>
                  <a:gd name="T26" fmla="*/ 251 w 422"/>
                  <a:gd name="T27" fmla="*/ 158 h 187"/>
                  <a:gd name="T28" fmla="*/ 295 w 422"/>
                  <a:gd name="T29" fmla="*/ 168 h 187"/>
                  <a:gd name="T30" fmla="*/ 307 w 422"/>
                  <a:gd name="T31" fmla="*/ 172 h 187"/>
                  <a:gd name="T32" fmla="*/ 312 w 422"/>
                  <a:gd name="T33" fmla="*/ 173 h 187"/>
                  <a:gd name="T34" fmla="*/ 352 w 422"/>
                  <a:gd name="T35" fmla="*/ 142 h 187"/>
                  <a:gd name="T36" fmla="*/ 354 w 422"/>
                  <a:gd name="T37" fmla="*/ 136 h 187"/>
                  <a:gd name="T38" fmla="*/ 422 w 422"/>
                  <a:gd name="T39" fmla="*/ 61 h 187"/>
                  <a:gd name="T40" fmla="*/ 422 w 422"/>
                  <a:gd name="T41" fmla="*/ 61 h 187"/>
                  <a:gd name="T42" fmla="*/ 422 w 422"/>
                  <a:gd name="T43" fmla="*/ 57 h 187"/>
                  <a:gd name="T44" fmla="*/ 419 w 422"/>
                  <a:gd name="T45" fmla="*/ 50 h 187"/>
                  <a:gd name="T46" fmla="*/ 416 w 422"/>
                  <a:gd name="T47" fmla="*/ 47 h 187"/>
                  <a:gd name="T48" fmla="*/ 340 w 422"/>
                  <a:gd name="T49" fmla="*/ 53 h 187"/>
                  <a:gd name="T50" fmla="*/ 335 w 422"/>
                  <a:gd name="T51" fmla="*/ 56 h 187"/>
                  <a:gd name="T52" fmla="*/ 300 w 422"/>
                  <a:gd name="T53" fmla="*/ 73 h 187"/>
                  <a:gd name="T54" fmla="*/ 294 w 422"/>
                  <a:gd name="T55" fmla="*/ 75 h 187"/>
                  <a:gd name="T56" fmla="*/ 259 w 422"/>
                  <a:gd name="T57" fmla="*/ 71 h 187"/>
                  <a:gd name="T58" fmla="*/ 253 w 422"/>
                  <a:gd name="T59" fmla="*/ 64 h 187"/>
                  <a:gd name="T60" fmla="*/ 219 w 422"/>
                  <a:gd name="T61" fmla="*/ 8 h 187"/>
                  <a:gd name="T62" fmla="*/ 169 w 422"/>
                  <a:gd name="T63" fmla="*/ 62 h 187"/>
                  <a:gd name="T64" fmla="*/ 157 w 422"/>
                  <a:gd name="T65" fmla="*/ 72 h 187"/>
                  <a:gd name="T66" fmla="*/ 147 w 422"/>
                  <a:gd name="T67" fmla="*/ 73 h 187"/>
                  <a:gd name="T68" fmla="*/ 135 w 422"/>
                  <a:gd name="T69" fmla="*/ 70 h 187"/>
                  <a:gd name="T70" fmla="*/ 122 w 422"/>
                  <a:gd name="T71" fmla="*/ 64 h 187"/>
                  <a:gd name="T72" fmla="*/ 29 w 422"/>
                  <a:gd name="T73" fmla="*/ 46 h 187"/>
                  <a:gd name="T74" fmla="*/ 62 w 422"/>
                  <a:gd name="T75" fmla="*/ 129 h 187"/>
                  <a:gd name="T76" fmla="*/ 67 w 422"/>
                  <a:gd name="T77" fmla="*/ 13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22" h="187">
                    <a:moveTo>
                      <a:pt x="67" y="137"/>
                    </a:moveTo>
                    <a:cubicBezTo>
                      <a:pt x="71" y="142"/>
                      <a:pt x="74" y="147"/>
                      <a:pt x="79" y="153"/>
                    </a:cubicBezTo>
                    <a:cubicBezTo>
                      <a:pt x="79" y="155"/>
                      <a:pt x="80" y="156"/>
                      <a:pt x="81" y="158"/>
                    </a:cubicBezTo>
                    <a:cubicBezTo>
                      <a:pt x="82" y="159"/>
                      <a:pt x="83" y="161"/>
                      <a:pt x="84" y="162"/>
                    </a:cubicBezTo>
                    <a:cubicBezTo>
                      <a:pt x="85" y="164"/>
                      <a:pt x="87" y="165"/>
                      <a:pt x="88" y="167"/>
                    </a:cubicBezTo>
                    <a:cubicBezTo>
                      <a:pt x="95" y="173"/>
                      <a:pt x="103" y="177"/>
                      <a:pt x="114" y="175"/>
                    </a:cubicBezTo>
                    <a:cubicBezTo>
                      <a:pt x="116" y="175"/>
                      <a:pt x="118" y="174"/>
                      <a:pt x="120" y="174"/>
                    </a:cubicBezTo>
                    <a:cubicBezTo>
                      <a:pt x="125" y="172"/>
                      <a:pt x="129" y="170"/>
                      <a:pt x="134" y="168"/>
                    </a:cubicBezTo>
                    <a:cubicBezTo>
                      <a:pt x="136" y="168"/>
                      <a:pt x="137" y="167"/>
                      <a:pt x="139" y="166"/>
                    </a:cubicBezTo>
                    <a:cubicBezTo>
                      <a:pt x="150" y="163"/>
                      <a:pt x="159" y="160"/>
                      <a:pt x="169" y="157"/>
                    </a:cubicBezTo>
                    <a:cubicBezTo>
                      <a:pt x="171" y="157"/>
                      <a:pt x="173" y="156"/>
                      <a:pt x="175" y="156"/>
                    </a:cubicBezTo>
                    <a:cubicBezTo>
                      <a:pt x="199" y="155"/>
                      <a:pt x="213" y="155"/>
                      <a:pt x="233" y="156"/>
                    </a:cubicBezTo>
                    <a:cubicBezTo>
                      <a:pt x="235" y="156"/>
                      <a:pt x="237" y="156"/>
                      <a:pt x="239" y="157"/>
                    </a:cubicBezTo>
                    <a:cubicBezTo>
                      <a:pt x="243" y="157"/>
                      <a:pt x="247" y="158"/>
                      <a:pt x="251" y="158"/>
                    </a:cubicBezTo>
                    <a:cubicBezTo>
                      <a:pt x="267" y="160"/>
                      <a:pt x="282" y="165"/>
                      <a:pt x="295" y="168"/>
                    </a:cubicBezTo>
                    <a:cubicBezTo>
                      <a:pt x="299" y="169"/>
                      <a:pt x="303" y="171"/>
                      <a:pt x="307" y="172"/>
                    </a:cubicBezTo>
                    <a:cubicBezTo>
                      <a:pt x="309" y="172"/>
                      <a:pt x="310" y="173"/>
                      <a:pt x="312" y="173"/>
                    </a:cubicBezTo>
                    <a:cubicBezTo>
                      <a:pt x="339" y="187"/>
                      <a:pt x="346" y="167"/>
                      <a:pt x="352" y="142"/>
                    </a:cubicBezTo>
                    <a:cubicBezTo>
                      <a:pt x="353" y="140"/>
                      <a:pt x="353" y="138"/>
                      <a:pt x="354" y="136"/>
                    </a:cubicBezTo>
                    <a:cubicBezTo>
                      <a:pt x="365" y="107"/>
                      <a:pt x="397" y="86"/>
                      <a:pt x="422" y="61"/>
                    </a:cubicBezTo>
                    <a:cubicBezTo>
                      <a:pt x="422" y="61"/>
                      <a:pt x="422" y="61"/>
                      <a:pt x="422" y="61"/>
                    </a:cubicBezTo>
                    <a:cubicBezTo>
                      <a:pt x="422" y="59"/>
                      <a:pt x="422" y="58"/>
                      <a:pt x="422" y="57"/>
                    </a:cubicBezTo>
                    <a:cubicBezTo>
                      <a:pt x="421" y="54"/>
                      <a:pt x="420" y="51"/>
                      <a:pt x="419" y="50"/>
                    </a:cubicBezTo>
                    <a:cubicBezTo>
                      <a:pt x="418" y="49"/>
                      <a:pt x="417" y="48"/>
                      <a:pt x="416" y="47"/>
                    </a:cubicBezTo>
                    <a:cubicBezTo>
                      <a:pt x="389" y="32"/>
                      <a:pt x="365" y="43"/>
                      <a:pt x="340" y="53"/>
                    </a:cubicBezTo>
                    <a:cubicBezTo>
                      <a:pt x="338" y="54"/>
                      <a:pt x="337" y="55"/>
                      <a:pt x="335" y="56"/>
                    </a:cubicBezTo>
                    <a:cubicBezTo>
                      <a:pt x="323" y="63"/>
                      <a:pt x="312" y="69"/>
                      <a:pt x="300" y="73"/>
                    </a:cubicBezTo>
                    <a:cubicBezTo>
                      <a:pt x="298" y="74"/>
                      <a:pt x="296" y="75"/>
                      <a:pt x="294" y="75"/>
                    </a:cubicBezTo>
                    <a:cubicBezTo>
                      <a:pt x="278" y="79"/>
                      <a:pt x="266" y="78"/>
                      <a:pt x="259" y="71"/>
                    </a:cubicBezTo>
                    <a:cubicBezTo>
                      <a:pt x="257" y="69"/>
                      <a:pt x="255" y="67"/>
                      <a:pt x="253" y="64"/>
                    </a:cubicBezTo>
                    <a:cubicBezTo>
                      <a:pt x="239" y="49"/>
                      <a:pt x="241" y="18"/>
                      <a:pt x="219" y="8"/>
                    </a:cubicBezTo>
                    <a:cubicBezTo>
                      <a:pt x="184" y="0"/>
                      <a:pt x="184" y="44"/>
                      <a:pt x="169" y="62"/>
                    </a:cubicBezTo>
                    <a:cubicBezTo>
                      <a:pt x="166" y="66"/>
                      <a:pt x="162" y="70"/>
                      <a:pt x="157" y="72"/>
                    </a:cubicBezTo>
                    <a:cubicBezTo>
                      <a:pt x="154" y="73"/>
                      <a:pt x="151" y="73"/>
                      <a:pt x="147" y="73"/>
                    </a:cubicBezTo>
                    <a:cubicBezTo>
                      <a:pt x="143" y="72"/>
                      <a:pt x="139" y="71"/>
                      <a:pt x="135" y="70"/>
                    </a:cubicBezTo>
                    <a:cubicBezTo>
                      <a:pt x="131" y="68"/>
                      <a:pt x="126" y="66"/>
                      <a:pt x="122" y="64"/>
                    </a:cubicBezTo>
                    <a:cubicBezTo>
                      <a:pt x="91" y="50"/>
                      <a:pt x="59" y="23"/>
                      <a:pt x="29" y="46"/>
                    </a:cubicBezTo>
                    <a:cubicBezTo>
                      <a:pt x="0" y="75"/>
                      <a:pt x="51" y="100"/>
                      <a:pt x="62" y="129"/>
                    </a:cubicBezTo>
                    <a:cubicBezTo>
                      <a:pt x="64" y="131"/>
                      <a:pt x="65" y="134"/>
                      <a:pt x="67" y="1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Freeform: Shape 32">
                <a:extLst>
                  <a:ext uri="{FF2B5EF4-FFF2-40B4-BE49-F238E27FC236}">
                    <a16:creationId xmlns:a16="http://schemas.microsoft.com/office/drawing/2014/main" id="{FD0F8CFD-69EE-45FA-94CF-85D323BF3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6738" y="4552951"/>
                <a:ext cx="200025" cy="238125"/>
              </a:xfrm>
              <a:custGeom>
                <a:avLst/>
                <a:gdLst>
                  <a:gd name="T0" fmla="*/ 22 w 298"/>
                  <a:gd name="T1" fmla="*/ 356 h 356"/>
                  <a:gd name="T2" fmla="*/ 91 w 298"/>
                  <a:gd name="T3" fmla="*/ 310 h 356"/>
                  <a:gd name="T4" fmla="*/ 280 w 298"/>
                  <a:gd name="T5" fmla="*/ 46 h 356"/>
                  <a:gd name="T6" fmla="*/ 276 w 298"/>
                  <a:gd name="T7" fmla="*/ 0 h 356"/>
                  <a:gd name="T8" fmla="*/ 206 w 298"/>
                  <a:gd name="T9" fmla="*/ 46 h 356"/>
                  <a:gd name="T10" fmla="*/ 18 w 298"/>
                  <a:gd name="T11" fmla="*/ 310 h 356"/>
                  <a:gd name="T12" fmla="*/ 22 w 298"/>
                  <a:gd name="T1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8" h="356">
                    <a:moveTo>
                      <a:pt x="22" y="356"/>
                    </a:moveTo>
                    <a:cubicBezTo>
                      <a:pt x="42" y="356"/>
                      <a:pt x="73" y="335"/>
                      <a:pt x="91" y="310"/>
                    </a:cubicBezTo>
                    <a:cubicBezTo>
                      <a:pt x="280" y="46"/>
                      <a:pt x="280" y="46"/>
                      <a:pt x="280" y="46"/>
                    </a:cubicBezTo>
                    <a:cubicBezTo>
                      <a:pt x="298" y="20"/>
                      <a:pt x="296" y="0"/>
                      <a:pt x="276" y="0"/>
                    </a:cubicBezTo>
                    <a:cubicBezTo>
                      <a:pt x="256" y="0"/>
                      <a:pt x="224" y="20"/>
                      <a:pt x="206" y="46"/>
                    </a:cubicBezTo>
                    <a:cubicBezTo>
                      <a:pt x="18" y="310"/>
                      <a:pt x="18" y="310"/>
                      <a:pt x="18" y="310"/>
                    </a:cubicBezTo>
                    <a:cubicBezTo>
                      <a:pt x="0" y="335"/>
                      <a:pt x="1" y="356"/>
                      <a:pt x="22" y="3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Freeform: Shape 33">
                <a:extLst>
                  <a:ext uri="{FF2B5EF4-FFF2-40B4-BE49-F238E27FC236}">
                    <a16:creationId xmlns:a16="http://schemas.microsoft.com/office/drawing/2014/main" id="{133236B4-7C3E-437E-A2E3-F90B1BFFD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3400" y="4546601"/>
                <a:ext cx="119063" cy="111125"/>
              </a:xfrm>
              <a:custGeom>
                <a:avLst/>
                <a:gdLst>
                  <a:gd name="T0" fmla="*/ 26 w 178"/>
                  <a:gd name="T1" fmla="*/ 21 h 167"/>
                  <a:gd name="T2" fmla="*/ 7 w 178"/>
                  <a:gd name="T3" fmla="*/ 47 h 167"/>
                  <a:gd name="T4" fmla="*/ 0 w 178"/>
                  <a:gd name="T5" fmla="*/ 83 h 167"/>
                  <a:gd name="T6" fmla="*/ 7 w 178"/>
                  <a:gd name="T7" fmla="*/ 120 h 167"/>
                  <a:gd name="T8" fmla="*/ 26 w 178"/>
                  <a:gd name="T9" fmla="*/ 146 h 167"/>
                  <a:gd name="T10" fmla="*/ 54 w 178"/>
                  <a:gd name="T11" fmla="*/ 162 h 167"/>
                  <a:gd name="T12" fmla="*/ 89 w 178"/>
                  <a:gd name="T13" fmla="*/ 167 h 167"/>
                  <a:gd name="T14" fmla="*/ 125 w 178"/>
                  <a:gd name="T15" fmla="*/ 162 h 167"/>
                  <a:gd name="T16" fmla="*/ 153 w 178"/>
                  <a:gd name="T17" fmla="*/ 146 h 167"/>
                  <a:gd name="T18" fmla="*/ 171 w 178"/>
                  <a:gd name="T19" fmla="*/ 120 h 167"/>
                  <a:gd name="T20" fmla="*/ 178 w 178"/>
                  <a:gd name="T21" fmla="*/ 83 h 167"/>
                  <a:gd name="T22" fmla="*/ 171 w 178"/>
                  <a:gd name="T23" fmla="*/ 47 h 167"/>
                  <a:gd name="T24" fmla="*/ 153 w 178"/>
                  <a:gd name="T25" fmla="*/ 21 h 167"/>
                  <a:gd name="T26" fmla="*/ 125 w 178"/>
                  <a:gd name="T27" fmla="*/ 5 h 167"/>
                  <a:gd name="T28" fmla="*/ 89 w 178"/>
                  <a:gd name="T29" fmla="*/ 0 h 167"/>
                  <a:gd name="T30" fmla="*/ 54 w 178"/>
                  <a:gd name="T31" fmla="*/ 5 h 167"/>
                  <a:gd name="T32" fmla="*/ 26 w 178"/>
                  <a:gd name="T33" fmla="*/ 21 h 167"/>
                  <a:gd name="T34" fmla="*/ 66 w 178"/>
                  <a:gd name="T35" fmla="*/ 40 h 167"/>
                  <a:gd name="T36" fmla="*/ 89 w 178"/>
                  <a:gd name="T37" fmla="*/ 27 h 167"/>
                  <a:gd name="T38" fmla="*/ 112 w 178"/>
                  <a:gd name="T39" fmla="*/ 40 h 167"/>
                  <a:gd name="T40" fmla="*/ 122 w 178"/>
                  <a:gd name="T41" fmla="*/ 83 h 167"/>
                  <a:gd name="T42" fmla="*/ 112 w 178"/>
                  <a:gd name="T43" fmla="*/ 127 h 167"/>
                  <a:gd name="T44" fmla="*/ 89 w 178"/>
                  <a:gd name="T45" fmla="*/ 139 h 167"/>
                  <a:gd name="T46" fmla="*/ 66 w 178"/>
                  <a:gd name="T47" fmla="*/ 127 h 167"/>
                  <a:gd name="T48" fmla="*/ 56 w 178"/>
                  <a:gd name="T49" fmla="*/ 83 h 167"/>
                  <a:gd name="T50" fmla="*/ 66 w 178"/>
                  <a:gd name="T51" fmla="*/ 4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78" h="167">
                    <a:moveTo>
                      <a:pt x="26" y="21"/>
                    </a:moveTo>
                    <a:cubicBezTo>
                      <a:pt x="18" y="28"/>
                      <a:pt x="12" y="36"/>
                      <a:pt x="7" y="47"/>
                    </a:cubicBezTo>
                    <a:cubicBezTo>
                      <a:pt x="3" y="57"/>
                      <a:pt x="0" y="70"/>
                      <a:pt x="0" y="83"/>
                    </a:cubicBezTo>
                    <a:cubicBezTo>
                      <a:pt x="0" y="97"/>
                      <a:pt x="3" y="110"/>
                      <a:pt x="7" y="120"/>
                    </a:cubicBezTo>
                    <a:cubicBezTo>
                      <a:pt x="12" y="131"/>
                      <a:pt x="18" y="139"/>
                      <a:pt x="26" y="146"/>
                    </a:cubicBezTo>
                    <a:cubicBezTo>
                      <a:pt x="33" y="153"/>
                      <a:pt x="43" y="158"/>
                      <a:pt x="54" y="162"/>
                    </a:cubicBezTo>
                    <a:cubicBezTo>
                      <a:pt x="64" y="166"/>
                      <a:pt x="76" y="167"/>
                      <a:pt x="89" y="167"/>
                    </a:cubicBezTo>
                    <a:cubicBezTo>
                      <a:pt x="102" y="167"/>
                      <a:pt x="114" y="166"/>
                      <a:pt x="125" y="162"/>
                    </a:cubicBezTo>
                    <a:cubicBezTo>
                      <a:pt x="136" y="158"/>
                      <a:pt x="145" y="153"/>
                      <a:pt x="153" y="146"/>
                    </a:cubicBezTo>
                    <a:cubicBezTo>
                      <a:pt x="161" y="139"/>
                      <a:pt x="167" y="131"/>
                      <a:pt x="171" y="120"/>
                    </a:cubicBezTo>
                    <a:cubicBezTo>
                      <a:pt x="176" y="110"/>
                      <a:pt x="178" y="97"/>
                      <a:pt x="178" y="83"/>
                    </a:cubicBezTo>
                    <a:cubicBezTo>
                      <a:pt x="178" y="70"/>
                      <a:pt x="176" y="57"/>
                      <a:pt x="171" y="47"/>
                    </a:cubicBezTo>
                    <a:cubicBezTo>
                      <a:pt x="167" y="36"/>
                      <a:pt x="161" y="28"/>
                      <a:pt x="153" y="21"/>
                    </a:cubicBezTo>
                    <a:cubicBezTo>
                      <a:pt x="145" y="14"/>
                      <a:pt x="136" y="8"/>
                      <a:pt x="125" y="5"/>
                    </a:cubicBezTo>
                    <a:cubicBezTo>
                      <a:pt x="114" y="1"/>
                      <a:pt x="102" y="0"/>
                      <a:pt x="89" y="0"/>
                    </a:cubicBezTo>
                    <a:cubicBezTo>
                      <a:pt x="76" y="0"/>
                      <a:pt x="64" y="1"/>
                      <a:pt x="54" y="5"/>
                    </a:cubicBezTo>
                    <a:cubicBezTo>
                      <a:pt x="43" y="8"/>
                      <a:pt x="33" y="14"/>
                      <a:pt x="26" y="21"/>
                    </a:cubicBezTo>
                    <a:close/>
                    <a:moveTo>
                      <a:pt x="66" y="40"/>
                    </a:moveTo>
                    <a:cubicBezTo>
                      <a:pt x="73" y="32"/>
                      <a:pt x="80" y="27"/>
                      <a:pt x="89" y="27"/>
                    </a:cubicBezTo>
                    <a:cubicBezTo>
                      <a:pt x="98" y="27"/>
                      <a:pt x="106" y="32"/>
                      <a:pt x="112" y="40"/>
                    </a:cubicBezTo>
                    <a:cubicBezTo>
                      <a:pt x="119" y="49"/>
                      <a:pt x="122" y="63"/>
                      <a:pt x="122" y="83"/>
                    </a:cubicBezTo>
                    <a:cubicBezTo>
                      <a:pt x="122" y="104"/>
                      <a:pt x="119" y="118"/>
                      <a:pt x="112" y="127"/>
                    </a:cubicBezTo>
                    <a:cubicBezTo>
                      <a:pt x="106" y="135"/>
                      <a:pt x="98" y="139"/>
                      <a:pt x="89" y="139"/>
                    </a:cubicBezTo>
                    <a:cubicBezTo>
                      <a:pt x="80" y="139"/>
                      <a:pt x="73" y="135"/>
                      <a:pt x="66" y="127"/>
                    </a:cubicBezTo>
                    <a:cubicBezTo>
                      <a:pt x="59" y="118"/>
                      <a:pt x="56" y="104"/>
                      <a:pt x="56" y="83"/>
                    </a:cubicBezTo>
                    <a:cubicBezTo>
                      <a:pt x="56" y="63"/>
                      <a:pt x="59" y="49"/>
                      <a:pt x="66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Freeform: Shape 34">
                <a:extLst>
                  <a:ext uri="{FF2B5EF4-FFF2-40B4-BE49-F238E27FC236}">
                    <a16:creationId xmlns:a16="http://schemas.microsoft.com/office/drawing/2014/main" id="{A991C7B0-64DF-47EF-99D9-A58D5AB47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1038" y="4684713"/>
                <a:ext cx="119063" cy="112713"/>
              </a:xfrm>
              <a:custGeom>
                <a:avLst/>
                <a:gdLst>
                  <a:gd name="T0" fmla="*/ 172 w 178"/>
                  <a:gd name="T1" fmla="*/ 47 h 168"/>
                  <a:gd name="T2" fmla="*/ 153 w 178"/>
                  <a:gd name="T3" fmla="*/ 21 h 168"/>
                  <a:gd name="T4" fmla="*/ 125 w 178"/>
                  <a:gd name="T5" fmla="*/ 5 h 168"/>
                  <a:gd name="T6" fmla="*/ 89 w 178"/>
                  <a:gd name="T7" fmla="*/ 0 h 168"/>
                  <a:gd name="T8" fmla="*/ 54 w 178"/>
                  <a:gd name="T9" fmla="*/ 5 h 168"/>
                  <a:gd name="T10" fmla="*/ 26 w 178"/>
                  <a:gd name="T11" fmla="*/ 21 h 168"/>
                  <a:gd name="T12" fmla="*/ 7 w 178"/>
                  <a:gd name="T13" fmla="*/ 47 h 168"/>
                  <a:gd name="T14" fmla="*/ 0 w 178"/>
                  <a:gd name="T15" fmla="*/ 84 h 168"/>
                  <a:gd name="T16" fmla="*/ 7 w 178"/>
                  <a:gd name="T17" fmla="*/ 121 h 168"/>
                  <a:gd name="T18" fmla="*/ 26 w 178"/>
                  <a:gd name="T19" fmla="*/ 147 h 168"/>
                  <a:gd name="T20" fmla="*/ 54 w 178"/>
                  <a:gd name="T21" fmla="*/ 163 h 168"/>
                  <a:gd name="T22" fmla="*/ 89 w 178"/>
                  <a:gd name="T23" fmla="*/ 168 h 168"/>
                  <a:gd name="T24" fmla="*/ 125 w 178"/>
                  <a:gd name="T25" fmla="*/ 163 h 168"/>
                  <a:gd name="T26" fmla="*/ 153 w 178"/>
                  <a:gd name="T27" fmla="*/ 147 h 168"/>
                  <a:gd name="T28" fmla="*/ 172 w 178"/>
                  <a:gd name="T29" fmla="*/ 121 h 168"/>
                  <a:gd name="T30" fmla="*/ 178 w 178"/>
                  <a:gd name="T31" fmla="*/ 84 h 168"/>
                  <a:gd name="T32" fmla="*/ 172 w 178"/>
                  <a:gd name="T33" fmla="*/ 47 h 168"/>
                  <a:gd name="T34" fmla="*/ 113 w 178"/>
                  <a:gd name="T35" fmla="*/ 127 h 168"/>
                  <a:gd name="T36" fmla="*/ 89 w 178"/>
                  <a:gd name="T37" fmla="*/ 140 h 168"/>
                  <a:gd name="T38" fmla="*/ 66 w 178"/>
                  <a:gd name="T39" fmla="*/ 127 h 168"/>
                  <a:gd name="T40" fmla="*/ 56 w 178"/>
                  <a:gd name="T41" fmla="*/ 84 h 168"/>
                  <a:gd name="T42" fmla="*/ 66 w 178"/>
                  <a:gd name="T43" fmla="*/ 41 h 168"/>
                  <a:gd name="T44" fmla="*/ 89 w 178"/>
                  <a:gd name="T45" fmla="*/ 28 h 168"/>
                  <a:gd name="T46" fmla="*/ 113 w 178"/>
                  <a:gd name="T47" fmla="*/ 41 h 168"/>
                  <a:gd name="T48" fmla="*/ 123 w 178"/>
                  <a:gd name="T49" fmla="*/ 84 h 168"/>
                  <a:gd name="T50" fmla="*/ 113 w 178"/>
                  <a:gd name="T51" fmla="*/ 127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78" h="168">
                    <a:moveTo>
                      <a:pt x="172" y="47"/>
                    </a:moveTo>
                    <a:cubicBezTo>
                      <a:pt x="167" y="37"/>
                      <a:pt x="161" y="28"/>
                      <a:pt x="153" y="21"/>
                    </a:cubicBezTo>
                    <a:cubicBezTo>
                      <a:pt x="145" y="14"/>
                      <a:pt x="136" y="9"/>
                      <a:pt x="125" y="5"/>
                    </a:cubicBezTo>
                    <a:cubicBezTo>
                      <a:pt x="114" y="2"/>
                      <a:pt x="102" y="0"/>
                      <a:pt x="89" y="0"/>
                    </a:cubicBezTo>
                    <a:cubicBezTo>
                      <a:pt x="77" y="0"/>
                      <a:pt x="65" y="2"/>
                      <a:pt x="54" y="5"/>
                    </a:cubicBezTo>
                    <a:cubicBezTo>
                      <a:pt x="43" y="9"/>
                      <a:pt x="34" y="14"/>
                      <a:pt x="26" y="21"/>
                    </a:cubicBezTo>
                    <a:cubicBezTo>
                      <a:pt x="18" y="28"/>
                      <a:pt x="12" y="37"/>
                      <a:pt x="7" y="47"/>
                    </a:cubicBezTo>
                    <a:cubicBezTo>
                      <a:pt x="3" y="58"/>
                      <a:pt x="0" y="70"/>
                      <a:pt x="0" y="84"/>
                    </a:cubicBezTo>
                    <a:cubicBezTo>
                      <a:pt x="0" y="98"/>
                      <a:pt x="3" y="110"/>
                      <a:pt x="7" y="121"/>
                    </a:cubicBezTo>
                    <a:cubicBezTo>
                      <a:pt x="12" y="131"/>
                      <a:pt x="18" y="140"/>
                      <a:pt x="26" y="147"/>
                    </a:cubicBezTo>
                    <a:cubicBezTo>
                      <a:pt x="34" y="154"/>
                      <a:pt x="43" y="159"/>
                      <a:pt x="54" y="163"/>
                    </a:cubicBezTo>
                    <a:cubicBezTo>
                      <a:pt x="65" y="166"/>
                      <a:pt x="77" y="168"/>
                      <a:pt x="89" y="168"/>
                    </a:cubicBezTo>
                    <a:cubicBezTo>
                      <a:pt x="102" y="168"/>
                      <a:pt x="114" y="166"/>
                      <a:pt x="125" y="163"/>
                    </a:cubicBezTo>
                    <a:cubicBezTo>
                      <a:pt x="136" y="159"/>
                      <a:pt x="145" y="154"/>
                      <a:pt x="153" y="147"/>
                    </a:cubicBezTo>
                    <a:cubicBezTo>
                      <a:pt x="161" y="140"/>
                      <a:pt x="167" y="131"/>
                      <a:pt x="172" y="121"/>
                    </a:cubicBezTo>
                    <a:cubicBezTo>
                      <a:pt x="176" y="110"/>
                      <a:pt x="178" y="98"/>
                      <a:pt x="178" y="84"/>
                    </a:cubicBezTo>
                    <a:cubicBezTo>
                      <a:pt x="178" y="70"/>
                      <a:pt x="176" y="58"/>
                      <a:pt x="172" y="47"/>
                    </a:cubicBezTo>
                    <a:close/>
                    <a:moveTo>
                      <a:pt x="113" y="127"/>
                    </a:moveTo>
                    <a:cubicBezTo>
                      <a:pt x="106" y="136"/>
                      <a:pt x="98" y="140"/>
                      <a:pt x="89" y="140"/>
                    </a:cubicBezTo>
                    <a:cubicBezTo>
                      <a:pt x="81" y="140"/>
                      <a:pt x="73" y="136"/>
                      <a:pt x="66" y="127"/>
                    </a:cubicBezTo>
                    <a:cubicBezTo>
                      <a:pt x="60" y="119"/>
                      <a:pt x="56" y="104"/>
                      <a:pt x="56" y="84"/>
                    </a:cubicBezTo>
                    <a:cubicBezTo>
                      <a:pt x="56" y="64"/>
                      <a:pt x="60" y="49"/>
                      <a:pt x="66" y="41"/>
                    </a:cubicBezTo>
                    <a:cubicBezTo>
                      <a:pt x="73" y="32"/>
                      <a:pt x="81" y="28"/>
                      <a:pt x="89" y="28"/>
                    </a:cubicBezTo>
                    <a:cubicBezTo>
                      <a:pt x="98" y="28"/>
                      <a:pt x="106" y="32"/>
                      <a:pt x="113" y="41"/>
                    </a:cubicBezTo>
                    <a:cubicBezTo>
                      <a:pt x="119" y="49"/>
                      <a:pt x="123" y="64"/>
                      <a:pt x="123" y="84"/>
                    </a:cubicBezTo>
                    <a:cubicBezTo>
                      <a:pt x="123" y="104"/>
                      <a:pt x="119" y="119"/>
                      <a:pt x="113" y="1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Freeform: Shape 35">
                <a:extLst>
                  <a:ext uri="{FF2B5EF4-FFF2-40B4-BE49-F238E27FC236}">
                    <a16:creationId xmlns:a16="http://schemas.microsoft.com/office/drawing/2014/main" id="{1FFB97B5-D3E5-4F59-9C8B-2B3F04BE4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550" y="4492626"/>
                <a:ext cx="455613" cy="487363"/>
              </a:xfrm>
              <a:custGeom>
                <a:avLst/>
                <a:gdLst>
                  <a:gd name="T0" fmla="*/ 670 w 681"/>
                  <a:gd name="T1" fmla="*/ 409 h 729"/>
                  <a:gd name="T2" fmla="*/ 659 w 681"/>
                  <a:gd name="T3" fmla="*/ 423 h 729"/>
                  <a:gd name="T4" fmla="*/ 612 w 681"/>
                  <a:gd name="T5" fmla="*/ 467 h 729"/>
                  <a:gd name="T6" fmla="*/ 594 w 681"/>
                  <a:gd name="T7" fmla="*/ 515 h 729"/>
                  <a:gd name="T8" fmla="*/ 386 w 681"/>
                  <a:gd name="T9" fmla="*/ 666 h 729"/>
                  <a:gd name="T10" fmla="*/ 346 w 681"/>
                  <a:gd name="T11" fmla="*/ 668 h 729"/>
                  <a:gd name="T12" fmla="*/ 90 w 681"/>
                  <a:gd name="T13" fmla="*/ 497 h 729"/>
                  <a:gd name="T14" fmla="*/ 82 w 681"/>
                  <a:gd name="T15" fmla="*/ 474 h 729"/>
                  <a:gd name="T16" fmla="*/ 72 w 681"/>
                  <a:gd name="T17" fmla="*/ 431 h 729"/>
                  <a:gd name="T18" fmla="*/ 116 w 681"/>
                  <a:gd name="T19" fmla="*/ 238 h 729"/>
                  <a:gd name="T20" fmla="*/ 207 w 681"/>
                  <a:gd name="T21" fmla="*/ 153 h 729"/>
                  <a:gd name="T22" fmla="*/ 214 w 681"/>
                  <a:gd name="T23" fmla="*/ 148 h 729"/>
                  <a:gd name="T24" fmla="*/ 220 w 681"/>
                  <a:gd name="T25" fmla="*/ 142 h 729"/>
                  <a:gd name="T26" fmla="*/ 221 w 681"/>
                  <a:gd name="T27" fmla="*/ 141 h 729"/>
                  <a:gd name="T28" fmla="*/ 226 w 681"/>
                  <a:gd name="T29" fmla="*/ 136 h 729"/>
                  <a:gd name="T30" fmla="*/ 229 w 681"/>
                  <a:gd name="T31" fmla="*/ 131 h 729"/>
                  <a:gd name="T32" fmla="*/ 249 w 681"/>
                  <a:gd name="T33" fmla="*/ 107 h 729"/>
                  <a:gd name="T34" fmla="*/ 260 w 681"/>
                  <a:gd name="T35" fmla="*/ 96 h 729"/>
                  <a:gd name="T36" fmla="*/ 260 w 681"/>
                  <a:gd name="T37" fmla="*/ 96 h 729"/>
                  <a:gd name="T38" fmla="*/ 261 w 681"/>
                  <a:gd name="T39" fmla="*/ 95 h 729"/>
                  <a:gd name="T40" fmla="*/ 346 w 681"/>
                  <a:gd name="T41" fmla="*/ 61 h 729"/>
                  <a:gd name="T42" fmla="*/ 382 w 681"/>
                  <a:gd name="T43" fmla="*/ 67 h 729"/>
                  <a:gd name="T44" fmla="*/ 385 w 681"/>
                  <a:gd name="T45" fmla="*/ 67 h 729"/>
                  <a:gd name="T46" fmla="*/ 388 w 681"/>
                  <a:gd name="T47" fmla="*/ 68 h 729"/>
                  <a:gd name="T48" fmla="*/ 402 w 681"/>
                  <a:gd name="T49" fmla="*/ 72 h 729"/>
                  <a:gd name="T50" fmla="*/ 453 w 681"/>
                  <a:gd name="T51" fmla="*/ 113 h 729"/>
                  <a:gd name="T52" fmla="*/ 454 w 681"/>
                  <a:gd name="T53" fmla="*/ 111 h 729"/>
                  <a:gd name="T54" fmla="*/ 483 w 681"/>
                  <a:gd name="T55" fmla="*/ 71 h 729"/>
                  <a:gd name="T56" fmla="*/ 492 w 681"/>
                  <a:gd name="T57" fmla="*/ 64 h 729"/>
                  <a:gd name="T58" fmla="*/ 423 w 681"/>
                  <a:gd name="T59" fmla="*/ 16 h 729"/>
                  <a:gd name="T60" fmla="*/ 402 w 681"/>
                  <a:gd name="T61" fmla="*/ 9 h 729"/>
                  <a:gd name="T62" fmla="*/ 346 w 681"/>
                  <a:gd name="T63" fmla="*/ 0 h 729"/>
                  <a:gd name="T64" fmla="*/ 220 w 681"/>
                  <a:gd name="T65" fmla="*/ 50 h 729"/>
                  <a:gd name="T66" fmla="*/ 205 w 681"/>
                  <a:gd name="T67" fmla="*/ 65 h 729"/>
                  <a:gd name="T68" fmla="*/ 178 w 681"/>
                  <a:gd name="T69" fmla="*/ 98 h 729"/>
                  <a:gd name="T70" fmla="*/ 176 w 681"/>
                  <a:gd name="T71" fmla="*/ 100 h 729"/>
                  <a:gd name="T72" fmla="*/ 66 w 681"/>
                  <a:gd name="T73" fmla="*/ 204 h 729"/>
                  <a:gd name="T74" fmla="*/ 13 w 681"/>
                  <a:gd name="T75" fmla="*/ 440 h 729"/>
                  <a:gd name="T76" fmla="*/ 24 w 681"/>
                  <a:gd name="T77" fmla="*/ 492 h 729"/>
                  <a:gd name="T78" fmla="*/ 31 w 681"/>
                  <a:gd name="T79" fmla="*/ 511 h 729"/>
                  <a:gd name="T80" fmla="*/ 346 w 681"/>
                  <a:gd name="T81" fmla="*/ 729 h 729"/>
                  <a:gd name="T82" fmla="*/ 395 w 681"/>
                  <a:gd name="T83" fmla="*/ 725 h 729"/>
                  <a:gd name="T84" fmla="*/ 652 w 681"/>
                  <a:gd name="T85" fmla="*/ 535 h 729"/>
                  <a:gd name="T86" fmla="*/ 681 w 681"/>
                  <a:gd name="T87" fmla="*/ 435 h 729"/>
                  <a:gd name="T88" fmla="*/ 675 w 681"/>
                  <a:gd name="T89" fmla="*/ 425 h 729"/>
                  <a:gd name="T90" fmla="*/ 670 w 681"/>
                  <a:gd name="T91" fmla="*/ 409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81" h="729">
                    <a:moveTo>
                      <a:pt x="670" y="409"/>
                    </a:moveTo>
                    <a:cubicBezTo>
                      <a:pt x="659" y="423"/>
                      <a:pt x="659" y="423"/>
                      <a:pt x="659" y="423"/>
                    </a:cubicBezTo>
                    <a:cubicBezTo>
                      <a:pt x="648" y="439"/>
                      <a:pt x="631" y="455"/>
                      <a:pt x="612" y="467"/>
                    </a:cubicBezTo>
                    <a:cubicBezTo>
                      <a:pt x="608" y="484"/>
                      <a:pt x="602" y="500"/>
                      <a:pt x="594" y="515"/>
                    </a:cubicBezTo>
                    <a:cubicBezTo>
                      <a:pt x="555" y="593"/>
                      <a:pt x="479" y="652"/>
                      <a:pt x="386" y="666"/>
                    </a:cubicBezTo>
                    <a:cubicBezTo>
                      <a:pt x="373" y="668"/>
                      <a:pt x="359" y="668"/>
                      <a:pt x="346" y="668"/>
                    </a:cubicBezTo>
                    <a:cubicBezTo>
                      <a:pt x="234" y="668"/>
                      <a:pt x="133" y="599"/>
                      <a:pt x="90" y="497"/>
                    </a:cubicBezTo>
                    <a:cubicBezTo>
                      <a:pt x="87" y="489"/>
                      <a:pt x="85" y="482"/>
                      <a:pt x="82" y="474"/>
                    </a:cubicBezTo>
                    <a:cubicBezTo>
                      <a:pt x="78" y="460"/>
                      <a:pt x="75" y="446"/>
                      <a:pt x="72" y="431"/>
                    </a:cubicBezTo>
                    <a:cubicBezTo>
                      <a:pt x="63" y="364"/>
                      <a:pt x="78" y="295"/>
                      <a:pt x="116" y="238"/>
                    </a:cubicBezTo>
                    <a:cubicBezTo>
                      <a:pt x="140" y="203"/>
                      <a:pt x="171" y="174"/>
                      <a:pt x="207" y="153"/>
                    </a:cubicBezTo>
                    <a:cubicBezTo>
                      <a:pt x="214" y="148"/>
                      <a:pt x="214" y="148"/>
                      <a:pt x="214" y="148"/>
                    </a:cubicBezTo>
                    <a:cubicBezTo>
                      <a:pt x="220" y="142"/>
                      <a:pt x="220" y="142"/>
                      <a:pt x="220" y="142"/>
                    </a:cubicBezTo>
                    <a:cubicBezTo>
                      <a:pt x="221" y="141"/>
                      <a:pt x="221" y="141"/>
                      <a:pt x="221" y="141"/>
                    </a:cubicBezTo>
                    <a:cubicBezTo>
                      <a:pt x="226" y="136"/>
                      <a:pt x="226" y="136"/>
                      <a:pt x="226" y="136"/>
                    </a:cubicBezTo>
                    <a:cubicBezTo>
                      <a:pt x="229" y="131"/>
                      <a:pt x="229" y="131"/>
                      <a:pt x="229" y="131"/>
                    </a:cubicBezTo>
                    <a:cubicBezTo>
                      <a:pt x="235" y="122"/>
                      <a:pt x="241" y="114"/>
                      <a:pt x="249" y="107"/>
                    </a:cubicBezTo>
                    <a:cubicBezTo>
                      <a:pt x="252" y="103"/>
                      <a:pt x="256" y="99"/>
                      <a:pt x="260" y="96"/>
                    </a:cubicBezTo>
                    <a:cubicBezTo>
                      <a:pt x="260" y="96"/>
                      <a:pt x="260" y="96"/>
                      <a:pt x="260" y="96"/>
                    </a:cubicBezTo>
                    <a:cubicBezTo>
                      <a:pt x="261" y="95"/>
                      <a:pt x="261" y="95"/>
                      <a:pt x="261" y="95"/>
                    </a:cubicBezTo>
                    <a:cubicBezTo>
                      <a:pt x="285" y="73"/>
                      <a:pt x="315" y="61"/>
                      <a:pt x="346" y="61"/>
                    </a:cubicBezTo>
                    <a:cubicBezTo>
                      <a:pt x="358" y="61"/>
                      <a:pt x="370" y="63"/>
                      <a:pt x="382" y="67"/>
                    </a:cubicBezTo>
                    <a:cubicBezTo>
                      <a:pt x="385" y="67"/>
                      <a:pt x="385" y="67"/>
                      <a:pt x="385" y="67"/>
                    </a:cubicBezTo>
                    <a:cubicBezTo>
                      <a:pt x="388" y="68"/>
                      <a:pt x="388" y="68"/>
                      <a:pt x="388" y="68"/>
                    </a:cubicBezTo>
                    <a:cubicBezTo>
                      <a:pt x="393" y="69"/>
                      <a:pt x="398" y="71"/>
                      <a:pt x="402" y="72"/>
                    </a:cubicBezTo>
                    <a:cubicBezTo>
                      <a:pt x="420" y="79"/>
                      <a:pt x="436" y="92"/>
                      <a:pt x="453" y="113"/>
                    </a:cubicBezTo>
                    <a:cubicBezTo>
                      <a:pt x="454" y="112"/>
                      <a:pt x="454" y="111"/>
                      <a:pt x="454" y="111"/>
                    </a:cubicBezTo>
                    <a:cubicBezTo>
                      <a:pt x="461" y="95"/>
                      <a:pt x="471" y="81"/>
                      <a:pt x="483" y="71"/>
                    </a:cubicBezTo>
                    <a:cubicBezTo>
                      <a:pt x="485" y="68"/>
                      <a:pt x="489" y="66"/>
                      <a:pt x="492" y="64"/>
                    </a:cubicBezTo>
                    <a:cubicBezTo>
                      <a:pt x="473" y="43"/>
                      <a:pt x="451" y="26"/>
                      <a:pt x="423" y="16"/>
                    </a:cubicBezTo>
                    <a:cubicBezTo>
                      <a:pt x="417" y="13"/>
                      <a:pt x="409" y="11"/>
                      <a:pt x="402" y="9"/>
                    </a:cubicBezTo>
                    <a:cubicBezTo>
                      <a:pt x="383" y="3"/>
                      <a:pt x="364" y="0"/>
                      <a:pt x="346" y="0"/>
                    </a:cubicBezTo>
                    <a:cubicBezTo>
                      <a:pt x="299" y="0"/>
                      <a:pt x="254" y="19"/>
                      <a:pt x="220" y="50"/>
                    </a:cubicBezTo>
                    <a:cubicBezTo>
                      <a:pt x="215" y="55"/>
                      <a:pt x="210" y="60"/>
                      <a:pt x="205" y="65"/>
                    </a:cubicBezTo>
                    <a:cubicBezTo>
                      <a:pt x="195" y="75"/>
                      <a:pt x="186" y="86"/>
                      <a:pt x="178" y="98"/>
                    </a:cubicBezTo>
                    <a:cubicBezTo>
                      <a:pt x="178" y="99"/>
                      <a:pt x="177" y="100"/>
                      <a:pt x="176" y="100"/>
                    </a:cubicBezTo>
                    <a:cubicBezTo>
                      <a:pt x="132" y="126"/>
                      <a:pt x="94" y="162"/>
                      <a:pt x="66" y="204"/>
                    </a:cubicBezTo>
                    <a:cubicBezTo>
                      <a:pt x="21" y="271"/>
                      <a:pt x="0" y="354"/>
                      <a:pt x="13" y="440"/>
                    </a:cubicBezTo>
                    <a:cubicBezTo>
                      <a:pt x="15" y="458"/>
                      <a:pt x="19" y="475"/>
                      <a:pt x="24" y="492"/>
                    </a:cubicBezTo>
                    <a:cubicBezTo>
                      <a:pt x="26" y="498"/>
                      <a:pt x="29" y="505"/>
                      <a:pt x="31" y="511"/>
                    </a:cubicBezTo>
                    <a:cubicBezTo>
                      <a:pt x="80" y="641"/>
                      <a:pt x="205" y="729"/>
                      <a:pt x="346" y="729"/>
                    </a:cubicBezTo>
                    <a:cubicBezTo>
                      <a:pt x="362" y="729"/>
                      <a:pt x="379" y="728"/>
                      <a:pt x="395" y="725"/>
                    </a:cubicBezTo>
                    <a:cubicBezTo>
                      <a:pt x="511" y="709"/>
                      <a:pt x="605" y="634"/>
                      <a:pt x="652" y="535"/>
                    </a:cubicBezTo>
                    <a:cubicBezTo>
                      <a:pt x="666" y="504"/>
                      <a:pt x="676" y="470"/>
                      <a:pt x="681" y="435"/>
                    </a:cubicBezTo>
                    <a:cubicBezTo>
                      <a:pt x="679" y="431"/>
                      <a:pt x="677" y="428"/>
                      <a:pt x="675" y="425"/>
                    </a:cubicBezTo>
                    <a:cubicBezTo>
                      <a:pt x="673" y="419"/>
                      <a:pt x="671" y="414"/>
                      <a:pt x="670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36">
                <a:extLst>
                  <a:ext uri="{FF2B5EF4-FFF2-40B4-BE49-F238E27FC236}">
                    <a16:creationId xmlns:a16="http://schemas.microsoft.com/office/drawing/2014/main" id="{75A77512-B822-4477-95DC-6CEFBF1FE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088" y="4811713"/>
                <a:ext cx="244475" cy="92075"/>
              </a:xfrm>
              <a:custGeom>
                <a:avLst/>
                <a:gdLst>
                  <a:gd name="T0" fmla="*/ 0 w 365"/>
                  <a:gd name="T1" fmla="*/ 15 h 139"/>
                  <a:gd name="T2" fmla="*/ 185 w 365"/>
                  <a:gd name="T3" fmla="*/ 139 h 139"/>
                  <a:gd name="T4" fmla="*/ 214 w 365"/>
                  <a:gd name="T5" fmla="*/ 137 h 139"/>
                  <a:gd name="T6" fmla="*/ 365 w 365"/>
                  <a:gd name="T7" fmla="*/ 27 h 139"/>
                  <a:gd name="T8" fmla="*/ 156 w 365"/>
                  <a:gd name="T9" fmla="*/ 0 h 139"/>
                  <a:gd name="T10" fmla="*/ 0 w 365"/>
                  <a:gd name="T11" fmla="*/ 1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5" h="139">
                    <a:moveTo>
                      <a:pt x="0" y="15"/>
                    </a:moveTo>
                    <a:cubicBezTo>
                      <a:pt x="30" y="89"/>
                      <a:pt x="104" y="139"/>
                      <a:pt x="185" y="139"/>
                    </a:cubicBezTo>
                    <a:cubicBezTo>
                      <a:pt x="195" y="139"/>
                      <a:pt x="205" y="138"/>
                      <a:pt x="214" y="137"/>
                    </a:cubicBezTo>
                    <a:cubicBezTo>
                      <a:pt x="282" y="127"/>
                      <a:pt x="337" y="84"/>
                      <a:pt x="365" y="27"/>
                    </a:cubicBezTo>
                    <a:cubicBezTo>
                      <a:pt x="309" y="10"/>
                      <a:pt x="236" y="0"/>
                      <a:pt x="156" y="0"/>
                    </a:cubicBezTo>
                    <a:cubicBezTo>
                      <a:pt x="99" y="0"/>
                      <a:pt x="46" y="5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D0215D99-EE61-4D7B-AB4F-9DC3425C8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1722" y="4040425"/>
              <a:ext cx="1659639" cy="678375"/>
            </a:xfrm>
            <a:custGeom>
              <a:avLst/>
              <a:gdLst>
                <a:gd name="T0" fmla="*/ 0 w 390"/>
                <a:gd name="T1" fmla="*/ 159 h 159"/>
                <a:gd name="T2" fmla="*/ 318 w 390"/>
                <a:gd name="T3" fmla="*/ 159 h 159"/>
                <a:gd name="T4" fmla="*/ 390 w 390"/>
                <a:gd name="T5" fmla="*/ 0 h 159"/>
                <a:gd name="T6" fmla="*/ 0 w 390"/>
                <a:gd name="T7" fmla="*/ 0 h 159"/>
                <a:gd name="T8" fmla="*/ 0 w 390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159">
                  <a:moveTo>
                    <a:pt x="0" y="159"/>
                  </a:moveTo>
                  <a:cubicBezTo>
                    <a:pt x="318" y="159"/>
                    <a:pt x="318" y="159"/>
                    <a:pt x="318" y="159"/>
                  </a:cubicBezTo>
                  <a:cubicBezTo>
                    <a:pt x="353" y="113"/>
                    <a:pt x="378" y="59"/>
                    <a:pt x="39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4" name="Group 39">
              <a:extLst>
                <a:ext uri="{FF2B5EF4-FFF2-40B4-BE49-F238E27FC236}">
                  <a16:creationId xmlns:a16="http://schemas.microsoft.com/office/drawing/2014/main" id="{64EA59EA-A949-4A6E-BA04-CFEA905E45DB}"/>
                </a:ext>
              </a:extLst>
            </p:cNvPr>
            <p:cNvGrpSpPr/>
            <p:nvPr/>
          </p:nvGrpSpPr>
          <p:grpSpPr>
            <a:xfrm>
              <a:off x="6084278" y="4142869"/>
              <a:ext cx="422170" cy="447827"/>
              <a:chOff x="2913063" y="2968626"/>
              <a:chExt cx="574675" cy="609600"/>
            </a:xfrm>
            <a:solidFill>
              <a:schemeClr val="bg1"/>
            </a:solidFill>
          </p:grpSpPr>
          <p:sp>
            <p:nvSpPr>
              <p:cNvPr id="56" name="Freeform: Shape 40">
                <a:extLst>
                  <a:ext uri="{FF2B5EF4-FFF2-40B4-BE49-F238E27FC236}">
                    <a16:creationId xmlns:a16="http://schemas.microsoft.com/office/drawing/2014/main" id="{AC6E1CD9-E687-4832-A247-1240CEEE1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150" y="3127376"/>
                <a:ext cx="228600" cy="450850"/>
              </a:xfrm>
              <a:custGeom>
                <a:avLst/>
                <a:gdLst>
                  <a:gd name="T0" fmla="*/ 236 w 341"/>
                  <a:gd name="T1" fmla="*/ 645 h 674"/>
                  <a:gd name="T2" fmla="*/ 159 w 341"/>
                  <a:gd name="T3" fmla="*/ 568 h 674"/>
                  <a:gd name="T4" fmla="*/ 159 w 341"/>
                  <a:gd name="T5" fmla="*/ 182 h 674"/>
                  <a:gd name="T6" fmla="*/ 279 w 341"/>
                  <a:gd name="T7" fmla="*/ 232 h 674"/>
                  <a:gd name="T8" fmla="*/ 281 w 341"/>
                  <a:gd name="T9" fmla="*/ 207 h 674"/>
                  <a:gd name="T10" fmla="*/ 269 w 341"/>
                  <a:gd name="T11" fmla="*/ 123 h 674"/>
                  <a:gd name="T12" fmla="*/ 222 w 341"/>
                  <a:gd name="T13" fmla="*/ 52 h 674"/>
                  <a:gd name="T14" fmla="*/ 152 w 341"/>
                  <a:gd name="T15" fmla="*/ 19 h 674"/>
                  <a:gd name="T16" fmla="*/ 152 w 341"/>
                  <a:gd name="T17" fmla="*/ 10 h 674"/>
                  <a:gd name="T18" fmla="*/ 142 w 341"/>
                  <a:gd name="T19" fmla="*/ 0 h 674"/>
                  <a:gd name="T20" fmla="*/ 133 w 341"/>
                  <a:gd name="T21" fmla="*/ 10 h 674"/>
                  <a:gd name="T22" fmla="*/ 133 w 341"/>
                  <a:gd name="T23" fmla="*/ 19 h 674"/>
                  <a:gd name="T24" fmla="*/ 64 w 341"/>
                  <a:gd name="T25" fmla="*/ 51 h 674"/>
                  <a:gd name="T26" fmla="*/ 16 w 341"/>
                  <a:gd name="T27" fmla="*/ 121 h 674"/>
                  <a:gd name="T28" fmla="*/ 6 w 341"/>
                  <a:gd name="T29" fmla="*/ 231 h 674"/>
                  <a:gd name="T30" fmla="*/ 130 w 341"/>
                  <a:gd name="T31" fmla="*/ 182 h 674"/>
                  <a:gd name="T32" fmla="*/ 130 w 341"/>
                  <a:gd name="T33" fmla="*/ 568 h 674"/>
                  <a:gd name="T34" fmla="*/ 236 w 341"/>
                  <a:gd name="T35" fmla="*/ 674 h 674"/>
                  <a:gd name="T36" fmla="*/ 341 w 341"/>
                  <a:gd name="T37" fmla="*/ 568 h 674"/>
                  <a:gd name="T38" fmla="*/ 312 w 341"/>
                  <a:gd name="T39" fmla="*/ 568 h 674"/>
                  <a:gd name="T40" fmla="*/ 236 w 341"/>
                  <a:gd name="T41" fmla="*/ 645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1" h="674">
                    <a:moveTo>
                      <a:pt x="236" y="645"/>
                    </a:moveTo>
                    <a:cubicBezTo>
                      <a:pt x="194" y="645"/>
                      <a:pt x="159" y="611"/>
                      <a:pt x="159" y="568"/>
                    </a:cubicBezTo>
                    <a:cubicBezTo>
                      <a:pt x="159" y="182"/>
                      <a:pt x="159" y="182"/>
                      <a:pt x="159" y="182"/>
                    </a:cubicBezTo>
                    <a:cubicBezTo>
                      <a:pt x="215" y="185"/>
                      <a:pt x="262" y="205"/>
                      <a:pt x="279" y="232"/>
                    </a:cubicBezTo>
                    <a:cubicBezTo>
                      <a:pt x="280" y="224"/>
                      <a:pt x="281" y="215"/>
                      <a:pt x="281" y="207"/>
                    </a:cubicBezTo>
                    <a:cubicBezTo>
                      <a:pt x="283" y="179"/>
                      <a:pt x="279" y="150"/>
                      <a:pt x="269" y="123"/>
                    </a:cubicBezTo>
                    <a:cubicBezTo>
                      <a:pt x="259" y="96"/>
                      <a:pt x="243" y="71"/>
                      <a:pt x="222" y="52"/>
                    </a:cubicBezTo>
                    <a:cubicBezTo>
                      <a:pt x="203" y="34"/>
                      <a:pt x="178" y="22"/>
                      <a:pt x="152" y="19"/>
                    </a:cubicBezTo>
                    <a:cubicBezTo>
                      <a:pt x="152" y="10"/>
                      <a:pt x="152" y="10"/>
                      <a:pt x="152" y="10"/>
                    </a:cubicBezTo>
                    <a:cubicBezTo>
                      <a:pt x="152" y="4"/>
                      <a:pt x="148" y="0"/>
                      <a:pt x="142" y="0"/>
                    </a:cubicBezTo>
                    <a:cubicBezTo>
                      <a:pt x="137" y="0"/>
                      <a:pt x="133" y="4"/>
                      <a:pt x="133" y="10"/>
                    </a:cubicBezTo>
                    <a:cubicBezTo>
                      <a:pt x="133" y="19"/>
                      <a:pt x="133" y="19"/>
                      <a:pt x="133" y="19"/>
                    </a:cubicBezTo>
                    <a:cubicBezTo>
                      <a:pt x="107" y="22"/>
                      <a:pt x="83" y="34"/>
                      <a:pt x="64" y="51"/>
                    </a:cubicBezTo>
                    <a:cubicBezTo>
                      <a:pt x="42" y="70"/>
                      <a:pt x="26" y="94"/>
                      <a:pt x="16" y="121"/>
                    </a:cubicBezTo>
                    <a:cubicBezTo>
                      <a:pt x="3" y="156"/>
                      <a:pt x="0" y="195"/>
                      <a:pt x="6" y="231"/>
                    </a:cubicBezTo>
                    <a:cubicBezTo>
                      <a:pt x="24" y="204"/>
                      <a:pt x="72" y="184"/>
                      <a:pt x="130" y="182"/>
                    </a:cubicBezTo>
                    <a:cubicBezTo>
                      <a:pt x="130" y="568"/>
                      <a:pt x="130" y="568"/>
                      <a:pt x="130" y="568"/>
                    </a:cubicBezTo>
                    <a:cubicBezTo>
                      <a:pt x="130" y="627"/>
                      <a:pt x="178" y="674"/>
                      <a:pt x="236" y="674"/>
                    </a:cubicBezTo>
                    <a:cubicBezTo>
                      <a:pt x="294" y="674"/>
                      <a:pt x="341" y="627"/>
                      <a:pt x="341" y="568"/>
                    </a:cubicBezTo>
                    <a:cubicBezTo>
                      <a:pt x="312" y="568"/>
                      <a:pt x="312" y="568"/>
                      <a:pt x="312" y="568"/>
                    </a:cubicBezTo>
                    <a:cubicBezTo>
                      <a:pt x="312" y="611"/>
                      <a:pt x="278" y="645"/>
                      <a:pt x="236" y="6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Freeform: Shape 41">
                <a:extLst>
                  <a:ext uri="{FF2B5EF4-FFF2-40B4-BE49-F238E27FC236}">
                    <a16:creationId xmlns:a16="http://schemas.microsoft.com/office/drawing/2014/main" id="{7F718475-BFA4-4016-9711-088FB6C28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063" y="3140076"/>
                <a:ext cx="279400" cy="150813"/>
              </a:xfrm>
              <a:custGeom>
                <a:avLst/>
                <a:gdLst>
                  <a:gd name="T0" fmla="*/ 348 w 419"/>
                  <a:gd name="T1" fmla="*/ 26 h 225"/>
                  <a:gd name="T2" fmla="*/ 419 w 419"/>
                  <a:gd name="T3" fmla="*/ 0 h 225"/>
                  <a:gd name="T4" fmla="*/ 0 w 419"/>
                  <a:gd name="T5" fmla="*/ 208 h 225"/>
                  <a:gd name="T6" fmla="*/ 2 w 419"/>
                  <a:gd name="T7" fmla="*/ 225 h 225"/>
                  <a:gd name="T8" fmla="*/ 144 w 419"/>
                  <a:gd name="T9" fmla="*/ 162 h 225"/>
                  <a:gd name="T10" fmla="*/ 270 w 419"/>
                  <a:gd name="T11" fmla="*/ 201 h 225"/>
                  <a:gd name="T12" fmla="*/ 270 w 419"/>
                  <a:gd name="T13" fmla="*/ 184 h 225"/>
                  <a:gd name="T14" fmla="*/ 292 w 419"/>
                  <a:gd name="T15" fmla="*/ 96 h 225"/>
                  <a:gd name="T16" fmla="*/ 348 w 419"/>
                  <a:gd name="T17" fmla="*/ 26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225">
                    <a:moveTo>
                      <a:pt x="348" y="26"/>
                    </a:moveTo>
                    <a:cubicBezTo>
                      <a:pt x="369" y="11"/>
                      <a:pt x="394" y="1"/>
                      <a:pt x="419" y="0"/>
                    </a:cubicBezTo>
                    <a:cubicBezTo>
                      <a:pt x="187" y="3"/>
                      <a:pt x="0" y="95"/>
                      <a:pt x="0" y="208"/>
                    </a:cubicBezTo>
                    <a:cubicBezTo>
                      <a:pt x="0" y="214"/>
                      <a:pt x="1" y="220"/>
                      <a:pt x="2" y="225"/>
                    </a:cubicBezTo>
                    <a:cubicBezTo>
                      <a:pt x="11" y="190"/>
                      <a:pt x="71" y="162"/>
                      <a:pt x="144" y="162"/>
                    </a:cubicBezTo>
                    <a:cubicBezTo>
                      <a:pt x="198" y="162"/>
                      <a:pt x="246" y="178"/>
                      <a:pt x="270" y="201"/>
                    </a:cubicBezTo>
                    <a:cubicBezTo>
                      <a:pt x="270" y="195"/>
                      <a:pt x="270" y="190"/>
                      <a:pt x="270" y="184"/>
                    </a:cubicBezTo>
                    <a:cubicBezTo>
                      <a:pt x="272" y="154"/>
                      <a:pt x="279" y="124"/>
                      <a:pt x="292" y="96"/>
                    </a:cubicBezTo>
                    <a:cubicBezTo>
                      <a:pt x="305" y="69"/>
                      <a:pt x="324" y="44"/>
                      <a:pt x="348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Freeform: Shape 42">
                <a:extLst>
                  <a:ext uri="{FF2B5EF4-FFF2-40B4-BE49-F238E27FC236}">
                    <a16:creationId xmlns:a16="http://schemas.microsoft.com/office/drawing/2014/main" id="{13BD6800-77D4-4E83-8854-04CE750DD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338" y="3140076"/>
                <a:ext cx="279400" cy="150813"/>
              </a:xfrm>
              <a:custGeom>
                <a:avLst/>
                <a:gdLst>
                  <a:gd name="T0" fmla="*/ 0 w 419"/>
                  <a:gd name="T1" fmla="*/ 0 h 225"/>
                  <a:gd name="T2" fmla="*/ 72 w 419"/>
                  <a:gd name="T3" fmla="*/ 27 h 225"/>
                  <a:gd name="T4" fmla="*/ 128 w 419"/>
                  <a:gd name="T5" fmla="*/ 98 h 225"/>
                  <a:gd name="T6" fmla="*/ 149 w 419"/>
                  <a:gd name="T7" fmla="*/ 188 h 225"/>
                  <a:gd name="T8" fmla="*/ 149 w 419"/>
                  <a:gd name="T9" fmla="*/ 201 h 225"/>
                  <a:gd name="T10" fmla="*/ 275 w 419"/>
                  <a:gd name="T11" fmla="*/ 162 h 225"/>
                  <a:gd name="T12" fmla="*/ 418 w 419"/>
                  <a:gd name="T13" fmla="*/ 225 h 225"/>
                  <a:gd name="T14" fmla="*/ 419 w 419"/>
                  <a:gd name="T15" fmla="*/ 208 h 225"/>
                  <a:gd name="T16" fmla="*/ 0 w 419"/>
                  <a:gd name="T1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225">
                    <a:moveTo>
                      <a:pt x="0" y="0"/>
                    </a:moveTo>
                    <a:cubicBezTo>
                      <a:pt x="26" y="1"/>
                      <a:pt x="51" y="11"/>
                      <a:pt x="72" y="27"/>
                    </a:cubicBezTo>
                    <a:cubicBezTo>
                      <a:pt x="97" y="45"/>
                      <a:pt x="115" y="71"/>
                      <a:pt x="128" y="98"/>
                    </a:cubicBezTo>
                    <a:cubicBezTo>
                      <a:pt x="141" y="126"/>
                      <a:pt x="148" y="157"/>
                      <a:pt x="149" y="188"/>
                    </a:cubicBezTo>
                    <a:cubicBezTo>
                      <a:pt x="149" y="192"/>
                      <a:pt x="149" y="196"/>
                      <a:pt x="149" y="201"/>
                    </a:cubicBezTo>
                    <a:cubicBezTo>
                      <a:pt x="173" y="178"/>
                      <a:pt x="221" y="162"/>
                      <a:pt x="275" y="162"/>
                    </a:cubicBezTo>
                    <a:cubicBezTo>
                      <a:pt x="348" y="162"/>
                      <a:pt x="408" y="190"/>
                      <a:pt x="418" y="225"/>
                    </a:cubicBezTo>
                    <a:cubicBezTo>
                      <a:pt x="419" y="220"/>
                      <a:pt x="419" y="214"/>
                      <a:pt x="419" y="208"/>
                    </a:cubicBezTo>
                    <a:cubicBezTo>
                      <a:pt x="419" y="95"/>
                      <a:pt x="232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Freeform: Shape 43">
                <a:extLst>
                  <a:ext uri="{FF2B5EF4-FFF2-40B4-BE49-F238E27FC236}">
                    <a16:creationId xmlns:a16="http://schemas.microsoft.com/office/drawing/2014/main" id="{00542FBF-A347-4D8E-AD99-67CB0159F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925" y="3065463"/>
                <a:ext cx="88900" cy="88900"/>
              </a:xfrm>
              <a:custGeom>
                <a:avLst/>
                <a:gdLst>
                  <a:gd name="T0" fmla="*/ 56 w 56"/>
                  <a:gd name="T1" fmla="*/ 19 h 56"/>
                  <a:gd name="T2" fmla="*/ 18 w 56"/>
                  <a:gd name="T3" fmla="*/ 0 h 56"/>
                  <a:gd name="T4" fmla="*/ 0 w 56"/>
                  <a:gd name="T5" fmla="*/ 38 h 56"/>
                  <a:gd name="T6" fmla="*/ 37 w 56"/>
                  <a:gd name="T7" fmla="*/ 56 h 56"/>
                  <a:gd name="T8" fmla="*/ 56 w 56"/>
                  <a:gd name="T9" fmla="*/ 19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6">
                    <a:moveTo>
                      <a:pt x="56" y="19"/>
                    </a:moveTo>
                    <a:lnTo>
                      <a:pt x="18" y="0"/>
                    </a:lnTo>
                    <a:lnTo>
                      <a:pt x="0" y="38"/>
                    </a:lnTo>
                    <a:lnTo>
                      <a:pt x="37" y="56"/>
                    </a:lnTo>
                    <a:lnTo>
                      <a:pt x="56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Freeform: Shape 44">
                <a:extLst>
                  <a:ext uri="{FF2B5EF4-FFF2-40B4-BE49-F238E27FC236}">
                    <a16:creationId xmlns:a16="http://schemas.microsoft.com/office/drawing/2014/main" id="{4474C10D-CE9C-4F10-9807-267FE5EA4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5950" y="2968626"/>
                <a:ext cx="128588" cy="128588"/>
              </a:xfrm>
              <a:custGeom>
                <a:avLst/>
                <a:gdLst>
                  <a:gd name="T0" fmla="*/ 81 w 81"/>
                  <a:gd name="T1" fmla="*/ 65 h 81"/>
                  <a:gd name="T2" fmla="*/ 65 w 81"/>
                  <a:gd name="T3" fmla="*/ 0 h 81"/>
                  <a:gd name="T4" fmla="*/ 0 w 81"/>
                  <a:gd name="T5" fmla="*/ 15 h 81"/>
                  <a:gd name="T6" fmla="*/ 16 w 81"/>
                  <a:gd name="T7" fmla="*/ 81 h 81"/>
                  <a:gd name="T8" fmla="*/ 81 w 81"/>
                  <a:gd name="T9" fmla="*/ 6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81">
                    <a:moveTo>
                      <a:pt x="81" y="65"/>
                    </a:moveTo>
                    <a:lnTo>
                      <a:pt x="65" y="0"/>
                    </a:lnTo>
                    <a:lnTo>
                      <a:pt x="0" y="15"/>
                    </a:lnTo>
                    <a:lnTo>
                      <a:pt x="16" y="81"/>
                    </a:lnTo>
                    <a:lnTo>
                      <a:pt x="81" y="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Freeform: Shape 45">
                <a:extLst>
                  <a:ext uri="{FF2B5EF4-FFF2-40B4-BE49-F238E27FC236}">
                    <a16:creationId xmlns:a16="http://schemas.microsoft.com/office/drawing/2014/main" id="{106FDDBB-962A-41C1-92DF-623983757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5" y="3098801"/>
                <a:ext cx="58738" cy="58738"/>
              </a:xfrm>
              <a:custGeom>
                <a:avLst/>
                <a:gdLst>
                  <a:gd name="T0" fmla="*/ 37 w 37"/>
                  <a:gd name="T1" fmla="*/ 11 h 37"/>
                  <a:gd name="T2" fmla="*/ 11 w 37"/>
                  <a:gd name="T3" fmla="*/ 0 h 37"/>
                  <a:gd name="T4" fmla="*/ 0 w 37"/>
                  <a:gd name="T5" fmla="*/ 26 h 37"/>
                  <a:gd name="T6" fmla="*/ 26 w 37"/>
                  <a:gd name="T7" fmla="*/ 37 h 37"/>
                  <a:gd name="T8" fmla="*/ 37 w 37"/>
                  <a:gd name="T9" fmla="*/ 1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7">
                    <a:moveTo>
                      <a:pt x="37" y="11"/>
                    </a:moveTo>
                    <a:lnTo>
                      <a:pt x="11" y="0"/>
                    </a:lnTo>
                    <a:lnTo>
                      <a:pt x="0" y="26"/>
                    </a:lnTo>
                    <a:lnTo>
                      <a:pt x="26" y="37"/>
                    </a:lnTo>
                    <a:lnTo>
                      <a:pt x="3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5" name="Freeform: Shape 47">
              <a:extLst>
                <a:ext uri="{FF2B5EF4-FFF2-40B4-BE49-F238E27FC236}">
                  <a16:creationId xmlns:a16="http://schemas.microsoft.com/office/drawing/2014/main" id="{8AB063C2-2228-45DB-BCB6-B8B90FC8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473" y="2010311"/>
              <a:ext cx="1354245" cy="675871"/>
            </a:xfrm>
            <a:custGeom>
              <a:avLst/>
              <a:gdLst>
                <a:gd name="T0" fmla="*/ 0 w 318"/>
                <a:gd name="T1" fmla="*/ 159 h 159"/>
                <a:gd name="T2" fmla="*/ 318 w 318"/>
                <a:gd name="T3" fmla="*/ 159 h 159"/>
                <a:gd name="T4" fmla="*/ 318 w 318"/>
                <a:gd name="T5" fmla="*/ 0 h 159"/>
                <a:gd name="T6" fmla="*/ 0 w 318"/>
                <a:gd name="T7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59">
                  <a:moveTo>
                    <a:pt x="0" y="159"/>
                  </a:moveTo>
                  <a:cubicBezTo>
                    <a:pt x="318" y="159"/>
                    <a:pt x="318" y="159"/>
                    <a:pt x="318" y="159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188" y="0"/>
                    <a:pt x="73" y="62"/>
                    <a:pt x="0" y="1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6" name="Group 48">
              <a:extLst>
                <a:ext uri="{FF2B5EF4-FFF2-40B4-BE49-F238E27FC236}">
                  <a16:creationId xmlns:a16="http://schemas.microsoft.com/office/drawing/2014/main" id="{16FE700E-2A5B-4B7E-A662-943E27FC8F83}"/>
                </a:ext>
              </a:extLst>
            </p:cNvPr>
            <p:cNvGrpSpPr/>
            <p:nvPr/>
          </p:nvGrpSpPr>
          <p:grpSpPr>
            <a:xfrm>
              <a:off x="5192961" y="2235234"/>
              <a:ext cx="502507" cy="318730"/>
              <a:chOff x="7466013" y="1681163"/>
              <a:chExt cx="620712" cy="393700"/>
            </a:xfrm>
            <a:solidFill>
              <a:schemeClr val="bg1"/>
            </a:solidFill>
          </p:grpSpPr>
          <p:sp>
            <p:nvSpPr>
              <p:cNvPr id="43" name="Freeform: Shape 49">
                <a:extLst>
                  <a:ext uri="{FF2B5EF4-FFF2-40B4-BE49-F238E27FC236}">
                    <a16:creationId xmlns:a16="http://schemas.microsoft.com/office/drawing/2014/main" id="{3DBE44AE-0AE1-43CE-B464-B062D7B61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7788" y="1787526"/>
                <a:ext cx="76200" cy="20638"/>
              </a:xfrm>
              <a:custGeom>
                <a:avLst/>
                <a:gdLst>
                  <a:gd name="T0" fmla="*/ 48 w 48"/>
                  <a:gd name="T1" fmla="*/ 0 h 13"/>
                  <a:gd name="T2" fmla="*/ 0 w 48"/>
                  <a:gd name="T3" fmla="*/ 3 h 13"/>
                  <a:gd name="T4" fmla="*/ 47 w 48"/>
                  <a:gd name="T5" fmla="*/ 13 h 13"/>
                  <a:gd name="T6" fmla="*/ 48 w 48"/>
                  <a:gd name="T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13">
                    <a:moveTo>
                      <a:pt x="48" y="0"/>
                    </a:moveTo>
                    <a:lnTo>
                      <a:pt x="0" y="3"/>
                    </a:lnTo>
                    <a:lnTo>
                      <a:pt x="47" y="13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50">
                <a:extLst>
                  <a:ext uri="{FF2B5EF4-FFF2-40B4-BE49-F238E27FC236}">
                    <a16:creationId xmlns:a16="http://schemas.microsoft.com/office/drawing/2014/main" id="{98520FBA-8079-4210-AFB0-4D8E2CBCB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625" y="1941513"/>
                <a:ext cx="60325" cy="33338"/>
              </a:xfrm>
              <a:custGeom>
                <a:avLst/>
                <a:gdLst>
                  <a:gd name="T0" fmla="*/ 33 w 38"/>
                  <a:gd name="T1" fmla="*/ 21 h 21"/>
                  <a:gd name="T2" fmla="*/ 38 w 38"/>
                  <a:gd name="T3" fmla="*/ 10 h 21"/>
                  <a:gd name="T4" fmla="*/ 0 w 38"/>
                  <a:gd name="T5" fmla="*/ 0 h 21"/>
                  <a:gd name="T6" fmla="*/ 33 w 38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21">
                    <a:moveTo>
                      <a:pt x="33" y="21"/>
                    </a:moveTo>
                    <a:lnTo>
                      <a:pt x="38" y="10"/>
                    </a:lnTo>
                    <a:lnTo>
                      <a:pt x="0" y="0"/>
                    </a:lnTo>
                    <a:lnTo>
                      <a:pt x="33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51">
                <a:extLst>
                  <a:ext uri="{FF2B5EF4-FFF2-40B4-BE49-F238E27FC236}">
                    <a16:creationId xmlns:a16="http://schemas.microsoft.com/office/drawing/2014/main" id="{E07FF8B7-14EC-49ED-AD70-CCB42B78C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50163" y="1855788"/>
                <a:ext cx="107950" cy="34925"/>
              </a:xfrm>
              <a:custGeom>
                <a:avLst/>
                <a:gdLst>
                  <a:gd name="T0" fmla="*/ 65 w 68"/>
                  <a:gd name="T1" fmla="*/ 22 h 22"/>
                  <a:gd name="T2" fmla="*/ 68 w 68"/>
                  <a:gd name="T3" fmla="*/ 9 h 22"/>
                  <a:gd name="T4" fmla="*/ 0 w 68"/>
                  <a:gd name="T5" fmla="*/ 0 h 22"/>
                  <a:gd name="T6" fmla="*/ 65 w 68"/>
                  <a:gd name="T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8" h="22">
                    <a:moveTo>
                      <a:pt x="65" y="22"/>
                    </a:moveTo>
                    <a:lnTo>
                      <a:pt x="68" y="9"/>
                    </a:lnTo>
                    <a:lnTo>
                      <a:pt x="0" y="0"/>
                    </a:lnTo>
                    <a:lnTo>
                      <a:pt x="65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52">
                <a:extLst>
                  <a:ext uri="{FF2B5EF4-FFF2-40B4-BE49-F238E27FC236}">
                    <a16:creationId xmlns:a16="http://schemas.microsoft.com/office/drawing/2014/main" id="{6B8BAF75-021E-4183-8F48-5DCC80467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4275" y="1825626"/>
                <a:ext cx="74613" cy="58738"/>
              </a:xfrm>
              <a:custGeom>
                <a:avLst/>
                <a:gdLst>
                  <a:gd name="T0" fmla="*/ 101 w 111"/>
                  <a:gd name="T1" fmla="*/ 31 h 89"/>
                  <a:gd name="T2" fmla="*/ 98 w 111"/>
                  <a:gd name="T3" fmla="*/ 19 h 89"/>
                  <a:gd name="T4" fmla="*/ 91 w 111"/>
                  <a:gd name="T5" fmla="*/ 12 h 89"/>
                  <a:gd name="T6" fmla="*/ 83 w 111"/>
                  <a:gd name="T7" fmla="*/ 9 h 89"/>
                  <a:gd name="T8" fmla="*/ 68 w 111"/>
                  <a:gd name="T9" fmla="*/ 13 h 89"/>
                  <a:gd name="T10" fmla="*/ 58 w 111"/>
                  <a:gd name="T11" fmla="*/ 25 h 89"/>
                  <a:gd name="T12" fmla="*/ 54 w 111"/>
                  <a:gd name="T13" fmla="*/ 33 h 89"/>
                  <a:gd name="T14" fmla="*/ 45 w 111"/>
                  <a:gd name="T15" fmla="*/ 51 h 89"/>
                  <a:gd name="T16" fmla="*/ 37 w 111"/>
                  <a:gd name="T17" fmla="*/ 64 h 89"/>
                  <a:gd name="T18" fmla="*/ 28 w 111"/>
                  <a:gd name="T19" fmla="*/ 66 h 89"/>
                  <a:gd name="T20" fmla="*/ 20 w 111"/>
                  <a:gd name="T21" fmla="*/ 60 h 89"/>
                  <a:gd name="T22" fmla="*/ 19 w 111"/>
                  <a:gd name="T23" fmla="*/ 42 h 89"/>
                  <a:gd name="T24" fmla="*/ 25 w 111"/>
                  <a:gd name="T25" fmla="*/ 22 h 89"/>
                  <a:gd name="T26" fmla="*/ 33 w 111"/>
                  <a:gd name="T27" fmla="*/ 10 h 89"/>
                  <a:gd name="T28" fmla="*/ 34 w 111"/>
                  <a:gd name="T29" fmla="*/ 4 h 89"/>
                  <a:gd name="T30" fmla="*/ 30 w 111"/>
                  <a:gd name="T31" fmla="*/ 0 h 89"/>
                  <a:gd name="T32" fmla="*/ 19 w 111"/>
                  <a:gd name="T33" fmla="*/ 14 h 89"/>
                  <a:gd name="T34" fmla="*/ 13 w 111"/>
                  <a:gd name="T35" fmla="*/ 29 h 89"/>
                  <a:gd name="T36" fmla="*/ 7 w 111"/>
                  <a:gd name="T37" fmla="*/ 33 h 89"/>
                  <a:gd name="T38" fmla="*/ 6 w 111"/>
                  <a:gd name="T39" fmla="*/ 33 h 89"/>
                  <a:gd name="T40" fmla="*/ 1 w 111"/>
                  <a:gd name="T41" fmla="*/ 36 h 89"/>
                  <a:gd name="T42" fmla="*/ 0 w 111"/>
                  <a:gd name="T43" fmla="*/ 41 h 89"/>
                  <a:gd name="T44" fmla="*/ 4 w 111"/>
                  <a:gd name="T45" fmla="*/ 46 h 89"/>
                  <a:gd name="T46" fmla="*/ 10 w 111"/>
                  <a:gd name="T47" fmla="*/ 47 h 89"/>
                  <a:gd name="T48" fmla="*/ 9 w 111"/>
                  <a:gd name="T49" fmla="*/ 64 h 89"/>
                  <a:gd name="T50" fmla="*/ 13 w 111"/>
                  <a:gd name="T51" fmla="*/ 75 h 89"/>
                  <a:gd name="T52" fmla="*/ 20 w 111"/>
                  <a:gd name="T53" fmla="*/ 83 h 89"/>
                  <a:gd name="T54" fmla="*/ 29 w 111"/>
                  <a:gd name="T55" fmla="*/ 86 h 89"/>
                  <a:gd name="T56" fmla="*/ 44 w 111"/>
                  <a:gd name="T57" fmla="*/ 82 h 89"/>
                  <a:gd name="T58" fmla="*/ 54 w 111"/>
                  <a:gd name="T59" fmla="*/ 69 h 89"/>
                  <a:gd name="T60" fmla="*/ 58 w 111"/>
                  <a:gd name="T61" fmla="*/ 61 h 89"/>
                  <a:gd name="T62" fmla="*/ 67 w 111"/>
                  <a:gd name="T63" fmla="*/ 43 h 89"/>
                  <a:gd name="T64" fmla="*/ 71 w 111"/>
                  <a:gd name="T65" fmla="*/ 36 h 89"/>
                  <a:gd name="T66" fmla="*/ 75 w 111"/>
                  <a:gd name="T67" fmla="*/ 31 h 89"/>
                  <a:gd name="T68" fmla="*/ 79 w 111"/>
                  <a:gd name="T69" fmla="*/ 29 h 89"/>
                  <a:gd name="T70" fmla="*/ 84 w 111"/>
                  <a:gd name="T71" fmla="*/ 28 h 89"/>
                  <a:gd name="T72" fmla="*/ 91 w 111"/>
                  <a:gd name="T73" fmla="*/ 34 h 89"/>
                  <a:gd name="T74" fmla="*/ 92 w 111"/>
                  <a:gd name="T75" fmla="*/ 48 h 89"/>
                  <a:gd name="T76" fmla="*/ 86 w 111"/>
                  <a:gd name="T77" fmla="*/ 68 h 89"/>
                  <a:gd name="T78" fmla="*/ 78 w 111"/>
                  <a:gd name="T79" fmla="*/ 79 h 89"/>
                  <a:gd name="T80" fmla="*/ 77 w 111"/>
                  <a:gd name="T81" fmla="*/ 85 h 89"/>
                  <a:gd name="T82" fmla="*/ 81 w 111"/>
                  <a:gd name="T83" fmla="*/ 89 h 89"/>
                  <a:gd name="T84" fmla="*/ 91 w 111"/>
                  <a:gd name="T85" fmla="*/ 77 h 89"/>
                  <a:gd name="T86" fmla="*/ 97 w 111"/>
                  <a:gd name="T87" fmla="*/ 64 h 89"/>
                  <a:gd name="T88" fmla="*/ 103 w 111"/>
                  <a:gd name="T89" fmla="*/ 61 h 89"/>
                  <a:gd name="T90" fmla="*/ 105 w 111"/>
                  <a:gd name="T91" fmla="*/ 61 h 89"/>
                  <a:gd name="T92" fmla="*/ 110 w 111"/>
                  <a:gd name="T93" fmla="*/ 57 h 89"/>
                  <a:gd name="T94" fmla="*/ 111 w 111"/>
                  <a:gd name="T95" fmla="*/ 53 h 89"/>
                  <a:gd name="T96" fmla="*/ 107 w 111"/>
                  <a:gd name="T97" fmla="*/ 47 h 89"/>
                  <a:gd name="T98" fmla="*/ 101 w 111"/>
                  <a:gd name="T99" fmla="*/ 47 h 89"/>
                  <a:gd name="T100" fmla="*/ 101 w 111"/>
                  <a:gd name="T101" fmla="*/ 31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11" h="89">
                    <a:moveTo>
                      <a:pt x="101" y="31"/>
                    </a:moveTo>
                    <a:cubicBezTo>
                      <a:pt x="101" y="26"/>
                      <a:pt x="99" y="22"/>
                      <a:pt x="98" y="19"/>
                    </a:cubicBezTo>
                    <a:cubicBezTo>
                      <a:pt x="96" y="16"/>
                      <a:pt x="94" y="14"/>
                      <a:pt x="91" y="12"/>
                    </a:cubicBezTo>
                    <a:cubicBezTo>
                      <a:pt x="89" y="10"/>
                      <a:pt x="86" y="9"/>
                      <a:pt x="83" y="9"/>
                    </a:cubicBezTo>
                    <a:cubicBezTo>
                      <a:pt x="77" y="8"/>
                      <a:pt x="72" y="9"/>
                      <a:pt x="68" y="13"/>
                    </a:cubicBezTo>
                    <a:cubicBezTo>
                      <a:pt x="64" y="16"/>
                      <a:pt x="58" y="25"/>
                      <a:pt x="58" y="25"/>
                    </a:cubicBezTo>
                    <a:cubicBezTo>
                      <a:pt x="57" y="27"/>
                      <a:pt x="55" y="31"/>
                      <a:pt x="54" y="33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2" y="57"/>
                      <a:pt x="40" y="61"/>
                      <a:pt x="37" y="64"/>
                    </a:cubicBezTo>
                    <a:cubicBezTo>
                      <a:pt x="34" y="66"/>
                      <a:pt x="31" y="67"/>
                      <a:pt x="28" y="66"/>
                    </a:cubicBezTo>
                    <a:cubicBezTo>
                      <a:pt x="24" y="66"/>
                      <a:pt x="22" y="64"/>
                      <a:pt x="20" y="60"/>
                    </a:cubicBezTo>
                    <a:cubicBezTo>
                      <a:pt x="18" y="56"/>
                      <a:pt x="18" y="50"/>
                      <a:pt x="19" y="42"/>
                    </a:cubicBezTo>
                    <a:cubicBezTo>
                      <a:pt x="20" y="35"/>
                      <a:pt x="22" y="28"/>
                      <a:pt x="25" y="22"/>
                    </a:cubicBezTo>
                    <a:cubicBezTo>
                      <a:pt x="28" y="16"/>
                      <a:pt x="33" y="10"/>
                      <a:pt x="33" y="10"/>
                    </a:cubicBezTo>
                    <a:cubicBezTo>
                      <a:pt x="35" y="9"/>
                      <a:pt x="35" y="6"/>
                      <a:pt x="34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6" y="3"/>
                      <a:pt x="22" y="8"/>
                      <a:pt x="19" y="14"/>
                    </a:cubicBezTo>
                    <a:cubicBezTo>
                      <a:pt x="16" y="20"/>
                      <a:pt x="13" y="29"/>
                      <a:pt x="13" y="29"/>
                    </a:cubicBezTo>
                    <a:cubicBezTo>
                      <a:pt x="12" y="31"/>
                      <a:pt x="9" y="33"/>
                      <a:pt x="7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3" y="32"/>
                      <a:pt x="1" y="34"/>
                      <a:pt x="1" y="3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3"/>
                      <a:pt x="1" y="46"/>
                      <a:pt x="4" y="46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9" y="53"/>
                      <a:pt x="8" y="59"/>
                      <a:pt x="9" y="64"/>
                    </a:cubicBezTo>
                    <a:cubicBezTo>
                      <a:pt x="10" y="68"/>
                      <a:pt x="11" y="72"/>
                      <a:pt x="13" y="75"/>
                    </a:cubicBezTo>
                    <a:cubicBezTo>
                      <a:pt x="15" y="78"/>
                      <a:pt x="17" y="81"/>
                      <a:pt x="20" y="83"/>
                    </a:cubicBezTo>
                    <a:cubicBezTo>
                      <a:pt x="22" y="84"/>
                      <a:pt x="25" y="85"/>
                      <a:pt x="29" y="86"/>
                    </a:cubicBezTo>
                    <a:cubicBezTo>
                      <a:pt x="35" y="87"/>
                      <a:pt x="40" y="85"/>
                      <a:pt x="44" y="82"/>
                    </a:cubicBezTo>
                    <a:cubicBezTo>
                      <a:pt x="49" y="78"/>
                      <a:pt x="54" y="69"/>
                      <a:pt x="54" y="69"/>
                    </a:cubicBezTo>
                    <a:cubicBezTo>
                      <a:pt x="55" y="67"/>
                      <a:pt x="57" y="64"/>
                      <a:pt x="58" y="61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68" y="40"/>
                      <a:pt x="70" y="38"/>
                      <a:pt x="71" y="36"/>
                    </a:cubicBezTo>
                    <a:cubicBezTo>
                      <a:pt x="72" y="34"/>
                      <a:pt x="74" y="32"/>
                      <a:pt x="75" y="31"/>
                    </a:cubicBezTo>
                    <a:cubicBezTo>
                      <a:pt x="76" y="30"/>
                      <a:pt x="78" y="29"/>
                      <a:pt x="79" y="29"/>
                    </a:cubicBezTo>
                    <a:cubicBezTo>
                      <a:pt x="81" y="28"/>
                      <a:pt x="82" y="28"/>
                      <a:pt x="84" y="28"/>
                    </a:cubicBezTo>
                    <a:cubicBezTo>
                      <a:pt x="87" y="29"/>
                      <a:pt x="89" y="31"/>
                      <a:pt x="91" y="34"/>
                    </a:cubicBezTo>
                    <a:cubicBezTo>
                      <a:pt x="92" y="37"/>
                      <a:pt x="93" y="42"/>
                      <a:pt x="92" y="48"/>
                    </a:cubicBezTo>
                    <a:cubicBezTo>
                      <a:pt x="91" y="56"/>
                      <a:pt x="89" y="62"/>
                      <a:pt x="86" y="68"/>
                    </a:cubicBezTo>
                    <a:cubicBezTo>
                      <a:pt x="83" y="73"/>
                      <a:pt x="78" y="79"/>
                      <a:pt x="78" y="79"/>
                    </a:cubicBezTo>
                    <a:cubicBezTo>
                      <a:pt x="76" y="80"/>
                      <a:pt x="76" y="83"/>
                      <a:pt x="77" y="85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5" y="86"/>
                      <a:pt x="88" y="82"/>
                      <a:pt x="91" y="77"/>
                    </a:cubicBezTo>
                    <a:cubicBezTo>
                      <a:pt x="94" y="72"/>
                      <a:pt x="97" y="64"/>
                      <a:pt x="97" y="64"/>
                    </a:cubicBezTo>
                    <a:cubicBezTo>
                      <a:pt x="98" y="62"/>
                      <a:pt x="101" y="60"/>
                      <a:pt x="103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7" y="61"/>
                      <a:pt x="110" y="59"/>
                      <a:pt x="110" y="57"/>
                    </a:cubicBezTo>
                    <a:cubicBezTo>
                      <a:pt x="111" y="53"/>
                      <a:pt x="111" y="53"/>
                      <a:pt x="111" y="53"/>
                    </a:cubicBezTo>
                    <a:cubicBezTo>
                      <a:pt x="111" y="50"/>
                      <a:pt x="109" y="48"/>
                      <a:pt x="107" y="47"/>
                    </a:cubicBezTo>
                    <a:cubicBezTo>
                      <a:pt x="101" y="47"/>
                      <a:pt x="101" y="47"/>
                      <a:pt x="101" y="47"/>
                    </a:cubicBezTo>
                    <a:cubicBezTo>
                      <a:pt x="102" y="40"/>
                      <a:pt x="102" y="35"/>
                      <a:pt x="10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53">
                <a:extLst>
                  <a:ext uri="{FF2B5EF4-FFF2-40B4-BE49-F238E27FC236}">
                    <a16:creationId xmlns:a16="http://schemas.microsoft.com/office/drawing/2014/main" id="{888C1171-781D-45B2-9644-5020852CB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9513" y="1681163"/>
                <a:ext cx="55563" cy="44450"/>
              </a:xfrm>
              <a:custGeom>
                <a:avLst/>
                <a:gdLst>
                  <a:gd name="T0" fmla="*/ 84 w 84"/>
                  <a:gd name="T1" fmla="*/ 15 h 67"/>
                  <a:gd name="T2" fmla="*/ 25 w 84"/>
                  <a:gd name="T3" fmla="*/ 0 h 67"/>
                  <a:gd name="T4" fmla="*/ 0 w 84"/>
                  <a:gd name="T5" fmla="*/ 59 h 67"/>
                  <a:gd name="T6" fmla="*/ 84 w 84"/>
                  <a:gd name="T7" fmla="*/ 1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4" h="67">
                    <a:moveTo>
                      <a:pt x="84" y="15"/>
                    </a:moveTo>
                    <a:cubicBezTo>
                      <a:pt x="65" y="10"/>
                      <a:pt x="45" y="5"/>
                      <a:pt x="25" y="0"/>
                    </a:cubicBezTo>
                    <a:cubicBezTo>
                      <a:pt x="15" y="19"/>
                      <a:pt x="7" y="39"/>
                      <a:pt x="0" y="59"/>
                    </a:cubicBezTo>
                    <a:cubicBezTo>
                      <a:pt x="33" y="67"/>
                      <a:pt x="68" y="46"/>
                      <a:pt x="8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54">
                <a:extLst>
                  <a:ext uri="{FF2B5EF4-FFF2-40B4-BE49-F238E27FC236}">
                    <a16:creationId xmlns:a16="http://schemas.microsoft.com/office/drawing/2014/main" id="{B6C04C38-A200-4A93-A796-7DC805AC0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6650" y="1692276"/>
                <a:ext cx="165100" cy="323850"/>
              </a:xfrm>
              <a:custGeom>
                <a:avLst/>
                <a:gdLst>
                  <a:gd name="T0" fmla="*/ 203 w 249"/>
                  <a:gd name="T1" fmla="*/ 10 h 484"/>
                  <a:gd name="T2" fmla="*/ 163 w 249"/>
                  <a:gd name="T3" fmla="*/ 0 h 484"/>
                  <a:gd name="T4" fmla="*/ 59 w 249"/>
                  <a:gd name="T5" fmla="*/ 55 h 484"/>
                  <a:gd name="T6" fmla="*/ 0 w 249"/>
                  <a:gd name="T7" fmla="*/ 383 h 484"/>
                  <a:gd name="T8" fmla="*/ 1 w 249"/>
                  <a:gd name="T9" fmla="*/ 383 h 484"/>
                  <a:gd name="T10" fmla="*/ 49 w 249"/>
                  <a:gd name="T11" fmla="*/ 475 h 484"/>
                  <a:gd name="T12" fmla="*/ 90 w 249"/>
                  <a:gd name="T13" fmla="*/ 484 h 484"/>
                  <a:gd name="T14" fmla="*/ 195 w 249"/>
                  <a:gd name="T15" fmla="*/ 430 h 484"/>
                  <a:gd name="T16" fmla="*/ 249 w 249"/>
                  <a:gd name="T17" fmla="*/ 101 h 484"/>
                  <a:gd name="T18" fmla="*/ 203 w 249"/>
                  <a:gd name="T19" fmla="*/ 10 h 484"/>
                  <a:gd name="T20" fmla="*/ 118 w 249"/>
                  <a:gd name="T21" fmla="*/ 308 h 484"/>
                  <a:gd name="T22" fmla="*/ 48 w 249"/>
                  <a:gd name="T23" fmla="*/ 223 h 484"/>
                  <a:gd name="T24" fmla="*/ 134 w 249"/>
                  <a:gd name="T25" fmla="*/ 177 h 484"/>
                  <a:gd name="T26" fmla="*/ 204 w 249"/>
                  <a:gd name="T27" fmla="*/ 261 h 484"/>
                  <a:gd name="T28" fmla="*/ 118 w 249"/>
                  <a:gd name="T29" fmla="*/ 308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9" h="484">
                    <a:moveTo>
                      <a:pt x="203" y="10"/>
                    </a:moveTo>
                    <a:cubicBezTo>
                      <a:pt x="190" y="7"/>
                      <a:pt x="176" y="3"/>
                      <a:pt x="163" y="0"/>
                    </a:cubicBezTo>
                    <a:cubicBezTo>
                      <a:pt x="143" y="39"/>
                      <a:pt x="101" y="65"/>
                      <a:pt x="59" y="55"/>
                    </a:cubicBezTo>
                    <a:cubicBezTo>
                      <a:pt x="27" y="161"/>
                      <a:pt x="32" y="277"/>
                      <a:pt x="0" y="383"/>
                    </a:cubicBezTo>
                    <a:cubicBezTo>
                      <a:pt x="0" y="383"/>
                      <a:pt x="1" y="383"/>
                      <a:pt x="1" y="383"/>
                    </a:cubicBezTo>
                    <a:cubicBezTo>
                      <a:pt x="43" y="393"/>
                      <a:pt x="69" y="435"/>
                      <a:pt x="49" y="475"/>
                    </a:cubicBezTo>
                    <a:cubicBezTo>
                      <a:pt x="63" y="478"/>
                      <a:pt x="76" y="481"/>
                      <a:pt x="90" y="484"/>
                    </a:cubicBezTo>
                    <a:cubicBezTo>
                      <a:pt x="110" y="445"/>
                      <a:pt x="153" y="420"/>
                      <a:pt x="195" y="430"/>
                    </a:cubicBezTo>
                    <a:cubicBezTo>
                      <a:pt x="225" y="323"/>
                      <a:pt x="219" y="208"/>
                      <a:pt x="249" y="101"/>
                    </a:cubicBezTo>
                    <a:cubicBezTo>
                      <a:pt x="208" y="91"/>
                      <a:pt x="183" y="49"/>
                      <a:pt x="203" y="10"/>
                    </a:cubicBezTo>
                    <a:close/>
                    <a:moveTo>
                      <a:pt x="118" y="308"/>
                    </a:moveTo>
                    <a:cubicBezTo>
                      <a:pt x="74" y="297"/>
                      <a:pt x="43" y="260"/>
                      <a:pt x="48" y="223"/>
                    </a:cubicBezTo>
                    <a:cubicBezTo>
                      <a:pt x="52" y="187"/>
                      <a:pt x="91" y="166"/>
                      <a:pt x="134" y="177"/>
                    </a:cubicBezTo>
                    <a:cubicBezTo>
                      <a:pt x="177" y="187"/>
                      <a:pt x="208" y="225"/>
                      <a:pt x="204" y="261"/>
                    </a:cubicBezTo>
                    <a:cubicBezTo>
                      <a:pt x="200" y="297"/>
                      <a:pt x="161" y="318"/>
                      <a:pt x="118" y="3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55">
                <a:extLst>
                  <a:ext uri="{FF2B5EF4-FFF2-40B4-BE49-F238E27FC236}">
                    <a16:creationId xmlns:a16="http://schemas.microsoft.com/office/drawing/2014/main" id="{EDEF4626-CC9A-4DB0-943D-C9EA9752B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6013" y="1957388"/>
                <a:ext cx="53975" cy="50800"/>
              </a:xfrm>
              <a:custGeom>
                <a:avLst/>
                <a:gdLst>
                  <a:gd name="T0" fmla="*/ 27 w 80"/>
                  <a:gd name="T1" fmla="*/ 1 h 74"/>
                  <a:gd name="T2" fmla="*/ 25 w 80"/>
                  <a:gd name="T3" fmla="*/ 0 h 74"/>
                  <a:gd name="T4" fmla="*/ 0 w 80"/>
                  <a:gd name="T5" fmla="*/ 59 h 74"/>
                  <a:gd name="T6" fmla="*/ 64 w 80"/>
                  <a:gd name="T7" fmla="*/ 74 h 74"/>
                  <a:gd name="T8" fmla="*/ 27 w 80"/>
                  <a:gd name="T9" fmla="*/ 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4">
                    <a:moveTo>
                      <a:pt x="27" y="1"/>
                    </a:moveTo>
                    <a:cubicBezTo>
                      <a:pt x="26" y="1"/>
                      <a:pt x="26" y="0"/>
                      <a:pt x="25" y="0"/>
                    </a:cubicBezTo>
                    <a:cubicBezTo>
                      <a:pt x="18" y="20"/>
                      <a:pt x="10" y="40"/>
                      <a:pt x="0" y="59"/>
                    </a:cubicBezTo>
                    <a:cubicBezTo>
                      <a:pt x="22" y="64"/>
                      <a:pt x="43" y="69"/>
                      <a:pt x="64" y="74"/>
                    </a:cubicBezTo>
                    <a:cubicBezTo>
                      <a:pt x="80" y="42"/>
                      <a:pt x="61" y="9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56">
                <a:extLst>
                  <a:ext uri="{FF2B5EF4-FFF2-40B4-BE49-F238E27FC236}">
                    <a16:creationId xmlns:a16="http://schemas.microsoft.com/office/drawing/2014/main" id="{291539DD-C729-4A54-B237-1855FA063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6500" y="1984376"/>
                <a:ext cx="57150" cy="44450"/>
              </a:xfrm>
              <a:custGeom>
                <a:avLst/>
                <a:gdLst>
                  <a:gd name="T0" fmla="*/ 0 w 86"/>
                  <a:gd name="T1" fmla="*/ 52 h 67"/>
                  <a:gd name="T2" fmla="*/ 62 w 86"/>
                  <a:gd name="T3" fmla="*/ 67 h 67"/>
                  <a:gd name="T4" fmla="*/ 86 w 86"/>
                  <a:gd name="T5" fmla="*/ 8 h 67"/>
                  <a:gd name="T6" fmla="*/ 0 w 86"/>
                  <a:gd name="T7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" h="67">
                    <a:moveTo>
                      <a:pt x="0" y="52"/>
                    </a:moveTo>
                    <a:cubicBezTo>
                      <a:pt x="21" y="57"/>
                      <a:pt x="41" y="62"/>
                      <a:pt x="62" y="67"/>
                    </a:cubicBezTo>
                    <a:cubicBezTo>
                      <a:pt x="72" y="48"/>
                      <a:pt x="79" y="28"/>
                      <a:pt x="86" y="8"/>
                    </a:cubicBezTo>
                    <a:cubicBezTo>
                      <a:pt x="52" y="0"/>
                      <a:pt x="16" y="20"/>
                      <a:pt x="0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57">
                <a:extLst>
                  <a:ext uri="{FF2B5EF4-FFF2-40B4-BE49-F238E27FC236}">
                    <a16:creationId xmlns:a16="http://schemas.microsoft.com/office/drawing/2014/main" id="{2B651E4C-4280-43D2-9619-6752CFEE4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1588" y="1701801"/>
                <a:ext cx="50800" cy="49213"/>
              </a:xfrm>
              <a:custGeom>
                <a:avLst/>
                <a:gdLst>
                  <a:gd name="T0" fmla="*/ 52 w 76"/>
                  <a:gd name="T1" fmla="*/ 73 h 73"/>
                  <a:gd name="T2" fmla="*/ 76 w 76"/>
                  <a:gd name="T3" fmla="*/ 15 h 73"/>
                  <a:gd name="T4" fmla="*/ 16 w 76"/>
                  <a:gd name="T5" fmla="*/ 0 h 73"/>
                  <a:gd name="T6" fmla="*/ 52 w 76"/>
                  <a:gd name="T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" h="73">
                    <a:moveTo>
                      <a:pt x="52" y="73"/>
                    </a:moveTo>
                    <a:cubicBezTo>
                      <a:pt x="58" y="53"/>
                      <a:pt x="66" y="34"/>
                      <a:pt x="76" y="15"/>
                    </a:cubicBezTo>
                    <a:cubicBezTo>
                      <a:pt x="56" y="10"/>
                      <a:pt x="36" y="5"/>
                      <a:pt x="16" y="0"/>
                    </a:cubicBezTo>
                    <a:cubicBezTo>
                      <a:pt x="0" y="32"/>
                      <a:pt x="19" y="65"/>
                      <a:pt x="52" y="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58">
                <a:extLst>
                  <a:ext uri="{FF2B5EF4-FFF2-40B4-BE49-F238E27FC236}">
                    <a16:creationId xmlns:a16="http://schemas.microsoft.com/office/drawing/2014/main" id="{2C819115-6884-4482-ABB8-3160E466F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8913" y="1751013"/>
                <a:ext cx="85725" cy="82550"/>
              </a:xfrm>
              <a:custGeom>
                <a:avLst/>
                <a:gdLst>
                  <a:gd name="T0" fmla="*/ 44 w 54"/>
                  <a:gd name="T1" fmla="*/ 52 h 52"/>
                  <a:gd name="T2" fmla="*/ 54 w 54"/>
                  <a:gd name="T3" fmla="*/ 10 h 52"/>
                  <a:gd name="T4" fmla="*/ 52 w 54"/>
                  <a:gd name="T5" fmla="*/ 10 h 52"/>
                  <a:gd name="T6" fmla="*/ 10 w 54"/>
                  <a:gd name="T7" fmla="*/ 0 h 52"/>
                  <a:gd name="T8" fmla="*/ 0 w 54"/>
                  <a:gd name="T9" fmla="*/ 42 h 52"/>
                  <a:gd name="T10" fmla="*/ 42 w 54"/>
                  <a:gd name="T11" fmla="*/ 52 h 52"/>
                  <a:gd name="T12" fmla="*/ 44 w 54"/>
                  <a:gd name="T13" fmla="*/ 52 h 52"/>
                  <a:gd name="T14" fmla="*/ 34 w 54"/>
                  <a:gd name="T15" fmla="*/ 37 h 52"/>
                  <a:gd name="T16" fmla="*/ 16 w 54"/>
                  <a:gd name="T17" fmla="*/ 32 h 52"/>
                  <a:gd name="T18" fmla="*/ 20 w 54"/>
                  <a:gd name="T19" fmla="*/ 16 h 52"/>
                  <a:gd name="T20" fmla="*/ 39 w 54"/>
                  <a:gd name="T21" fmla="*/ 20 h 52"/>
                  <a:gd name="T22" fmla="*/ 34 w 54"/>
                  <a:gd name="T23" fmla="*/ 3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2">
                    <a:moveTo>
                      <a:pt x="44" y="52"/>
                    </a:moveTo>
                    <a:lnTo>
                      <a:pt x="54" y="10"/>
                    </a:lnTo>
                    <a:lnTo>
                      <a:pt x="52" y="10"/>
                    </a:lnTo>
                    <a:lnTo>
                      <a:pt x="10" y="0"/>
                    </a:lnTo>
                    <a:lnTo>
                      <a:pt x="0" y="42"/>
                    </a:lnTo>
                    <a:lnTo>
                      <a:pt x="42" y="52"/>
                    </a:lnTo>
                    <a:lnTo>
                      <a:pt x="44" y="52"/>
                    </a:lnTo>
                    <a:close/>
                    <a:moveTo>
                      <a:pt x="34" y="37"/>
                    </a:moveTo>
                    <a:lnTo>
                      <a:pt x="16" y="32"/>
                    </a:lnTo>
                    <a:lnTo>
                      <a:pt x="20" y="16"/>
                    </a:lnTo>
                    <a:lnTo>
                      <a:pt x="39" y="20"/>
                    </a:lnTo>
                    <a:lnTo>
                      <a:pt x="34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Freeform: Shape 59">
                <a:extLst>
                  <a:ext uri="{FF2B5EF4-FFF2-40B4-BE49-F238E27FC236}">
                    <a16:creationId xmlns:a16="http://schemas.microsoft.com/office/drawing/2014/main" id="{54551CEE-E1DA-46E5-A1B3-53235ACA9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9400" y="1771651"/>
                <a:ext cx="187325" cy="169863"/>
              </a:xfrm>
              <a:custGeom>
                <a:avLst/>
                <a:gdLst>
                  <a:gd name="T0" fmla="*/ 108 w 281"/>
                  <a:gd name="T1" fmla="*/ 19 h 253"/>
                  <a:gd name="T2" fmla="*/ 28 w 281"/>
                  <a:gd name="T3" fmla="*/ 1 h 253"/>
                  <a:gd name="T4" fmla="*/ 22 w 281"/>
                  <a:gd name="T5" fmla="*/ 0 h 253"/>
                  <a:gd name="T6" fmla="*/ 0 w 281"/>
                  <a:gd name="T7" fmla="*/ 99 h 253"/>
                  <a:gd name="T8" fmla="*/ 5 w 281"/>
                  <a:gd name="T9" fmla="*/ 100 h 253"/>
                  <a:gd name="T10" fmla="*/ 85 w 281"/>
                  <a:gd name="T11" fmla="*/ 119 h 253"/>
                  <a:gd name="T12" fmla="*/ 163 w 281"/>
                  <a:gd name="T13" fmla="*/ 230 h 253"/>
                  <a:gd name="T14" fmla="*/ 262 w 281"/>
                  <a:gd name="T15" fmla="*/ 253 h 253"/>
                  <a:gd name="T16" fmla="*/ 108 w 281"/>
                  <a:gd name="T17" fmla="*/ 19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1" h="253">
                    <a:moveTo>
                      <a:pt x="108" y="19"/>
                    </a:moveTo>
                    <a:cubicBezTo>
                      <a:pt x="28" y="1"/>
                      <a:pt x="28" y="1"/>
                      <a:pt x="28" y="1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85" y="119"/>
                      <a:pt x="85" y="119"/>
                      <a:pt x="85" y="119"/>
                    </a:cubicBezTo>
                    <a:cubicBezTo>
                      <a:pt x="135" y="131"/>
                      <a:pt x="168" y="179"/>
                      <a:pt x="163" y="230"/>
                    </a:cubicBezTo>
                    <a:cubicBezTo>
                      <a:pt x="262" y="253"/>
                      <a:pt x="262" y="253"/>
                      <a:pt x="262" y="253"/>
                    </a:cubicBezTo>
                    <a:cubicBezTo>
                      <a:pt x="281" y="147"/>
                      <a:pt x="214" y="44"/>
                      <a:pt x="108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60">
                <a:extLst>
                  <a:ext uri="{FF2B5EF4-FFF2-40B4-BE49-F238E27FC236}">
                    <a16:creationId xmlns:a16="http://schemas.microsoft.com/office/drawing/2014/main" id="{380A1192-67A7-4498-98F6-58C3C7DE3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8" y="1957388"/>
                <a:ext cx="85725" cy="82550"/>
              </a:xfrm>
              <a:custGeom>
                <a:avLst/>
                <a:gdLst>
                  <a:gd name="T0" fmla="*/ 10 w 54"/>
                  <a:gd name="T1" fmla="*/ 0 h 52"/>
                  <a:gd name="T2" fmla="*/ 0 w 54"/>
                  <a:gd name="T3" fmla="*/ 42 h 52"/>
                  <a:gd name="T4" fmla="*/ 42 w 54"/>
                  <a:gd name="T5" fmla="*/ 51 h 52"/>
                  <a:gd name="T6" fmla="*/ 44 w 54"/>
                  <a:gd name="T7" fmla="*/ 52 h 52"/>
                  <a:gd name="T8" fmla="*/ 54 w 54"/>
                  <a:gd name="T9" fmla="*/ 10 h 52"/>
                  <a:gd name="T10" fmla="*/ 52 w 54"/>
                  <a:gd name="T11" fmla="*/ 10 h 52"/>
                  <a:gd name="T12" fmla="*/ 10 w 54"/>
                  <a:gd name="T13" fmla="*/ 0 h 52"/>
                  <a:gd name="T14" fmla="*/ 35 w 54"/>
                  <a:gd name="T15" fmla="*/ 37 h 52"/>
                  <a:gd name="T16" fmla="*/ 16 w 54"/>
                  <a:gd name="T17" fmla="*/ 32 h 52"/>
                  <a:gd name="T18" fmla="*/ 20 w 54"/>
                  <a:gd name="T19" fmla="*/ 15 h 52"/>
                  <a:gd name="T20" fmla="*/ 39 w 54"/>
                  <a:gd name="T21" fmla="*/ 20 h 52"/>
                  <a:gd name="T22" fmla="*/ 35 w 54"/>
                  <a:gd name="T23" fmla="*/ 3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2">
                    <a:moveTo>
                      <a:pt x="10" y="0"/>
                    </a:moveTo>
                    <a:lnTo>
                      <a:pt x="0" y="42"/>
                    </a:lnTo>
                    <a:lnTo>
                      <a:pt x="42" y="51"/>
                    </a:lnTo>
                    <a:lnTo>
                      <a:pt x="44" y="52"/>
                    </a:lnTo>
                    <a:lnTo>
                      <a:pt x="54" y="10"/>
                    </a:lnTo>
                    <a:lnTo>
                      <a:pt x="52" y="10"/>
                    </a:lnTo>
                    <a:lnTo>
                      <a:pt x="10" y="0"/>
                    </a:lnTo>
                    <a:close/>
                    <a:moveTo>
                      <a:pt x="35" y="37"/>
                    </a:moveTo>
                    <a:lnTo>
                      <a:pt x="16" y="32"/>
                    </a:lnTo>
                    <a:lnTo>
                      <a:pt x="20" y="15"/>
                    </a:lnTo>
                    <a:lnTo>
                      <a:pt x="39" y="20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61">
                <a:extLst>
                  <a:ext uri="{FF2B5EF4-FFF2-40B4-BE49-F238E27FC236}">
                    <a16:creationId xmlns:a16="http://schemas.microsoft.com/office/drawing/2014/main" id="{18BC6C74-80FF-49AE-8C97-DC6AB92D5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1775" y="1947863"/>
                <a:ext cx="217488" cy="127000"/>
              </a:xfrm>
              <a:custGeom>
                <a:avLst/>
                <a:gdLst>
                  <a:gd name="T0" fmla="*/ 107 w 326"/>
                  <a:gd name="T1" fmla="*/ 64 h 189"/>
                  <a:gd name="T2" fmla="*/ 27 w 326"/>
                  <a:gd name="T3" fmla="*/ 46 h 189"/>
                  <a:gd name="T4" fmla="*/ 23 w 326"/>
                  <a:gd name="T5" fmla="*/ 45 h 189"/>
                  <a:gd name="T6" fmla="*/ 0 w 326"/>
                  <a:gd name="T7" fmla="*/ 144 h 189"/>
                  <a:gd name="T8" fmla="*/ 4 w 326"/>
                  <a:gd name="T9" fmla="*/ 145 h 189"/>
                  <a:gd name="T10" fmla="*/ 84 w 326"/>
                  <a:gd name="T11" fmla="*/ 164 h 189"/>
                  <a:gd name="T12" fmla="*/ 326 w 326"/>
                  <a:gd name="T13" fmla="*/ 23 h 189"/>
                  <a:gd name="T14" fmla="*/ 226 w 326"/>
                  <a:gd name="T15" fmla="*/ 0 h 189"/>
                  <a:gd name="T16" fmla="*/ 107 w 326"/>
                  <a:gd name="T17" fmla="*/ 64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6" h="189">
                    <a:moveTo>
                      <a:pt x="107" y="64"/>
                    </a:moveTo>
                    <a:cubicBezTo>
                      <a:pt x="27" y="46"/>
                      <a:pt x="27" y="46"/>
                      <a:pt x="27" y="46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4" y="145"/>
                      <a:pt x="4" y="145"/>
                      <a:pt x="4" y="145"/>
                    </a:cubicBezTo>
                    <a:cubicBezTo>
                      <a:pt x="84" y="164"/>
                      <a:pt x="84" y="164"/>
                      <a:pt x="84" y="164"/>
                    </a:cubicBezTo>
                    <a:cubicBezTo>
                      <a:pt x="190" y="189"/>
                      <a:pt x="295" y="126"/>
                      <a:pt x="326" y="23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09" y="48"/>
                      <a:pt x="158" y="76"/>
                      <a:pt x="107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7" name="Freeform: Shape 63">
              <a:extLst>
                <a:ext uri="{FF2B5EF4-FFF2-40B4-BE49-F238E27FC236}">
                  <a16:creationId xmlns:a16="http://schemas.microsoft.com/office/drawing/2014/main" id="{9F6A2768-455F-4893-AD0A-D7DD5C360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042" y="3364555"/>
              <a:ext cx="1689679" cy="675871"/>
            </a:xfrm>
            <a:custGeom>
              <a:avLst/>
              <a:gdLst>
                <a:gd name="T0" fmla="*/ 397 w 397"/>
                <a:gd name="T1" fmla="*/ 0 h 159"/>
                <a:gd name="T2" fmla="*/ 8 w 397"/>
                <a:gd name="T3" fmla="*/ 0 h 159"/>
                <a:gd name="T4" fmla="*/ 0 w 397"/>
                <a:gd name="T5" fmla="*/ 79 h 159"/>
                <a:gd name="T6" fmla="*/ 8 w 397"/>
                <a:gd name="T7" fmla="*/ 159 h 159"/>
                <a:gd name="T8" fmla="*/ 397 w 397"/>
                <a:gd name="T9" fmla="*/ 159 h 159"/>
                <a:gd name="T10" fmla="*/ 397 w 397"/>
                <a:gd name="T1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7" h="159">
                  <a:moveTo>
                    <a:pt x="397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26"/>
                    <a:pt x="0" y="52"/>
                    <a:pt x="0" y="79"/>
                  </a:cubicBezTo>
                  <a:cubicBezTo>
                    <a:pt x="0" y="107"/>
                    <a:pt x="3" y="133"/>
                    <a:pt x="8" y="159"/>
                  </a:cubicBezTo>
                  <a:cubicBezTo>
                    <a:pt x="397" y="159"/>
                    <a:pt x="397" y="159"/>
                    <a:pt x="397" y="159"/>
                  </a:cubicBezTo>
                  <a:lnTo>
                    <a:pt x="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8" name="Group 64">
              <a:extLst>
                <a:ext uri="{FF2B5EF4-FFF2-40B4-BE49-F238E27FC236}">
                  <a16:creationId xmlns:a16="http://schemas.microsoft.com/office/drawing/2014/main" id="{518C679E-894C-4252-8AA5-3F46BFC6FF61}"/>
                </a:ext>
              </a:extLst>
            </p:cNvPr>
            <p:cNvGrpSpPr/>
            <p:nvPr/>
          </p:nvGrpSpPr>
          <p:grpSpPr>
            <a:xfrm>
              <a:off x="5268546" y="3530884"/>
              <a:ext cx="346343" cy="326101"/>
              <a:chOff x="3870325" y="1641476"/>
              <a:chExt cx="488950" cy="460375"/>
            </a:xfrm>
            <a:solidFill>
              <a:schemeClr val="bg1"/>
            </a:solidFill>
          </p:grpSpPr>
          <p:sp>
            <p:nvSpPr>
              <p:cNvPr id="41" name="Freeform: Shape 65">
                <a:extLst>
                  <a:ext uri="{FF2B5EF4-FFF2-40B4-BE49-F238E27FC236}">
                    <a16:creationId xmlns:a16="http://schemas.microsoft.com/office/drawing/2014/main" id="{9C4B49C1-921D-4CDD-9000-AA4CD59B2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650" y="1830388"/>
                <a:ext cx="174625" cy="120650"/>
              </a:xfrm>
              <a:custGeom>
                <a:avLst/>
                <a:gdLst>
                  <a:gd name="T0" fmla="*/ 0 w 261"/>
                  <a:gd name="T1" fmla="*/ 57 h 179"/>
                  <a:gd name="T2" fmla="*/ 0 w 261"/>
                  <a:gd name="T3" fmla="*/ 122 h 179"/>
                  <a:gd name="T4" fmla="*/ 58 w 261"/>
                  <a:gd name="T5" fmla="*/ 179 h 179"/>
                  <a:gd name="T6" fmla="*/ 261 w 261"/>
                  <a:gd name="T7" fmla="*/ 179 h 179"/>
                  <a:gd name="T8" fmla="*/ 261 w 261"/>
                  <a:gd name="T9" fmla="*/ 0 h 179"/>
                  <a:gd name="T10" fmla="*/ 58 w 261"/>
                  <a:gd name="T11" fmla="*/ 0 h 179"/>
                  <a:gd name="T12" fmla="*/ 0 w 261"/>
                  <a:gd name="T13" fmla="*/ 57 h 179"/>
                  <a:gd name="T14" fmla="*/ 143 w 261"/>
                  <a:gd name="T15" fmla="*/ 89 h 179"/>
                  <a:gd name="T16" fmla="*/ 93 w 261"/>
                  <a:gd name="T17" fmla="*/ 140 h 179"/>
                  <a:gd name="T18" fmla="*/ 42 w 261"/>
                  <a:gd name="T19" fmla="*/ 89 h 179"/>
                  <a:gd name="T20" fmla="*/ 93 w 261"/>
                  <a:gd name="T21" fmla="*/ 39 h 179"/>
                  <a:gd name="T22" fmla="*/ 143 w 261"/>
                  <a:gd name="T23" fmla="*/ 8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1" h="179">
                    <a:moveTo>
                      <a:pt x="0" y="57"/>
                    </a:moveTo>
                    <a:cubicBezTo>
                      <a:pt x="0" y="122"/>
                      <a:pt x="0" y="122"/>
                      <a:pt x="0" y="122"/>
                    </a:cubicBezTo>
                    <a:cubicBezTo>
                      <a:pt x="0" y="153"/>
                      <a:pt x="26" y="179"/>
                      <a:pt x="58" y="179"/>
                    </a:cubicBezTo>
                    <a:cubicBezTo>
                      <a:pt x="261" y="179"/>
                      <a:pt x="261" y="179"/>
                      <a:pt x="261" y="179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26" y="0"/>
                      <a:pt x="0" y="25"/>
                      <a:pt x="0" y="57"/>
                    </a:cubicBezTo>
                    <a:close/>
                    <a:moveTo>
                      <a:pt x="143" y="89"/>
                    </a:moveTo>
                    <a:cubicBezTo>
                      <a:pt x="143" y="117"/>
                      <a:pt x="120" y="140"/>
                      <a:pt x="93" y="140"/>
                    </a:cubicBezTo>
                    <a:cubicBezTo>
                      <a:pt x="65" y="140"/>
                      <a:pt x="42" y="117"/>
                      <a:pt x="42" y="89"/>
                    </a:cubicBezTo>
                    <a:cubicBezTo>
                      <a:pt x="42" y="62"/>
                      <a:pt x="65" y="39"/>
                      <a:pt x="93" y="39"/>
                    </a:cubicBezTo>
                    <a:cubicBezTo>
                      <a:pt x="120" y="39"/>
                      <a:pt x="143" y="62"/>
                      <a:pt x="143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Freeform: Shape 66">
                <a:extLst>
                  <a:ext uri="{FF2B5EF4-FFF2-40B4-BE49-F238E27FC236}">
                    <a16:creationId xmlns:a16="http://schemas.microsoft.com/office/drawing/2014/main" id="{FCF08579-7879-487F-AC9D-FB98A4FAF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0325" y="1641476"/>
                <a:ext cx="488950" cy="460375"/>
              </a:xfrm>
              <a:custGeom>
                <a:avLst/>
                <a:gdLst>
                  <a:gd name="T0" fmla="*/ 62 w 731"/>
                  <a:gd name="T1" fmla="*/ 19 h 688"/>
                  <a:gd name="T2" fmla="*/ 617 w 731"/>
                  <a:gd name="T3" fmla="*/ 19 h 688"/>
                  <a:gd name="T4" fmla="*/ 660 w 731"/>
                  <a:gd name="T5" fmla="*/ 19 h 688"/>
                  <a:gd name="T6" fmla="*/ 673 w 731"/>
                  <a:gd name="T7" fmla="*/ 19 h 688"/>
                  <a:gd name="T8" fmla="*/ 711 w 731"/>
                  <a:gd name="T9" fmla="*/ 50 h 688"/>
                  <a:gd name="T10" fmla="*/ 731 w 731"/>
                  <a:gd name="T11" fmla="*/ 66 h 688"/>
                  <a:gd name="T12" fmla="*/ 731 w 731"/>
                  <a:gd name="T13" fmla="*/ 57 h 688"/>
                  <a:gd name="T14" fmla="*/ 716 w 731"/>
                  <a:gd name="T15" fmla="*/ 19 h 688"/>
                  <a:gd name="T16" fmla="*/ 673 w 731"/>
                  <a:gd name="T17" fmla="*/ 0 h 688"/>
                  <a:gd name="T18" fmla="*/ 660 w 731"/>
                  <a:gd name="T19" fmla="*/ 0 h 688"/>
                  <a:gd name="T20" fmla="*/ 56 w 731"/>
                  <a:gd name="T21" fmla="*/ 0 h 688"/>
                  <a:gd name="T22" fmla="*/ 1 w 731"/>
                  <a:gd name="T23" fmla="*/ 28 h 688"/>
                  <a:gd name="T24" fmla="*/ 1 w 731"/>
                  <a:gd name="T25" fmla="*/ 50 h 688"/>
                  <a:gd name="T26" fmla="*/ 1 w 731"/>
                  <a:gd name="T27" fmla="*/ 62 h 688"/>
                  <a:gd name="T28" fmla="*/ 1 w 731"/>
                  <a:gd name="T29" fmla="*/ 72 h 688"/>
                  <a:gd name="T30" fmla="*/ 1 w 731"/>
                  <a:gd name="T31" fmla="*/ 116 h 688"/>
                  <a:gd name="T32" fmla="*/ 1 w 731"/>
                  <a:gd name="T33" fmla="*/ 174 h 688"/>
                  <a:gd name="T34" fmla="*/ 1 w 731"/>
                  <a:gd name="T35" fmla="*/ 243 h 688"/>
                  <a:gd name="T36" fmla="*/ 1 w 731"/>
                  <a:gd name="T37" fmla="*/ 317 h 688"/>
                  <a:gd name="T38" fmla="*/ 1 w 731"/>
                  <a:gd name="T39" fmla="*/ 390 h 688"/>
                  <a:gd name="T40" fmla="*/ 1 w 731"/>
                  <a:gd name="T41" fmla="*/ 458 h 688"/>
                  <a:gd name="T42" fmla="*/ 1 w 731"/>
                  <a:gd name="T43" fmla="*/ 515 h 688"/>
                  <a:gd name="T44" fmla="*/ 1 w 731"/>
                  <a:gd name="T45" fmla="*/ 556 h 688"/>
                  <a:gd name="T46" fmla="*/ 1 w 731"/>
                  <a:gd name="T47" fmla="*/ 575 h 688"/>
                  <a:gd name="T48" fmla="*/ 1 w 731"/>
                  <a:gd name="T49" fmla="*/ 575 h 688"/>
                  <a:gd name="T50" fmla="*/ 1 w 731"/>
                  <a:gd name="T51" fmla="*/ 630 h 688"/>
                  <a:gd name="T52" fmla="*/ 58 w 731"/>
                  <a:gd name="T53" fmla="*/ 688 h 688"/>
                  <a:gd name="T54" fmla="*/ 673 w 731"/>
                  <a:gd name="T55" fmla="*/ 688 h 688"/>
                  <a:gd name="T56" fmla="*/ 731 w 731"/>
                  <a:gd name="T57" fmla="*/ 630 h 688"/>
                  <a:gd name="T58" fmla="*/ 731 w 731"/>
                  <a:gd name="T59" fmla="*/ 584 h 688"/>
                  <a:gd name="T60" fmla="*/ 731 w 731"/>
                  <a:gd name="T61" fmla="*/ 492 h 688"/>
                  <a:gd name="T62" fmla="*/ 528 w 731"/>
                  <a:gd name="T63" fmla="*/ 492 h 688"/>
                  <a:gd name="T64" fmla="*/ 442 w 731"/>
                  <a:gd name="T65" fmla="*/ 406 h 688"/>
                  <a:gd name="T66" fmla="*/ 442 w 731"/>
                  <a:gd name="T67" fmla="*/ 341 h 688"/>
                  <a:gd name="T68" fmla="*/ 528 w 731"/>
                  <a:gd name="T69" fmla="*/ 255 h 688"/>
                  <a:gd name="T70" fmla="*/ 731 w 731"/>
                  <a:gd name="T71" fmla="*/ 255 h 688"/>
                  <a:gd name="T72" fmla="*/ 731 w 731"/>
                  <a:gd name="T73" fmla="*/ 191 h 688"/>
                  <a:gd name="T74" fmla="*/ 731 w 731"/>
                  <a:gd name="T75" fmla="*/ 179 h 688"/>
                  <a:gd name="T76" fmla="*/ 731 w 731"/>
                  <a:gd name="T77" fmla="*/ 175 h 688"/>
                  <a:gd name="T78" fmla="*/ 731 w 731"/>
                  <a:gd name="T79" fmla="*/ 141 h 688"/>
                  <a:gd name="T80" fmla="*/ 731 w 731"/>
                  <a:gd name="T81" fmla="*/ 116 h 688"/>
                  <a:gd name="T82" fmla="*/ 673 w 731"/>
                  <a:gd name="T83" fmla="*/ 59 h 688"/>
                  <a:gd name="T84" fmla="*/ 624 w 731"/>
                  <a:gd name="T85" fmla="*/ 59 h 688"/>
                  <a:gd name="T86" fmla="*/ 622 w 731"/>
                  <a:gd name="T87" fmla="*/ 59 h 688"/>
                  <a:gd name="T88" fmla="*/ 613 w 731"/>
                  <a:gd name="T89" fmla="*/ 59 h 688"/>
                  <a:gd name="T90" fmla="*/ 602 w 731"/>
                  <a:gd name="T91" fmla="*/ 59 h 688"/>
                  <a:gd name="T92" fmla="*/ 590 w 731"/>
                  <a:gd name="T93" fmla="*/ 59 h 688"/>
                  <a:gd name="T94" fmla="*/ 574 w 731"/>
                  <a:gd name="T95" fmla="*/ 59 h 688"/>
                  <a:gd name="T96" fmla="*/ 554 w 731"/>
                  <a:gd name="T97" fmla="*/ 59 h 688"/>
                  <a:gd name="T98" fmla="*/ 62 w 731"/>
                  <a:gd name="T99" fmla="*/ 59 h 688"/>
                  <a:gd name="T100" fmla="*/ 24 w 731"/>
                  <a:gd name="T101" fmla="*/ 37 h 688"/>
                  <a:gd name="T102" fmla="*/ 62 w 731"/>
                  <a:gd name="T103" fmla="*/ 19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31" h="688">
                    <a:moveTo>
                      <a:pt x="62" y="19"/>
                    </a:moveTo>
                    <a:cubicBezTo>
                      <a:pt x="62" y="19"/>
                      <a:pt x="617" y="19"/>
                      <a:pt x="617" y="19"/>
                    </a:cubicBezTo>
                    <a:cubicBezTo>
                      <a:pt x="660" y="19"/>
                      <a:pt x="660" y="19"/>
                      <a:pt x="660" y="19"/>
                    </a:cubicBezTo>
                    <a:cubicBezTo>
                      <a:pt x="673" y="19"/>
                      <a:pt x="673" y="19"/>
                      <a:pt x="673" y="19"/>
                    </a:cubicBezTo>
                    <a:cubicBezTo>
                      <a:pt x="692" y="19"/>
                      <a:pt x="707" y="32"/>
                      <a:pt x="711" y="50"/>
                    </a:cubicBezTo>
                    <a:cubicBezTo>
                      <a:pt x="718" y="54"/>
                      <a:pt x="725" y="59"/>
                      <a:pt x="731" y="66"/>
                    </a:cubicBezTo>
                    <a:cubicBezTo>
                      <a:pt x="731" y="57"/>
                      <a:pt x="731" y="57"/>
                      <a:pt x="731" y="57"/>
                    </a:cubicBezTo>
                    <a:cubicBezTo>
                      <a:pt x="731" y="42"/>
                      <a:pt x="725" y="29"/>
                      <a:pt x="716" y="19"/>
                    </a:cubicBezTo>
                    <a:cubicBezTo>
                      <a:pt x="705" y="7"/>
                      <a:pt x="690" y="0"/>
                      <a:pt x="673" y="0"/>
                    </a:cubicBezTo>
                    <a:cubicBezTo>
                      <a:pt x="660" y="0"/>
                      <a:pt x="660" y="0"/>
                      <a:pt x="660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37" y="0"/>
                      <a:pt x="6" y="6"/>
                      <a:pt x="1" y="28"/>
                    </a:cubicBezTo>
                    <a:cubicBezTo>
                      <a:pt x="0" y="35"/>
                      <a:pt x="1" y="43"/>
                      <a:pt x="1" y="50"/>
                    </a:cubicBezTo>
                    <a:cubicBezTo>
                      <a:pt x="1" y="54"/>
                      <a:pt x="1" y="58"/>
                      <a:pt x="1" y="62"/>
                    </a:cubicBezTo>
                    <a:cubicBezTo>
                      <a:pt x="1" y="66"/>
                      <a:pt x="1" y="69"/>
                      <a:pt x="1" y="72"/>
                    </a:cubicBezTo>
                    <a:cubicBezTo>
                      <a:pt x="1" y="86"/>
                      <a:pt x="1" y="101"/>
                      <a:pt x="1" y="116"/>
                    </a:cubicBezTo>
                    <a:cubicBezTo>
                      <a:pt x="1" y="135"/>
                      <a:pt x="1" y="155"/>
                      <a:pt x="1" y="174"/>
                    </a:cubicBezTo>
                    <a:cubicBezTo>
                      <a:pt x="1" y="197"/>
                      <a:pt x="1" y="220"/>
                      <a:pt x="1" y="243"/>
                    </a:cubicBezTo>
                    <a:cubicBezTo>
                      <a:pt x="1" y="268"/>
                      <a:pt x="1" y="292"/>
                      <a:pt x="1" y="317"/>
                    </a:cubicBezTo>
                    <a:cubicBezTo>
                      <a:pt x="1" y="341"/>
                      <a:pt x="1" y="366"/>
                      <a:pt x="1" y="390"/>
                    </a:cubicBezTo>
                    <a:cubicBezTo>
                      <a:pt x="1" y="413"/>
                      <a:pt x="1" y="436"/>
                      <a:pt x="1" y="458"/>
                    </a:cubicBezTo>
                    <a:cubicBezTo>
                      <a:pt x="1" y="477"/>
                      <a:pt x="1" y="496"/>
                      <a:pt x="1" y="515"/>
                    </a:cubicBezTo>
                    <a:cubicBezTo>
                      <a:pt x="1" y="529"/>
                      <a:pt x="1" y="542"/>
                      <a:pt x="1" y="556"/>
                    </a:cubicBezTo>
                    <a:cubicBezTo>
                      <a:pt x="1" y="562"/>
                      <a:pt x="1" y="568"/>
                      <a:pt x="1" y="575"/>
                    </a:cubicBezTo>
                    <a:cubicBezTo>
                      <a:pt x="1" y="575"/>
                      <a:pt x="1" y="575"/>
                      <a:pt x="1" y="575"/>
                    </a:cubicBezTo>
                    <a:cubicBezTo>
                      <a:pt x="1" y="630"/>
                      <a:pt x="1" y="630"/>
                      <a:pt x="1" y="630"/>
                    </a:cubicBezTo>
                    <a:cubicBezTo>
                      <a:pt x="1" y="662"/>
                      <a:pt x="26" y="688"/>
                      <a:pt x="58" y="688"/>
                    </a:cubicBezTo>
                    <a:cubicBezTo>
                      <a:pt x="673" y="688"/>
                      <a:pt x="673" y="688"/>
                      <a:pt x="673" y="688"/>
                    </a:cubicBezTo>
                    <a:cubicBezTo>
                      <a:pt x="705" y="688"/>
                      <a:pt x="731" y="662"/>
                      <a:pt x="731" y="630"/>
                    </a:cubicBezTo>
                    <a:cubicBezTo>
                      <a:pt x="731" y="584"/>
                      <a:pt x="731" y="584"/>
                      <a:pt x="731" y="584"/>
                    </a:cubicBezTo>
                    <a:cubicBezTo>
                      <a:pt x="731" y="492"/>
                      <a:pt x="731" y="492"/>
                      <a:pt x="731" y="492"/>
                    </a:cubicBezTo>
                    <a:cubicBezTo>
                      <a:pt x="528" y="492"/>
                      <a:pt x="528" y="492"/>
                      <a:pt x="528" y="492"/>
                    </a:cubicBezTo>
                    <a:cubicBezTo>
                      <a:pt x="480" y="492"/>
                      <a:pt x="442" y="453"/>
                      <a:pt x="442" y="406"/>
                    </a:cubicBezTo>
                    <a:cubicBezTo>
                      <a:pt x="442" y="341"/>
                      <a:pt x="442" y="341"/>
                      <a:pt x="442" y="341"/>
                    </a:cubicBezTo>
                    <a:cubicBezTo>
                      <a:pt x="442" y="294"/>
                      <a:pt x="480" y="255"/>
                      <a:pt x="528" y="255"/>
                    </a:cubicBezTo>
                    <a:cubicBezTo>
                      <a:pt x="731" y="255"/>
                      <a:pt x="731" y="255"/>
                      <a:pt x="731" y="255"/>
                    </a:cubicBezTo>
                    <a:cubicBezTo>
                      <a:pt x="731" y="191"/>
                      <a:pt x="731" y="191"/>
                      <a:pt x="731" y="191"/>
                    </a:cubicBezTo>
                    <a:cubicBezTo>
                      <a:pt x="731" y="179"/>
                      <a:pt x="731" y="179"/>
                      <a:pt x="731" y="179"/>
                    </a:cubicBezTo>
                    <a:cubicBezTo>
                      <a:pt x="731" y="175"/>
                      <a:pt x="731" y="175"/>
                      <a:pt x="731" y="175"/>
                    </a:cubicBezTo>
                    <a:cubicBezTo>
                      <a:pt x="731" y="141"/>
                      <a:pt x="731" y="141"/>
                      <a:pt x="731" y="141"/>
                    </a:cubicBezTo>
                    <a:cubicBezTo>
                      <a:pt x="731" y="116"/>
                      <a:pt x="731" y="116"/>
                      <a:pt x="731" y="116"/>
                    </a:cubicBezTo>
                    <a:cubicBezTo>
                      <a:pt x="731" y="84"/>
                      <a:pt x="705" y="59"/>
                      <a:pt x="673" y="59"/>
                    </a:cubicBezTo>
                    <a:cubicBezTo>
                      <a:pt x="624" y="59"/>
                      <a:pt x="624" y="59"/>
                      <a:pt x="624" y="59"/>
                    </a:cubicBezTo>
                    <a:cubicBezTo>
                      <a:pt x="622" y="59"/>
                      <a:pt x="622" y="59"/>
                      <a:pt x="622" y="59"/>
                    </a:cubicBezTo>
                    <a:cubicBezTo>
                      <a:pt x="613" y="59"/>
                      <a:pt x="613" y="59"/>
                      <a:pt x="613" y="59"/>
                    </a:cubicBezTo>
                    <a:cubicBezTo>
                      <a:pt x="602" y="59"/>
                      <a:pt x="602" y="59"/>
                      <a:pt x="602" y="59"/>
                    </a:cubicBezTo>
                    <a:cubicBezTo>
                      <a:pt x="590" y="59"/>
                      <a:pt x="590" y="59"/>
                      <a:pt x="590" y="59"/>
                    </a:cubicBezTo>
                    <a:cubicBezTo>
                      <a:pt x="574" y="59"/>
                      <a:pt x="574" y="59"/>
                      <a:pt x="574" y="59"/>
                    </a:cubicBezTo>
                    <a:cubicBezTo>
                      <a:pt x="554" y="59"/>
                      <a:pt x="554" y="59"/>
                      <a:pt x="554" y="59"/>
                    </a:cubicBezTo>
                    <a:cubicBezTo>
                      <a:pt x="554" y="59"/>
                      <a:pt x="63" y="59"/>
                      <a:pt x="62" y="59"/>
                    </a:cubicBezTo>
                    <a:cubicBezTo>
                      <a:pt x="50" y="59"/>
                      <a:pt x="22" y="56"/>
                      <a:pt x="24" y="37"/>
                    </a:cubicBezTo>
                    <a:cubicBezTo>
                      <a:pt x="27" y="21"/>
                      <a:pt x="50" y="19"/>
                      <a:pt x="6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9" name="Freeform: Shape 68">
              <a:extLst>
                <a:ext uri="{FF2B5EF4-FFF2-40B4-BE49-F238E27FC236}">
                  <a16:creationId xmlns:a16="http://schemas.microsoft.com/office/drawing/2014/main" id="{6A149E72-84A9-401A-99F4-04933588A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473" y="4718799"/>
              <a:ext cx="1354245" cy="675871"/>
            </a:xfrm>
            <a:custGeom>
              <a:avLst/>
              <a:gdLst>
                <a:gd name="T0" fmla="*/ 0 w 318"/>
                <a:gd name="T1" fmla="*/ 0 h 159"/>
                <a:gd name="T2" fmla="*/ 318 w 318"/>
                <a:gd name="T3" fmla="*/ 159 h 159"/>
                <a:gd name="T4" fmla="*/ 318 w 318"/>
                <a:gd name="T5" fmla="*/ 0 h 159"/>
                <a:gd name="T6" fmla="*/ 0 w 318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59">
                  <a:moveTo>
                    <a:pt x="0" y="0"/>
                  </a:moveTo>
                  <a:cubicBezTo>
                    <a:pt x="73" y="96"/>
                    <a:pt x="188" y="159"/>
                    <a:pt x="318" y="159"/>
                  </a:cubicBezTo>
                  <a:cubicBezTo>
                    <a:pt x="318" y="0"/>
                    <a:pt x="318" y="0"/>
                    <a:pt x="3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0" name="Group 69">
              <a:extLst>
                <a:ext uri="{FF2B5EF4-FFF2-40B4-BE49-F238E27FC236}">
                  <a16:creationId xmlns:a16="http://schemas.microsoft.com/office/drawing/2014/main" id="{F85CB237-AD9E-4884-BFD6-001541523395}"/>
                </a:ext>
              </a:extLst>
            </p:cNvPr>
            <p:cNvGrpSpPr/>
            <p:nvPr/>
          </p:nvGrpSpPr>
          <p:grpSpPr>
            <a:xfrm>
              <a:off x="5268971" y="4854216"/>
              <a:ext cx="337064" cy="322790"/>
              <a:chOff x="5699125" y="234951"/>
              <a:chExt cx="487363" cy="466725"/>
            </a:xfrm>
            <a:solidFill>
              <a:schemeClr val="bg1"/>
            </a:solidFill>
          </p:grpSpPr>
          <p:sp>
            <p:nvSpPr>
              <p:cNvPr id="36" name="Freeform: Shape 70">
                <a:extLst>
                  <a:ext uri="{FF2B5EF4-FFF2-40B4-BE49-F238E27FC236}">
                    <a16:creationId xmlns:a16="http://schemas.microsoft.com/office/drawing/2014/main" id="{09CAFC3A-1DC4-437B-81C7-75AE506A8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0713" y="234951"/>
                <a:ext cx="485775" cy="239713"/>
              </a:xfrm>
              <a:custGeom>
                <a:avLst/>
                <a:gdLst>
                  <a:gd name="T0" fmla="*/ 16 w 727"/>
                  <a:gd name="T1" fmla="*/ 357 h 357"/>
                  <a:gd name="T2" fmla="*/ 22 w 727"/>
                  <a:gd name="T3" fmla="*/ 356 h 357"/>
                  <a:gd name="T4" fmla="*/ 251 w 727"/>
                  <a:gd name="T5" fmla="*/ 260 h 357"/>
                  <a:gd name="T6" fmla="*/ 493 w 727"/>
                  <a:gd name="T7" fmla="*/ 210 h 357"/>
                  <a:gd name="T8" fmla="*/ 661 w 727"/>
                  <a:gd name="T9" fmla="*/ 72 h 357"/>
                  <a:gd name="T10" fmla="*/ 688 w 727"/>
                  <a:gd name="T11" fmla="*/ 104 h 357"/>
                  <a:gd name="T12" fmla="*/ 727 w 727"/>
                  <a:gd name="T13" fmla="*/ 0 h 357"/>
                  <a:gd name="T14" fmla="*/ 617 w 727"/>
                  <a:gd name="T15" fmla="*/ 18 h 357"/>
                  <a:gd name="T16" fmla="*/ 644 w 727"/>
                  <a:gd name="T17" fmla="*/ 51 h 357"/>
                  <a:gd name="T18" fmla="*/ 481 w 727"/>
                  <a:gd name="T19" fmla="*/ 184 h 357"/>
                  <a:gd name="T20" fmla="*/ 244 w 727"/>
                  <a:gd name="T21" fmla="*/ 233 h 357"/>
                  <a:gd name="T22" fmla="*/ 11 w 727"/>
                  <a:gd name="T23" fmla="*/ 331 h 357"/>
                  <a:gd name="T24" fmla="*/ 3 w 727"/>
                  <a:gd name="T25" fmla="*/ 349 h 357"/>
                  <a:gd name="T26" fmla="*/ 16 w 727"/>
                  <a:gd name="T27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7" h="357">
                    <a:moveTo>
                      <a:pt x="16" y="357"/>
                    </a:moveTo>
                    <a:cubicBezTo>
                      <a:pt x="18" y="357"/>
                      <a:pt x="20" y="357"/>
                      <a:pt x="22" y="356"/>
                    </a:cubicBezTo>
                    <a:cubicBezTo>
                      <a:pt x="251" y="260"/>
                      <a:pt x="251" y="260"/>
                      <a:pt x="251" y="260"/>
                    </a:cubicBezTo>
                    <a:cubicBezTo>
                      <a:pt x="493" y="210"/>
                      <a:pt x="493" y="210"/>
                      <a:pt x="493" y="210"/>
                    </a:cubicBezTo>
                    <a:cubicBezTo>
                      <a:pt x="661" y="72"/>
                      <a:pt x="661" y="72"/>
                      <a:pt x="661" y="72"/>
                    </a:cubicBezTo>
                    <a:cubicBezTo>
                      <a:pt x="688" y="104"/>
                      <a:pt x="688" y="104"/>
                      <a:pt x="688" y="104"/>
                    </a:cubicBezTo>
                    <a:cubicBezTo>
                      <a:pt x="727" y="0"/>
                      <a:pt x="727" y="0"/>
                      <a:pt x="727" y="0"/>
                    </a:cubicBezTo>
                    <a:cubicBezTo>
                      <a:pt x="617" y="18"/>
                      <a:pt x="617" y="18"/>
                      <a:pt x="617" y="18"/>
                    </a:cubicBezTo>
                    <a:cubicBezTo>
                      <a:pt x="644" y="51"/>
                      <a:pt x="644" y="51"/>
                      <a:pt x="644" y="51"/>
                    </a:cubicBezTo>
                    <a:cubicBezTo>
                      <a:pt x="481" y="184"/>
                      <a:pt x="481" y="184"/>
                      <a:pt x="481" y="184"/>
                    </a:cubicBezTo>
                    <a:cubicBezTo>
                      <a:pt x="244" y="233"/>
                      <a:pt x="244" y="233"/>
                      <a:pt x="244" y="233"/>
                    </a:cubicBezTo>
                    <a:cubicBezTo>
                      <a:pt x="11" y="331"/>
                      <a:pt x="11" y="331"/>
                      <a:pt x="11" y="331"/>
                    </a:cubicBezTo>
                    <a:cubicBezTo>
                      <a:pt x="4" y="334"/>
                      <a:pt x="0" y="342"/>
                      <a:pt x="3" y="349"/>
                    </a:cubicBezTo>
                    <a:cubicBezTo>
                      <a:pt x="6" y="354"/>
                      <a:pt x="11" y="357"/>
                      <a:pt x="16" y="3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541E1EEB-0D72-4490-AE72-942CD0084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9125" y="549276"/>
                <a:ext cx="92075" cy="152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724DF2B0-88A6-4B81-9A50-207755BE9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6125" y="496888"/>
                <a:ext cx="93663" cy="204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8B19AC7D-BC8A-42A6-BCFD-5E0C29B21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475" y="469901"/>
                <a:ext cx="93663" cy="2317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43402E5C-F9A4-4453-9A64-AEA773261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2825" y="363538"/>
                <a:ext cx="93663" cy="338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21" name="千图PPT彼岸天：ID 8661124库_组合 62">
            <a:extLst>
              <a:ext uri="{FF2B5EF4-FFF2-40B4-BE49-F238E27FC236}">
                <a16:creationId xmlns:a16="http://schemas.microsoft.com/office/drawing/2014/main" id="{C0D61625-D33F-4C89-B9FC-EFCCE8756B4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997110" y="1797427"/>
            <a:ext cx="2530363" cy="1006991"/>
            <a:chOff x="8328246" y="2276873"/>
            <a:chExt cx="2198694" cy="1006991"/>
          </a:xfrm>
        </p:grpSpPr>
        <p:sp>
          <p:nvSpPr>
            <p:cNvPr id="34" name="TextBox 67">
              <a:extLst>
                <a:ext uri="{FF2B5EF4-FFF2-40B4-BE49-F238E27FC236}">
                  <a16:creationId xmlns:a16="http://schemas.microsoft.com/office/drawing/2014/main" id="{0DB7922C-8BFD-47B2-804D-463B4EC5B8EE}"/>
                </a:ext>
              </a:extLst>
            </p:cNvPr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35" name="TextBox 77">
              <a:extLst>
                <a:ext uri="{FF2B5EF4-FFF2-40B4-BE49-F238E27FC236}">
                  <a16:creationId xmlns:a16="http://schemas.microsoft.com/office/drawing/2014/main" id="{EBDFAE43-C18B-4CD1-AD1A-2FC58BAD358E}"/>
                </a:ext>
              </a:extLst>
            </p:cNvPr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千图网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</a:rPr>
                <a:t>58PIC.COM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22" name="千图PPT彼岸天：ID 8661124库_组合 78">
            <a:extLst>
              <a:ext uri="{FF2B5EF4-FFF2-40B4-BE49-F238E27FC236}">
                <a16:creationId xmlns:a16="http://schemas.microsoft.com/office/drawing/2014/main" id="{6B39A7C1-FE48-493C-B84F-3EB370760D5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541361" y="2489330"/>
            <a:ext cx="2549181" cy="1006991"/>
            <a:chOff x="1197898" y="2503545"/>
            <a:chExt cx="2198693" cy="1006991"/>
          </a:xfrm>
        </p:grpSpPr>
        <p:sp>
          <p:nvSpPr>
            <p:cNvPr id="32" name="TextBox 79">
              <a:extLst>
                <a:ext uri="{FF2B5EF4-FFF2-40B4-BE49-F238E27FC236}">
                  <a16:creationId xmlns:a16="http://schemas.microsoft.com/office/drawing/2014/main" id="{A2F0F7D7-C54F-4BEC-BDF6-BE6D083E2CC0}"/>
                </a:ext>
              </a:extLst>
            </p:cNvPr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33" name="TextBox 80">
              <a:extLst>
                <a:ext uri="{FF2B5EF4-FFF2-40B4-BE49-F238E27FC236}">
                  <a16:creationId xmlns:a16="http://schemas.microsoft.com/office/drawing/2014/main" id="{E773C0A3-F27F-4E18-9ED9-0C12935DAF74}"/>
                </a:ext>
              </a:extLst>
            </p:cNvPr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千图网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</a:rPr>
                <a:t>58PIC.COM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23" name="千图PPT彼岸天：ID 8661124库_组合 81">
            <a:extLst>
              <a:ext uri="{FF2B5EF4-FFF2-40B4-BE49-F238E27FC236}">
                <a16:creationId xmlns:a16="http://schemas.microsoft.com/office/drawing/2014/main" id="{C86CB73F-992A-43A9-BB60-51707EA82E0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661679" y="3196489"/>
            <a:ext cx="2530363" cy="1006991"/>
            <a:chOff x="8328246" y="2276873"/>
            <a:chExt cx="2198694" cy="1006991"/>
          </a:xfrm>
        </p:grpSpPr>
        <p:sp>
          <p:nvSpPr>
            <p:cNvPr id="30" name="TextBox 82">
              <a:extLst>
                <a:ext uri="{FF2B5EF4-FFF2-40B4-BE49-F238E27FC236}">
                  <a16:creationId xmlns:a16="http://schemas.microsoft.com/office/drawing/2014/main" id="{4B92FC5E-8826-41E8-BB22-EBE5B1F5170A}"/>
                </a:ext>
              </a:extLst>
            </p:cNvPr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31" name="TextBox 83">
              <a:extLst>
                <a:ext uri="{FF2B5EF4-FFF2-40B4-BE49-F238E27FC236}">
                  <a16:creationId xmlns:a16="http://schemas.microsoft.com/office/drawing/2014/main" id="{4B9B4FD8-09B9-42E7-8FCA-A5DA37ACF382}"/>
                </a:ext>
              </a:extLst>
            </p:cNvPr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千图网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</a:rPr>
                <a:t>58PIC.COM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24" name="千图PPT彼岸天：ID 8661124库_组合 84">
            <a:extLst>
              <a:ext uri="{FF2B5EF4-FFF2-40B4-BE49-F238E27FC236}">
                <a16:creationId xmlns:a16="http://schemas.microsoft.com/office/drawing/2014/main" id="{BEB8259D-1396-4EF4-A71C-21084715872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541361" y="3825044"/>
            <a:ext cx="2549181" cy="1006991"/>
            <a:chOff x="1197898" y="2503545"/>
            <a:chExt cx="2198693" cy="1006991"/>
          </a:xfrm>
        </p:grpSpPr>
        <p:sp>
          <p:nvSpPr>
            <p:cNvPr id="28" name="TextBox 85">
              <a:extLst>
                <a:ext uri="{FF2B5EF4-FFF2-40B4-BE49-F238E27FC236}">
                  <a16:creationId xmlns:a16="http://schemas.microsoft.com/office/drawing/2014/main" id="{97250D95-2537-4E24-A582-525C72FC0CA5}"/>
                </a:ext>
              </a:extLst>
            </p:cNvPr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9" name="TextBox 86">
              <a:extLst>
                <a:ext uri="{FF2B5EF4-FFF2-40B4-BE49-F238E27FC236}">
                  <a16:creationId xmlns:a16="http://schemas.microsoft.com/office/drawing/2014/main" id="{BDC0BA6C-C9EA-4E6B-90E8-5EBE2B35FA95}"/>
                </a:ext>
              </a:extLst>
            </p:cNvPr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千图网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</a:rPr>
                <a:t>58PIC.COM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25" name="千图PPT彼岸天：ID 8661124库_组合 87">
            <a:extLst>
              <a:ext uri="{FF2B5EF4-FFF2-40B4-BE49-F238E27FC236}">
                <a16:creationId xmlns:a16="http://schemas.microsoft.com/office/drawing/2014/main" id="{180C0190-5C03-4AA6-B598-EB9EA32FCD0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997110" y="4535951"/>
            <a:ext cx="2530363" cy="1006991"/>
            <a:chOff x="8328246" y="2276873"/>
            <a:chExt cx="2198694" cy="1006991"/>
          </a:xfrm>
        </p:grpSpPr>
        <p:sp>
          <p:nvSpPr>
            <p:cNvPr id="26" name="TextBox 88">
              <a:extLst>
                <a:ext uri="{FF2B5EF4-FFF2-40B4-BE49-F238E27FC236}">
                  <a16:creationId xmlns:a16="http://schemas.microsoft.com/office/drawing/2014/main" id="{A39668DA-1092-410B-93FD-F0CFC595890E}"/>
                </a:ext>
              </a:extLst>
            </p:cNvPr>
            <p:cNvSpPr txBox="1"/>
            <p:nvPr/>
          </p:nvSpPr>
          <p:spPr>
            <a:xfrm>
              <a:off x="8328247" y="2276873"/>
              <a:ext cx="2198693" cy="388226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5">
                      <a:lumMod val="100000"/>
                    </a:schemeClr>
                  </a:solidFill>
                </a:rPr>
                <a:t>输入标题文本</a:t>
              </a:r>
            </a:p>
          </p:txBody>
        </p:sp>
        <p:sp>
          <p:nvSpPr>
            <p:cNvPr id="27" name="TextBox 89">
              <a:extLst>
                <a:ext uri="{FF2B5EF4-FFF2-40B4-BE49-F238E27FC236}">
                  <a16:creationId xmlns:a16="http://schemas.microsoft.com/office/drawing/2014/main" id="{7E23E2E1-F116-4A9B-98A8-19FE58FB6556}"/>
                </a:ext>
              </a:extLst>
            </p:cNvPr>
            <p:cNvSpPr txBox="1">
              <a:spLocks/>
            </p:cNvSpPr>
            <p:nvPr/>
          </p:nvSpPr>
          <p:spPr>
            <a:xfrm>
              <a:off x="8328246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 </a:t>
              </a:r>
              <a:b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</a:rPr>
                <a:t>千图网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</a:rPr>
                <a:t>58PIC.COM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775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">
            <a:extLst>
              <a:ext uri="{FF2B5EF4-FFF2-40B4-BE49-F238E27FC236}">
                <a16:creationId xmlns:a16="http://schemas.microsoft.com/office/drawing/2014/main" id="{94ED5E75-40D4-42E2-8849-EFB7B0B4E18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740521" y="1411982"/>
            <a:ext cx="2613748" cy="4357278"/>
            <a:chOff x="8740521" y="1411982"/>
            <a:chExt cx="2613748" cy="4357278"/>
          </a:xfrm>
        </p:grpSpPr>
        <p:sp>
          <p:nvSpPr>
            <p:cNvPr id="35" name="Freeform: Shape 4">
              <a:extLst>
                <a:ext uri="{FF2B5EF4-FFF2-40B4-BE49-F238E27FC236}">
                  <a16:creationId xmlns:a16="http://schemas.microsoft.com/office/drawing/2014/main" id="{E88C417F-C689-404D-B1F3-8546B6225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2674" y="2320466"/>
              <a:ext cx="1408065" cy="1407935"/>
            </a:xfrm>
            <a:custGeom>
              <a:avLst/>
              <a:gdLst>
                <a:gd name="T0" fmla="*/ 2886 w 2887"/>
                <a:gd name="T1" fmla="*/ 1444 h 2890"/>
                <a:gd name="T2" fmla="*/ 2886 w 2887"/>
                <a:gd name="T3" fmla="*/ 1444 h 2890"/>
                <a:gd name="T4" fmla="*/ 1444 w 2887"/>
                <a:gd name="T5" fmla="*/ 0 h 2890"/>
                <a:gd name="T6" fmla="*/ 0 w 2887"/>
                <a:gd name="T7" fmla="*/ 1444 h 2890"/>
                <a:gd name="T8" fmla="*/ 1444 w 2887"/>
                <a:gd name="T9" fmla="*/ 2889 h 2890"/>
                <a:gd name="T10" fmla="*/ 2886 w 2887"/>
                <a:gd name="T11" fmla="*/ 1444 h 2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87" h="2890">
                  <a:moveTo>
                    <a:pt x="2886" y="1444"/>
                  </a:moveTo>
                  <a:lnTo>
                    <a:pt x="2886" y="1444"/>
                  </a:lnTo>
                  <a:cubicBezTo>
                    <a:pt x="2886" y="647"/>
                    <a:pt x="2241" y="0"/>
                    <a:pt x="1444" y="0"/>
                  </a:cubicBezTo>
                  <a:cubicBezTo>
                    <a:pt x="647" y="0"/>
                    <a:pt x="0" y="647"/>
                    <a:pt x="0" y="1444"/>
                  </a:cubicBezTo>
                  <a:cubicBezTo>
                    <a:pt x="0" y="2241"/>
                    <a:pt x="647" y="2889"/>
                    <a:pt x="1444" y="2889"/>
                  </a:cubicBezTo>
                  <a:cubicBezTo>
                    <a:pt x="2241" y="2889"/>
                    <a:pt x="2886" y="2241"/>
                    <a:pt x="2886" y="1444"/>
                  </a:cubicBezTo>
                </a:path>
              </a:pathLst>
            </a:custGeom>
            <a:solidFill>
              <a:srgbClr val="6A5C50"/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p14="http://schemas.microsoft.com/office/powerpoint/2010/main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6" name="Group 5">
              <a:extLst>
                <a:ext uri="{FF2B5EF4-FFF2-40B4-BE49-F238E27FC236}">
                  <a16:creationId xmlns:a16="http://schemas.microsoft.com/office/drawing/2014/main" id="{A176A1D2-8084-4F7E-8FC4-22BF5452AAC5}"/>
                </a:ext>
              </a:extLst>
            </p:cNvPr>
            <p:cNvGrpSpPr/>
            <p:nvPr/>
          </p:nvGrpSpPr>
          <p:grpSpPr>
            <a:xfrm>
              <a:off x="9468237" y="4727302"/>
              <a:ext cx="1089421" cy="1041958"/>
              <a:chOff x="18426320" y="9650929"/>
              <a:chExt cx="2141068" cy="2047788"/>
            </a:xfrm>
            <a:solidFill>
              <a:schemeClr val="bg1">
                <a:lumMod val="75000"/>
              </a:schemeClr>
            </a:solidFill>
          </p:grpSpPr>
          <p:sp>
            <p:nvSpPr>
              <p:cNvPr id="99" name="Freeform: Shape 6">
                <a:extLst>
                  <a:ext uri="{FF2B5EF4-FFF2-40B4-BE49-F238E27FC236}">
                    <a16:creationId xmlns:a16="http://schemas.microsoft.com/office/drawing/2014/main" id="{B451CEA9-5D24-4783-AB42-E818E85A2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0552" y="10573280"/>
                <a:ext cx="2090291" cy="1125437"/>
              </a:xfrm>
              <a:custGeom>
                <a:avLst/>
                <a:gdLst>
                  <a:gd name="T0" fmla="*/ 0 w 2184"/>
                  <a:gd name="T1" fmla="*/ 177 h 1178"/>
                  <a:gd name="T2" fmla="*/ 0 w 2184"/>
                  <a:gd name="T3" fmla="*/ 177 h 1178"/>
                  <a:gd name="T4" fmla="*/ 265 w 2184"/>
                  <a:gd name="T5" fmla="*/ 552 h 1178"/>
                  <a:gd name="T6" fmla="*/ 958 w 2184"/>
                  <a:gd name="T7" fmla="*/ 1062 h 1178"/>
                  <a:gd name="T8" fmla="*/ 1273 w 2184"/>
                  <a:gd name="T9" fmla="*/ 1062 h 1178"/>
                  <a:gd name="T10" fmla="*/ 1624 w 2184"/>
                  <a:gd name="T11" fmla="*/ 787 h 1178"/>
                  <a:gd name="T12" fmla="*/ 2183 w 2184"/>
                  <a:gd name="T13" fmla="*/ 204 h 1178"/>
                  <a:gd name="T14" fmla="*/ 0 w 2184"/>
                  <a:gd name="T15" fmla="*/ 177 h 1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84" h="1178">
                    <a:moveTo>
                      <a:pt x="0" y="177"/>
                    </a:moveTo>
                    <a:lnTo>
                      <a:pt x="0" y="177"/>
                    </a:lnTo>
                    <a:cubicBezTo>
                      <a:pt x="5" y="193"/>
                      <a:pt x="40" y="397"/>
                      <a:pt x="265" y="552"/>
                    </a:cubicBezTo>
                    <a:cubicBezTo>
                      <a:pt x="490" y="709"/>
                      <a:pt x="797" y="947"/>
                      <a:pt x="958" y="1062"/>
                    </a:cubicBezTo>
                    <a:cubicBezTo>
                      <a:pt x="1121" y="1177"/>
                      <a:pt x="1241" y="1092"/>
                      <a:pt x="1273" y="1062"/>
                    </a:cubicBezTo>
                    <a:cubicBezTo>
                      <a:pt x="1305" y="1030"/>
                      <a:pt x="1407" y="929"/>
                      <a:pt x="1624" y="787"/>
                    </a:cubicBezTo>
                    <a:cubicBezTo>
                      <a:pt x="1840" y="645"/>
                      <a:pt x="2183" y="407"/>
                      <a:pt x="2183" y="204"/>
                    </a:cubicBezTo>
                    <a:cubicBezTo>
                      <a:pt x="2183" y="0"/>
                      <a:pt x="0" y="177"/>
                      <a:pt x="0" y="17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Freeform: Shape 7">
                <a:extLst>
                  <a:ext uri="{FF2B5EF4-FFF2-40B4-BE49-F238E27FC236}">
                    <a16:creationId xmlns:a16="http://schemas.microsoft.com/office/drawing/2014/main" id="{29FEB998-0B5B-4221-9A02-7A8692223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6320" y="9650929"/>
                <a:ext cx="2141068" cy="1256597"/>
              </a:xfrm>
              <a:custGeom>
                <a:avLst/>
                <a:gdLst>
                  <a:gd name="T0" fmla="*/ 2236 w 2237"/>
                  <a:gd name="T1" fmla="*/ 1102 h 1315"/>
                  <a:gd name="T2" fmla="*/ 2236 w 2237"/>
                  <a:gd name="T3" fmla="*/ 1102 h 1315"/>
                  <a:gd name="T4" fmla="*/ 1969 w 2237"/>
                  <a:gd name="T5" fmla="*/ 1314 h 1315"/>
                  <a:gd name="T6" fmla="*/ 254 w 2237"/>
                  <a:gd name="T7" fmla="*/ 1314 h 1315"/>
                  <a:gd name="T8" fmla="*/ 0 w 2237"/>
                  <a:gd name="T9" fmla="*/ 1102 h 1315"/>
                  <a:gd name="T10" fmla="*/ 0 w 2237"/>
                  <a:gd name="T11" fmla="*/ 220 h 1315"/>
                  <a:gd name="T12" fmla="*/ 254 w 2237"/>
                  <a:gd name="T13" fmla="*/ 0 h 1315"/>
                  <a:gd name="T14" fmla="*/ 1969 w 2237"/>
                  <a:gd name="T15" fmla="*/ 0 h 1315"/>
                  <a:gd name="T16" fmla="*/ 2236 w 2237"/>
                  <a:gd name="T17" fmla="*/ 220 h 1315"/>
                  <a:gd name="T18" fmla="*/ 2236 w 2237"/>
                  <a:gd name="T19" fmla="*/ 1102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7" h="1315">
                    <a:moveTo>
                      <a:pt x="2236" y="1102"/>
                    </a:moveTo>
                    <a:lnTo>
                      <a:pt x="2236" y="1102"/>
                    </a:lnTo>
                    <a:cubicBezTo>
                      <a:pt x="2236" y="1223"/>
                      <a:pt x="2108" y="1314"/>
                      <a:pt x="1969" y="1314"/>
                    </a:cubicBezTo>
                    <a:cubicBezTo>
                      <a:pt x="254" y="1314"/>
                      <a:pt x="254" y="1314"/>
                      <a:pt x="254" y="1314"/>
                    </a:cubicBezTo>
                    <a:cubicBezTo>
                      <a:pt x="115" y="1314"/>
                      <a:pt x="0" y="1223"/>
                      <a:pt x="0" y="1102"/>
                    </a:cubicBezTo>
                    <a:cubicBezTo>
                      <a:pt x="0" y="220"/>
                      <a:pt x="0" y="220"/>
                      <a:pt x="0" y="220"/>
                    </a:cubicBezTo>
                    <a:cubicBezTo>
                      <a:pt x="0" y="99"/>
                      <a:pt x="115" y="0"/>
                      <a:pt x="254" y="0"/>
                    </a:cubicBezTo>
                    <a:cubicBezTo>
                      <a:pt x="1969" y="0"/>
                      <a:pt x="1969" y="0"/>
                      <a:pt x="1969" y="0"/>
                    </a:cubicBezTo>
                    <a:cubicBezTo>
                      <a:pt x="2108" y="0"/>
                      <a:pt x="2236" y="99"/>
                      <a:pt x="2236" y="220"/>
                    </a:cubicBezTo>
                    <a:lnTo>
                      <a:pt x="2236" y="1102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7" name="Freeform: Shape 8">
              <a:extLst>
                <a:ext uri="{FF2B5EF4-FFF2-40B4-BE49-F238E27FC236}">
                  <a16:creationId xmlns:a16="http://schemas.microsoft.com/office/drawing/2014/main" id="{DCE0FBBA-3AEC-4FA8-B783-C6DB5C504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2117" y="4552925"/>
              <a:ext cx="1276732" cy="282018"/>
            </a:xfrm>
            <a:custGeom>
              <a:avLst/>
              <a:gdLst>
                <a:gd name="T0" fmla="*/ 2544 w 2620"/>
                <a:gd name="T1" fmla="*/ 0 h 582"/>
                <a:gd name="T2" fmla="*/ 2544 w 2620"/>
                <a:gd name="T3" fmla="*/ 0 h 582"/>
                <a:gd name="T4" fmla="*/ 1306 w 2620"/>
                <a:gd name="T5" fmla="*/ 94 h 582"/>
                <a:gd name="T6" fmla="*/ 72 w 2620"/>
                <a:gd name="T7" fmla="*/ 0 h 582"/>
                <a:gd name="T8" fmla="*/ 54 w 2620"/>
                <a:gd name="T9" fmla="*/ 96 h 582"/>
                <a:gd name="T10" fmla="*/ 105 w 2620"/>
                <a:gd name="T11" fmla="*/ 262 h 582"/>
                <a:gd name="T12" fmla="*/ 129 w 2620"/>
                <a:gd name="T13" fmla="*/ 581 h 582"/>
                <a:gd name="T14" fmla="*/ 1231 w 2620"/>
                <a:gd name="T15" fmla="*/ 581 h 582"/>
                <a:gd name="T16" fmla="*/ 1381 w 2620"/>
                <a:gd name="T17" fmla="*/ 581 h 582"/>
                <a:gd name="T18" fmla="*/ 2493 w 2620"/>
                <a:gd name="T19" fmla="*/ 581 h 582"/>
                <a:gd name="T20" fmla="*/ 2517 w 2620"/>
                <a:gd name="T21" fmla="*/ 262 h 582"/>
                <a:gd name="T22" fmla="*/ 2565 w 2620"/>
                <a:gd name="T23" fmla="*/ 99 h 582"/>
                <a:gd name="T24" fmla="*/ 2544 w 2620"/>
                <a:gd name="T25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20" h="582">
                  <a:moveTo>
                    <a:pt x="2544" y="0"/>
                  </a:moveTo>
                  <a:lnTo>
                    <a:pt x="2544" y="0"/>
                  </a:lnTo>
                  <a:cubicBezTo>
                    <a:pt x="2306" y="62"/>
                    <a:pt x="1546" y="86"/>
                    <a:pt x="1306" y="94"/>
                  </a:cubicBezTo>
                  <a:cubicBezTo>
                    <a:pt x="1068" y="86"/>
                    <a:pt x="310" y="62"/>
                    <a:pt x="72" y="0"/>
                  </a:cubicBezTo>
                  <a:cubicBezTo>
                    <a:pt x="72" y="0"/>
                    <a:pt x="0" y="11"/>
                    <a:pt x="54" y="96"/>
                  </a:cubicBezTo>
                  <a:cubicBezTo>
                    <a:pt x="54" y="96"/>
                    <a:pt x="94" y="115"/>
                    <a:pt x="105" y="262"/>
                  </a:cubicBezTo>
                  <a:cubicBezTo>
                    <a:pt x="115" y="409"/>
                    <a:pt x="72" y="508"/>
                    <a:pt x="129" y="581"/>
                  </a:cubicBezTo>
                  <a:cubicBezTo>
                    <a:pt x="1231" y="581"/>
                    <a:pt x="1231" y="581"/>
                    <a:pt x="1231" y="581"/>
                  </a:cubicBezTo>
                  <a:cubicBezTo>
                    <a:pt x="1381" y="581"/>
                    <a:pt x="1381" y="581"/>
                    <a:pt x="1381" y="581"/>
                  </a:cubicBezTo>
                  <a:cubicBezTo>
                    <a:pt x="2493" y="581"/>
                    <a:pt x="2493" y="581"/>
                    <a:pt x="2493" y="581"/>
                  </a:cubicBezTo>
                  <a:cubicBezTo>
                    <a:pt x="2549" y="508"/>
                    <a:pt x="2507" y="409"/>
                    <a:pt x="2517" y="262"/>
                  </a:cubicBezTo>
                  <a:cubicBezTo>
                    <a:pt x="2528" y="115"/>
                    <a:pt x="2565" y="99"/>
                    <a:pt x="2565" y="99"/>
                  </a:cubicBezTo>
                  <a:cubicBezTo>
                    <a:pt x="2619" y="14"/>
                    <a:pt x="2544" y="0"/>
                    <a:pt x="2544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Freeform: Shape 9">
              <a:extLst>
                <a:ext uri="{FF2B5EF4-FFF2-40B4-BE49-F238E27FC236}">
                  <a16:creationId xmlns:a16="http://schemas.microsoft.com/office/drawing/2014/main" id="{F7D65C58-3689-40A2-AD92-24591F7EB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259" y="4895221"/>
              <a:ext cx="1179847" cy="71043"/>
            </a:xfrm>
            <a:custGeom>
              <a:avLst/>
              <a:gdLst>
                <a:gd name="T0" fmla="*/ 2418 w 2419"/>
                <a:gd name="T1" fmla="*/ 75 h 148"/>
                <a:gd name="T2" fmla="*/ 2418 w 2419"/>
                <a:gd name="T3" fmla="*/ 75 h 148"/>
                <a:gd name="T4" fmla="*/ 2322 w 2419"/>
                <a:gd name="T5" fmla="*/ 147 h 148"/>
                <a:gd name="T6" fmla="*/ 96 w 2419"/>
                <a:gd name="T7" fmla="*/ 147 h 148"/>
                <a:gd name="T8" fmla="*/ 0 w 2419"/>
                <a:gd name="T9" fmla="*/ 75 h 148"/>
                <a:gd name="T10" fmla="*/ 0 w 2419"/>
                <a:gd name="T11" fmla="*/ 75 h 148"/>
                <a:gd name="T12" fmla="*/ 96 w 2419"/>
                <a:gd name="T13" fmla="*/ 0 h 148"/>
                <a:gd name="T14" fmla="*/ 2322 w 2419"/>
                <a:gd name="T15" fmla="*/ 0 h 148"/>
                <a:gd name="T16" fmla="*/ 2418 w 2419"/>
                <a:gd name="T17" fmla="*/ 75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9" h="148">
                  <a:moveTo>
                    <a:pt x="2418" y="75"/>
                  </a:moveTo>
                  <a:lnTo>
                    <a:pt x="2418" y="75"/>
                  </a:lnTo>
                  <a:cubicBezTo>
                    <a:pt x="2418" y="118"/>
                    <a:pt x="2375" y="147"/>
                    <a:pt x="2322" y="147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43" y="147"/>
                    <a:pt x="0" y="118"/>
                    <a:pt x="0" y="75"/>
                  </a:cubicBezTo>
                  <a:lnTo>
                    <a:pt x="0" y="75"/>
                  </a:lnTo>
                  <a:cubicBezTo>
                    <a:pt x="0" y="29"/>
                    <a:pt x="43" y="0"/>
                    <a:pt x="96" y="0"/>
                  </a:cubicBezTo>
                  <a:cubicBezTo>
                    <a:pt x="2322" y="0"/>
                    <a:pt x="2322" y="0"/>
                    <a:pt x="2322" y="0"/>
                  </a:cubicBezTo>
                  <a:cubicBezTo>
                    <a:pt x="2375" y="0"/>
                    <a:pt x="2418" y="29"/>
                    <a:pt x="2418" y="75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Freeform: Shape 10">
              <a:extLst>
                <a:ext uri="{FF2B5EF4-FFF2-40B4-BE49-F238E27FC236}">
                  <a16:creationId xmlns:a16="http://schemas.microsoft.com/office/drawing/2014/main" id="{E13A17B6-057B-41F6-BEAB-1F7F6516B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259" y="5024390"/>
              <a:ext cx="1179847" cy="81807"/>
            </a:xfrm>
            <a:custGeom>
              <a:avLst/>
              <a:gdLst>
                <a:gd name="T0" fmla="*/ 2418 w 2419"/>
                <a:gd name="T1" fmla="*/ 86 h 173"/>
                <a:gd name="T2" fmla="*/ 2418 w 2419"/>
                <a:gd name="T3" fmla="*/ 86 h 173"/>
                <a:gd name="T4" fmla="*/ 2322 w 2419"/>
                <a:gd name="T5" fmla="*/ 172 h 173"/>
                <a:gd name="T6" fmla="*/ 96 w 2419"/>
                <a:gd name="T7" fmla="*/ 172 h 173"/>
                <a:gd name="T8" fmla="*/ 0 w 2419"/>
                <a:gd name="T9" fmla="*/ 86 h 173"/>
                <a:gd name="T10" fmla="*/ 0 w 2419"/>
                <a:gd name="T11" fmla="*/ 86 h 173"/>
                <a:gd name="T12" fmla="*/ 96 w 2419"/>
                <a:gd name="T13" fmla="*/ 0 h 173"/>
                <a:gd name="T14" fmla="*/ 2322 w 2419"/>
                <a:gd name="T15" fmla="*/ 0 h 173"/>
                <a:gd name="T16" fmla="*/ 2418 w 2419"/>
                <a:gd name="T17" fmla="*/ 8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9" h="173">
                  <a:moveTo>
                    <a:pt x="2418" y="86"/>
                  </a:moveTo>
                  <a:lnTo>
                    <a:pt x="2418" y="86"/>
                  </a:lnTo>
                  <a:cubicBezTo>
                    <a:pt x="2418" y="132"/>
                    <a:pt x="2375" y="172"/>
                    <a:pt x="2322" y="172"/>
                  </a:cubicBezTo>
                  <a:cubicBezTo>
                    <a:pt x="96" y="172"/>
                    <a:pt x="96" y="172"/>
                    <a:pt x="96" y="172"/>
                  </a:cubicBezTo>
                  <a:cubicBezTo>
                    <a:pt x="43" y="172"/>
                    <a:pt x="0" y="132"/>
                    <a:pt x="0" y="86"/>
                  </a:cubicBezTo>
                  <a:lnTo>
                    <a:pt x="0" y="86"/>
                  </a:lnTo>
                  <a:cubicBezTo>
                    <a:pt x="0" y="40"/>
                    <a:pt x="43" y="0"/>
                    <a:pt x="96" y="0"/>
                  </a:cubicBezTo>
                  <a:cubicBezTo>
                    <a:pt x="2322" y="0"/>
                    <a:pt x="2322" y="0"/>
                    <a:pt x="2322" y="0"/>
                  </a:cubicBezTo>
                  <a:cubicBezTo>
                    <a:pt x="2375" y="0"/>
                    <a:pt x="2418" y="40"/>
                    <a:pt x="2418" y="86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11">
              <a:extLst>
                <a:ext uri="{FF2B5EF4-FFF2-40B4-BE49-F238E27FC236}">
                  <a16:creationId xmlns:a16="http://schemas.microsoft.com/office/drawing/2014/main" id="{ACBC5EE1-CE27-4676-97FC-28E8C7BD9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4412" y="5179391"/>
              <a:ext cx="1175541" cy="71043"/>
            </a:xfrm>
            <a:custGeom>
              <a:avLst/>
              <a:gdLst>
                <a:gd name="T0" fmla="*/ 2413 w 2414"/>
                <a:gd name="T1" fmla="*/ 75 h 148"/>
                <a:gd name="T2" fmla="*/ 2413 w 2414"/>
                <a:gd name="T3" fmla="*/ 75 h 148"/>
                <a:gd name="T4" fmla="*/ 2319 w 2414"/>
                <a:gd name="T5" fmla="*/ 147 h 148"/>
                <a:gd name="T6" fmla="*/ 97 w 2414"/>
                <a:gd name="T7" fmla="*/ 147 h 148"/>
                <a:gd name="T8" fmla="*/ 0 w 2414"/>
                <a:gd name="T9" fmla="*/ 75 h 148"/>
                <a:gd name="T10" fmla="*/ 0 w 2414"/>
                <a:gd name="T11" fmla="*/ 75 h 148"/>
                <a:gd name="T12" fmla="*/ 97 w 2414"/>
                <a:gd name="T13" fmla="*/ 0 h 148"/>
                <a:gd name="T14" fmla="*/ 2319 w 2414"/>
                <a:gd name="T15" fmla="*/ 0 h 148"/>
                <a:gd name="T16" fmla="*/ 2413 w 2414"/>
                <a:gd name="T17" fmla="*/ 75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4" h="148">
                  <a:moveTo>
                    <a:pt x="2413" y="75"/>
                  </a:moveTo>
                  <a:lnTo>
                    <a:pt x="2413" y="75"/>
                  </a:lnTo>
                  <a:cubicBezTo>
                    <a:pt x="2413" y="118"/>
                    <a:pt x="2370" y="147"/>
                    <a:pt x="2319" y="147"/>
                  </a:cubicBezTo>
                  <a:cubicBezTo>
                    <a:pt x="97" y="147"/>
                    <a:pt x="97" y="147"/>
                    <a:pt x="97" y="147"/>
                  </a:cubicBezTo>
                  <a:cubicBezTo>
                    <a:pt x="43" y="147"/>
                    <a:pt x="0" y="118"/>
                    <a:pt x="0" y="75"/>
                  </a:cubicBezTo>
                  <a:lnTo>
                    <a:pt x="0" y="75"/>
                  </a:lnTo>
                  <a:cubicBezTo>
                    <a:pt x="0" y="30"/>
                    <a:pt x="43" y="0"/>
                    <a:pt x="97" y="0"/>
                  </a:cubicBezTo>
                  <a:cubicBezTo>
                    <a:pt x="2319" y="0"/>
                    <a:pt x="2319" y="0"/>
                    <a:pt x="2319" y="0"/>
                  </a:cubicBezTo>
                  <a:cubicBezTo>
                    <a:pt x="2370" y="0"/>
                    <a:pt x="2413" y="30"/>
                    <a:pt x="2413" y="75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12">
              <a:extLst>
                <a:ext uri="{FF2B5EF4-FFF2-40B4-BE49-F238E27FC236}">
                  <a16:creationId xmlns:a16="http://schemas.microsoft.com/office/drawing/2014/main" id="{42312D84-68E9-4699-98EC-374CF70D1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4412" y="5308560"/>
              <a:ext cx="1175541" cy="81807"/>
            </a:xfrm>
            <a:custGeom>
              <a:avLst/>
              <a:gdLst>
                <a:gd name="T0" fmla="*/ 2413 w 2414"/>
                <a:gd name="T1" fmla="*/ 86 h 173"/>
                <a:gd name="T2" fmla="*/ 2413 w 2414"/>
                <a:gd name="T3" fmla="*/ 86 h 173"/>
                <a:gd name="T4" fmla="*/ 2319 w 2414"/>
                <a:gd name="T5" fmla="*/ 172 h 173"/>
                <a:gd name="T6" fmla="*/ 97 w 2414"/>
                <a:gd name="T7" fmla="*/ 172 h 173"/>
                <a:gd name="T8" fmla="*/ 0 w 2414"/>
                <a:gd name="T9" fmla="*/ 86 h 173"/>
                <a:gd name="T10" fmla="*/ 0 w 2414"/>
                <a:gd name="T11" fmla="*/ 86 h 173"/>
                <a:gd name="T12" fmla="*/ 97 w 2414"/>
                <a:gd name="T13" fmla="*/ 0 h 173"/>
                <a:gd name="T14" fmla="*/ 2319 w 2414"/>
                <a:gd name="T15" fmla="*/ 0 h 173"/>
                <a:gd name="T16" fmla="*/ 2413 w 2414"/>
                <a:gd name="T17" fmla="*/ 8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4" h="173">
                  <a:moveTo>
                    <a:pt x="2413" y="86"/>
                  </a:moveTo>
                  <a:lnTo>
                    <a:pt x="2413" y="86"/>
                  </a:lnTo>
                  <a:cubicBezTo>
                    <a:pt x="2413" y="132"/>
                    <a:pt x="2370" y="172"/>
                    <a:pt x="2319" y="172"/>
                  </a:cubicBezTo>
                  <a:cubicBezTo>
                    <a:pt x="97" y="172"/>
                    <a:pt x="97" y="172"/>
                    <a:pt x="97" y="172"/>
                  </a:cubicBezTo>
                  <a:cubicBezTo>
                    <a:pt x="43" y="172"/>
                    <a:pt x="0" y="132"/>
                    <a:pt x="0" y="86"/>
                  </a:cubicBezTo>
                  <a:lnTo>
                    <a:pt x="0" y="86"/>
                  </a:lnTo>
                  <a:cubicBezTo>
                    <a:pt x="0" y="43"/>
                    <a:pt x="43" y="0"/>
                    <a:pt x="97" y="0"/>
                  </a:cubicBezTo>
                  <a:cubicBezTo>
                    <a:pt x="2319" y="0"/>
                    <a:pt x="2319" y="0"/>
                    <a:pt x="2319" y="0"/>
                  </a:cubicBezTo>
                  <a:cubicBezTo>
                    <a:pt x="2370" y="0"/>
                    <a:pt x="2413" y="43"/>
                    <a:pt x="2413" y="86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13">
              <a:extLst>
                <a:ext uri="{FF2B5EF4-FFF2-40B4-BE49-F238E27FC236}">
                  <a16:creationId xmlns:a16="http://schemas.microsoft.com/office/drawing/2014/main" id="{08EFE818-3C4E-44E5-88EF-486E430B6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2292" y="5556133"/>
              <a:ext cx="579158" cy="193752"/>
            </a:xfrm>
            <a:custGeom>
              <a:avLst/>
              <a:gdLst>
                <a:gd name="T0" fmla="*/ 8 w 1191"/>
                <a:gd name="T1" fmla="*/ 8 h 402"/>
                <a:gd name="T2" fmla="*/ 8 w 1191"/>
                <a:gd name="T3" fmla="*/ 8 h 402"/>
                <a:gd name="T4" fmla="*/ 1190 w 1191"/>
                <a:gd name="T5" fmla="*/ 0 h 402"/>
                <a:gd name="T6" fmla="*/ 626 w 1191"/>
                <a:gd name="T7" fmla="*/ 391 h 402"/>
                <a:gd name="T8" fmla="*/ 8 w 1191"/>
                <a:gd name="T9" fmla="*/ 8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1" h="402">
                  <a:moveTo>
                    <a:pt x="8" y="8"/>
                  </a:moveTo>
                  <a:lnTo>
                    <a:pt x="8" y="8"/>
                  </a:lnTo>
                  <a:cubicBezTo>
                    <a:pt x="0" y="0"/>
                    <a:pt x="679" y="107"/>
                    <a:pt x="1190" y="0"/>
                  </a:cubicBezTo>
                  <a:cubicBezTo>
                    <a:pt x="1190" y="0"/>
                    <a:pt x="784" y="377"/>
                    <a:pt x="626" y="391"/>
                  </a:cubicBezTo>
                  <a:cubicBezTo>
                    <a:pt x="468" y="401"/>
                    <a:pt x="136" y="105"/>
                    <a:pt x="8" y="8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3" name="Group 14">
              <a:extLst>
                <a:ext uri="{FF2B5EF4-FFF2-40B4-BE49-F238E27FC236}">
                  <a16:creationId xmlns:a16="http://schemas.microsoft.com/office/drawing/2014/main" id="{AC5A5C25-3097-4E1E-ACFF-8BA716D5B01A}"/>
                </a:ext>
              </a:extLst>
            </p:cNvPr>
            <p:cNvGrpSpPr/>
            <p:nvPr/>
          </p:nvGrpSpPr>
          <p:grpSpPr>
            <a:xfrm>
              <a:off x="9252936" y="3967368"/>
              <a:ext cx="592076" cy="600634"/>
              <a:chOff x="16331260" y="7824547"/>
              <a:chExt cx="1163624" cy="1180440"/>
            </a:xfrm>
            <a:solidFill>
              <a:schemeClr val="accent5"/>
            </a:solidFill>
          </p:grpSpPr>
          <p:sp>
            <p:nvSpPr>
              <p:cNvPr id="97" name="Freeform: Shape 15">
                <a:extLst>
                  <a:ext uri="{FF2B5EF4-FFF2-40B4-BE49-F238E27FC236}">
                    <a16:creationId xmlns:a16="http://schemas.microsoft.com/office/drawing/2014/main" id="{F2956132-A987-4A44-BCA0-947F7B336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2448" y="8074174"/>
                <a:ext cx="689712" cy="689648"/>
              </a:xfrm>
              <a:custGeom>
                <a:avLst/>
                <a:gdLst>
                  <a:gd name="T0" fmla="*/ 361 w 723"/>
                  <a:gd name="T1" fmla="*/ 0 h 724"/>
                  <a:gd name="T2" fmla="*/ 361 w 723"/>
                  <a:gd name="T3" fmla="*/ 0 h 724"/>
                  <a:gd name="T4" fmla="*/ 0 w 723"/>
                  <a:gd name="T5" fmla="*/ 361 h 724"/>
                  <a:gd name="T6" fmla="*/ 361 w 723"/>
                  <a:gd name="T7" fmla="*/ 723 h 724"/>
                  <a:gd name="T8" fmla="*/ 722 w 723"/>
                  <a:gd name="T9" fmla="*/ 361 h 724"/>
                  <a:gd name="T10" fmla="*/ 361 w 723"/>
                  <a:gd name="T11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3" h="724">
                    <a:moveTo>
                      <a:pt x="361" y="0"/>
                    </a:moveTo>
                    <a:lnTo>
                      <a:pt x="361" y="0"/>
                    </a:lnTo>
                    <a:cubicBezTo>
                      <a:pt x="160" y="0"/>
                      <a:pt x="0" y="161"/>
                      <a:pt x="0" y="361"/>
                    </a:cubicBezTo>
                    <a:cubicBezTo>
                      <a:pt x="0" y="559"/>
                      <a:pt x="160" y="723"/>
                      <a:pt x="361" y="723"/>
                    </a:cubicBezTo>
                    <a:cubicBezTo>
                      <a:pt x="559" y="723"/>
                      <a:pt x="722" y="559"/>
                      <a:pt x="722" y="361"/>
                    </a:cubicBezTo>
                    <a:cubicBezTo>
                      <a:pt x="722" y="161"/>
                      <a:pt x="559" y="0"/>
                      <a:pt x="361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Freeform: Shape 16">
                <a:extLst>
                  <a:ext uri="{FF2B5EF4-FFF2-40B4-BE49-F238E27FC236}">
                    <a16:creationId xmlns:a16="http://schemas.microsoft.com/office/drawing/2014/main" id="{815B9D5C-0980-47B4-9D9D-616EDC7AC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1260" y="7824547"/>
                <a:ext cx="1163624" cy="1180440"/>
              </a:xfrm>
              <a:custGeom>
                <a:avLst/>
                <a:gdLst>
                  <a:gd name="T0" fmla="*/ 746 w 1215"/>
                  <a:gd name="T1" fmla="*/ 137 h 1235"/>
                  <a:gd name="T2" fmla="*/ 668 w 1215"/>
                  <a:gd name="T3" fmla="*/ 118 h 1235"/>
                  <a:gd name="T4" fmla="*/ 513 w 1215"/>
                  <a:gd name="T5" fmla="*/ 9 h 1235"/>
                  <a:gd name="T6" fmla="*/ 422 w 1215"/>
                  <a:gd name="T7" fmla="*/ 158 h 1235"/>
                  <a:gd name="T8" fmla="*/ 339 w 1215"/>
                  <a:gd name="T9" fmla="*/ 67 h 1235"/>
                  <a:gd name="T10" fmla="*/ 281 w 1215"/>
                  <a:gd name="T11" fmla="*/ 249 h 1235"/>
                  <a:gd name="T12" fmla="*/ 222 w 1215"/>
                  <a:gd name="T13" fmla="*/ 305 h 1235"/>
                  <a:gd name="T14" fmla="*/ 48 w 1215"/>
                  <a:gd name="T15" fmla="*/ 375 h 1235"/>
                  <a:gd name="T16" fmla="*/ 123 w 1215"/>
                  <a:gd name="T17" fmla="*/ 535 h 1235"/>
                  <a:gd name="T18" fmla="*/ 0 w 1215"/>
                  <a:gd name="T19" fmla="*/ 554 h 1235"/>
                  <a:gd name="T20" fmla="*/ 123 w 1215"/>
                  <a:gd name="T21" fmla="*/ 701 h 1235"/>
                  <a:gd name="T22" fmla="*/ 149 w 1215"/>
                  <a:gd name="T23" fmla="*/ 806 h 1235"/>
                  <a:gd name="T24" fmla="*/ 125 w 1215"/>
                  <a:gd name="T25" fmla="*/ 990 h 1235"/>
                  <a:gd name="T26" fmla="*/ 332 w 1215"/>
                  <a:gd name="T27" fmla="*/ 1027 h 1235"/>
                  <a:gd name="T28" fmla="*/ 299 w 1215"/>
                  <a:gd name="T29" fmla="*/ 1148 h 1235"/>
                  <a:gd name="T30" fmla="*/ 484 w 1215"/>
                  <a:gd name="T31" fmla="*/ 1100 h 1235"/>
                  <a:gd name="T32" fmla="*/ 564 w 1215"/>
                  <a:gd name="T33" fmla="*/ 1113 h 1235"/>
                  <a:gd name="T34" fmla="*/ 591 w 1215"/>
                  <a:gd name="T35" fmla="*/ 1234 h 1235"/>
                  <a:gd name="T36" fmla="*/ 733 w 1215"/>
                  <a:gd name="T37" fmla="*/ 1102 h 1235"/>
                  <a:gd name="T38" fmla="*/ 807 w 1215"/>
                  <a:gd name="T39" fmla="*/ 1076 h 1235"/>
                  <a:gd name="T40" fmla="*/ 891 w 1215"/>
                  <a:gd name="T41" fmla="*/ 1170 h 1235"/>
                  <a:gd name="T42" fmla="*/ 949 w 1215"/>
                  <a:gd name="T43" fmla="*/ 987 h 1235"/>
                  <a:gd name="T44" fmla="*/ 1003 w 1215"/>
                  <a:gd name="T45" fmla="*/ 926 h 1235"/>
                  <a:gd name="T46" fmla="*/ 1123 w 1215"/>
                  <a:gd name="T47" fmla="*/ 969 h 1235"/>
                  <a:gd name="T48" fmla="*/ 1086 w 1215"/>
                  <a:gd name="T49" fmla="*/ 779 h 1235"/>
                  <a:gd name="T50" fmla="*/ 1105 w 1215"/>
                  <a:gd name="T51" fmla="*/ 691 h 1235"/>
                  <a:gd name="T52" fmla="*/ 1214 w 1215"/>
                  <a:gd name="T53" fmla="*/ 682 h 1235"/>
                  <a:gd name="T54" fmla="*/ 1099 w 1215"/>
                  <a:gd name="T55" fmla="*/ 533 h 1235"/>
                  <a:gd name="T56" fmla="*/ 1075 w 1215"/>
                  <a:gd name="T57" fmla="*/ 434 h 1235"/>
                  <a:gd name="T58" fmla="*/ 1171 w 1215"/>
                  <a:gd name="T59" fmla="*/ 351 h 1235"/>
                  <a:gd name="T60" fmla="*/ 990 w 1215"/>
                  <a:gd name="T61" fmla="*/ 289 h 1235"/>
                  <a:gd name="T62" fmla="*/ 899 w 1215"/>
                  <a:gd name="T63" fmla="*/ 209 h 1235"/>
                  <a:gd name="T64" fmla="*/ 933 w 1215"/>
                  <a:gd name="T65" fmla="*/ 89 h 1235"/>
                  <a:gd name="T66" fmla="*/ 746 w 1215"/>
                  <a:gd name="T67" fmla="*/ 137 h 1235"/>
                  <a:gd name="T68" fmla="*/ 1027 w 1215"/>
                  <a:gd name="T69" fmla="*/ 618 h 1235"/>
                  <a:gd name="T70" fmla="*/ 200 w 1215"/>
                  <a:gd name="T71" fmla="*/ 618 h 1235"/>
                  <a:gd name="T72" fmla="*/ 1027 w 1215"/>
                  <a:gd name="T73" fmla="*/ 618 h 1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15" h="1235">
                    <a:moveTo>
                      <a:pt x="746" y="137"/>
                    </a:moveTo>
                    <a:lnTo>
                      <a:pt x="746" y="137"/>
                    </a:lnTo>
                    <a:cubicBezTo>
                      <a:pt x="719" y="132"/>
                      <a:pt x="695" y="126"/>
                      <a:pt x="668" y="121"/>
                    </a:cubicBezTo>
                    <a:cubicBezTo>
                      <a:pt x="668" y="118"/>
                      <a:pt x="668" y="118"/>
                      <a:pt x="668" y="118"/>
                    </a:cubicBezTo>
                    <a:cubicBezTo>
                      <a:pt x="639" y="0"/>
                      <a:pt x="639" y="0"/>
                      <a:pt x="639" y="0"/>
                    </a:cubicBezTo>
                    <a:cubicBezTo>
                      <a:pt x="513" y="9"/>
                      <a:pt x="513" y="9"/>
                      <a:pt x="513" y="9"/>
                    </a:cubicBezTo>
                    <a:cubicBezTo>
                      <a:pt x="500" y="134"/>
                      <a:pt x="500" y="134"/>
                      <a:pt x="500" y="134"/>
                    </a:cubicBezTo>
                    <a:cubicBezTo>
                      <a:pt x="473" y="139"/>
                      <a:pt x="447" y="148"/>
                      <a:pt x="422" y="158"/>
                    </a:cubicBezTo>
                    <a:cubicBezTo>
                      <a:pt x="420" y="155"/>
                      <a:pt x="420" y="155"/>
                      <a:pt x="420" y="155"/>
                    </a:cubicBezTo>
                    <a:cubicBezTo>
                      <a:pt x="339" y="67"/>
                      <a:pt x="339" y="67"/>
                      <a:pt x="339" y="67"/>
                    </a:cubicBezTo>
                    <a:cubicBezTo>
                      <a:pt x="235" y="134"/>
                      <a:pt x="235" y="134"/>
                      <a:pt x="235" y="134"/>
                    </a:cubicBezTo>
                    <a:cubicBezTo>
                      <a:pt x="281" y="249"/>
                      <a:pt x="281" y="249"/>
                      <a:pt x="281" y="249"/>
                    </a:cubicBezTo>
                    <a:cubicBezTo>
                      <a:pt x="259" y="265"/>
                      <a:pt x="241" y="287"/>
                      <a:pt x="224" y="308"/>
                    </a:cubicBezTo>
                    <a:cubicBezTo>
                      <a:pt x="222" y="305"/>
                      <a:pt x="222" y="305"/>
                      <a:pt x="222" y="305"/>
                    </a:cubicBezTo>
                    <a:cubicBezTo>
                      <a:pt x="109" y="268"/>
                      <a:pt x="109" y="268"/>
                      <a:pt x="109" y="268"/>
                    </a:cubicBezTo>
                    <a:cubicBezTo>
                      <a:pt x="48" y="375"/>
                      <a:pt x="48" y="375"/>
                      <a:pt x="48" y="375"/>
                    </a:cubicBezTo>
                    <a:cubicBezTo>
                      <a:pt x="144" y="455"/>
                      <a:pt x="144" y="455"/>
                      <a:pt x="144" y="455"/>
                    </a:cubicBezTo>
                    <a:cubicBezTo>
                      <a:pt x="134" y="482"/>
                      <a:pt x="128" y="498"/>
                      <a:pt x="123" y="535"/>
                    </a:cubicBezTo>
                    <a:cubicBezTo>
                      <a:pt x="120" y="535"/>
                      <a:pt x="120" y="535"/>
                      <a:pt x="120" y="535"/>
                    </a:cubicBezTo>
                    <a:cubicBezTo>
                      <a:pt x="0" y="554"/>
                      <a:pt x="0" y="554"/>
                      <a:pt x="0" y="554"/>
                    </a:cubicBezTo>
                    <a:cubicBezTo>
                      <a:pt x="0" y="677"/>
                      <a:pt x="0" y="677"/>
                      <a:pt x="0" y="677"/>
                    </a:cubicBezTo>
                    <a:cubicBezTo>
                      <a:pt x="123" y="701"/>
                      <a:pt x="123" y="701"/>
                      <a:pt x="123" y="701"/>
                    </a:cubicBezTo>
                    <a:cubicBezTo>
                      <a:pt x="128" y="736"/>
                      <a:pt x="139" y="771"/>
                      <a:pt x="152" y="803"/>
                    </a:cubicBezTo>
                    <a:cubicBezTo>
                      <a:pt x="149" y="806"/>
                      <a:pt x="149" y="806"/>
                      <a:pt x="149" y="806"/>
                    </a:cubicBezTo>
                    <a:cubicBezTo>
                      <a:pt x="59" y="886"/>
                      <a:pt x="59" y="886"/>
                      <a:pt x="59" y="886"/>
                    </a:cubicBezTo>
                    <a:cubicBezTo>
                      <a:pt x="125" y="990"/>
                      <a:pt x="125" y="990"/>
                      <a:pt x="125" y="990"/>
                    </a:cubicBezTo>
                    <a:cubicBezTo>
                      <a:pt x="241" y="947"/>
                      <a:pt x="241" y="947"/>
                      <a:pt x="241" y="947"/>
                    </a:cubicBezTo>
                    <a:cubicBezTo>
                      <a:pt x="267" y="977"/>
                      <a:pt x="297" y="1003"/>
                      <a:pt x="332" y="1027"/>
                    </a:cubicBezTo>
                    <a:cubicBezTo>
                      <a:pt x="329" y="1030"/>
                      <a:pt x="329" y="1030"/>
                      <a:pt x="329" y="1030"/>
                    </a:cubicBezTo>
                    <a:cubicBezTo>
                      <a:pt x="299" y="1148"/>
                      <a:pt x="299" y="1148"/>
                      <a:pt x="299" y="1148"/>
                    </a:cubicBezTo>
                    <a:cubicBezTo>
                      <a:pt x="412" y="1199"/>
                      <a:pt x="412" y="1199"/>
                      <a:pt x="412" y="1199"/>
                    </a:cubicBezTo>
                    <a:cubicBezTo>
                      <a:pt x="484" y="1100"/>
                      <a:pt x="484" y="1100"/>
                      <a:pt x="484" y="1100"/>
                    </a:cubicBezTo>
                    <a:cubicBezTo>
                      <a:pt x="484" y="1097"/>
                      <a:pt x="484" y="1097"/>
                      <a:pt x="484" y="1097"/>
                    </a:cubicBezTo>
                    <a:cubicBezTo>
                      <a:pt x="511" y="1105"/>
                      <a:pt x="537" y="1111"/>
                      <a:pt x="564" y="1113"/>
                    </a:cubicBezTo>
                    <a:cubicBezTo>
                      <a:pt x="564" y="1116"/>
                      <a:pt x="564" y="1116"/>
                      <a:pt x="564" y="1116"/>
                    </a:cubicBezTo>
                    <a:cubicBezTo>
                      <a:pt x="591" y="1234"/>
                      <a:pt x="591" y="1234"/>
                      <a:pt x="591" y="1234"/>
                    </a:cubicBezTo>
                    <a:cubicBezTo>
                      <a:pt x="717" y="1226"/>
                      <a:pt x="717" y="1226"/>
                      <a:pt x="717" y="1226"/>
                    </a:cubicBezTo>
                    <a:cubicBezTo>
                      <a:pt x="733" y="1102"/>
                      <a:pt x="733" y="1102"/>
                      <a:pt x="733" y="1102"/>
                    </a:cubicBezTo>
                    <a:lnTo>
                      <a:pt x="733" y="1102"/>
                    </a:lnTo>
                    <a:cubicBezTo>
                      <a:pt x="757" y="1095"/>
                      <a:pt x="783" y="1086"/>
                      <a:pt x="807" y="1076"/>
                    </a:cubicBezTo>
                    <a:cubicBezTo>
                      <a:pt x="810" y="1081"/>
                      <a:pt x="810" y="1081"/>
                      <a:pt x="810" y="1081"/>
                    </a:cubicBezTo>
                    <a:cubicBezTo>
                      <a:pt x="891" y="1170"/>
                      <a:pt x="891" y="1170"/>
                      <a:pt x="891" y="1170"/>
                    </a:cubicBezTo>
                    <a:cubicBezTo>
                      <a:pt x="995" y="1102"/>
                      <a:pt x="995" y="1102"/>
                      <a:pt x="995" y="1102"/>
                    </a:cubicBezTo>
                    <a:cubicBezTo>
                      <a:pt x="949" y="987"/>
                      <a:pt x="949" y="987"/>
                      <a:pt x="949" y="987"/>
                    </a:cubicBezTo>
                    <a:cubicBezTo>
                      <a:pt x="949" y="985"/>
                      <a:pt x="949" y="985"/>
                      <a:pt x="949" y="985"/>
                    </a:cubicBezTo>
                    <a:cubicBezTo>
                      <a:pt x="968" y="966"/>
                      <a:pt x="987" y="947"/>
                      <a:pt x="1003" y="926"/>
                    </a:cubicBezTo>
                    <a:cubicBezTo>
                      <a:pt x="1008" y="929"/>
                      <a:pt x="1008" y="929"/>
                      <a:pt x="1008" y="929"/>
                    </a:cubicBezTo>
                    <a:cubicBezTo>
                      <a:pt x="1123" y="969"/>
                      <a:pt x="1123" y="969"/>
                      <a:pt x="1123" y="969"/>
                    </a:cubicBezTo>
                    <a:cubicBezTo>
                      <a:pt x="1182" y="859"/>
                      <a:pt x="1182" y="859"/>
                      <a:pt x="1182" y="859"/>
                    </a:cubicBezTo>
                    <a:cubicBezTo>
                      <a:pt x="1086" y="779"/>
                      <a:pt x="1086" y="779"/>
                      <a:pt x="1086" y="779"/>
                    </a:cubicBezTo>
                    <a:cubicBezTo>
                      <a:pt x="1086" y="773"/>
                      <a:pt x="1086" y="773"/>
                      <a:pt x="1086" y="773"/>
                    </a:cubicBezTo>
                    <a:cubicBezTo>
                      <a:pt x="1094" y="747"/>
                      <a:pt x="1099" y="725"/>
                      <a:pt x="1105" y="691"/>
                    </a:cubicBezTo>
                    <a:cubicBezTo>
                      <a:pt x="1110" y="691"/>
                      <a:pt x="1110" y="691"/>
                      <a:pt x="1110" y="691"/>
                    </a:cubicBezTo>
                    <a:cubicBezTo>
                      <a:pt x="1214" y="682"/>
                      <a:pt x="1214" y="682"/>
                      <a:pt x="1214" y="682"/>
                    </a:cubicBezTo>
                    <a:cubicBezTo>
                      <a:pt x="1214" y="557"/>
                      <a:pt x="1214" y="557"/>
                      <a:pt x="1214" y="557"/>
                    </a:cubicBezTo>
                    <a:cubicBezTo>
                      <a:pt x="1099" y="533"/>
                      <a:pt x="1099" y="533"/>
                      <a:pt x="1099" y="533"/>
                    </a:cubicBezTo>
                    <a:cubicBezTo>
                      <a:pt x="1102" y="533"/>
                      <a:pt x="1102" y="533"/>
                      <a:pt x="1102" y="533"/>
                    </a:cubicBezTo>
                    <a:cubicBezTo>
                      <a:pt x="1096" y="498"/>
                      <a:pt x="1089" y="466"/>
                      <a:pt x="1075" y="434"/>
                    </a:cubicBezTo>
                    <a:cubicBezTo>
                      <a:pt x="1080" y="431"/>
                      <a:pt x="1080" y="431"/>
                      <a:pt x="1080" y="431"/>
                    </a:cubicBezTo>
                    <a:cubicBezTo>
                      <a:pt x="1171" y="351"/>
                      <a:pt x="1171" y="351"/>
                      <a:pt x="1171" y="351"/>
                    </a:cubicBezTo>
                    <a:cubicBezTo>
                      <a:pt x="1107" y="244"/>
                      <a:pt x="1107" y="244"/>
                      <a:pt x="1107" y="244"/>
                    </a:cubicBezTo>
                    <a:cubicBezTo>
                      <a:pt x="990" y="289"/>
                      <a:pt x="990" y="289"/>
                      <a:pt x="990" y="289"/>
                    </a:cubicBezTo>
                    <a:lnTo>
                      <a:pt x="990" y="289"/>
                    </a:lnTo>
                    <a:cubicBezTo>
                      <a:pt x="963" y="260"/>
                      <a:pt x="933" y="233"/>
                      <a:pt x="899" y="209"/>
                    </a:cubicBezTo>
                    <a:cubicBezTo>
                      <a:pt x="901" y="206"/>
                      <a:pt x="901" y="206"/>
                      <a:pt x="901" y="206"/>
                    </a:cubicBezTo>
                    <a:cubicBezTo>
                      <a:pt x="933" y="89"/>
                      <a:pt x="933" y="89"/>
                      <a:pt x="933" y="89"/>
                    </a:cubicBezTo>
                    <a:cubicBezTo>
                      <a:pt x="818" y="35"/>
                      <a:pt x="818" y="35"/>
                      <a:pt x="818" y="35"/>
                    </a:cubicBezTo>
                    <a:cubicBezTo>
                      <a:pt x="746" y="137"/>
                      <a:pt x="746" y="137"/>
                      <a:pt x="746" y="137"/>
                    </a:cubicBezTo>
                    <a:close/>
                    <a:moveTo>
                      <a:pt x="1027" y="618"/>
                    </a:moveTo>
                    <a:lnTo>
                      <a:pt x="1027" y="618"/>
                    </a:lnTo>
                    <a:cubicBezTo>
                      <a:pt x="1027" y="846"/>
                      <a:pt x="842" y="1030"/>
                      <a:pt x="615" y="1030"/>
                    </a:cubicBezTo>
                    <a:cubicBezTo>
                      <a:pt x="385" y="1030"/>
                      <a:pt x="200" y="846"/>
                      <a:pt x="200" y="618"/>
                    </a:cubicBezTo>
                    <a:cubicBezTo>
                      <a:pt x="200" y="388"/>
                      <a:pt x="385" y="204"/>
                      <a:pt x="615" y="204"/>
                    </a:cubicBezTo>
                    <a:cubicBezTo>
                      <a:pt x="842" y="204"/>
                      <a:pt x="1027" y="388"/>
                      <a:pt x="1027" y="61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4" name="Group 17">
              <a:extLst>
                <a:ext uri="{FF2B5EF4-FFF2-40B4-BE49-F238E27FC236}">
                  <a16:creationId xmlns:a16="http://schemas.microsoft.com/office/drawing/2014/main" id="{ED401CC0-B4F5-4096-A183-B41FE47F642D}"/>
                </a:ext>
              </a:extLst>
            </p:cNvPr>
            <p:cNvGrpSpPr/>
            <p:nvPr/>
          </p:nvGrpSpPr>
          <p:grpSpPr>
            <a:xfrm>
              <a:off x="9870879" y="4301061"/>
              <a:ext cx="299269" cy="305699"/>
              <a:chOff x="17545661" y="8480347"/>
              <a:chExt cx="588159" cy="600797"/>
            </a:xfrm>
            <a:solidFill>
              <a:schemeClr val="accent1"/>
            </a:solidFill>
          </p:grpSpPr>
          <p:sp>
            <p:nvSpPr>
              <p:cNvPr id="95" name="Freeform: Shape 18">
                <a:extLst>
                  <a:ext uri="{FF2B5EF4-FFF2-40B4-BE49-F238E27FC236}">
                    <a16:creationId xmlns:a16="http://schemas.microsoft.com/office/drawing/2014/main" id="{85ED9012-58E5-4D45-A300-F44B58BB4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8370" y="8603045"/>
                <a:ext cx="351203" cy="351170"/>
              </a:xfrm>
              <a:custGeom>
                <a:avLst/>
                <a:gdLst>
                  <a:gd name="T0" fmla="*/ 184 w 370"/>
                  <a:gd name="T1" fmla="*/ 0 h 370"/>
                  <a:gd name="T2" fmla="*/ 184 w 370"/>
                  <a:gd name="T3" fmla="*/ 0 h 370"/>
                  <a:gd name="T4" fmla="*/ 0 w 370"/>
                  <a:gd name="T5" fmla="*/ 185 h 370"/>
                  <a:gd name="T6" fmla="*/ 184 w 370"/>
                  <a:gd name="T7" fmla="*/ 369 h 370"/>
                  <a:gd name="T8" fmla="*/ 369 w 370"/>
                  <a:gd name="T9" fmla="*/ 185 h 370"/>
                  <a:gd name="T10" fmla="*/ 184 w 370"/>
                  <a:gd name="T11" fmla="*/ 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0" h="370">
                    <a:moveTo>
                      <a:pt x="184" y="0"/>
                    </a:moveTo>
                    <a:lnTo>
                      <a:pt x="184" y="0"/>
                    </a:lnTo>
                    <a:cubicBezTo>
                      <a:pt x="83" y="0"/>
                      <a:pt x="0" y="83"/>
                      <a:pt x="0" y="185"/>
                    </a:cubicBezTo>
                    <a:cubicBezTo>
                      <a:pt x="0" y="286"/>
                      <a:pt x="83" y="369"/>
                      <a:pt x="184" y="369"/>
                    </a:cubicBezTo>
                    <a:cubicBezTo>
                      <a:pt x="286" y="369"/>
                      <a:pt x="369" y="286"/>
                      <a:pt x="369" y="185"/>
                    </a:cubicBezTo>
                    <a:cubicBezTo>
                      <a:pt x="369" y="83"/>
                      <a:pt x="286" y="0"/>
                      <a:pt x="18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Freeform: Shape 19">
                <a:extLst>
                  <a:ext uri="{FF2B5EF4-FFF2-40B4-BE49-F238E27FC236}">
                    <a16:creationId xmlns:a16="http://schemas.microsoft.com/office/drawing/2014/main" id="{C09C2FF4-684B-4B2D-B55F-A313B4BCB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5661" y="8480347"/>
                <a:ext cx="588159" cy="600797"/>
              </a:xfrm>
              <a:custGeom>
                <a:avLst/>
                <a:gdLst>
                  <a:gd name="T0" fmla="*/ 380 w 619"/>
                  <a:gd name="T1" fmla="*/ 70 h 630"/>
                  <a:gd name="T2" fmla="*/ 340 w 619"/>
                  <a:gd name="T3" fmla="*/ 60 h 630"/>
                  <a:gd name="T4" fmla="*/ 262 w 619"/>
                  <a:gd name="T5" fmla="*/ 3 h 630"/>
                  <a:gd name="T6" fmla="*/ 214 w 619"/>
                  <a:gd name="T7" fmla="*/ 78 h 630"/>
                  <a:gd name="T8" fmla="*/ 171 w 619"/>
                  <a:gd name="T9" fmla="*/ 33 h 630"/>
                  <a:gd name="T10" fmla="*/ 141 w 619"/>
                  <a:gd name="T11" fmla="*/ 126 h 630"/>
                  <a:gd name="T12" fmla="*/ 112 w 619"/>
                  <a:gd name="T13" fmla="*/ 156 h 630"/>
                  <a:gd name="T14" fmla="*/ 24 w 619"/>
                  <a:gd name="T15" fmla="*/ 190 h 630"/>
                  <a:gd name="T16" fmla="*/ 61 w 619"/>
                  <a:gd name="T17" fmla="*/ 271 h 630"/>
                  <a:gd name="T18" fmla="*/ 0 w 619"/>
                  <a:gd name="T19" fmla="*/ 281 h 630"/>
                  <a:gd name="T20" fmla="*/ 61 w 619"/>
                  <a:gd name="T21" fmla="*/ 356 h 630"/>
                  <a:gd name="T22" fmla="*/ 75 w 619"/>
                  <a:gd name="T23" fmla="*/ 410 h 630"/>
                  <a:gd name="T24" fmla="*/ 61 w 619"/>
                  <a:gd name="T25" fmla="*/ 503 h 630"/>
                  <a:gd name="T26" fmla="*/ 168 w 619"/>
                  <a:gd name="T27" fmla="*/ 525 h 630"/>
                  <a:gd name="T28" fmla="*/ 150 w 619"/>
                  <a:gd name="T29" fmla="*/ 584 h 630"/>
                  <a:gd name="T30" fmla="*/ 246 w 619"/>
                  <a:gd name="T31" fmla="*/ 559 h 630"/>
                  <a:gd name="T32" fmla="*/ 286 w 619"/>
                  <a:gd name="T33" fmla="*/ 568 h 630"/>
                  <a:gd name="T34" fmla="*/ 299 w 619"/>
                  <a:gd name="T35" fmla="*/ 629 h 630"/>
                  <a:gd name="T36" fmla="*/ 371 w 619"/>
                  <a:gd name="T37" fmla="*/ 562 h 630"/>
                  <a:gd name="T38" fmla="*/ 411 w 619"/>
                  <a:gd name="T39" fmla="*/ 549 h 630"/>
                  <a:gd name="T40" fmla="*/ 454 w 619"/>
                  <a:gd name="T41" fmla="*/ 597 h 630"/>
                  <a:gd name="T42" fmla="*/ 484 w 619"/>
                  <a:gd name="T43" fmla="*/ 503 h 630"/>
                  <a:gd name="T44" fmla="*/ 511 w 619"/>
                  <a:gd name="T45" fmla="*/ 471 h 630"/>
                  <a:gd name="T46" fmla="*/ 572 w 619"/>
                  <a:gd name="T47" fmla="*/ 493 h 630"/>
                  <a:gd name="T48" fmla="*/ 553 w 619"/>
                  <a:gd name="T49" fmla="*/ 396 h 630"/>
                  <a:gd name="T50" fmla="*/ 561 w 619"/>
                  <a:gd name="T51" fmla="*/ 351 h 630"/>
                  <a:gd name="T52" fmla="*/ 618 w 619"/>
                  <a:gd name="T53" fmla="*/ 345 h 630"/>
                  <a:gd name="T54" fmla="*/ 559 w 619"/>
                  <a:gd name="T55" fmla="*/ 271 h 630"/>
                  <a:gd name="T56" fmla="*/ 548 w 619"/>
                  <a:gd name="T57" fmla="*/ 220 h 630"/>
                  <a:gd name="T58" fmla="*/ 596 w 619"/>
                  <a:gd name="T59" fmla="*/ 177 h 630"/>
                  <a:gd name="T60" fmla="*/ 502 w 619"/>
                  <a:gd name="T61" fmla="*/ 145 h 630"/>
                  <a:gd name="T62" fmla="*/ 457 w 619"/>
                  <a:gd name="T63" fmla="*/ 105 h 630"/>
                  <a:gd name="T64" fmla="*/ 473 w 619"/>
                  <a:gd name="T65" fmla="*/ 43 h 630"/>
                  <a:gd name="T66" fmla="*/ 380 w 619"/>
                  <a:gd name="T67" fmla="*/ 70 h 630"/>
                  <a:gd name="T68" fmla="*/ 521 w 619"/>
                  <a:gd name="T69" fmla="*/ 314 h 630"/>
                  <a:gd name="T70" fmla="*/ 101 w 619"/>
                  <a:gd name="T71" fmla="*/ 314 h 630"/>
                  <a:gd name="T72" fmla="*/ 521 w 619"/>
                  <a:gd name="T73" fmla="*/ 314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19" h="630">
                    <a:moveTo>
                      <a:pt x="380" y="70"/>
                    </a:moveTo>
                    <a:lnTo>
                      <a:pt x="380" y="70"/>
                    </a:lnTo>
                    <a:cubicBezTo>
                      <a:pt x="366" y="65"/>
                      <a:pt x="353" y="62"/>
                      <a:pt x="340" y="62"/>
                    </a:cubicBezTo>
                    <a:cubicBezTo>
                      <a:pt x="340" y="60"/>
                      <a:pt x="340" y="60"/>
                      <a:pt x="340" y="60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262" y="3"/>
                      <a:pt x="262" y="3"/>
                      <a:pt x="262" y="3"/>
                    </a:cubicBezTo>
                    <a:cubicBezTo>
                      <a:pt x="254" y="67"/>
                      <a:pt x="254" y="67"/>
                      <a:pt x="254" y="67"/>
                    </a:cubicBezTo>
                    <a:cubicBezTo>
                      <a:pt x="240" y="70"/>
                      <a:pt x="227" y="73"/>
                      <a:pt x="214" y="78"/>
                    </a:cubicBezTo>
                    <a:lnTo>
                      <a:pt x="214" y="78"/>
                    </a:lnTo>
                    <a:cubicBezTo>
                      <a:pt x="171" y="33"/>
                      <a:pt x="171" y="33"/>
                      <a:pt x="171" y="33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41" y="126"/>
                      <a:pt x="141" y="126"/>
                      <a:pt x="141" y="126"/>
                    </a:cubicBezTo>
                    <a:cubicBezTo>
                      <a:pt x="131" y="134"/>
                      <a:pt x="120" y="145"/>
                      <a:pt x="112" y="156"/>
                    </a:cubicBezTo>
                    <a:lnTo>
                      <a:pt x="112" y="156"/>
                    </a:lnTo>
                    <a:cubicBezTo>
                      <a:pt x="53" y="134"/>
                      <a:pt x="53" y="134"/>
                      <a:pt x="53" y="134"/>
                    </a:cubicBezTo>
                    <a:cubicBezTo>
                      <a:pt x="24" y="190"/>
                      <a:pt x="24" y="190"/>
                      <a:pt x="24" y="190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67" y="244"/>
                      <a:pt x="64" y="255"/>
                      <a:pt x="61" y="271"/>
                    </a:cubicBezTo>
                    <a:lnTo>
                      <a:pt x="61" y="271"/>
                    </a:lnTo>
                    <a:cubicBezTo>
                      <a:pt x="0" y="281"/>
                      <a:pt x="0" y="281"/>
                      <a:pt x="0" y="281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61" y="356"/>
                      <a:pt x="61" y="356"/>
                      <a:pt x="61" y="356"/>
                    </a:cubicBezTo>
                    <a:cubicBezTo>
                      <a:pt x="64" y="375"/>
                      <a:pt x="69" y="394"/>
                      <a:pt x="75" y="410"/>
                    </a:cubicBezTo>
                    <a:lnTo>
                      <a:pt x="75" y="410"/>
                    </a:lnTo>
                    <a:cubicBezTo>
                      <a:pt x="29" y="450"/>
                      <a:pt x="29" y="450"/>
                      <a:pt x="29" y="450"/>
                    </a:cubicBezTo>
                    <a:cubicBezTo>
                      <a:pt x="61" y="503"/>
                      <a:pt x="61" y="503"/>
                      <a:pt x="61" y="503"/>
                    </a:cubicBezTo>
                    <a:cubicBezTo>
                      <a:pt x="120" y="482"/>
                      <a:pt x="120" y="482"/>
                      <a:pt x="120" y="482"/>
                    </a:cubicBezTo>
                    <a:cubicBezTo>
                      <a:pt x="133" y="498"/>
                      <a:pt x="150" y="512"/>
                      <a:pt x="168" y="525"/>
                    </a:cubicBezTo>
                    <a:cubicBezTo>
                      <a:pt x="166" y="525"/>
                      <a:pt x="166" y="525"/>
                      <a:pt x="166" y="525"/>
                    </a:cubicBezTo>
                    <a:cubicBezTo>
                      <a:pt x="150" y="584"/>
                      <a:pt x="150" y="584"/>
                      <a:pt x="150" y="584"/>
                    </a:cubicBezTo>
                    <a:cubicBezTo>
                      <a:pt x="208" y="610"/>
                      <a:pt x="208" y="610"/>
                      <a:pt x="208" y="610"/>
                    </a:cubicBezTo>
                    <a:cubicBezTo>
                      <a:pt x="246" y="559"/>
                      <a:pt x="246" y="559"/>
                      <a:pt x="246" y="559"/>
                    </a:cubicBezTo>
                    <a:lnTo>
                      <a:pt x="246" y="559"/>
                    </a:lnTo>
                    <a:cubicBezTo>
                      <a:pt x="259" y="562"/>
                      <a:pt x="272" y="565"/>
                      <a:pt x="286" y="568"/>
                    </a:cubicBezTo>
                    <a:lnTo>
                      <a:pt x="286" y="568"/>
                    </a:lnTo>
                    <a:cubicBezTo>
                      <a:pt x="299" y="629"/>
                      <a:pt x="299" y="629"/>
                      <a:pt x="299" y="629"/>
                    </a:cubicBezTo>
                    <a:cubicBezTo>
                      <a:pt x="363" y="624"/>
                      <a:pt x="363" y="624"/>
                      <a:pt x="363" y="624"/>
                    </a:cubicBezTo>
                    <a:cubicBezTo>
                      <a:pt x="371" y="562"/>
                      <a:pt x="371" y="562"/>
                      <a:pt x="371" y="562"/>
                    </a:cubicBezTo>
                    <a:lnTo>
                      <a:pt x="371" y="562"/>
                    </a:lnTo>
                    <a:cubicBezTo>
                      <a:pt x="385" y="557"/>
                      <a:pt x="398" y="554"/>
                      <a:pt x="411" y="549"/>
                    </a:cubicBezTo>
                    <a:cubicBezTo>
                      <a:pt x="411" y="552"/>
                      <a:pt x="411" y="552"/>
                      <a:pt x="411" y="552"/>
                    </a:cubicBezTo>
                    <a:cubicBezTo>
                      <a:pt x="454" y="597"/>
                      <a:pt x="454" y="597"/>
                      <a:pt x="454" y="597"/>
                    </a:cubicBezTo>
                    <a:cubicBezTo>
                      <a:pt x="508" y="562"/>
                      <a:pt x="508" y="562"/>
                      <a:pt x="508" y="562"/>
                    </a:cubicBezTo>
                    <a:cubicBezTo>
                      <a:pt x="484" y="503"/>
                      <a:pt x="484" y="503"/>
                      <a:pt x="484" y="503"/>
                    </a:cubicBezTo>
                    <a:cubicBezTo>
                      <a:pt x="484" y="501"/>
                      <a:pt x="484" y="501"/>
                      <a:pt x="484" y="501"/>
                    </a:cubicBezTo>
                    <a:cubicBezTo>
                      <a:pt x="492" y="493"/>
                      <a:pt x="502" y="482"/>
                      <a:pt x="511" y="471"/>
                    </a:cubicBezTo>
                    <a:cubicBezTo>
                      <a:pt x="513" y="474"/>
                      <a:pt x="513" y="474"/>
                      <a:pt x="513" y="474"/>
                    </a:cubicBezTo>
                    <a:cubicBezTo>
                      <a:pt x="572" y="493"/>
                      <a:pt x="572" y="493"/>
                      <a:pt x="572" y="493"/>
                    </a:cubicBezTo>
                    <a:cubicBezTo>
                      <a:pt x="601" y="437"/>
                      <a:pt x="601" y="437"/>
                      <a:pt x="601" y="437"/>
                    </a:cubicBezTo>
                    <a:cubicBezTo>
                      <a:pt x="553" y="396"/>
                      <a:pt x="553" y="396"/>
                      <a:pt x="553" y="396"/>
                    </a:cubicBezTo>
                    <a:cubicBezTo>
                      <a:pt x="553" y="394"/>
                      <a:pt x="553" y="394"/>
                      <a:pt x="553" y="394"/>
                    </a:cubicBezTo>
                    <a:cubicBezTo>
                      <a:pt x="556" y="380"/>
                      <a:pt x="559" y="370"/>
                      <a:pt x="561" y="351"/>
                    </a:cubicBezTo>
                    <a:cubicBezTo>
                      <a:pt x="564" y="351"/>
                      <a:pt x="564" y="351"/>
                      <a:pt x="564" y="351"/>
                    </a:cubicBezTo>
                    <a:cubicBezTo>
                      <a:pt x="618" y="345"/>
                      <a:pt x="618" y="345"/>
                      <a:pt x="618" y="345"/>
                    </a:cubicBezTo>
                    <a:cubicBezTo>
                      <a:pt x="618" y="284"/>
                      <a:pt x="618" y="284"/>
                      <a:pt x="618" y="284"/>
                    </a:cubicBezTo>
                    <a:cubicBezTo>
                      <a:pt x="559" y="271"/>
                      <a:pt x="559" y="271"/>
                      <a:pt x="559" y="271"/>
                    </a:cubicBezTo>
                    <a:cubicBezTo>
                      <a:pt x="561" y="271"/>
                      <a:pt x="561" y="271"/>
                      <a:pt x="561" y="271"/>
                    </a:cubicBezTo>
                    <a:cubicBezTo>
                      <a:pt x="556" y="255"/>
                      <a:pt x="553" y="236"/>
                      <a:pt x="548" y="220"/>
                    </a:cubicBezTo>
                    <a:cubicBezTo>
                      <a:pt x="551" y="220"/>
                      <a:pt x="551" y="220"/>
                      <a:pt x="551" y="220"/>
                    </a:cubicBezTo>
                    <a:cubicBezTo>
                      <a:pt x="596" y="177"/>
                      <a:pt x="596" y="177"/>
                      <a:pt x="596" y="177"/>
                    </a:cubicBezTo>
                    <a:cubicBezTo>
                      <a:pt x="564" y="124"/>
                      <a:pt x="564" y="124"/>
                      <a:pt x="564" y="124"/>
                    </a:cubicBezTo>
                    <a:cubicBezTo>
                      <a:pt x="502" y="145"/>
                      <a:pt x="502" y="145"/>
                      <a:pt x="502" y="145"/>
                    </a:cubicBezTo>
                    <a:cubicBezTo>
                      <a:pt x="502" y="148"/>
                      <a:pt x="502" y="148"/>
                      <a:pt x="502" y="148"/>
                    </a:cubicBezTo>
                    <a:cubicBezTo>
                      <a:pt x="489" y="131"/>
                      <a:pt x="473" y="118"/>
                      <a:pt x="457" y="105"/>
                    </a:cubicBezTo>
                    <a:lnTo>
                      <a:pt x="457" y="105"/>
                    </a:lnTo>
                    <a:cubicBezTo>
                      <a:pt x="473" y="43"/>
                      <a:pt x="473" y="43"/>
                      <a:pt x="473" y="43"/>
                    </a:cubicBezTo>
                    <a:cubicBezTo>
                      <a:pt x="417" y="17"/>
                      <a:pt x="417" y="17"/>
                      <a:pt x="417" y="17"/>
                    </a:cubicBezTo>
                    <a:cubicBezTo>
                      <a:pt x="380" y="70"/>
                      <a:pt x="380" y="70"/>
                      <a:pt x="380" y="70"/>
                    </a:cubicBezTo>
                    <a:close/>
                    <a:moveTo>
                      <a:pt x="521" y="314"/>
                    </a:moveTo>
                    <a:lnTo>
                      <a:pt x="521" y="314"/>
                    </a:lnTo>
                    <a:cubicBezTo>
                      <a:pt x="521" y="431"/>
                      <a:pt x="428" y="525"/>
                      <a:pt x="312" y="525"/>
                    </a:cubicBezTo>
                    <a:cubicBezTo>
                      <a:pt x="195" y="525"/>
                      <a:pt x="101" y="431"/>
                      <a:pt x="101" y="314"/>
                    </a:cubicBezTo>
                    <a:cubicBezTo>
                      <a:pt x="101" y="199"/>
                      <a:pt x="195" y="102"/>
                      <a:pt x="312" y="102"/>
                    </a:cubicBezTo>
                    <a:cubicBezTo>
                      <a:pt x="428" y="102"/>
                      <a:pt x="521" y="199"/>
                      <a:pt x="521" y="31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Group 20">
              <a:extLst>
                <a:ext uri="{FF2B5EF4-FFF2-40B4-BE49-F238E27FC236}">
                  <a16:creationId xmlns:a16="http://schemas.microsoft.com/office/drawing/2014/main" id="{54622828-0FD7-4732-B7A0-0F109EECCB27}"/>
                </a:ext>
              </a:extLst>
            </p:cNvPr>
            <p:cNvGrpSpPr/>
            <p:nvPr/>
          </p:nvGrpSpPr>
          <p:grpSpPr>
            <a:xfrm>
              <a:off x="10006499" y="3633673"/>
              <a:ext cx="811684" cy="809454"/>
              <a:chOff x="17812236" y="7168747"/>
              <a:chExt cx="1595222" cy="1590844"/>
            </a:xfrm>
            <a:solidFill>
              <a:schemeClr val="accent2"/>
            </a:solidFill>
          </p:grpSpPr>
          <p:sp>
            <p:nvSpPr>
              <p:cNvPr id="93" name="Freeform: Shape 21">
                <a:extLst>
                  <a:ext uri="{FF2B5EF4-FFF2-40B4-BE49-F238E27FC236}">
                    <a16:creationId xmlns:a16="http://schemas.microsoft.com/office/drawing/2014/main" id="{48B331E3-D46D-45CF-BDBB-88ADBB4F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8812" y="7435298"/>
                <a:ext cx="1057840" cy="1057742"/>
              </a:xfrm>
              <a:custGeom>
                <a:avLst/>
                <a:gdLst>
                  <a:gd name="T0" fmla="*/ 262 w 1108"/>
                  <a:gd name="T1" fmla="*/ 163 h 1109"/>
                  <a:gd name="T2" fmla="*/ 262 w 1108"/>
                  <a:gd name="T3" fmla="*/ 163 h 1109"/>
                  <a:gd name="T4" fmla="*/ 160 w 1108"/>
                  <a:gd name="T5" fmla="*/ 846 h 1109"/>
                  <a:gd name="T6" fmla="*/ 845 w 1108"/>
                  <a:gd name="T7" fmla="*/ 947 h 1109"/>
                  <a:gd name="T8" fmla="*/ 947 w 1108"/>
                  <a:gd name="T9" fmla="*/ 263 h 1109"/>
                  <a:gd name="T10" fmla="*/ 262 w 1108"/>
                  <a:gd name="T11" fmla="*/ 163 h 1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8" h="1109">
                    <a:moveTo>
                      <a:pt x="262" y="163"/>
                    </a:moveTo>
                    <a:lnTo>
                      <a:pt x="262" y="163"/>
                    </a:lnTo>
                    <a:cubicBezTo>
                      <a:pt x="45" y="324"/>
                      <a:pt x="0" y="632"/>
                      <a:pt x="160" y="846"/>
                    </a:cubicBezTo>
                    <a:cubicBezTo>
                      <a:pt x="324" y="1062"/>
                      <a:pt x="629" y="1108"/>
                      <a:pt x="845" y="947"/>
                    </a:cubicBezTo>
                    <a:cubicBezTo>
                      <a:pt x="1062" y="787"/>
                      <a:pt x="1107" y="479"/>
                      <a:pt x="947" y="263"/>
                    </a:cubicBezTo>
                    <a:cubicBezTo>
                      <a:pt x="784" y="45"/>
                      <a:pt x="479" y="0"/>
                      <a:pt x="262" y="16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Freeform: Shape 22">
                <a:extLst>
                  <a:ext uri="{FF2B5EF4-FFF2-40B4-BE49-F238E27FC236}">
                    <a16:creationId xmlns:a16="http://schemas.microsoft.com/office/drawing/2014/main" id="{159DBE27-143D-4F8E-AFB3-AB0994979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2236" y="7168747"/>
                <a:ext cx="1595222" cy="1590844"/>
              </a:xfrm>
              <a:custGeom>
                <a:avLst/>
                <a:gdLst>
                  <a:gd name="T0" fmla="*/ 586 w 1667"/>
                  <a:gd name="T1" fmla="*/ 203 h 1662"/>
                  <a:gd name="T2" fmla="*/ 487 w 1667"/>
                  <a:gd name="T3" fmla="*/ 246 h 1662"/>
                  <a:gd name="T4" fmla="*/ 233 w 1667"/>
                  <a:gd name="T5" fmla="*/ 251 h 1662"/>
                  <a:gd name="T6" fmla="*/ 251 w 1667"/>
                  <a:gd name="T7" fmla="*/ 487 h 1662"/>
                  <a:gd name="T8" fmla="*/ 88 w 1667"/>
                  <a:gd name="T9" fmla="*/ 454 h 1662"/>
                  <a:gd name="T10" fmla="*/ 171 w 1667"/>
                  <a:gd name="T11" fmla="*/ 700 h 1662"/>
                  <a:gd name="T12" fmla="*/ 155 w 1667"/>
                  <a:gd name="T13" fmla="*/ 808 h 1662"/>
                  <a:gd name="T14" fmla="*/ 21 w 1667"/>
                  <a:gd name="T15" fmla="*/ 1024 h 1662"/>
                  <a:gd name="T16" fmla="*/ 233 w 1667"/>
                  <a:gd name="T17" fmla="*/ 1137 h 1662"/>
                  <a:gd name="T18" fmla="*/ 120 w 1667"/>
                  <a:gd name="T19" fmla="*/ 1254 h 1662"/>
                  <a:gd name="T20" fmla="*/ 369 w 1667"/>
                  <a:gd name="T21" fmla="*/ 1318 h 1662"/>
                  <a:gd name="T22" fmla="*/ 479 w 1667"/>
                  <a:gd name="T23" fmla="*/ 1407 h 1662"/>
                  <a:gd name="T24" fmla="*/ 602 w 1667"/>
                  <a:gd name="T25" fmla="*/ 1631 h 1662"/>
                  <a:gd name="T26" fmla="*/ 856 w 1667"/>
                  <a:gd name="T27" fmla="*/ 1503 h 1662"/>
                  <a:gd name="T28" fmla="*/ 917 w 1667"/>
                  <a:gd name="T29" fmla="*/ 1661 h 1662"/>
                  <a:gd name="T30" fmla="*/ 1080 w 1667"/>
                  <a:gd name="T31" fmla="*/ 1457 h 1662"/>
                  <a:gd name="T32" fmla="*/ 1177 w 1667"/>
                  <a:gd name="T33" fmla="*/ 1409 h 1662"/>
                  <a:gd name="T34" fmla="*/ 1305 w 1667"/>
                  <a:gd name="T35" fmla="*/ 1516 h 1662"/>
                  <a:gd name="T36" fmla="*/ 1350 w 1667"/>
                  <a:gd name="T37" fmla="*/ 1260 h 1662"/>
                  <a:gd name="T38" fmla="*/ 1412 w 1667"/>
                  <a:gd name="T39" fmla="*/ 1171 h 1662"/>
                  <a:gd name="T40" fmla="*/ 1578 w 1667"/>
                  <a:gd name="T41" fmla="*/ 1206 h 1662"/>
                  <a:gd name="T42" fmla="*/ 1495 w 1667"/>
                  <a:gd name="T43" fmla="*/ 957 h 1662"/>
                  <a:gd name="T44" fmla="*/ 1506 w 1667"/>
                  <a:gd name="T45" fmla="*/ 850 h 1662"/>
                  <a:gd name="T46" fmla="*/ 1666 w 1667"/>
                  <a:gd name="T47" fmla="*/ 799 h 1662"/>
                  <a:gd name="T48" fmla="*/ 1476 w 1667"/>
                  <a:gd name="T49" fmla="*/ 623 h 1662"/>
                  <a:gd name="T50" fmla="*/ 1418 w 1667"/>
                  <a:gd name="T51" fmla="*/ 505 h 1662"/>
                  <a:gd name="T52" fmla="*/ 1535 w 1667"/>
                  <a:gd name="T53" fmla="*/ 414 h 1662"/>
                  <a:gd name="T54" fmla="*/ 1289 w 1667"/>
                  <a:gd name="T55" fmla="*/ 348 h 1662"/>
                  <a:gd name="T56" fmla="*/ 1182 w 1667"/>
                  <a:gd name="T57" fmla="*/ 256 h 1662"/>
                  <a:gd name="T58" fmla="*/ 1220 w 1667"/>
                  <a:gd name="T59" fmla="*/ 91 h 1662"/>
                  <a:gd name="T60" fmla="*/ 974 w 1667"/>
                  <a:gd name="T61" fmla="*/ 168 h 1662"/>
                  <a:gd name="T62" fmla="*/ 810 w 1667"/>
                  <a:gd name="T63" fmla="*/ 155 h 1662"/>
                  <a:gd name="T64" fmla="*/ 749 w 1667"/>
                  <a:gd name="T65" fmla="*/ 0 h 1662"/>
                  <a:gd name="T66" fmla="*/ 586 w 1667"/>
                  <a:gd name="T67" fmla="*/ 200 h 1662"/>
                  <a:gd name="T68" fmla="*/ 1281 w 1667"/>
                  <a:gd name="T69" fmla="*/ 495 h 1662"/>
                  <a:gd name="T70" fmla="*/ 1166 w 1667"/>
                  <a:gd name="T71" fmla="*/ 1278 h 1662"/>
                  <a:gd name="T72" fmla="*/ 497 w 1667"/>
                  <a:gd name="T73" fmla="*/ 382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67" h="1662">
                    <a:moveTo>
                      <a:pt x="586" y="203"/>
                    </a:moveTo>
                    <a:lnTo>
                      <a:pt x="586" y="203"/>
                    </a:lnTo>
                    <a:cubicBezTo>
                      <a:pt x="553" y="214"/>
                      <a:pt x="521" y="230"/>
                      <a:pt x="489" y="249"/>
                    </a:cubicBezTo>
                    <a:cubicBezTo>
                      <a:pt x="487" y="246"/>
                      <a:pt x="487" y="246"/>
                      <a:pt x="487" y="246"/>
                    </a:cubicBezTo>
                    <a:cubicBezTo>
                      <a:pt x="361" y="141"/>
                      <a:pt x="361" y="141"/>
                      <a:pt x="361" y="141"/>
                    </a:cubicBezTo>
                    <a:cubicBezTo>
                      <a:pt x="233" y="251"/>
                      <a:pt x="233" y="251"/>
                      <a:pt x="233" y="251"/>
                    </a:cubicBezTo>
                    <a:cubicBezTo>
                      <a:pt x="316" y="398"/>
                      <a:pt x="316" y="398"/>
                      <a:pt x="316" y="398"/>
                    </a:cubicBezTo>
                    <a:cubicBezTo>
                      <a:pt x="291" y="425"/>
                      <a:pt x="270" y="454"/>
                      <a:pt x="251" y="487"/>
                    </a:cubicBezTo>
                    <a:cubicBezTo>
                      <a:pt x="248" y="484"/>
                      <a:pt x="248" y="484"/>
                      <a:pt x="248" y="484"/>
                    </a:cubicBezTo>
                    <a:cubicBezTo>
                      <a:pt x="88" y="454"/>
                      <a:pt x="88" y="454"/>
                      <a:pt x="88" y="454"/>
                    </a:cubicBezTo>
                    <a:cubicBezTo>
                      <a:pt x="29" y="609"/>
                      <a:pt x="29" y="609"/>
                      <a:pt x="29" y="609"/>
                    </a:cubicBezTo>
                    <a:cubicBezTo>
                      <a:pt x="171" y="700"/>
                      <a:pt x="171" y="700"/>
                      <a:pt x="171" y="700"/>
                    </a:cubicBezTo>
                    <a:cubicBezTo>
                      <a:pt x="163" y="735"/>
                      <a:pt x="160" y="770"/>
                      <a:pt x="158" y="808"/>
                    </a:cubicBezTo>
                    <a:cubicBezTo>
                      <a:pt x="155" y="808"/>
                      <a:pt x="155" y="808"/>
                      <a:pt x="155" y="808"/>
                    </a:cubicBezTo>
                    <a:cubicBezTo>
                      <a:pt x="0" y="858"/>
                      <a:pt x="0" y="858"/>
                      <a:pt x="0" y="858"/>
                    </a:cubicBezTo>
                    <a:cubicBezTo>
                      <a:pt x="21" y="1024"/>
                      <a:pt x="21" y="1024"/>
                      <a:pt x="21" y="1024"/>
                    </a:cubicBezTo>
                    <a:cubicBezTo>
                      <a:pt x="190" y="1035"/>
                      <a:pt x="190" y="1035"/>
                      <a:pt x="190" y="1035"/>
                    </a:cubicBezTo>
                    <a:cubicBezTo>
                      <a:pt x="201" y="1070"/>
                      <a:pt x="206" y="1088"/>
                      <a:pt x="233" y="1137"/>
                    </a:cubicBezTo>
                    <a:cubicBezTo>
                      <a:pt x="230" y="1139"/>
                      <a:pt x="230" y="1139"/>
                      <a:pt x="230" y="1139"/>
                    </a:cubicBezTo>
                    <a:cubicBezTo>
                      <a:pt x="120" y="1254"/>
                      <a:pt x="120" y="1254"/>
                      <a:pt x="120" y="1254"/>
                    </a:cubicBezTo>
                    <a:cubicBezTo>
                      <a:pt x="219" y="1388"/>
                      <a:pt x="219" y="1388"/>
                      <a:pt x="219" y="1388"/>
                    </a:cubicBezTo>
                    <a:cubicBezTo>
                      <a:pt x="369" y="1318"/>
                      <a:pt x="369" y="1318"/>
                      <a:pt x="369" y="1318"/>
                    </a:cubicBezTo>
                    <a:cubicBezTo>
                      <a:pt x="404" y="1351"/>
                      <a:pt x="441" y="1380"/>
                      <a:pt x="481" y="1404"/>
                    </a:cubicBezTo>
                    <a:cubicBezTo>
                      <a:pt x="479" y="1407"/>
                      <a:pt x="479" y="1407"/>
                      <a:pt x="479" y="1407"/>
                    </a:cubicBezTo>
                    <a:cubicBezTo>
                      <a:pt x="447" y="1567"/>
                      <a:pt x="447" y="1567"/>
                      <a:pt x="447" y="1567"/>
                    </a:cubicBezTo>
                    <a:cubicBezTo>
                      <a:pt x="602" y="1631"/>
                      <a:pt x="602" y="1631"/>
                      <a:pt x="602" y="1631"/>
                    </a:cubicBezTo>
                    <a:cubicBezTo>
                      <a:pt x="693" y="1490"/>
                      <a:pt x="693" y="1490"/>
                      <a:pt x="693" y="1490"/>
                    </a:cubicBezTo>
                    <a:cubicBezTo>
                      <a:pt x="746" y="1500"/>
                      <a:pt x="802" y="1506"/>
                      <a:pt x="856" y="1503"/>
                    </a:cubicBezTo>
                    <a:cubicBezTo>
                      <a:pt x="856" y="1508"/>
                      <a:pt x="856" y="1508"/>
                      <a:pt x="856" y="1508"/>
                    </a:cubicBezTo>
                    <a:cubicBezTo>
                      <a:pt x="917" y="1661"/>
                      <a:pt x="917" y="1661"/>
                      <a:pt x="917" y="1661"/>
                    </a:cubicBezTo>
                    <a:cubicBezTo>
                      <a:pt x="1080" y="1626"/>
                      <a:pt x="1080" y="1626"/>
                      <a:pt x="1080" y="1626"/>
                    </a:cubicBezTo>
                    <a:cubicBezTo>
                      <a:pt x="1080" y="1457"/>
                      <a:pt x="1080" y="1457"/>
                      <a:pt x="1080" y="1457"/>
                    </a:cubicBezTo>
                    <a:lnTo>
                      <a:pt x="1080" y="1457"/>
                    </a:lnTo>
                    <a:cubicBezTo>
                      <a:pt x="1113" y="1444"/>
                      <a:pt x="1145" y="1428"/>
                      <a:pt x="1177" y="1409"/>
                    </a:cubicBezTo>
                    <a:cubicBezTo>
                      <a:pt x="1179" y="1412"/>
                      <a:pt x="1179" y="1412"/>
                      <a:pt x="1179" y="1412"/>
                    </a:cubicBezTo>
                    <a:cubicBezTo>
                      <a:pt x="1305" y="1516"/>
                      <a:pt x="1305" y="1516"/>
                      <a:pt x="1305" y="1516"/>
                    </a:cubicBezTo>
                    <a:cubicBezTo>
                      <a:pt x="1434" y="1407"/>
                      <a:pt x="1434" y="1407"/>
                      <a:pt x="1434" y="1407"/>
                    </a:cubicBezTo>
                    <a:cubicBezTo>
                      <a:pt x="1350" y="1260"/>
                      <a:pt x="1350" y="1260"/>
                      <a:pt x="1350" y="1260"/>
                    </a:cubicBezTo>
                    <a:lnTo>
                      <a:pt x="1350" y="1260"/>
                    </a:lnTo>
                    <a:cubicBezTo>
                      <a:pt x="1375" y="1233"/>
                      <a:pt x="1396" y="1203"/>
                      <a:pt x="1412" y="1171"/>
                    </a:cubicBezTo>
                    <a:cubicBezTo>
                      <a:pt x="1418" y="1174"/>
                      <a:pt x="1418" y="1174"/>
                      <a:pt x="1418" y="1174"/>
                    </a:cubicBezTo>
                    <a:cubicBezTo>
                      <a:pt x="1578" y="1206"/>
                      <a:pt x="1578" y="1206"/>
                      <a:pt x="1578" y="1206"/>
                    </a:cubicBezTo>
                    <a:cubicBezTo>
                      <a:pt x="1639" y="1048"/>
                      <a:pt x="1639" y="1048"/>
                      <a:pt x="1639" y="1048"/>
                    </a:cubicBezTo>
                    <a:cubicBezTo>
                      <a:pt x="1495" y="957"/>
                      <a:pt x="1495" y="957"/>
                      <a:pt x="1495" y="957"/>
                    </a:cubicBezTo>
                    <a:cubicBezTo>
                      <a:pt x="1492" y="957"/>
                      <a:pt x="1492" y="957"/>
                      <a:pt x="1492" y="957"/>
                    </a:cubicBezTo>
                    <a:cubicBezTo>
                      <a:pt x="1500" y="923"/>
                      <a:pt x="1503" y="888"/>
                      <a:pt x="1506" y="850"/>
                    </a:cubicBezTo>
                    <a:cubicBezTo>
                      <a:pt x="1511" y="850"/>
                      <a:pt x="1511" y="850"/>
                      <a:pt x="1511" y="850"/>
                    </a:cubicBezTo>
                    <a:cubicBezTo>
                      <a:pt x="1666" y="799"/>
                      <a:pt x="1666" y="799"/>
                      <a:pt x="1666" y="799"/>
                    </a:cubicBezTo>
                    <a:cubicBezTo>
                      <a:pt x="1645" y="634"/>
                      <a:pt x="1645" y="634"/>
                      <a:pt x="1645" y="634"/>
                    </a:cubicBezTo>
                    <a:cubicBezTo>
                      <a:pt x="1476" y="623"/>
                      <a:pt x="1476" y="623"/>
                      <a:pt x="1476" y="623"/>
                    </a:cubicBezTo>
                    <a:cubicBezTo>
                      <a:pt x="1465" y="615"/>
                      <a:pt x="1465" y="615"/>
                      <a:pt x="1465" y="615"/>
                    </a:cubicBezTo>
                    <a:cubicBezTo>
                      <a:pt x="1455" y="580"/>
                      <a:pt x="1447" y="553"/>
                      <a:pt x="1418" y="505"/>
                    </a:cubicBezTo>
                    <a:cubicBezTo>
                      <a:pt x="1423" y="503"/>
                      <a:pt x="1423" y="503"/>
                      <a:pt x="1423" y="503"/>
                    </a:cubicBezTo>
                    <a:cubicBezTo>
                      <a:pt x="1535" y="414"/>
                      <a:pt x="1535" y="414"/>
                      <a:pt x="1535" y="414"/>
                    </a:cubicBezTo>
                    <a:cubicBezTo>
                      <a:pt x="1434" y="280"/>
                      <a:pt x="1434" y="280"/>
                      <a:pt x="1434" y="280"/>
                    </a:cubicBezTo>
                    <a:cubicBezTo>
                      <a:pt x="1289" y="348"/>
                      <a:pt x="1289" y="348"/>
                      <a:pt x="1289" y="348"/>
                    </a:cubicBezTo>
                    <a:cubicBezTo>
                      <a:pt x="1292" y="345"/>
                      <a:pt x="1292" y="345"/>
                      <a:pt x="1292" y="345"/>
                    </a:cubicBezTo>
                    <a:cubicBezTo>
                      <a:pt x="1257" y="313"/>
                      <a:pt x="1222" y="280"/>
                      <a:pt x="1182" y="256"/>
                    </a:cubicBezTo>
                    <a:cubicBezTo>
                      <a:pt x="1188" y="251"/>
                      <a:pt x="1188" y="251"/>
                      <a:pt x="1188" y="251"/>
                    </a:cubicBezTo>
                    <a:cubicBezTo>
                      <a:pt x="1220" y="91"/>
                      <a:pt x="1220" y="91"/>
                      <a:pt x="1220" y="91"/>
                    </a:cubicBezTo>
                    <a:cubicBezTo>
                      <a:pt x="1064" y="26"/>
                      <a:pt x="1064" y="26"/>
                      <a:pt x="1064" y="26"/>
                    </a:cubicBezTo>
                    <a:cubicBezTo>
                      <a:pt x="974" y="168"/>
                      <a:pt x="974" y="168"/>
                      <a:pt x="974" y="168"/>
                    </a:cubicBezTo>
                    <a:cubicBezTo>
                      <a:pt x="974" y="171"/>
                      <a:pt x="974" y="171"/>
                      <a:pt x="974" y="171"/>
                    </a:cubicBezTo>
                    <a:cubicBezTo>
                      <a:pt x="920" y="160"/>
                      <a:pt x="866" y="155"/>
                      <a:pt x="810" y="155"/>
                    </a:cubicBezTo>
                    <a:cubicBezTo>
                      <a:pt x="810" y="149"/>
                      <a:pt x="810" y="149"/>
                      <a:pt x="810" y="149"/>
                    </a:cubicBezTo>
                    <a:cubicBezTo>
                      <a:pt x="749" y="0"/>
                      <a:pt x="749" y="0"/>
                      <a:pt x="749" y="0"/>
                    </a:cubicBezTo>
                    <a:cubicBezTo>
                      <a:pt x="586" y="32"/>
                      <a:pt x="586" y="32"/>
                      <a:pt x="586" y="32"/>
                    </a:cubicBezTo>
                    <a:cubicBezTo>
                      <a:pt x="586" y="200"/>
                      <a:pt x="586" y="200"/>
                      <a:pt x="586" y="200"/>
                    </a:cubicBezTo>
                    <a:lnTo>
                      <a:pt x="586" y="203"/>
                    </a:lnTo>
                    <a:close/>
                    <a:moveTo>
                      <a:pt x="1281" y="495"/>
                    </a:moveTo>
                    <a:lnTo>
                      <a:pt x="1281" y="495"/>
                    </a:lnTo>
                    <a:cubicBezTo>
                      <a:pt x="1465" y="743"/>
                      <a:pt x="1412" y="1094"/>
                      <a:pt x="1166" y="1278"/>
                    </a:cubicBezTo>
                    <a:cubicBezTo>
                      <a:pt x="917" y="1463"/>
                      <a:pt x="567" y="1412"/>
                      <a:pt x="382" y="1163"/>
                    </a:cubicBezTo>
                    <a:cubicBezTo>
                      <a:pt x="198" y="917"/>
                      <a:pt x="248" y="567"/>
                      <a:pt x="497" y="382"/>
                    </a:cubicBezTo>
                    <a:cubicBezTo>
                      <a:pt x="746" y="198"/>
                      <a:pt x="1096" y="249"/>
                      <a:pt x="1281" y="49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6" name="Freeform: Shape 23">
              <a:extLst>
                <a:ext uri="{FF2B5EF4-FFF2-40B4-BE49-F238E27FC236}">
                  <a16:creationId xmlns:a16="http://schemas.microsoft.com/office/drawing/2014/main" id="{C03C68D4-8E7E-46F2-B5F8-CB8D2AB23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6357" y="2346300"/>
              <a:ext cx="1408065" cy="1407935"/>
            </a:xfrm>
            <a:custGeom>
              <a:avLst/>
              <a:gdLst>
                <a:gd name="T0" fmla="*/ 2889 w 2890"/>
                <a:gd name="T1" fmla="*/ 1445 h 2888"/>
                <a:gd name="T2" fmla="*/ 2889 w 2890"/>
                <a:gd name="T3" fmla="*/ 1445 h 2888"/>
                <a:gd name="T4" fmla="*/ 1445 w 2890"/>
                <a:gd name="T5" fmla="*/ 0 h 2888"/>
                <a:gd name="T6" fmla="*/ 0 w 2890"/>
                <a:gd name="T7" fmla="*/ 1445 h 2888"/>
                <a:gd name="T8" fmla="*/ 1445 w 2890"/>
                <a:gd name="T9" fmla="*/ 2887 h 2888"/>
                <a:gd name="T10" fmla="*/ 2889 w 2890"/>
                <a:gd name="T11" fmla="*/ 1445 h 2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90" h="2888">
                  <a:moveTo>
                    <a:pt x="2889" y="1445"/>
                  </a:moveTo>
                  <a:lnTo>
                    <a:pt x="2889" y="1445"/>
                  </a:lnTo>
                  <a:cubicBezTo>
                    <a:pt x="2889" y="648"/>
                    <a:pt x="2242" y="0"/>
                    <a:pt x="1445" y="0"/>
                  </a:cubicBezTo>
                  <a:cubicBezTo>
                    <a:pt x="648" y="0"/>
                    <a:pt x="0" y="648"/>
                    <a:pt x="0" y="1445"/>
                  </a:cubicBezTo>
                  <a:cubicBezTo>
                    <a:pt x="0" y="2242"/>
                    <a:pt x="648" y="2887"/>
                    <a:pt x="1445" y="2887"/>
                  </a:cubicBezTo>
                  <a:cubicBezTo>
                    <a:pt x="2242" y="2887"/>
                    <a:pt x="2889" y="2242"/>
                    <a:pt x="2889" y="1445"/>
                  </a:cubicBezTo>
                </a:path>
              </a:pathLst>
            </a:custGeom>
            <a:solidFill>
              <a:srgbClr val="6F6154"/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p14="http://schemas.microsoft.com/office/powerpoint/2010/main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Freeform: Shape 24">
              <a:extLst>
                <a:ext uri="{FF2B5EF4-FFF2-40B4-BE49-F238E27FC236}">
                  <a16:creationId xmlns:a16="http://schemas.microsoft.com/office/drawing/2014/main" id="{E305EC4D-A2FC-4200-A517-DDFB27AF1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0521" y="2318313"/>
              <a:ext cx="1408065" cy="1407935"/>
            </a:xfrm>
            <a:custGeom>
              <a:avLst/>
              <a:gdLst>
                <a:gd name="T0" fmla="*/ 2886 w 2887"/>
                <a:gd name="T1" fmla="*/ 1445 h 2888"/>
                <a:gd name="T2" fmla="*/ 2886 w 2887"/>
                <a:gd name="T3" fmla="*/ 1445 h 2888"/>
                <a:gd name="T4" fmla="*/ 1442 w 2887"/>
                <a:gd name="T5" fmla="*/ 0 h 2888"/>
                <a:gd name="T6" fmla="*/ 0 w 2887"/>
                <a:gd name="T7" fmla="*/ 1445 h 2888"/>
                <a:gd name="T8" fmla="*/ 1442 w 2887"/>
                <a:gd name="T9" fmla="*/ 2887 h 2888"/>
                <a:gd name="T10" fmla="*/ 2886 w 2887"/>
                <a:gd name="T11" fmla="*/ 1445 h 2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87" h="2888">
                  <a:moveTo>
                    <a:pt x="2886" y="1445"/>
                  </a:moveTo>
                  <a:lnTo>
                    <a:pt x="2886" y="1445"/>
                  </a:lnTo>
                  <a:cubicBezTo>
                    <a:pt x="2886" y="648"/>
                    <a:pt x="2239" y="0"/>
                    <a:pt x="1442" y="0"/>
                  </a:cubicBezTo>
                  <a:cubicBezTo>
                    <a:pt x="645" y="0"/>
                    <a:pt x="0" y="648"/>
                    <a:pt x="0" y="1445"/>
                  </a:cubicBezTo>
                  <a:cubicBezTo>
                    <a:pt x="0" y="2242"/>
                    <a:pt x="645" y="2887"/>
                    <a:pt x="1442" y="2887"/>
                  </a:cubicBezTo>
                  <a:cubicBezTo>
                    <a:pt x="2239" y="2887"/>
                    <a:pt x="2886" y="2242"/>
                    <a:pt x="2886" y="1445"/>
                  </a:cubicBezTo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25">
              <a:extLst>
                <a:ext uri="{FF2B5EF4-FFF2-40B4-BE49-F238E27FC236}">
                  <a16:creationId xmlns:a16="http://schemas.microsoft.com/office/drawing/2014/main" id="{8DCFCD0C-40C7-4AF3-841F-7D5E7BFC2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1177" y="2664915"/>
              <a:ext cx="1115256" cy="1059180"/>
            </a:xfrm>
            <a:custGeom>
              <a:avLst/>
              <a:gdLst>
                <a:gd name="T0" fmla="*/ 2287 w 2288"/>
                <a:gd name="T1" fmla="*/ 733 h 2176"/>
                <a:gd name="T2" fmla="*/ 2287 w 2288"/>
                <a:gd name="T3" fmla="*/ 733 h 2176"/>
                <a:gd name="T4" fmla="*/ 2279 w 2288"/>
                <a:gd name="T5" fmla="*/ 583 h 2176"/>
                <a:gd name="T6" fmla="*/ 1696 w 2288"/>
                <a:gd name="T7" fmla="*/ 0 h 2176"/>
                <a:gd name="T8" fmla="*/ 0 w 2288"/>
                <a:gd name="T9" fmla="*/ 1477 h 2176"/>
                <a:gd name="T10" fmla="*/ 688 w 2288"/>
                <a:gd name="T11" fmla="*/ 2166 h 2176"/>
                <a:gd name="T12" fmla="*/ 843 w 2288"/>
                <a:gd name="T13" fmla="*/ 2175 h 2176"/>
                <a:gd name="T14" fmla="*/ 2287 w 2288"/>
                <a:gd name="T15" fmla="*/ 733 h 2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8" h="2176">
                  <a:moveTo>
                    <a:pt x="2287" y="733"/>
                  </a:moveTo>
                  <a:lnTo>
                    <a:pt x="2287" y="733"/>
                  </a:lnTo>
                  <a:cubicBezTo>
                    <a:pt x="2287" y="682"/>
                    <a:pt x="2285" y="631"/>
                    <a:pt x="2279" y="583"/>
                  </a:cubicBezTo>
                  <a:cubicBezTo>
                    <a:pt x="1696" y="0"/>
                    <a:pt x="1696" y="0"/>
                    <a:pt x="1696" y="0"/>
                  </a:cubicBezTo>
                  <a:cubicBezTo>
                    <a:pt x="0" y="1477"/>
                    <a:pt x="0" y="1477"/>
                    <a:pt x="0" y="1477"/>
                  </a:cubicBezTo>
                  <a:cubicBezTo>
                    <a:pt x="688" y="2166"/>
                    <a:pt x="688" y="2166"/>
                    <a:pt x="688" y="2166"/>
                  </a:cubicBezTo>
                  <a:cubicBezTo>
                    <a:pt x="739" y="2172"/>
                    <a:pt x="792" y="2175"/>
                    <a:pt x="843" y="2175"/>
                  </a:cubicBezTo>
                  <a:cubicBezTo>
                    <a:pt x="1640" y="2175"/>
                    <a:pt x="2287" y="1530"/>
                    <a:pt x="2287" y="733"/>
                  </a:cubicBez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Freeform: Shape 26">
              <a:extLst>
                <a:ext uri="{FF2B5EF4-FFF2-40B4-BE49-F238E27FC236}">
                  <a16:creationId xmlns:a16="http://schemas.microsoft.com/office/drawing/2014/main" id="{F1B3F7C0-83C8-445E-9916-02B8346BB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9472" y="1784417"/>
              <a:ext cx="105497" cy="198058"/>
            </a:xfrm>
            <a:custGeom>
              <a:avLst/>
              <a:gdLst>
                <a:gd name="T0" fmla="*/ 220 w 221"/>
                <a:gd name="T1" fmla="*/ 271 h 408"/>
                <a:gd name="T2" fmla="*/ 220 w 221"/>
                <a:gd name="T3" fmla="*/ 271 h 408"/>
                <a:gd name="T4" fmla="*/ 212 w 221"/>
                <a:gd name="T5" fmla="*/ 303 h 408"/>
                <a:gd name="T6" fmla="*/ 196 w 221"/>
                <a:gd name="T7" fmla="*/ 329 h 408"/>
                <a:gd name="T8" fmla="*/ 166 w 221"/>
                <a:gd name="T9" fmla="*/ 353 h 408"/>
                <a:gd name="T10" fmla="*/ 129 w 221"/>
                <a:gd name="T11" fmla="*/ 369 h 408"/>
                <a:gd name="T12" fmla="*/ 129 w 221"/>
                <a:gd name="T13" fmla="*/ 407 h 408"/>
                <a:gd name="T14" fmla="*/ 99 w 221"/>
                <a:gd name="T15" fmla="*/ 407 h 408"/>
                <a:gd name="T16" fmla="*/ 99 w 221"/>
                <a:gd name="T17" fmla="*/ 372 h 408"/>
                <a:gd name="T18" fmla="*/ 97 w 221"/>
                <a:gd name="T19" fmla="*/ 372 h 408"/>
                <a:gd name="T20" fmla="*/ 94 w 221"/>
                <a:gd name="T21" fmla="*/ 372 h 408"/>
                <a:gd name="T22" fmla="*/ 67 w 221"/>
                <a:gd name="T23" fmla="*/ 369 h 408"/>
                <a:gd name="T24" fmla="*/ 43 w 221"/>
                <a:gd name="T25" fmla="*/ 367 h 408"/>
                <a:gd name="T26" fmla="*/ 22 w 221"/>
                <a:gd name="T27" fmla="*/ 359 h 408"/>
                <a:gd name="T28" fmla="*/ 0 w 221"/>
                <a:gd name="T29" fmla="*/ 348 h 408"/>
                <a:gd name="T30" fmla="*/ 16 w 221"/>
                <a:gd name="T31" fmla="*/ 300 h 408"/>
                <a:gd name="T32" fmla="*/ 33 w 221"/>
                <a:gd name="T33" fmla="*/ 308 h 408"/>
                <a:gd name="T34" fmla="*/ 54 w 221"/>
                <a:gd name="T35" fmla="*/ 319 h 408"/>
                <a:gd name="T36" fmla="*/ 78 w 221"/>
                <a:gd name="T37" fmla="*/ 327 h 408"/>
                <a:gd name="T38" fmla="*/ 99 w 221"/>
                <a:gd name="T39" fmla="*/ 329 h 408"/>
                <a:gd name="T40" fmla="*/ 99 w 221"/>
                <a:gd name="T41" fmla="*/ 228 h 408"/>
                <a:gd name="T42" fmla="*/ 70 w 221"/>
                <a:gd name="T43" fmla="*/ 214 h 408"/>
                <a:gd name="T44" fmla="*/ 41 w 221"/>
                <a:gd name="T45" fmla="*/ 193 h 408"/>
                <a:gd name="T46" fmla="*/ 19 w 221"/>
                <a:gd name="T47" fmla="*/ 166 h 408"/>
                <a:gd name="T48" fmla="*/ 11 w 221"/>
                <a:gd name="T49" fmla="*/ 123 h 408"/>
                <a:gd name="T50" fmla="*/ 16 w 221"/>
                <a:gd name="T51" fmla="*/ 97 h 408"/>
                <a:gd name="T52" fmla="*/ 35 w 221"/>
                <a:gd name="T53" fmla="*/ 70 h 408"/>
                <a:gd name="T54" fmla="*/ 62 w 221"/>
                <a:gd name="T55" fmla="*/ 48 h 408"/>
                <a:gd name="T56" fmla="*/ 99 w 221"/>
                <a:gd name="T57" fmla="*/ 35 h 408"/>
                <a:gd name="T58" fmla="*/ 99 w 221"/>
                <a:gd name="T59" fmla="*/ 0 h 408"/>
                <a:gd name="T60" fmla="*/ 129 w 221"/>
                <a:gd name="T61" fmla="*/ 0 h 408"/>
                <a:gd name="T62" fmla="*/ 129 w 221"/>
                <a:gd name="T63" fmla="*/ 32 h 408"/>
                <a:gd name="T64" fmla="*/ 129 w 221"/>
                <a:gd name="T65" fmla="*/ 32 h 408"/>
                <a:gd name="T66" fmla="*/ 169 w 221"/>
                <a:gd name="T67" fmla="*/ 35 h 408"/>
                <a:gd name="T68" fmla="*/ 204 w 221"/>
                <a:gd name="T69" fmla="*/ 40 h 408"/>
                <a:gd name="T70" fmla="*/ 196 w 221"/>
                <a:gd name="T71" fmla="*/ 88 h 408"/>
                <a:gd name="T72" fmla="*/ 161 w 221"/>
                <a:gd name="T73" fmla="*/ 78 h 408"/>
                <a:gd name="T74" fmla="*/ 129 w 221"/>
                <a:gd name="T75" fmla="*/ 75 h 408"/>
                <a:gd name="T76" fmla="*/ 129 w 221"/>
                <a:gd name="T77" fmla="*/ 163 h 408"/>
                <a:gd name="T78" fmla="*/ 158 w 221"/>
                <a:gd name="T79" fmla="*/ 179 h 408"/>
                <a:gd name="T80" fmla="*/ 190 w 221"/>
                <a:gd name="T81" fmla="*/ 198 h 408"/>
                <a:gd name="T82" fmla="*/ 212 w 221"/>
                <a:gd name="T83" fmla="*/ 228 h 408"/>
                <a:gd name="T84" fmla="*/ 220 w 221"/>
                <a:gd name="T85" fmla="*/ 271 h 408"/>
                <a:gd name="T86" fmla="*/ 67 w 221"/>
                <a:gd name="T87" fmla="*/ 113 h 408"/>
                <a:gd name="T88" fmla="*/ 67 w 221"/>
                <a:gd name="T89" fmla="*/ 113 h 408"/>
                <a:gd name="T90" fmla="*/ 78 w 221"/>
                <a:gd name="T91" fmla="*/ 137 h 408"/>
                <a:gd name="T92" fmla="*/ 99 w 221"/>
                <a:gd name="T93" fmla="*/ 153 h 408"/>
                <a:gd name="T94" fmla="*/ 99 w 221"/>
                <a:gd name="T95" fmla="*/ 75 h 408"/>
                <a:gd name="T96" fmla="*/ 81 w 221"/>
                <a:gd name="T97" fmla="*/ 81 h 408"/>
                <a:gd name="T98" fmla="*/ 70 w 221"/>
                <a:gd name="T99" fmla="*/ 91 h 408"/>
                <a:gd name="T100" fmla="*/ 67 w 221"/>
                <a:gd name="T101" fmla="*/ 113 h 408"/>
                <a:gd name="T102" fmla="*/ 161 w 221"/>
                <a:gd name="T103" fmla="*/ 278 h 408"/>
                <a:gd name="T104" fmla="*/ 161 w 221"/>
                <a:gd name="T105" fmla="*/ 278 h 408"/>
                <a:gd name="T106" fmla="*/ 153 w 221"/>
                <a:gd name="T107" fmla="*/ 254 h 408"/>
                <a:gd name="T108" fmla="*/ 129 w 221"/>
                <a:gd name="T109" fmla="*/ 238 h 408"/>
                <a:gd name="T110" fmla="*/ 129 w 221"/>
                <a:gd name="T111" fmla="*/ 327 h 408"/>
                <a:gd name="T112" fmla="*/ 137 w 221"/>
                <a:gd name="T113" fmla="*/ 327 h 408"/>
                <a:gd name="T114" fmla="*/ 145 w 221"/>
                <a:gd name="T115" fmla="*/ 324 h 408"/>
                <a:gd name="T116" fmla="*/ 158 w 221"/>
                <a:gd name="T117" fmla="*/ 308 h 408"/>
                <a:gd name="T118" fmla="*/ 161 w 221"/>
                <a:gd name="T119" fmla="*/ 27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1" h="408">
                  <a:moveTo>
                    <a:pt x="220" y="271"/>
                  </a:moveTo>
                  <a:lnTo>
                    <a:pt x="220" y="271"/>
                  </a:lnTo>
                  <a:cubicBezTo>
                    <a:pt x="220" y="281"/>
                    <a:pt x="217" y="292"/>
                    <a:pt x="212" y="303"/>
                  </a:cubicBezTo>
                  <a:cubicBezTo>
                    <a:pt x="209" y="311"/>
                    <a:pt x="201" y="321"/>
                    <a:pt x="196" y="329"/>
                  </a:cubicBezTo>
                  <a:cubicBezTo>
                    <a:pt x="188" y="340"/>
                    <a:pt x="177" y="348"/>
                    <a:pt x="166" y="353"/>
                  </a:cubicBezTo>
                  <a:cubicBezTo>
                    <a:pt x="155" y="362"/>
                    <a:pt x="142" y="367"/>
                    <a:pt x="129" y="369"/>
                  </a:cubicBezTo>
                  <a:cubicBezTo>
                    <a:pt x="129" y="407"/>
                    <a:pt x="129" y="407"/>
                    <a:pt x="129" y="407"/>
                  </a:cubicBezTo>
                  <a:cubicBezTo>
                    <a:pt x="99" y="407"/>
                    <a:pt x="99" y="407"/>
                    <a:pt x="99" y="407"/>
                  </a:cubicBezTo>
                  <a:cubicBezTo>
                    <a:pt x="99" y="372"/>
                    <a:pt x="99" y="372"/>
                    <a:pt x="99" y="372"/>
                  </a:cubicBezTo>
                  <a:cubicBezTo>
                    <a:pt x="99" y="372"/>
                    <a:pt x="99" y="372"/>
                    <a:pt x="97" y="372"/>
                  </a:cubicBezTo>
                  <a:cubicBezTo>
                    <a:pt x="97" y="372"/>
                    <a:pt x="97" y="372"/>
                    <a:pt x="94" y="372"/>
                  </a:cubicBezTo>
                  <a:cubicBezTo>
                    <a:pt x="86" y="372"/>
                    <a:pt x="75" y="372"/>
                    <a:pt x="67" y="369"/>
                  </a:cubicBezTo>
                  <a:cubicBezTo>
                    <a:pt x="59" y="369"/>
                    <a:pt x="51" y="367"/>
                    <a:pt x="43" y="367"/>
                  </a:cubicBezTo>
                  <a:cubicBezTo>
                    <a:pt x="35" y="364"/>
                    <a:pt x="27" y="362"/>
                    <a:pt x="22" y="359"/>
                  </a:cubicBezTo>
                  <a:cubicBezTo>
                    <a:pt x="14" y="356"/>
                    <a:pt x="9" y="351"/>
                    <a:pt x="0" y="348"/>
                  </a:cubicBezTo>
                  <a:cubicBezTo>
                    <a:pt x="16" y="300"/>
                    <a:pt x="16" y="300"/>
                    <a:pt x="16" y="300"/>
                  </a:cubicBezTo>
                  <a:cubicBezTo>
                    <a:pt x="19" y="303"/>
                    <a:pt x="27" y="305"/>
                    <a:pt x="33" y="308"/>
                  </a:cubicBezTo>
                  <a:cubicBezTo>
                    <a:pt x="38" y="311"/>
                    <a:pt x="46" y="316"/>
                    <a:pt x="54" y="319"/>
                  </a:cubicBezTo>
                  <a:cubicBezTo>
                    <a:pt x="62" y="321"/>
                    <a:pt x="70" y="324"/>
                    <a:pt x="78" y="327"/>
                  </a:cubicBezTo>
                  <a:cubicBezTo>
                    <a:pt x="86" y="327"/>
                    <a:pt x="94" y="329"/>
                    <a:pt x="99" y="329"/>
                  </a:cubicBezTo>
                  <a:cubicBezTo>
                    <a:pt x="99" y="228"/>
                    <a:pt x="99" y="228"/>
                    <a:pt x="99" y="228"/>
                  </a:cubicBezTo>
                  <a:cubicBezTo>
                    <a:pt x="89" y="222"/>
                    <a:pt x="81" y="217"/>
                    <a:pt x="70" y="214"/>
                  </a:cubicBezTo>
                  <a:cubicBezTo>
                    <a:pt x="59" y="209"/>
                    <a:pt x="49" y="201"/>
                    <a:pt x="41" y="193"/>
                  </a:cubicBezTo>
                  <a:cubicBezTo>
                    <a:pt x="33" y="188"/>
                    <a:pt x="25" y="177"/>
                    <a:pt x="19" y="166"/>
                  </a:cubicBezTo>
                  <a:cubicBezTo>
                    <a:pt x="14" y="156"/>
                    <a:pt x="11" y="139"/>
                    <a:pt x="11" y="123"/>
                  </a:cubicBezTo>
                  <a:cubicBezTo>
                    <a:pt x="11" y="115"/>
                    <a:pt x="14" y="105"/>
                    <a:pt x="16" y="97"/>
                  </a:cubicBezTo>
                  <a:cubicBezTo>
                    <a:pt x="22" y="88"/>
                    <a:pt x="27" y="78"/>
                    <a:pt x="35" y="70"/>
                  </a:cubicBezTo>
                  <a:cubicBezTo>
                    <a:pt x="43" y="62"/>
                    <a:pt x="51" y="54"/>
                    <a:pt x="62" y="48"/>
                  </a:cubicBezTo>
                  <a:cubicBezTo>
                    <a:pt x="73" y="43"/>
                    <a:pt x="86" y="38"/>
                    <a:pt x="99" y="35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32"/>
                    <a:pt x="129" y="32"/>
                    <a:pt x="129" y="32"/>
                  </a:cubicBezTo>
                  <a:lnTo>
                    <a:pt x="129" y="32"/>
                  </a:lnTo>
                  <a:cubicBezTo>
                    <a:pt x="142" y="32"/>
                    <a:pt x="155" y="32"/>
                    <a:pt x="169" y="35"/>
                  </a:cubicBezTo>
                  <a:cubicBezTo>
                    <a:pt x="180" y="35"/>
                    <a:pt x="193" y="38"/>
                    <a:pt x="204" y="40"/>
                  </a:cubicBezTo>
                  <a:cubicBezTo>
                    <a:pt x="196" y="88"/>
                    <a:pt x="196" y="88"/>
                    <a:pt x="196" y="88"/>
                  </a:cubicBezTo>
                  <a:cubicBezTo>
                    <a:pt x="185" y="86"/>
                    <a:pt x="171" y="83"/>
                    <a:pt x="161" y="78"/>
                  </a:cubicBezTo>
                  <a:cubicBezTo>
                    <a:pt x="150" y="75"/>
                    <a:pt x="140" y="75"/>
                    <a:pt x="129" y="75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40" y="169"/>
                    <a:pt x="148" y="174"/>
                    <a:pt x="158" y="179"/>
                  </a:cubicBezTo>
                  <a:cubicBezTo>
                    <a:pt x="171" y="182"/>
                    <a:pt x="180" y="190"/>
                    <a:pt x="190" y="198"/>
                  </a:cubicBezTo>
                  <a:cubicBezTo>
                    <a:pt x="198" y="206"/>
                    <a:pt x="204" y="214"/>
                    <a:pt x="212" y="228"/>
                  </a:cubicBezTo>
                  <a:cubicBezTo>
                    <a:pt x="217" y="238"/>
                    <a:pt x="220" y="252"/>
                    <a:pt x="220" y="271"/>
                  </a:cubicBezTo>
                  <a:close/>
                  <a:moveTo>
                    <a:pt x="67" y="113"/>
                  </a:moveTo>
                  <a:lnTo>
                    <a:pt x="67" y="113"/>
                  </a:lnTo>
                  <a:cubicBezTo>
                    <a:pt x="67" y="123"/>
                    <a:pt x="70" y="131"/>
                    <a:pt x="78" y="137"/>
                  </a:cubicBezTo>
                  <a:cubicBezTo>
                    <a:pt x="84" y="142"/>
                    <a:pt x="91" y="147"/>
                    <a:pt x="99" y="153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91" y="75"/>
                    <a:pt x="86" y="78"/>
                    <a:pt x="81" y="81"/>
                  </a:cubicBezTo>
                  <a:cubicBezTo>
                    <a:pt x="75" y="83"/>
                    <a:pt x="73" y="86"/>
                    <a:pt x="70" y="91"/>
                  </a:cubicBezTo>
                  <a:cubicBezTo>
                    <a:pt x="70" y="99"/>
                    <a:pt x="67" y="105"/>
                    <a:pt x="67" y="113"/>
                  </a:cubicBezTo>
                  <a:close/>
                  <a:moveTo>
                    <a:pt x="161" y="278"/>
                  </a:moveTo>
                  <a:lnTo>
                    <a:pt x="161" y="278"/>
                  </a:lnTo>
                  <a:cubicBezTo>
                    <a:pt x="161" y="268"/>
                    <a:pt x="158" y="260"/>
                    <a:pt x="153" y="254"/>
                  </a:cubicBezTo>
                  <a:cubicBezTo>
                    <a:pt x="145" y="249"/>
                    <a:pt x="137" y="244"/>
                    <a:pt x="129" y="238"/>
                  </a:cubicBezTo>
                  <a:cubicBezTo>
                    <a:pt x="129" y="327"/>
                    <a:pt x="129" y="327"/>
                    <a:pt x="129" y="327"/>
                  </a:cubicBezTo>
                  <a:cubicBezTo>
                    <a:pt x="131" y="327"/>
                    <a:pt x="134" y="327"/>
                    <a:pt x="137" y="327"/>
                  </a:cubicBezTo>
                  <a:cubicBezTo>
                    <a:pt x="140" y="324"/>
                    <a:pt x="142" y="324"/>
                    <a:pt x="145" y="324"/>
                  </a:cubicBezTo>
                  <a:cubicBezTo>
                    <a:pt x="150" y="321"/>
                    <a:pt x="155" y="316"/>
                    <a:pt x="158" y="308"/>
                  </a:cubicBezTo>
                  <a:cubicBezTo>
                    <a:pt x="161" y="303"/>
                    <a:pt x="161" y="292"/>
                    <a:pt x="161" y="278"/>
                  </a:cubicBezTo>
                  <a:close/>
                </a:path>
              </a:pathLst>
            </a:custGeom>
            <a:solidFill>
              <a:srgbClr val="FFF9D6"/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p14="http://schemas.microsoft.com/office/powerpoint/2010/main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50" name="Group 27">
              <a:extLst>
                <a:ext uri="{FF2B5EF4-FFF2-40B4-BE49-F238E27FC236}">
                  <a16:creationId xmlns:a16="http://schemas.microsoft.com/office/drawing/2014/main" id="{8B8FC8A5-F458-4D85-B929-C18B8D32D211}"/>
                </a:ext>
              </a:extLst>
            </p:cNvPr>
            <p:cNvGrpSpPr/>
            <p:nvPr/>
          </p:nvGrpSpPr>
          <p:grpSpPr>
            <a:xfrm>
              <a:off x="10460785" y="2931863"/>
              <a:ext cx="714798" cy="727648"/>
              <a:chOff x="18705053" y="5789451"/>
              <a:chExt cx="1404811" cy="1430067"/>
            </a:xfrm>
            <a:solidFill>
              <a:schemeClr val="accent1"/>
            </a:solidFill>
          </p:grpSpPr>
          <p:sp>
            <p:nvSpPr>
              <p:cNvPr id="91" name="Freeform: Shape 28">
                <a:extLst>
                  <a:ext uri="{FF2B5EF4-FFF2-40B4-BE49-F238E27FC236}">
                    <a16:creationId xmlns:a16="http://schemas.microsoft.com/office/drawing/2014/main" id="{31A39DD3-47C3-4276-AD66-036818E12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7017" y="6089850"/>
                <a:ext cx="837809" cy="833501"/>
              </a:xfrm>
              <a:custGeom>
                <a:avLst/>
                <a:gdLst>
                  <a:gd name="T0" fmla="*/ 439 w 876"/>
                  <a:gd name="T1" fmla="*/ 0 h 875"/>
                  <a:gd name="T2" fmla="*/ 439 w 876"/>
                  <a:gd name="T3" fmla="*/ 0 h 875"/>
                  <a:gd name="T4" fmla="*/ 0 w 876"/>
                  <a:gd name="T5" fmla="*/ 435 h 875"/>
                  <a:gd name="T6" fmla="*/ 439 w 876"/>
                  <a:gd name="T7" fmla="*/ 874 h 875"/>
                  <a:gd name="T8" fmla="*/ 875 w 876"/>
                  <a:gd name="T9" fmla="*/ 435 h 875"/>
                  <a:gd name="T10" fmla="*/ 439 w 876"/>
                  <a:gd name="T11" fmla="*/ 0 h 8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76" h="875">
                    <a:moveTo>
                      <a:pt x="439" y="0"/>
                    </a:moveTo>
                    <a:lnTo>
                      <a:pt x="439" y="0"/>
                    </a:lnTo>
                    <a:cubicBezTo>
                      <a:pt x="196" y="0"/>
                      <a:pt x="0" y="195"/>
                      <a:pt x="0" y="435"/>
                    </a:cubicBezTo>
                    <a:cubicBezTo>
                      <a:pt x="0" y="679"/>
                      <a:pt x="196" y="874"/>
                      <a:pt x="439" y="874"/>
                    </a:cubicBezTo>
                    <a:cubicBezTo>
                      <a:pt x="680" y="874"/>
                      <a:pt x="875" y="679"/>
                      <a:pt x="875" y="435"/>
                    </a:cubicBezTo>
                    <a:cubicBezTo>
                      <a:pt x="875" y="195"/>
                      <a:pt x="680" y="0"/>
                      <a:pt x="43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Freeform: Shape 29">
                <a:extLst>
                  <a:ext uri="{FF2B5EF4-FFF2-40B4-BE49-F238E27FC236}">
                    <a16:creationId xmlns:a16="http://schemas.microsoft.com/office/drawing/2014/main" id="{F88EAB0E-61D1-4F0D-8136-8CDAB7BD4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5053" y="5789451"/>
                <a:ext cx="1404811" cy="1430067"/>
              </a:xfrm>
              <a:custGeom>
                <a:avLst/>
                <a:gdLst>
                  <a:gd name="T0" fmla="*/ 901 w 1469"/>
                  <a:gd name="T1" fmla="*/ 166 h 1494"/>
                  <a:gd name="T2" fmla="*/ 807 w 1469"/>
                  <a:gd name="T3" fmla="*/ 145 h 1494"/>
                  <a:gd name="T4" fmla="*/ 623 w 1469"/>
                  <a:gd name="T5" fmla="*/ 11 h 1494"/>
                  <a:gd name="T6" fmla="*/ 511 w 1469"/>
                  <a:gd name="T7" fmla="*/ 190 h 1494"/>
                  <a:gd name="T8" fmla="*/ 409 w 1469"/>
                  <a:gd name="T9" fmla="*/ 81 h 1494"/>
                  <a:gd name="T10" fmla="*/ 337 w 1469"/>
                  <a:gd name="T11" fmla="*/ 300 h 1494"/>
                  <a:gd name="T12" fmla="*/ 267 w 1469"/>
                  <a:gd name="T13" fmla="*/ 370 h 1494"/>
                  <a:gd name="T14" fmla="*/ 59 w 1469"/>
                  <a:gd name="T15" fmla="*/ 455 h 1494"/>
                  <a:gd name="T16" fmla="*/ 147 w 1469"/>
                  <a:gd name="T17" fmla="*/ 648 h 1494"/>
                  <a:gd name="T18" fmla="*/ 0 w 1469"/>
                  <a:gd name="T19" fmla="*/ 672 h 1494"/>
                  <a:gd name="T20" fmla="*/ 147 w 1469"/>
                  <a:gd name="T21" fmla="*/ 851 h 1494"/>
                  <a:gd name="T22" fmla="*/ 182 w 1469"/>
                  <a:gd name="T23" fmla="*/ 974 h 1494"/>
                  <a:gd name="T24" fmla="*/ 149 w 1469"/>
                  <a:gd name="T25" fmla="*/ 1199 h 1494"/>
                  <a:gd name="T26" fmla="*/ 401 w 1469"/>
                  <a:gd name="T27" fmla="*/ 1244 h 1494"/>
                  <a:gd name="T28" fmla="*/ 361 w 1469"/>
                  <a:gd name="T29" fmla="*/ 1388 h 1494"/>
                  <a:gd name="T30" fmla="*/ 586 w 1469"/>
                  <a:gd name="T31" fmla="*/ 1330 h 1494"/>
                  <a:gd name="T32" fmla="*/ 682 w 1469"/>
                  <a:gd name="T33" fmla="*/ 1348 h 1494"/>
                  <a:gd name="T34" fmla="*/ 717 w 1469"/>
                  <a:gd name="T35" fmla="*/ 1493 h 1494"/>
                  <a:gd name="T36" fmla="*/ 885 w 1469"/>
                  <a:gd name="T37" fmla="*/ 1335 h 1494"/>
                  <a:gd name="T38" fmla="*/ 976 w 1469"/>
                  <a:gd name="T39" fmla="*/ 1303 h 1494"/>
                  <a:gd name="T40" fmla="*/ 1078 w 1469"/>
                  <a:gd name="T41" fmla="*/ 1415 h 1494"/>
                  <a:gd name="T42" fmla="*/ 1150 w 1469"/>
                  <a:gd name="T43" fmla="*/ 1193 h 1494"/>
                  <a:gd name="T44" fmla="*/ 1214 w 1469"/>
                  <a:gd name="T45" fmla="*/ 1124 h 1494"/>
                  <a:gd name="T46" fmla="*/ 1359 w 1469"/>
                  <a:gd name="T47" fmla="*/ 1172 h 1494"/>
                  <a:gd name="T48" fmla="*/ 1316 w 1469"/>
                  <a:gd name="T49" fmla="*/ 944 h 1494"/>
                  <a:gd name="T50" fmla="*/ 1337 w 1469"/>
                  <a:gd name="T51" fmla="*/ 835 h 1494"/>
                  <a:gd name="T52" fmla="*/ 1468 w 1469"/>
                  <a:gd name="T53" fmla="*/ 824 h 1494"/>
                  <a:gd name="T54" fmla="*/ 1329 w 1469"/>
                  <a:gd name="T55" fmla="*/ 645 h 1494"/>
                  <a:gd name="T56" fmla="*/ 1300 w 1469"/>
                  <a:gd name="T57" fmla="*/ 525 h 1494"/>
                  <a:gd name="T58" fmla="*/ 1417 w 1469"/>
                  <a:gd name="T59" fmla="*/ 426 h 1494"/>
                  <a:gd name="T60" fmla="*/ 1198 w 1469"/>
                  <a:gd name="T61" fmla="*/ 348 h 1494"/>
                  <a:gd name="T62" fmla="*/ 1088 w 1469"/>
                  <a:gd name="T63" fmla="*/ 252 h 1494"/>
                  <a:gd name="T64" fmla="*/ 1128 w 1469"/>
                  <a:gd name="T65" fmla="*/ 107 h 1494"/>
                  <a:gd name="T66" fmla="*/ 901 w 1469"/>
                  <a:gd name="T67" fmla="*/ 166 h 1494"/>
                  <a:gd name="T68" fmla="*/ 1244 w 1469"/>
                  <a:gd name="T69" fmla="*/ 746 h 1494"/>
                  <a:gd name="T70" fmla="*/ 243 w 1469"/>
                  <a:gd name="T71" fmla="*/ 746 h 1494"/>
                  <a:gd name="T72" fmla="*/ 1244 w 1469"/>
                  <a:gd name="T73" fmla="*/ 746 h 1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69" h="1494">
                    <a:moveTo>
                      <a:pt x="901" y="166"/>
                    </a:moveTo>
                    <a:lnTo>
                      <a:pt x="901" y="166"/>
                    </a:lnTo>
                    <a:cubicBezTo>
                      <a:pt x="872" y="158"/>
                      <a:pt x="840" y="150"/>
                      <a:pt x="807" y="147"/>
                    </a:cubicBezTo>
                    <a:cubicBezTo>
                      <a:pt x="807" y="145"/>
                      <a:pt x="807" y="145"/>
                      <a:pt x="807" y="145"/>
                    </a:cubicBezTo>
                    <a:cubicBezTo>
                      <a:pt x="773" y="0"/>
                      <a:pt x="773" y="0"/>
                      <a:pt x="773" y="0"/>
                    </a:cubicBezTo>
                    <a:cubicBezTo>
                      <a:pt x="623" y="11"/>
                      <a:pt x="623" y="11"/>
                      <a:pt x="623" y="11"/>
                    </a:cubicBezTo>
                    <a:cubicBezTo>
                      <a:pt x="602" y="161"/>
                      <a:pt x="602" y="161"/>
                      <a:pt x="602" y="161"/>
                    </a:cubicBezTo>
                    <a:cubicBezTo>
                      <a:pt x="572" y="169"/>
                      <a:pt x="540" y="177"/>
                      <a:pt x="511" y="190"/>
                    </a:cubicBezTo>
                    <a:cubicBezTo>
                      <a:pt x="508" y="187"/>
                      <a:pt x="508" y="187"/>
                      <a:pt x="508" y="187"/>
                    </a:cubicBezTo>
                    <a:cubicBezTo>
                      <a:pt x="409" y="81"/>
                      <a:pt x="409" y="81"/>
                      <a:pt x="409" y="81"/>
                    </a:cubicBezTo>
                    <a:cubicBezTo>
                      <a:pt x="283" y="161"/>
                      <a:pt x="283" y="161"/>
                      <a:pt x="283" y="161"/>
                    </a:cubicBezTo>
                    <a:cubicBezTo>
                      <a:pt x="337" y="300"/>
                      <a:pt x="337" y="300"/>
                      <a:pt x="337" y="300"/>
                    </a:cubicBezTo>
                    <a:cubicBezTo>
                      <a:pt x="313" y="321"/>
                      <a:pt x="291" y="345"/>
                      <a:pt x="270" y="372"/>
                    </a:cubicBezTo>
                    <a:cubicBezTo>
                      <a:pt x="267" y="370"/>
                      <a:pt x="267" y="370"/>
                      <a:pt x="267" y="370"/>
                    </a:cubicBezTo>
                    <a:cubicBezTo>
                      <a:pt x="131" y="324"/>
                      <a:pt x="131" y="324"/>
                      <a:pt x="131" y="324"/>
                    </a:cubicBezTo>
                    <a:cubicBezTo>
                      <a:pt x="59" y="455"/>
                      <a:pt x="59" y="455"/>
                      <a:pt x="59" y="455"/>
                    </a:cubicBezTo>
                    <a:cubicBezTo>
                      <a:pt x="174" y="551"/>
                      <a:pt x="174" y="551"/>
                      <a:pt x="174" y="551"/>
                    </a:cubicBezTo>
                    <a:cubicBezTo>
                      <a:pt x="163" y="581"/>
                      <a:pt x="155" y="605"/>
                      <a:pt x="147" y="648"/>
                    </a:cubicBezTo>
                    <a:cubicBezTo>
                      <a:pt x="144" y="648"/>
                      <a:pt x="144" y="648"/>
                      <a:pt x="144" y="648"/>
                    </a:cubicBezTo>
                    <a:cubicBezTo>
                      <a:pt x="0" y="672"/>
                      <a:pt x="0" y="672"/>
                      <a:pt x="0" y="672"/>
                    </a:cubicBezTo>
                    <a:cubicBezTo>
                      <a:pt x="0" y="821"/>
                      <a:pt x="0" y="821"/>
                      <a:pt x="0" y="821"/>
                    </a:cubicBezTo>
                    <a:cubicBezTo>
                      <a:pt x="147" y="851"/>
                      <a:pt x="147" y="851"/>
                      <a:pt x="147" y="851"/>
                    </a:cubicBezTo>
                    <a:cubicBezTo>
                      <a:pt x="155" y="894"/>
                      <a:pt x="165" y="934"/>
                      <a:pt x="182" y="971"/>
                    </a:cubicBezTo>
                    <a:cubicBezTo>
                      <a:pt x="182" y="974"/>
                      <a:pt x="182" y="974"/>
                      <a:pt x="182" y="974"/>
                    </a:cubicBezTo>
                    <a:cubicBezTo>
                      <a:pt x="72" y="1070"/>
                      <a:pt x="72" y="1070"/>
                      <a:pt x="72" y="1070"/>
                    </a:cubicBezTo>
                    <a:cubicBezTo>
                      <a:pt x="149" y="1199"/>
                      <a:pt x="149" y="1199"/>
                      <a:pt x="149" y="1199"/>
                    </a:cubicBezTo>
                    <a:cubicBezTo>
                      <a:pt x="291" y="1148"/>
                      <a:pt x="291" y="1148"/>
                      <a:pt x="291" y="1148"/>
                    </a:cubicBezTo>
                    <a:cubicBezTo>
                      <a:pt x="323" y="1183"/>
                      <a:pt x="358" y="1217"/>
                      <a:pt x="401" y="1244"/>
                    </a:cubicBezTo>
                    <a:cubicBezTo>
                      <a:pt x="398" y="1247"/>
                      <a:pt x="398" y="1247"/>
                      <a:pt x="398" y="1247"/>
                    </a:cubicBezTo>
                    <a:cubicBezTo>
                      <a:pt x="361" y="1388"/>
                      <a:pt x="361" y="1388"/>
                      <a:pt x="361" y="1388"/>
                    </a:cubicBezTo>
                    <a:cubicBezTo>
                      <a:pt x="497" y="1453"/>
                      <a:pt x="497" y="1453"/>
                      <a:pt x="497" y="1453"/>
                    </a:cubicBezTo>
                    <a:cubicBezTo>
                      <a:pt x="586" y="1330"/>
                      <a:pt x="586" y="1330"/>
                      <a:pt x="586" y="1330"/>
                    </a:cubicBezTo>
                    <a:lnTo>
                      <a:pt x="586" y="1330"/>
                    </a:lnTo>
                    <a:cubicBezTo>
                      <a:pt x="618" y="1338"/>
                      <a:pt x="647" y="1346"/>
                      <a:pt x="682" y="1348"/>
                    </a:cubicBezTo>
                    <a:cubicBezTo>
                      <a:pt x="682" y="1351"/>
                      <a:pt x="682" y="1351"/>
                      <a:pt x="682" y="1351"/>
                    </a:cubicBezTo>
                    <a:cubicBezTo>
                      <a:pt x="717" y="1493"/>
                      <a:pt x="717" y="1493"/>
                      <a:pt x="717" y="1493"/>
                    </a:cubicBezTo>
                    <a:cubicBezTo>
                      <a:pt x="866" y="1485"/>
                      <a:pt x="866" y="1485"/>
                      <a:pt x="866" y="1485"/>
                    </a:cubicBezTo>
                    <a:cubicBezTo>
                      <a:pt x="885" y="1335"/>
                      <a:pt x="885" y="1335"/>
                      <a:pt x="885" y="1335"/>
                    </a:cubicBezTo>
                    <a:cubicBezTo>
                      <a:pt x="885" y="1332"/>
                      <a:pt x="885" y="1332"/>
                      <a:pt x="885" y="1332"/>
                    </a:cubicBezTo>
                    <a:cubicBezTo>
                      <a:pt x="917" y="1324"/>
                      <a:pt x="947" y="1316"/>
                      <a:pt x="976" y="1303"/>
                    </a:cubicBezTo>
                    <a:cubicBezTo>
                      <a:pt x="979" y="1308"/>
                      <a:pt x="979" y="1308"/>
                      <a:pt x="979" y="1308"/>
                    </a:cubicBezTo>
                    <a:cubicBezTo>
                      <a:pt x="1078" y="1415"/>
                      <a:pt x="1078" y="1415"/>
                      <a:pt x="1078" y="1415"/>
                    </a:cubicBezTo>
                    <a:cubicBezTo>
                      <a:pt x="1206" y="1335"/>
                      <a:pt x="1206" y="1335"/>
                      <a:pt x="1206" y="1335"/>
                    </a:cubicBezTo>
                    <a:cubicBezTo>
                      <a:pt x="1150" y="1193"/>
                      <a:pt x="1150" y="1193"/>
                      <a:pt x="1150" y="1193"/>
                    </a:cubicBezTo>
                    <a:lnTo>
                      <a:pt x="1150" y="1193"/>
                    </a:lnTo>
                    <a:cubicBezTo>
                      <a:pt x="1171" y="1172"/>
                      <a:pt x="1195" y="1148"/>
                      <a:pt x="1214" y="1124"/>
                    </a:cubicBezTo>
                    <a:cubicBezTo>
                      <a:pt x="1220" y="1126"/>
                      <a:pt x="1220" y="1126"/>
                      <a:pt x="1220" y="1126"/>
                    </a:cubicBezTo>
                    <a:cubicBezTo>
                      <a:pt x="1359" y="1172"/>
                      <a:pt x="1359" y="1172"/>
                      <a:pt x="1359" y="1172"/>
                    </a:cubicBezTo>
                    <a:cubicBezTo>
                      <a:pt x="1431" y="1041"/>
                      <a:pt x="1431" y="1041"/>
                      <a:pt x="1431" y="1041"/>
                    </a:cubicBezTo>
                    <a:cubicBezTo>
                      <a:pt x="1316" y="944"/>
                      <a:pt x="1316" y="944"/>
                      <a:pt x="1316" y="944"/>
                    </a:cubicBezTo>
                    <a:cubicBezTo>
                      <a:pt x="1313" y="936"/>
                      <a:pt x="1313" y="936"/>
                      <a:pt x="1313" y="936"/>
                    </a:cubicBezTo>
                    <a:cubicBezTo>
                      <a:pt x="1324" y="904"/>
                      <a:pt x="1332" y="878"/>
                      <a:pt x="1337" y="835"/>
                    </a:cubicBezTo>
                    <a:cubicBezTo>
                      <a:pt x="1342" y="835"/>
                      <a:pt x="1342" y="835"/>
                      <a:pt x="1342" y="835"/>
                    </a:cubicBezTo>
                    <a:cubicBezTo>
                      <a:pt x="1468" y="824"/>
                      <a:pt x="1468" y="824"/>
                      <a:pt x="1468" y="824"/>
                    </a:cubicBezTo>
                    <a:cubicBezTo>
                      <a:pt x="1468" y="674"/>
                      <a:pt x="1468" y="674"/>
                      <a:pt x="1468" y="674"/>
                    </a:cubicBezTo>
                    <a:cubicBezTo>
                      <a:pt x="1329" y="645"/>
                      <a:pt x="1329" y="645"/>
                      <a:pt x="1329" y="645"/>
                    </a:cubicBezTo>
                    <a:cubicBezTo>
                      <a:pt x="1332" y="645"/>
                      <a:pt x="1332" y="645"/>
                      <a:pt x="1332" y="645"/>
                    </a:cubicBezTo>
                    <a:cubicBezTo>
                      <a:pt x="1324" y="602"/>
                      <a:pt x="1316" y="562"/>
                      <a:pt x="1300" y="525"/>
                    </a:cubicBezTo>
                    <a:cubicBezTo>
                      <a:pt x="1308" y="522"/>
                      <a:pt x="1308" y="522"/>
                      <a:pt x="1308" y="522"/>
                    </a:cubicBezTo>
                    <a:cubicBezTo>
                      <a:pt x="1417" y="426"/>
                      <a:pt x="1417" y="426"/>
                      <a:pt x="1417" y="426"/>
                    </a:cubicBezTo>
                    <a:cubicBezTo>
                      <a:pt x="1337" y="297"/>
                      <a:pt x="1337" y="297"/>
                      <a:pt x="1337" y="297"/>
                    </a:cubicBezTo>
                    <a:cubicBezTo>
                      <a:pt x="1198" y="348"/>
                      <a:pt x="1198" y="348"/>
                      <a:pt x="1198" y="348"/>
                    </a:cubicBezTo>
                    <a:cubicBezTo>
                      <a:pt x="1195" y="351"/>
                      <a:pt x="1195" y="351"/>
                      <a:pt x="1195" y="351"/>
                    </a:cubicBezTo>
                    <a:cubicBezTo>
                      <a:pt x="1163" y="313"/>
                      <a:pt x="1128" y="281"/>
                      <a:pt x="1088" y="252"/>
                    </a:cubicBezTo>
                    <a:cubicBezTo>
                      <a:pt x="1088" y="249"/>
                      <a:pt x="1088" y="249"/>
                      <a:pt x="1088" y="249"/>
                    </a:cubicBezTo>
                    <a:cubicBezTo>
                      <a:pt x="1128" y="107"/>
                      <a:pt x="1128" y="107"/>
                      <a:pt x="1128" y="107"/>
                    </a:cubicBezTo>
                    <a:cubicBezTo>
                      <a:pt x="992" y="43"/>
                      <a:pt x="992" y="43"/>
                      <a:pt x="992" y="43"/>
                    </a:cubicBezTo>
                    <a:cubicBezTo>
                      <a:pt x="901" y="166"/>
                      <a:pt x="901" y="166"/>
                      <a:pt x="901" y="166"/>
                    </a:cubicBezTo>
                    <a:close/>
                    <a:moveTo>
                      <a:pt x="1244" y="746"/>
                    </a:moveTo>
                    <a:lnTo>
                      <a:pt x="1244" y="746"/>
                    </a:lnTo>
                    <a:cubicBezTo>
                      <a:pt x="1244" y="1025"/>
                      <a:pt x="1019" y="1247"/>
                      <a:pt x="743" y="1247"/>
                    </a:cubicBezTo>
                    <a:cubicBezTo>
                      <a:pt x="465" y="1247"/>
                      <a:pt x="243" y="1025"/>
                      <a:pt x="243" y="746"/>
                    </a:cubicBezTo>
                    <a:cubicBezTo>
                      <a:pt x="243" y="471"/>
                      <a:pt x="465" y="246"/>
                      <a:pt x="743" y="246"/>
                    </a:cubicBezTo>
                    <a:cubicBezTo>
                      <a:pt x="1019" y="246"/>
                      <a:pt x="1244" y="471"/>
                      <a:pt x="1244" y="746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1" name="Group 30">
              <a:extLst>
                <a:ext uri="{FF2B5EF4-FFF2-40B4-BE49-F238E27FC236}">
                  <a16:creationId xmlns:a16="http://schemas.microsoft.com/office/drawing/2014/main" id="{83E82DA0-17EA-4C36-A00D-2FC1CF0ACA79}"/>
                </a:ext>
              </a:extLst>
            </p:cNvPr>
            <p:cNvGrpSpPr/>
            <p:nvPr/>
          </p:nvGrpSpPr>
          <p:grpSpPr>
            <a:xfrm>
              <a:off x="10111985" y="3323684"/>
              <a:ext cx="301421" cy="305699"/>
              <a:chOff x="18019573" y="6559487"/>
              <a:chExt cx="592390" cy="600797"/>
            </a:xfrm>
            <a:solidFill>
              <a:schemeClr val="accent1"/>
            </a:solidFill>
          </p:grpSpPr>
          <p:sp>
            <p:nvSpPr>
              <p:cNvPr id="89" name="Freeform: Shape 31">
                <a:extLst>
                  <a:ext uri="{FF2B5EF4-FFF2-40B4-BE49-F238E27FC236}">
                    <a16:creationId xmlns:a16="http://schemas.microsoft.com/office/drawing/2014/main" id="{0163956E-8F98-4AC6-9D7E-3AF63CB6E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2282" y="6686416"/>
                <a:ext cx="351203" cy="351170"/>
              </a:xfrm>
              <a:custGeom>
                <a:avLst/>
                <a:gdLst>
                  <a:gd name="T0" fmla="*/ 185 w 370"/>
                  <a:gd name="T1" fmla="*/ 0 h 370"/>
                  <a:gd name="T2" fmla="*/ 185 w 370"/>
                  <a:gd name="T3" fmla="*/ 0 h 370"/>
                  <a:gd name="T4" fmla="*/ 0 w 370"/>
                  <a:gd name="T5" fmla="*/ 184 h 370"/>
                  <a:gd name="T6" fmla="*/ 185 w 370"/>
                  <a:gd name="T7" fmla="*/ 369 h 370"/>
                  <a:gd name="T8" fmla="*/ 369 w 370"/>
                  <a:gd name="T9" fmla="*/ 184 h 370"/>
                  <a:gd name="T10" fmla="*/ 185 w 370"/>
                  <a:gd name="T11" fmla="*/ 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0" h="370">
                    <a:moveTo>
                      <a:pt x="185" y="0"/>
                    </a:moveTo>
                    <a:lnTo>
                      <a:pt x="185" y="0"/>
                    </a:lnTo>
                    <a:cubicBezTo>
                      <a:pt x="83" y="0"/>
                      <a:pt x="0" y="83"/>
                      <a:pt x="0" y="184"/>
                    </a:cubicBezTo>
                    <a:cubicBezTo>
                      <a:pt x="0" y="286"/>
                      <a:pt x="83" y="369"/>
                      <a:pt x="185" y="369"/>
                    </a:cubicBezTo>
                    <a:cubicBezTo>
                      <a:pt x="286" y="369"/>
                      <a:pt x="369" y="286"/>
                      <a:pt x="369" y="184"/>
                    </a:cubicBezTo>
                    <a:cubicBezTo>
                      <a:pt x="369" y="83"/>
                      <a:pt x="286" y="0"/>
                      <a:pt x="185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Freeform: Shape 32">
                <a:extLst>
                  <a:ext uri="{FF2B5EF4-FFF2-40B4-BE49-F238E27FC236}">
                    <a16:creationId xmlns:a16="http://schemas.microsoft.com/office/drawing/2014/main" id="{6645D82A-7601-473D-A99D-72A8549BD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9573" y="6559487"/>
                <a:ext cx="592390" cy="600797"/>
              </a:xfrm>
              <a:custGeom>
                <a:avLst/>
                <a:gdLst>
                  <a:gd name="T0" fmla="*/ 380 w 622"/>
                  <a:gd name="T1" fmla="*/ 69 h 629"/>
                  <a:gd name="T2" fmla="*/ 339 w 622"/>
                  <a:gd name="T3" fmla="*/ 61 h 629"/>
                  <a:gd name="T4" fmla="*/ 262 w 622"/>
                  <a:gd name="T5" fmla="*/ 5 h 629"/>
                  <a:gd name="T6" fmla="*/ 217 w 622"/>
                  <a:gd name="T7" fmla="*/ 80 h 629"/>
                  <a:gd name="T8" fmla="*/ 174 w 622"/>
                  <a:gd name="T9" fmla="*/ 35 h 629"/>
                  <a:gd name="T10" fmla="*/ 142 w 622"/>
                  <a:gd name="T11" fmla="*/ 126 h 629"/>
                  <a:gd name="T12" fmla="*/ 115 w 622"/>
                  <a:gd name="T13" fmla="*/ 155 h 629"/>
                  <a:gd name="T14" fmla="*/ 24 w 622"/>
                  <a:gd name="T15" fmla="*/ 192 h 629"/>
                  <a:gd name="T16" fmla="*/ 64 w 622"/>
                  <a:gd name="T17" fmla="*/ 272 h 629"/>
                  <a:gd name="T18" fmla="*/ 0 w 622"/>
                  <a:gd name="T19" fmla="*/ 283 h 629"/>
                  <a:gd name="T20" fmla="*/ 64 w 622"/>
                  <a:gd name="T21" fmla="*/ 358 h 629"/>
                  <a:gd name="T22" fmla="*/ 77 w 622"/>
                  <a:gd name="T23" fmla="*/ 409 h 629"/>
                  <a:gd name="T24" fmla="*/ 64 w 622"/>
                  <a:gd name="T25" fmla="*/ 505 h 629"/>
                  <a:gd name="T26" fmla="*/ 168 w 622"/>
                  <a:gd name="T27" fmla="*/ 524 h 629"/>
                  <a:gd name="T28" fmla="*/ 152 w 622"/>
                  <a:gd name="T29" fmla="*/ 585 h 629"/>
                  <a:gd name="T30" fmla="*/ 248 w 622"/>
                  <a:gd name="T31" fmla="*/ 561 h 629"/>
                  <a:gd name="T32" fmla="*/ 289 w 622"/>
                  <a:gd name="T33" fmla="*/ 567 h 629"/>
                  <a:gd name="T34" fmla="*/ 302 w 622"/>
                  <a:gd name="T35" fmla="*/ 628 h 629"/>
                  <a:gd name="T36" fmla="*/ 374 w 622"/>
                  <a:gd name="T37" fmla="*/ 561 h 629"/>
                  <a:gd name="T38" fmla="*/ 412 w 622"/>
                  <a:gd name="T39" fmla="*/ 548 h 629"/>
                  <a:gd name="T40" fmla="*/ 455 w 622"/>
                  <a:gd name="T41" fmla="*/ 596 h 629"/>
                  <a:gd name="T42" fmla="*/ 487 w 622"/>
                  <a:gd name="T43" fmla="*/ 503 h 629"/>
                  <a:gd name="T44" fmla="*/ 513 w 622"/>
                  <a:gd name="T45" fmla="*/ 473 h 629"/>
                  <a:gd name="T46" fmla="*/ 572 w 622"/>
                  <a:gd name="T47" fmla="*/ 495 h 629"/>
                  <a:gd name="T48" fmla="*/ 553 w 622"/>
                  <a:gd name="T49" fmla="*/ 398 h 629"/>
                  <a:gd name="T50" fmla="*/ 564 w 622"/>
                  <a:gd name="T51" fmla="*/ 350 h 629"/>
                  <a:gd name="T52" fmla="*/ 621 w 622"/>
                  <a:gd name="T53" fmla="*/ 347 h 629"/>
                  <a:gd name="T54" fmla="*/ 562 w 622"/>
                  <a:gd name="T55" fmla="*/ 272 h 629"/>
                  <a:gd name="T56" fmla="*/ 548 w 622"/>
                  <a:gd name="T57" fmla="*/ 222 h 629"/>
                  <a:gd name="T58" fmla="*/ 599 w 622"/>
                  <a:gd name="T59" fmla="*/ 179 h 629"/>
                  <a:gd name="T60" fmla="*/ 506 w 622"/>
                  <a:gd name="T61" fmla="*/ 147 h 629"/>
                  <a:gd name="T62" fmla="*/ 460 w 622"/>
                  <a:gd name="T63" fmla="*/ 107 h 629"/>
                  <a:gd name="T64" fmla="*/ 476 w 622"/>
                  <a:gd name="T65" fmla="*/ 45 h 629"/>
                  <a:gd name="T66" fmla="*/ 380 w 622"/>
                  <a:gd name="T67" fmla="*/ 69 h 629"/>
                  <a:gd name="T68" fmla="*/ 524 w 622"/>
                  <a:gd name="T69" fmla="*/ 315 h 629"/>
                  <a:gd name="T70" fmla="*/ 102 w 622"/>
                  <a:gd name="T71" fmla="*/ 315 h 629"/>
                  <a:gd name="T72" fmla="*/ 524 w 622"/>
                  <a:gd name="T73" fmla="*/ 315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22" h="629">
                    <a:moveTo>
                      <a:pt x="380" y="69"/>
                    </a:moveTo>
                    <a:lnTo>
                      <a:pt x="380" y="69"/>
                    </a:lnTo>
                    <a:cubicBezTo>
                      <a:pt x="369" y="67"/>
                      <a:pt x="356" y="64"/>
                      <a:pt x="339" y="61"/>
                    </a:cubicBezTo>
                    <a:lnTo>
                      <a:pt x="339" y="61"/>
                    </a:lnTo>
                    <a:cubicBezTo>
                      <a:pt x="326" y="0"/>
                      <a:pt x="326" y="0"/>
                      <a:pt x="326" y="0"/>
                    </a:cubicBezTo>
                    <a:cubicBezTo>
                      <a:pt x="262" y="5"/>
                      <a:pt x="262" y="5"/>
                      <a:pt x="262" y="5"/>
                    </a:cubicBezTo>
                    <a:cubicBezTo>
                      <a:pt x="254" y="67"/>
                      <a:pt x="254" y="67"/>
                      <a:pt x="254" y="67"/>
                    </a:cubicBezTo>
                    <a:cubicBezTo>
                      <a:pt x="241" y="72"/>
                      <a:pt x="227" y="75"/>
                      <a:pt x="217" y="80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74" y="35"/>
                      <a:pt x="174" y="35"/>
                      <a:pt x="174" y="35"/>
                    </a:cubicBezTo>
                    <a:cubicBezTo>
                      <a:pt x="120" y="67"/>
                      <a:pt x="120" y="67"/>
                      <a:pt x="120" y="67"/>
                    </a:cubicBezTo>
                    <a:cubicBezTo>
                      <a:pt x="142" y="126"/>
                      <a:pt x="142" y="126"/>
                      <a:pt x="142" y="126"/>
                    </a:cubicBezTo>
                    <a:cubicBezTo>
                      <a:pt x="133" y="136"/>
                      <a:pt x="123" y="147"/>
                      <a:pt x="115" y="157"/>
                    </a:cubicBezTo>
                    <a:cubicBezTo>
                      <a:pt x="115" y="155"/>
                      <a:pt x="115" y="155"/>
                      <a:pt x="115" y="155"/>
                    </a:cubicBezTo>
                    <a:cubicBezTo>
                      <a:pt x="56" y="136"/>
                      <a:pt x="56" y="136"/>
                      <a:pt x="56" y="136"/>
                    </a:cubicBezTo>
                    <a:cubicBezTo>
                      <a:pt x="24" y="192"/>
                      <a:pt x="24" y="192"/>
                      <a:pt x="24" y="192"/>
                    </a:cubicBezTo>
                    <a:cubicBezTo>
                      <a:pt x="72" y="232"/>
                      <a:pt x="72" y="232"/>
                      <a:pt x="72" y="232"/>
                    </a:cubicBezTo>
                    <a:cubicBezTo>
                      <a:pt x="69" y="246"/>
                      <a:pt x="64" y="254"/>
                      <a:pt x="64" y="272"/>
                    </a:cubicBezTo>
                    <a:cubicBezTo>
                      <a:pt x="61" y="272"/>
                      <a:pt x="61" y="272"/>
                      <a:pt x="61" y="272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64" y="358"/>
                      <a:pt x="64" y="358"/>
                      <a:pt x="64" y="358"/>
                    </a:cubicBezTo>
                    <a:cubicBezTo>
                      <a:pt x="67" y="377"/>
                      <a:pt x="72" y="393"/>
                      <a:pt x="77" y="409"/>
                    </a:cubicBezTo>
                    <a:lnTo>
                      <a:pt x="77" y="409"/>
                    </a:lnTo>
                    <a:cubicBezTo>
                      <a:pt x="29" y="452"/>
                      <a:pt x="29" y="452"/>
                      <a:pt x="29" y="452"/>
                    </a:cubicBezTo>
                    <a:cubicBezTo>
                      <a:pt x="64" y="505"/>
                      <a:pt x="64" y="505"/>
                      <a:pt x="64" y="505"/>
                    </a:cubicBezTo>
                    <a:cubicBezTo>
                      <a:pt x="123" y="484"/>
                      <a:pt x="123" y="484"/>
                      <a:pt x="123" y="484"/>
                    </a:cubicBezTo>
                    <a:cubicBezTo>
                      <a:pt x="136" y="497"/>
                      <a:pt x="152" y="513"/>
                      <a:pt x="168" y="524"/>
                    </a:cubicBezTo>
                    <a:cubicBezTo>
                      <a:pt x="168" y="527"/>
                      <a:pt x="168" y="527"/>
                      <a:pt x="168" y="527"/>
                    </a:cubicBezTo>
                    <a:cubicBezTo>
                      <a:pt x="152" y="585"/>
                      <a:pt x="152" y="585"/>
                      <a:pt x="152" y="585"/>
                    </a:cubicBezTo>
                    <a:cubicBezTo>
                      <a:pt x="211" y="612"/>
                      <a:pt x="211" y="612"/>
                      <a:pt x="211" y="612"/>
                    </a:cubicBezTo>
                    <a:cubicBezTo>
                      <a:pt x="248" y="561"/>
                      <a:pt x="248" y="561"/>
                      <a:pt x="248" y="561"/>
                    </a:cubicBezTo>
                    <a:lnTo>
                      <a:pt x="248" y="561"/>
                    </a:lnTo>
                    <a:cubicBezTo>
                      <a:pt x="259" y="564"/>
                      <a:pt x="273" y="567"/>
                      <a:pt x="289" y="567"/>
                    </a:cubicBezTo>
                    <a:cubicBezTo>
                      <a:pt x="289" y="569"/>
                      <a:pt x="289" y="569"/>
                      <a:pt x="289" y="569"/>
                    </a:cubicBezTo>
                    <a:cubicBezTo>
                      <a:pt x="302" y="628"/>
                      <a:pt x="302" y="628"/>
                      <a:pt x="302" y="628"/>
                    </a:cubicBezTo>
                    <a:cubicBezTo>
                      <a:pt x="366" y="626"/>
                      <a:pt x="366" y="626"/>
                      <a:pt x="366" y="626"/>
                    </a:cubicBezTo>
                    <a:cubicBezTo>
                      <a:pt x="374" y="561"/>
                      <a:pt x="374" y="561"/>
                      <a:pt x="374" y="561"/>
                    </a:cubicBezTo>
                    <a:lnTo>
                      <a:pt x="374" y="561"/>
                    </a:lnTo>
                    <a:cubicBezTo>
                      <a:pt x="388" y="559"/>
                      <a:pt x="401" y="554"/>
                      <a:pt x="412" y="548"/>
                    </a:cubicBezTo>
                    <a:cubicBezTo>
                      <a:pt x="414" y="551"/>
                      <a:pt x="414" y="551"/>
                      <a:pt x="414" y="551"/>
                    </a:cubicBezTo>
                    <a:cubicBezTo>
                      <a:pt x="455" y="596"/>
                      <a:pt x="455" y="596"/>
                      <a:pt x="455" y="596"/>
                    </a:cubicBezTo>
                    <a:cubicBezTo>
                      <a:pt x="508" y="561"/>
                      <a:pt x="508" y="561"/>
                      <a:pt x="508" y="561"/>
                    </a:cubicBezTo>
                    <a:cubicBezTo>
                      <a:pt x="487" y="503"/>
                      <a:pt x="487" y="503"/>
                      <a:pt x="487" y="503"/>
                    </a:cubicBezTo>
                    <a:cubicBezTo>
                      <a:pt x="484" y="503"/>
                      <a:pt x="484" y="503"/>
                      <a:pt x="484" y="503"/>
                    </a:cubicBezTo>
                    <a:cubicBezTo>
                      <a:pt x="495" y="495"/>
                      <a:pt x="506" y="484"/>
                      <a:pt x="513" y="473"/>
                    </a:cubicBezTo>
                    <a:lnTo>
                      <a:pt x="513" y="473"/>
                    </a:lnTo>
                    <a:cubicBezTo>
                      <a:pt x="572" y="495"/>
                      <a:pt x="572" y="495"/>
                      <a:pt x="572" y="495"/>
                    </a:cubicBezTo>
                    <a:cubicBezTo>
                      <a:pt x="604" y="439"/>
                      <a:pt x="604" y="439"/>
                      <a:pt x="604" y="439"/>
                    </a:cubicBezTo>
                    <a:cubicBezTo>
                      <a:pt x="553" y="398"/>
                      <a:pt x="553" y="398"/>
                      <a:pt x="553" y="398"/>
                    </a:cubicBezTo>
                    <a:cubicBezTo>
                      <a:pt x="553" y="393"/>
                      <a:pt x="553" y="393"/>
                      <a:pt x="553" y="393"/>
                    </a:cubicBezTo>
                    <a:cubicBezTo>
                      <a:pt x="559" y="382"/>
                      <a:pt x="562" y="369"/>
                      <a:pt x="564" y="350"/>
                    </a:cubicBezTo>
                    <a:cubicBezTo>
                      <a:pt x="567" y="350"/>
                      <a:pt x="567" y="350"/>
                      <a:pt x="567" y="350"/>
                    </a:cubicBezTo>
                    <a:cubicBezTo>
                      <a:pt x="621" y="347"/>
                      <a:pt x="621" y="347"/>
                      <a:pt x="621" y="347"/>
                    </a:cubicBezTo>
                    <a:cubicBezTo>
                      <a:pt x="621" y="283"/>
                      <a:pt x="621" y="283"/>
                      <a:pt x="621" y="283"/>
                    </a:cubicBezTo>
                    <a:cubicBezTo>
                      <a:pt x="562" y="272"/>
                      <a:pt x="562" y="272"/>
                      <a:pt x="562" y="272"/>
                    </a:cubicBezTo>
                    <a:lnTo>
                      <a:pt x="562" y="272"/>
                    </a:lnTo>
                    <a:cubicBezTo>
                      <a:pt x="559" y="254"/>
                      <a:pt x="556" y="238"/>
                      <a:pt x="548" y="222"/>
                    </a:cubicBezTo>
                    <a:cubicBezTo>
                      <a:pt x="551" y="219"/>
                      <a:pt x="551" y="219"/>
                      <a:pt x="551" y="219"/>
                    </a:cubicBezTo>
                    <a:cubicBezTo>
                      <a:pt x="599" y="179"/>
                      <a:pt x="599" y="179"/>
                      <a:pt x="599" y="179"/>
                    </a:cubicBezTo>
                    <a:cubicBezTo>
                      <a:pt x="564" y="126"/>
                      <a:pt x="564" y="126"/>
                      <a:pt x="564" y="126"/>
                    </a:cubicBezTo>
                    <a:cubicBezTo>
                      <a:pt x="506" y="147"/>
                      <a:pt x="506" y="147"/>
                      <a:pt x="506" y="147"/>
                    </a:cubicBezTo>
                    <a:lnTo>
                      <a:pt x="506" y="147"/>
                    </a:lnTo>
                    <a:cubicBezTo>
                      <a:pt x="492" y="131"/>
                      <a:pt x="476" y="117"/>
                      <a:pt x="460" y="107"/>
                    </a:cubicBezTo>
                    <a:cubicBezTo>
                      <a:pt x="460" y="104"/>
                      <a:pt x="460" y="104"/>
                      <a:pt x="460" y="104"/>
                    </a:cubicBezTo>
                    <a:cubicBezTo>
                      <a:pt x="476" y="45"/>
                      <a:pt x="476" y="45"/>
                      <a:pt x="476" y="45"/>
                    </a:cubicBezTo>
                    <a:cubicBezTo>
                      <a:pt x="417" y="18"/>
                      <a:pt x="417" y="18"/>
                      <a:pt x="417" y="18"/>
                    </a:cubicBezTo>
                    <a:cubicBezTo>
                      <a:pt x="380" y="69"/>
                      <a:pt x="380" y="69"/>
                      <a:pt x="380" y="69"/>
                    </a:cubicBezTo>
                    <a:close/>
                    <a:moveTo>
                      <a:pt x="524" y="315"/>
                    </a:moveTo>
                    <a:lnTo>
                      <a:pt x="524" y="315"/>
                    </a:lnTo>
                    <a:cubicBezTo>
                      <a:pt x="524" y="430"/>
                      <a:pt x="431" y="527"/>
                      <a:pt x="313" y="527"/>
                    </a:cubicBezTo>
                    <a:cubicBezTo>
                      <a:pt x="198" y="527"/>
                      <a:pt x="102" y="430"/>
                      <a:pt x="102" y="315"/>
                    </a:cubicBezTo>
                    <a:cubicBezTo>
                      <a:pt x="102" y="198"/>
                      <a:pt x="198" y="104"/>
                      <a:pt x="313" y="104"/>
                    </a:cubicBezTo>
                    <a:cubicBezTo>
                      <a:pt x="431" y="104"/>
                      <a:pt x="524" y="198"/>
                      <a:pt x="524" y="31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2" name="Group 33">
              <a:extLst>
                <a:ext uri="{FF2B5EF4-FFF2-40B4-BE49-F238E27FC236}">
                  <a16:creationId xmlns:a16="http://schemas.microsoft.com/office/drawing/2014/main" id="{B6F6D986-580E-4F6F-A7E2-17E863C800D9}"/>
                </a:ext>
              </a:extLst>
            </p:cNvPr>
            <p:cNvGrpSpPr/>
            <p:nvPr/>
          </p:nvGrpSpPr>
          <p:grpSpPr>
            <a:xfrm>
              <a:off x="8747006" y="2165471"/>
              <a:ext cx="299269" cy="305699"/>
              <a:chOff x="15336891" y="4283227"/>
              <a:chExt cx="588159" cy="600797"/>
            </a:xfrm>
            <a:solidFill>
              <a:schemeClr val="accent2"/>
            </a:solidFill>
          </p:grpSpPr>
          <p:sp>
            <p:nvSpPr>
              <p:cNvPr id="87" name="Freeform: Shape 34">
                <a:extLst>
                  <a:ext uri="{FF2B5EF4-FFF2-40B4-BE49-F238E27FC236}">
                    <a16:creationId xmlns:a16="http://schemas.microsoft.com/office/drawing/2014/main" id="{DD34437A-FBD2-4F3B-9003-8F3584DEC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3832" y="4405925"/>
                <a:ext cx="351203" cy="351170"/>
              </a:xfrm>
              <a:custGeom>
                <a:avLst/>
                <a:gdLst>
                  <a:gd name="T0" fmla="*/ 184 w 370"/>
                  <a:gd name="T1" fmla="*/ 0 h 371"/>
                  <a:gd name="T2" fmla="*/ 184 w 370"/>
                  <a:gd name="T3" fmla="*/ 0 h 371"/>
                  <a:gd name="T4" fmla="*/ 0 w 370"/>
                  <a:gd name="T5" fmla="*/ 185 h 371"/>
                  <a:gd name="T6" fmla="*/ 184 w 370"/>
                  <a:gd name="T7" fmla="*/ 370 h 371"/>
                  <a:gd name="T8" fmla="*/ 369 w 370"/>
                  <a:gd name="T9" fmla="*/ 185 h 371"/>
                  <a:gd name="T10" fmla="*/ 184 w 370"/>
                  <a:gd name="T11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0" h="371">
                    <a:moveTo>
                      <a:pt x="184" y="0"/>
                    </a:moveTo>
                    <a:lnTo>
                      <a:pt x="184" y="0"/>
                    </a:lnTo>
                    <a:cubicBezTo>
                      <a:pt x="83" y="0"/>
                      <a:pt x="0" y="83"/>
                      <a:pt x="0" y="185"/>
                    </a:cubicBezTo>
                    <a:cubicBezTo>
                      <a:pt x="0" y="287"/>
                      <a:pt x="83" y="370"/>
                      <a:pt x="184" y="370"/>
                    </a:cubicBezTo>
                    <a:cubicBezTo>
                      <a:pt x="286" y="370"/>
                      <a:pt x="369" y="287"/>
                      <a:pt x="369" y="185"/>
                    </a:cubicBezTo>
                    <a:cubicBezTo>
                      <a:pt x="369" y="81"/>
                      <a:pt x="286" y="0"/>
                      <a:pt x="18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Freeform: Shape 35">
                <a:extLst>
                  <a:ext uri="{FF2B5EF4-FFF2-40B4-BE49-F238E27FC236}">
                    <a16:creationId xmlns:a16="http://schemas.microsoft.com/office/drawing/2014/main" id="{9BECE7C6-030B-424F-86FC-212A0B3F1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36891" y="4283227"/>
                <a:ext cx="588159" cy="600797"/>
              </a:xfrm>
              <a:custGeom>
                <a:avLst/>
                <a:gdLst>
                  <a:gd name="T0" fmla="*/ 380 w 619"/>
                  <a:gd name="T1" fmla="*/ 70 h 630"/>
                  <a:gd name="T2" fmla="*/ 340 w 619"/>
                  <a:gd name="T3" fmla="*/ 59 h 630"/>
                  <a:gd name="T4" fmla="*/ 263 w 619"/>
                  <a:gd name="T5" fmla="*/ 6 h 630"/>
                  <a:gd name="T6" fmla="*/ 214 w 619"/>
                  <a:gd name="T7" fmla="*/ 81 h 630"/>
                  <a:gd name="T8" fmla="*/ 172 w 619"/>
                  <a:gd name="T9" fmla="*/ 33 h 630"/>
                  <a:gd name="T10" fmla="*/ 142 w 619"/>
                  <a:gd name="T11" fmla="*/ 126 h 630"/>
                  <a:gd name="T12" fmla="*/ 113 w 619"/>
                  <a:gd name="T13" fmla="*/ 155 h 630"/>
                  <a:gd name="T14" fmla="*/ 24 w 619"/>
                  <a:gd name="T15" fmla="*/ 190 h 630"/>
                  <a:gd name="T16" fmla="*/ 62 w 619"/>
                  <a:gd name="T17" fmla="*/ 273 h 630"/>
                  <a:gd name="T18" fmla="*/ 0 w 619"/>
                  <a:gd name="T19" fmla="*/ 281 h 630"/>
                  <a:gd name="T20" fmla="*/ 62 w 619"/>
                  <a:gd name="T21" fmla="*/ 359 h 630"/>
                  <a:gd name="T22" fmla="*/ 75 w 619"/>
                  <a:gd name="T23" fmla="*/ 409 h 630"/>
                  <a:gd name="T24" fmla="*/ 62 w 619"/>
                  <a:gd name="T25" fmla="*/ 506 h 630"/>
                  <a:gd name="T26" fmla="*/ 169 w 619"/>
                  <a:gd name="T27" fmla="*/ 525 h 630"/>
                  <a:gd name="T28" fmla="*/ 153 w 619"/>
                  <a:gd name="T29" fmla="*/ 586 h 630"/>
                  <a:gd name="T30" fmla="*/ 246 w 619"/>
                  <a:gd name="T31" fmla="*/ 559 h 630"/>
                  <a:gd name="T32" fmla="*/ 287 w 619"/>
                  <a:gd name="T33" fmla="*/ 568 h 630"/>
                  <a:gd name="T34" fmla="*/ 303 w 619"/>
                  <a:gd name="T35" fmla="*/ 629 h 630"/>
                  <a:gd name="T36" fmla="*/ 372 w 619"/>
                  <a:gd name="T37" fmla="*/ 562 h 630"/>
                  <a:gd name="T38" fmla="*/ 412 w 619"/>
                  <a:gd name="T39" fmla="*/ 549 h 630"/>
                  <a:gd name="T40" fmla="*/ 455 w 619"/>
                  <a:gd name="T41" fmla="*/ 597 h 630"/>
                  <a:gd name="T42" fmla="*/ 484 w 619"/>
                  <a:gd name="T43" fmla="*/ 503 h 630"/>
                  <a:gd name="T44" fmla="*/ 511 w 619"/>
                  <a:gd name="T45" fmla="*/ 474 h 630"/>
                  <a:gd name="T46" fmla="*/ 573 w 619"/>
                  <a:gd name="T47" fmla="*/ 495 h 630"/>
                  <a:gd name="T48" fmla="*/ 554 w 619"/>
                  <a:gd name="T49" fmla="*/ 399 h 630"/>
                  <a:gd name="T50" fmla="*/ 562 w 619"/>
                  <a:gd name="T51" fmla="*/ 351 h 630"/>
                  <a:gd name="T52" fmla="*/ 618 w 619"/>
                  <a:gd name="T53" fmla="*/ 348 h 630"/>
                  <a:gd name="T54" fmla="*/ 559 w 619"/>
                  <a:gd name="T55" fmla="*/ 270 h 630"/>
                  <a:gd name="T56" fmla="*/ 549 w 619"/>
                  <a:gd name="T57" fmla="*/ 220 h 630"/>
                  <a:gd name="T58" fmla="*/ 597 w 619"/>
                  <a:gd name="T59" fmla="*/ 180 h 630"/>
                  <a:gd name="T60" fmla="*/ 503 w 619"/>
                  <a:gd name="T61" fmla="*/ 148 h 630"/>
                  <a:gd name="T62" fmla="*/ 458 w 619"/>
                  <a:gd name="T63" fmla="*/ 108 h 630"/>
                  <a:gd name="T64" fmla="*/ 474 w 619"/>
                  <a:gd name="T65" fmla="*/ 46 h 630"/>
                  <a:gd name="T66" fmla="*/ 380 w 619"/>
                  <a:gd name="T67" fmla="*/ 70 h 630"/>
                  <a:gd name="T68" fmla="*/ 524 w 619"/>
                  <a:gd name="T69" fmla="*/ 316 h 630"/>
                  <a:gd name="T70" fmla="*/ 102 w 619"/>
                  <a:gd name="T71" fmla="*/ 316 h 630"/>
                  <a:gd name="T72" fmla="*/ 524 w 619"/>
                  <a:gd name="T73" fmla="*/ 316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19" h="630">
                    <a:moveTo>
                      <a:pt x="380" y="70"/>
                    </a:moveTo>
                    <a:lnTo>
                      <a:pt x="380" y="70"/>
                    </a:lnTo>
                    <a:cubicBezTo>
                      <a:pt x="367" y="67"/>
                      <a:pt x="353" y="65"/>
                      <a:pt x="340" y="62"/>
                    </a:cubicBezTo>
                    <a:cubicBezTo>
                      <a:pt x="340" y="59"/>
                      <a:pt x="340" y="59"/>
                      <a:pt x="340" y="59"/>
                    </a:cubicBezTo>
                    <a:cubicBezTo>
                      <a:pt x="324" y="0"/>
                      <a:pt x="324" y="0"/>
                      <a:pt x="324" y="0"/>
                    </a:cubicBezTo>
                    <a:cubicBezTo>
                      <a:pt x="263" y="6"/>
                      <a:pt x="263" y="6"/>
                      <a:pt x="263" y="6"/>
                    </a:cubicBezTo>
                    <a:cubicBezTo>
                      <a:pt x="254" y="67"/>
                      <a:pt x="254" y="67"/>
                      <a:pt x="254" y="67"/>
                    </a:cubicBezTo>
                    <a:cubicBezTo>
                      <a:pt x="241" y="70"/>
                      <a:pt x="228" y="75"/>
                      <a:pt x="214" y="81"/>
                    </a:cubicBezTo>
                    <a:cubicBezTo>
                      <a:pt x="214" y="78"/>
                      <a:pt x="214" y="78"/>
                      <a:pt x="214" y="78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18" y="67"/>
                      <a:pt x="118" y="67"/>
                      <a:pt x="118" y="67"/>
                    </a:cubicBezTo>
                    <a:cubicBezTo>
                      <a:pt x="142" y="126"/>
                      <a:pt x="142" y="126"/>
                      <a:pt x="142" y="126"/>
                    </a:cubicBezTo>
                    <a:cubicBezTo>
                      <a:pt x="131" y="137"/>
                      <a:pt x="123" y="145"/>
                      <a:pt x="113" y="155"/>
                    </a:cubicBezTo>
                    <a:lnTo>
                      <a:pt x="113" y="155"/>
                    </a:lnTo>
                    <a:cubicBezTo>
                      <a:pt x="54" y="137"/>
                      <a:pt x="54" y="137"/>
                      <a:pt x="54" y="137"/>
                    </a:cubicBezTo>
                    <a:cubicBezTo>
                      <a:pt x="24" y="190"/>
                      <a:pt x="24" y="190"/>
                      <a:pt x="24" y="190"/>
                    </a:cubicBezTo>
                    <a:cubicBezTo>
                      <a:pt x="73" y="233"/>
                      <a:pt x="73" y="233"/>
                      <a:pt x="73" y="233"/>
                    </a:cubicBezTo>
                    <a:cubicBezTo>
                      <a:pt x="67" y="244"/>
                      <a:pt x="65" y="254"/>
                      <a:pt x="62" y="273"/>
                    </a:cubicBezTo>
                    <a:lnTo>
                      <a:pt x="62" y="273"/>
                    </a:lnTo>
                    <a:cubicBezTo>
                      <a:pt x="0" y="281"/>
                      <a:pt x="0" y="281"/>
                      <a:pt x="0" y="281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62" y="359"/>
                      <a:pt x="62" y="359"/>
                      <a:pt x="62" y="359"/>
                    </a:cubicBezTo>
                    <a:cubicBezTo>
                      <a:pt x="65" y="375"/>
                      <a:pt x="70" y="394"/>
                      <a:pt x="75" y="409"/>
                    </a:cubicBezTo>
                    <a:lnTo>
                      <a:pt x="75" y="409"/>
                    </a:lnTo>
                    <a:cubicBezTo>
                      <a:pt x="30" y="453"/>
                      <a:pt x="30" y="453"/>
                      <a:pt x="30" y="453"/>
                    </a:cubicBezTo>
                    <a:cubicBezTo>
                      <a:pt x="62" y="506"/>
                      <a:pt x="62" y="506"/>
                      <a:pt x="62" y="506"/>
                    </a:cubicBezTo>
                    <a:cubicBezTo>
                      <a:pt x="123" y="482"/>
                      <a:pt x="123" y="482"/>
                      <a:pt x="123" y="482"/>
                    </a:cubicBezTo>
                    <a:cubicBezTo>
                      <a:pt x="137" y="498"/>
                      <a:pt x="150" y="511"/>
                      <a:pt x="169" y="525"/>
                    </a:cubicBezTo>
                    <a:lnTo>
                      <a:pt x="169" y="525"/>
                    </a:lnTo>
                    <a:cubicBezTo>
                      <a:pt x="153" y="586"/>
                      <a:pt x="153" y="586"/>
                      <a:pt x="153" y="586"/>
                    </a:cubicBezTo>
                    <a:cubicBezTo>
                      <a:pt x="209" y="613"/>
                      <a:pt x="209" y="613"/>
                      <a:pt x="209" y="613"/>
                    </a:cubicBezTo>
                    <a:cubicBezTo>
                      <a:pt x="246" y="559"/>
                      <a:pt x="246" y="559"/>
                      <a:pt x="246" y="559"/>
                    </a:cubicBezTo>
                    <a:lnTo>
                      <a:pt x="246" y="559"/>
                    </a:lnTo>
                    <a:cubicBezTo>
                      <a:pt x="260" y="565"/>
                      <a:pt x="273" y="568"/>
                      <a:pt x="287" y="568"/>
                    </a:cubicBezTo>
                    <a:cubicBezTo>
                      <a:pt x="287" y="570"/>
                      <a:pt x="287" y="570"/>
                      <a:pt x="287" y="570"/>
                    </a:cubicBezTo>
                    <a:cubicBezTo>
                      <a:pt x="303" y="629"/>
                      <a:pt x="303" y="629"/>
                      <a:pt x="303" y="629"/>
                    </a:cubicBezTo>
                    <a:cubicBezTo>
                      <a:pt x="364" y="627"/>
                      <a:pt x="364" y="627"/>
                      <a:pt x="364" y="627"/>
                    </a:cubicBezTo>
                    <a:cubicBezTo>
                      <a:pt x="372" y="562"/>
                      <a:pt x="372" y="562"/>
                      <a:pt x="372" y="562"/>
                    </a:cubicBezTo>
                    <a:lnTo>
                      <a:pt x="372" y="562"/>
                    </a:lnTo>
                    <a:cubicBezTo>
                      <a:pt x="385" y="559"/>
                      <a:pt x="399" y="554"/>
                      <a:pt x="412" y="549"/>
                    </a:cubicBezTo>
                    <a:cubicBezTo>
                      <a:pt x="412" y="552"/>
                      <a:pt x="412" y="552"/>
                      <a:pt x="412" y="552"/>
                    </a:cubicBezTo>
                    <a:cubicBezTo>
                      <a:pt x="455" y="597"/>
                      <a:pt x="455" y="597"/>
                      <a:pt x="455" y="597"/>
                    </a:cubicBezTo>
                    <a:cubicBezTo>
                      <a:pt x="508" y="562"/>
                      <a:pt x="508" y="562"/>
                      <a:pt x="508" y="562"/>
                    </a:cubicBezTo>
                    <a:cubicBezTo>
                      <a:pt x="484" y="503"/>
                      <a:pt x="484" y="503"/>
                      <a:pt x="484" y="503"/>
                    </a:cubicBezTo>
                    <a:lnTo>
                      <a:pt x="484" y="503"/>
                    </a:lnTo>
                    <a:cubicBezTo>
                      <a:pt x="495" y="493"/>
                      <a:pt x="503" y="484"/>
                      <a:pt x="511" y="474"/>
                    </a:cubicBezTo>
                    <a:cubicBezTo>
                      <a:pt x="514" y="474"/>
                      <a:pt x="514" y="474"/>
                      <a:pt x="514" y="474"/>
                    </a:cubicBezTo>
                    <a:cubicBezTo>
                      <a:pt x="573" y="495"/>
                      <a:pt x="573" y="495"/>
                      <a:pt x="573" y="495"/>
                    </a:cubicBezTo>
                    <a:cubicBezTo>
                      <a:pt x="602" y="439"/>
                      <a:pt x="602" y="439"/>
                      <a:pt x="602" y="439"/>
                    </a:cubicBezTo>
                    <a:cubicBezTo>
                      <a:pt x="554" y="399"/>
                      <a:pt x="554" y="399"/>
                      <a:pt x="554" y="399"/>
                    </a:cubicBezTo>
                    <a:cubicBezTo>
                      <a:pt x="554" y="394"/>
                      <a:pt x="554" y="394"/>
                      <a:pt x="554" y="394"/>
                    </a:cubicBezTo>
                    <a:cubicBezTo>
                      <a:pt x="557" y="380"/>
                      <a:pt x="562" y="369"/>
                      <a:pt x="562" y="351"/>
                    </a:cubicBezTo>
                    <a:cubicBezTo>
                      <a:pt x="565" y="351"/>
                      <a:pt x="565" y="351"/>
                      <a:pt x="565" y="351"/>
                    </a:cubicBezTo>
                    <a:cubicBezTo>
                      <a:pt x="618" y="348"/>
                      <a:pt x="618" y="348"/>
                      <a:pt x="618" y="348"/>
                    </a:cubicBezTo>
                    <a:cubicBezTo>
                      <a:pt x="618" y="284"/>
                      <a:pt x="618" y="284"/>
                      <a:pt x="618" y="284"/>
                    </a:cubicBezTo>
                    <a:cubicBezTo>
                      <a:pt x="559" y="270"/>
                      <a:pt x="559" y="270"/>
                      <a:pt x="559" y="270"/>
                    </a:cubicBezTo>
                    <a:cubicBezTo>
                      <a:pt x="562" y="270"/>
                      <a:pt x="562" y="270"/>
                      <a:pt x="562" y="270"/>
                    </a:cubicBezTo>
                    <a:cubicBezTo>
                      <a:pt x="559" y="254"/>
                      <a:pt x="554" y="236"/>
                      <a:pt x="549" y="220"/>
                    </a:cubicBezTo>
                    <a:cubicBezTo>
                      <a:pt x="551" y="220"/>
                      <a:pt x="551" y="220"/>
                      <a:pt x="551" y="220"/>
                    </a:cubicBezTo>
                    <a:cubicBezTo>
                      <a:pt x="597" y="180"/>
                      <a:pt x="597" y="180"/>
                      <a:pt x="597" y="180"/>
                    </a:cubicBezTo>
                    <a:cubicBezTo>
                      <a:pt x="565" y="124"/>
                      <a:pt x="565" y="124"/>
                      <a:pt x="565" y="124"/>
                    </a:cubicBezTo>
                    <a:cubicBezTo>
                      <a:pt x="503" y="148"/>
                      <a:pt x="503" y="148"/>
                      <a:pt x="503" y="148"/>
                    </a:cubicBezTo>
                    <a:lnTo>
                      <a:pt x="503" y="148"/>
                    </a:lnTo>
                    <a:cubicBezTo>
                      <a:pt x="490" y="131"/>
                      <a:pt x="474" y="118"/>
                      <a:pt x="458" y="108"/>
                    </a:cubicBezTo>
                    <a:cubicBezTo>
                      <a:pt x="458" y="105"/>
                      <a:pt x="458" y="105"/>
                      <a:pt x="458" y="105"/>
                    </a:cubicBezTo>
                    <a:cubicBezTo>
                      <a:pt x="474" y="46"/>
                      <a:pt x="474" y="46"/>
                      <a:pt x="474" y="46"/>
                    </a:cubicBezTo>
                    <a:cubicBezTo>
                      <a:pt x="418" y="19"/>
                      <a:pt x="418" y="19"/>
                      <a:pt x="418" y="19"/>
                    </a:cubicBezTo>
                    <a:cubicBezTo>
                      <a:pt x="380" y="70"/>
                      <a:pt x="380" y="70"/>
                      <a:pt x="380" y="70"/>
                    </a:cubicBezTo>
                    <a:close/>
                    <a:moveTo>
                      <a:pt x="524" y="316"/>
                    </a:moveTo>
                    <a:lnTo>
                      <a:pt x="524" y="316"/>
                    </a:lnTo>
                    <a:cubicBezTo>
                      <a:pt x="524" y="431"/>
                      <a:pt x="428" y="525"/>
                      <a:pt x="313" y="525"/>
                    </a:cubicBezTo>
                    <a:cubicBezTo>
                      <a:pt x="195" y="525"/>
                      <a:pt x="102" y="431"/>
                      <a:pt x="102" y="316"/>
                    </a:cubicBezTo>
                    <a:cubicBezTo>
                      <a:pt x="102" y="198"/>
                      <a:pt x="195" y="105"/>
                      <a:pt x="313" y="105"/>
                    </a:cubicBezTo>
                    <a:cubicBezTo>
                      <a:pt x="428" y="105"/>
                      <a:pt x="524" y="198"/>
                      <a:pt x="524" y="316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3" name="Group 36">
              <a:extLst>
                <a:ext uri="{FF2B5EF4-FFF2-40B4-BE49-F238E27FC236}">
                  <a16:creationId xmlns:a16="http://schemas.microsoft.com/office/drawing/2014/main" id="{178CCDE4-7EA7-4758-8056-80B499FA3C63}"/>
                </a:ext>
              </a:extLst>
            </p:cNvPr>
            <p:cNvGrpSpPr/>
            <p:nvPr/>
          </p:nvGrpSpPr>
          <p:grpSpPr>
            <a:xfrm>
              <a:off x="11052848" y="2763944"/>
              <a:ext cx="301421" cy="305698"/>
              <a:chOff x="19868677" y="5459436"/>
              <a:chExt cx="592390" cy="600797"/>
            </a:xfrm>
            <a:solidFill>
              <a:schemeClr val="accent1"/>
            </a:solidFill>
          </p:grpSpPr>
          <p:sp>
            <p:nvSpPr>
              <p:cNvPr id="85" name="Freeform: Shape 37">
                <a:extLst>
                  <a:ext uri="{FF2B5EF4-FFF2-40B4-BE49-F238E27FC236}">
                    <a16:creationId xmlns:a16="http://schemas.microsoft.com/office/drawing/2014/main" id="{35C73FC2-7EA8-411D-AC40-74AB35FF5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91386" y="5582134"/>
                <a:ext cx="351203" cy="346939"/>
              </a:xfrm>
              <a:custGeom>
                <a:avLst/>
                <a:gdLst>
                  <a:gd name="T0" fmla="*/ 184 w 370"/>
                  <a:gd name="T1" fmla="*/ 0 h 368"/>
                  <a:gd name="T2" fmla="*/ 184 w 370"/>
                  <a:gd name="T3" fmla="*/ 0 h 368"/>
                  <a:gd name="T4" fmla="*/ 0 w 370"/>
                  <a:gd name="T5" fmla="*/ 183 h 368"/>
                  <a:gd name="T6" fmla="*/ 184 w 370"/>
                  <a:gd name="T7" fmla="*/ 367 h 368"/>
                  <a:gd name="T8" fmla="*/ 369 w 370"/>
                  <a:gd name="T9" fmla="*/ 183 h 368"/>
                  <a:gd name="T10" fmla="*/ 184 w 370"/>
                  <a:gd name="T11" fmla="*/ 0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0" h="368">
                    <a:moveTo>
                      <a:pt x="184" y="0"/>
                    </a:moveTo>
                    <a:lnTo>
                      <a:pt x="184" y="0"/>
                    </a:lnTo>
                    <a:cubicBezTo>
                      <a:pt x="83" y="0"/>
                      <a:pt x="0" y="81"/>
                      <a:pt x="0" y="183"/>
                    </a:cubicBezTo>
                    <a:cubicBezTo>
                      <a:pt x="0" y="287"/>
                      <a:pt x="83" y="367"/>
                      <a:pt x="184" y="367"/>
                    </a:cubicBezTo>
                    <a:cubicBezTo>
                      <a:pt x="286" y="367"/>
                      <a:pt x="369" y="287"/>
                      <a:pt x="369" y="183"/>
                    </a:cubicBezTo>
                    <a:cubicBezTo>
                      <a:pt x="369" y="81"/>
                      <a:pt x="286" y="0"/>
                      <a:pt x="18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Freeform: Shape 38">
                <a:extLst>
                  <a:ext uri="{FF2B5EF4-FFF2-40B4-BE49-F238E27FC236}">
                    <a16:creationId xmlns:a16="http://schemas.microsoft.com/office/drawing/2014/main" id="{5DAF329B-DE97-4AFA-ADB5-A85EE6F3E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8677" y="5459436"/>
                <a:ext cx="592390" cy="600797"/>
              </a:xfrm>
              <a:custGeom>
                <a:avLst/>
                <a:gdLst>
                  <a:gd name="T0" fmla="*/ 380 w 622"/>
                  <a:gd name="T1" fmla="*/ 69 h 629"/>
                  <a:gd name="T2" fmla="*/ 340 w 622"/>
                  <a:gd name="T3" fmla="*/ 58 h 629"/>
                  <a:gd name="T4" fmla="*/ 263 w 622"/>
                  <a:gd name="T5" fmla="*/ 2 h 629"/>
                  <a:gd name="T6" fmla="*/ 217 w 622"/>
                  <a:gd name="T7" fmla="*/ 80 h 629"/>
                  <a:gd name="T8" fmla="*/ 174 w 622"/>
                  <a:gd name="T9" fmla="*/ 31 h 629"/>
                  <a:gd name="T10" fmla="*/ 142 w 622"/>
                  <a:gd name="T11" fmla="*/ 125 h 629"/>
                  <a:gd name="T12" fmla="*/ 113 w 622"/>
                  <a:gd name="T13" fmla="*/ 155 h 629"/>
                  <a:gd name="T14" fmla="*/ 24 w 622"/>
                  <a:gd name="T15" fmla="*/ 189 h 629"/>
                  <a:gd name="T16" fmla="*/ 62 w 622"/>
                  <a:gd name="T17" fmla="*/ 273 h 629"/>
                  <a:gd name="T18" fmla="*/ 0 w 622"/>
                  <a:gd name="T19" fmla="*/ 280 h 629"/>
                  <a:gd name="T20" fmla="*/ 62 w 622"/>
                  <a:gd name="T21" fmla="*/ 358 h 629"/>
                  <a:gd name="T22" fmla="*/ 78 w 622"/>
                  <a:gd name="T23" fmla="*/ 409 h 629"/>
                  <a:gd name="T24" fmla="*/ 65 w 622"/>
                  <a:gd name="T25" fmla="*/ 505 h 629"/>
                  <a:gd name="T26" fmla="*/ 169 w 622"/>
                  <a:gd name="T27" fmla="*/ 524 h 629"/>
                  <a:gd name="T28" fmla="*/ 153 w 622"/>
                  <a:gd name="T29" fmla="*/ 585 h 629"/>
                  <a:gd name="T30" fmla="*/ 246 w 622"/>
                  <a:gd name="T31" fmla="*/ 559 h 629"/>
                  <a:gd name="T32" fmla="*/ 287 w 622"/>
                  <a:gd name="T33" fmla="*/ 567 h 629"/>
                  <a:gd name="T34" fmla="*/ 303 w 622"/>
                  <a:gd name="T35" fmla="*/ 628 h 629"/>
                  <a:gd name="T36" fmla="*/ 375 w 622"/>
                  <a:gd name="T37" fmla="*/ 561 h 629"/>
                  <a:gd name="T38" fmla="*/ 412 w 622"/>
                  <a:gd name="T39" fmla="*/ 548 h 629"/>
                  <a:gd name="T40" fmla="*/ 455 w 622"/>
                  <a:gd name="T41" fmla="*/ 596 h 629"/>
                  <a:gd name="T42" fmla="*/ 484 w 622"/>
                  <a:gd name="T43" fmla="*/ 503 h 629"/>
                  <a:gd name="T44" fmla="*/ 514 w 622"/>
                  <a:gd name="T45" fmla="*/ 473 h 629"/>
                  <a:gd name="T46" fmla="*/ 573 w 622"/>
                  <a:gd name="T47" fmla="*/ 492 h 629"/>
                  <a:gd name="T48" fmla="*/ 554 w 622"/>
                  <a:gd name="T49" fmla="*/ 395 h 629"/>
                  <a:gd name="T50" fmla="*/ 565 w 622"/>
                  <a:gd name="T51" fmla="*/ 350 h 629"/>
                  <a:gd name="T52" fmla="*/ 621 w 622"/>
                  <a:gd name="T53" fmla="*/ 347 h 629"/>
                  <a:gd name="T54" fmla="*/ 562 w 622"/>
                  <a:gd name="T55" fmla="*/ 270 h 629"/>
                  <a:gd name="T56" fmla="*/ 549 w 622"/>
                  <a:gd name="T57" fmla="*/ 219 h 629"/>
                  <a:gd name="T58" fmla="*/ 597 w 622"/>
                  <a:gd name="T59" fmla="*/ 179 h 629"/>
                  <a:gd name="T60" fmla="*/ 506 w 622"/>
                  <a:gd name="T61" fmla="*/ 147 h 629"/>
                  <a:gd name="T62" fmla="*/ 460 w 622"/>
                  <a:gd name="T63" fmla="*/ 104 h 629"/>
                  <a:gd name="T64" fmla="*/ 477 w 622"/>
                  <a:gd name="T65" fmla="*/ 45 h 629"/>
                  <a:gd name="T66" fmla="*/ 380 w 622"/>
                  <a:gd name="T67" fmla="*/ 69 h 629"/>
                  <a:gd name="T68" fmla="*/ 524 w 622"/>
                  <a:gd name="T69" fmla="*/ 313 h 629"/>
                  <a:gd name="T70" fmla="*/ 102 w 622"/>
                  <a:gd name="T71" fmla="*/ 313 h 629"/>
                  <a:gd name="T72" fmla="*/ 524 w 622"/>
                  <a:gd name="T73" fmla="*/ 313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22" h="629">
                    <a:moveTo>
                      <a:pt x="380" y="69"/>
                    </a:moveTo>
                    <a:lnTo>
                      <a:pt x="380" y="69"/>
                    </a:lnTo>
                    <a:cubicBezTo>
                      <a:pt x="367" y="64"/>
                      <a:pt x="353" y="61"/>
                      <a:pt x="340" y="61"/>
                    </a:cubicBezTo>
                    <a:cubicBezTo>
                      <a:pt x="340" y="58"/>
                      <a:pt x="340" y="58"/>
                      <a:pt x="340" y="58"/>
                    </a:cubicBezTo>
                    <a:cubicBezTo>
                      <a:pt x="327" y="0"/>
                      <a:pt x="327" y="0"/>
                      <a:pt x="327" y="0"/>
                    </a:cubicBezTo>
                    <a:cubicBezTo>
                      <a:pt x="263" y="2"/>
                      <a:pt x="263" y="2"/>
                      <a:pt x="263" y="2"/>
                    </a:cubicBezTo>
                    <a:cubicBezTo>
                      <a:pt x="254" y="66"/>
                      <a:pt x="254" y="66"/>
                      <a:pt x="254" y="66"/>
                    </a:cubicBezTo>
                    <a:cubicBezTo>
                      <a:pt x="241" y="69"/>
                      <a:pt x="228" y="74"/>
                      <a:pt x="217" y="80"/>
                    </a:cubicBezTo>
                    <a:cubicBezTo>
                      <a:pt x="214" y="77"/>
                      <a:pt x="214" y="77"/>
                      <a:pt x="214" y="77"/>
                    </a:cubicBezTo>
                    <a:cubicBezTo>
                      <a:pt x="174" y="31"/>
                      <a:pt x="174" y="31"/>
                      <a:pt x="174" y="31"/>
                    </a:cubicBezTo>
                    <a:cubicBezTo>
                      <a:pt x="121" y="66"/>
                      <a:pt x="121" y="66"/>
                      <a:pt x="121" y="66"/>
                    </a:cubicBezTo>
                    <a:cubicBezTo>
                      <a:pt x="142" y="125"/>
                      <a:pt x="142" y="125"/>
                      <a:pt x="142" y="125"/>
                    </a:cubicBezTo>
                    <a:cubicBezTo>
                      <a:pt x="134" y="133"/>
                      <a:pt x="124" y="144"/>
                      <a:pt x="115" y="155"/>
                    </a:cubicBezTo>
                    <a:cubicBezTo>
                      <a:pt x="113" y="155"/>
                      <a:pt x="113" y="155"/>
                      <a:pt x="113" y="155"/>
                    </a:cubicBezTo>
                    <a:cubicBezTo>
                      <a:pt x="56" y="136"/>
                      <a:pt x="56" y="136"/>
                      <a:pt x="56" y="136"/>
                    </a:cubicBezTo>
                    <a:cubicBezTo>
                      <a:pt x="24" y="189"/>
                      <a:pt x="24" y="189"/>
                      <a:pt x="24" y="189"/>
                    </a:cubicBezTo>
                    <a:cubicBezTo>
                      <a:pt x="73" y="232"/>
                      <a:pt x="73" y="232"/>
                      <a:pt x="73" y="232"/>
                    </a:cubicBezTo>
                    <a:cubicBezTo>
                      <a:pt x="70" y="243"/>
                      <a:pt x="65" y="254"/>
                      <a:pt x="62" y="273"/>
                    </a:cubicBezTo>
                    <a:lnTo>
                      <a:pt x="62" y="273"/>
                    </a:lnTo>
                    <a:cubicBezTo>
                      <a:pt x="0" y="280"/>
                      <a:pt x="0" y="280"/>
                      <a:pt x="0" y="280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62" y="358"/>
                      <a:pt x="62" y="358"/>
                      <a:pt x="62" y="358"/>
                    </a:cubicBezTo>
                    <a:cubicBezTo>
                      <a:pt x="67" y="374"/>
                      <a:pt x="70" y="393"/>
                      <a:pt x="78" y="409"/>
                    </a:cubicBezTo>
                    <a:lnTo>
                      <a:pt x="78" y="409"/>
                    </a:lnTo>
                    <a:cubicBezTo>
                      <a:pt x="30" y="449"/>
                      <a:pt x="30" y="449"/>
                      <a:pt x="30" y="449"/>
                    </a:cubicBezTo>
                    <a:cubicBezTo>
                      <a:pt x="65" y="505"/>
                      <a:pt x="65" y="505"/>
                      <a:pt x="65" y="505"/>
                    </a:cubicBezTo>
                    <a:cubicBezTo>
                      <a:pt x="124" y="481"/>
                      <a:pt x="124" y="481"/>
                      <a:pt x="124" y="481"/>
                    </a:cubicBezTo>
                    <a:cubicBezTo>
                      <a:pt x="137" y="497"/>
                      <a:pt x="153" y="510"/>
                      <a:pt x="169" y="524"/>
                    </a:cubicBezTo>
                    <a:lnTo>
                      <a:pt x="169" y="524"/>
                    </a:lnTo>
                    <a:cubicBezTo>
                      <a:pt x="153" y="585"/>
                      <a:pt x="153" y="585"/>
                      <a:pt x="153" y="585"/>
                    </a:cubicBezTo>
                    <a:cubicBezTo>
                      <a:pt x="209" y="612"/>
                      <a:pt x="209" y="612"/>
                      <a:pt x="209" y="612"/>
                    </a:cubicBezTo>
                    <a:cubicBezTo>
                      <a:pt x="246" y="559"/>
                      <a:pt x="246" y="559"/>
                      <a:pt x="246" y="559"/>
                    </a:cubicBezTo>
                    <a:lnTo>
                      <a:pt x="246" y="559"/>
                    </a:lnTo>
                    <a:cubicBezTo>
                      <a:pt x="260" y="564"/>
                      <a:pt x="273" y="567"/>
                      <a:pt x="287" y="567"/>
                    </a:cubicBezTo>
                    <a:cubicBezTo>
                      <a:pt x="287" y="569"/>
                      <a:pt x="287" y="569"/>
                      <a:pt x="287" y="569"/>
                    </a:cubicBezTo>
                    <a:cubicBezTo>
                      <a:pt x="303" y="628"/>
                      <a:pt x="303" y="628"/>
                      <a:pt x="303" y="628"/>
                    </a:cubicBezTo>
                    <a:cubicBezTo>
                      <a:pt x="367" y="625"/>
                      <a:pt x="367" y="625"/>
                      <a:pt x="367" y="625"/>
                    </a:cubicBezTo>
                    <a:cubicBezTo>
                      <a:pt x="375" y="561"/>
                      <a:pt x="375" y="561"/>
                      <a:pt x="375" y="561"/>
                    </a:cubicBezTo>
                    <a:lnTo>
                      <a:pt x="375" y="561"/>
                    </a:lnTo>
                    <a:cubicBezTo>
                      <a:pt x="388" y="559"/>
                      <a:pt x="399" y="553"/>
                      <a:pt x="412" y="548"/>
                    </a:cubicBezTo>
                    <a:cubicBezTo>
                      <a:pt x="412" y="550"/>
                      <a:pt x="412" y="550"/>
                      <a:pt x="412" y="550"/>
                    </a:cubicBezTo>
                    <a:cubicBezTo>
                      <a:pt x="455" y="596"/>
                      <a:pt x="455" y="596"/>
                      <a:pt x="455" y="596"/>
                    </a:cubicBezTo>
                    <a:cubicBezTo>
                      <a:pt x="509" y="561"/>
                      <a:pt x="509" y="561"/>
                      <a:pt x="509" y="561"/>
                    </a:cubicBezTo>
                    <a:cubicBezTo>
                      <a:pt x="484" y="503"/>
                      <a:pt x="484" y="503"/>
                      <a:pt x="484" y="503"/>
                    </a:cubicBezTo>
                    <a:lnTo>
                      <a:pt x="484" y="503"/>
                    </a:lnTo>
                    <a:cubicBezTo>
                      <a:pt x="495" y="492"/>
                      <a:pt x="503" y="484"/>
                      <a:pt x="514" y="473"/>
                    </a:cubicBezTo>
                    <a:lnTo>
                      <a:pt x="514" y="473"/>
                    </a:lnTo>
                    <a:cubicBezTo>
                      <a:pt x="573" y="492"/>
                      <a:pt x="573" y="492"/>
                      <a:pt x="573" y="492"/>
                    </a:cubicBezTo>
                    <a:cubicBezTo>
                      <a:pt x="605" y="438"/>
                      <a:pt x="605" y="438"/>
                      <a:pt x="605" y="438"/>
                    </a:cubicBezTo>
                    <a:cubicBezTo>
                      <a:pt x="554" y="395"/>
                      <a:pt x="554" y="395"/>
                      <a:pt x="554" y="395"/>
                    </a:cubicBezTo>
                    <a:cubicBezTo>
                      <a:pt x="554" y="393"/>
                      <a:pt x="554" y="393"/>
                      <a:pt x="554" y="393"/>
                    </a:cubicBezTo>
                    <a:cubicBezTo>
                      <a:pt x="559" y="379"/>
                      <a:pt x="562" y="369"/>
                      <a:pt x="565" y="350"/>
                    </a:cubicBezTo>
                    <a:cubicBezTo>
                      <a:pt x="567" y="350"/>
                      <a:pt x="567" y="350"/>
                      <a:pt x="567" y="350"/>
                    </a:cubicBezTo>
                    <a:cubicBezTo>
                      <a:pt x="621" y="347"/>
                      <a:pt x="621" y="347"/>
                      <a:pt x="621" y="347"/>
                    </a:cubicBezTo>
                    <a:cubicBezTo>
                      <a:pt x="621" y="283"/>
                      <a:pt x="621" y="283"/>
                      <a:pt x="621" y="283"/>
                    </a:cubicBezTo>
                    <a:cubicBezTo>
                      <a:pt x="562" y="270"/>
                      <a:pt x="562" y="270"/>
                      <a:pt x="562" y="270"/>
                    </a:cubicBezTo>
                    <a:lnTo>
                      <a:pt x="562" y="270"/>
                    </a:lnTo>
                    <a:cubicBezTo>
                      <a:pt x="559" y="254"/>
                      <a:pt x="557" y="235"/>
                      <a:pt x="549" y="219"/>
                    </a:cubicBezTo>
                    <a:cubicBezTo>
                      <a:pt x="552" y="219"/>
                      <a:pt x="552" y="219"/>
                      <a:pt x="552" y="219"/>
                    </a:cubicBezTo>
                    <a:cubicBezTo>
                      <a:pt x="597" y="179"/>
                      <a:pt x="597" y="179"/>
                      <a:pt x="597" y="179"/>
                    </a:cubicBezTo>
                    <a:cubicBezTo>
                      <a:pt x="565" y="123"/>
                      <a:pt x="565" y="123"/>
                      <a:pt x="565" y="123"/>
                    </a:cubicBezTo>
                    <a:cubicBezTo>
                      <a:pt x="506" y="147"/>
                      <a:pt x="506" y="147"/>
                      <a:pt x="506" y="147"/>
                    </a:cubicBezTo>
                    <a:lnTo>
                      <a:pt x="506" y="147"/>
                    </a:lnTo>
                    <a:cubicBezTo>
                      <a:pt x="493" y="130"/>
                      <a:pt x="477" y="117"/>
                      <a:pt x="460" y="104"/>
                    </a:cubicBezTo>
                    <a:lnTo>
                      <a:pt x="460" y="104"/>
                    </a:lnTo>
                    <a:cubicBezTo>
                      <a:pt x="477" y="45"/>
                      <a:pt x="477" y="45"/>
                      <a:pt x="477" y="45"/>
                    </a:cubicBezTo>
                    <a:cubicBezTo>
                      <a:pt x="418" y="18"/>
                      <a:pt x="418" y="18"/>
                      <a:pt x="418" y="18"/>
                    </a:cubicBezTo>
                    <a:cubicBezTo>
                      <a:pt x="380" y="69"/>
                      <a:pt x="380" y="69"/>
                      <a:pt x="380" y="69"/>
                    </a:cubicBezTo>
                    <a:close/>
                    <a:moveTo>
                      <a:pt x="524" y="313"/>
                    </a:moveTo>
                    <a:lnTo>
                      <a:pt x="524" y="313"/>
                    </a:lnTo>
                    <a:cubicBezTo>
                      <a:pt x="524" y="430"/>
                      <a:pt x="431" y="524"/>
                      <a:pt x="313" y="524"/>
                    </a:cubicBezTo>
                    <a:cubicBezTo>
                      <a:pt x="198" y="524"/>
                      <a:pt x="102" y="430"/>
                      <a:pt x="102" y="313"/>
                    </a:cubicBezTo>
                    <a:cubicBezTo>
                      <a:pt x="102" y="198"/>
                      <a:pt x="198" y="104"/>
                      <a:pt x="313" y="104"/>
                    </a:cubicBezTo>
                    <a:cubicBezTo>
                      <a:pt x="431" y="104"/>
                      <a:pt x="524" y="198"/>
                      <a:pt x="524" y="31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4" name="Group 39">
              <a:extLst>
                <a:ext uri="{FF2B5EF4-FFF2-40B4-BE49-F238E27FC236}">
                  <a16:creationId xmlns:a16="http://schemas.microsoft.com/office/drawing/2014/main" id="{742BFEE0-5DAB-4619-9D23-BDDEFEE1E807}"/>
                </a:ext>
              </a:extLst>
            </p:cNvPr>
            <p:cNvGrpSpPr/>
            <p:nvPr/>
          </p:nvGrpSpPr>
          <p:grpSpPr>
            <a:xfrm>
              <a:off x="10473712" y="1661707"/>
              <a:ext cx="445673" cy="452089"/>
              <a:chOff x="18730441" y="3293180"/>
              <a:chExt cx="875891" cy="888503"/>
            </a:xfrm>
            <a:solidFill>
              <a:schemeClr val="accent2"/>
            </a:solidFill>
          </p:grpSpPr>
          <p:sp>
            <p:nvSpPr>
              <p:cNvPr id="83" name="Freeform: Shape 40">
                <a:extLst>
                  <a:ext uri="{FF2B5EF4-FFF2-40B4-BE49-F238E27FC236}">
                    <a16:creationId xmlns:a16="http://schemas.microsoft.com/office/drawing/2014/main" id="{D33D33B0-867E-4E9C-B320-F2C1FEA63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2390" y="3475112"/>
                <a:ext cx="520457" cy="520409"/>
              </a:xfrm>
              <a:custGeom>
                <a:avLst/>
                <a:gdLst>
                  <a:gd name="T0" fmla="*/ 273 w 547"/>
                  <a:gd name="T1" fmla="*/ 0 h 546"/>
                  <a:gd name="T2" fmla="*/ 273 w 547"/>
                  <a:gd name="T3" fmla="*/ 0 h 546"/>
                  <a:gd name="T4" fmla="*/ 0 w 547"/>
                  <a:gd name="T5" fmla="*/ 272 h 546"/>
                  <a:gd name="T6" fmla="*/ 273 w 547"/>
                  <a:gd name="T7" fmla="*/ 545 h 546"/>
                  <a:gd name="T8" fmla="*/ 546 w 547"/>
                  <a:gd name="T9" fmla="*/ 272 h 546"/>
                  <a:gd name="T10" fmla="*/ 273 w 547"/>
                  <a:gd name="T11" fmla="*/ 0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7" h="546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21" y="0"/>
                      <a:pt x="0" y="122"/>
                      <a:pt x="0" y="272"/>
                    </a:cubicBezTo>
                    <a:cubicBezTo>
                      <a:pt x="0" y="422"/>
                      <a:pt x="123" y="545"/>
                      <a:pt x="273" y="545"/>
                    </a:cubicBezTo>
                    <a:cubicBezTo>
                      <a:pt x="423" y="545"/>
                      <a:pt x="546" y="422"/>
                      <a:pt x="546" y="272"/>
                    </a:cubicBezTo>
                    <a:cubicBezTo>
                      <a:pt x="543" y="122"/>
                      <a:pt x="423" y="0"/>
                      <a:pt x="273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Freeform: Shape 41">
                <a:extLst>
                  <a:ext uri="{FF2B5EF4-FFF2-40B4-BE49-F238E27FC236}">
                    <a16:creationId xmlns:a16="http://schemas.microsoft.com/office/drawing/2014/main" id="{82954834-E688-4E8F-A288-C484BF011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30441" y="3293180"/>
                <a:ext cx="875891" cy="888503"/>
              </a:xfrm>
              <a:custGeom>
                <a:avLst/>
                <a:gdLst>
                  <a:gd name="T0" fmla="*/ 562 w 916"/>
                  <a:gd name="T1" fmla="*/ 104 h 932"/>
                  <a:gd name="T2" fmla="*/ 503 w 916"/>
                  <a:gd name="T3" fmla="*/ 88 h 932"/>
                  <a:gd name="T4" fmla="*/ 388 w 916"/>
                  <a:gd name="T5" fmla="*/ 8 h 932"/>
                  <a:gd name="T6" fmla="*/ 319 w 916"/>
                  <a:gd name="T7" fmla="*/ 118 h 932"/>
                  <a:gd name="T8" fmla="*/ 254 w 916"/>
                  <a:gd name="T9" fmla="*/ 51 h 932"/>
                  <a:gd name="T10" fmla="*/ 212 w 916"/>
                  <a:gd name="T11" fmla="*/ 187 h 932"/>
                  <a:gd name="T12" fmla="*/ 166 w 916"/>
                  <a:gd name="T13" fmla="*/ 230 h 932"/>
                  <a:gd name="T14" fmla="*/ 35 w 916"/>
                  <a:gd name="T15" fmla="*/ 283 h 932"/>
                  <a:gd name="T16" fmla="*/ 92 w 916"/>
                  <a:gd name="T17" fmla="*/ 401 h 932"/>
                  <a:gd name="T18" fmla="*/ 0 w 916"/>
                  <a:gd name="T19" fmla="*/ 417 h 932"/>
                  <a:gd name="T20" fmla="*/ 92 w 916"/>
                  <a:gd name="T21" fmla="*/ 529 h 932"/>
                  <a:gd name="T22" fmla="*/ 113 w 916"/>
                  <a:gd name="T23" fmla="*/ 607 h 932"/>
                  <a:gd name="T24" fmla="*/ 94 w 916"/>
                  <a:gd name="T25" fmla="*/ 746 h 932"/>
                  <a:gd name="T26" fmla="*/ 249 w 916"/>
                  <a:gd name="T27" fmla="*/ 773 h 932"/>
                  <a:gd name="T28" fmla="*/ 225 w 916"/>
                  <a:gd name="T29" fmla="*/ 864 h 932"/>
                  <a:gd name="T30" fmla="*/ 364 w 916"/>
                  <a:gd name="T31" fmla="*/ 827 h 932"/>
                  <a:gd name="T32" fmla="*/ 423 w 916"/>
                  <a:gd name="T33" fmla="*/ 840 h 932"/>
                  <a:gd name="T34" fmla="*/ 447 w 916"/>
                  <a:gd name="T35" fmla="*/ 931 h 932"/>
                  <a:gd name="T36" fmla="*/ 551 w 916"/>
                  <a:gd name="T37" fmla="*/ 829 h 932"/>
                  <a:gd name="T38" fmla="*/ 607 w 916"/>
                  <a:gd name="T39" fmla="*/ 811 h 932"/>
                  <a:gd name="T40" fmla="*/ 672 w 916"/>
                  <a:gd name="T41" fmla="*/ 880 h 932"/>
                  <a:gd name="T42" fmla="*/ 717 w 916"/>
                  <a:gd name="T43" fmla="*/ 743 h 932"/>
                  <a:gd name="T44" fmla="*/ 757 w 916"/>
                  <a:gd name="T45" fmla="*/ 698 h 932"/>
                  <a:gd name="T46" fmla="*/ 846 w 916"/>
                  <a:gd name="T47" fmla="*/ 730 h 932"/>
                  <a:gd name="T48" fmla="*/ 819 w 916"/>
                  <a:gd name="T49" fmla="*/ 588 h 932"/>
                  <a:gd name="T50" fmla="*/ 832 w 916"/>
                  <a:gd name="T51" fmla="*/ 519 h 932"/>
                  <a:gd name="T52" fmla="*/ 915 w 916"/>
                  <a:gd name="T53" fmla="*/ 514 h 932"/>
                  <a:gd name="T54" fmla="*/ 827 w 916"/>
                  <a:gd name="T55" fmla="*/ 401 h 932"/>
                  <a:gd name="T56" fmla="*/ 811 w 916"/>
                  <a:gd name="T57" fmla="*/ 326 h 932"/>
                  <a:gd name="T58" fmla="*/ 883 w 916"/>
                  <a:gd name="T59" fmla="*/ 265 h 932"/>
                  <a:gd name="T60" fmla="*/ 744 w 916"/>
                  <a:gd name="T61" fmla="*/ 217 h 932"/>
                  <a:gd name="T62" fmla="*/ 677 w 916"/>
                  <a:gd name="T63" fmla="*/ 158 h 932"/>
                  <a:gd name="T64" fmla="*/ 701 w 916"/>
                  <a:gd name="T65" fmla="*/ 67 h 932"/>
                  <a:gd name="T66" fmla="*/ 562 w 916"/>
                  <a:gd name="T67" fmla="*/ 101 h 932"/>
                  <a:gd name="T68" fmla="*/ 773 w 916"/>
                  <a:gd name="T69" fmla="*/ 465 h 932"/>
                  <a:gd name="T70" fmla="*/ 463 w 916"/>
                  <a:gd name="T71" fmla="*/ 776 h 932"/>
                  <a:gd name="T72" fmla="*/ 463 w 916"/>
                  <a:gd name="T73" fmla="*/ 152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16" h="932">
                    <a:moveTo>
                      <a:pt x="562" y="104"/>
                    </a:moveTo>
                    <a:lnTo>
                      <a:pt x="562" y="104"/>
                    </a:lnTo>
                    <a:cubicBezTo>
                      <a:pt x="543" y="99"/>
                      <a:pt x="522" y="94"/>
                      <a:pt x="503" y="91"/>
                    </a:cubicBezTo>
                    <a:cubicBezTo>
                      <a:pt x="503" y="88"/>
                      <a:pt x="503" y="88"/>
                      <a:pt x="503" y="88"/>
                    </a:cubicBezTo>
                    <a:cubicBezTo>
                      <a:pt x="482" y="0"/>
                      <a:pt x="482" y="0"/>
                      <a:pt x="482" y="0"/>
                    </a:cubicBezTo>
                    <a:cubicBezTo>
                      <a:pt x="388" y="8"/>
                      <a:pt x="388" y="8"/>
                      <a:pt x="388" y="8"/>
                    </a:cubicBezTo>
                    <a:cubicBezTo>
                      <a:pt x="375" y="99"/>
                      <a:pt x="375" y="99"/>
                      <a:pt x="375" y="99"/>
                    </a:cubicBezTo>
                    <a:cubicBezTo>
                      <a:pt x="356" y="104"/>
                      <a:pt x="337" y="110"/>
                      <a:pt x="319" y="118"/>
                    </a:cubicBezTo>
                    <a:cubicBezTo>
                      <a:pt x="316" y="118"/>
                      <a:pt x="316" y="118"/>
                      <a:pt x="316" y="118"/>
                    </a:cubicBezTo>
                    <a:cubicBezTo>
                      <a:pt x="254" y="51"/>
                      <a:pt x="254" y="51"/>
                      <a:pt x="254" y="51"/>
                    </a:cubicBezTo>
                    <a:cubicBezTo>
                      <a:pt x="177" y="99"/>
                      <a:pt x="177" y="99"/>
                      <a:pt x="177" y="99"/>
                    </a:cubicBezTo>
                    <a:cubicBezTo>
                      <a:pt x="212" y="187"/>
                      <a:pt x="212" y="187"/>
                      <a:pt x="212" y="187"/>
                    </a:cubicBezTo>
                    <a:cubicBezTo>
                      <a:pt x="196" y="200"/>
                      <a:pt x="182" y="214"/>
                      <a:pt x="169" y="230"/>
                    </a:cubicBezTo>
                    <a:cubicBezTo>
                      <a:pt x="166" y="230"/>
                      <a:pt x="166" y="230"/>
                      <a:pt x="166" y="230"/>
                    </a:cubicBezTo>
                    <a:cubicBezTo>
                      <a:pt x="81" y="200"/>
                      <a:pt x="81" y="200"/>
                      <a:pt x="81" y="200"/>
                    </a:cubicBezTo>
                    <a:cubicBezTo>
                      <a:pt x="35" y="283"/>
                      <a:pt x="35" y="283"/>
                      <a:pt x="35" y="283"/>
                    </a:cubicBezTo>
                    <a:cubicBezTo>
                      <a:pt x="107" y="342"/>
                      <a:pt x="107" y="342"/>
                      <a:pt x="107" y="342"/>
                    </a:cubicBezTo>
                    <a:cubicBezTo>
                      <a:pt x="102" y="361"/>
                      <a:pt x="97" y="374"/>
                      <a:pt x="92" y="401"/>
                    </a:cubicBezTo>
                    <a:lnTo>
                      <a:pt x="92" y="401"/>
                    </a:lnTo>
                    <a:cubicBezTo>
                      <a:pt x="0" y="417"/>
                      <a:pt x="0" y="417"/>
                      <a:pt x="0" y="417"/>
                    </a:cubicBezTo>
                    <a:cubicBezTo>
                      <a:pt x="0" y="511"/>
                      <a:pt x="0" y="511"/>
                      <a:pt x="0" y="511"/>
                    </a:cubicBezTo>
                    <a:cubicBezTo>
                      <a:pt x="92" y="529"/>
                      <a:pt x="92" y="529"/>
                      <a:pt x="92" y="529"/>
                    </a:cubicBezTo>
                    <a:cubicBezTo>
                      <a:pt x="97" y="556"/>
                      <a:pt x="105" y="580"/>
                      <a:pt x="113" y="604"/>
                    </a:cubicBezTo>
                    <a:cubicBezTo>
                      <a:pt x="113" y="607"/>
                      <a:pt x="113" y="607"/>
                      <a:pt x="113" y="607"/>
                    </a:cubicBezTo>
                    <a:cubicBezTo>
                      <a:pt x="43" y="666"/>
                      <a:pt x="43" y="666"/>
                      <a:pt x="43" y="666"/>
                    </a:cubicBezTo>
                    <a:cubicBezTo>
                      <a:pt x="94" y="746"/>
                      <a:pt x="94" y="746"/>
                      <a:pt x="94" y="746"/>
                    </a:cubicBezTo>
                    <a:cubicBezTo>
                      <a:pt x="182" y="714"/>
                      <a:pt x="182" y="714"/>
                      <a:pt x="182" y="714"/>
                    </a:cubicBezTo>
                    <a:cubicBezTo>
                      <a:pt x="201" y="736"/>
                      <a:pt x="225" y="757"/>
                      <a:pt x="249" y="773"/>
                    </a:cubicBezTo>
                    <a:cubicBezTo>
                      <a:pt x="249" y="776"/>
                      <a:pt x="249" y="776"/>
                      <a:pt x="249" y="776"/>
                    </a:cubicBezTo>
                    <a:cubicBezTo>
                      <a:pt x="225" y="864"/>
                      <a:pt x="225" y="864"/>
                      <a:pt x="225" y="864"/>
                    </a:cubicBezTo>
                    <a:cubicBezTo>
                      <a:pt x="311" y="904"/>
                      <a:pt x="311" y="904"/>
                      <a:pt x="311" y="904"/>
                    </a:cubicBezTo>
                    <a:cubicBezTo>
                      <a:pt x="364" y="827"/>
                      <a:pt x="364" y="827"/>
                      <a:pt x="364" y="827"/>
                    </a:cubicBezTo>
                    <a:lnTo>
                      <a:pt x="364" y="827"/>
                    </a:lnTo>
                    <a:cubicBezTo>
                      <a:pt x="383" y="832"/>
                      <a:pt x="404" y="837"/>
                      <a:pt x="423" y="840"/>
                    </a:cubicBezTo>
                    <a:lnTo>
                      <a:pt x="423" y="840"/>
                    </a:lnTo>
                    <a:cubicBezTo>
                      <a:pt x="447" y="931"/>
                      <a:pt x="447" y="931"/>
                      <a:pt x="447" y="931"/>
                    </a:cubicBezTo>
                    <a:cubicBezTo>
                      <a:pt x="538" y="923"/>
                      <a:pt x="538" y="923"/>
                      <a:pt x="538" y="923"/>
                    </a:cubicBezTo>
                    <a:cubicBezTo>
                      <a:pt x="551" y="829"/>
                      <a:pt x="551" y="829"/>
                      <a:pt x="551" y="829"/>
                    </a:cubicBezTo>
                    <a:lnTo>
                      <a:pt x="551" y="829"/>
                    </a:lnTo>
                    <a:cubicBezTo>
                      <a:pt x="570" y="824"/>
                      <a:pt x="589" y="818"/>
                      <a:pt x="607" y="811"/>
                    </a:cubicBezTo>
                    <a:cubicBezTo>
                      <a:pt x="610" y="813"/>
                      <a:pt x="610" y="813"/>
                      <a:pt x="610" y="813"/>
                    </a:cubicBezTo>
                    <a:cubicBezTo>
                      <a:pt x="672" y="880"/>
                      <a:pt x="672" y="880"/>
                      <a:pt x="672" y="880"/>
                    </a:cubicBezTo>
                    <a:cubicBezTo>
                      <a:pt x="750" y="832"/>
                      <a:pt x="750" y="832"/>
                      <a:pt x="750" y="832"/>
                    </a:cubicBezTo>
                    <a:cubicBezTo>
                      <a:pt x="717" y="743"/>
                      <a:pt x="717" y="743"/>
                      <a:pt x="717" y="743"/>
                    </a:cubicBezTo>
                    <a:cubicBezTo>
                      <a:pt x="715" y="741"/>
                      <a:pt x="715" y="741"/>
                      <a:pt x="715" y="741"/>
                    </a:cubicBezTo>
                    <a:cubicBezTo>
                      <a:pt x="731" y="728"/>
                      <a:pt x="744" y="714"/>
                      <a:pt x="757" y="698"/>
                    </a:cubicBezTo>
                    <a:cubicBezTo>
                      <a:pt x="760" y="701"/>
                      <a:pt x="760" y="701"/>
                      <a:pt x="760" y="701"/>
                    </a:cubicBezTo>
                    <a:cubicBezTo>
                      <a:pt x="846" y="730"/>
                      <a:pt x="846" y="730"/>
                      <a:pt x="846" y="730"/>
                    </a:cubicBezTo>
                    <a:cubicBezTo>
                      <a:pt x="891" y="647"/>
                      <a:pt x="891" y="647"/>
                      <a:pt x="891" y="647"/>
                    </a:cubicBezTo>
                    <a:cubicBezTo>
                      <a:pt x="819" y="588"/>
                      <a:pt x="819" y="588"/>
                      <a:pt x="819" y="588"/>
                    </a:cubicBezTo>
                    <a:cubicBezTo>
                      <a:pt x="816" y="583"/>
                      <a:pt x="816" y="583"/>
                      <a:pt x="816" y="583"/>
                    </a:cubicBezTo>
                    <a:cubicBezTo>
                      <a:pt x="824" y="564"/>
                      <a:pt x="830" y="546"/>
                      <a:pt x="832" y="519"/>
                    </a:cubicBezTo>
                    <a:cubicBezTo>
                      <a:pt x="835" y="519"/>
                      <a:pt x="835" y="519"/>
                      <a:pt x="835" y="519"/>
                    </a:cubicBezTo>
                    <a:cubicBezTo>
                      <a:pt x="915" y="514"/>
                      <a:pt x="915" y="514"/>
                      <a:pt x="915" y="514"/>
                    </a:cubicBezTo>
                    <a:cubicBezTo>
                      <a:pt x="915" y="420"/>
                      <a:pt x="915" y="420"/>
                      <a:pt x="915" y="420"/>
                    </a:cubicBezTo>
                    <a:cubicBezTo>
                      <a:pt x="827" y="401"/>
                      <a:pt x="827" y="401"/>
                      <a:pt x="827" y="401"/>
                    </a:cubicBezTo>
                    <a:cubicBezTo>
                      <a:pt x="830" y="401"/>
                      <a:pt x="830" y="401"/>
                      <a:pt x="830" y="401"/>
                    </a:cubicBezTo>
                    <a:cubicBezTo>
                      <a:pt x="824" y="374"/>
                      <a:pt x="819" y="350"/>
                      <a:pt x="811" y="326"/>
                    </a:cubicBezTo>
                    <a:cubicBezTo>
                      <a:pt x="814" y="324"/>
                      <a:pt x="814" y="324"/>
                      <a:pt x="814" y="324"/>
                    </a:cubicBezTo>
                    <a:cubicBezTo>
                      <a:pt x="883" y="265"/>
                      <a:pt x="883" y="265"/>
                      <a:pt x="883" y="265"/>
                    </a:cubicBezTo>
                    <a:cubicBezTo>
                      <a:pt x="832" y="184"/>
                      <a:pt x="832" y="184"/>
                      <a:pt x="832" y="184"/>
                    </a:cubicBezTo>
                    <a:cubicBezTo>
                      <a:pt x="744" y="217"/>
                      <a:pt x="744" y="217"/>
                      <a:pt x="744" y="217"/>
                    </a:cubicBezTo>
                    <a:lnTo>
                      <a:pt x="744" y="217"/>
                    </a:lnTo>
                    <a:cubicBezTo>
                      <a:pt x="725" y="195"/>
                      <a:pt x="701" y="174"/>
                      <a:pt x="677" y="158"/>
                    </a:cubicBezTo>
                    <a:cubicBezTo>
                      <a:pt x="677" y="155"/>
                      <a:pt x="677" y="155"/>
                      <a:pt x="677" y="155"/>
                    </a:cubicBezTo>
                    <a:cubicBezTo>
                      <a:pt x="701" y="67"/>
                      <a:pt x="701" y="67"/>
                      <a:pt x="701" y="67"/>
                    </a:cubicBezTo>
                    <a:cubicBezTo>
                      <a:pt x="618" y="27"/>
                      <a:pt x="618" y="27"/>
                      <a:pt x="618" y="27"/>
                    </a:cubicBezTo>
                    <a:cubicBezTo>
                      <a:pt x="562" y="101"/>
                      <a:pt x="562" y="101"/>
                      <a:pt x="562" y="101"/>
                    </a:cubicBezTo>
                    <a:lnTo>
                      <a:pt x="562" y="104"/>
                    </a:lnTo>
                    <a:close/>
                    <a:moveTo>
                      <a:pt x="773" y="465"/>
                    </a:moveTo>
                    <a:lnTo>
                      <a:pt x="773" y="465"/>
                    </a:lnTo>
                    <a:cubicBezTo>
                      <a:pt x="773" y="637"/>
                      <a:pt x="634" y="776"/>
                      <a:pt x="463" y="776"/>
                    </a:cubicBezTo>
                    <a:cubicBezTo>
                      <a:pt x="289" y="776"/>
                      <a:pt x="150" y="637"/>
                      <a:pt x="150" y="465"/>
                    </a:cubicBezTo>
                    <a:cubicBezTo>
                      <a:pt x="150" y="294"/>
                      <a:pt x="289" y="152"/>
                      <a:pt x="463" y="152"/>
                    </a:cubicBezTo>
                    <a:cubicBezTo>
                      <a:pt x="634" y="152"/>
                      <a:pt x="773" y="294"/>
                      <a:pt x="773" y="46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5" name="Group 42">
              <a:extLst>
                <a:ext uri="{FF2B5EF4-FFF2-40B4-BE49-F238E27FC236}">
                  <a16:creationId xmlns:a16="http://schemas.microsoft.com/office/drawing/2014/main" id="{A650F91C-C500-4617-BE20-F37549094926}"/>
                </a:ext>
              </a:extLst>
            </p:cNvPr>
            <p:cNvGrpSpPr/>
            <p:nvPr/>
          </p:nvGrpSpPr>
          <p:grpSpPr>
            <a:xfrm>
              <a:off x="10219662" y="2733804"/>
              <a:ext cx="368165" cy="372435"/>
              <a:chOff x="18231141" y="5400202"/>
              <a:chExt cx="723562" cy="731957"/>
            </a:xfrm>
            <a:solidFill>
              <a:schemeClr val="accent5"/>
            </a:solidFill>
          </p:grpSpPr>
          <p:sp>
            <p:nvSpPr>
              <p:cNvPr id="81" name="Freeform: Shape 43">
                <a:extLst>
                  <a:ext uri="{FF2B5EF4-FFF2-40B4-BE49-F238E27FC236}">
                    <a16:creationId xmlns:a16="http://schemas.microsoft.com/office/drawing/2014/main" id="{2A491DB0-8B29-4AC9-AF8E-BA3EDAE0E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83470" y="5548286"/>
                <a:ext cx="427367" cy="431559"/>
              </a:xfrm>
              <a:custGeom>
                <a:avLst/>
                <a:gdLst>
                  <a:gd name="T0" fmla="*/ 224 w 450"/>
                  <a:gd name="T1" fmla="*/ 0 h 453"/>
                  <a:gd name="T2" fmla="*/ 224 w 450"/>
                  <a:gd name="T3" fmla="*/ 0 h 453"/>
                  <a:gd name="T4" fmla="*/ 0 w 450"/>
                  <a:gd name="T5" fmla="*/ 227 h 453"/>
                  <a:gd name="T6" fmla="*/ 224 w 450"/>
                  <a:gd name="T7" fmla="*/ 452 h 453"/>
                  <a:gd name="T8" fmla="*/ 449 w 450"/>
                  <a:gd name="T9" fmla="*/ 227 h 453"/>
                  <a:gd name="T10" fmla="*/ 224 w 450"/>
                  <a:gd name="T11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0" h="453">
                    <a:moveTo>
                      <a:pt x="224" y="0"/>
                    </a:moveTo>
                    <a:lnTo>
                      <a:pt x="224" y="0"/>
                    </a:lnTo>
                    <a:cubicBezTo>
                      <a:pt x="99" y="0"/>
                      <a:pt x="0" y="102"/>
                      <a:pt x="0" y="227"/>
                    </a:cubicBezTo>
                    <a:cubicBezTo>
                      <a:pt x="0" y="350"/>
                      <a:pt x="101" y="452"/>
                      <a:pt x="224" y="452"/>
                    </a:cubicBezTo>
                    <a:cubicBezTo>
                      <a:pt x="350" y="452"/>
                      <a:pt x="449" y="350"/>
                      <a:pt x="449" y="227"/>
                    </a:cubicBezTo>
                    <a:cubicBezTo>
                      <a:pt x="449" y="102"/>
                      <a:pt x="350" y="0"/>
                      <a:pt x="22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Freeform: Shape 44">
                <a:extLst>
                  <a:ext uri="{FF2B5EF4-FFF2-40B4-BE49-F238E27FC236}">
                    <a16:creationId xmlns:a16="http://schemas.microsoft.com/office/drawing/2014/main" id="{D4A7F6FC-48E7-4542-A538-80B984981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1141" y="5400202"/>
                <a:ext cx="723562" cy="731957"/>
              </a:xfrm>
              <a:custGeom>
                <a:avLst/>
                <a:gdLst>
                  <a:gd name="T0" fmla="*/ 465 w 758"/>
                  <a:gd name="T1" fmla="*/ 86 h 769"/>
                  <a:gd name="T2" fmla="*/ 414 w 758"/>
                  <a:gd name="T3" fmla="*/ 72 h 769"/>
                  <a:gd name="T4" fmla="*/ 321 w 758"/>
                  <a:gd name="T5" fmla="*/ 5 h 769"/>
                  <a:gd name="T6" fmla="*/ 262 w 758"/>
                  <a:gd name="T7" fmla="*/ 96 h 769"/>
                  <a:gd name="T8" fmla="*/ 211 w 758"/>
                  <a:gd name="T9" fmla="*/ 40 h 769"/>
                  <a:gd name="T10" fmla="*/ 174 w 758"/>
                  <a:gd name="T11" fmla="*/ 155 h 769"/>
                  <a:gd name="T12" fmla="*/ 139 w 758"/>
                  <a:gd name="T13" fmla="*/ 190 h 769"/>
                  <a:gd name="T14" fmla="*/ 29 w 758"/>
                  <a:gd name="T15" fmla="*/ 233 h 769"/>
                  <a:gd name="T16" fmla="*/ 77 w 758"/>
                  <a:gd name="T17" fmla="*/ 332 h 769"/>
                  <a:gd name="T18" fmla="*/ 0 w 758"/>
                  <a:gd name="T19" fmla="*/ 345 h 769"/>
                  <a:gd name="T20" fmla="*/ 75 w 758"/>
                  <a:gd name="T21" fmla="*/ 436 h 769"/>
                  <a:gd name="T22" fmla="*/ 94 w 758"/>
                  <a:gd name="T23" fmla="*/ 500 h 769"/>
                  <a:gd name="T24" fmla="*/ 77 w 758"/>
                  <a:gd name="T25" fmla="*/ 618 h 769"/>
                  <a:gd name="T26" fmla="*/ 206 w 758"/>
                  <a:gd name="T27" fmla="*/ 639 h 769"/>
                  <a:gd name="T28" fmla="*/ 185 w 758"/>
                  <a:gd name="T29" fmla="*/ 714 h 769"/>
                  <a:gd name="T30" fmla="*/ 302 w 758"/>
                  <a:gd name="T31" fmla="*/ 685 h 769"/>
                  <a:gd name="T32" fmla="*/ 350 w 758"/>
                  <a:gd name="T33" fmla="*/ 693 h 769"/>
                  <a:gd name="T34" fmla="*/ 369 w 758"/>
                  <a:gd name="T35" fmla="*/ 768 h 769"/>
                  <a:gd name="T36" fmla="*/ 457 w 758"/>
                  <a:gd name="T37" fmla="*/ 687 h 769"/>
                  <a:gd name="T38" fmla="*/ 503 w 758"/>
                  <a:gd name="T39" fmla="*/ 671 h 769"/>
                  <a:gd name="T40" fmla="*/ 556 w 758"/>
                  <a:gd name="T41" fmla="*/ 728 h 769"/>
                  <a:gd name="T42" fmla="*/ 594 w 758"/>
                  <a:gd name="T43" fmla="*/ 615 h 769"/>
                  <a:gd name="T44" fmla="*/ 626 w 758"/>
                  <a:gd name="T45" fmla="*/ 578 h 769"/>
                  <a:gd name="T46" fmla="*/ 701 w 758"/>
                  <a:gd name="T47" fmla="*/ 605 h 769"/>
                  <a:gd name="T48" fmla="*/ 677 w 758"/>
                  <a:gd name="T49" fmla="*/ 484 h 769"/>
                  <a:gd name="T50" fmla="*/ 690 w 758"/>
                  <a:gd name="T51" fmla="*/ 428 h 769"/>
                  <a:gd name="T52" fmla="*/ 757 w 758"/>
                  <a:gd name="T53" fmla="*/ 425 h 769"/>
                  <a:gd name="T54" fmla="*/ 685 w 758"/>
                  <a:gd name="T55" fmla="*/ 332 h 769"/>
                  <a:gd name="T56" fmla="*/ 671 w 758"/>
                  <a:gd name="T57" fmla="*/ 270 h 769"/>
                  <a:gd name="T58" fmla="*/ 730 w 758"/>
                  <a:gd name="T59" fmla="*/ 217 h 769"/>
                  <a:gd name="T60" fmla="*/ 618 w 758"/>
                  <a:gd name="T61" fmla="*/ 179 h 769"/>
                  <a:gd name="T62" fmla="*/ 562 w 758"/>
                  <a:gd name="T63" fmla="*/ 128 h 769"/>
                  <a:gd name="T64" fmla="*/ 580 w 758"/>
                  <a:gd name="T65" fmla="*/ 53 h 769"/>
                  <a:gd name="T66" fmla="*/ 465 w 758"/>
                  <a:gd name="T67" fmla="*/ 86 h 769"/>
                  <a:gd name="T68" fmla="*/ 639 w 758"/>
                  <a:gd name="T69" fmla="*/ 385 h 769"/>
                  <a:gd name="T70" fmla="*/ 125 w 758"/>
                  <a:gd name="T71" fmla="*/ 385 h 769"/>
                  <a:gd name="T72" fmla="*/ 639 w 758"/>
                  <a:gd name="T73" fmla="*/ 385 h 7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58" h="769">
                    <a:moveTo>
                      <a:pt x="465" y="86"/>
                    </a:moveTo>
                    <a:lnTo>
                      <a:pt x="465" y="86"/>
                    </a:lnTo>
                    <a:cubicBezTo>
                      <a:pt x="449" y="80"/>
                      <a:pt x="433" y="77"/>
                      <a:pt x="417" y="75"/>
                    </a:cubicBezTo>
                    <a:cubicBezTo>
                      <a:pt x="414" y="72"/>
                      <a:pt x="414" y="72"/>
                      <a:pt x="414" y="72"/>
                    </a:cubicBezTo>
                    <a:cubicBezTo>
                      <a:pt x="399" y="0"/>
                      <a:pt x="399" y="0"/>
                      <a:pt x="399" y="0"/>
                    </a:cubicBezTo>
                    <a:cubicBezTo>
                      <a:pt x="321" y="5"/>
                      <a:pt x="321" y="5"/>
                      <a:pt x="321" y="5"/>
                    </a:cubicBezTo>
                    <a:cubicBezTo>
                      <a:pt x="310" y="83"/>
                      <a:pt x="310" y="83"/>
                      <a:pt x="310" y="83"/>
                    </a:cubicBezTo>
                    <a:cubicBezTo>
                      <a:pt x="294" y="86"/>
                      <a:pt x="278" y="91"/>
                      <a:pt x="262" y="96"/>
                    </a:cubicBezTo>
                    <a:lnTo>
                      <a:pt x="262" y="96"/>
                    </a:lnTo>
                    <a:cubicBezTo>
                      <a:pt x="211" y="40"/>
                      <a:pt x="211" y="40"/>
                      <a:pt x="211" y="40"/>
                    </a:cubicBezTo>
                    <a:cubicBezTo>
                      <a:pt x="147" y="83"/>
                      <a:pt x="147" y="83"/>
                      <a:pt x="147" y="83"/>
                    </a:cubicBezTo>
                    <a:cubicBezTo>
                      <a:pt x="174" y="155"/>
                      <a:pt x="174" y="155"/>
                      <a:pt x="174" y="155"/>
                    </a:cubicBezTo>
                    <a:cubicBezTo>
                      <a:pt x="160" y="166"/>
                      <a:pt x="150" y="176"/>
                      <a:pt x="139" y="190"/>
                    </a:cubicBezTo>
                    <a:lnTo>
                      <a:pt x="139" y="190"/>
                    </a:lnTo>
                    <a:cubicBezTo>
                      <a:pt x="67" y="166"/>
                      <a:pt x="67" y="166"/>
                      <a:pt x="67" y="166"/>
                    </a:cubicBezTo>
                    <a:cubicBezTo>
                      <a:pt x="29" y="233"/>
                      <a:pt x="29" y="233"/>
                      <a:pt x="29" y="233"/>
                    </a:cubicBezTo>
                    <a:cubicBezTo>
                      <a:pt x="88" y="283"/>
                      <a:pt x="88" y="283"/>
                      <a:pt x="88" y="283"/>
                    </a:cubicBezTo>
                    <a:cubicBezTo>
                      <a:pt x="83" y="300"/>
                      <a:pt x="80" y="310"/>
                      <a:pt x="77" y="332"/>
                    </a:cubicBezTo>
                    <a:cubicBezTo>
                      <a:pt x="75" y="332"/>
                      <a:pt x="75" y="332"/>
                      <a:pt x="75" y="332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75" y="436"/>
                      <a:pt x="75" y="436"/>
                      <a:pt x="75" y="436"/>
                    </a:cubicBezTo>
                    <a:cubicBezTo>
                      <a:pt x="80" y="460"/>
                      <a:pt x="85" y="479"/>
                      <a:pt x="94" y="500"/>
                    </a:cubicBezTo>
                    <a:lnTo>
                      <a:pt x="94" y="500"/>
                    </a:lnTo>
                    <a:cubicBezTo>
                      <a:pt x="37" y="551"/>
                      <a:pt x="37" y="551"/>
                      <a:pt x="37" y="551"/>
                    </a:cubicBezTo>
                    <a:cubicBezTo>
                      <a:pt x="77" y="618"/>
                      <a:pt x="77" y="618"/>
                      <a:pt x="77" y="618"/>
                    </a:cubicBezTo>
                    <a:cubicBezTo>
                      <a:pt x="150" y="591"/>
                      <a:pt x="150" y="591"/>
                      <a:pt x="150" y="591"/>
                    </a:cubicBezTo>
                    <a:cubicBezTo>
                      <a:pt x="166" y="610"/>
                      <a:pt x="185" y="626"/>
                      <a:pt x="206" y="639"/>
                    </a:cubicBezTo>
                    <a:cubicBezTo>
                      <a:pt x="206" y="642"/>
                      <a:pt x="206" y="642"/>
                      <a:pt x="206" y="642"/>
                    </a:cubicBezTo>
                    <a:cubicBezTo>
                      <a:pt x="185" y="714"/>
                      <a:pt x="185" y="714"/>
                      <a:pt x="185" y="714"/>
                    </a:cubicBezTo>
                    <a:cubicBezTo>
                      <a:pt x="257" y="746"/>
                      <a:pt x="257" y="746"/>
                      <a:pt x="257" y="746"/>
                    </a:cubicBezTo>
                    <a:cubicBezTo>
                      <a:pt x="302" y="685"/>
                      <a:pt x="302" y="685"/>
                      <a:pt x="302" y="685"/>
                    </a:cubicBezTo>
                    <a:lnTo>
                      <a:pt x="302" y="685"/>
                    </a:lnTo>
                    <a:cubicBezTo>
                      <a:pt x="318" y="687"/>
                      <a:pt x="334" y="693"/>
                      <a:pt x="350" y="693"/>
                    </a:cubicBezTo>
                    <a:cubicBezTo>
                      <a:pt x="350" y="695"/>
                      <a:pt x="350" y="695"/>
                      <a:pt x="350" y="695"/>
                    </a:cubicBezTo>
                    <a:cubicBezTo>
                      <a:pt x="369" y="768"/>
                      <a:pt x="369" y="768"/>
                      <a:pt x="369" y="768"/>
                    </a:cubicBezTo>
                    <a:cubicBezTo>
                      <a:pt x="446" y="765"/>
                      <a:pt x="446" y="765"/>
                      <a:pt x="446" y="765"/>
                    </a:cubicBezTo>
                    <a:cubicBezTo>
                      <a:pt x="457" y="687"/>
                      <a:pt x="457" y="687"/>
                      <a:pt x="457" y="687"/>
                    </a:cubicBezTo>
                    <a:cubicBezTo>
                      <a:pt x="457" y="685"/>
                      <a:pt x="457" y="685"/>
                      <a:pt x="457" y="685"/>
                    </a:cubicBezTo>
                    <a:cubicBezTo>
                      <a:pt x="473" y="682"/>
                      <a:pt x="489" y="677"/>
                      <a:pt x="503" y="671"/>
                    </a:cubicBezTo>
                    <a:cubicBezTo>
                      <a:pt x="505" y="674"/>
                      <a:pt x="505" y="674"/>
                      <a:pt x="505" y="674"/>
                    </a:cubicBezTo>
                    <a:cubicBezTo>
                      <a:pt x="556" y="728"/>
                      <a:pt x="556" y="728"/>
                      <a:pt x="556" y="728"/>
                    </a:cubicBezTo>
                    <a:cubicBezTo>
                      <a:pt x="620" y="687"/>
                      <a:pt x="620" y="687"/>
                      <a:pt x="620" y="687"/>
                    </a:cubicBezTo>
                    <a:cubicBezTo>
                      <a:pt x="594" y="615"/>
                      <a:pt x="594" y="615"/>
                      <a:pt x="594" y="615"/>
                    </a:cubicBezTo>
                    <a:cubicBezTo>
                      <a:pt x="591" y="612"/>
                      <a:pt x="591" y="612"/>
                      <a:pt x="591" y="612"/>
                    </a:cubicBezTo>
                    <a:cubicBezTo>
                      <a:pt x="604" y="602"/>
                      <a:pt x="615" y="591"/>
                      <a:pt x="626" y="578"/>
                    </a:cubicBezTo>
                    <a:cubicBezTo>
                      <a:pt x="628" y="578"/>
                      <a:pt x="628" y="578"/>
                      <a:pt x="628" y="578"/>
                    </a:cubicBezTo>
                    <a:cubicBezTo>
                      <a:pt x="701" y="605"/>
                      <a:pt x="701" y="605"/>
                      <a:pt x="701" y="605"/>
                    </a:cubicBezTo>
                    <a:cubicBezTo>
                      <a:pt x="738" y="535"/>
                      <a:pt x="738" y="535"/>
                      <a:pt x="738" y="535"/>
                    </a:cubicBezTo>
                    <a:cubicBezTo>
                      <a:pt x="677" y="484"/>
                      <a:pt x="677" y="484"/>
                      <a:pt x="677" y="484"/>
                    </a:cubicBezTo>
                    <a:cubicBezTo>
                      <a:pt x="677" y="481"/>
                      <a:pt x="677" y="481"/>
                      <a:pt x="677" y="481"/>
                    </a:cubicBezTo>
                    <a:cubicBezTo>
                      <a:pt x="682" y="465"/>
                      <a:pt x="685" y="452"/>
                      <a:pt x="690" y="428"/>
                    </a:cubicBezTo>
                    <a:cubicBezTo>
                      <a:pt x="693" y="428"/>
                      <a:pt x="693" y="428"/>
                      <a:pt x="693" y="428"/>
                    </a:cubicBezTo>
                    <a:cubicBezTo>
                      <a:pt x="757" y="425"/>
                      <a:pt x="757" y="425"/>
                      <a:pt x="757" y="425"/>
                    </a:cubicBezTo>
                    <a:cubicBezTo>
                      <a:pt x="757" y="348"/>
                      <a:pt x="757" y="348"/>
                      <a:pt x="757" y="348"/>
                    </a:cubicBezTo>
                    <a:cubicBezTo>
                      <a:pt x="685" y="332"/>
                      <a:pt x="685" y="332"/>
                      <a:pt x="685" y="332"/>
                    </a:cubicBezTo>
                    <a:cubicBezTo>
                      <a:pt x="687" y="332"/>
                      <a:pt x="687" y="332"/>
                      <a:pt x="687" y="332"/>
                    </a:cubicBezTo>
                    <a:cubicBezTo>
                      <a:pt x="682" y="310"/>
                      <a:pt x="679" y="289"/>
                      <a:pt x="671" y="270"/>
                    </a:cubicBezTo>
                    <a:cubicBezTo>
                      <a:pt x="674" y="267"/>
                      <a:pt x="674" y="267"/>
                      <a:pt x="674" y="267"/>
                    </a:cubicBezTo>
                    <a:cubicBezTo>
                      <a:pt x="730" y="217"/>
                      <a:pt x="730" y="217"/>
                      <a:pt x="730" y="217"/>
                    </a:cubicBezTo>
                    <a:cubicBezTo>
                      <a:pt x="690" y="152"/>
                      <a:pt x="690" y="152"/>
                      <a:pt x="690" y="152"/>
                    </a:cubicBezTo>
                    <a:cubicBezTo>
                      <a:pt x="618" y="179"/>
                      <a:pt x="618" y="179"/>
                      <a:pt x="618" y="179"/>
                    </a:cubicBezTo>
                    <a:cubicBezTo>
                      <a:pt x="615" y="179"/>
                      <a:pt x="615" y="179"/>
                      <a:pt x="615" y="179"/>
                    </a:cubicBezTo>
                    <a:cubicBezTo>
                      <a:pt x="599" y="161"/>
                      <a:pt x="580" y="144"/>
                      <a:pt x="562" y="128"/>
                    </a:cubicBezTo>
                    <a:cubicBezTo>
                      <a:pt x="562" y="126"/>
                      <a:pt x="562" y="126"/>
                      <a:pt x="562" y="126"/>
                    </a:cubicBezTo>
                    <a:cubicBezTo>
                      <a:pt x="580" y="53"/>
                      <a:pt x="580" y="53"/>
                      <a:pt x="580" y="53"/>
                    </a:cubicBezTo>
                    <a:cubicBezTo>
                      <a:pt x="511" y="21"/>
                      <a:pt x="511" y="21"/>
                      <a:pt x="511" y="21"/>
                    </a:cubicBezTo>
                    <a:cubicBezTo>
                      <a:pt x="465" y="86"/>
                      <a:pt x="465" y="86"/>
                      <a:pt x="465" y="86"/>
                    </a:cubicBezTo>
                    <a:close/>
                    <a:moveTo>
                      <a:pt x="639" y="385"/>
                    </a:moveTo>
                    <a:lnTo>
                      <a:pt x="639" y="385"/>
                    </a:lnTo>
                    <a:cubicBezTo>
                      <a:pt x="639" y="527"/>
                      <a:pt x="524" y="642"/>
                      <a:pt x="382" y="642"/>
                    </a:cubicBezTo>
                    <a:cubicBezTo>
                      <a:pt x="241" y="642"/>
                      <a:pt x="125" y="527"/>
                      <a:pt x="125" y="385"/>
                    </a:cubicBezTo>
                    <a:cubicBezTo>
                      <a:pt x="125" y="241"/>
                      <a:pt x="241" y="126"/>
                      <a:pt x="382" y="126"/>
                    </a:cubicBezTo>
                    <a:cubicBezTo>
                      <a:pt x="524" y="126"/>
                      <a:pt x="639" y="241"/>
                      <a:pt x="639" y="38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6" name="Group 45">
              <a:extLst>
                <a:ext uri="{FF2B5EF4-FFF2-40B4-BE49-F238E27FC236}">
                  <a16:creationId xmlns:a16="http://schemas.microsoft.com/office/drawing/2014/main" id="{0F81B302-17FD-458D-9BAF-A10AC3B9B64D}"/>
                </a:ext>
              </a:extLst>
            </p:cNvPr>
            <p:cNvGrpSpPr/>
            <p:nvPr/>
          </p:nvGrpSpPr>
          <p:grpSpPr>
            <a:xfrm>
              <a:off x="9584499" y="1411982"/>
              <a:ext cx="831060" cy="837441"/>
              <a:chOff x="16982890" y="2802388"/>
              <a:chExt cx="1633305" cy="1645846"/>
            </a:xfrm>
            <a:solidFill>
              <a:schemeClr val="accent5"/>
            </a:solidFill>
          </p:grpSpPr>
          <p:sp>
            <p:nvSpPr>
              <p:cNvPr id="79" name="Freeform: Shape 46">
                <a:extLst>
                  <a:ext uri="{FF2B5EF4-FFF2-40B4-BE49-F238E27FC236}">
                    <a16:creationId xmlns:a16="http://schemas.microsoft.com/office/drawing/2014/main" id="{8CBC6BC0-5889-4613-A705-ACC2A54D6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2159" y="3090094"/>
                <a:ext cx="1070534" cy="1070435"/>
              </a:xfrm>
              <a:custGeom>
                <a:avLst/>
                <a:gdLst>
                  <a:gd name="T0" fmla="*/ 433 w 1122"/>
                  <a:gd name="T1" fmla="*/ 72 h 1121"/>
                  <a:gd name="T2" fmla="*/ 433 w 1122"/>
                  <a:gd name="T3" fmla="*/ 72 h 1121"/>
                  <a:gd name="T4" fmla="*/ 72 w 1122"/>
                  <a:gd name="T5" fmla="*/ 687 h 1121"/>
                  <a:gd name="T6" fmla="*/ 687 w 1122"/>
                  <a:gd name="T7" fmla="*/ 1051 h 1121"/>
                  <a:gd name="T8" fmla="*/ 1051 w 1122"/>
                  <a:gd name="T9" fmla="*/ 433 h 1121"/>
                  <a:gd name="T10" fmla="*/ 433 w 1122"/>
                  <a:gd name="T11" fmla="*/ 72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2" h="1121">
                    <a:moveTo>
                      <a:pt x="433" y="72"/>
                    </a:moveTo>
                    <a:lnTo>
                      <a:pt x="433" y="72"/>
                    </a:lnTo>
                    <a:cubicBezTo>
                      <a:pt x="163" y="141"/>
                      <a:pt x="0" y="417"/>
                      <a:pt x="72" y="687"/>
                    </a:cubicBezTo>
                    <a:cubicBezTo>
                      <a:pt x="141" y="957"/>
                      <a:pt x="417" y="1120"/>
                      <a:pt x="687" y="1051"/>
                    </a:cubicBezTo>
                    <a:cubicBezTo>
                      <a:pt x="957" y="981"/>
                      <a:pt x="1121" y="703"/>
                      <a:pt x="1051" y="433"/>
                    </a:cubicBezTo>
                    <a:cubicBezTo>
                      <a:pt x="979" y="163"/>
                      <a:pt x="703" y="0"/>
                      <a:pt x="433" y="7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Freeform: Shape 47">
                <a:extLst>
                  <a:ext uri="{FF2B5EF4-FFF2-40B4-BE49-F238E27FC236}">
                    <a16:creationId xmlns:a16="http://schemas.microsoft.com/office/drawing/2014/main" id="{229B38BF-5E9F-40D9-B12B-69D3A943E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2890" y="2802388"/>
                <a:ext cx="1633305" cy="1645846"/>
              </a:xfrm>
              <a:custGeom>
                <a:avLst/>
                <a:gdLst>
                  <a:gd name="T0" fmla="*/ 861 w 1708"/>
                  <a:gd name="T1" fmla="*/ 163 h 1721"/>
                  <a:gd name="T2" fmla="*/ 749 w 1708"/>
                  <a:gd name="T3" fmla="*/ 166 h 1721"/>
                  <a:gd name="T4" fmla="*/ 503 w 1708"/>
                  <a:gd name="T5" fmla="*/ 72 h 1721"/>
                  <a:gd name="T6" fmla="*/ 431 w 1708"/>
                  <a:gd name="T7" fmla="*/ 305 h 1721"/>
                  <a:gd name="T8" fmla="*/ 286 w 1708"/>
                  <a:gd name="T9" fmla="*/ 208 h 1721"/>
                  <a:gd name="T10" fmla="*/ 270 w 1708"/>
                  <a:gd name="T11" fmla="*/ 479 h 1721"/>
                  <a:gd name="T12" fmla="*/ 212 w 1708"/>
                  <a:gd name="T13" fmla="*/ 575 h 1721"/>
                  <a:gd name="T14" fmla="*/ 0 w 1708"/>
                  <a:gd name="T15" fmla="*/ 733 h 1721"/>
                  <a:gd name="T16" fmla="*/ 158 w 1708"/>
                  <a:gd name="T17" fmla="*/ 920 h 1721"/>
                  <a:gd name="T18" fmla="*/ 6 w 1708"/>
                  <a:gd name="T19" fmla="*/ 990 h 1721"/>
                  <a:gd name="T20" fmla="*/ 220 w 1708"/>
                  <a:gd name="T21" fmla="*/ 1148 h 1721"/>
                  <a:gd name="T22" fmla="*/ 289 w 1708"/>
                  <a:gd name="T23" fmla="*/ 1276 h 1721"/>
                  <a:gd name="T24" fmla="*/ 321 w 1708"/>
                  <a:gd name="T25" fmla="*/ 1538 h 1721"/>
                  <a:gd name="T26" fmla="*/ 613 w 1708"/>
                  <a:gd name="T27" fmla="*/ 1517 h 1721"/>
                  <a:gd name="T28" fmla="*/ 610 w 1708"/>
                  <a:gd name="T29" fmla="*/ 1688 h 1721"/>
                  <a:gd name="T30" fmla="*/ 845 w 1708"/>
                  <a:gd name="T31" fmla="*/ 1557 h 1721"/>
                  <a:gd name="T32" fmla="*/ 958 w 1708"/>
                  <a:gd name="T33" fmla="*/ 1552 h 1721"/>
                  <a:gd name="T34" fmla="*/ 1038 w 1708"/>
                  <a:gd name="T35" fmla="*/ 1704 h 1721"/>
                  <a:gd name="T36" fmla="*/ 1183 w 1708"/>
                  <a:gd name="T37" fmla="*/ 1477 h 1721"/>
                  <a:gd name="T38" fmla="*/ 1276 w 1708"/>
                  <a:gd name="T39" fmla="*/ 1415 h 1721"/>
                  <a:gd name="T40" fmla="*/ 1423 w 1708"/>
                  <a:gd name="T41" fmla="*/ 1511 h 1721"/>
                  <a:gd name="T42" fmla="*/ 1439 w 1708"/>
                  <a:gd name="T43" fmla="*/ 1241 h 1721"/>
                  <a:gd name="T44" fmla="*/ 1490 w 1708"/>
                  <a:gd name="T45" fmla="*/ 1142 h 1721"/>
                  <a:gd name="T46" fmla="*/ 1664 w 1708"/>
                  <a:gd name="T47" fmla="*/ 1158 h 1721"/>
                  <a:gd name="T48" fmla="*/ 1549 w 1708"/>
                  <a:gd name="T49" fmla="*/ 915 h 1721"/>
                  <a:gd name="T50" fmla="*/ 1541 w 1708"/>
                  <a:gd name="T51" fmla="*/ 779 h 1721"/>
                  <a:gd name="T52" fmla="*/ 1688 w 1708"/>
                  <a:gd name="T53" fmla="*/ 736 h 1721"/>
                  <a:gd name="T54" fmla="*/ 1479 w 1708"/>
                  <a:gd name="T55" fmla="*/ 575 h 1721"/>
                  <a:gd name="T56" fmla="*/ 1413 w 1708"/>
                  <a:gd name="T57" fmla="*/ 450 h 1721"/>
                  <a:gd name="T58" fmla="*/ 1514 w 1708"/>
                  <a:gd name="T59" fmla="*/ 302 h 1721"/>
                  <a:gd name="T60" fmla="*/ 1247 w 1708"/>
                  <a:gd name="T61" fmla="*/ 283 h 1721"/>
                  <a:gd name="T62" fmla="*/ 1094 w 1708"/>
                  <a:gd name="T63" fmla="*/ 206 h 1721"/>
                  <a:gd name="T64" fmla="*/ 1097 w 1708"/>
                  <a:gd name="T65" fmla="*/ 32 h 1721"/>
                  <a:gd name="T66" fmla="*/ 861 w 1708"/>
                  <a:gd name="T67" fmla="*/ 163 h 1721"/>
                  <a:gd name="T68" fmla="*/ 1413 w 1708"/>
                  <a:gd name="T69" fmla="*/ 714 h 1721"/>
                  <a:gd name="T70" fmla="*/ 292 w 1708"/>
                  <a:gd name="T71" fmla="*/ 1006 h 1721"/>
                  <a:gd name="T72" fmla="*/ 1413 w 1708"/>
                  <a:gd name="T73" fmla="*/ 714 h 1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8" h="1721">
                    <a:moveTo>
                      <a:pt x="861" y="163"/>
                    </a:moveTo>
                    <a:lnTo>
                      <a:pt x="861" y="163"/>
                    </a:lnTo>
                    <a:cubicBezTo>
                      <a:pt x="827" y="163"/>
                      <a:pt x="789" y="166"/>
                      <a:pt x="752" y="171"/>
                    </a:cubicBezTo>
                    <a:cubicBezTo>
                      <a:pt x="749" y="166"/>
                      <a:pt x="749" y="166"/>
                      <a:pt x="749" y="166"/>
                    </a:cubicBezTo>
                    <a:cubicBezTo>
                      <a:pt x="669" y="16"/>
                      <a:pt x="669" y="16"/>
                      <a:pt x="669" y="16"/>
                    </a:cubicBezTo>
                    <a:cubicBezTo>
                      <a:pt x="503" y="72"/>
                      <a:pt x="503" y="72"/>
                      <a:pt x="503" y="72"/>
                    </a:cubicBezTo>
                    <a:cubicBezTo>
                      <a:pt x="527" y="243"/>
                      <a:pt x="527" y="243"/>
                      <a:pt x="527" y="243"/>
                    </a:cubicBezTo>
                    <a:cubicBezTo>
                      <a:pt x="492" y="262"/>
                      <a:pt x="460" y="281"/>
                      <a:pt x="431" y="305"/>
                    </a:cubicBezTo>
                    <a:cubicBezTo>
                      <a:pt x="428" y="302"/>
                      <a:pt x="428" y="302"/>
                      <a:pt x="428" y="302"/>
                    </a:cubicBezTo>
                    <a:cubicBezTo>
                      <a:pt x="286" y="208"/>
                      <a:pt x="286" y="208"/>
                      <a:pt x="286" y="208"/>
                    </a:cubicBezTo>
                    <a:cubicBezTo>
                      <a:pt x="169" y="337"/>
                      <a:pt x="169" y="337"/>
                      <a:pt x="169" y="337"/>
                    </a:cubicBezTo>
                    <a:cubicBezTo>
                      <a:pt x="270" y="479"/>
                      <a:pt x="270" y="479"/>
                      <a:pt x="270" y="479"/>
                    </a:cubicBezTo>
                    <a:cubicBezTo>
                      <a:pt x="249" y="508"/>
                      <a:pt x="230" y="543"/>
                      <a:pt x="214" y="578"/>
                    </a:cubicBezTo>
                    <a:cubicBezTo>
                      <a:pt x="212" y="575"/>
                      <a:pt x="212" y="575"/>
                      <a:pt x="212" y="575"/>
                    </a:cubicBezTo>
                    <a:cubicBezTo>
                      <a:pt x="43" y="562"/>
                      <a:pt x="43" y="562"/>
                      <a:pt x="43" y="562"/>
                    </a:cubicBezTo>
                    <a:cubicBezTo>
                      <a:pt x="0" y="733"/>
                      <a:pt x="0" y="733"/>
                      <a:pt x="0" y="733"/>
                    </a:cubicBezTo>
                    <a:cubicBezTo>
                      <a:pt x="158" y="808"/>
                      <a:pt x="158" y="808"/>
                      <a:pt x="158" y="808"/>
                    </a:cubicBezTo>
                    <a:cubicBezTo>
                      <a:pt x="155" y="845"/>
                      <a:pt x="150" y="864"/>
                      <a:pt x="158" y="920"/>
                    </a:cubicBezTo>
                    <a:cubicBezTo>
                      <a:pt x="155" y="923"/>
                      <a:pt x="155" y="923"/>
                      <a:pt x="155" y="923"/>
                    </a:cubicBezTo>
                    <a:cubicBezTo>
                      <a:pt x="6" y="990"/>
                      <a:pt x="6" y="990"/>
                      <a:pt x="6" y="990"/>
                    </a:cubicBezTo>
                    <a:cubicBezTo>
                      <a:pt x="48" y="1158"/>
                      <a:pt x="48" y="1158"/>
                      <a:pt x="48" y="1158"/>
                    </a:cubicBezTo>
                    <a:cubicBezTo>
                      <a:pt x="220" y="1148"/>
                      <a:pt x="220" y="1148"/>
                      <a:pt x="220" y="1148"/>
                    </a:cubicBezTo>
                    <a:cubicBezTo>
                      <a:pt x="241" y="1193"/>
                      <a:pt x="262" y="1236"/>
                      <a:pt x="292" y="1276"/>
                    </a:cubicBezTo>
                    <a:cubicBezTo>
                      <a:pt x="289" y="1276"/>
                      <a:pt x="289" y="1276"/>
                      <a:pt x="289" y="1276"/>
                    </a:cubicBezTo>
                    <a:cubicBezTo>
                      <a:pt x="196" y="1418"/>
                      <a:pt x="196" y="1418"/>
                      <a:pt x="196" y="1418"/>
                    </a:cubicBezTo>
                    <a:cubicBezTo>
                      <a:pt x="321" y="1538"/>
                      <a:pt x="321" y="1538"/>
                      <a:pt x="321" y="1538"/>
                    </a:cubicBezTo>
                    <a:cubicBezTo>
                      <a:pt x="463" y="1439"/>
                      <a:pt x="463" y="1439"/>
                      <a:pt x="463" y="1439"/>
                    </a:cubicBezTo>
                    <a:cubicBezTo>
                      <a:pt x="508" y="1471"/>
                      <a:pt x="559" y="1495"/>
                      <a:pt x="613" y="1517"/>
                    </a:cubicBezTo>
                    <a:cubicBezTo>
                      <a:pt x="613" y="1519"/>
                      <a:pt x="613" y="1519"/>
                      <a:pt x="613" y="1519"/>
                    </a:cubicBezTo>
                    <a:cubicBezTo>
                      <a:pt x="610" y="1688"/>
                      <a:pt x="610" y="1688"/>
                      <a:pt x="610" y="1688"/>
                    </a:cubicBezTo>
                    <a:cubicBezTo>
                      <a:pt x="781" y="1720"/>
                      <a:pt x="781" y="1720"/>
                      <a:pt x="781" y="1720"/>
                    </a:cubicBezTo>
                    <a:cubicBezTo>
                      <a:pt x="845" y="1557"/>
                      <a:pt x="845" y="1557"/>
                      <a:pt x="845" y="1557"/>
                    </a:cubicBezTo>
                    <a:lnTo>
                      <a:pt x="845" y="1557"/>
                    </a:lnTo>
                    <a:cubicBezTo>
                      <a:pt x="883" y="1557"/>
                      <a:pt x="920" y="1557"/>
                      <a:pt x="958" y="1552"/>
                    </a:cubicBezTo>
                    <a:cubicBezTo>
                      <a:pt x="960" y="1554"/>
                      <a:pt x="960" y="1554"/>
                      <a:pt x="960" y="1554"/>
                    </a:cubicBezTo>
                    <a:cubicBezTo>
                      <a:pt x="1038" y="1704"/>
                      <a:pt x="1038" y="1704"/>
                      <a:pt x="1038" y="1704"/>
                    </a:cubicBezTo>
                    <a:cubicBezTo>
                      <a:pt x="1204" y="1651"/>
                      <a:pt x="1204" y="1651"/>
                      <a:pt x="1204" y="1651"/>
                    </a:cubicBezTo>
                    <a:cubicBezTo>
                      <a:pt x="1183" y="1477"/>
                      <a:pt x="1183" y="1477"/>
                      <a:pt x="1183" y="1477"/>
                    </a:cubicBezTo>
                    <a:cubicBezTo>
                      <a:pt x="1183" y="1474"/>
                      <a:pt x="1183" y="1474"/>
                      <a:pt x="1183" y="1474"/>
                    </a:cubicBezTo>
                    <a:cubicBezTo>
                      <a:pt x="1214" y="1458"/>
                      <a:pt x="1247" y="1437"/>
                      <a:pt x="1276" y="1415"/>
                    </a:cubicBezTo>
                    <a:cubicBezTo>
                      <a:pt x="1281" y="1418"/>
                      <a:pt x="1281" y="1418"/>
                      <a:pt x="1281" y="1418"/>
                    </a:cubicBezTo>
                    <a:cubicBezTo>
                      <a:pt x="1423" y="1511"/>
                      <a:pt x="1423" y="1511"/>
                      <a:pt x="1423" y="1511"/>
                    </a:cubicBezTo>
                    <a:cubicBezTo>
                      <a:pt x="1541" y="1383"/>
                      <a:pt x="1541" y="1383"/>
                      <a:pt x="1541" y="1383"/>
                    </a:cubicBezTo>
                    <a:cubicBezTo>
                      <a:pt x="1439" y="1241"/>
                      <a:pt x="1439" y="1241"/>
                      <a:pt x="1439" y="1241"/>
                    </a:cubicBezTo>
                    <a:cubicBezTo>
                      <a:pt x="1437" y="1241"/>
                      <a:pt x="1437" y="1241"/>
                      <a:pt x="1437" y="1241"/>
                    </a:cubicBezTo>
                    <a:cubicBezTo>
                      <a:pt x="1458" y="1209"/>
                      <a:pt x="1474" y="1177"/>
                      <a:pt x="1490" y="1142"/>
                    </a:cubicBezTo>
                    <a:cubicBezTo>
                      <a:pt x="1495" y="1145"/>
                      <a:pt x="1495" y="1145"/>
                      <a:pt x="1495" y="1145"/>
                    </a:cubicBezTo>
                    <a:cubicBezTo>
                      <a:pt x="1664" y="1158"/>
                      <a:pt x="1664" y="1158"/>
                      <a:pt x="1664" y="1158"/>
                    </a:cubicBezTo>
                    <a:cubicBezTo>
                      <a:pt x="1707" y="990"/>
                      <a:pt x="1707" y="990"/>
                      <a:pt x="1707" y="990"/>
                    </a:cubicBezTo>
                    <a:cubicBezTo>
                      <a:pt x="1549" y="915"/>
                      <a:pt x="1549" y="915"/>
                      <a:pt x="1549" y="915"/>
                    </a:cubicBezTo>
                    <a:cubicBezTo>
                      <a:pt x="1544" y="901"/>
                      <a:pt x="1544" y="901"/>
                      <a:pt x="1544" y="901"/>
                    </a:cubicBezTo>
                    <a:cubicBezTo>
                      <a:pt x="1549" y="867"/>
                      <a:pt x="1549" y="835"/>
                      <a:pt x="1541" y="779"/>
                    </a:cubicBezTo>
                    <a:cubicBezTo>
                      <a:pt x="1549" y="779"/>
                      <a:pt x="1549" y="779"/>
                      <a:pt x="1549" y="779"/>
                    </a:cubicBezTo>
                    <a:cubicBezTo>
                      <a:pt x="1688" y="736"/>
                      <a:pt x="1688" y="736"/>
                      <a:pt x="1688" y="736"/>
                    </a:cubicBezTo>
                    <a:cubicBezTo>
                      <a:pt x="1643" y="567"/>
                      <a:pt x="1643" y="567"/>
                      <a:pt x="1643" y="567"/>
                    </a:cubicBezTo>
                    <a:cubicBezTo>
                      <a:pt x="1479" y="575"/>
                      <a:pt x="1479" y="575"/>
                      <a:pt x="1479" y="575"/>
                    </a:cubicBezTo>
                    <a:cubicBezTo>
                      <a:pt x="1482" y="575"/>
                      <a:pt x="1482" y="575"/>
                      <a:pt x="1482" y="575"/>
                    </a:cubicBezTo>
                    <a:cubicBezTo>
                      <a:pt x="1463" y="530"/>
                      <a:pt x="1442" y="487"/>
                      <a:pt x="1413" y="450"/>
                    </a:cubicBezTo>
                    <a:cubicBezTo>
                      <a:pt x="1418" y="444"/>
                      <a:pt x="1418" y="444"/>
                      <a:pt x="1418" y="444"/>
                    </a:cubicBezTo>
                    <a:cubicBezTo>
                      <a:pt x="1514" y="302"/>
                      <a:pt x="1514" y="302"/>
                      <a:pt x="1514" y="302"/>
                    </a:cubicBezTo>
                    <a:cubicBezTo>
                      <a:pt x="1388" y="182"/>
                      <a:pt x="1388" y="182"/>
                      <a:pt x="1388" y="182"/>
                    </a:cubicBezTo>
                    <a:cubicBezTo>
                      <a:pt x="1247" y="283"/>
                      <a:pt x="1247" y="283"/>
                      <a:pt x="1247" y="283"/>
                    </a:cubicBezTo>
                    <a:cubicBezTo>
                      <a:pt x="1244" y="283"/>
                      <a:pt x="1244" y="283"/>
                      <a:pt x="1244" y="283"/>
                    </a:cubicBezTo>
                    <a:cubicBezTo>
                      <a:pt x="1199" y="251"/>
                      <a:pt x="1148" y="227"/>
                      <a:pt x="1094" y="206"/>
                    </a:cubicBezTo>
                    <a:cubicBezTo>
                      <a:pt x="1097" y="201"/>
                      <a:pt x="1097" y="201"/>
                      <a:pt x="1097" y="201"/>
                    </a:cubicBezTo>
                    <a:cubicBezTo>
                      <a:pt x="1097" y="32"/>
                      <a:pt x="1097" y="32"/>
                      <a:pt x="1097" y="32"/>
                    </a:cubicBezTo>
                    <a:cubicBezTo>
                      <a:pt x="926" y="0"/>
                      <a:pt x="926" y="0"/>
                      <a:pt x="926" y="0"/>
                    </a:cubicBezTo>
                    <a:cubicBezTo>
                      <a:pt x="861" y="163"/>
                      <a:pt x="861" y="163"/>
                      <a:pt x="861" y="163"/>
                    </a:cubicBezTo>
                    <a:close/>
                    <a:moveTo>
                      <a:pt x="1413" y="714"/>
                    </a:moveTo>
                    <a:lnTo>
                      <a:pt x="1413" y="714"/>
                    </a:lnTo>
                    <a:cubicBezTo>
                      <a:pt x="1493" y="1025"/>
                      <a:pt x="1308" y="1340"/>
                      <a:pt x="998" y="1420"/>
                    </a:cubicBezTo>
                    <a:cubicBezTo>
                      <a:pt x="688" y="1501"/>
                      <a:pt x="372" y="1316"/>
                      <a:pt x="292" y="1006"/>
                    </a:cubicBezTo>
                    <a:cubicBezTo>
                      <a:pt x="212" y="695"/>
                      <a:pt x="399" y="380"/>
                      <a:pt x="706" y="300"/>
                    </a:cubicBezTo>
                    <a:cubicBezTo>
                      <a:pt x="1017" y="219"/>
                      <a:pt x="1332" y="407"/>
                      <a:pt x="1413" y="71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7" name="Group 48">
              <a:extLst>
                <a:ext uri="{FF2B5EF4-FFF2-40B4-BE49-F238E27FC236}">
                  <a16:creationId xmlns:a16="http://schemas.microsoft.com/office/drawing/2014/main" id="{D997992A-CA1B-4C5E-AA7C-00E38A065FA6}"/>
                </a:ext>
              </a:extLst>
            </p:cNvPr>
            <p:cNvGrpSpPr/>
            <p:nvPr/>
          </p:nvGrpSpPr>
          <p:grpSpPr>
            <a:xfrm>
              <a:off x="10628706" y="2070743"/>
              <a:ext cx="697573" cy="693205"/>
              <a:chOff x="19035099" y="4097064"/>
              <a:chExt cx="1370960" cy="1362372"/>
            </a:xfrm>
            <a:solidFill>
              <a:schemeClr val="accent2"/>
            </a:solidFill>
          </p:grpSpPr>
          <p:sp>
            <p:nvSpPr>
              <p:cNvPr id="77" name="Freeform: Shape 49">
                <a:extLst>
                  <a:ext uri="{FF2B5EF4-FFF2-40B4-BE49-F238E27FC236}">
                    <a16:creationId xmlns:a16="http://schemas.microsoft.com/office/drawing/2014/main" id="{1369DCDD-C4C1-40C4-8B95-FA6BE1B31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3592" y="4325536"/>
                <a:ext cx="905511" cy="905427"/>
              </a:xfrm>
              <a:custGeom>
                <a:avLst/>
                <a:gdLst>
                  <a:gd name="T0" fmla="*/ 224 w 950"/>
                  <a:gd name="T1" fmla="*/ 139 h 951"/>
                  <a:gd name="T2" fmla="*/ 224 w 950"/>
                  <a:gd name="T3" fmla="*/ 139 h 951"/>
                  <a:gd name="T4" fmla="*/ 139 w 950"/>
                  <a:gd name="T5" fmla="*/ 725 h 951"/>
                  <a:gd name="T6" fmla="*/ 725 w 950"/>
                  <a:gd name="T7" fmla="*/ 810 h 951"/>
                  <a:gd name="T8" fmla="*/ 810 w 950"/>
                  <a:gd name="T9" fmla="*/ 224 h 951"/>
                  <a:gd name="T10" fmla="*/ 224 w 950"/>
                  <a:gd name="T11" fmla="*/ 139 h 9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0" h="951">
                    <a:moveTo>
                      <a:pt x="224" y="139"/>
                    </a:moveTo>
                    <a:lnTo>
                      <a:pt x="224" y="139"/>
                    </a:lnTo>
                    <a:cubicBezTo>
                      <a:pt x="40" y="278"/>
                      <a:pt x="0" y="540"/>
                      <a:pt x="139" y="725"/>
                    </a:cubicBezTo>
                    <a:cubicBezTo>
                      <a:pt x="278" y="912"/>
                      <a:pt x="540" y="950"/>
                      <a:pt x="725" y="810"/>
                    </a:cubicBezTo>
                    <a:cubicBezTo>
                      <a:pt x="912" y="674"/>
                      <a:pt x="949" y="409"/>
                      <a:pt x="810" y="224"/>
                    </a:cubicBezTo>
                    <a:cubicBezTo>
                      <a:pt x="674" y="40"/>
                      <a:pt x="412" y="0"/>
                      <a:pt x="224" y="13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Freeform: Shape 50">
                <a:extLst>
                  <a:ext uri="{FF2B5EF4-FFF2-40B4-BE49-F238E27FC236}">
                    <a16:creationId xmlns:a16="http://schemas.microsoft.com/office/drawing/2014/main" id="{FC1DD34B-F60A-4741-8EA1-0CDD2FC8C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5099" y="4097064"/>
                <a:ext cx="1370960" cy="1362372"/>
              </a:xfrm>
              <a:custGeom>
                <a:avLst/>
                <a:gdLst>
                  <a:gd name="T0" fmla="*/ 503 w 1432"/>
                  <a:gd name="T1" fmla="*/ 174 h 1424"/>
                  <a:gd name="T2" fmla="*/ 417 w 1432"/>
                  <a:gd name="T3" fmla="*/ 211 h 1424"/>
                  <a:gd name="T4" fmla="*/ 200 w 1432"/>
                  <a:gd name="T5" fmla="*/ 216 h 1424"/>
                  <a:gd name="T6" fmla="*/ 216 w 1432"/>
                  <a:gd name="T7" fmla="*/ 417 h 1424"/>
                  <a:gd name="T8" fmla="*/ 74 w 1432"/>
                  <a:gd name="T9" fmla="*/ 390 h 1424"/>
                  <a:gd name="T10" fmla="*/ 147 w 1432"/>
                  <a:gd name="T11" fmla="*/ 601 h 1424"/>
                  <a:gd name="T12" fmla="*/ 133 w 1432"/>
                  <a:gd name="T13" fmla="*/ 695 h 1424"/>
                  <a:gd name="T14" fmla="*/ 18 w 1432"/>
                  <a:gd name="T15" fmla="*/ 880 h 1424"/>
                  <a:gd name="T16" fmla="*/ 200 w 1432"/>
                  <a:gd name="T17" fmla="*/ 976 h 1424"/>
                  <a:gd name="T18" fmla="*/ 102 w 1432"/>
                  <a:gd name="T19" fmla="*/ 1075 h 1424"/>
                  <a:gd name="T20" fmla="*/ 315 w 1432"/>
                  <a:gd name="T21" fmla="*/ 1131 h 1424"/>
                  <a:gd name="T22" fmla="*/ 412 w 1432"/>
                  <a:gd name="T23" fmla="*/ 1209 h 1424"/>
                  <a:gd name="T24" fmla="*/ 516 w 1432"/>
                  <a:gd name="T25" fmla="*/ 1399 h 1424"/>
                  <a:gd name="T26" fmla="*/ 735 w 1432"/>
                  <a:gd name="T27" fmla="*/ 1292 h 1424"/>
                  <a:gd name="T28" fmla="*/ 786 w 1432"/>
                  <a:gd name="T29" fmla="*/ 1423 h 1424"/>
                  <a:gd name="T30" fmla="*/ 925 w 1432"/>
                  <a:gd name="T31" fmla="*/ 1249 h 1424"/>
                  <a:gd name="T32" fmla="*/ 1008 w 1432"/>
                  <a:gd name="T33" fmla="*/ 1209 h 1424"/>
                  <a:gd name="T34" fmla="*/ 1120 w 1432"/>
                  <a:gd name="T35" fmla="*/ 1303 h 1424"/>
                  <a:gd name="T36" fmla="*/ 1158 w 1432"/>
                  <a:gd name="T37" fmla="*/ 1083 h 1424"/>
                  <a:gd name="T38" fmla="*/ 1211 w 1432"/>
                  <a:gd name="T39" fmla="*/ 1005 h 1424"/>
                  <a:gd name="T40" fmla="*/ 1353 w 1432"/>
                  <a:gd name="T41" fmla="*/ 1035 h 1424"/>
                  <a:gd name="T42" fmla="*/ 1281 w 1432"/>
                  <a:gd name="T43" fmla="*/ 824 h 1424"/>
                  <a:gd name="T44" fmla="*/ 1292 w 1432"/>
                  <a:gd name="T45" fmla="*/ 730 h 1424"/>
                  <a:gd name="T46" fmla="*/ 1431 w 1432"/>
                  <a:gd name="T47" fmla="*/ 687 h 1424"/>
                  <a:gd name="T48" fmla="*/ 1265 w 1432"/>
                  <a:gd name="T49" fmla="*/ 537 h 1424"/>
                  <a:gd name="T50" fmla="*/ 1217 w 1432"/>
                  <a:gd name="T51" fmla="*/ 436 h 1424"/>
                  <a:gd name="T52" fmla="*/ 1316 w 1432"/>
                  <a:gd name="T53" fmla="*/ 358 h 1424"/>
                  <a:gd name="T54" fmla="*/ 1104 w 1432"/>
                  <a:gd name="T55" fmla="*/ 300 h 1424"/>
                  <a:gd name="T56" fmla="*/ 1014 w 1432"/>
                  <a:gd name="T57" fmla="*/ 222 h 1424"/>
                  <a:gd name="T58" fmla="*/ 1046 w 1432"/>
                  <a:gd name="T59" fmla="*/ 80 h 1424"/>
                  <a:gd name="T60" fmla="*/ 834 w 1432"/>
                  <a:gd name="T61" fmla="*/ 147 h 1424"/>
                  <a:gd name="T62" fmla="*/ 695 w 1432"/>
                  <a:gd name="T63" fmla="*/ 136 h 1424"/>
                  <a:gd name="T64" fmla="*/ 642 w 1432"/>
                  <a:gd name="T65" fmla="*/ 0 h 1424"/>
                  <a:gd name="T66" fmla="*/ 503 w 1432"/>
                  <a:gd name="T67" fmla="*/ 174 h 1424"/>
                  <a:gd name="T68" fmla="*/ 1096 w 1432"/>
                  <a:gd name="T69" fmla="*/ 428 h 1424"/>
                  <a:gd name="T70" fmla="*/ 329 w 1432"/>
                  <a:gd name="T71" fmla="*/ 1000 h 1424"/>
                  <a:gd name="T72" fmla="*/ 1096 w 1432"/>
                  <a:gd name="T73" fmla="*/ 428 h 1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32" h="1424">
                    <a:moveTo>
                      <a:pt x="503" y="174"/>
                    </a:moveTo>
                    <a:lnTo>
                      <a:pt x="503" y="174"/>
                    </a:lnTo>
                    <a:cubicBezTo>
                      <a:pt x="476" y="187"/>
                      <a:pt x="447" y="198"/>
                      <a:pt x="420" y="214"/>
                    </a:cubicBezTo>
                    <a:cubicBezTo>
                      <a:pt x="417" y="211"/>
                      <a:pt x="417" y="211"/>
                      <a:pt x="417" y="211"/>
                    </a:cubicBezTo>
                    <a:cubicBezTo>
                      <a:pt x="310" y="123"/>
                      <a:pt x="310" y="123"/>
                      <a:pt x="310" y="123"/>
                    </a:cubicBezTo>
                    <a:cubicBezTo>
                      <a:pt x="200" y="216"/>
                      <a:pt x="200" y="216"/>
                      <a:pt x="200" y="21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51" y="366"/>
                      <a:pt x="232" y="390"/>
                      <a:pt x="216" y="417"/>
                    </a:cubicBezTo>
                    <a:cubicBezTo>
                      <a:pt x="214" y="417"/>
                      <a:pt x="214" y="417"/>
                      <a:pt x="214" y="417"/>
                    </a:cubicBezTo>
                    <a:cubicBezTo>
                      <a:pt x="74" y="390"/>
                      <a:pt x="74" y="390"/>
                      <a:pt x="74" y="390"/>
                    </a:cubicBezTo>
                    <a:cubicBezTo>
                      <a:pt x="24" y="524"/>
                      <a:pt x="24" y="524"/>
                      <a:pt x="24" y="524"/>
                    </a:cubicBezTo>
                    <a:cubicBezTo>
                      <a:pt x="147" y="601"/>
                      <a:pt x="147" y="601"/>
                      <a:pt x="147" y="601"/>
                    </a:cubicBezTo>
                    <a:cubicBezTo>
                      <a:pt x="142" y="631"/>
                      <a:pt x="136" y="663"/>
                      <a:pt x="136" y="693"/>
                    </a:cubicBezTo>
                    <a:cubicBezTo>
                      <a:pt x="133" y="695"/>
                      <a:pt x="133" y="695"/>
                      <a:pt x="133" y="695"/>
                    </a:cubicBezTo>
                    <a:cubicBezTo>
                      <a:pt x="0" y="738"/>
                      <a:pt x="0" y="738"/>
                      <a:pt x="0" y="738"/>
                    </a:cubicBezTo>
                    <a:cubicBezTo>
                      <a:pt x="18" y="880"/>
                      <a:pt x="18" y="880"/>
                      <a:pt x="18" y="880"/>
                    </a:cubicBezTo>
                    <a:cubicBezTo>
                      <a:pt x="163" y="888"/>
                      <a:pt x="163" y="888"/>
                      <a:pt x="163" y="888"/>
                    </a:cubicBezTo>
                    <a:cubicBezTo>
                      <a:pt x="173" y="917"/>
                      <a:pt x="176" y="936"/>
                      <a:pt x="200" y="976"/>
                    </a:cubicBezTo>
                    <a:cubicBezTo>
                      <a:pt x="198" y="979"/>
                      <a:pt x="198" y="979"/>
                      <a:pt x="198" y="979"/>
                    </a:cubicBezTo>
                    <a:cubicBezTo>
                      <a:pt x="102" y="1075"/>
                      <a:pt x="102" y="1075"/>
                      <a:pt x="102" y="1075"/>
                    </a:cubicBezTo>
                    <a:cubicBezTo>
                      <a:pt x="189" y="1190"/>
                      <a:pt x="189" y="1190"/>
                      <a:pt x="189" y="1190"/>
                    </a:cubicBezTo>
                    <a:cubicBezTo>
                      <a:pt x="315" y="1131"/>
                      <a:pt x="315" y="1131"/>
                      <a:pt x="315" y="1131"/>
                    </a:cubicBezTo>
                    <a:cubicBezTo>
                      <a:pt x="347" y="1158"/>
                      <a:pt x="377" y="1185"/>
                      <a:pt x="412" y="1206"/>
                    </a:cubicBezTo>
                    <a:cubicBezTo>
                      <a:pt x="412" y="1209"/>
                      <a:pt x="412" y="1209"/>
                      <a:pt x="412" y="1209"/>
                    </a:cubicBezTo>
                    <a:cubicBezTo>
                      <a:pt x="382" y="1345"/>
                      <a:pt x="382" y="1345"/>
                      <a:pt x="382" y="1345"/>
                    </a:cubicBezTo>
                    <a:cubicBezTo>
                      <a:pt x="516" y="1399"/>
                      <a:pt x="516" y="1399"/>
                      <a:pt x="516" y="1399"/>
                    </a:cubicBezTo>
                    <a:cubicBezTo>
                      <a:pt x="593" y="1278"/>
                      <a:pt x="593" y="1278"/>
                      <a:pt x="593" y="1278"/>
                    </a:cubicBezTo>
                    <a:cubicBezTo>
                      <a:pt x="639" y="1289"/>
                      <a:pt x="687" y="1292"/>
                      <a:pt x="735" y="1292"/>
                    </a:cubicBezTo>
                    <a:cubicBezTo>
                      <a:pt x="735" y="1294"/>
                      <a:pt x="735" y="1294"/>
                      <a:pt x="735" y="1294"/>
                    </a:cubicBezTo>
                    <a:cubicBezTo>
                      <a:pt x="786" y="1423"/>
                      <a:pt x="786" y="1423"/>
                      <a:pt x="786" y="1423"/>
                    </a:cubicBezTo>
                    <a:cubicBezTo>
                      <a:pt x="928" y="1396"/>
                      <a:pt x="928" y="1396"/>
                      <a:pt x="928" y="1396"/>
                    </a:cubicBezTo>
                    <a:cubicBezTo>
                      <a:pt x="925" y="1249"/>
                      <a:pt x="925" y="1249"/>
                      <a:pt x="925" y="1249"/>
                    </a:cubicBezTo>
                    <a:lnTo>
                      <a:pt x="925" y="1249"/>
                    </a:lnTo>
                    <a:cubicBezTo>
                      <a:pt x="955" y="1238"/>
                      <a:pt x="981" y="1225"/>
                      <a:pt x="1008" y="1209"/>
                    </a:cubicBezTo>
                    <a:cubicBezTo>
                      <a:pt x="1011" y="1212"/>
                      <a:pt x="1011" y="1212"/>
                      <a:pt x="1011" y="1212"/>
                    </a:cubicBezTo>
                    <a:cubicBezTo>
                      <a:pt x="1120" y="1303"/>
                      <a:pt x="1120" y="1303"/>
                      <a:pt x="1120" y="1303"/>
                    </a:cubicBezTo>
                    <a:cubicBezTo>
                      <a:pt x="1230" y="1209"/>
                      <a:pt x="1230" y="1209"/>
                      <a:pt x="1230" y="1209"/>
                    </a:cubicBezTo>
                    <a:cubicBezTo>
                      <a:pt x="1158" y="1083"/>
                      <a:pt x="1158" y="1083"/>
                      <a:pt x="1158" y="1083"/>
                    </a:cubicBezTo>
                    <a:cubicBezTo>
                      <a:pt x="1158" y="1080"/>
                      <a:pt x="1158" y="1080"/>
                      <a:pt x="1158" y="1080"/>
                    </a:cubicBezTo>
                    <a:cubicBezTo>
                      <a:pt x="1176" y="1056"/>
                      <a:pt x="1195" y="1032"/>
                      <a:pt x="1211" y="1005"/>
                    </a:cubicBezTo>
                    <a:cubicBezTo>
                      <a:pt x="1217" y="1008"/>
                      <a:pt x="1217" y="1008"/>
                      <a:pt x="1217" y="1008"/>
                    </a:cubicBezTo>
                    <a:cubicBezTo>
                      <a:pt x="1353" y="1035"/>
                      <a:pt x="1353" y="1035"/>
                      <a:pt x="1353" y="1035"/>
                    </a:cubicBezTo>
                    <a:cubicBezTo>
                      <a:pt x="1404" y="899"/>
                      <a:pt x="1404" y="899"/>
                      <a:pt x="1404" y="899"/>
                    </a:cubicBezTo>
                    <a:cubicBezTo>
                      <a:pt x="1281" y="824"/>
                      <a:pt x="1281" y="824"/>
                      <a:pt x="1281" y="824"/>
                    </a:cubicBezTo>
                    <a:lnTo>
                      <a:pt x="1281" y="824"/>
                    </a:lnTo>
                    <a:cubicBezTo>
                      <a:pt x="1286" y="791"/>
                      <a:pt x="1289" y="762"/>
                      <a:pt x="1292" y="730"/>
                    </a:cubicBezTo>
                    <a:cubicBezTo>
                      <a:pt x="1297" y="730"/>
                      <a:pt x="1297" y="730"/>
                      <a:pt x="1297" y="730"/>
                    </a:cubicBezTo>
                    <a:cubicBezTo>
                      <a:pt x="1431" y="687"/>
                      <a:pt x="1431" y="687"/>
                      <a:pt x="1431" y="687"/>
                    </a:cubicBezTo>
                    <a:cubicBezTo>
                      <a:pt x="1409" y="545"/>
                      <a:pt x="1409" y="545"/>
                      <a:pt x="1409" y="545"/>
                    </a:cubicBezTo>
                    <a:cubicBezTo>
                      <a:pt x="1265" y="537"/>
                      <a:pt x="1265" y="537"/>
                      <a:pt x="1265" y="537"/>
                    </a:cubicBezTo>
                    <a:cubicBezTo>
                      <a:pt x="1257" y="530"/>
                      <a:pt x="1257" y="530"/>
                      <a:pt x="1257" y="530"/>
                    </a:cubicBezTo>
                    <a:cubicBezTo>
                      <a:pt x="1249" y="500"/>
                      <a:pt x="1241" y="476"/>
                      <a:pt x="1217" y="436"/>
                    </a:cubicBezTo>
                    <a:cubicBezTo>
                      <a:pt x="1219" y="433"/>
                      <a:pt x="1219" y="433"/>
                      <a:pt x="1219" y="433"/>
                    </a:cubicBezTo>
                    <a:cubicBezTo>
                      <a:pt x="1316" y="358"/>
                      <a:pt x="1316" y="358"/>
                      <a:pt x="1316" y="358"/>
                    </a:cubicBezTo>
                    <a:cubicBezTo>
                      <a:pt x="1230" y="241"/>
                      <a:pt x="1230" y="241"/>
                      <a:pt x="1230" y="241"/>
                    </a:cubicBezTo>
                    <a:cubicBezTo>
                      <a:pt x="1104" y="300"/>
                      <a:pt x="1104" y="300"/>
                      <a:pt x="1104" y="300"/>
                    </a:cubicBezTo>
                    <a:cubicBezTo>
                      <a:pt x="1107" y="297"/>
                      <a:pt x="1107" y="297"/>
                      <a:pt x="1107" y="297"/>
                    </a:cubicBezTo>
                    <a:cubicBezTo>
                      <a:pt x="1078" y="270"/>
                      <a:pt x="1048" y="243"/>
                      <a:pt x="1014" y="222"/>
                    </a:cubicBezTo>
                    <a:cubicBezTo>
                      <a:pt x="1016" y="216"/>
                      <a:pt x="1016" y="216"/>
                      <a:pt x="1016" y="216"/>
                    </a:cubicBezTo>
                    <a:cubicBezTo>
                      <a:pt x="1046" y="80"/>
                      <a:pt x="1046" y="80"/>
                      <a:pt x="1046" y="80"/>
                    </a:cubicBezTo>
                    <a:cubicBezTo>
                      <a:pt x="912" y="27"/>
                      <a:pt x="912" y="27"/>
                      <a:pt x="912" y="27"/>
                    </a:cubicBezTo>
                    <a:cubicBezTo>
                      <a:pt x="834" y="147"/>
                      <a:pt x="834" y="147"/>
                      <a:pt x="834" y="147"/>
                    </a:cubicBezTo>
                    <a:lnTo>
                      <a:pt x="834" y="147"/>
                    </a:lnTo>
                    <a:cubicBezTo>
                      <a:pt x="789" y="139"/>
                      <a:pt x="743" y="133"/>
                      <a:pt x="695" y="136"/>
                    </a:cubicBezTo>
                    <a:cubicBezTo>
                      <a:pt x="695" y="131"/>
                      <a:pt x="695" y="131"/>
                      <a:pt x="695" y="131"/>
                    </a:cubicBezTo>
                    <a:cubicBezTo>
                      <a:pt x="642" y="0"/>
                      <a:pt x="642" y="0"/>
                      <a:pt x="642" y="0"/>
                    </a:cubicBezTo>
                    <a:cubicBezTo>
                      <a:pt x="503" y="29"/>
                      <a:pt x="503" y="29"/>
                      <a:pt x="503" y="29"/>
                    </a:cubicBezTo>
                    <a:cubicBezTo>
                      <a:pt x="503" y="174"/>
                      <a:pt x="503" y="174"/>
                      <a:pt x="503" y="174"/>
                    </a:cubicBezTo>
                    <a:close/>
                    <a:moveTo>
                      <a:pt x="1096" y="428"/>
                    </a:moveTo>
                    <a:lnTo>
                      <a:pt x="1096" y="428"/>
                    </a:lnTo>
                    <a:cubicBezTo>
                      <a:pt x="1257" y="639"/>
                      <a:pt x="1211" y="939"/>
                      <a:pt x="1000" y="1097"/>
                    </a:cubicBezTo>
                    <a:cubicBezTo>
                      <a:pt x="786" y="1254"/>
                      <a:pt x="487" y="1212"/>
                      <a:pt x="329" y="1000"/>
                    </a:cubicBezTo>
                    <a:cubicBezTo>
                      <a:pt x="171" y="786"/>
                      <a:pt x="214" y="487"/>
                      <a:pt x="428" y="329"/>
                    </a:cubicBezTo>
                    <a:cubicBezTo>
                      <a:pt x="639" y="171"/>
                      <a:pt x="939" y="214"/>
                      <a:pt x="1096" y="42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8" name="Group 51">
              <a:extLst>
                <a:ext uri="{FF2B5EF4-FFF2-40B4-BE49-F238E27FC236}">
                  <a16:creationId xmlns:a16="http://schemas.microsoft.com/office/drawing/2014/main" id="{0B81BE7A-9D17-4B50-8917-AFF005305A15}"/>
                </a:ext>
              </a:extLst>
            </p:cNvPr>
            <p:cNvGrpSpPr/>
            <p:nvPr/>
          </p:nvGrpSpPr>
          <p:grpSpPr>
            <a:xfrm>
              <a:off x="9018259" y="1691844"/>
              <a:ext cx="609301" cy="620007"/>
              <a:chOff x="15870042" y="3352414"/>
              <a:chExt cx="1197475" cy="1218519"/>
            </a:xfrm>
            <a:solidFill>
              <a:schemeClr val="accent1"/>
            </a:solidFill>
          </p:grpSpPr>
          <p:sp>
            <p:nvSpPr>
              <p:cNvPr id="75" name="Freeform: Shape 52">
                <a:extLst>
                  <a:ext uri="{FF2B5EF4-FFF2-40B4-BE49-F238E27FC236}">
                    <a16:creationId xmlns:a16="http://schemas.microsoft.com/office/drawing/2014/main" id="{851D86D0-C8ED-4B5F-9F39-2489C8EDD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9693" y="3606272"/>
                <a:ext cx="715100" cy="710803"/>
              </a:xfrm>
              <a:custGeom>
                <a:avLst/>
                <a:gdLst>
                  <a:gd name="T0" fmla="*/ 375 w 748"/>
                  <a:gd name="T1" fmla="*/ 0 h 747"/>
                  <a:gd name="T2" fmla="*/ 375 w 748"/>
                  <a:gd name="T3" fmla="*/ 0 h 747"/>
                  <a:gd name="T4" fmla="*/ 0 w 748"/>
                  <a:gd name="T5" fmla="*/ 372 h 747"/>
                  <a:gd name="T6" fmla="*/ 375 w 748"/>
                  <a:gd name="T7" fmla="*/ 746 h 747"/>
                  <a:gd name="T8" fmla="*/ 747 w 748"/>
                  <a:gd name="T9" fmla="*/ 372 h 747"/>
                  <a:gd name="T10" fmla="*/ 375 w 748"/>
                  <a:gd name="T11" fmla="*/ 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8" h="747">
                    <a:moveTo>
                      <a:pt x="375" y="0"/>
                    </a:moveTo>
                    <a:lnTo>
                      <a:pt x="375" y="0"/>
                    </a:lnTo>
                    <a:cubicBezTo>
                      <a:pt x="169" y="0"/>
                      <a:pt x="0" y="166"/>
                      <a:pt x="0" y="372"/>
                    </a:cubicBezTo>
                    <a:cubicBezTo>
                      <a:pt x="0" y="578"/>
                      <a:pt x="169" y="746"/>
                      <a:pt x="375" y="746"/>
                    </a:cubicBezTo>
                    <a:cubicBezTo>
                      <a:pt x="581" y="746"/>
                      <a:pt x="747" y="578"/>
                      <a:pt x="747" y="372"/>
                    </a:cubicBezTo>
                    <a:cubicBezTo>
                      <a:pt x="747" y="166"/>
                      <a:pt x="581" y="0"/>
                      <a:pt x="375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53">
                <a:extLst>
                  <a:ext uri="{FF2B5EF4-FFF2-40B4-BE49-F238E27FC236}">
                    <a16:creationId xmlns:a16="http://schemas.microsoft.com/office/drawing/2014/main" id="{0D29B56E-004A-4D5D-BADE-7AC8206D4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0042" y="3352414"/>
                <a:ext cx="1197475" cy="1218519"/>
              </a:xfrm>
              <a:custGeom>
                <a:avLst/>
                <a:gdLst>
                  <a:gd name="T0" fmla="*/ 768 w 1253"/>
                  <a:gd name="T1" fmla="*/ 142 h 1274"/>
                  <a:gd name="T2" fmla="*/ 687 w 1253"/>
                  <a:gd name="T3" fmla="*/ 123 h 1274"/>
                  <a:gd name="T4" fmla="*/ 530 w 1253"/>
                  <a:gd name="T5" fmla="*/ 11 h 1274"/>
                  <a:gd name="T6" fmla="*/ 436 w 1253"/>
                  <a:gd name="T7" fmla="*/ 163 h 1274"/>
                  <a:gd name="T8" fmla="*/ 350 w 1253"/>
                  <a:gd name="T9" fmla="*/ 67 h 1274"/>
                  <a:gd name="T10" fmla="*/ 289 w 1253"/>
                  <a:gd name="T11" fmla="*/ 257 h 1274"/>
                  <a:gd name="T12" fmla="*/ 227 w 1253"/>
                  <a:gd name="T13" fmla="*/ 316 h 1274"/>
                  <a:gd name="T14" fmla="*/ 48 w 1253"/>
                  <a:gd name="T15" fmla="*/ 388 h 1274"/>
                  <a:gd name="T16" fmla="*/ 126 w 1253"/>
                  <a:gd name="T17" fmla="*/ 551 h 1274"/>
                  <a:gd name="T18" fmla="*/ 0 w 1253"/>
                  <a:gd name="T19" fmla="*/ 573 h 1274"/>
                  <a:gd name="T20" fmla="*/ 126 w 1253"/>
                  <a:gd name="T21" fmla="*/ 725 h 1274"/>
                  <a:gd name="T22" fmla="*/ 153 w 1253"/>
                  <a:gd name="T23" fmla="*/ 829 h 1274"/>
                  <a:gd name="T24" fmla="*/ 128 w 1253"/>
                  <a:gd name="T25" fmla="*/ 1022 h 1274"/>
                  <a:gd name="T26" fmla="*/ 340 w 1253"/>
                  <a:gd name="T27" fmla="*/ 1059 h 1274"/>
                  <a:gd name="T28" fmla="*/ 308 w 1253"/>
                  <a:gd name="T29" fmla="*/ 1182 h 1274"/>
                  <a:gd name="T30" fmla="*/ 500 w 1253"/>
                  <a:gd name="T31" fmla="*/ 1134 h 1274"/>
                  <a:gd name="T32" fmla="*/ 581 w 1253"/>
                  <a:gd name="T33" fmla="*/ 1150 h 1274"/>
                  <a:gd name="T34" fmla="*/ 610 w 1253"/>
                  <a:gd name="T35" fmla="*/ 1273 h 1274"/>
                  <a:gd name="T36" fmla="*/ 754 w 1253"/>
                  <a:gd name="T37" fmla="*/ 1137 h 1274"/>
                  <a:gd name="T38" fmla="*/ 832 w 1253"/>
                  <a:gd name="T39" fmla="*/ 1110 h 1274"/>
                  <a:gd name="T40" fmla="*/ 920 w 1253"/>
                  <a:gd name="T41" fmla="*/ 1206 h 1274"/>
                  <a:gd name="T42" fmla="*/ 979 w 1253"/>
                  <a:gd name="T43" fmla="*/ 1019 h 1274"/>
                  <a:gd name="T44" fmla="*/ 1035 w 1253"/>
                  <a:gd name="T45" fmla="*/ 958 h 1274"/>
                  <a:gd name="T46" fmla="*/ 1158 w 1253"/>
                  <a:gd name="T47" fmla="*/ 1001 h 1274"/>
                  <a:gd name="T48" fmla="*/ 1121 w 1253"/>
                  <a:gd name="T49" fmla="*/ 805 h 1274"/>
                  <a:gd name="T50" fmla="*/ 1140 w 1253"/>
                  <a:gd name="T51" fmla="*/ 712 h 1274"/>
                  <a:gd name="T52" fmla="*/ 1252 w 1253"/>
                  <a:gd name="T53" fmla="*/ 704 h 1274"/>
                  <a:gd name="T54" fmla="*/ 1134 w 1253"/>
                  <a:gd name="T55" fmla="*/ 551 h 1274"/>
                  <a:gd name="T56" fmla="*/ 1107 w 1253"/>
                  <a:gd name="T57" fmla="*/ 447 h 1274"/>
                  <a:gd name="T58" fmla="*/ 1206 w 1253"/>
                  <a:gd name="T59" fmla="*/ 361 h 1274"/>
                  <a:gd name="T60" fmla="*/ 1019 w 1253"/>
                  <a:gd name="T61" fmla="*/ 297 h 1274"/>
                  <a:gd name="T62" fmla="*/ 928 w 1253"/>
                  <a:gd name="T63" fmla="*/ 214 h 1274"/>
                  <a:gd name="T64" fmla="*/ 960 w 1253"/>
                  <a:gd name="T65" fmla="*/ 91 h 1274"/>
                  <a:gd name="T66" fmla="*/ 768 w 1253"/>
                  <a:gd name="T67" fmla="*/ 142 h 1274"/>
                  <a:gd name="T68" fmla="*/ 1059 w 1253"/>
                  <a:gd name="T69" fmla="*/ 637 h 1274"/>
                  <a:gd name="T70" fmla="*/ 206 w 1253"/>
                  <a:gd name="T71" fmla="*/ 637 h 1274"/>
                  <a:gd name="T72" fmla="*/ 1059 w 1253"/>
                  <a:gd name="T73" fmla="*/ 637 h 1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53" h="1274">
                    <a:moveTo>
                      <a:pt x="768" y="142"/>
                    </a:moveTo>
                    <a:lnTo>
                      <a:pt x="768" y="142"/>
                    </a:lnTo>
                    <a:cubicBezTo>
                      <a:pt x="743" y="134"/>
                      <a:pt x="717" y="129"/>
                      <a:pt x="687" y="126"/>
                    </a:cubicBezTo>
                    <a:cubicBezTo>
                      <a:pt x="687" y="123"/>
                      <a:pt x="687" y="123"/>
                      <a:pt x="687" y="123"/>
                    </a:cubicBezTo>
                    <a:cubicBezTo>
                      <a:pt x="658" y="0"/>
                      <a:pt x="658" y="0"/>
                      <a:pt x="658" y="0"/>
                    </a:cubicBezTo>
                    <a:cubicBezTo>
                      <a:pt x="530" y="11"/>
                      <a:pt x="530" y="11"/>
                      <a:pt x="530" y="11"/>
                    </a:cubicBezTo>
                    <a:cubicBezTo>
                      <a:pt x="514" y="136"/>
                      <a:pt x="514" y="136"/>
                      <a:pt x="514" y="136"/>
                    </a:cubicBezTo>
                    <a:cubicBezTo>
                      <a:pt x="487" y="145"/>
                      <a:pt x="460" y="153"/>
                      <a:pt x="436" y="163"/>
                    </a:cubicBezTo>
                    <a:cubicBezTo>
                      <a:pt x="433" y="161"/>
                      <a:pt x="433" y="161"/>
                      <a:pt x="433" y="161"/>
                    </a:cubicBezTo>
                    <a:cubicBezTo>
                      <a:pt x="350" y="67"/>
                      <a:pt x="350" y="67"/>
                      <a:pt x="350" y="67"/>
                    </a:cubicBezTo>
                    <a:cubicBezTo>
                      <a:pt x="241" y="136"/>
                      <a:pt x="241" y="136"/>
                      <a:pt x="241" y="136"/>
                    </a:cubicBezTo>
                    <a:cubicBezTo>
                      <a:pt x="289" y="257"/>
                      <a:pt x="289" y="257"/>
                      <a:pt x="289" y="257"/>
                    </a:cubicBezTo>
                    <a:cubicBezTo>
                      <a:pt x="268" y="275"/>
                      <a:pt x="249" y="294"/>
                      <a:pt x="230" y="316"/>
                    </a:cubicBezTo>
                    <a:cubicBezTo>
                      <a:pt x="227" y="316"/>
                      <a:pt x="227" y="316"/>
                      <a:pt x="227" y="316"/>
                    </a:cubicBezTo>
                    <a:cubicBezTo>
                      <a:pt x="110" y="275"/>
                      <a:pt x="110" y="275"/>
                      <a:pt x="110" y="275"/>
                    </a:cubicBezTo>
                    <a:cubicBezTo>
                      <a:pt x="48" y="388"/>
                      <a:pt x="48" y="388"/>
                      <a:pt x="48" y="388"/>
                    </a:cubicBezTo>
                    <a:cubicBezTo>
                      <a:pt x="147" y="471"/>
                      <a:pt x="147" y="471"/>
                      <a:pt x="147" y="471"/>
                    </a:cubicBezTo>
                    <a:cubicBezTo>
                      <a:pt x="137" y="495"/>
                      <a:pt x="131" y="514"/>
                      <a:pt x="126" y="551"/>
                    </a:cubicBezTo>
                    <a:cubicBezTo>
                      <a:pt x="123" y="551"/>
                      <a:pt x="123" y="551"/>
                      <a:pt x="123" y="551"/>
                    </a:cubicBezTo>
                    <a:cubicBezTo>
                      <a:pt x="0" y="573"/>
                      <a:pt x="0" y="573"/>
                      <a:pt x="0" y="573"/>
                    </a:cubicBezTo>
                    <a:cubicBezTo>
                      <a:pt x="0" y="701"/>
                      <a:pt x="0" y="701"/>
                      <a:pt x="0" y="701"/>
                    </a:cubicBezTo>
                    <a:cubicBezTo>
                      <a:pt x="126" y="725"/>
                      <a:pt x="126" y="725"/>
                      <a:pt x="126" y="725"/>
                    </a:cubicBezTo>
                    <a:cubicBezTo>
                      <a:pt x="131" y="760"/>
                      <a:pt x="142" y="794"/>
                      <a:pt x="155" y="829"/>
                    </a:cubicBezTo>
                    <a:cubicBezTo>
                      <a:pt x="153" y="829"/>
                      <a:pt x="153" y="829"/>
                      <a:pt x="153" y="829"/>
                    </a:cubicBezTo>
                    <a:cubicBezTo>
                      <a:pt x="59" y="912"/>
                      <a:pt x="59" y="912"/>
                      <a:pt x="59" y="912"/>
                    </a:cubicBezTo>
                    <a:cubicBezTo>
                      <a:pt x="128" y="1022"/>
                      <a:pt x="128" y="1022"/>
                      <a:pt x="128" y="1022"/>
                    </a:cubicBezTo>
                    <a:cubicBezTo>
                      <a:pt x="249" y="977"/>
                      <a:pt x="249" y="977"/>
                      <a:pt x="249" y="977"/>
                    </a:cubicBezTo>
                    <a:cubicBezTo>
                      <a:pt x="275" y="1008"/>
                      <a:pt x="305" y="1038"/>
                      <a:pt x="340" y="1059"/>
                    </a:cubicBezTo>
                    <a:cubicBezTo>
                      <a:pt x="340" y="1062"/>
                      <a:pt x="340" y="1062"/>
                      <a:pt x="340" y="1062"/>
                    </a:cubicBezTo>
                    <a:cubicBezTo>
                      <a:pt x="308" y="1182"/>
                      <a:pt x="308" y="1182"/>
                      <a:pt x="308" y="1182"/>
                    </a:cubicBezTo>
                    <a:cubicBezTo>
                      <a:pt x="423" y="1238"/>
                      <a:pt x="423" y="1238"/>
                      <a:pt x="423" y="1238"/>
                    </a:cubicBezTo>
                    <a:cubicBezTo>
                      <a:pt x="500" y="1134"/>
                      <a:pt x="500" y="1134"/>
                      <a:pt x="500" y="1134"/>
                    </a:cubicBezTo>
                    <a:lnTo>
                      <a:pt x="500" y="1134"/>
                    </a:lnTo>
                    <a:cubicBezTo>
                      <a:pt x="524" y="1140"/>
                      <a:pt x="554" y="1148"/>
                      <a:pt x="581" y="1150"/>
                    </a:cubicBezTo>
                    <a:cubicBezTo>
                      <a:pt x="581" y="1153"/>
                      <a:pt x="581" y="1153"/>
                      <a:pt x="581" y="1153"/>
                    </a:cubicBezTo>
                    <a:cubicBezTo>
                      <a:pt x="610" y="1273"/>
                      <a:pt x="610" y="1273"/>
                      <a:pt x="610" y="1273"/>
                    </a:cubicBezTo>
                    <a:cubicBezTo>
                      <a:pt x="738" y="1265"/>
                      <a:pt x="738" y="1265"/>
                      <a:pt x="738" y="1265"/>
                    </a:cubicBezTo>
                    <a:cubicBezTo>
                      <a:pt x="754" y="1137"/>
                      <a:pt x="754" y="1137"/>
                      <a:pt x="754" y="1137"/>
                    </a:cubicBezTo>
                    <a:lnTo>
                      <a:pt x="754" y="1137"/>
                    </a:lnTo>
                    <a:cubicBezTo>
                      <a:pt x="781" y="1129"/>
                      <a:pt x="808" y="1121"/>
                      <a:pt x="832" y="1110"/>
                    </a:cubicBezTo>
                    <a:cubicBezTo>
                      <a:pt x="835" y="1116"/>
                      <a:pt x="835" y="1116"/>
                      <a:pt x="835" y="1116"/>
                    </a:cubicBezTo>
                    <a:cubicBezTo>
                      <a:pt x="920" y="1206"/>
                      <a:pt x="920" y="1206"/>
                      <a:pt x="920" y="1206"/>
                    </a:cubicBezTo>
                    <a:cubicBezTo>
                      <a:pt x="1027" y="1137"/>
                      <a:pt x="1027" y="1137"/>
                      <a:pt x="1027" y="1137"/>
                    </a:cubicBezTo>
                    <a:cubicBezTo>
                      <a:pt x="979" y="1019"/>
                      <a:pt x="979" y="1019"/>
                      <a:pt x="979" y="1019"/>
                    </a:cubicBezTo>
                    <a:cubicBezTo>
                      <a:pt x="979" y="1017"/>
                      <a:pt x="979" y="1017"/>
                      <a:pt x="979" y="1017"/>
                    </a:cubicBezTo>
                    <a:cubicBezTo>
                      <a:pt x="1000" y="998"/>
                      <a:pt x="1019" y="979"/>
                      <a:pt x="1035" y="958"/>
                    </a:cubicBezTo>
                    <a:cubicBezTo>
                      <a:pt x="1041" y="960"/>
                      <a:pt x="1041" y="960"/>
                      <a:pt x="1041" y="960"/>
                    </a:cubicBezTo>
                    <a:cubicBezTo>
                      <a:pt x="1158" y="1001"/>
                      <a:pt x="1158" y="1001"/>
                      <a:pt x="1158" y="1001"/>
                    </a:cubicBezTo>
                    <a:cubicBezTo>
                      <a:pt x="1220" y="888"/>
                      <a:pt x="1220" y="888"/>
                      <a:pt x="1220" y="888"/>
                    </a:cubicBezTo>
                    <a:cubicBezTo>
                      <a:pt x="1121" y="805"/>
                      <a:pt x="1121" y="805"/>
                      <a:pt x="1121" y="805"/>
                    </a:cubicBezTo>
                    <a:cubicBezTo>
                      <a:pt x="1118" y="797"/>
                      <a:pt x="1118" y="797"/>
                      <a:pt x="1118" y="797"/>
                    </a:cubicBezTo>
                    <a:cubicBezTo>
                      <a:pt x="1129" y="770"/>
                      <a:pt x="1134" y="749"/>
                      <a:pt x="1140" y="712"/>
                    </a:cubicBezTo>
                    <a:cubicBezTo>
                      <a:pt x="1145" y="712"/>
                      <a:pt x="1145" y="712"/>
                      <a:pt x="1145" y="712"/>
                    </a:cubicBezTo>
                    <a:cubicBezTo>
                      <a:pt x="1252" y="704"/>
                      <a:pt x="1252" y="704"/>
                      <a:pt x="1252" y="704"/>
                    </a:cubicBezTo>
                    <a:cubicBezTo>
                      <a:pt x="1252" y="575"/>
                      <a:pt x="1252" y="575"/>
                      <a:pt x="1252" y="575"/>
                    </a:cubicBezTo>
                    <a:cubicBezTo>
                      <a:pt x="1134" y="551"/>
                      <a:pt x="1134" y="551"/>
                      <a:pt x="1134" y="551"/>
                    </a:cubicBezTo>
                    <a:cubicBezTo>
                      <a:pt x="1137" y="551"/>
                      <a:pt x="1137" y="551"/>
                      <a:pt x="1137" y="551"/>
                    </a:cubicBezTo>
                    <a:cubicBezTo>
                      <a:pt x="1129" y="514"/>
                      <a:pt x="1121" y="479"/>
                      <a:pt x="1107" y="447"/>
                    </a:cubicBezTo>
                    <a:cubicBezTo>
                      <a:pt x="1113" y="444"/>
                      <a:pt x="1113" y="444"/>
                      <a:pt x="1113" y="444"/>
                    </a:cubicBezTo>
                    <a:cubicBezTo>
                      <a:pt x="1206" y="361"/>
                      <a:pt x="1206" y="361"/>
                      <a:pt x="1206" y="361"/>
                    </a:cubicBezTo>
                    <a:cubicBezTo>
                      <a:pt x="1140" y="251"/>
                      <a:pt x="1140" y="251"/>
                      <a:pt x="1140" y="251"/>
                    </a:cubicBezTo>
                    <a:cubicBezTo>
                      <a:pt x="1019" y="297"/>
                      <a:pt x="1019" y="297"/>
                      <a:pt x="1019" y="297"/>
                    </a:cubicBezTo>
                    <a:lnTo>
                      <a:pt x="1019" y="297"/>
                    </a:lnTo>
                    <a:cubicBezTo>
                      <a:pt x="992" y="268"/>
                      <a:pt x="960" y="238"/>
                      <a:pt x="928" y="214"/>
                    </a:cubicBezTo>
                    <a:cubicBezTo>
                      <a:pt x="928" y="211"/>
                      <a:pt x="928" y="211"/>
                      <a:pt x="928" y="211"/>
                    </a:cubicBezTo>
                    <a:cubicBezTo>
                      <a:pt x="960" y="91"/>
                      <a:pt x="960" y="91"/>
                      <a:pt x="960" y="91"/>
                    </a:cubicBezTo>
                    <a:cubicBezTo>
                      <a:pt x="845" y="37"/>
                      <a:pt x="845" y="37"/>
                      <a:pt x="845" y="37"/>
                    </a:cubicBezTo>
                    <a:cubicBezTo>
                      <a:pt x="768" y="142"/>
                      <a:pt x="768" y="142"/>
                      <a:pt x="768" y="142"/>
                    </a:cubicBezTo>
                    <a:close/>
                    <a:moveTo>
                      <a:pt x="1059" y="637"/>
                    </a:moveTo>
                    <a:lnTo>
                      <a:pt x="1059" y="637"/>
                    </a:lnTo>
                    <a:cubicBezTo>
                      <a:pt x="1059" y="872"/>
                      <a:pt x="869" y="1065"/>
                      <a:pt x="634" y="1065"/>
                    </a:cubicBezTo>
                    <a:cubicBezTo>
                      <a:pt x="396" y="1065"/>
                      <a:pt x="206" y="872"/>
                      <a:pt x="206" y="637"/>
                    </a:cubicBezTo>
                    <a:cubicBezTo>
                      <a:pt x="206" y="401"/>
                      <a:pt x="396" y="211"/>
                      <a:pt x="634" y="211"/>
                    </a:cubicBezTo>
                    <a:cubicBezTo>
                      <a:pt x="869" y="211"/>
                      <a:pt x="1059" y="401"/>
                      <a:pt x="1059" y="63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9" name="Group 54">
              <a:extLst>
                <a:ext uri="{FF2B5EF4-FFF2-40B4-BE49-F238E27FC236}">
                  <a16:creationId xmlns:a16="http://schemas.microsoft.com/office/drawing/2014/main" id="{F2E25DDE-C805-4D79-8AF8-3C738945C48E}"/>
                </a:ext>
              </a:extLst>
            </p:cNvPr>
            <p:cNvGrpSpPr/>
            <p:nvPr/>
          </p:nvGrpSpPr>
          <p:grpSpPr>
            <a:xfrm>
              <a:off x="10088285" y="2178381"/>
              <a:ext cx="525332" cy="533896"/>
              <a:chOff x="17973028" y="4308613"/>
              <a:chExt cx="1032452" cy="1049280"/>
            </a:xfrm>
            <a:solidFill>
              <a:schemeClr val="accent1"/>
            </a:solidFill>
          </p:grpSpPr>
          <p:sp>
            <p:nvSpPr>
              <p:cNvPr id="73" name="Freeform: Shape 55">
                <a:extLst>
                  <a:ext uri="{FF2B5EF4-FFF2-40B4-BE49-F238E27FC236}">
                    <a16:creationId xmlns:a16="http://schemas.microsoft.com/office/drawing/2014/main" id="{26A74D1D-30CB-40B3-AE9A-941F794FE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88827" y="4528623"/>
                <a:ext cx="613547" cy="613490"/>
              </a:xfrm>
              <a:custGeom>
                <a:avLst/>
                <a:gdLst>
                  <a:gd name="T0" fmla="*/ 321 w 643"/>
                  <a:gd name="T1" fmla="*/ 0 h 646"/>
                  <a:gd name="T2" fmla="*/ 321 w 643"/>
                  <a:gd name="T3" fmla="*/ 0 h 646"/>
                  <a:gd name="T4" fmla="*/ 0 w 643"/>
                  <a:gd name="T5" fmla="*/ 321 h 646"/>
                  <a:gd name="T6" fmla="*/ 321 w 643"/>
                  <a:gd name="T7" fmla="*/ 645 h 646"/>
                  <a:gd name="T8" fmla="*/ 642 w 643"/>
                  <a:gd name="T9" fmla="*/ 321 h 646"/>
                  <a:gd name="T10" fmla="*/ 321 w 643"/>
                  <a:gd name="T11" fmla="*/ 0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3" h="646">
                    <a:moveTo>
                      <a:pt x="321" y="0"/>
                    </a:moveTo>
                    <a:lnTo>
                      <a:pt x="321" y="0"/>
                    </a:lnTo>
                    <a:cubicBezTo>
                      <a:pt x="144" y="0"/>
                      <a:pt x="0" y="145"/>
                      <a:pt x="0" y="321"/>
                    </a:cubicBezTo>
                    <a:cubicBezTo>
                      <a:pt x="0" y="500"/>
                      <a:pt x="144" y="645"/>
                      <a:pt x="321" y="645"/>
                    </a:cubicBezTo>
                    <a:cubicBezTo>
                      <a:pt x="500" y="645"/>
                      <a:pt x="642" y="500"/>
                      <a:pt x="642" y="321"/>
                    </a:cubicBezTo>
                    <a:cubicBezTo>
                      <a:pt x="642" y="145"/>
                      <a:pt x="500" y="0"/>
                      <a:pt x="321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56">
                <a:extLst>
                  <a:ext uri="{FF2B5EF4-FFF2-40B4-BE49-F238E27FC236}">
                    <a16:creationId xmlns:a16="http://schemas.microsoft.com/office/drawing/2014/main" id="{2B857512-A0F7-43C6-A1A0-D9D87AAFA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3028" y="4308613"/>
                <a:ext cx="1032452" cy="1049280"/>
              </a:xfrm>
              <a:custGeom>
                <a:avLst/>
                <a:gdLst>
                  <a:gd name="T0" fmla="*/ 664 w 1082"/>
                  <a:gd name="T1" fmla="*/ 120 h 1100"/>
                  <a:gd name="T2" fmla="*/ 594 w 1082"/>
                  <a:gd name="T3" fmla="*/ 104 h 1100"/>
                  <a:gd name="T4" fmla="*/ 458 w 1082"/>
                  <a:gd name="T5" fmla="*/ 8 h 1100"/>
                  <a:gd name="T6" fmla="*/ 375 w 1082"/>
                  <a:gd name="T7" fmla="*/ 139 h 1100"/>
                  <a:gd name="T8" fmla="*/ 303 w 1082"/>
                  <a:gd name="T9" fmla="*/ 59 h 1100"/>
                  <a:gd name="T10" fmla="*/ 249 w 1082"/>
                  <a:gd name="T11" fmla="*/ 222 h 1100"/>
                  <a:gd name="T12" fmla="*/ 198 w 1082"/>
                  <a:gd name="T13" fmla="*/ 273 h 1100"/>
                  <a:gd name="T14" fmla="*/ 43 w 1082"/>
                  <a:gd name="T15" fmla="*/ 334 h 1100"/>
                  <a:gd name="T16" fmla="*/ 110 w 1082"/>
                  <a:gd name="T17" fmla="*/ 476 h 1100"/>
                  <a:gd name="T18" fmla="*/ 0 w 1082"/>
                  <a:gd name="T19" fmla="*/ 492 h 1100"/>
                  <a:gd name="T20" fmla="*/ 110 w 1082"/>
                  <a:gd name="T21" fmla="*/ 626 h 1100"/>
                  <a:gd name="T22" fmla="*/ 134 w 1082"/>
                  <a:gd name="T23" fmla="*/ 717 h 1100"/>
                  <a:gd name="T24" fmla="*/ 110 w 1082"/>
                  <a:gd name="T25" fmla="*/ 882 h 1100"/>
                  <a:gd name="T26" fmla="*/ 294 w 1082"/>
                  <a:gd name="T27" fmla="*/ 915 h 1100"/>
                  <a:gd name="T28" fmla="*/ 265 w 1082"/>
                  <a:gd name="T29" fmla="*/ 1022 h 1100"/>
                  <a:gd name="T30" fmla="*/ 431 w 1082"/>
                  <a:gd name="T31" fmla="*/ 976 h 1100"/>
                  <a:gd name="T32" fmla="*/ 501 w 1082"/>
                  <a:gd name="T33" fmla="*/ 990 h 1100"/>
                  <a:gd name="T34" fmla="*/ 527 w 1082"/>
                  <a:gd name="T35" fmla="*/ 1099 h 1100"/>
                  <a:gd name="T36" fmla="*/ 650 w 1082"/>
                  <a:gd name="T37" fmla="*/ 982 h 1100"/>
                  <a:gd name="T38" fmla="*/ 720 w 1082"/>
                  <a:gd name="T39" fmla="*/ 957 h 1100"/>
                  <a:gd name="T40" fmla="*/ 792 w 1082"/>
                  <a:gd name="T41" fmla="*/ 1040 h 1100"/>
                  <a:gd name="T42" fmla="*/ 846 w 1082"/>
                  <a:gd name="T43" fmla="*/ 877 h 1100"/>
                  <a:gd name="T44" fmla="*/ 894 w 1082"/>
                  <a:gd name="T45" fmla="*/ 826 h 1100"/>
                  <a:gd name="T46" fmla="*/ 998 w 1082"/>
                  <a:gd name="T47" fmla="*/ 861 h 1100"/>
                  <a:gd name="T48" fmla="*/ 969 w 1082"/>
                  <a:gd name="T49" fmla="*/ 693 h 1100"/>
                  <a:gd name="T50" fmla="*/ 985 w 1082"/>
                  <a:gd name="T51" fmla="*/ 612 h 1100"/>
                  <a:gd name="T52" fmla="*/ 1081 w 1082"/>
                  <a:gd name="T53" fmla="*/ 607 h 1100"/>
                  <a:gd name="T54" fmla="*/ 979 w 1082"/>
                  <a:gd name="T55" fmla="*/ 473 h 1100"/>
                  <a:gd name="T56" fmla="*/ 958 w 1082"/>
                  <a:gd name="T57" fmla="*/ 385 h 1100"/>
                  <a:gd name="T58" fmla="*/ 1043 w 1082"/>
                  <a:gd name="T59" fmla="*/ 313 h 1100"/>
                  <a:gd name="T60" fmla="*/ 881 w 1082"/>
                  <a:gd name="T61" fmla="*/ 257 h 1100"/>
                  <a:gd name="T62" fmla="*/ 800 w 1082"/>
                  <a:gd name="T63" fmla="*/ 184 h 1100"/>
                  <a:gd name="T64" fmla="*/ 830 w 1082"/>
                  <a:gd name="T65" fmla="*/ 78 h 1100"/>
                  <a:gd name="T66" fmla="*/ 664 w 1082"/>
                  <a:gd name="T67" fmla="*/ 120 h 1100"/>
                  <a:gd name="T68" fmla="*/ 915 w 1082"/>
                  <a:gd name="T69" fmla="*/ 548 h 1100"/>
                  <a:gd name="T70" fmla="*/ 179 w 1082"/>
                  <a:gd name="T71" fmla="*/ 548 h 1100"/>
                  <a:gd name="T72" fmla="*/ 915 w 1082"/>
                  <a:gd name="T73" fmla="*/ 548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82" h="1100">
                    <a:moveTo>
                      <a:pt x="664" y="120"/>
                    </a:moveTo>
                    <a:lnTo>
                      <a:pt x="664" y="120"/>
                    </a:lnTo>
                    <a:cubicBezTo>
                      <a:pt x="642" y="115"/>
                      <a:pt x="618" y="109"/>
                      <a:pt x="594" y="107"/>
                    </a:cubicBezTo>
                    <a:cubicBezTo>
                      <a:pt x="594" y="104"/>
                      <a:pt x="594" y="104"/>
                      <a:pt x="594" y="104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458" y="8"/>
                      <a:pt x="458" y="8"/>
                      <a:pt x="458" y="8"/>
                    </a:cubicBezTo>
                    <a:cubicBezTo>
                      <a:pt x="444" y="118"/>
                      <a:pt x="444" y="118"/>
                      <a:pt x="444" y="118"/>
                    </a:cubicBezTo>
                    <a:cubicBezTo>
                      <a:pt x="420" y="123"/>
                      <a:pt x="396" y="131"/>
                      <a:pt x="375" y="139"/>
                    </a:cubicBezTo>
                    <a:lnTo>
                      <a:pt x="375" y="139"/>
                    </a:lnTo>
                    <a:cubicBezTo>
                      <a:pt x="303" y="59"/>
                      <a:pt x="303" y="59"/>
                      <a:pt x="303" y="59"/>
                    </a:cubicBezTo>
                    <a:cubicBezTo>
                      <a:pt x="209" y="118"/>
                      <a:pt x="209" y="118"/>
                      <a:pt x="209" y="118"/>
                    </a:cubicBezTo>
                    <a:cubicBezTo>
                      <a:pt x="249" y="222"/>
                      <a:pt x="249" y="222"/>
                      <a:pt x="249" y="222"/>
                    </a:cubicBezTo>
                    <a:cubicBezTo>
                      <a:pt x="230" y="238"/>
                      <a:pt x="214" y="254"/>
                      <a:pt x="201" y="273"/>
                    </a:cubicBezTo>
                    <a:cubicBezTo>
                      <a:pt x="198" y="273"/>
                      <a:pt x="198" y="273"/>
                      <a:pt x="198" y="273"/>
                    </a:cubicBezTo>
                    <a:cubicBezTo>
                      <a:pt x="97" y="238"/>
                      <a:pt x="97" y="238"/>
                      <a:pt x="97" y="238"/>
                    </a:cubicBezTo>
                    <a:cubicBezTo>
                      <a:pt x="43" y="334"/>
                      <a:pt x="43" y="334"/>
                      <a:pt x="43" y="334"/>
                    </a:cubicBezTo>
                    <a:cubicBezTo>
                      <a:pt x="126" y="404"/>
                      <a:pt x="126" y="404"/>
                      <a:pt x="126" y="404"/>
                    </a:cubicBezTo>
                    <a:cubicBezTo>
                      <a:pt x="121" y="428"/>
                      <a:pt x="113" y="444"/>
                      <a:pt x="110" y="476"/>
                    </a:cubicBezTo>
                    <a:cubicBezTo>
                      <a:pt x="107" y="476"/>
                      <a:pt x="107" y="476"/>
                      <a:pt x="107" y="476"/>
                    </a:cubicBezTo>
                    <a:cubicBezTo>
                      <a:pt x="0" y="492"/>
                      <a:pt x="0" y="492"/>
                      <a:pt x="0" y="492"/>
                    </a:cubicBezTo>
                    <a:cubicBezTo>
                      <a:pt x="0" y="604"/>
                      <a:pt x="0" y="604"/>
                      <a:pt x="0" y="604"/>
                    </a:cubicBezTo>
                    <a:cubicBezTo>
                      <a:pt x="110" y="626"/>
                      <a:pt x="110" y="626"/>
                      <a:pt x="110" y="626"/>
                    </a:cubicBezTo>
                    <a:cubicBezTo>
                      <a:pt x="115" y="655"/>
                      <a:pt x="123" y="687"/>
                      <a:pt x="134" y="714"/>
                    </a:cubicBezTo>
                    <a:cubicBezTo>
                      <a:pt x="134" y="717"/>
                      <a:pt x="134" y="717"/>
                      <a:pt x="134" y="717"/>
                    </a:cubicBezTo>
                    <a:cubicBezTo>
                      <a:pt x="54" y="786"/>
                      <a:pt x="54" y="786"/>
                      <a:pt x="54" y="786"/>
                    </a:cubicBezTo>
                    <a:cubicBezTo>
                      <a:pt x="110" y="882"/>
                      <a:pt x="110" y="882"/>
                      <a:pt x="110" y="882"/>
                    </a:cubicBezTo>
                    <a:cubicBezTo>
                      <a:pt x="214" y="842"/>
                      <a:pt x="214" y="842"/>
                      <a:pt x="214" y="842"/>
                    </a:cubicBezTo>
                    <a:cubicBezTo>
                      <a:pt x="238" y="869"/>
                      <a:pt x="265" y="893"/>
                      <a:pt x="294" y="915"/>
                    </a:cubicBezTo>
                    <a:cubicBezTo>
                      <a:pt x="294" y="917"/>
                      <a:pt x="294" y="917"/>
                      <a:pt x="294" y="917"/>
                    </a:cubicBezTo>
                    <a:cubicBezTo>
                      <a:pt x="265" y="1022"/>
                      <a:pt x="265" y="1022"/>
                      <a:pt x="265" y="1022"/>
                    </a:cubicBezTo>
                    <a:cubicBezTo>
                      <a:pt x="367" y="1067"/>
                      <a:pt x="367" y="1067"/>
                      <a:pt x="367" y="1067"/>
                    </a:cubicBezTo>
                    <a:cubicBezTo>
                      <a:pt x="431" y="976"/>
                      <a:pt x="431" y="976"/>
                      <a:pt x="431" y="976"/>
                    </a:cubicBezTo>
                    <a:lnTo>
                      <a:pt x="431" y="976"/>
                    </a:lnTo>
                    <a:cubicBezTo>
                      <a:pt x="455" y="984"/>
                      <a:pt x="477" y="990"/>
                      <a:pt x="501" y="990"/>
                    </a:cubicBezTo>
                    <a:cubicBezTo>
                      <a:pt x="501" y="992"/>
                      <a:pt x="501" y="992"/>
                      <a:pt x="501" y="992"/>
                    </a:cubicBezTo>
                    <a:cubicBezTo>
                      <a:pt x="527" y="1099"/>
                      <a:pt x="527" y="1099"/>
                      <a:pt x="527" y="1099"/>
                    </a:cubicBezTo>
                    <a:cubicBezTo>
                      <a:pt x="637" y="1091"/>
                      <a:pt x="637" y="1091"/>
                      <a:pt x="637" y="1091"/>
                    </a:cubicBezTo>
                    <a:cubicBezTo>
                      <a:pt x="650" y="982"/>
                      <a:pt x="650" y="982"/>
                      <a:pt x="650" y="982"/>
                    </a:cubicBezTo>
                    <a:cubicBezTo>
                      <a:pt x="650" y="979"/>
                      <a:pt x="650" y="979"/>
                      <a:pt x="650" y="979"/>
                    </a:cubicBezTo>
                    <a:cubicBezTo>
                      <a:pt x="674" y="973"/>
                      <a:pt x="698" y="968"/>
                      <a:pt x="720" y="957"/>
                    </a:cubicBezTo>
                    <a:cubicBezTo>
                      <a:pt x="720" y="960"/>
                      <a:pt x="720" y="960"/>
                      <a:pt x="720" y="960"/>
                    </a:cubicBezTo>
                    <a:cubicBezTo>
                      <a:pt x="792" y="1040"/>
                      <a:pt x="792" y="1040"/>
                      <a:pt x="792" y="1040"/>
                    </a:cubicBezTo>
                    <a:cubicBezTo>
                      <a:pt x="886" y="982"/>
                      <a:pt x="886" y="982"/>
                      <a:pt x="886" y="982"/>
                    </a:cubicBezTo>
                    <a:cubicBezTo>
                      <a:pt x="846" y="877"/>
                      <a:pt x="846" y="877"/>
                      <a:pt x="846" y="877"/>
                    </a:cubicBezTo>
                    <a:lnTo>
                      <a:pt x="846" y="877"/>
                    </a:lnTo>
                    <a:cubicBezTo>
                      <a:pt x="862" y="861"/>
                      <a:pt x="881" y="842"/>
                      <a:pt x="894" y="826"/>
                    </a:cubicBezTo>
                    <a:cubicBezTo>
                      <a:pt x="896" y="826"/>
                      <a:pt x="896" y="826"/>
                      <a:pt x="896" y="826"/>
                    </a:cubicBezTo>
                    <a:cubicBezTo>
                      <a:pt x="998" y="861"/>
                      <a:pt x="998" y="861"/>
                      <a:pt x="998" y="861"/>
                    </a:cubicBezTo>
                    <a:cubicBezTo>
                      <a:pt x="1052" y="765"/>
                      <a:pt x="1052" y="765"/>
                      <a:pt x="1052" y="765"/>
                    </a:cubicBezTo>
                    <a:cubicBezTo>
                      <a:pt x="969" y="693"/>
                      <a:pt x="969" y="693"/>
                      <a:pt x="969" y="693"/>
                    </a:cubicBezTo>
                    <a:cubicBezTo>
                      <a:pt x="966" y="687"/>
                      <a:pt x="966" y="687"/>
                      <a:pt x="966" y="687"/>
                    </a:cubicBezTo>
                    <a:cubicBezTo>
                      <a:pt x="974" y="666"/>
                      <a:pt x="979" y="644"/>
                      <a:pt x="985" y="612"/>
                    </a:cubicBezTo>
                    <a:cubicBezTo>
                      <a:pt x="987" y="612"/>
                      <a:pt x="987" y="612"/>
                      <a:pt x="987" y="612"/>
                    </a:cubicBezTo>
                    <a:cubicBezTo>
                      <a:pt x="1081" y="607"/>
                      <a:pt x="1081" y="607"/>
                      <a:pt x="1081" y="607"/>
                    </a:cubicBezTo>
                    <a:cubicBezTo>
                      <a:pt x="1081" y="495"/>
                      <a:pt x="1081" y="495"/>
                      <a:pt x="1081" y="495"/>
                    </a:cubicBezTo>
                    <a:cubicBezTo>
                      <a:pt x="979" y="473"/>
                      <a:pt x="979" y="473"/>
                      <a:pt x="979" y="473"/>
                    </a:cubicBezTo>
                    <a:lnTo>
                      <a:pt x="979" y="473"/>
                    </a:lnTo>
                    <a:cubicBezTo>
                      <a:pt x="974" y="444"/>
                      <a:pt x="969" y="414"/>
                      <a:pt x="958" y="385"/>
                    </a:cubicBezTo>
                    <a:cubicBezTo>
                      <a:pt x="961" y="382"/>
                      <a:pt x="961" y="382"/>
                      <a:pt x="961" y="382"/>
                    </a:cubicBezTo>
                    <a:cubicBezTo>
                      <a:pt x="1043" y="313"/>
                      <a:pt x="1043" y="313"/>
                      <a:pt x="1043" y="313"/>
                    </a:cubicBezTo>
                    <a:cubicBezTo>
                      <a:pt x="985" y="217"/>
                      <a:pt x="985" y="217"/>
                      <a:pt x="985" y="217"/>
                    </a:cubicBezTo>
                    <a:cubicBezTo>
                      <a:pt x="881" y="257"/>
                      <a:pt x="881" y="257"/>
                      <a:pt x="881" y="257"/>
                    </a:cubicBezTo>
                    <a:lnTo>
                      <a:pt x="881" y="257"/>
                    </a:lnTo>
                    <a:cubicBezTo>
                      <a:pt x="856" y="230"/>
                      <a:pt x="830" y="206"/>
                      <a:pt x="800" y="184"/>
                    </a:cubicBezTo>
                    <a:cubicBezTo>
                      <a:pt x="803" y="182"/>
                      <a:pt x="803" y="182"/>
                      <a:pt x="803" y="182"/>
                    </a:cubicBezTo>
                    <a:cubicBezTo>
                      <a:pt x="830" y="78"/>
                      <a:pt x="830" y="78"/>
                      <a:pt x="830" y="78"/>
                    </a:cubicBezTo>
                    <a:cubicBezTo>
                      <a:pt x="731" y="32"/>
                      <a:pt x="731" y="32"/>
                      <a:pt x="731" y="32"/>
                    </a:cubicBezTo>
                    <a:cubicBezTo>
                      <a:pt x="664" y="120"/>
                      <a:pt x="664" y="120"/>
                      <a:pt x="664" y="120"/>
                    </a:cubicBezTo>
                    <a:close/>
                    <a:moveTo>
                      <a:pt x="915" y="548"/>
                    </a:moveTo>
                    <a:lnTo>
                      <a:pt x="915" y="548"/>
                    </a:lnTo>
                    <a:cubicBezTo>
                      <a:pt x="915" y="752"/>
                      <a:pt x="749" y="917"/>
                      <a:pt x="546" y="917"/>
                    </a:cubicBezTo>
                    <a:cubicBezTo>
                      <a:pt x="343" y="917"/>
                      <a:pt x="179" y="752"/>
                      <a:pt x="179" y="548"/>
                    </a:cubicBezTo>
                    <a:cubicBezTo>
                      <a:pt x="179" y="345"/>
                      <a:pt x="343" y="182"/>
                      <a:pt x="546" y="182"/>
                    </a:cubicBezTo>
                    <a:cubicBezTo>
                      <a:pt x="749" y="182"/>
                      <a:pt x="915" y="345"/>
                      <a:pt x="915" y="54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60" name="Freeform: Shape 57">
              <a:extLst>
                <a:ext uri="{FF2B5EF4-FFF2-40B4-BE49-F238E27FC236}">
                  <a16:creationId xmlns:a16="http://schemas.microsoft.com/office/drawing/2014/main" id="{31366999-F292-4BAC-AFD9-58B348EBA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5538" y="2473315"/>
              <a:ext cx="1095880" cy="1095778"/>
            </a:xfrm>
            <a:custGeom>
              <a:avLst/>
              <a:gdLst>
                <a:gd name="T0" fmla="*/ 2249 w 2250"/>
                <a:gd name="T1" fmla="*/ 1126 h 2250"/>
                <a:gd name="T2" fmla="*/ 2249 w 2250"/>
                <a:gd name="T3" fmla="*/ 1126 h 2250"/>
                <a:gd name="T4" fmla="*/ 1123 w 2250"/>
                <a:gd name="T5" fmla="*/ 0 h 2250"/>
                <a:gd name="T6" fmla="*/ 0 w 2250"/>
                <a:gd name="T7" fmla="*/ 1126 h 2250"/>
                <a:gd name="T8" fmla="*/ 1123 w 2250"/>
                <a:gd name="T9" fmla="*/ 2249 h 2250"/>
                <a:gd name="T10" fmla="*/ 2249 w 2250"/>
                <a:gd name="T11" fmla="*/ 1126 h 2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50" h="2250">
                  <a:moveTo>
                    <a:pt x="2249" y="1126"/>
                  </a:moveTo>
                  <a:lnTo>
                    <a:pt x="2249" y="1126"/>
                  </a:lnTo>
                  <a:cubicBezTo>
                    <a:pt x="2249" y="505"/>
                    <a:pt x="1746" y="0"/>
                    <a:pt x="1123" y="0"/>
                  </a:cubicBezTo>
                  <a:cubicBezTo>
                    <a:pt x="503" y="0"/>
                    <a:pt x="0" y="505"/>
                    <a:pt x="0" y="1126"/>
                  </a:cubicBezTo>
                  <a:cubicBezTo>
                    <a:pt x="0" y="1746"/>
                    <a:pt x="503" y="2249"/>
                    <a:pt x="1123" y="2249"/>
                  </a:cubicBezTo>
                  <a:cubicBezTo>
                    <a:pt x="1746" y="2249"/>
                    <a:pt x="2249" y="1746"/>
                    <a:pt x="2249" y="112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Freeform: Shape 58">
              <a:extLst>
                <a:ext uri="{FF2B5EF4-FFF2-40B4-BE49-F238E27FC236}">
                  <a16:creationId xmlns:a16="http://schemas.microsoft.com/office/drawing/2014/main" id="{C8036C3D-0A46-404C-94E1-192B09E32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898" y="2738110"/>
              <a:ext cx="837519" cy="830983"/>
            </a:xfrm>
            <a:custGeom>
              <a:avLst/>
              <a:gdLst>
                <a:gd name="T0" fmla="*/ 1720 w 1721"/>
                <a:gd name="T1" fmla="*/ 585 h 1707"/>
                <a:gd name="T2" fmla="*/ 1720 w 1721"/>
                <a:gd name="T3" fmla="*/ 585 h 1707"/>
                <a:gd name="T4" fmla="*/ 1134 w 1721"/>
                <a:gd name="T5" fmla="*/ 0 h 1707"/>
                <a:gd name="T6" fmla="*/ 0 w 1721"/>
                <a:gd name="T7" fmla="*/ 1099 h 1707"/>
                <a:gd name="T8" fmla="*/ 607 w 1721"/>
                <a:gd name="T9" fmla="*/ 1706 h 1707"/>
                <a:gd name="T10" fmla="*/ 1720 w 1721"/>
                <a:gd name="T11" fmla="*/ 585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1" h="1707">
                  <a:moveTo>
                    <a:pt x="1720" y="585"/>
                  </a:moveTo>
                  <a:lnTo>
                    <a:pt x="1720" y="585"/>
                  </a:lnTo>
                  <a:cubicBezTo>
                    <a:pt x="1134" y="0"/>
                    <a:pt x="1134" y="0"/>
                    <a:pt x="1134" y="0"/>
                  </a:cubicBezTo>
                  <a:cubicBezTo>
                    <a:pt x="0" y="1099"/>
                    <a:pt x="0" y="1099"/>
                    <a:pt x="0" y="1099"/>
                  </a:cubicBezTo>
                  <a:cubicBezTo>
                    <a:pt x="607" y="1706"/>
                    <a:pt x="607" y="1706"/>
                    <a:pt x="607" y="1706"/>
                  </a:cubicBezTo>
                  <a:cubicBezTo>
                    <a:pt x="1222" y="1701"/>
                    <a:pt x="1717" y="1201"/>
                    <a:pt x="1720" y="58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Freeform: Shape 59">
              <a:extLst>
                <a:ext uri="{FF2B5EF4-FFF2-40B4-BE49-F238E27FC236}">
                  <a16:creationId xmlns:a16="http://schemas.microsoft.com/office/drawing/2014/main" id="{4F7BF79F-5FB1-4215-A32C-C9F50505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9166" y="2636929"/>
              <a:ext cx="768623" cy="766399"/>
            </a:xfrm>
            <a:custGeom>
              <a:avLst/>
              <a:gdLst>
                <a:gd name="T0" fmla="*/ 1576 w 1577"/>
                <a:gd name="T1" fmla="*/ 789 h 1576"/>
                <a:gd name="T2" fmla="*/ 1576 w 1577"/>
                <a:gd name="T3" fmla="*/ 789 h 1576"/>
                <a:gd name="T4" fmla="*/ 787 w 1577"/>
                <a:gd name="T5" fmla="*/ 0 h 1576"/>
                <a:gd name="T6" fmla="*/ 0 w 1577"/>
                <a:gd name="T7" fmla="*/ 789 h 1576"/>
                <a:gd name="T8" fmla="*/ 787 w 1577"/>
                <a:gd name="T9" fmla="*/ 1575 h 1576"/>
                <a:gd name="T10" fmla="*/ 1576 w 1577"/>
                <a:gd name="T11" fmla="*/ 789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7" h="1576">
                  <a:moveTo>
                    <a:pt x="1576" y="789"/>
                  </a:moveTo>
                  <a:lnTo>
                    <a:pt x="1576" y="789"/>
                  </a:lnTo>
                  <a:cubicBezTo>
                    <a:pt x="1576" y="353"/>
                    <a:pt x="1223" y="0"/>
                    <a:pt x="787" y="0"/>
                  </a:cubicBezTo>
                  <a:cubicBezTo>
                    <a:pt x="354" y="0"/>
                    <a:pt x="0" y="353"/>
                    <a:pt x="0" y="789"/>
                  </a:cubicBezTo>
                  <a:cubicBezTo>
                    <a:pt x="0" y="1225"/>
                    <a:pt x="354" y="1575"/>
                    <a:pt x="787" y="1575"/>
                  </a:cubicBezTo>
                  <a:cubicBezTo>
                    <a:pt x="1223" y="1575"/>
                    <a:pt x="1576" y="1225"/>
                    <a:pt x="1576" y="789"/>
                  </a:cubicBezTo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Freeform: Shape 60">
              <a:extLst>
                <a:ext uri="{FF2B5EF4-FFF2-40B4-BE49-F238E27FC236}">
                  <a16:creationId xmlns:a16="http://schemas.microsoft.com/office/drawing/2014/main" id="{A5B06A2A-BD9B-4527-A712-38F0A609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1067" y="2925404"/>
              <a:ext cx="499497" cy="465006"/>
            </a:xfrm>
            <a:custGeom>
              <a:avLst/>
              <a:gdLst>
                <a:gd name="T0" fmla="*/ 1027 w 1028"/>
                <a:gd name="T1" fmla="*/ 428 h 956"/>
                <a:gd name="T2" fmla="*/ 1027 w 1028"/>
                <a:gd name="T3" fmla="*/ 428 h 956"/>
                <a:gd name="T4" fmla="*/ 599 w 1028"/>
                <a:gd name="T5" fmla="*/ 0 h 956"/>
                <a:gd name="T6" fmla="*/ 0 w 1028"/>
                <a:gd name="T7" fmla="*/ 463 h 956"/>
                <a:gd name="T8" fmla="*/ 492 w 1028"/>
                <a:gd name="T9" fmla="*/ 955 h 956"/>
                <a:gd name="T10" fmla="*/ 1027 w 1028"/>
                <a:gd name="T11" fmla="*/ 428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8" h="956">
                  <a:moveTo>
                    <a:pt x="1027" y="428"/>
                  </a:moveTo>
                  <a:lnTo>
                    <a:pt x="1027" y="428"/>
                  </a:lnTo>
                  <a:cubicBezTo>
                    <a:pt x="599" y="0"/>
                    <a:pt x="599" y="0"/>
                    <a:pt x="599" y="0"/>
                  </a:cubicBezTo>
                  <a:cubicBezTo>
                    <a:pt x="0" y="463"/>
                    <a:pt x="0" y="463"/>
                    <a:pt x="0" y="463"/>
                  </a:cubicBezTo>
                  <a:cubicBezTo>
                    <a:pt x="492" y="955"/>
                    <a:pt x="492" y="955"/>
                    <a:pt x="492" y="955"/>
                  </a:cubicBezTo>
                  <a:cubicBezTo>
                    <a:pt x="749" y="880"/>
                    <a:pt x="950" y="682"/>
                    <a:pt x="1027" y="428"/>
                  </a:cubicBez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Freeform: Shape 61">
              <a:extLst>
                <a:ext uri="{FF2B5EF4-FFF2-40B4-BE49-F238E27FC236}">
                  <a16:creationId xmlns:a16="http://schemas.microsoft.com/office/drawing/2014/main" id="{B5EB1000-FD8D-4A70-9657-5A64EDC3B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7242" y="2834987"/>
              <a:ext cx="370317" cy="370282"/>
            </a:xfrm>
            <a:custGeom>
              <a:avLst/>
              <a:gdLst>
                <a:gd name="T0" fmla="*/ 763 w 764"/>
                <a:gd name="T1" fmla="*/ 383 h 764"/>
                <a:gd name="T2" fmla="*/ 763 w 764"/>
                <a:gd name="T3" fmla="*/ 383 h 764"/>
                <a:gd name="T4" fmla="*/ 380 w 764"/>
                <a:gd name="T5" fmla="*/ 0 h 764"/>
                <a:gd name="T6" fmla="*/ 0 w 764"/>
                <a:gd name="T7" fmla="*/ 383 h 764"/>
                <a:gd name="T8" fmla="*/ 380 w 764"/>
                <a:gd name="T9" fmla="*/ 763 h 764"/>
                <a:gd name="T10" fmla="*/ 763 w 764"/>
                <a:gd name="T11" fmla="*/ 383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764">
                  <a:moveTo>
                    <a:pt x="763" y="383"/>
                  </a:moveTo>
                  <a:lnTo>
                    <a:pt x="763" y="383"/>
                  </a:lnTo>
                  <a:cubicBezTo>
                    <a:pt x="763" y="171"/>
                    <a:pt x="591" y="0"/>
                    <a:pt x="380" y="0"/>
                  </a:cubicBezTo>
                  <a:cubicBezTo>
                    <a:pt x="171" y="0"/>
                    <a:pt x="0" y="171"/>
                    <a:pt x="0" y="383"/>
                  </a:cubicBezTo>
                  <a:cubicBezTo>
                    <a:pt x="0" y="592"/>
                    <a:pt x="171" y="763"/>
                    <a:pt x="380" y="763"/>
                  </a:cubicBezTo>
                  <a:cubicBezTo>
                    <a:pt x="591" y="763"/>
                    <a:pt x="763" y="592"/>
                    <a:pt x="763" y="38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Freeform: Shape 62">
              <a:extLst>
                <a:ext uri="{FF2B5EF4-FFF2-40B4-BE49-F238E27FC236}">
                  <a16:creationId xmlns:a16="http://schemas.microsoft.com/office/drawing/2014/main" id="{1A908FC8-BECD-4994-B30D-54E6B16C3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2740" y="2929710"/>
              <a:ext cx="266973" cy="262642"/>
            </a:xfrm>
            <a:custGeom>
              <a:avLst/>
              <a:gdLst>
                <a:gd name="T0" fmla="*/ 549 w 550"/>
                <a:gd name="T1" fmla="*/ 190 h 544"/>
                <a:gd name="T2" fmla="*/ 549 w 550"/>
                <a:gd name="T3" fmla="*/ 190 h 544"/>
                <a:gd name="T4" fmla="*/ 524 w 550"/>
                <a:gd name="T5" fmla="*/ 61 h 544"/>
                <a:gd name="T6" fmla="*/ 450 w 550"/>
                <a:gd name="T7" fmla="*/ 0 h 544"/>
                <a:gd name="T8" fmla="*/ 0 w 550"/>
                <a:gd name="T9" fmla="*/ 230 h 544"/>
                <a:gd name="T10" fmla="*/ 310 w 550"/>
                <a:gd name="T11" fmla="*/ 543 h 544"/>
                <a:gd name="T12" fmla="*/ 549 w 550"/>
                <a:gd name="T13" fmla="*/ 19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544">
                  <a:moveTo>
                    <a:pt x="549" y="190"/>
                  </a:moveTo>
                  <a:lnTo>
                    <a:pt x="549" y="190"/>
                  </a:lnTo>
                  <a:cubicBezTo>
                    <a:pt x="549" y="144"/>
                    <a:pt x="540" y="102"/>
                    <a:pt x="524" y="6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310" y="543"/>
                    <a:pt x="310" y="543"/>
                    <a:pt x="310" y="543"/>
                  </a:cubicBezTo>
                  <a:cubicBezTo>
                    <a:pt x="450" y="487"/>
                    <a:pt x="549" y="347"/>
                    <a:pt x="549" y="19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Freeform: Shape 63">
              <a:extLst>
                <a:ext uri="{FF2B5EF4-FFF2-40B4-BE49-F238E27FC236}">
                  <a16:creationId xmlns:a16="http://schemas.microsoft.com/office/drawing/2014/main" id="{E69C0419-614A-4632-BF96-40D4E31A1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47" y="1784417"/>
              <a:ext cx="372470" cy="361672"/>
            </a:xfrm>
            <a:custGeom>
              <a:avLst/>
              <a:gdLst>
                <a:gd name="T0" fmla="*/ 433 w 768"/>
                <a:gd name="T1" fmla="*/ 0 h 747"/>
                <a:gd name="T2" fmla="*/ 468 w 768"/>
                <a:gd name="T3" fmla="*/ 289 h 747"/>
                <a:gd name="T4" fmla="*/ 767 w 768"/>
                <a:gd name="T5" fmla="*/ 310 h 747"/>
                <a:gd name="T6" fmla="*/ 337 w 768"/>
                <a:gd name="T7" fmla="*/ 746 h 747"/>
                <a:gd name="T8" fmla="*/ 72 w 768"/>
                <a:gd name="T9" fmla="*/ 685 h 747"/>
                <a:gd name="T10" fmla="*/ 0 w 768"/>
                <a:gd name="T11" fmla="*/ 436 h 747"/>
                <a:gd name="T12" fmla="*/ 433 w 768"/>
                <a:gd name="T13" fmla="*/ 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8" h="747">
                  <a:moveTo>
                    <a:pt x="433" y="0"/>
                  </a:moveTo>
                  <a:lnTo>
                    <a:pt x="468" y="289"/>
                  </a:lnTo>
                  <a:lnTo>
                    <a:pt x="767" y="310"/>
                  </a:lnTo>
                  <a:lnTo>
                    <a:pt x="337" y="746"/>
                  </a:lnTo>
                  <a:lnTo>
                    <a:pt x="72" y="685"/>
                  </a:lnTo>
                  <a:lnTo>
                    <a:pt x="0" y="436"/>
                  </a:lnTo>
                  <a:lnTo>
                    <a:pt x="433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Freeform: Shape 64">
              <a:extLst>
                <a:ext uri="{FF2B5EF4-FFF2-40B4-BE49-F238E27FC236}">
                  <a16:creationId xmlns:a16="http://schemas.microsoft.com/office/drawing/2014/main" id="{F41564A9-9022-4F24-82A9-B094490AF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4848" y="1926502"/>
              <a:ext cx="338022" cy="221739"/>
            </a:xfrm>
            <a:custGeom>
              <a:avLst/>
              <a:gdLst>
                <a:gd name="T0" fmla="*/ 0 w 696"/>
                <a:gd name="T1" fmla="*/ 396 h 458"/>
                <a:gd name="T2" fmla="*/ 265 w 696"/>
                <a:gd name="T3" fmla="*/ 457 h 458"/>
                <a:gd name="T4" fmla="*/ 695 w 696"/>
                <a:gd name="T5" fmla="*/ 21 h 458"/>
                <a:gd name="T6" fmla="*/ 396 w 696"/>
                <a:gd name="T7" fmla="*/ 0 h 458"/>
                <a:gd name="T8" fmla="*/ 0 w 696"/>
                <a:gd name="T9" fmla="*/ 39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6" h="458">
                  <a:moveTo>
                    <a:pt x="0" y="396"/>
                  </a:moveTo>
                  <a:lnTo>
                    <a:pt x="265" y="457"/>
                  </a:lnTo>
                  <a:lnTo>
                    <a:pt x="695" y="21"/>
                  </a:lnTo>
                  <a:lnTo>
                    <a:pt x="396" y="0"/>
                  </a:lnTo>
                  <a:lnTo>
                    <a:pt x="0" y="396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Freeform: Shape 65">
              <a:extLst>
                <a:ext uri="{FF2B5EF4-FFF2-40B4-BE49-F238E27FC236}">
                  <a16:creationId xmlns:a16="http://schemas.microsoft.com/office/drawing/2014/main" id="{072DC6F3-DE03-4F0E-8DE4-8FE5EB05E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2401" y="1904975"/>
              <a:ext cx="1039901" cy="1076403"/>
            </a:xfrm>
            <a:custGeom>
              <a:avLst/>
              <a:gdLst>
                <a:gd name="T0" fmla="*/ 91 w 2131"/>
                <a:gd name="T1" fmla="*/ 2209 h 2210"/>
                <a:gd name="T2" fmla="*/ 0 w 2131"/>
                <a:gd name="T3" fmla="*/ 2129 h 2210"/>
                <a:gd name="T4" fmla="*/ 2036 w 2131"/>
                <a:gd name="T5" fmla="*/ 0 h 2210"/>
                <a:gd name="T6" fmla="*/ 2130 w 2131"/>
                <a:gd name="T7" fmla="*/ 82 h 2210"/>
                <a:gd name="T8" fmla="*/ 91 w 2131"/>
                <a:gd name="T9" fmla="*/ 2209 h 2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1" h="2210">
                  <a:moveTo>
                    <a:pt x="91" y="2209"/>
                  </a:moveTo>
                  <a:lnTo>
                    <a:pt x="0" y="2129"/>
                  </a:lnTo>
                  <a:lnTo>
                    <a:pt x="2036" y="0"/>
                  </a:lnTo>
                  <a:lnTo>
                    <a:pt x="2130" y="82"/>
                  </a:lnTo>
                  <a:lnTo>
                    <a:pt x="91" y="2209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Freeform: Shape 66">
              <a:extLst>
                <a:ext uri="{FF2B5EF4-FFF2-40B4-BE49-F238E27FC236}">
                  <a16:creationId xmlns:a16="http://schemas.microsoft.com/office/drawing/2014/main" id="{7BA88C3A-C136-4EFA-A1AA-7F38AF795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9199" y="2776861"/>
              <a:ext cx="312186" cy="275559"/>
            </a:xfrm>
            <a:custGeom>
              <a:avLst/>
              <a:gdLst>
                <a:gd name="T0" fmla="*/ 0 w 642"/>
                <a:gd name="T1" fmla="*/ 567 h 568"/>
                <a:gd name="T2" fmla="*/ 299 w 642"/>
                <a:gd name="T3" fmla="*/ 0 h 568"/>
                <a:gd name="T4" fmla="*/ 374 w 642"/>
                <a:gd name="T5" fmla="*/ 195 h 568"/>
                <a:gd name="T6" fmla="*/ 641 w 642"/>
                <a:gd name="T7" fmla="*/ 252 h 568"/>
                <a:gd name="T8" fmla="*/ 0 w 642"/>
                <a:gd name="T9" fmla="*/ 567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568">
                  <a:moveTo>
                    <a:pt x="0" y="567"/>
                  </a:moveTo>
                  <a:lnTo>
                    <a:pt x="299" y="0"/>
                  </a:lnTo>
                  <a:lnTo>
                    <a:pt x="374" y="195"/>
                  </a:lnTo>
                  <a:lnTo>
                    <a:pt x="641" y="252"/>
                  </a:lnTo>
                  <a:lnTo>
                    <a:pt x="0" y="567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70" name="Group 67">
              <a:extLst>
                <a:ext uri="{FF2B5EF4-FFF2-40B4-BE49-F238E27FC236}">
                  <a16:creationId xmlns:a16="http://schemas.microsoft.com/office/drawing/2014/main" id="{7AD334FA-7654-43F9-8858-A04CF46A4DFF}"/>
                </a:ext>
              </a:extLst>
            </p:cNvPr>
            <p:cNvGrpSpPr/>
            <p:nvPr/>
          </p:nvGrpSpPr>
          <p:grpSpPr>
            <a:xfrm>
              <a:off x="9712194" y="3674563"/>
              <a:ext cx="299269" cy="305699"/>
              <a:chOff x="17545661" y="8480347"/>
              <a:chExt cx="588159" cy="600797"/>
            </a:xfrm>
            <a:solidFill>
              <a:schemeClr val="accent3"/>
            </a:solidFill>
          </p:grpSpPr>
          <p:sp>
            <p:nvSpPr>
              <p:cNvPr id="71" name="Freeform: Shape 68">
                <a:extLst>
                  <a:ext uri="{FF2B5EF4-FFF2-40B4-BE49-F238E27FC236}">
                    <a16:creationId xmlns:a16="http://schemas.microsoft.com/office/drawing/2014/main" id="{1D4287CA-C767-42D5-AA79-E8B422AC4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8370" y="8603045"/>
                <a:ext cx="351203" cy="351170"/>
              </a:xfrm>
              <a:custGeom>
                <a:avLst/>
                <a:gdLst>
                  <a:gd name="T0" fmla="*/ 184 w 370"/>
                  <a:gd name="T1" fmla="*/ 0 h 370"/>
                  <a:gd name="T2" fmla="*/ 184 w 370"/>
                  <a:gd name="T3" fmla="*/ 0 h 370"/>
                  <a:gd name="T4" fmla="*/ 0 w 370"/>
                  <a:gd name="T5" fmla="*/ 185 h 370"/>
                  <a:gd name="T6" fmla="*/ 184 w 370"/>
                  <a:gd name="T7" fmla="*/ 369 h 370"/>
                  <a:gd name="T8" fmla="*/ 369 w 370"/>
                  <a:gd name="T9" fmla="*/ 185 h 370"/>
                  <a:gd name="T10" fmla="*/ 184 w 370"/>
                  <a:gd name="T11" fmla="*/ 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0" h="370">
                    <a:moveTo>
                      <a:pt x="184" y="0"/>
                    </a:moveTo>
                    <a:lnTo>
                      <a:pt x="184" y="0"/>
                    </a:lnTo>
                    <a:cubicBezTo>
                      <a:pt x="83" y="0"/>
                      <a:pt x="0" y="83"/>
                      <a:pt x="0" y="185"/>
                    </a:cubicBezTo>
                    <a:cubicBezTo>
                      <a:pt x="0" y="286"/>
                      <a:pt x="83" y="369"/>
                      <a:pt x="184" y="369"/>
                    </a:cubicBezTo>
                    <a:cubicBezTo>
                      <a:pt x="286" y="369"/>
                      <a:pt x="369" y="286"/>
                      <a:pt x="369" y="185"/>
                    </a:cubicBezTo>
                    <a:cubicBezTo>
                      <a:pt x="369" y="83"/>
                      <a:pt x="286" y="0"/>
                      <a:pt x="18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69">
                <a:extLst>
                  <a:ext uri="{FF2B5EF4-FFF2-40B4-BE49-F238E27FC236}">
                    <a16:creationId xmlns:a16="http://schemas.microsoft.com/office/drawing/2014/main" id="{5E78F064-265E-4DDF-855F-EDC67277E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5661" y="8480347"/>
                <a:ext cx="588159" cy="600797"/>
              </a:xfrm>
              <a:custGeom>
                <a:avLst/>
                <a:gdLst>
                  <a:gd name="T0" fmla="*/ 380 w 619"/>
                  <a:gd name="T1" fmla="*/ 70 h 630"/>
                  <a:gd name="T2" fmla="*/ 340 w 619"/>
                  <a:gd name="T3" fmla="*/ 60 h 630"/>
                  <a:gd name="T4" fmla="*/ 262 w 619"/>
                  <a:gd name="T5" fmla="*/ 3 h 630"/>
                  <a:gd name="T6" fmla="*/ 214 w 619"/>
                  <a:gd name="T7" fmla="*/ 78 h 630"/>
                  <a:gd name="T8" fmla="*/ 171 w 619"/>
                  <a:gd name="T9" fmla="*/ 33 h 630"/>
                  <a:gd name="T10" fmla="*/ 141 w 619"/>
                  <a:gd name="T11" fmla="*/ 126 h 630"/>
                  <a:gd name="T12" fmla="*/ 112 w 619"/>
                  <a:gd name="T13" fmla="*/ 156 h 630"/>
                  <a:gd name="T14" fmla="*/ 24 w 619"/>
                  <a:gd name="T15" fmla="*/ 190 h 630"/>
                  <a:gd name="T16" fmla="*/ 61 w 619"/>
                  <a:gd name="T17" fmla="*/ 271 h 630"/>
                  <a:gd name="T18" fmla="*/ 0 w 619"/>
                  <a:gd name="T19" fmla="*/ 281 h 630"/>
                  <a:gd name="T20" fmla="*/ 61 w 619"/>
                  <a:gd name="T21" fmla="*/ 356 h 630"/>
                  <a:gd name="T22" fmla="*/ 75 w 619"/>
                  <a:gd name="T23" fmla="*/ 410 h 630"/>
                  <a:gd name="T24" fmla="*/ 61 w 619"/>
                  <a:gd name="T25" fmla="*/ 503 h 630"/>
                  <a:gd name="T26" fmla="*/ 168 w 619"/>
                  <a:gd name="T27" fmla="*/ 525 h 630"/>
                  <a:gd name="T28" fmla="*/ 150 w 619"/>
                  <a:gd name="T29" fmla="*/ 584 h 630"/>
                  <a:gd name="T30" fmla="*/ 246 w 619"/>
                  <a:gd name="T31" fmla="*/ 559 h 630"/>
                  <a:gd name="T32" fmla="*/ 286 w 619"/>
                  <a:gd name="T33" fmla="*/ 568 h 630"/>
                  <a:gd name="T34" fmla="*/ 299 w 619"/>
                  <a:gd name="T35" fmla="*/ 629 h 630"/>
                  <a:gd name="T36" fmla="*/ 371 w 619"/>
                  <a:gd name="T37" fmla="*/ 562 h 630"/>
                  <a:gd name="T38" fmla="*/ 411 w 619"/>
                  <a:gd name="T39" fmla="*/ 549 h 630"/>
                  <a:gd name="T40" fmla="*/ 454 w 619"/>
                  <a:gd name="T41" fmla="*/ 597 h 630"/>
                  <a:gd name="T42" fmla="*/ 484 w 619"/>
                  <a:gd name="T43" fmla="*/ 503 h 630"/>
                  <a:gd name="T44" fmla="*/ 511 w 619"/>
                  <a:gd name="T45" fmla="*/ 471 h 630"/>
                  <a:gd name="T46" fmla="*/ 572 w 619"/>
                  <a:gd name="T47" fmla="*/ 493 h 630"/>
                  <a:gd name="T48" fmla="*/ 553 w 619"/>
                  <a:gd name="T49" fmla="*/ 396 h 630"/>
                  <a:gd name="T50" fmla="*/ 561 w 619"/>
                  <a:gd name="T51" fmla="*/ 351 h 630"/>
                  <a:gd name="T52" fmla="*/ 618 w 619"/>
                  <a:gd name="T53" fmla="*/ 345 h 630"/>
                  <a:gd name="T54" fmla="*/ 559 w 619"/>
                  <a:gd name="T55" fmla="*/ 271 h 630"/>
                  <a:gd name="T56" fmla="*/ 548 w 619"/>
                  <a:gd name="T57" fmla="*/ 220 h 630"/>
                  <a:gd name="T58" fmla="*/ 596 w 619"/>
                  <a:gd name="T59" fmla="*/ 177 h 630"/>
                  <a:gd name="T60" fmla="*/ 502 w 619"/>
                  <a:gd name="T61" fmla="*/ 145 h 630"/>
                  <a:gd name="T62" fmla="*/ 457 w 619"/>
                  <a:gd name="T63" fmla="*/ 105 h 630"/>
                  <a:gd name="T64" fmla="*/ 473 w 619"/>
                  <a:gd name="T65" fmla="*/ 43 h 630"/>
                  <a:gd name="T66" fmla="*/ 380 w 619"/>
                  <a:gd name="T67" fmla="*/ 70 h 630"/>
                  <a:gd name="T68" fmla="*/ 521 w 619"/>
                  <a:gd name="T69" fmla="*/ 314 h 630"/>
                  <a:gd name="T70" fmla="*/ 101 w 619"/>
                  <a:gd name="T71" fmla="*/ 314 h 630"/>
                  <a:gd name="T72" fmla="*/ 521 w 619"/>
                  <a:gd name="T73" fmla="*/ 314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19" h="630">
                    <a:moveTo>
                      <a:pt x="380" y="70"/>
                    </a:moveTo>
                    <a:lnTo>
                      <a:pt x="380" y="70"/>
                    </a:lnTo>
                    <a:cubicBezTo>
                      <a:pt x="366" y="65"/>
                      <a:pt x="353" y="62"/>
                      <a:pt x="340" y="62"/>
                    </a:cubicBezTo>
                    <a:cubicBezTo>
                      <a:pt x="340" y="60"/>
                      <a:pt x="340" y="60"/>
                      <a:pt x="340" y="60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262" y="3"/>
                      <a:pt x="262" y="3"/>
                      <a:pt x="262" y="3"/>
                    </a:cubicBezTo>
                    <a:cubicBezTo>
                      <a:pt x="254" y="67"/>
                      <a:pt x="254" y="67"/>
                      <a:pt x="254" y="67"/>
                    </a:cubicBezTo>
                    <a:cubicBezTo>
                      <a:pt x="240" y="70"/>
                      <a:pt x="227" y="73"/>
                      <a:pt x="214" y="78"/>
                    </a:cubicBezTo>
                    <a:lnTo>
                      <a:pt x="214" y="78"/>
                    </a:lnTo>
                    <a:cubicBezTo>
                      <a:pt x="171" y="33"/>
                      <a:pt x="171" y="33"/>
                      <a:pt x="171" y="33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41" y="126"/>
                      <a:pt x="141" y="126"/>
                      <a:pt x="141" y="126"/>
                    </a:cubicBezTo>
                    <a:cubicBezTo>
                      <a:pt x="131" y="134"/>
                      <a:pt x="120" y="145"/>
                      <a:pt x="112" y="156"/>
                    </a:cubicBezTo>
                    <a:lnTo>
                      <a:pt x="112" y="156"/>
                    </a:lnTo>
                    <a:cubicBezTo>
                      <a:pt x="53" y="134"/>
                      <a:pt x="53" y="134"/>
                      <a:pt x="53" y="134"/>
                    </a:cubicBezTo>
                    <a:cubicBezTo>
                      <a:pt x="24" y="190"/>
                      <a:pt x="24" y="190"/>
                      <a:pt x="24" y="190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67" y="244"/>
                      <a:pt x="64" y="255"/>
                      <a:pt x="61" y="271"/>
                    </a:cubicBezTo>
                    <a:lnTo>
                      <a:pt x="61" y="271"/>
                    </a:lnTo>
                    <a:cubicBezTo>
                      <a:pt x="0" y="281"/>
                      <a:pt x="0" y="281"/>
                      <a:pt x="0" y="281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61" y="356"/>
                      <a:pt x="61" y="356"/>
                      <a:pt x="61" y="356"/>
                    </a:cubicBezTo>
                    <a:cubicBezTo>
                      <a:pt x="64" y="375"/>
                      <a:pt x="69" y="394"/>
                      <a:pt x="75" y="410"/>
                    </a:cubicBezTo>
                    <a:lnTo>
                      <a:pt x="75" y="410"/>
                    </a:lnTo>
                    <a:cubicBezTo>
                      <a:pt x="29" y="450"/>
                      <a:pt x="29" y="450"/>
                      <a:pt x="29" y="450"/>
                    </a:cubicBezTo>
                    <a:cubicBezTo>
                      <a:pt x="61" y="503"/>
                      <a:pt x="61" y="503"/>
                      <a:pt x="61" y="503"/>
                    </a:cubicBezTo>
                    <a:cubicBezTo>
                      <a:pt x="120" y="482"/>
                      <a:pt x="120" y="482"/>
                      <a:pt x="120" y="482"/>
                    </a:cubicBezTo>
                    <a:cubicBezTo>
                      <a:pt x="133" y="498"/>
                      <a:pt x="150" y="512"/>
                      <a:pt x="168" y="525"/>
                    </a:cubicBezTo>
                    <a:cubicBezTo>
                      <a:pt x="166" y="525"/>
                      <a:pt x="166" y="525"/>
                      <a:pt x="166" y="525"/>
                    </a:cubicBezTo>
                    <a:cubicBezTo>
                      <a:pt x="150" y="584"/>
                      <a:pt x="150" y="584"/>
                      <a:pt x="150" y="584"/>
                    </a:cubicBezTo>
                    <a:cubicBezTo>
                      <a:pt x="208" y="610"/>
                      <a:pt x="208" y="610"/>
                      <a:pt x="208" y="610"/>
                    </a:cubicBezTo>
                    <a:cubicBezTo>
                      <a:pt x="246" y="559"/>
                      <a:pt x="246" y="559"/>
                      <a:pt x="246" y="559"/>
                    </a:cubicBezTo>
                    <a:lnTo>
                      <a:pt x="246" y="559"/>
                    </a:lnTo>
                    <a:cubicBezTo>
                      <a:pt x="259" y="562"/>
                      <a:pt x="272" y="565"/>
                      <a:pt x="286" y="568"/>
                    </a:cubicBezTo>
                    <a:lnTo>
                      <a:pt x="286" y="568"/>
                    </a:lnTo>
                    <a:cubicBezTo>
                      <a:pt x="299" y="629"/>
                      <a:pt x="299" y="629"/>
                      <a:pt x="299" y="629"/>
                    </a:cubicBezTo>
                    <a:cubicBezTo>
                      <a:pt x="363" y="624"/>
                      <a:pt x="363" y="624"/>
                      <a:pt x="363" y="624"/>
                    </a:cubicBezTo>
                    <a:cubicBezTo>
                      <a:pt x="371" y="562"/>
                      <a:pt x="371" y="562"/>
                      <a:pt x="371" y="562"/>
                    </a:cubicBezTo>
                    <a:lnTo>
                      <a:pt x="371" y="562"/>
                    </a:lnTo>
                    <a:cubicBezTo>
                      <a:pt x="385" y="557"/>
                      <a:pt x="398" y="554"/>
                      <a:pt x="411" y="549"/>
                    </a:cubicBezTo>
                    <a:cubicBezTo>
                      <a:pt x="411" y="552"/>
                      <a:pt x="411" y="552"/>
                      <a:pt x="411" y="552"/>
                    </a:cubicBezTo>
                    <a:cubicBezTo>
                      <a:pt x="454" y="597"/>
                      <a:pt x="454" y="597"/>
                      <a:pt x="454" y="597"/>
                    </a:cubicBezTo>
                    <a:cubicBezTo>
                      <a:pt x="508" y="562"/>
                      <a:pt x="508" y="562"/>
                      <a:pt x="508" y="562"/>
                    </a:cubicBezTo>
                    <a:cubicBezTo>
                      <a:pt x="484" y="503"/>
                      <a:pt x="484" y="503"/>
                      <a:pt x="484" y="503"/>
                    </a:cubicBezTo>
                    <a:cubicBezTo>
                      <a:pt x="484" y="501"/>
                      <a:pt x="484" y="501"/>
                      <a:pt x="484" y="501"/>
                    </a:cubicBezTo>
                    <a:cubicBezTo>
                      <a:pt x="492" y="493"/>
                      <a:pt x="502" y="482"/>
                      <a:pt x="511" y="471"/>
                    </a:cubicBezTo>
                    <a:cubicBezTo>
                      <a:pt x="513" y="474"/>
                      <a:pt x="513" y="474"/>
                      <a:pt x="513" y="474"/>
                    </a:cubicBezTo>
                    <a:cubicBezTo>
                      <a:pt x="572" y="493"/>
                      <a:pt x="572" y="493"/>
                      <a:pt x="572" y="493"/>
                    </a:cubicBezTo>
                    <a:cubicBezTo>
                      <a:pt x="601" y="437"/>
                      <a:pt x="601" y="437"/>
                      <a:pt x="601" y="437"/>
                    </a:cubicBezTo>
                    <a:cubicBezTo>
                      <a:pt x="553" y="396"/>
                      <a:pt x="553" y="396"/>
                      <a:pt x="553" y="396"/>
                    </a:cubicBezTo>
                    <a:cubicBezTo>
                      <a:pt x="553" y="394"/>
                      <a:pt x="553" y="394"/>
                      <a:pt x="553" y="394"/>
                    </a:cubicBezTo>
                    <a:cubicBezTo>
                      <a:pt x="556" y="380"/>
                      <a:pt x="559" y="370"/>
                      <a:pt x="561" y="351"/>
                    </a:cubicBezTo>
                    <a:cubicBezTo>
                      <a:pt x="564" y="351"/>
                      <a:pt x="564" y="351"/>
                      <a:pt x="564" y="351"/>
                    </a:cubicBezTo>
                    <a:cubicBezTo>
                      <a:pt x="618" y="345"/>
                      <a:pt x="618" y="345"/>
                      <a:pt x="618" y="345"/>
                    </a:cubicBezTo>
                    <a:cubicBezTo>
                      <a:pt x="618" y="284"/>
                      <a:pt x="618" y="284"/>
                      <a:pt x="618" y="284"/>
                    </a:cubicBezTo>
                    <a:cubicBezTo>
                      <a:pt x="559" y="271"/>
                      <a:pt x="559" y="271"/>
                      <a:pt x="559" y="271"/>
                    </a:cubicBezTo>
                    <a:cubicBezTo>
                      <a:pt x="561" y="271"/>
                      <a:pt x="561" y="271"/>
                      <a:pt x="561" y="271"/>
                    </a:cubicBezTo>
                    <a:cubicBezTo>
                      <a:pt x="556" y="255"/>
                      <a:pt x="553" y="236"/>
                      <a:pt x="548" y="220"/>
                    </a:cubicBezTo>
                    <a:cubicBezTo>
                      <a:pt x="551" y="220"/>
                      <a:pt x="551" y="220"/>
                      <a:pt x="551" y="220"/>
                    </a:cubicBezTo>
                    <a:cubicBezTo>
                      <a:pt x="596" y="177"/>
                      <a:pt x="596" y="177"/>
                      <a:pt x="596" y="177"/>
                    </a:cubicBezTo>
                    <a:cubicBezTo>
                      <a:pt x="564" y="124"/>
                      <a:pt x="564" y="124"/>
                      <a:pt x="564" y="124"/>
                    </a:cubicBezTo>
                    <a:cubicBezTo>
                      <a:pt x="502" y="145"/>
                      <a:pt x="502" y="145"/>
                      <a:pt x="502" y="145"/>
                    </a:cubicBezTo>
                    <a:cubicBezTo>
                      <a:pt x="502" y="148"/>
                      <a:pt x="502" y="148"/>
                      <a:pt x="502" y="148"/>
                    </a:cubicBezTo>
                    <a:cubicBezTo>
                      <a:pt x="489" y="131"/>
                      <a:pt x="473" y="118"/>
                      <a:pt x="457" y="105"/>
                    </a:cubicBezTo>
                    <a:lnTo>
                      <a:pt x="457" y="105"/>
                    </a:lnTo>
                    <a:cubicBezTo>
                      <a:pt x="473" y="43"/>
                      <a:pt x="473" y="43"/>
                      <a:pt x="473" y="43"/>
                    </a:cubicBezTo>
                    <a:cubicBezTo>
                      <a:pt x="417" y="17"/>
                      <a:pt x="417" y="17"/>
                      <a:pt x="417" y="17"/>
                    </a:cubicBezTo>
                    <a:cubicBezTo>
                      <a:pt x="380" y="70"/>
                      <a:pt x="380" y="70"/>
                      <a:pt x="380" y="70"/>
                    </a:cubicBezTo>
                    <a:close/>
                    <a:moveTo>
                      <a:pt x="521" y="314"/>
                    </a:moveTo>
                    <a:lnTo>
                      <a:pt x="521" y="314"/>
                    </a:lnTo>
                    <a:cubicBezTo>
                      <a:pt x="521" y="431"/>
                      <a:pt x="428" y="525"/>
                      <a:pt x="312" y="525"/>
                    </a:cubicBezTo>
                    <a:cubicBezTo>
                      <a:pt x="195" y="525"/>
                      <a:pt x="101" y="431"/>
                      <a:pt x="101" y="314"/>
                    </a:cubicBezTo>
                    <a:cubicBezTo>
                      <a:pt x="101" y="199"/>
                      <a:pt x="195" y="102"/>
                      <a:pt x="312" y="102"/>
                    </a:cubicBezTo>
                    <a:cubicBezTo>
                      <a:pt x="428" y="102"/>
                      <a:pt x="521" y="199"/>
                      <a:pt x="521" y="31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p14="http://schemas.microsoft.com/office/powerpoint/2010/main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p14="http://schemas.microsoft.com/office/powerpoint/2010/main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2" name="千图PPT彼岸天：ID 8661124库_组合 1">
            <a:extLst>
              <a:ext uri="{FF2B5EF4-FFF2-40B4-BE49-F238E27FC236}">
                <a16:creationId xmlns:a16="http://schemas.microsoft.com/office/drawing/2014/main" id="{A512CB71-ACA1-4CDF-9410-73A308017F6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31099" y="1661285"/>
            <a:ext cx="2218997" cy="1705020"/>
            <a:chOff x="931099" y="1661285"/>
            <a:chExt cx="2218997" cy="1705020"/>
          </a:xfrm>
        </p:grpSpPr>
        <p:grpSp>
          <p:nvGrpSpPr>
            <p:cNvPr id="10" name="Group 94">
              <a:extLst>
                <a:ext uri="{FF2B5EF4-FFF2-40B4-BE49-F238E27FC236}">
                  <a16:creationId xmlns:a16="http://schemas.microsoft.com/office/drawing/2014/main" id="{96307B9B-9C9F-4F5B-8828-A0EB0C6622BE}"/>
                </a:ext>
              </a:extLst>
            </p:cNvPr>
            <p:cNvGrpSpPr/>
            <p:nvPr/>
          </p:nvGrpSpPr>
          <p:grpSpPr>
            <a:xfrm>
              <a:off x="931099" y="2673230"/>
              <a:ext cx="2218997" cy="693075"/>
              <a:chOff x="931099" y="2673230"/>
              <a:chExt cx="2218997" cy="693075"/>
            </a:xfrm>
          </p:grpSpPr>
          <p:sp>
            <p:nvSpPr>
              <p:cNvPr id="33" name="TextBox 85">
                <a:extLst>
                  <a:ext uri="{FF2B5EF4-FFF2-40B4-BE49-F238E27FC236}">
                    <a16:creationId xmlns:a16="http://schemas.microsoft.com/office/drawing/2014/main" id="{B1BE1BD6-BB33-4D7B-ADA8-C1D29FECF276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1"/>
                    </a:solidFill>
                  </a:rPr>
                  <a:t>输入标题文本</a:t>
                </a:r>
              </a:p>
            </p:txBody>
          </p:sp>
          <p:sp>
            <p:nvSpPr>
              <p:cNvPr id="34" name="TextBox 86">
                <a:extLst>
                  <a:ext uri="{FF2B5EF4-FFF2-40B4-BE49-F238E27FC236}">
                    <a16:creationId xmlns:a16="http://schemas.microsoft.com/office/drawing/2014/main" id="{4D110040-A968-4173-93BF-C42241C6BE6F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4776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  <p:sp>
          <p:nvSpPr>
            <p:cNvPr id="11" name="Rectangle 87">
              <a:extLst>
                <a:ext uri="{FF2B5EF4-FFF2-40B4-BE49-F238E27FC236}">
                  <a16:creationId xmlns:a16="http://schemas.microsoft.com/office/drawing/2014/main" id="{F8422C63-698B-456D-997B-6CC439F6B3ED}"/>
                </a:ext>
              </a:extLst>
            </p:cNvPr>
            <p:cNvSpPr/>
            <p:nvPr/>
          </p:nvSpPr>
          <p:spPr>
            <a:xfrm>
              <a:off x="943007" y="2443063"/>
              <a:ext cx="2180453" cy="152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TextBox 93">
              <a:extLst>
                <a:ext uri="{FF2B5EF4-FFF2-40B4-BE49-F238E27FC236}">
                  <a16:creationId xmlns:a16="http://schemas.microsoft.com/office/drawing/2014/main" id="{C9436D88-8734-474E-9FC2-5E4C1B961985}"/>
                </a:ext>
              </a:extLst>
            </p:cNvPr>
            <p:cNvSpPr txBox="1"/>
            <p:nvPr/>
          </p:nvSpPr>
          <p:spPr>
            <a:xfrm>
              <a:off x="1685421" y="166128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1</a:t>
              </a:r>
            </a:p>
          </p:txBody>
        </p:sp>
      </p:grpSp>
      <p:grpSp>
        <p:nvGrpSpPr>
          <p:cNvPr id="101" name="千图PPT彼岸天：ID 8661124库_组合 100">
            <a:extLst>
              <a:ext uri="{FF2B5EF4-FFF2-40B4-BE49-F238E27FC236}">
                <a16:creationId xmlns:a16="http://schemas.microsoft.com/office/drawing/2014/main" id="{86F6A2C6-CEF7-4A6F-885C-56BFC5B8FF4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446670" y="1661285"/>
            <a:ext cx="2218997" cy="1705020"/>
            <a:chOff x="3446670" y="1661285"/>
            <a:chExt cx="2218997" cy="1705020"/>
          </a:xfrm>
        </p:grpSpPr>
        <p:sp>
          <p:nvSpPr>
            <p:cNvPr id="8" name="Rectangle 81">
              <a:extLst>
                <a:ext uri="{FF2B5EF4-FFF2-40B4-BE49-F238E27FC236}">
                  <a16:creationId xmlns:a16="http://schemas.microsoft.com/office/drawing/2014/main" id="{762A951B-EDC4-46A5-AF3F-34D497B7247B}"/>
                </a:ext>
              </a:extLst>
            </p:cNvPr>
            <p:cNvSpPr/>
            <p:nvPr/>
          </p:nvSpPr>
          <p:spPr>
            <a:xfrm>
              <a:off x="3459774" y="2443063"/>
              <a:ext cx="2180453" cy="1525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TextBox 91">
              <a:extLst>
                <a:ext uri="{FF2B5EF4-FFF2-40B4-BE49-F238E27FC236}">
                  <a16:creationId xmlns:a16="http://schemas.microsoft.com/office/drawing/2014/main" id="{9C6619EC-4C6B-4F6D-AF22-1AAF3E33BA35}"/>
                </a:ext>
              </a:extLst>
            </p:cNvPr>
            <p:cNvSpPr txBox="1"/>
            <p:nvPr/>
          </p:nvSpPr>
          <p:spPr>
            <a:xfrm>
              <a:off x="4179515" y="166128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2</a:t>
              </a:r>
            </a:p>
          </p:txBody>
        </p:sp>
        <p:grpSp>
          <p:nvGrpSpPr>
            <p:cNvPr id="18" name="Group 95">
              <a:extLst>
                <a:ext uri="{FF2B5EF4-FFF2-40B4-BE49-F238E27FC236}">
                  <a16:creationId xmlns:a16="http://schemas.microsoft.com/office/drawing/2014/main" id="{4593412C-4F34-4199-B6C6-99792E2FE970}"/>
                </a:ext>
              </a:extLst>
            </p:cNvPr>
            <p:cNvGrpSpPr/>
            <p:nvPr/>
          </p:nvGrpSpPr>
          <p:grpSpPr>
            <a:xfrm>
              <a:off x="3446670" y="2673230"/>
              <a:ext cx="2218997" cy="693075"/>
              <a:chOff x="931099" y="2673230"/>
              <a:chExt cx="2218997" cy="693075"/>
            </a:xfrm>
          </p:grpSpPr>
          <p:sp>
            <p:nvSpPr>
              <p:cNvPr id="31" name="TextBox 96">
                <a:extLst>
                  <a:ext uri="{FF2B5EF4-FFF2-40B4-BE49-F238E27FC236}">
                    <a16:creationId xmlns:a16="http://schemas.microsoft.com/office/drawing/2014/main" id="{8376133E-C23D-4985-A515-EE4E1FEB3BAE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2">
                        <a:lumMod val="100000"/>
                      </a:schemeClr>
                    </a:solidFill>
                  </a:rPr>
                  <a:t>输入标题文本</a:t>
                </a:r>
              </a:p>
            </p:txBody>
          </p:sp>
          <p:sp>
            <p:nvSpPr>
              <p:cNvPr id="32" name="TextBox 97">
                <a:extLst>
                  <a:ext uri="{FF2B5EF4-FFF2-40B4-BE49-F238E27FC236}">
                    <a16:creationId xmlns:a16="http://schemas.microsoft.com/office/drawing/2014/main" id="{6FC8928B-BFC9-4F36-A295-CCFCB263143E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4776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</p:grpSp>
      <p:grpSp>
        <p:nvGrpSpPr>
          <p:cNvPr id="102" name="千图PPT彼岸天：ID 8661124库_组合 101">
            <a:extLst>
              <a:ext uri="{FF2B5EF4-FFF2-40B4-BE49-F238E27FC236}">
                <a16:creationId xmlns:a16="http://schemas.microsoft.com/office/drawing/2014/main" id="{D580A458-BE16-4B2B-8728-134A7BAA4C7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962241" y="1661285"/>
            <a:ext cx="2230610" cy="1705020"/>
            <a:chOff x="5962241" y="1661285"/>
            <a:chExt cx="2230610" cy="1705020"/>
          </a:xfrm>
        </p:grpSpPr>
        <p:sp>
          <p:nvSpPr>
            <p:cNvPr id="9" name="Rectangle 84">
              <a:extLst>
                <a:ext uri="{FF2B5EF4-FFF2-40B4-BE49-F238E27FC236}">
                  <a16:creationId xmlns:a16="http://schemas.microsoft.com/office/drawing/2014/main" id="{B90E6736-963D-4AC4-919F-EDE5C2F131C0}"/>
                </a:ext>
              </a:extLst>
            </p:cNvPr>
            <p:cNvSpPr/>
            <p:nvPr/>
          </p:nvSpPr>
          <p:spPr>
            <a:xfrm>
              <a:off x="6012398" y="2443063"/>
              <a:ext cx="2180453" cy="15252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TextBox 92">
              <a:extLst>
                <a:ext uri="{FF2B5EF4-FFF2-40B4-BE49-F238E27FC236}">
                  <a16:creationId xmlns:a16="http://schemas.microsoft.com/office/drawing/2014/main" id="{DB668595-EE50-42DE-997F-63F6C07A05AD}"/>
                </a:ext>
              </a:extLst>
            </p:cNvPr>
            <p:cNvSpPr txBox="1"/>
            <p:nvPr/>
          </p:nvSpPr>
          <p:spPr>
            <a:xfrm>
              <a:off x="6741630" y="166128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3</a:t>
              </a:r>
            </a:p>
          </p:txBody>
        </p:sp>
        <p:grpSp>
          <p:nvGrpSpPr>
            <p:cNvPr id="19" name="Group 98">
              <a:extLst>
                <a:ext uri="{FF2B5EF4-FFF2-40B4-BE49-F238E27FC236}">
                  <a16:creationId xmlns:a16="http://schemas.microsoft.com/office/drawing/2014/main" id="{86182849-BC90-4701-B688-0B88013F3085}"/>
                </a:ext>
              </a:extLst>
            </p:cNvPr>
            <p:cNvGrpSpPr/>
            <p:nvPr/>
          </p:nvGrpSpPr>
          <p:grpSpPr>
            <a:xfrm>
              <a:off x="5962241" y="2673230"/>
              <a:ext cx="2218997" cy="693075"/>
              <a:chOff x="931099" y="2673230"/>
              <a:chExt cx="2218997" cy="693075"/>
            </a:xfrm>
          </p:grpSpPr>
          <p:sp>
            <p:nvSpPr>
              <p:cNvPr id="29" name="TextBox 99">
                <a:extLst>
                  <a:ext uri="{FF2B5EF4-FFF2-40B4-BE49-F238E27FC236}">
                    <a16:creationId xmlns:a16="http://schemas.microsoft.com/office/drawing/2014/main" id="{01C319B3-22E5-4D79-BA85-A64536D23AE9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3">
                        <a:lumMod val="100000"/>
                      </a:schemeClr>
                    </a:solidFill>
                  </a:rPr>
                  <a:t>输入标题文本</a:t>
                </a:r>
              </a:p>
            </p:txBody>
          </p:sp>
          <p:sp>
            <p:nvSpPr>
              <p:cNvPr id="30" name="TextBox 100">
                <a:extLst>
                  <a:ext uri="{FF2B5EF4-FFF2-40B4-BE49-F238E27FC236}">
                    <a16:creationId xmlns:a16="http://schemas.microsoft.com/office/drawing/2014/main" id="{69703025-C978-4A8D-9864-2E0371CE8BC3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4776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</p:grpSp>
      <p:grpSp>
        <p:nvGrpSpPr>
          <p:cNvPr id="103" name="千图PPT彼岸天：ID 8661124库_组合 102">
            <a:extLst>
              <a:ext uri="{FF2B5EF4-FFF2-40B4-BE49-F238E27FC236}">
                <a16:creationId xmlns:a16="http://schemas.microsoft.com/office/drawing/2014/main" id="{FBC34007-C716-422F-98C5-DD2D396C69C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932072" y="3546525"/>
            <a:ext cx="2218997" cy="2570113"/>
            <a:chOff x="932072" y="3546525"/>
            <a:chExt cx="2218997" cy="2570113"/>
          </a:xfrm>
        </p:grpSpPr>
        <p:sp>
          <p:nvSpPr>
            <p:cNvPr id="7" name="Rectangle 78">
              <a:extLst>
                <a:ext uri="{FF2B5EF4-FFF2-40B4-BE49-F238E27FC236}">
                  <a16:creationId xmlns:a16="http://schemas.microsoft.com/office/drawing/2014/main" id="{2087AD0C-6F61-42C0-9126-182DF43F0032}"/>
                </a:ext>
              </a:extLst>
            </p:cNvPr>
            <p:cNvSpPr/>
            <p:nvPr/>
          </p:nvSpPr>
          <p:spPr>
            <a:xfrm>
              <a:off x="943007" y="4329523"/>
              <a:ext cx="2180453" cy="15252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TextBox 90">
              <a:extLst>
                <a:ext uri="{FF2B5EF4-FFF2-40B4-BE49-F238E27FC236}">
                  <a16:creationId xmlns:a16="http://schemas.microsoft.com/office/drawing/2014/main" id="{A977B2F4-22D8-4D5D-9189-EC6D3C031E5A}"/>
                </a:ext>
              </a:extLst>
            </p:cNvPr>
            <p:cNvSpPr txBox="1"/>
            <p:nvPr/>
          </p:nvSpPr>
          <p:spPr>
            <a:xfrm>
              <a:off x="1685421" y="354652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4</a:t>
              </a:r>
            </a:p>
          </p:txBody>
        </p:sp>
        <p:grpSp>
          <p:nvGrpSpPr>
            <p:cNvPr id="20" name="Group 101">
              <a:extLst>
                <a:ext uri="{FF2B5EF4-FFF2-40B4-BE49-F238E27FC236}">
                  <a16:creationId xmlns:a16="http://schemas.microsoft.com/office/drawing/2014/main" id="{715384CD-792F-4875-8AEE-0CA3ED09A83B}"/>
                </a:ext>
              </a:extLst>
            </p:cNvPr>
            <p:cNvGrpSpPr/>
            <p:nvPr/>
          </p:nvGrpSpPr>
          <p:grpSpPr>
            <a:xfrm>
              <a:off x="932072" y="4615485"/>
              <a:ext cx="2218997" cy="1501153"/>
              <a:chOff x="931099" y="2673230"/>
              <a:chExt cx="2218997" cy="1501153"/>
            </a:xfrm>
          </p:grpSpPr>
          <p:sp>
            <p:nvSpPr>
              <p:cNvPr id="27" name="TextBox 102">
                <a:extLst>
                  <a:ext uri="{FF2B5EF4-FFF2-40B4-BE49-F238E27FC236}">
                    <a16:creationId xmlns:a16="http://schemas.microsoft.com/office/drawing/2014/main" id="{F9AD8CB0-DBC6-480B-BAF8-EE0BE9FDDB37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4">
                        <a:lumMod val="100000"/>
                      </a:schemeClr>
                    </a:solidFill>
                  </a:rPr>
                  <a:t>输入标题文本</a:t>
                </a:r>
              </a:p>
            </p:txBody>
          </p:sp>
          <p:sp>
            <p:nvSpPr>
              <p:cNvPr id="28" name="TextBox 103">
                <a:extLst>
                  <a:ext uri="{FF2B5EF4-FFF2-40B4-BE49-F238E27FC236}">
                    <a16:creationId xmlns:a16="http://schemas.microsoft.com/office/drawing/2014/main" id="{0BBC660E-3FB3-4FF4-85FD-C220A9285417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128570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</p:grpSp>
      <p:grpSp>
        <p:nvGrpSpPr>
          <p:cNvPr id="104" name="千图PPT彼岸天：ID 8661124库_组合 103">
            <a:extLst>
              <a:ext uri="{FF2B5EF4-FFF2-40B4-BE49-F238E27FC236}">
                <a16:creationId xmlns:a16="http://schemas.microsoft.com/office/drawing/2014/main" id="{33E91885-C1D4-4B56-BA7F-192A6A4289B8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59774" y="3546525"/>
            <a:ext cx="2218997" cy="2570113"/>
            <a:chOff x="3459774" y="3546525"/>
            <a:chExt cx="2218997" cy="2570113"/>
          </a:xfrm>
        </p:grpSpPr>
        <p:sp>
          <p:nvSpPr>
            <p:cNvPr id="5" name="Rectangle 72">
              <a:extLst>
                <a:ext uri="{FF2B5EF4-FFF2-40B4-BE49-F238E27FC236}">
                  <a16:creationId xmlns:a16="http://schemas.microsoft.com/office/drawing/2014/main" id="{E15E8D19-15B1-4CA5-810E-37548EC0DB9E}"/>
                </a:ext>
              </a:extLst>
            </p:cNvPr>
            <p:cNvSpPr/>
            <p:nvPr/>
          </p:nvSpPr>
          <p:spPr>
            <a:xfrm>
              <a:off x="3459774" y="4329523"/>
              <a:ext cx="2180453" cy="15252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TextBox 88">
              <a:extLst>
                <a:ext uri="{FF2B5EF4-FFF2-40B4-BE49-F238E27FC236}">
                  <a16:creationId xmlns:a16="http://schemas.microsoft.com/office/drawing/2014/main" id="{504B1F9C-30A4-4241-9604-8D895EF72247}"/>
                </a:ext>
              </a:extLst>
            </p:cNvPr>
            <p:cNvSpPr txBox="1"/>
            <p:nvPr/>
          </p:nvSpPr>
          <p:spPr>
            <a:xfrm>
              <a:off x="4179515" y="354652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5</a:t>
              </a:r>
            </a:p>
          </p:txBody>
        </p:sp>
        <p:grpSp>
          <p:nvGrpSpPr>
            <p:cNvPr id="21" name="Group 104">
              <a:extLst>
                <a:ext uri="{FF2B5EF4-FFF2-40B4-BE49-F238E27FC236}">
                  <a16:creationId xmlns:a16="http://schemas.microsoft.com/office/drawing/2014/main" id="{E5013E55-C496-4AFA-9049-6031D2C5E840}"/>
                </a:ext>
              </a:extLst>
            </p:cNvPr>
            <p:cNvGrpSpPr/>
            <p:nvPr/>
          </p:nvGrpSpPr>
          <p:grpSpPr>
            <a:xfrm>
              <a:off x="3459774" y="4677852"/>
              <a:ext cx="2218997" cy="1438786"/>
              <a:chOff x="931099" y="2673230"/>
              <a:chExt cx="2218997" cy="1438786"/>
            </a:xfrm>
          </p:grpSpPr>
          <p:sp>
            <p:nvSpPr>
              <p:cNvPr id="25" name="TextBox 105">
                <a:extLst>
                  <a:ext uri="{FF2B5EF4-FFF2-40B4-BE49-F238E27FC236}">
                    <a16:creationId xmlns:a16="http://schemas.microsoft.com/office/drawing/2014/main" id="{1AB7208F-A063-416A-9BD2-936A5290FB37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5">
                        <a:lumMod val="100000"/>
                      </a:schemeClr>
                    </a:solidFill>
                  </a:rPr>
                  <a:t>输入标题文本</a:t>
                </a:r>
              </a:p>
            </p:txBody>
          </p:sp>
          <p:sp>
            <p:nvSpPr>
              <p:cNvPr id="26" name="TextBox 106">
                <a:extLst>
                  <a:ext uri="{FF2B5EF4-FFF2-40B4-BE49-F238E27FC236}">
                    <a16:creationId xmlns:a16="http://schemas.microsoft.com/office/drawing/2014/main" id="{4CACE435-DD8D-44FF-BBDF-1C722BE84D7B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122334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</p:grpSp>
      <p:grpSp>
        <p:nvGrpSpPr>
          <p:cNvPr id="105" name="千图PPT彼岸天：ID 8661124库_组合 104">
            <a:extLst>
              <a:ext uri="{FF2B5EF4-FFF2-40B4-BE49-F238E27FC236}">
                <a16:creationId xmlns:a16="http://schemas.microsoft.com/office/drawing/2014/main" id="{1B44838C-CE09-41E4-B319-F6074868DAC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987476" y="3546525"/>
            <a:ext cx="2218997" cy="2570113"/>
            <a:chOff x="5987476" y="3546525"/>
            <a:chExt cx="2218997" cy="2570113"/>
          </a:xfrm>
        </p:grpSpPr>
        <p:sp>
          <p:nvSpPr>
            <p:cNvPr id="6" name="Rectangle 75">
              <a:extLst>
                <a:ext uri="{FF2B5EF4-FFF2-40B4-BE49-F238E27FC236}">
                  <a16:creationId xmlns:a16="http://schemas.microsoft.com/office/drawing/2014/main" id="{C961A42F-A2B8-49FB-830D-A55895CCF46D}"/>
                </a:ext>
              </a:extLst>
            </p:cNvPr>
            <p:cNvSpPr/>
            <p:nvPr/>
          </p:nvSpPr>
          <p:spPr>
            <a:xfrm>
              <a:off x="6012398" y="4329523"/>
              <a:ext cx="2180453" cy="1525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TextBox 89">
              <a:extLst>
                <a:ext uri="{FF2B5EF4-FFF2-40B4-BE49-F238E27FC236}">
                  <a16:creationId xmlns:a16="http://schemas.microsoft.com/office/drawing/2014/main" id="{17D72204-D9A0-4787-9887-A27261648ABC}"/>
                </a:ext>
              </a:extLst>
            </p:cNvPr>
            <p:cNvSpPr txBox="1"/>
            <p:nvPr/>
          </p:nvSpPr>
          <p:spPr>
            <a:xfrm>
              <a:off x="6741630" y="3546525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>
              <a:normAutofit/>
            </a:bodyPr>
            <a:lstStyle/>
            <a:p>
              <a:pPr algn="ctr"/>
              <a:r>
                <a:rPr lang="en-US" sz="4800">
                  <a:solidFill>
                    <a:schemeClr val="tx2"/>
                  </a:solidFill>
                </a:rPr>
                <a:t>6</a:t>
              </a:r>
            </a:p>
          </p:txBody>
        </p:sp>
        <p:grpSp>
          <p:nvGrpSpPr>
            <p:cNvPr id="22" name="Group 107">
              <a:extLst>
                <a:ext uri="{FF2B5EF4-FFF2-40B4-BE49-F238E27FC236}">
                  <a16:creationId xmlns:a16="http://schemas.microsoft.com/office/drawing/2014/main" id="{9E4D96D1-5443-42BC-B002-2390880E5C1E}"/>
                </a:ext>
              </a:extLst>
            </p:cNvPr>
            <p:cNvGrpSpPr/>
            <p:nvPr/>
          </p:nvGrpSpPr>
          <p:grpSpPr>
            <a:xfrm>
              <a:off x="5987476" y="4740219"/>
              <a:ext cx="2218997" cy="1376419"/>
              <a:chOff x="931099" y="2673230"/>
              <a:chExt cx="2218997" cy="1376419"/>
            </a:xfrm>
          </p:grpSpPr>
          <p:sp>
            <p:nvSpPr>
              <p:cNvPr id="23" name="TextBox 108">
                <a:extLst>
                  <a:ext uri="{FF2B5EF4-FFF2-40B4-BE49-F238E27FC236}">
                    <a16:creationId xmlns:a16="http://schemas.microsoft.com/office/drawing/2014/main" id="{19C03FC7-B2F8-4698-9CCE-FB08BDB6E18E}"/>
                  </a:ext>
                </a:extLst>
              </p:cNvPr>
              <p:cNvSpPr txBox="1"/>
              <p:nvPr/>
            </p:nvSpPr>
            <p:spPr>
              <a:xfrm>
                <a:off x="931099" y="2673230"/>
                <a:ext cx="2218997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normAutofit/>
              </a:bodyPr>
              <a:lstStyle/>
              <a:p>
                <a:r>
                  <a:rPr lang="zh-CN" altLang="en-US" sz="1400" b="1" dirty="0">
                    <a:solidFill>
                      <a:schemeClr val="accent6">
                        <a:lumMod val="100000"/>
                      </a:schemeClr>
                    </a:solidFill>
                  </a:rPr>
                  <a:t>输入标题文本</a:t>
                </a:r>
              </a:p>
            </p:txBody>
          </p:sp>
          <p:sp>
            <p:nvSpPr>
              <p:cNvPr id="24" name="TextBox 109">
                <a:extLst>
                  <a:ext uri="{FF2B5EF4-FFF2-40B4-BE49-F238E27FC236}">
                    <a16:creationId xmlns:a16="http://schemas.microsoft.com/office/drawing/2014/main" id="{4F738444-3E81-4138-8A07-EF8F62285058}"/>
                  </a:ext>
                </a:extLst>
              </p:cNvPr>
              <p:cNvSpPr txBox="1"/>
              <p:nvPr/>
            </p:nvSpPr>
            <p:spPr>
              <a:xfrm>
                <a:off x="931099" y="2888674"/>
                <a:ext cx="2218997" cy="116097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/>
                  <a:t>请替换文字内容复制你的内容到此千图网</a:t>
                </a:r>
                <a:r>
                  <a:rPr lang="en-US" altLang="zh-CN" sz="1100" dirty="0"/>
                  <a:t>58PIC.COM</a:t>
                </a:r>
                <a:endParaRPr lang="zh-CN" altLang="en-US" sz="1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605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">
            <a:extLst>
              <a:ext uri="{FF2B5EF4-FFF2-40B4-BE49-F238E27FC236}">
                <a16:creationId xmlns:a16="http://schemas.microsoft.com/office/drawing/2014/main" id="{7C96705A-FCC3-4C7F-8A0A-3ADE12D85D7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838575" y="1889436"/>
            <a:ext cx="4476750" cy="3460750"/>
            <a:chOff x="3838575" y="1889436"/>
            <a:chExt cx="4476750" cy="3460750"/>
          </a:xfrm>
        </p:grpSpPr>
        <p:sp>
          <p:nvSpPr>
            <p:cNvPr id="32" name="Freeform: Shape 42">
              <a:extLst>
                <a:ext uri="{FF2B5EF4-FFF2-40B4-BE49-F238E27FC236}">
                  <a16:creationId xmlns:a16="http://schemas.microsoft.com/office/drawing/2014/main" id="{BCB29681-3D4E-4FA6-8644-6B575D4FC288}"/>
                </a:ext>
              </a:extLst>
            </p:cNvPr>
            <p:cNvSpPr>
              <a:spLocks/>
            </p:cNvSpPr>
            <p:nvPr/>
          </p:nvSpPr>
          <p:spPr bwMode="auto">
            <a:xfrm rot="13500000">
              <a:off x="3838575" y="3210236"/>
              <a:ext cx="2139950" cy="2139950"/>
            </a:xfrm>
            <a:custGeom>
              <a:avLst/>
              <a:gdLst>
                <a:gd name="T0" fmla="*/ 924540706 w 728"/>
                <a:gd name="T1" fmla="*/ 2147483646 h 727"/>
                <a:gd name="T2" fmla="*/ 2147483646 w 728"/>
                <a:gd name="T3" fmla="*/ 2147483646 h 727"/>
                <a:gd name="T4" fmla="*/ 2147483646 w 728"/>
                <a:gd name="T5" fmla="*/ 2147483646 h 727"/>
                <a:gd name="T6" fmla="*/ 1970050316 w 728"/>
                <a:gd name="T7" fmla="*/ 2147483646 h 727"/>
                <a:gd name="T8" fmla="*/ 1486177638 w 728"/>
                <a:gd name="T9" fmla="*/ 2147483646 h 727"/>
                <a:gd name="T10" fmla="*/ 1970050316 w 728"/>
                <a:gd name="T11" fmla="*/ 1966808323 h 727"/>
                <a:gd name="T12" fmla="*/ 2147483646 w 728"/>
                <a:gd name="T13" fmla="*/ 1481604832 h 727"/>
                <a:gd name="T14" fmla="*/ 2147483646 w 728"/>
                <a:gd name="T15" fmla="*/ 1966808323 h 727"/>
                <a:gd name="T16" fmla="*/ 2147483646 w 728"/>
                <a:gd name="T17" fmla="*/ 2147483646 h 727"/>
                <a:gd name="T18" fmla="*/ 2147483646 w 728"/>
                <a:gd name="T19" fmla="*/ 2147483646 h 727"/>
                <a:gd name="T20" fmla="*/ 2147483646 w 728"/>
                <a:gd name="T21" fmla="*/ 918421210 h 727"/>
                <a:gd name="T22" fmla="*/ 2147483646 w 728"/>
                <a:gd name="T23" fmla="*/ 0 h 727"/>
                <a:gd name="T24" fmla="*/ 924540706 w 728"/>
                <a:gd name="T25" fmla="*/ 918421210 h 727"/>
                <a:gd name="T26" fmla="*/ 0 w 728"/>
                <a:gd name="T27" fmla="*/ 2147483646 h 727"/>
                <a:gd name="T28" fmla="*/ 924540706 w 728"/>
                <a:gd name="T29" fmla="*/ 2147483646 h 7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Freeform: Shape 43">
              <a:extLst>
                <a:ext uri="{FF2B5EF4-FFF2-40B4-BE49-F238E27FC236}">
                  <a16:creationId xmlns:a16="http://schemas.microsoft.com/office/drawing/2014/main" id="{00E8FD1B-95B6-4319-B69E-5E8D4F08C1E3}"/>
                </a:ext>
              </a:extLst>
            </p:cNvPr>
            <p:cNvSpPr>
              <a:spLocks/>
            </p:cNvSpPr>
            <p:nvPr/>
          </p:nvSpPr>
          <p:spPr bwMode="auto">
            <a:xfrm rot="13500000">
              <a:off x="6175375" y="3210236"/>
              <a:ext cx="2139950" cy="2139950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10252DB3-3CB5-4DCA-BB1F-91E8717770F7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5003800" y="2071998"/>
              <a:ext cx="2139950" cy="2139950"/>
            </a:xfrm>
            <a:custGeom>
              <a:avLst/>
              <a:gdLst>
                <a:gd name="T0" fmla="*/ 924540706 w 728"/>
                <a:gd name="T1" fmla="*/ 2147483646 h 727"/>
                <a:gd name="T2" fmla="*/ 2147483646 w 728"/>
                <a:gd name="T3" fmla="*/ 2147483646 h 727"/>
                <a:gd name="T4" fmla="*/ 2147483646 w 728"/>
                <a:gd name="T5" fmla="*/ 2147483646 h 727"/>
                <a:gd name="T6" fmla="*/ 1970050316 w 728"/>
                <a:gd name="T7" fmla="*/ 2147483646 h 727"/>
                <a:gd name="T8" fmla="*/ 1486177638 w 728"/>
                <a:gd name="T9" fmla="*/ 2147483646 h 727"/>
                <a:gd name="T10" fmla="*/ 1970050316 w 728"/>
                <a:gd name="T11" fmla="*/ 1966811267 h 727"/>
                <a:gd name="T12" fmla="*/ 2147483646 w 728"/>
                <a:gd name="T13" fmla="*/ 1481604832 h 727"/>
                <a:gd name="T14" fmla="*/ 2147483646 w 728"/>
                <a:gd name="T15" fmla="*/ 1966811267 h 727"/>
                <a:gd name="T16" fmla="*/ 2147483646 w 728"/>
                <a:gd name="T17" fmla="*/ 2147483646 h 727"/>
                <a:gd name="T18" fmla="*/ 2147483646 w 728"/>
                <a:gd name="T19" fmla="*/ 2147483646 h 727"/>
                <a:gd name="T20" fmla="*/ 2147483646 w 728"/>
                <a:gd name="T21" fmla="*/ 918421210 h 727"/>
                <a:gd name="T22" fmla="*/ 2147483646 w 728"/>
                <a:gd name="T23" fmla="*/ 0 h 727"/>
                <a:gd name="T24" fmla="*/ 924540706 w 728"/>
                <a:gd name="T25" fmla="*/ 918421210 h 727"/>
                <a:gd name="T26" fmla="*/ 0 w 728"/>
                <a:gd name="T27" fmla="*/ 2147483646 h 727"/>
                <a:gd name="T28" fmla="*/ 924540706 w 728"/>
                <a:gd name="T29" fmla="*/ 2147483646 h 7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5" name="Group 45">
              <a:extLst>
                <a:ext uri="{FF2B5EF4-FFF2-40B4-BE49-F238E27FC236}">
                  <a16:creationId xmlns:a16="http://schemas.microsoft.com/office/drawing/2014/main" id="{380827F9-CBB8-44B7-93F4-3E4FE940BC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5269" y="3397561"/>
              <a:ext cx="493713" cy="492125"/>
              <a:chOff x="7882165" y="3464708"/>
              <a:chExt cx="493000" cy="492388"/>
            </a:xfrm>
          </p:grpSpPr>
          <p:sp>
            <p:nvSpPr>
              <p:cNvPr id="44" name="Oval 46">
                <a:extLst>
                  <a:ext uri="{FF2B5EF4-FFF2-40B4-BE49-F238E27FC236}">
                    <a16:creationId xmlns:a16="http://schemas.microsoft.com/office/drawing/2014/main" id="{6C30EF78-B90D-4A45-83B9-9B28E065A582}"/>
                  </a:ext>
                </a:extLst>
              </p:cNvPr>
              <p:cNvSpPr/>
              <p:nvPr/>
            </p:nvSpPr>
            <p:spPr>
              <a:xfrm rot="2700000">
                <a:off x="7882471" y="3464402"/>
                <a:ext cx="492388" cy="493000"/>
              </a:xfrm>
              <a:prstGeom prst="ellipse">
                <a:avLst/>
              </a:prstGeom>
              <a:solidFill>
                <a:srgbClr val="F9F9F9"/>
              </a:solidFill>
              <a:ln w="133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TextBox 47">
                <a:extLst>
                  <a:ext uri="{FF2B5EF4-FFF2-40B4-BE49-F238E27FC236}">
                    <a16:creationId xmlns:a16="http://schemas.microsoft.com/office/drawing/2014/main" id="{13AB6602-71C1-43B2-9ACB-2123B11660ED}"/>
                  </a:ext>
                </a:extLst>
              </p:cNvPr>
              <p:cNvSpPr txBox="1"/>
              <p:nvPr/>
            </p:nvSpPr>
            <p:spPr>
              <a:xfrm>
                <a:off x="7915544" y="3536183"/>
                <a:ext cx="440509" cy="369529"/>
              </a:xfrm>
              <a:prstGeom prst="rect">
                <a:avLst/>
              </a:prstGeom>
              <a:noFill/>
            </p:spPr>
            <p:txBody>
              <a:bodyPr wrap="none">
                <a:normAutofit/>
              </a:bodyPr>
              <a:lstStyle/>
              <a:p>
                <a:pPr algn="ctr" eaLnBrk="1" fontAlgn="auto" hangingPunct="1">
                  <a:defRPr/>
                </a:pPr>
                <a:r>
                  <a:rPr lang="id-ID" b="1">
                    <a:solidFill>
                      <a:schemeClr val="accent1"/>
                    </a:solidFill>
                  </a:rPr>
                  <a:t>01</a:t>
                </a:r>
              </a:p>
            </p:txBody>
          </p:sp>
        </p:grpSp>
        <p:sp>
          <p:nvSpPr>
            <p:cNvPr id="36" name="Oval 49">
              <a:extLst>
                <a:ext uri="{FF2B5EF4-FFF2-40B4-BE49-F238E27FC236}">
                  <a16:creationId xmlns:a16="http://schemas.microsoft.com/office/drawing/2014/main" id="{91543D2A-E95D-41D7-BA19-6D360915A1B7}"/>
                </a:ext>
              </a:extLst>
            </p:cNvPr>
            <p:cNvSpPr/>
            <p:nvPr/>
          </p:nvSpPr>
          <p:spPr bwMode="auto">
            <a:xfrm>
              <a:off x="5827713" y="1889436"/>
              <a:ext cx="492125" cy="492125"/>
            </a:xfrm>
            <a:prstGeom prst="ellipse">
              <a:avLst/>
            </a:prstGeom>
            <a:solidFill>
              <a:schemeClr val="bg1"/>
            </a:solidFill>
            <a:ln w="133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TextBox 50">
              <a:extLst>
                <a:ext uri="{FF2B5EF4-FFF2-40B4-BE49-F238E27FC236}">
                  <a16:creationId xmlns:a16="http://schemas.microsoft.com/office/drawing/2014/main" id="{1F0F7EC2-FD9A-474B-ABBE-FB03EB25F208}"/>
                </a:ext>
              </a:extLst>
            </p:cNvPr>
            <p:cNvSpPr txBox="1"/>
            <p:nvPr/>
          </p:nvSpPr>
          <p:spPr bwMode="auto">
            <a:xfrm>
              <a:off x="5852407" y="1951348"/>
              <a:ext cx="441146" cy="36933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 eaLnBrk="1" fontAlgn="auto" hangingPunct="1">
                <a:defRPr/>
              </a:pPr>
              <a:r>
                <a:rPr lang="id-ID" b="1">
                  <a:solidFill>
                    <a:schemeClr val="accent2"/>
                  </a:solidFill>
                </a:rPr>
                <a:t>02</a:t>
              </a:r>
            </a:p>
          </p:txBody>
        </p:sp>
        <p:grpSp>
          <p:nvGrpSpPr>
            <p:cNvPr id="38" name="Group 51">
              <a:extLst>
                <a:ext uri="{FF2B5EF4-FFF2-40B4-BE49-F238E27FC236}">
                  <a16:creationId xmlns:a16="http://schemas.microsoft.com/office/drawing/2014/main" id="{A56AD04E-5C8C-4352-A221-79B58F63D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80312" y="3408673"/>
              <a:ext cx="492125" cy="492125"/>
              <a:chOff x="10775450" y="5108091"/>
              <a:chExt cx="491414" cy="492388"/>
            </a:xfrm>
          </p:grpSpPr>
          <p:sp>
            <p:nvSpPr>
              <p:cNvPr id="42" name="Oval 52">
                <a:extLst>
                  <a:ext uri="{FF2B5EF4-FFF2-40B4-BE49-F238E27FC236}">
                    <a16:creationId xmlns:a16="http://schemas.microsoft.com/office/drawing/2014/main" id="{3C45FAB9-2FC3-4A84-9377-432017028AB3}"/>
                  </a:ext>
                </a:extLst>
              </p:cNvPr>
              <p:cNvSpPr/>
              <p:nvPr/>
            </p:nvSpPr>
            <p:spPr>
              <a:xfrm rot="2700000">
                <a:off x="10774963" y="5108578"/>
                <a:ext cx="492388" cy="491414"/>
              </a:xfrm>
              <a:prstGeom prst="ellipse">
                <a:avLst/>
              </a:prstGeom>
              <a:solidFill>
                <a:srgbClr val="F9F9F9"/>
              </a:solidFill>
              <a:ln w="1333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TextBox 53">
                <a:extLst>
                  <a:ext uri="{FF2B5EF4-FFF2-40B4-BE49-F238E27FC236}">
                    <a16:creationId xmlns:a16="http://schemas.microsoft.com/office/drawing/2014/main" id="{3B39080B-818E-47DD-9B20-97C2A2B6193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96146" y="5178591"/>
                <a:ext cx="440509" cy="369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/>
              </a:bodyPr>
              <a:lstStyle/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id-ID" altLang="zh-CN" sz="1800" b="1">
                    <a:solidFill>
                      <a:schemeClr val="accent3"/>
                    </a:solidFill>
                  </a:rPr>
                  <a:t>03</a:t>
                </a:r>
              </a:p>
            </p:txBody>
          </p:sp>
        </p:grpSp>
        <p:sp>
          <p:nvSpPr>
            <p:cNvPr id="39" name="Freeform: Shape 83">
              <a:extLst>
                <a:ext uri="{FF2B5EF4-FFF2-40B4-BE49-F238E27FC236}">
                  <a16:creationId xmlns:a16="http://schemas.microsoft.com/office/drawing/2014/main" id="{2AED5B43-2B43-4BBE-A8CC-667514177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4174" y="3981368"/>
              <a:ext cx="633204" cy="633204"/>
            </a:xfrm>
            <a:custGeom>
              <a:avLst/>
              <a:gdLst>
                <a:gd name="T0" fmla="*/ 184 w 260"/>
                <a:gd name="T1" fmla="*/ 106 h 260"/>
                <a:gd name="T2" fmla="*/ 193 w 260"/>
                <a:gd name="T3" fmla="*/ 143 h 260"/>
                <a:gd name="T4" fmla="*/ 117 w 260"/>
                <a:gd name="T5" fmla="*/ 219 h 260"/>
                <a:gd name="T6" fmla="*/ 42 w 260"/>
                <a:gd name="T7" fmla="*/ 143 h 260"/>
                <a:gd name="T8" fmla="*/ 117 w 260"/>
                <a:gd name="T9" fmla="*/ 66 h 260"/>
                <a:gd name="T10" fmla="*/ 154 w 260"/>
                <a:gd name="T11" fmla="*/ 76 h 260"/>
                <a:gd name="T12" fmla="*/ 183 w 260"/>
                <a:gd name="T13" fmla="*/ 46 h 260"/>
                <a:gd name="T14" fmla="*/ 117 w 260"/>
                <a:gd name="T15" fmla="*/ 25 h 260"/>
                <a:gd name="T16" fmla="*/ 0 w 260"/>
                <a:gd name="T17" fmla="*/ 143 h 260"/>
                <a:gd name="T18" fmla="*/ 117 w 260"/>
                <a:gd name="T19" fmla="*/ 260 h 260"/>
                <a:gd name="T20" fmla="*/ 233 w 260"/>
                <a:gd name="T21" fmla="*/ 143 h 260"/>
                <a:gd name="T22" fmla="*/ 213 w 260"/>
                <a:gd name="T23" fmla="*/ 77 h 260"/>
                <a:gd name="T24" fmla="*/ 184 w 260"/>
                <a:gd name="T25" fmla="*/ 106 h 260"/>
                <a:gd name="T26" fmla="*/ 225 w 260"/>
                <a:gd name="T27" fmla="*/ 35 h 260"/>
                <a:gd name="T28" fmla="*/ 225 w 260"/>
                <a:gd name="T29" fmla="*/ 35 h 260"/>
                <a:gd name="T30" fmla="*/ 225 w 260"/>
                <a:gd name="T31" fmla="*/ 0 h 260"/>
                <a:gd name="T32" fmla="*/ 203 w 260"/>
                <a:gd name="T33" fmla="*/ 23 h 260"/>
                <a:gd name="T34" fmla="*/ 203 w 260"/>
                <a:gd name="T35" fmla="*/ 46 h 260"/>
                <a:gd name="T36" fmla="*/ 139 w 260"/>
                <a:gd name="T37" fmla="*/ 111 h 260"/>
                <a:gd name="T38" fmla="*/ 117 w 260"/>
                <a:gd name="T39" fmla="*/ 104 h 260"/>
                <a:gd name="T40" fmla="*/ 79 w 260"/>
                <a:gd name="T41" fmla="*/ 143 h 260"/>
                <a:gd name="T42" fmla="*/ 117 w 260"/>
                <a:gd name="T43" fmla="*/ 181 h 260"/>
                <a:gd name="T44" fmla="*/ 155 w 260"/>
                <a:gd name="T45" fmla="*/ 143 h 260"/>
                <a:gd name="T46" fmla="*/ 150 w 260"/>
                <a:gd name="T47" fmla="*/ 123 h 260"/>
                <a:gd name="T48" fmla="*/ 215 w 260"/>
                <a:gd name="T49" fmla="*/ 58 h 260"/>
                <a:gd name="T50" fmla="*/ 237 w 260"/>
                <a:gd name="T51" fmla="*/ 58 h 260"/>
                <a:gd name="T52" fmla="*/ 260 w 260"/>
                <a:gd name="T53" fmla="*/ 35 h 260"/>
                <a:gd name="T54" fmla="*/ 225 w 260"/>
                <a:gd name="T55" fmla="*/ 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" h="260">
                  <a:moveTo>
                    <a:pt x="184" y="106"/>
                  </a:moveTo>
                  <a:cubicBezTo>
                    <a:pt x="190" y="117"/>
                    <a:pt x="193" y="129"/>
                    <a:pt x="193" y="143"/>
                  </a:cubicBezTo>
                  <a:cubicBezTo>
                    <a:pt x="193" y="185"/>
                    <a:pt x="159" y="219"/>
                    <a:pt x="117" y="219"/>
                  </a:cubicBezTo>
                  <a:cubicBezTo>
                    <a:pt x="76" y="219"/>
                    <a:pt x="42" y="185"/>
                    <a:pt x="42" y="143"/>
                  </a:cubicBezTo>
                  <a:cubicBezTo>
                    <a:pt x="42" y="100"/>
                    <a:pt x="76" y="66"/>
                    <a:pt x="117" y="66"/>
                  </a:cubicBezTo>
                  <a:cubicBezTo>
                    <a:pt x="131" y="66"/>
                    <a:pt x="143" y="70"/>
                    <a:pt x="154" y="76"/>
                  </a:cubicBezTo>
                  <a:cubicBezTo>
                    <a:pt x="183" y="46"/>
                    <a:pt x="183" y="46"/>
                    <a:pt x="183" y="46"/>
                  </a:cubicBezTo>
                  <a:cubicBezTo>
                    <a:pt x="165" y="33"/>
                    <a:pt x="141" y="25"/>
                    <a:pt x="117" y="25"/>
                  </a:cubicBezTo>
                  <a:cubicBezTo>
                    <a:pt x="52" y="25"/>
                    <a:pt x="0" y="78"/>
                    <a:pt x="0" y="143"/>
                  </a:cubicBezTo>
                  <a:cubicBezTo>
                    <a:pt x="0" y="207"/>
                    <a:pt x="52" y="260"/>
                    <a:pt x="117" y="260"/>
                  </a:cubicBezTo>
                  <a:cubicBezTo>
                    <a:pt x="181" y="260"/>
                    <a:pt x="233" y="207"/>
                    <a:pt x="233" y="143"/>
                  </a:cubicBezTo>
                  <a:cubicBezTo>
                    <a:pt x="233" y="118"/>
                    <a:pt x="226" y="96"/>
                    <a:pt x="213" y="77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225" y="35"/>
                  </a:moveTo>
                  <a:cubicBezTo>
                    <a:pt x="225" y="35"/>
                    <a:pt x="225" y="35"/>
                    <a:pt x="225" y="35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3" y="46"/>
                    <a:pt x="203" y="46"/>
                    <a:pt x="203" y="46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3" y="106"/>
                    <a:pt x="125" y="104"/>
                    <a:pt x="117" y="104"/>
                  </a:cubicBezTo>
                  <a:cubicBezTo>
                    <a:pt x="96" y="104"/>
                    <a:pt x="79" y="121"/>
                    <a:pt x="79" y="143"/>
                  </a:cubicBezTo>
                  <a:cubicBezTo>
                    <a:pt x="79" y="164"/>
                    <a:pt x="96" y="181"/>
                    <a:pt x="117" y="181"/>
                  </a:cubicBezTo>
                  <a:cubicBezTo>
                    <a:pt x="138" y="181"/>
                    <a:pt x="155" y="164"/>
                    <a:pt x="155" y="143"/>
                  </a:cubicBezTo>
                  <a:cubicBezTo>
                    <a:pt x="155" y="136"/>
                    <a:pt x="154" y="129"/>
                    <a:pt x="150" y="123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25" y="35"/>
                    <a:pt x="225" y="35"/>
                    <a:pt x="225" y="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84">
              <a:extLst>
                <a:ext uri="{FF2B5EF4-FFF2-40B4-BE49-F238E27FC236}">
                  <a16:creationId xmlns:a16="http://schemas.microsoft.com/office/drawing/2014/main" id="{4C033E8D-5428-4F47-AC7A-489E04DC9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234" y="3992170"/>
              <a:ext cx="633204" cy="633204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85">
              <a:extLst>
                <a:ext uri="{FF2B5EF4-FFF2-40B4-BE49-F238E27FC236}">
                  <a16:creationId xmlns:a16="http://schemas.microsoft.com/office/drawing/2014/main" id="{E675D418-E7D7-452D-9A3A-ED5B96606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589" y="2815742"/>
              <a:ext cx="633204" cy="633204"/>
            </a:xfrm>
            <a:custGeom>
              <a:avLst/>
              <a:gdLst>
                <a:gd name="T0" fmla="*/ 182 w 236"/>
                <a:gd name="T1" fmla="*/ 109 h 236"/>
                <a:gd name="T2" fmla="*/ 157 w 236"/>
                <a:gd name="T3" fmla="*/ 103 h 236"/>
                <a:gd name="T4" fmla="*/ 134 w 236"/>
                <a:gd name="T5" fmla="*/ 102 h 236"/>
                <a:gd name="T6" fmla="*/ 120 w 236"/>
                <a:gd name="T7" fmla="*/ 114 h 236"/>
                <a:gd name="T8" fmla="*/ 118 w 236"/>
                <a:gd name="T9" fmla="*/ 129 h 236"/>
                <a:gd name="T10" fmla="*/ 122 w 236"/>
                <a:gd name="T11" fmla="*/ 141 h 236"/>
                <a:gd name="T12" fmla="*/ 135 w 236"/>
                <a:gd name="T13" fmla="*/ 156 h 236"/>
                <a:gd name="T14" fmla="*/ 139 w 236"/>
                <a:gd name="T15" fmla="*/ 185 h 236"/>
                <a:gd name="T16" fmla="*/ 152 w 236"/>
                <a:gd name="T17" fmla="*/ 198 h 236"/>
                <a:gd name="T18" fmla="*/ 169 w 236"/>
                <a:gd name="T19" fmla="*/ 180 h 236"/>
                <a:gd name="T20" fmla="*/ 187 w 236"/>
                <a:gd name="T21" fmla="*/ 150 h 236"/>
                <a:gd name="T22" fmla="*/ 200 w 236"/>
                <a:gd name="T23" fmla="*/ 122 h 236"/>
                <a:gd name="T24" fmla="*/ 182 w 236"/>
                <a:gd name="T25" fmla="*/ 109 h 236"/>
                <a:gd name="T26" fmla="*/ 118 w 236"/>
                <a:gd name="T27" fmla="*/ 0 h 236"/>
                <a:gd name="T28" fmla="*/ 0 w 236"/>
                <a:gd name="T29" fmla="*/ 118 h 236"/>
                <a:gd name="T30" fmla="*/ 118 w 236"/>
                <a:gd name="T31" fmla="*/ 236 h 236"/>
                <a:gd name="T32" fmla="*/ 236 w 236"/>
                <a:gd name="T33" fmla="*/ 118 h 236"/>
                <a:gd name="T34" fmla="*/ 118 w 236"/>
                <a:gd name="T35" fmla="*/ 0 h 236"/>
                <a:gd name="T36" fmla="*/ 126 w 236"/>
                <a:gd name="T37" fmla="*/ 212 h 236"/>
                <a:gd name="T38" fmla="*/ 128 w 236"/>
                <a:gd name="T39" fmla="*/ 208 h 236"/>
                <a:gd name="T40" fmla="*/ 125 w 236"/>
                <a:gd name="T41" fmla="*/ 186 h 236"/>
                <a:gd name="T42" fmla="*/ 105 w 236"/>
                <a:gd name="T43" fmla="*/ 186 h 236"/>
                <a:gd name="T44" fmla="*/ 98 w 236"/>
                <a:gd name="T45" fmla="*/ 207 h 236"/>
                <a:gd name="T46" fmla="*/ 102 w 236"/>
                <a:gd name="T47" fmla="*/ 211 h 236"/>
                <a:gd name="T48" fmla="*/ 34 w 236"/>
                <a:gd name="T49" fmla="*/ 161 h 236"/>
                <a:gd name="T50" fmla="*/ 44 w 236"/>
                <a:gd name="T51" fmla="*/ 157 h 236"/>
                <a:gd name="T52" fmla="*/ 44 w 236"/>
                <a:gd name="T53" fmla="*/ 157 h 236"/>
                <a:gd name="T54" fmla="*/ 81 w 236"/>
                <a:gd name="T55" fmla="*/ 142 h 236"/>
                <a:gd name="T56" fmla="*/ 81 w 236"/>
                <a:gd name="T57" fmla="*/ 118 h 236"/>
                <a:gd name="T58" fmla="*/ 55 w 236"/>
                <a:gd name="T59" fmla="*/ 94 h 236"/>
                <a:gd name="T60" fmla="*/ 28 w 236"/>
                <a:gd name="T61" fmla="*/ 90 h 236"/>
                <a:gd name="T62" fmla="*/ 84 w 236"/>
                <a:gd name="T63" fmla="*/ 30 h 236"/>
                <a:gd name="T64" fmla="*/ 84 w 236"/>
                <a:gd name="T65" fmla="*/ 31 h 236"/>
                <a:gd name="T66" fmla="*/ 102 w 236"/>
                <a:gd name="T67" fmla="*/ 56 h 236"/>
                <a:gd name="T68" fmla="*/ 120 w 236"/>
                <a:gd name="T69" fmla="*/ 79 h 236"/>
                <a:gd name="T70" fmla="*/ 131 w 236"/>
                <a:gd name="T71" fmla="*/ 97 h 236"/>
                <a:gd name="T72" fmla="*/ 146 w 236"/>
                <a:gd name="T73" fmla="*/ 88 h 236"/>
                <a:gd name="T74" fmla="*/ 177 w 236"/>
                <a:gd name="T75" fmla="*/ 66 h 236"/>
                <a:gd name="T76" fmla="*/ 190 w 236"/>
                <a:gd name="T77" fmla="*/ 57 h 236"/>
                <a:gd name="T78" fmla="*/ 212 w 236"/>
                <a:gd name="T79" fmla="*/ 118 h 236"/>
                <a:gd name="T80" fmla="*/ 126 w 236"/>
                <a:gd name="T81" fmla="*/ 21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" h="236">
                  <a:moveTo>
                    <a:pt x="182" y="109"/>
                  </a:moveTo>
                  <a:cubicBezTo>
                    <a:pt x="172" y="107"/>
                    <a:pt x="161" y="105"/>
                    <a:pt x="157" y="103"/>
                  </a:cubicBezTo>
                  <a:cubicBezTo>
                    <a:pt x="153" y="102"/>
                    <a:pt x="143" y="101"/>
                    <a:pt x="134" y="102"/>
                  </a:cubicBezTo>
                  <a:cubicBezTo>
                    <a:pt x="125" y="103"/>
                    <a:pt x="119" y="109"/>
                    <a:pt x="120" y="114"/>
                  </a:cubicBezTo>
                  <a:cubicBezTo>
                    <a:pt x="121" y="119"/>
                    <a:pt x="120" y="126"/>
                    <a:pt x="118" y="129"/>
                  </a:cubicBezTo>
                  <a:cubicBezTo>
                    <a:pt x="117" y="132"/>
                    <a:pt x="118" y="138"/>
                    <a:pt x="122" y="141"/>
                  </a:cubicBezTo>
                  <a:cubicBezTo>
                    <a:pt x="127" y="144"/>
                    <a:pt x="132" y="151"/>
                    <a:pt x="135" y="156"/>
                  </a:cubicBezTo>
                  <a:cubicBezTo>
                    <a:pt x="138" y="162"/>
                    <a:pt x="140" y="175"/>
                    <a:pt x="139" y="185"/>
                  </a:cubicBezTo>
                  <a:cubicBezTo>
                    <a:pt x="139" y="195"/>
                    <a:pt x="145" y="201"/>
                    <a:pt x="152" y="198"/>
                  </a:cubicBezTo>
                  <a:cubicBezTo>
                    <a:pt x="160" y="195"/>
                    <a:pt x="167" y="187"/>
                    <a:pt x="169" y="180"/>
                  </a:cubicBezTo>
                  <a:cubicBezTo>
                    <a:pt x="171" y="174"/>
                    <a:pt x="179" y="160"/>
                    <a:pt x="187" y="150"/>
                  </a:cubicBezTo>
                  <a:cubicBezTo>
                    <a:pt x="195" y="140"/>
                    <a:pt x="201" y="127"/>
                    <a:pt x="200" y="122"/>
                  </a:cubicBezTo>
                  <a:cubicBezTo>
                    <a:pt x="200" y="116"/>
                    <a:pt x="191" y="111"/>
                    <a:pt x="182" y="109"/>
                  </a:cubicBez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6" y="212"/>
                  </a:moveTo>
                  <a:cubicBezTo>
                    <a:pt x="127" y="211"/>
                    <a:pt x="128" y="209"/>
                    <a:pt x="128" y="208"/>
                  </a:cubicBezTo>
                  <a:cubicBezTo>
                    <a:pt x="130" y="201"/>
                    <a:pt x="128" y="191"/>
                    <a:pt x="125" y="186"/>
                  </a:cubicBezTo>
                  <a:cubicBezTo>
                    <a:pt x="121" y="181"/>
                    <a:pt x="112" y="181"/>
                    <a:pt x="105" y="186"/>
                  </a:cubicBezTo>
                  <a:cubicBezTo>
                    <a:pt x="97" y="191"/>
                    <a:pt x="94" y="200"/>
                    <a:pt x="98" y="207"/>
                  </a:cubicBezTo>
                  <a:cubicBezTo>
                    <a:pt x="99" y="208"/>
                    <a:pt x="100" y="210"/>
                    <a:pt x="102" y="211"/>
                  </a:cubicBezTo>
                  <a:cubicBezTo>
                    <a:pt x="72" y="206"/>
                    <a:pt x="47" y="187"/>
                    <a:pt x="34" y="161"/>
                  </a:cubicBezTo>
                  <a:cubicBezTo>
                    <a:pt x="37" y="161"/>
                    <a:pt x="40" y="159"/>
                    <a:pt x="44" y="157"/>
                  </a:cubicBezTo>
                  <a:cubicBezTo>
                    <a:pt x="44" y="157"/>
                    <a:pt x="44" y="157"/>
                    <a:pt x="44" y="157"/>
                  </a:cubicBezTo>
                  <a:cubicBezTo>
                    <a:pt x="57" y="148"/>
                    <a:pt x="74" y="141"/>
                    <a:pt x="81" y="142"/>
                  </a:cubicBezTo>
                  <a:cubicBezTo>
                    <a:pt x="89" y="142"/>
                    <a:pt x="89" y="131"/>
                    <a:pt x="81" y="118"/>
                  </a:cubicBezTo>
                  <a:cubicBezTo>
                    <a:pt x="74" y="105"/>
                    <a:pt x="62" y="94"/>
                    <a:pt x="55" y="94"/>
                  </a:cubicBezTo>
                  <a:cubicBezTo>
                    <a:pt x="48" y="94"/>
                    <a:pt x="36" y="92"/>
                    <a:pt x="28" y="90"/>
                  </a:cubicBezTo>
                  <a:cubicBezTo>
                    <a:pt x="37" y="62"/>
                    <a:pt x="58" y="41"/>
                    <a:pt x="84" y="30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6" y="39"/>
                    <a:pt x="95" y="50"/>
                    <a:pt x="102" y="56"/>
                  </a:cubicBezTo>
                  <a:cubicBezTo>
                    <a:pt x="110" y="62"/>
                    <a:pt x="118" y="72"/>
                    <a:pt x="120" y="79"/>
                  </a:cubicBezTo>
                  <a:cubicBezTo>
                    <a:pt x="122" y="85"/>
                    <a:pt x="127" y="93"/>
                    <a:pt x="131" y="97"/>
                  </a:cubicBezTo>
                  <a:cubicBezTo>
                    <a:pt x="136" y="100"/>
                    <a:pt x="142" y="96"/>
                    <a:pt x="146" y="88"/>
                  </a:cubicBezTo>
                  <a:cubicBezTo>
                    <a:pt x="150" y="80"/>
                    <a:pt x="164" y="70"/>
                    <a:pt x="177" y="66"/>
                  </a:cubicBezTo>
                  <a:cubicBezTo>
                    <a:pt x="183" y="64"/>
                    <a:pt x="187" y="61"/>
                    <a:pt x="190" y="57"/>
                  </a:cubicBezTo>
                  <a:cubicBezTo>
                    <a:pt x="204" y="74"/>
                    <a:pt x="212" y="95"/>
                    <a:pt x="212" y="118"/>
                  </a:cubicBezTo>
                  <a:cubicBezTo>
                    <a:pt x="212" y="168"/>
                    <a:pt x="174" y="208"/>
                    <a:pt x="126" y="2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5" name="千图PPT彼岸天：ID 8661124库_组合 137">
            <a:extLst>
              <a:ext uri="{FF2B5EF4-FFF2-40B4-BE49-F238E27FC236}">
                <a16:creationId xmlns:a16="http://schemas.microsoft.com/office/drawing/2014/main" id="{6FC223DF-6F0D-4C44-ADDF-8AA158D0291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170814" y="2107174"/>
            <a:ext cx="2749722" cy="3463424"/>
            <a:chOff x="8170814" y="1912116"/>
            <a:chExt cx="2749722" cy="3463424"/>
          </a:xfrm>
        </p:grpSpPr>
        <p:grpSp>
          <p:nvGrpSpPr>
            <p:cNvPr id="20" name="Group 138">
              <a:extLst>
                <a:ext uri="{FF2B5EF4-FFF2-40B4-BE49-F238E27FC236}">
                  <a16:creationId xmlns:a16="http://schemas.microsoft.com/office/drawing/2014/main" id="{1311FF0A-59A3-4744-AD9A-9131F208F52E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141">
                <a:extLst>
                  <a:ext uri="{FF2B5EF4-FFF2-40B4-BE49-F238E27FC236}">
                    <a16:creationId xmlns:a16="http://schemas.microsoft.com/office/drawing/2014/main" id="{C33C7926-296B-4C6B-917E-36924E2F540D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148">
                  <a:extLst>
                    <a:ext uri="{FF2B5EF4-FFF2-40B4-BE49-F238E27FC236}">
                      <a16:creationId xmlns:a16="http://schemas.microsoft.com/office/drawing/2014/main" id="{4B2D9A64-EABB-42DA-B3EE-1DE5DE7F26F5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31" name="Rectangle 149">
                  <a:extLst>
                    <a:ext uri="{FF2B5EF4-FFF2-40B4-BE49-F238E27FC236}">
                      <a16:creationId xmlns:a16="http://schemas.microsoft.com/office/drawing/2014/main" id="{AA6BC597-C0AB-4007-9F76-79829A304182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4" name="Group 142">
                <a:extLst>
                  <a:ext uri="{FF2B5EF4-FFF2-40B4-BE49-F238E27FC236}">
                    <a16:creationId xmlns:a16="http://schemas.microsoft.com/office/drawing/2014/main" id="{CADF69A0-ABD3-4157-A266-0EDF5429B582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146">
                  <a:extLst>
                    <a:ext uri="{FF2B5EF4-FFF2-40B4-BE49-F238E27FC236}">
                      <a16:creationId xmlns:a16="http://schemas.microsoft.com/office/drawing/2014/main" id="{5F2AE96A-6186-41A8-9D4D-7A0982674F17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9" name="Rectangle 147">
                  <a:extLst>
                    <a:ext uri="{FF2B5EF4-FFF2-40B4-BE49-F238E27FC236}">
                      <a16:creationId xmlns:a16="http://schemas.microsoft.com/office/drawing/2014/main" id="{8F56586F-47DC-42CF-8F5A-B2E6539F2A08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25" name="Group 143">
                <a:extLst>
                  <a:ext uri="{FF2B5EF4-FFF2-40B4-BE49-F238E27FC236}">
                    <a16:creationId xmlns:a16="http://schemas.microsoft.com/office/drawing/2014/main" id="{BF9A5041-909B-407F-ABB2-D817F61C9A3A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144">
                  <a:extLst>
                    <a:ext uri="{FF2B5EF4-FFF2-40B4-BE49-F238E27FC236}">
                      <a16:creationId xmlns:a16="http://schemas.microsoft.com/office/drawing/2014/main" id="{1602ED9F-FC53-4384-B901-6F9E4CDC755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27" name="Rectangle 145">
                  <a:extLst>
                    <a:ext uri="{FF2B5EF4-FFF2-40B4-BE49-F238E27FC236}">
                      <a16:creationId xmlns:a16="http://schemas.microsoft.com/office/drawing/2014/main" id="{C8F1C881-CEDC-4784-9D84-47ABCD494063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21" name="Straight Connector 139">
              <a:extLst>
                <a:ext uri="{FF2B5EF4-FFF2-40B4-BE49-F238E27FC236}">
                  <a16:creationId xmlns:a16="http://schemas.microsoft.com/office/drawing/2014/main" id="{F5EDB23B-7314-4ECC-877F-126B6DBD85CC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40">
              <a:extLst>
                <a:ext uri="{FF2B5EF4-FFF2-40B4-BE49-F238E27FC236}">
                  <a16:creationId xmlns:a16="http://schemas.microsoft.com/office/drawing/2014/main" id="{AD197D91-F3C2-4B06-8452-5943AFB67A77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千图PPT彼岸天：ID 8661124库_组合 150">
            <a:extLst>
              <a:ext uri="{FF2B5EF4-FFF2-40B4-BE49-F238E27FC236}">
                <a16:creationId xmlns:a16="http://schemas.microsoft.com/office/drawing/2014/main" id="{D6D46D56-409A-46BB-9229-584AE7F8EBF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07468" y="2107174"/>
            <a:ext cx="2713719" cy="3463424"/>
            <a:chOff x="1307468" y="1697288"/>
            <a:chExt cx="2713719" cy="3463424"/>
          </a:xfrm>
        </p:grpSpPr>
        <p:grpSp>
          <p:nvGrpSpPr>
            <p:cNvPr id="7" name="Group 151">
              <a:extLst>
                <a:ext uri="{FF2B5EF4-FFF2-40B4-BE49-F238E27FC236}">
                  <a16:creationId xmlns:a16="http://schemas.microsoft.com/office/drawing/2014/main" id="{7CC68F8A-3916-4C93-B1DF-DB9E5F047155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155">
                <a:extLst>
                  <a:ext uri="{FF2B5EF4-FFF2-40B4-BE49-F238E27FC236}">
                    <a16:creationId xmlns:a16="http://schemas.microsoft.com/office/drawing/2014/main" id="{B1E75936-2EFD-4AE1-9A9E-018F568F8C89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162">
                  <a:extLst>
                    <a:ext uri="{FF2B5EF4-FFF2-40B4-BE49-F238E27FC236}">
                      <a16:creationId xmlns:a16="http://schemas.microsoft.com/office/drawing/2014/main" id="{D4C526BB-8626-4974-B706-336EB879F02D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9" name="Rectangle 163">
                  <a:extLst>
                    <a:ext uri="{FF2B5EF4-FFF2-40B4-BE49-F238E27FC236}">
                      <a16:creationId xmlns:a16="http://schemas.microsoft.com/office/drawing/2014/main" id="{6C6DBC26-8FAE-41A6-9003-3CE0FB6C591A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2" name="Group 156">
                <a:extLst>
                  <a:ext uri="{FF2B5EF4-FFF2-40B4-BE49-F238E27FC236}">
                    <a16:creationId xmlns:a16="http://schemas.microsoft.com/office/drawing/2014/main" id="{A0D2BEC2-E579-4B2A-97EA-1559D195E90D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160">
                  <a:extLst>
                    <a:ext uri="{FF2B5EF4-FFF2-40B4-BE49-F238E27FC236}">
                      <a16:creationId xmlns:a16="http://schemas.microsoft.com/office/drawing/2014/main" id="{B26A111F-1863-41A9-B140-E86448FF6CE0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7" name="Rectangle 161">
                  <a:extLst>
                    <a:ext uri="{FF2B5EF4-FFF2-40B4-BE49-F238E27FC236}">
                      <a16:creationId xmlns:a16="http://schemas.microsoft.com/office/drawing/2014/main" id="{9C03A92B-2A90-45D7-9EC3-3E687C5CEE7A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13" name="Group 157">
                <a:extLst>
                  <a:ext uri="{FF2B5EF4-FFF2-40B4-BE49-F238E27FC236}">
                    <a16:creationId xmlns:a16="http://schemas.microsoft.com/office/drawing/2014/main" id="{15956D4D-E7F5-4527-9C96-679AB20EFDAF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158">
                  <a:extLst>
                    <a:ext uri="{FF2B5EF4-FFF2-40B4-BE49-F238E27FC236}">
                      <a16:creationId xmlns:a16="http://schemas.microsoft.com/office/drawing/2014/main" id="{ED8FADD3-80AA-4BFA-BD76-0C9EDBD8B275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请替换文字内容复制你的内容到此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千图网</a:t>
                  </a:r>
                  <a:r>
                    <a:rPr lang="en-US" altLang="zh-CN" sz="1000" dirty="0"/>
                    <a:t>58PIC.COM</a:t>
                  </a:r>
                  <a:endParaRPr lang="zh-CN" altLang="en-US" sz="1000" dirty="0"/>
                </a:p>
              </p:txBody>
            </p:sp>
            <p:sp>
              <p:nvSpPr>
                <p:cNvPr id="15" name="Rectangle 159">
                  <a:extLst>
                    <a:ext uri="{FF2B5EF4-FFF2-40B4-BE49-F238E27FC236}">
                      <a16:creationId xmlns:a16="http://schemas.microsoft.com/office/drawing/2014/main" id="{7F84F835-13F9-4F03-9B01-80A427B84261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8" name="Group 152">
              <a:extLst>
                <a:ext uri="{FF2B5EF4-FFF2-40B4-BE49-F238E27FC236}">
                  <a16:creationId xmlns:a16="http://schemas.microsoft.com/office/drawing/2014/main" id="{AF4393DA-36A6-41D1-99B4-194C72ED8548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153">
                <a:extLst>
                  <a:ext uri="{FF2B5EF4-FFF2-40B4-BE49-F238E27FC236}">
                    <a16:creationId xmlns:a16="http://schemas.microsoft.com/office/drawing/2014/main" id="{86783612-BCAE-4C59-A58C-4335C1ED29C4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154">
                <a:extLst>
                  <a:ext uri="{FF2B5EF4-FFF2-40B4-BE49-F238E27FC236}">
                    <a16:creationId xmlns:a16="http://schemas.microsoft.com/office/drawing/2014/main" id="{23F57B57-E740-4E36-946A-F70C222BB389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0410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千图PPT彼岸天：ID 8661124库_组合 195">
            <a:extLst>
              <a:ext uri="{FF2B5EF4-FFF2-40B4-BE49-F238E27FC236}">
                <a16:creationId xmlns:a16="http://schemas.microsoft.com/office/drawing/2014/main" id="{AD1B2D7D-56D7-4E35-9C60-59BDF90B8A9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58520" y="1630469"/>
            <a:ext cx="10474960" cy="4174795"/>
            <a:chOff x="839416" y="1630469"/>
            <a:chExt cx="10474960" cy="4174795"/>
          </a:xfrm>
        </p:grpSpPr>
        <p:grpSp>
          <p:nvGrpSpPr>
            <p:cNvPr id="109" name="Group 196">
              <a:extLst>
                <a:ext uri="{FF2B5EF4-FFF2-40B4-BE49-F238E27FC236}">
                  <a16:creationId xmlns:a16="http://schemas.microsoft.com/office/drawing/2014/main" id="{855D9EC3-0D5C-44B4-BB37-563E0EDCB292}"/>
                </a:ext>
              </a:extLst>
            </p:cNvPr>
            <p:cNvGrpSpPr/>
            <p:nvPr/>
          </p:nvGrpSpPr>
          <p:grpSpPr>
            <a:xfrm>
              <a:off x="839416" y="1630469"/>
              <a:ext cx="3194126" cy="4174795"/>
              <a:chOff x="1688669" y="1630469"/>
              <a:chExt cx="3194126" cy="4174795"/>
            </a:xfrm>
          </p:grpSpPr>
          <p:grpSp>
            <p:nvGrpSpPr>
              <p:cNvPr id="142" name="Group 229">
                <a:extLst>
                  <a:ext uri="{FF2B5EF4-FFF2-40B4-BE49-F238E27FC236}">
                    <a16:creationId xmlns:a16="http://schemas.microsoft.com/office/drawing/2014/main" id="{1C36642C-F755-440F-9AD4-A2116D07320E}"/>
                  </a:ext>
                </a:extLst>
              </p:cNvPr>
              <p:cNvGrpSpPr/>
              <p:nvPr/>
            </p:nvGrpSpPr>
            <p:grpSpPr>
              <a:xfrm>
                <a:off x="4392937" y="1653267"/>
                <a:ext cx="489858" cy="489858"/>
                <a:chOff x="1427243" y="1987229"/>
                <a:chExt cx="1016000" cy="1016000"/>
              </a:xfrm>
              <a:effectLst/>
            </p:grpSpPr>
            <p:sp>
              <p:nvSpPr>
                <p:cNvPr id="155" name="Oval 242">
                  <a:extLst>
                    <a:ext uri="{FF2B5EF4-FFF2-40B4-BE49-F238E27FC236}">
                      <a16:creationId xmlns:a16="http://schemas.microsoft.com/office/drawing/2014/main" id="{D71B0ACD-75BD-4413-BF4B-6E8BA202D205}"/>
                    </a:ext>
                  </a:extLst>
                </p:cNvPr>
                <p:cNvSpPr/>
                <p:nvPr/>
              </p:nvSpPr>
              <p:spPr>
                <a:xfrm>
                  <a:off x="1427243" y="1987229"/>
                  <a:ext cx="1016000" cy="1016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6" name="Freeform: Shape 243">
                  <a:extLst>
                    <a:ext uri="{FF2B5EF4-FFF2-40B4-BE49-F238E27FC236}">
                      <a16:creationId xmlns:a16="http://schemas.microsoft.com/office/drawing/2014/main" id="{97184007-E4D8-4E11-81A6-F16DAA02B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8604" y="2300569"/>
                  <a:ext cx="373276" cy="373276"/>
                </a:xfrm>
                <a:custGeom>
                  <a:avLst/>
                  <a:gdLst>
                    <a:gd name="T0" fmla="*/ 177354294 w 21600"/>
                    <a:gd name="T1" fmla="*/ 119619947 h 21600"/>
                    <a:gd name="T2" fmla="*/ 181994773 w 21600"/>
                    <a:gd name="T3" fmla="*/ 90970153 h 21600"/>
                    <a:gd name="T4" fmla="*/ 90997440 w 21600"/>
                    <a:gd name="T5" fmla="*/ 0 h 21600"/>
                    <a:gd name="T6" fmla="*/ 0 w 21600"/>
                    <a:gd name="T7" fmla="*/ 90970153 h 21600"/>
                    <a:gd name="T8" fmla="*/ 90997440 w 21600"/>
                    <a:gd name="T9" fmla="*/ 181941690 h 21600"/>
                    <a:gd name="T10" fmla="*/ 119632265 w 21600"/>
                    <a:gd name="T11" fmla="*/ 177314796 h 21600"/>
                    <a:gd name="T12" fmla="*/ 140353873 w 21600"/>
                    <a:gd name="T13" fmla="*/ 198036404 h 21600"/>
                    <a:gd name="T14" fmla="*/ 184433669 w 21600"/>
                    <a:gd name="T15" fmla="*/ 198036404 h 21600"/>
                    <a:gd name="T16" fmla="*/ 184433669 w 21600"/>
                    <a:gd name="T17" fmla="*/ 242088912 h 21600"/>
                    <a:gd name="T18" fmla="*/ 184513921 w 21600"/>
                    <a:gd name="T19" fmla="*/ 242169283 h 21600"/>
                    <a:gd name="T20" fmla="*/ 228567695 w 21600"/>
                    <a:gd name="T21" fmla="*/ 242169283 h 21600"/>
                    <a:gd name="T22" fmla="*/ 228567695 w 21600"/>
                    <a:gd name="T23" fmla="*/ 286223057 h 21600"/>
                    <a:gd name="T24" fmla="*/ 228660384 w 21600"/>
                    <a:gd name="T25" fmla="*/ 286302043 h 21600"/>
                    <a:gd name="T26" fmla="*/ 286355233 w 21600"/>
                    <a:gd name="T27" fmla="*/ 286302043 h 21600"/>
                    <a:gd name="T28" fmla="*/ 286355233 w 21600"/>
                    <a:gd name="T29" fmla="*/ 286355233 h 21600"/>
                    <a:gd name="T30" fmla="*/ 286355233 w 21600"/>
                    <a:gd name="T31" fmla="*/ 228580132 h 21600"/>
                    <a:gd name="T32" fmla="*/ 177354294 w 21600"/>
                    <a:gd name="T33" fmla="*/ 119619947 h 21600"/>
                    <a:gd name="T34" fmla="*/ 72066037 w 21600"/>
                    <a:gd name="T35" fmla="*/ 102106942 h 21600"/>
                    <a:gd name="T36" fmla="*/ 41349250 w 21600"/>
                    <a:gd name="T37" fmla="*/ 71416187 h 21600"/>
                    <a:gd name="T38" fmla="*/ 72066037 w 21600"/>
                    <a:gd name="T39" fmla="*/ 40712996 h 21600"/>
                    <a:gd name="T40" fmla="*/ 102769110 w 21600"/>
                    <a:gd name="T41" fmla="*/ 71416187 h 21600"/>
                    <a:gd name="T42" fmla="*/ 72066037 w 21600"/>
                    <a:gd name="T43" fmla="*/ 102106942 h 21600"/>
                    <a:gd name="T44" fmla="*/ 72066037 w 21600"/>
                    <a:gd name="T45" fmla="*/ 102106942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13378" y="9023"/>
                      </a:moveTo>
                      <a:cubicBezTo>
                        <a:pt x="13604" y="8343"/>
                        <a:pt x="13728" y="7617"/>
                        <a:pt x="13728" y="6862"/>
                      </a:cubicBezTo>
                      <a:cubicBezTo>
                        <a:pt x="13728" y="3072"/>
                        <a:pt x="10655" y="0"/>
                        <a:pt x="6864" y="0"/>
                      </a:cubicBezTo>
                      <a:cubicBezTo>
                        <a:pt x="3073" y="0"/>
                        <a:pt x="0" y="3072"/>
                        <a:pt x="0" y="6862"/>
                      </a:cubicBezTo>
                      <a:cubicBezTo>
                        <a:pt x="0" y="10652"/>
                        <a:pt x="3073" y="13724"/>
                        <a:pt x="6864" y="13724"/>
                      </a:cubicBezTo>
                      <a:cubicBezTo>
                        <a:pt x="7619" y="13724"/>
                        <a:pt x="8345" y="13600"/>
                        <a:pt x="9024" y="13375"/>
                      </a:cubicBezTo>
                      <a:lnTo>
                        <a:pt x="10587" y="14938"/>
                      </a:lnTo>
                      <a:lnTo>
                        <a:pt x="13912" y="14938"/>
                      </a:lnTo>
                      <a:lnTo>
                        <a:pt x="13912" y="18261"/>
                      </a:lnTo>
                      <a:lnTo>
                        <a:pt x="13918" y="18267"/>
                      </a:lnTo>
                      <a:lnTo>
                        <a:pt x="17241" y="18267"/>
                      </a:lnTo>
                      <a:lnTo>
                        <a:pt x="17241" y="21590"/>
                      </a:lnTo>
                      <a:lnTo>
                        <a:pt x="17248" y="21596"/>
                      </a:lnTo>
                      <a:lnTo>
                        <a:pt x="21600" y="21596"/>
                      </a:lnTo>
                      <a:lnTo>
                        <a:pt x="21600" y="21600"/>
                      </a:lnTo>
                      <a:lnTo>
                        <a:pt x="21600" y="17242"/>
                      </a:lnTo>
                      <a:lnTo>
                        <a:pt x="13378" y="9023"/>
                      </a:lnTo>
                      <a:close/>
                      <a:moveTo>
                        <a:pt x="5436" y="7702"/>
                      </a:moveTo>
                      <a:cubicBezTo>
                        <a:pt x="4157" y="7702"/>
                        <a:pt x="3119" y="6665"/>
                        <a:pt x="3119" y="5387"/>
                      </a:cubicBezTo>
                      <a:cubicBezTo>
                        <a:pt x="3119" y="4108"/>
                        <a:pt x="4157" y="3071"/>
                        <a:pt x="5436" y="3071"/>
                      </a:cubicBezTo>
                      <a:cubicBezTo>
                        <a:pt x="6715" y="3071"/>
                        <a:pt x="7752" y="4108"/>
                        <a:pt x="7752" y="5387"/>
                      </a:cubicBezTo>
                      <a:cubicBezTo>
                        <a:pt x="7751" y="6665"/>
                        <a:pt x="6715" y="7702"/>
                        <a:pt x="5436" y="7702"/>
                      </a:cubicBezTo>
                      <a:close/>
                      <a:moveTo>
                        <a:pt x="5436" y="7702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43" name="Group 230">
                <a:extLst>
                  <a:ext uri="{FF2B5EF4-FFF2-40B4-BE49-F238E27FC236}">
                    <a16:creationId xmlns:a16="http://schemas.microsoft.com/office/drawing/2014/main" id="{0AA79A02-B43A-4EEA-A95D-F1BB0708DB51}"/>
                  </a:ext>
                </a:extLst>
              </p:cNvPr>
              <p:cNvGrpSpPr/>
              <p:nvPr/>
            </p:nvGrpSpPr>
            <p:grpSpPr>
              <a:xfrm>
                <a:off x="4392937" y="3392284"/>
                <a:ext cx="489858" cy="489858"/>
                <a:chOff x="1427243" y="3314803"/>
                <a:chExt cx="1016000" cy="1016000"/>
              </a:xfrm>
              <a:effectLst/>
            </p:grpSpPr>
            <p:sp>
              <p:nvSpPr>
                <p:cNvPr id="153" name="Oval 240">
                  <a:extLst>
                    <a:ext uri="{FF2B5EF4-FFF2-40B4-BE49-F238E27FC236}">
                      <a16:creationId xmlns:a16="http://schemas.microsoft.com/office/drawing/2014/main" id="{C9DE7960-72E6-4F28-8E3E-74A6FF9AFAAF}"/>
                    </a:ext>
                  </a:extLst>
                </p:cNvPr>
                <p:cNvSpPr/>
                <p:nvPr/>
              </p:nvSpPr>
              <p:spPr>
                <a:xfrm>
                  <a:off x="1427243" y="3314803"/>
                  <a:ext cx="1016000" cy="10160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4" name="Freeform: Shape 241">
                  <a:extLst>
                    <a:ext uri="{FF2B5EF4-FFF2-40B4-BE49-F238E27FC236}">
                      <a16:creationId xmlns:a16="http://schemas.microsoft.com/office/drawing/2014/main" id="{E3302E7A-8C30-498C-AE7D-493BDAC2A1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561" y="3643499"/>
                  <a:ext cx="327256" cy="373276"/>
                </a:xfrm>
                <a:custGeom>
                  <a:avLst/>
                  <a:gdLst>
                    <a:gd name="T0" fmla="*/ 145512959 w 21600"/>
                    <a:gd name="T1" fmla="*/ 203073433 h 21600"/>
                    <a:gd name="T2" fmla="*/ 145802623 w 21600"/>
                    <a:gd name="T3" fmla="*/ 194761133 h 21600"/>
                    <a:gd name="T4" fmla="*/ 145802623 w 21600"/>
                    <a:gd name="T5" fmla="*/ 125373600 h 21600"/>
                    <a:gd name="T6" fmla="*/ 104926995 w 21600"/>
                    <a:gd name="T7" fmla="*/ 39943277 h 21600"/>
                    <a:gd name="T8" fmla="*/ 105749513 w 21600"/>
                    <a:gd name="T9" fmla="*/ 31392540 h 21600"/>
                    <a:gd name="T10" fmla="*/ 84532065 w 21600"/>
                    <a:gd name="T11" fmla="*/ 0 h 21600"/>
                    <a:gd name="T12" fmla="*/ 63314533 w 21600"/>
                    <a:gd name="T13" fmla="*/ 31392540 h 21600"/>
                    <a:gd name="T14" fmla="*/ 64145452 w 21600"/>
                    <a:gd name="T15" fmla="*/ 39996478 h 21600"/>
                    <a:gd name="T16" fmla="*/ 23363023 w 21600"/>
                    <a:gd name="T17" fmla="*/ 125385918 h 21600"/>
                    <a:gd name="T18" fmla="*/ 23363023 w 21600"/>
                    <a:gd name="T19" fmla="*/ 194761133 h 21600"/>
                    <a:gd name="T20" fmla="*/ 23645246 w 21600"/>
                    <a:gd name="T21" fmla="*/ 203100602 h 21600"/>
                    <a:gd name="T22" fmla="*/ 0 w 21600"/>
                    <a:gd name="T23" fmla="*/ 236998693 h 21600"/>
                    <a:gd name="T24" fmla="*/ 9272957 w 21600"/>
                    <a:gd name="T25" fmla="*/ 250706436 h 21600"/>
                    <a:gd name="T26" fmla="*/ 63534281 w 21600"/>
                    <a:gd name="T27" fmla="*/ 250706436 h 21600"/>
                    <a:gd name="T28" fmla="*/ 63314533 w 21600"/>
                    <a:gd name="T29" fmla="*/ 254962705 h 21600"/>
                    <a:gd name="T30" fmla="*/ 84532065 w 21600"/>
                    <a:gd name="T31" fmla="*/ 286355233 h 21600"/>
                    <a:gd name="T32" fmla="*/ 105749513 w 21600"/>
                    <a:gd name="T33" fmla="*/ 254962705 h 21600"/>
                    <a:gd name="T34" fmla="*/ 105529766 w 21600"/>
                    <a:gd name="T35" fmla="*/ 250706436 h 21600"/>
                    <a:gd name="T36" fmla="*/ 159908522 w 21600"/>
                    <a:gd name="T37" fmla="*/ 250706436 h 21600"/>
                    <a:gd name="T38" fmla="*/ 169173962 w 21600"/>
                    <a:gd name="T39" fmla="*/ 236998693 h 21600"/>
                    <a:gd name="T40" fmla="*/ 145512959 w 21600"/>
                    <a:gd name="T41" fmla="*/ 203073433 h 21600"/>
                    <a:gd name="T42" fmla="*/ 72721479 w 21600"/>
                    <a:gd name="T43" fmla="*/ 31392540 h 21600"/>
                    <a:gd name="T44" fmla="*/ 84532065 w 21600"/>
                    <a:gd name="T45" fmla="*/ 13920288 h 21600"/>
                    <a:gd name="T46" fmla="*/ 96343451 w 21600"/>
                    <a:gd name="T47" fmla="*/ 31392540 h 21600"/>
                    <a:gd name="T48" fmla="*/ 95802281 w 21600"/>
                    <a:gd name="T49" fmla="*/ 36338135 h 21600"/>
                    <a:gd name="T50" fmla="*/ 84587024 w 21600"/>
                    <a:gd name="T51" fmla="*/ 34799986 h 21600"/>
                    <a:gd name="T52" fmla="*/ 73269292 w 21600"/>
                    <a:gd name="T53" fmla="*/ 36364156 h 21600"/>
                    <a:gd name="T54" fmla="*/ 72721479 w 21600"/>
                    <a:gd name="T55" fmla="*/ 31392540 h 21600"/>
                    <a:gd name="T56" fmla="*/ 72721479 w 21600"/>
                    <a:gd name="T57" fmla="*/ 31392540 h 2160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21600" h="21600">
                      <a:moveTo>
                        <a:pt x="18579" y="15318"/>
                      </a:moveTo>
                      <a:cubicBezTo>
                        <a:pt x="18603" y="15119"/>
                        <a:pt x="18616" y="14912"/>
                        <a:pt x="18616" y="14691"/>
                      </a:cubicBezTo>
                      <a:lnTo>
                        <a:pt x="18616" y="9457"/>
                      </a:lnTo>
                      <a:cubicBezTo>
                        <a:pt x="18616" y="6480"/>
                        <a:pt x="16437" y="3949"/>
                        <a:pt x="13397" y="3013"/>
                      </a:cubicBezTo>
                      <a:cubicBezTo>
                        <a:pt x="13464" y="2807"/>
                        <a:pt x="13502" y="2592"/>
                        <a:pt x="13502" y="2368"/>
                      </a:cubicBezTo>
                      <a:cubicBezTo>
                        <a:pt x="13502" y="1061"/>
                        <a:pt x="12289" y="0"/>
                        <a:pt x="10793" y="0"/>
                      </a:cubicBezTo>
                      <a:cubicBezTo>
                        <a:pt x="9297" y="0"/>
                        <a:pt x="8084" y="1060"/>
                        <a:pt x="8084" y="2368"/>
                      </a:cubicBezTo>
                      <a:cubicBezTo>
                        <a:pt x="8084" y="2593"/>
                        <a:pt x="8122" y="2810"/>
                        <a:pt x="8190" y="3017"/>
                      </a:cubicBezTo>
                      <a:cubicBezTo>
                        <a:pt x="5156" y="3956"/>
                        <a:pt x="2983" y="6484"/>
                        <a:pt x="2983" y="9458"/>
                      </a:cubicBezTo>
                      <a:lnTo>
                        <a:pt x="2983" y="14691"/>
                      </a:lnTo>
                      <a:cubicBezTo>
                        <a:pt x="2983" y="14912"/>
                        <a:pt x="2996" y="15121"/>
                        <a:pt x="3019" y="15320"/>
                      </a:cubicBezTo>
                      <a:lnTo>
                        <a:pt x="0" y="17877"/>
                      </a:lnTo>
                      <a:cubicBezTo>
                        <a:pt x="0" y="18448"/>
                        <a:pt x="530" y="18911"/>
                        <a:pt x="1184" y="18911"/>
                      </a:cubicBezTo>
                      <a:lnTo>
                        <a:pt x="8112" y="18911"/>
                      </a:lnTo>
                      <a:cubicBezTo>
                        <a:pt x="8096" y="19017"/>
                        <a:pt x="8084" y="19123"/>
                        <a:pt x="8084" y="19232"/>
                      </a:cubicBezTo>
                      <a:cubicBezTo>
                        <a:pt x="8084" y="20540"/>
                        <a:pt x="9297" y="21600"/>
                        <a:pt x="10793" y="21600"/>
                      </a:cubicBezTo>
                      <a:cubicBezTo>
                        <a:pt x="12289" y="21600"/>
                        <a:pt x="13502" y="20540"/>
                        <a:pt x="13502" y="19232"/>
                      </a:cubicBezTo>
                      <a:cubicBezTo>
                        <a:pt x="13502" y="19123"/>
                        <a:pt x="13490" y="19016"/>
                        <a:pt x="13474" y="18911"/>
                      </a:cubicBezTo>
                      <a:lnTo>
                        <a:pt x="20417" y="18911"/>
                      </a:lnTo>
                      <a:cubicBezTo>
                        <a:pt x="21070" y="18911"/>
                        <a:pt x="21600" y="18448"/>
                        <a:pt x="21600" y="17877"/>
                      </a:cubicBezTo>
                      <a:lnTo>
                        <a:pt x="18579" y="15318"/>
                      </a:lnTo>
                      <a:close/>
                      <a:moveTo>
                        <a:pt x="9285" y="2368"/>
                      </a:moveTo>
                      <a:cubicBezTo>
                        <a:pt x="9285" y="1641"/>
                        <a:pt x="9962" y="1050"/>
                        <a:pt x="10793" y="1050"/>
                      </a:cubicBezTo>
                      <a:cubicBezTo>
                        <a:pt x="11624" y="1050"/>
                        <a:pt x="12301" y="1641"/>
                        <a:pt x="12301" y="2368"/>
                      </a:cubicBezTo>
                      <a:cubicBezTo>
                        <a:pt x="12301" y="2498"/>
                        <a:pt x="12272" y="2622"/>
                        <a:pt x="12232" y="2741"/>
                      </a:cubicBezTo>
                      <a:cubicBezTo>
                        <a:pt x="11767" y="2666"/>
                        <a:pt x="11289" y="2625"/>
                        <a:pt x="10800" y="2625"/>
                      </a:cubicBezTo>
                      <a:cubicBezTo>
                        <a:pt x="10306" y="2625"/>
                        <a:pt x="9824" y="2666"/>
                        <a:pt x="9355" y="2743"/>
                      </a:cubicBezTo>
                      <a:cubicBezTo>
                        <a:pt x="9314" y="2623"/>
                        <a:pt x="9285" y="2499"/>
                        <a:pt x="9285" y="2368"/>
                      </a:cubicBezTo>
                      <a:close/>
                      <a:moveTo>
                        <a:pt x="9285" y="2368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44" name="Group 231">
                <a:extLst>
                  <a:ext uri="{FF2B5EF4-FFF2-40B4-BE49-F238E27FC236}">
                    <a16:creationId xmlns:a16="http://schemas.microsoft.com/office/drawing/2014/main" id="{ED4F82DA-AB4A-43AF-A873-1F3AEBA804A1}"/>
                  </a:ext>
                </a:extLst>
              </p:cNvPr>
              <p:cNvGrpSpPr/>
              <p:nvPr/>
            </p:nvGrpSpPr>
            <p:grpSpPr>
              <a:xfrm>
                <a:off x="4392937" y="5074916"/>
                <a:ext cx="489858" cy="489858"/>
                <a:chOff x="1427243" y="4599335"/>
                <a:chExt cx="1016000" cy="1016000"/>
              </a:xfrm>
              <a:effectLst/>
            </p:grpSpPr>
            <p:sp>
              <p:nvSpPr>
                <p:cNvPr id="151" name="Oval 238">
                  <a:extLst>
                    <a:ext uri="{FF2B5EF4-FFF2-40B4-BE49-F238E27FC236}">
                      <a16:creationId xmlns:a16="http://schemas.microsoft.com/office/drawing/2014/main" id="{68248DC4-3006-4922-A9EF-2FBA7627201A}"/>
                    </a:ext>
                  </a:extLst>
                </p:cNvPr>
                <p:cNvSpPr/>
                <p:nvPr/>
              </p:nvSpPr>
              <p:spPr>
                <a:xfrm>
                  <a:off x="1427243" y="4599335"/>
                  <a:ext cx="1016000" cy="10160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2" name="Freeform: Shape 239">
                  <a:extLst>
                    <a:ext uri="{FF2B5EF4-FFF2-40B4-BE49-F238E27FC236}">
                      <a16:creationId xmlns:a16="http://schemas.microsoft.com/office/drawing/2014/main" id="{016CB3A4-02B8-4F9E-9D16-F6A6267EE6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1388" y="4912675"/>
                  <a:ext cx="347709" cy="373276"/>
                </a:xfrm>
                <a:custGeom>
                  <a:avLst/>
                  <a:gdLst>
                    <a:gd name="T0" fmla="*/ 201595705 w 21600"/>
                    <a:gd name="T1" fmla="*/ 190811269 h 21600"/>
                    <a:gd name="T2" fmla="*/ 187592182 w 21600"/>
                    <a:gd name="T3" fmla="*/ 208164918 h 21600"/>
                    <a:gd name="T4" fmla="*/ 187752038 w 21600"/>
                    <a:gd name="T5" fmla="*/ 210192294 h 21600"/>
                    <a:gd name="T6" fmla="*/ 161460495 w 21600"/>
                    <a:gd name="T7" fmla="*/ 231219137 h 21600"/>
                    <a:gd name="T8" fmla="*/ 128262652 w 21600"/>
                    <a:gd name="T9" fmla="*/ 238391082 h 21600"/>
                    <a:gd name="T10" fmla="*/ 119149403 w 21600"/>
                    <a:gd name="T11" fmla="*/ 185693870 h 21600"/>
                    <a:gd name="T12" fmla="*/ 117292923 w 21600"/>
                    <a:gd name="T13" fmla="*/ 120030070 h 21600"/>
                    <a:gd name="T14" fmla="*/ 154692970 w 21600"/>
                    <a:gd name="T15" fmla="*/ 120030070 h 21600"/>
                    <a:gd name="T16" fmla="*/ 169246679 w 21600"/>
                    <a:gd name="T17" fmla="*/ 116013538 h 21600"/>
                    <a:gd name="T18" fmla="*/ 178309081 w 21600"/>
                    <a:gd name="T19" fmla="*/ 121846296 h 21600"/>
                    <a:gd name="T20" fmla="*/ 189438676 w 21600"/>
                    <a:gd name="T21" fmla="*/ 108059450 h 21600"/>
                    <a:gd name="T22" fmla="*/ 178309081 w 21600"/>
                    <a:gd name="T23" fmla="*/ 94259126 h 21600"/>
                    <a:gd name="T24" fmla="*/ 168947157 w 21600"/>
                    <a:gd name="T25" fmla="*/ 100649045 h 21600"/>
                    <a:gd name="T26" fmla="*/ 116743727 w 21600"/>
                    <a:gd name="T27" fmla="*/ 100649045 h 21600"/>
                    <a:gd name="T28" fmla="*/ 115795006 w 21600"/>
                    <a:gd name="T29" fmla="*/ 67360039 h 21600"/>
                    <a:gd name="T30" fmla="*/ 135378766 w 21600"/>
                    <a:gd name="T31" fmla="*/ 34455253 h 21600"/>
                    <a:gd name="T32" fmla="*/ 107580421 w 21600"/>
                    <a:gd name="T33" fmla="*/ 0 h 21600"/>
                    <a:gd name="T34" fmla="*/ 79792072 w 21600"/>
                    <a:gd name="T35" fmla="*/ 34455253 h 21600"/>
                    <a:gd name="T36" fmla="*/ 99795237 w 21600"/>
                    <a:gd name="T37" fmla="*/ 67505810 h 21600"/>
                    <a:gd name="T38" fmla="*/ 98846616 w 21600"/>
                    <a:gd name="T39" fmla="*/ 100649045 h 21600"/>
                    <a:gd name="T40" fmla="*/ 46543272 w 21600"/>
                    <a:gd name="T41" fmla="*/ 100649045 h 21600"/>
                    <a:gd name="T42" fmla="*/ 37181348 w 21600"/>
                    <a:gd name="T43" fmla="*/ 94271445 h 21600"/>
                    <a:gd name="T44" fmla="*/ 26051763 w 21600"/>
                    <a:gd name="T45" fmla="*/ 108059450 h 21600"/>
                    <a:gd name="T46" fmla="*/ 37181348 w 21600"/>
                    <a:gd name="T47" fmla="*/ 121846296 h 21600"/>
                    <a:gd name="T48" fmla="*/ 46294607 w 21600"/>
                    <a:gd name="T49" fmla="*/ 115934434 h 21600"/>
                    <a:gd name="T50" fmla="*/ 60897374 w 21600"/>
                    <a:gd name="T51" fmla="*/ 120030070 h 21600"/>
                    <a:gd name="T52" fmla="*/ 98307316 w 21600"/>
                    <a:gd name="T53" fmla="*/ 120030070 h 21600"/>
                    <a:gd name="T54" fmla="*/ 96440941 w 21600"/>
                    <a:gd name="T55" fmla="*/ 185706188 h 21600"/>
                    <a:gd name="T56" fmla="*/ 87507319 w 21600"/>
                    <a:gd name="T57" fmla="*/ 237382914 h 21600"/>
                    <a:gd name="T58" fmla="*/ 47661734 w 21600"/>
                    <a:gd name="T59" fmla="*/ 226048548 h 21600"/>
                    <a:gd name="T60" fmla="*/ 27788349 w 21600"/>
                    <a:gd name="T61" fmla="*/ 210828560 h 21600"/>
                    <a:gd name="T62" fmla="*/ 28008047 w 21600"/>
                    <a:gd name="T63" fmla="*/ 208177236 h 21600"/>
                    <a:gd name="T64" fmla="*/ 14004523 w 21600"/>
                    <a:gd name="T65" fmla="*/ 190811269 h 21600"/>
                    <a:gd name="T66" fmla="*/ 0 w 21600"/>
                    <a:gd name="T67" fmla="*/ 208177236 h 21600"/>
                    <a:gd name="T68" fmla="*/ 14004523 w 21600"/>
                    <a:gd name="T69" fmla="*/ 225530885 h 21600"/>
                    <a:gd name="T70" fmla="*/ 17118241 w 21600"/>
                    <a:gd name="T71" fmla="*/ 225067560 h 21600"/>
                    <a:gd name="T72" fmla="*/ 39067705 w 21600"/>
                    <a:gd name="T73" fmla="*/ 245456871 h 21600"/>
                    <a:gd name="T74" fmla="*/ 82057973 w 21600"/>
                    <a:gd name="T75" fmla="*/ 270977155 h 21600"/>
                    <a:gd name="T76" fmla="*/ 108229521 w 21600"/>
                    <a:gd name="T77" fmla="*/ 286355233 h 21600"/>
                    <a:gd name="T78" fmla="*/ 133132946 w 21600"/>
                    <a:gd name="T79" fmla="*/ 271308186 h 21600"/>
                    <a:gd name="T80" fmla="*/ 176652419 w 21600"/>
                    <a:gd name="T81" fmla="*/ 245456871 h 21600"/>
                    <a:gd name="T82" fmla="*/ 198492083 w 21600"/>
                    <a:gd name="T83" fmla="*/ 225067560 h 21600"/>
                    <a:gd name="T84" fmla="*/ 201595705 w 21600"/>
                    <a:gd name="T85" fmla="*/ 225530885 h 21600"/>
                    <a:gd name="T86" fmla="*/ 215600229 w 21600"/>
                    <a:gd name="T87" fmla="*/ 208177236 h 21600"/>
                    <a:gd name="T88" fmla="*/ 201595705 w 21600"/>
                    <a:gd name="T89" fmla="*/ 190811269 h 21600"/>
                    <a:gd name="T90" fmla="*/ 92817999 w 21600"/>
                    <a:gd name="T91" fmla="*/ 34455253 h 21600"/>
                    <a:gd name="T92" fmla="*/ 107580421 w 21600"/>
                    <a:gd name="T93" fmla="*/ 16147786 h 21600"/>
                    <a:gd name="T94" fmla="*/ 122352929 w 21600"/>
                    <a:gd name="T95" fmla="*/ 34455253 h 21600"/>
                    <a:gd name="T96" fmla="*/ 107580421 w 21600"/>
                    <a:gd name="T97" fmla="*/ 52750402 h 21600"/>
                    <a:gd name="T98" fmla="*/ 92817999 w 21600"/>
                    <a:gd name="T99" fmla="*/ 34455253 h 21600"/>
                    <a:gd name="T100" fmla="*/ 92817999 w 21600"/>
                    <a:gd name="T101" fmla="*/ 34455253 h 2160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21600" h="21600">
                      <a:moveTo>
                        <a:pt x="20197" y="14393"/>
                      </a:moveTo>
                      <a:cubicBezTo>
                        <a:pt x="19422" y="14393"/>
                        <a:pt x="18794" y="14979"/>
                        <a:pt x="18794" y="15702"/>
                      </a:cubicBezTo>
                      <a:cubicBezTo>
                        <a:pt x="18794" y="15755"/>
                        <a:pt x="18804" y="15804"/>
                        <a:pt x="18810" y="15855"/>
                      </a:cubicBezTo>
                      <a:cubicBezTo>
                        <a:pt x="18191" y="16270"/>
                        <a:pt x="17267" y="16825"/>
                        <a:pt x="16176" y="17441"/>
                      </a:cubicBezTo>
                      <a:cubicBezTo>
                        <a:pt x="15167" y="18013"/>
                        <a:pt x="14017" y="18040"/>
                        <a:pt x="12850" y="17982"/>
                      </a:cubicBezTo>
                      <a:lnTo>
                        <a:pt x="11937" y="14007"/>
                      </a:lnTo>
                      <a:cubicBezTo>
                        <a:pt x="11937" y="14007"/>
                        <a:pt x="11842" y="11487"/>
                        <a:pt x="11751" y="9054"/>
                      </a:cubicBezTo>
                      <a:lnTo>
                        <a:pt x="15498" y="9054"/>
                      </a:lnTo>
                      <a:lnTo>
                        <a:pt x="16956" y="8751"/>
                      </a:lnTo>
                      <a:cubicBezTo>
                        <a:pt x="17159" y="9017"/>
                        <a:pt x="17489" y="9191"/>
                        <a:pt x="17864" y="9191"/>
                      </a:cubicBezTo>
                      <a:cubicBezTo>
                        <a:pt x="18479" y="9191"/>
                        <a:pt x="18979" y="8725"/>
                        <a:pt x="18979" y="8151"/>
                      </a:cubicBezTo>
                      <a:cubicBezTo>
                        <a:pt x="18979" y="7576"/>
                        <a:pt x="18479" y="7110"/>
                        <a:pt x="17864" y="7110"/>
                      </a:cubicBezTo>
                      <a:cubicBezTo>
                        <a:pt x="17469" y="7110"/>
                        <a:pt x="17124" y="7303"/>
                        <a:pt x="16926" y="7592"/>
                      </a:cubicBezTo>
                      <a:lnTo>
                        <a:pt x="11696" y="7592"/>
                      </a:lnTo>
                      <a:cubicBezTo>
                        <a:pt x="11656" y="6536"/>
                        <a:pt x="11622" y="5616"/>
                        <a:pt x="11601" y="5081"/>
                      </a:cubicBezTo>
                      <a:cubicBezTo>
                        <a:pt x="12737" y="4753"/>
                        <a:pt x="13563" y="3766"/>
                        <a:pt x="13563" y="2599"/>
                      </a:cubicBezTo>
                      <a:cubicBezTo>
                        <a:pt x="13563" y="1163"/>
                        <a:pt x="12316" y="0"/>
                        <a:pt x="10778" y="0"/>
                      </a:cubicBezTo>
                      <a:cubicBezTo>
                        <a:pt x="9240" y="0"/>
                        <a:pt x="7994" y="1163"/>
                        <a:pt x="7994" y="2599"/>
                      </a:cubicBezTo>
                      <a:cubicBezTo>
                        <a:pt x="7994" y="3781"/>
                        <a:pt x="8840" y="4777"/>
                        <a:pt x="9998" y="5092"/>
                      </a:cubicBezTo>
                      <a:cubicBezTo>
                        <a:pt x="9978" y="5628"/>
                        <a:pt x="9943" y="6543"/>
                        <a:pt x="9903" y="7592"/>
                      </a:cubicBezTo>
                      <a:lnTo>
                        <a:pt x="4663" y="7592"/>
                      </a:lnTo>
                      <a:cubicBezTo>
                        <a:pt x="4465" y="7303"/>
                        <a:pt x="4120" y="7111"/>
                        <a:pt x="3725" y="7111"/>
                      </a:cubicBezTo>
                      <a:cubicBezTo>
                        <a:pt x="3109" y="7111"/>
                        <a:pt x="2610" y="7576"/>
                        <a:pt x="2610" y="8151"/>
                      </a:cubicBezTo>
                      <a:cubicBezTo>
                        <a:pt x="2610" y="8725"/>
                        <a:pt x="3109" y="9191"/>
                        <a:pt x="3725" y="9191"/>
                      </a:cubicBezTo>
                      <a:cubicBezTo>
                        <a:pt x="4104" y="9191"/>
                        <a:pt x="4437" y="9014"/>
                        <a:pt x="4638" y="8745"/>
                      </a:cubicBezTo>
                      <a:lnTo>
                        <a:pt x="6101" y="9054"/>
                      </a:lnTo>
                      <a:lnTo>
                        <a:pt x="9849" y="9054"/>
                      </a:lnTo>
                      <a:cubicBezTo>
                        <a:pt x="9758" y="11487"/>
                        <a:pt x="9662" y="14008"/>
                        <a:pt x="9662" y="14008"/>
                      </a:cubicBezTo>
                      <a:lnTo>
                        <a:pt x="8767" y="17906"/>
                      </a:lnTo>
                      <a:cubicBezTo>
                        <a:pt x="7327" y="17896"/>
                        <a:pt x="5923" y="17761"/>
                        <a:pt x="4775" y="17051"/>
                      </a:cubicBezTo>
                      <a:cubicBezTo>
                        <a:pt x="3962" y="16551"/>
                        <a:pt x="3276" y="16270"/>
                        <a:pt x="2784" y="15903"/>
                      </a:cubicBezTo>
                      <a:cubicBezTo>
                        <a:pt x="2795" y="15837"/>
                        <a:pt x="2806" y="15771"/>
                        <a:pt x="2806" y="15703"/>
                      </a:cubicBezTo>
                      <a:cubicBezTo>
                        <a:pt x="2806" y="14980"/>
                        <a:pt x="2178" y="14393"/>
                        <a:pt x="1403" y="14393"/>
                      </a:cubicBezTo>
                      <a:cubicBezTo>
                        <a:pt x="628" y="14393"/>
                        <a:pt x="0" y="14980"/>
                        <a:pt x="0" y="15703"/>
                      </a:cubicBezTo>
                      <a:cubicBezTo>
                        <a:pt x="0" y="16426"/>
                        <a:pt x="628" y="17012"/>
                        <a:pt x="1403" y="17012"/>
                      </a:cubicBezTo>
                      <a:cubicBezTo>
                        <a:pt x="1510" y="17012"/>
                        <a:pt x="1614" y="16998"/>
                        <a:pt x="1715" y="16977"/>
                      </a:cubicBezTo>
                      <a:cubicBezTo>
                        <a:pt x="2247" y="17399"/>
                        <a:pt x="3003" y="17955"/>
                        <a:pt x="3914" y="18515"/>
                      </a:cubicBezTo>
                      <a:cubicBezTo>
                        <a:pt x="5121" y="19253"/>
                        <a:pt x="6602" y="20007"/>
                        <a:pt x="8221" y="20440"/>
                      </a:cubicBezTo>
                      <a:cubicBezTo>
                        <a:pt x="8477" y="20583"/>
                        <a:pt x="10318" y="21600"/>
                        <a:pt x="10843" y="21600"/>
                      </a:cubicBezTo>
                      <a:cubicBezTo>
                        <a:pt x="11346" y="21600"/>
                        <a:pt x="12980" y="20671"/>
                        <a:pt x="13338" y="20465"/>
                      </a:cubicBezTo>
                      <a:cubicBezTo>
                        <a:pt x="14974" y="20035"/>
                        <a:pt x="16475" y="19266"/>
                        <a:pt x="17698" y="18515"/>
                      </a:cubicBezTo>
                      <a:cubicBezTo>
                        <a:pt x="18603" y="17955"/>
                        <a:pt x="19354" y="17398"/>
                        <a:pt x="19886" y="16977"/>
                      </a:cubicBezTo>
                      <a:cubicBezTo>
                        <a:pt x="19986" y="16999"/>
                        <a:pt x="20090" y="17012"/>
                        <a:pt x="20197" y="17012"/>
                      </a:cubicBezTo>
                      <a:cubicBezTo>
                        <a:pt x="20972" y="17012"/>
                        <a:pt x="21600" y="16426"/>
                        <a:pt x="21600" y="15703"/>
                      </a:cubicBezTo>
                      <a:cubicBezTo>
                        <a:pt x="21600" y="14979"/>
                        <a:pt x="20972" y="14393"/>
                        <a:pt x="20197" y="14393"/>
                      </a:cubicBezTo>
                      <a:close/>
                      <a:moveTo>
                        <a:pt x="9299" y="2599"/>
                      </a:moveTo>
                      <a:cubicBezTo>
                        <a:pt x="9299" y="1837"/>
                        <a:pt x="9963" y="1218"/>
                        <a:pt x="10778" y="1218"/>
                      </a:cubicBezTo>
                      <a:cubicBezTo>
                        <a:pt x="11594" y="1218"/>
                        <a:pt x="12258" y="1837"/>
                        <a:pt x="12258" y="2599"/>
                      </a:cubicBezTo>
                      <a:cubicBezTo>
                        <a:pt x="12258" y="3360"/>
                        <a:pt x="11595" y="3979"/>
                        <a:pt x="10778" y="3979"/>
                      </a:cubicBezTo>
                      <a:cubicBezTo>
                        <a:pt x="9963" y="3979"/>
                        <a:pt x="9299" y="3360"/>
                        <a:pt x="9299" y="2599"/>
                      </a:cubicBezTo>
                      <a:close/>
                      <a:moveTo>
                        <a:pt x="9299" y="2599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45" name="Rectangle 232">
                <a:extLst>
                  <a:ext uri="{FF2B5EF4-FFF2-40B4-BE49-F238E27FC236}">
                    <a16:creationId xmlns:a16="http://schemas.microsoft.com/office/drawing/2014/main" id="{0DFDC3BF-5490-4288-8C7A-D9937A6BB284}"/>
                  </a:ext>
                </a:extLst>
              </p:cNvPr>
              <p:cNvSpPr/>
              <p:nvPr/>
            </p:nvSpPr>
            <p:spPr>
              <a:xfrm>
                <a:off x="1688669" y="1630469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pPr algn="r"/>
                <a:r>
                  <a:rPr lang="zh-CN" altLang="en-US" sz="1600" b="1" dirty="0">
                    <a:solidFill>
                      <a:schemeClr val="accent1"/>
                    </a:solidFill>
                  </a:rPr>
                  <a:t>输入标题文本</a:t>
                </a:r>
              </a:p>
            </p:txBody>
          </p:sp>
          <p:sp>
            <p:nvSpPr>
              <p:cNvPr id="146" name="Rectangle 233">
                <a:extLst>
                  <a:ext uri="{FF2B5EF4-FFF2-40B4-BE49-F238E27FC236}">
                    <a16:creationId xmlns:a16="http://schemas.microsoft.com/office/drawing/2014/main" id="{E4BE1F86-014E-4BE6-B337-938C6D1C7E7A}"/>
                  </a:ext>
                </a:extLst>
              </p:cNvPr>
              <p:cNvSpPr/>
              <p:nvPr/>
            </p:nvSpPr>
            <p:spPr>
              <a:xfrm>
                <a:off x="1688669" y="1876690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47" name="Rectangle 234">
                <a:extLst>
                  <a:ext uri="{FF2B5EF4-FFF2-40B4-BE49-F238E27FC236}">
                    <a16:creationId xmlns:a16="http://schemas.microsoft.com/office/drawing/2014/main" id="{F5474860-0C01-4FEB-861E-A5E62CE2B4FB}"/>
                  </a:ext>
                </a:extLst>
              </p:cNvPr>
              <p:cNvSpPr/>
              <p:nvPr/>
            </p:nvSpPr>
            <p:spPr>
              <a:xfrm>
                <a:off x="1688669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pPr algn="r"/>
                <a:r>
                  <a:rPr lang="zh-CN" altLang="en-US" sz="1600" b="1" dirty="0">
                    <a:solidFill>
                      <a:schemeClr val="accent3"/>
                    </a:solidFill>
                  </a:rPr>
                  <a:t>输入标题文本</a:t>
                </a:r>
              </a:p>
            </p:txBody>
          </p:sp>
          <p:sp>
            <p:nvSpPr>
              <p:cNvPr id="148" name="Rectangle 235">
                <a:extLst>
                  <a:ext uri="{FF2B5EF4-FFF2-40B4-BE49-F238E27FC236}">
                    <a16:creationId xmlns:a16="http://schemas.microsoft.com/office/drawing/2014/main" id="{B024F08C-FA59-4623-A895-9C809BC74B19}"/>
                  </a:ext>
                </a:extLst>
              </p:cNvPr>
              <p:cNvSpPr/>
              <p:nvPr/>
            </p:nvSpPr>
            <p:spPr>
              <a:xfrm>
                <a:off x="1688669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49" name="Rectangle 236">
                <a:extLst>
                  <a:ext uri="{FF2B5EF4-FFF2-40B4-BE49-F238E27FC236}">
                    <a16:creationId xmlns:a16="http://schemas.microsoft.com/office/drawing/2014/main" id="{04607C4B-6508-4D2C-993D-21E3800774FB}"/>
                  </a:ext>
                </a:extLst>
              </p:cNvPr>
              <p:cNvSpPr/>
              <p:nvPr/>
            </p:nvSpPr>
            <p:spPr>
              <a:xfrm>
                <a:off x="1688669" y="5023032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pPr algn="r"/>
                <a:r>
                  <a:rPr lang="zh-CN" altLang="en-US" sz="1600" b="1" dirty="0">
                    <a:solidFill>
                      <a:schemeClr val="accent5"/>
                    </a:solidFill>
                  </a:rPr>
                  <a:t>输入标题文本</a:t>
                </a:r>
              </a:p>
            </p:txBody>
          </p:sp>
          <p:sp>
            <p:nvSpPr>
              <p:cNvPr id="150" name="Rectangle 237">
                <a:extLst>
                  <a:ext uri="{FF2B5EF4-FFF2-40B4-BE49-F238E27FC236}">
                    <a16:creationId xmlns:a16="http://schemas.microsoft.com/office/drawing/2014/main" id="{C73240C8-E2B6-42E4-B182-5BF6E8424B72}"/>
                  </a:ext>
                </a:extLst>
              </p:cNvPr>
              <p:cNvSpPr/>
              <p:nvPr/>
            </p:nvSpPr>
            <p:spPr>
              <a:xfrm>
                <a:off x="1688669" y="5269253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110" name="Group 197">
              <a:extLst>
                <a:ext uri="{FF2B5EF4-FFF2-40B4-BE49-F238E27FC236}">
                  <a16:creationId xmlns:a16="http://schemas.microsoft.com/office/drawing/2014/main" id="{E04545BE-2DC7-4424-8647-D48C4F46D318}"/>
                </a:ext>
              </a:extLst>
            </p:cNvPr>
            <p:cNvGrpSpPr/>
            <p:nvPr/>
          </p:nvGrpSpPr>
          <p:grpSpPr>
            <a:xfrm>
              <a:off x="8184232" y="1630469"/>
              <a:ext cx="3130144" cy="4174795"/>
              <a:chOff x="8150432" y="1630469"/>
              <a:chExt cx="3130144" cy="4174795"/>
            </a:xfrm>
          </p:grpSpPr>
          <p:grpSp>
            <p:nvGrpSpPr>
              <p:cNvPr id="111" name="Group 198">
                <a:extLst>
                  <a:ext uri="{FF2B5EF4-FFF2-40B4-BE49-F238E27FC236}">
                    <a16:creationId xmlns:a16="http://schemas.microsoft.com/office/drawing/2014/main" id="{385B543A-78D9-41F7-8DA8-FA2CB0BD80C7}"/>
                  </a:ext>
                </a:extLst>
              </p:cNvPr>
              <p:cNvGrpSpPr/>
              <p:nvPr/>
            </p:nvGrpSpPr>
            <p:grpSpPr>
              <a:xfrm>
                <a:off x="8150432" y="3392284"/>
                <a:ext cx="489858" cy="489858"/>
                <a:chOff x="6262908" y="3314803"/>
                <a:chExt cx="1016000" cy="1016000"/>
              </a:xfrm>
              <a:effectLst/>
            </p:grpSpPr>
            <p:sp>
              <p:nvSpPr>
                <p:cNvPr id="135" name="Oval 222">
                  <a:extLst>
                    <a:ext uri="{FF2B5EF4-FFF2-40B4-BE49-F238E27FC236}">
                      <a16:creationId xmlns:a16="http://schemas.microsoft.com/office/drawing/2014/main" id="{13635B93-AEE7-42FF-AD3C-8187DB8D5F08}"/>
                    </a:ext>
                  </a:extLst>
                </p:cNvPr>
                <p:cNvSpPr/>
                <p:nvPr/>
              </p:nvSpPr>
              <p:spPr>
                <a:xfrm>
                  <a:off x="6262908" y="3314803"/>
                  <a:ext cx="1016000" cy="10160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136" name="Group 223">
                  <a:extLst>
                    <a:ext uri="{FF2B5EF4-FFF2-40B4-BE49-F238E27FC236}">
                      <a16:creationId xmlns:a16="http://schemas.microsoft.com/office/drawing/2014/main" id="{B2D7B606-854B-4379-850A-1EAF531520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82682" y="3643499"/>
                  <a:ext cx="373277" cy="373278"/>
                  <a:chOff x="0" y="0"/>
                  <a:chExt cx="577" cy="574"/>
                </a:xfrm>
                <a:solidFill>
                  <a:srgbClr val="FFFFFF"/>
                </a:solidFill>
              </p:grpSpPr>
              <p:sp>
                <p:nvSpPr>
                  <p:cNvPr id="137" name="Freeform: Shape 224">
                    <a:extLst>
                      <a:ext uri="{FF2B5EF4-FFF2-40B4-BE49-F238E27FC236}">
                        <a16:creationId xmlns:a16="http://schemas.microsoft.com/office/drawing/2014/main" id="{32D30C66-CA9A-4E65-81DC-AABD04B404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" y="368"/>
                    <a:ext cx="205" cy="20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w 21600"/>
                      <a:gd name="T17" fmla="*/ 0 h 21600"/>
                      <a:gd name="T18" fmla="*/ 0 w 21600"/>
                      <a:gd name="T19" fmla="*/ 0 h 21600"/>
                      <a:gd name="T20" fmla="*/ 0 w 21600"/>
                      <a:gd name="T21" fmla="*/ 0 h 21600"/>
                      <a:gd name="T22" fmla="*/ 0 w 21600"/>
                      <a:gd name="T23" fmla="*/ 0 h 21600"/>
                      <a:gd name="T24" fmla="*/ 0 w 21600"/>
                      <a:gd name="T25" fmla="*/ 0 h 2160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600" h="21600">
                        <a:moveTo>
                          <a:pt x="18447" y="8564"/>
                        </a:moveTo>
                        <a:lnTo>
                          <a:pt x="6893" y="0"/>
                        </a:lnTo>
                        <a:lnTo>
                          <a:pt x="0" y="6909"/>
                        </a:lnTo>
                        <a:lnTo>
                          <a:pt x="8514" y="18507"/>
                        </a:lnTo>
                        <a:cubicBezTo>
                          <a:pt x="10541" y="16972"/>
                          <a:pt x="14706" y="18290"/>
                          <a:pt x="18327" y="21600"/>
                        </a:cubicBezTo>
                        <a:lnTo>
                          <a:pt x="21600" y="18319"/>
                        </a:lnTo>
                        <a:cubicBezTo>
                          <a:pt x="18344" y="14739"/>
                          <a:pt x="17015" y="10625"/>
                          <a:pt x="18447" y="8564"/>
                        </a:cubicBezTo>
                        <a:close/>
                        <a:moveTo>
                          <a:pt x="14477" y="14461"/>
                        </a:moveTo>
                        <a:cubicBezTo>
                          <a:pt x="13723" y="15214"/>
                          <a:pt x="12501" y="15214"/>
                          <a:pt x="11748" y="14461"/>
                        </a:cubicBezTo>
                        <a:cubicBezTo>
                          <a:pt x="10995" y="13705"/>
                          <a:pt x="10995" y="12479"/>
                          <a:pt x="11749" y="11725"/>
                        </a:cubicBezTo>
                        <a:cubicBezTo>
                          <a:pt x="12502" y="10969"/>
                          <a:pt x="13724" y="10969"/>
                          <a:pt x="14477" y="11725"/>
                        </a:cubicBezTo>
                        <a:cubicBezTo>
                          <a:pt x="15230" y="12479"/>
                          <a:pt x="15230" y="13705"/>
                          <a:pt x="14477" y="14461"/>
                        </a:cubicBezTo>
                        <a:close/>
                        <a:moveTo>
                          <a:pt x="14477" y="14461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8" name="Freeform: Shape 225">
                    <a:extLst>
                      <a:ext uri="{FF2B5EF4-FFF2-40B4-BE49-F238E27FC236}">
                        <a16:creationId xmlns:a16="http://schemas.microsoft.com/office/drawing/2014/main" id="{6B3A7089-4651-4205-A1D7-247DF8362E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8" y="304"/>
                    <a:ext cx="107" cy="13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w 21600"/>
                      <a:gd name="T17" fmla="*/ 0 h 2160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1600" h="21600">
                        <a:moveTo>
                          <a:pt x="14544" y="0"/>
                        </a:moveTo>
                        <a:lnTo>
                          <a:pt x="13967" y="562"/>
                        </a:lnTo>
                        <a:cubicBezTo>
                          <a:pt x="14018" y="3961"/>
                          <a:pt x="12593" y="7264"/>
                          <a:pt x="9866" y="9922"/>
                        </a:cubicBezTo>
                        <a:lnTo>
                          <a:pt x="24" y="19504"/>
                        </a:lnTo>
                        <a:cubicBezTo>
                          <a:pt x="18" y="19554"/>
                          <a:pt x="6" y="19602"/>
                          <a:pt x="0" y="19652"/>
                        </a:cubicBezTo>
                        <a:lnTo>
                          <a:pt x="2371" y="21600"/>
                        </a:lnTo>
                        <a:lnTo>
                          <a:pt x="21600" y="5798"/>
                        </a:lnTo>
                        <a:lnTo>
                          <a:pt x="14544" y="0"/>
                        </a:lnTo>
                        <a:close/>
                        <a:moveTo>
                          <a:pt x="14544" y="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9" name="Freeform: Shape 226">
                    <a:extLst>
                      <a:ext uri="{FF2B5EF4-FFF2-40B4-BE49-F238E27FC236}">
                        <a16:creationId xmlns:a16="http://schemas.microsoft.com/office/drawing/2014/main" id="{5EB6EA43-A0A6-4554-A674-ADF642DFBE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97" cy="289"/>
                  </a:xfrm>
                  <a:custGeom>
                    <a:avLst/>
                    <a:gdLst>
                      <a:gd name="T0" fmla="*/ 0 w 21222"/>
                      <a:gd name="T1" fmla="*/ 0 h 21211"/>
                      <a:gd name="T2" fmla="*/ 0 w 21222"/>
                      <a:gd name="T3" fmla="*/ 0 h 21211"/>
                      <a:gd name="T4" fmla="*/ 0 w 21222"/>
                      <a:gd name="T5" fmla="*/ 0 h 21211"/>
                      <a:gd name="T6" fmla="*/ 0 w 21222"/>
                      <a:gd name="T7" fmla="*/ 0 h 21211"/>
                      <a:gd name="T8" fmla="*/ 0 w 21222"/>
                      <a:gd name="T9" fmla="*/ 0 h 21211"/>
                      <a:gd name="T10" fmla="*/ 0 w 21222"/>
                      <a:gd name="T11" fmla="*/ 0 h 21211"/>
                      <a:gd name="T12" fmla="*/ 0 w 21222"/>
                      <a:gd name="T13" fmla="*/ 0 h 21211"/>
                      <a:gd name="T14" fmla="*/ 0 w 21222"/>
                      <a:gd name="T15" fmla="*/ 0 h 21211"/>
                      <a:gd name="T16" fmla="*/ 0 w 21222"/>
                      <a:gd name="T17" fmla="*/ 0 h 2121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1222" h="21211">
                        <a:moveTo>
                          <a:pt x="15153" y="21211"/>
                        </a:moveTo>
                        <a:lnTo>
                          <a:pt x="17409" y="18463"/>
                        </a:lnTo>
                        <a:cubicBezTo>
                          <a:pt x="18368" y="17292"/>
                          <a:pt x="19694" y="16530"/>
                          <a:pt x="21146" y="16293"/>
                        </a:cubicBezTo>
                        <a:lnTo>
                          <a:pt x="21222" y="16201"/>
                        </a:lnTo>
                        <a:lnTo>
                          <a:pt x="6603" y="1165"/>
                        </a:lnTo>
                        <a:cubicBezTo>
                          <a:pt x="5093" y="-389"/>
                          <a:pt x="2643" y="-389"/>
                          <a:pt x="1133" y="1165"/>
                        </a:cubicBezTo>
                        <a:cubicBezTo>
                          <a:pt x="-378" y="2718"/>
                          <a:pt x="-378" y="5237"/>
                          <a:pt x="1133" y="6791"/>
                        </a:cubicBezTo>
                        <a:lnTo>
                          <a:pt x="15153" y="21211"/>
                        </a:lnTo>
                        <a:close/>
                        <a:moveTo>
                          <a:pt x="15153" y="21211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40" name="Freeform: Shape 227">
                    <a:extLst>
                      <a:ext uri="{FF2B5EF4-FFF2-40B4-BE49-F238E27FC236}">
                        <a16:creationId xmlns:a16="http://schemas.microsoft.com/office/drawing/2014/main" id="{EFC31CAA-55AA-4BF9-9B28-E5382C3D92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328"/>
                    <a:ext cx="298" cy="246"/>
                  </a:xfrm>
                  <a:custGeom>
                    <a:avLst/>
                    <a:gdLst>
                      <a:gd name="T0" fmla="*/ 0 w 21116"/>
                      <a:gd name="T1" fmla="*/ 0 h 21374"/>
                      <a:gd name="T2" fmla="*/ 0 w 21116"/>
                      <a:gd name="T3" fmla="*/ 0 h 21374"/>
                      <a:gd name="T4" fmla="*/ 0 w 21116"/>
                      <a:gd name="T5" fmla="*/ 0 h 21374"/>
                      <a:gd name="T6" fmla="*/ 0 w 21116"/>
                      <a:gd name="T7" fmla="*/ 0 h 21374"/>
                      <a:gd name="T8" fmla="*/ 0 w 21116"/>
                      <a:gd name="T9" fmla="*/ 0 h 21374"/>
                      <a:gd name="T10" fmla="*/ 0 w 21116"/>
                      <a:gd name="T11" fmla="*/ 0 h 21374"/>
                      <a:gd name="T12" fmla="*/ 0 w 21116"/>
                      <a:gd name="T13" fmla="*/ 0 h 21374"/>
                      <a:gd name="T14" fmla="*/ 0 w 21116"/>
                      <a:gd name="T15" fmla="*/ 0 h 21374"/>
                      <a:gd name="T16" fmla="*/ 0 w 21116"/>
                      <a:gd name="T17" fmla="*/ 0 h 2137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1116" h="21374">
                        <a:moveTo>
                          <a:pt x="17024" y="721"/>
                        </a:moveTo>
                        <a:cubicBezTo>
                          <a:pt x="16543" y="427"/>
                          <a:pt x="16052" y="191"/>
                          <a:pt x="15571" y="0"/>
                        </a:cubicBezTo>
                        <a:cubicBezTo>
                          <a:pt x="13915" y="235"/>
                          <a:pt x="7378" y="2037"/>
                          <a:pt x="6834" y="8291"/>
                        </a:cubicBezTo>
                        <a:cubicBezTo>
                          <a:pt x="6063" y="17146"/>
                          <a:pt x="1254" y="15657"/>
                          <a:pt x="153" y="15771"/>
                        </a:cubicBezTo>
                        <a:cubicBezTo>
                          <a:pt x="-484" y="15837"/>
                          <a:pt x="743" y="21126"/>
                          <a:pt x="6046" y="21364"/>
                        </a:cubicBezTo>
                        <a:cubicBezTo>
                          <a:pt x="11298" y="21600"/>
                          <a:pt x="20647" y="17485"/>
                          <a:pt x="21032" y="7006"/>
                        </a:cubicBezTo>
                        <a:lnTo>
                          <a:pt x="21116" y="6884"/>
                        </a:lnTo>
                        <a:cubicBezTo>
                          <a:pt x="20449" y="3612"/>
                          <a:pt x="18811" y="1844"/>
                          <a:pt x="17024" y="721"/>
                        </a:cubicBezTo>
                        <a:close/>
                        <a:moveTo>
                          <a:pt x="17024" y="721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41" name="Freeform: Shape 228">
                    <a:extLst>
                      <a:ext uri="{FF2B5EF4-FFF2-40B4-BE49-F238E27FC236}">
                        <a16:creationId xmlns:a16="http://schemas.microsoft.com/office/drawing/2014/main" id="{A409DD12-A67E-43E0-800A-DA89F1858D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" y="0"/>
                    <a:ext cx="337" cy="385"/>
                  </a:xfrm>
                  <a:custGeom>
                    <a:avLst/>
                    <a:gdLst>
                      <a:gd name="T0" fmla="*/ 0 w 21345"/>
                      <a:gd name="T1" fmla="*/ 0 h 21376"/>
                      <a:gd name="T2" fmla="*/ 0 w 21345"/>
                      <a:gd name="T3" fmla="*/ 0 h 21376"/>
                      <a:gd name="T4" fmla="*/ 0 w 21345"/>
                      <a:gd name="T5" fmla="*/ 0 h 21376"/>
                      <a:gd name="T6" fmla="*/ 0 w 21345"/>
                      <a:gd name="T7" fmla="*/ 0 h 21376"/>
                      <a:gd name="T8" fmla="*/ 0 w 21345"/>
                      <a:gd name="T9" fmla="*/ 0 h 21376"/>
                      <a:gd name="T10" fmla="*/ 0 w 21345"/>
                      <a:gd name="T11" fmla="*/ 0 h 21376"/>
                      <a:gd name="T12" fmla="*/ 0 w 21345"/>
                      <a:gd name="T13" fmla="*/ 0 h 21376"/>
                      <a:gd name="T14" fmla="*/ 0 w 21345"/>
                      <a:gd name="T15" fmla="*/ 0 h 21376"/>
                      <a:gd name="T16" fmla="*/ 0 w 21345"/>
                      <a:gd name="T17" fmla="*/ 0 h 21376"/>
                      <a:gd name="T18" fmla="*/ 0 w 21345"/>
                      <a:gd name="T19" fmla="*/ 0 h 21376"/>
                      <a:gd name="T20" fmla="*/ 0 w 21345"/>
                      <a:gd name="T21" fmla="*/ 0 h 21376"/>
                      <a:gd name="T22" fmla="*/ 0 w 21345"/>
                      <a:gd name="T23" fmla="*/ 0 h 2137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1345" h="21376">
                        <a:moveTo>
                          <a:pt x="7963" y="16438"/>
                        </a:moveTo>
                        <a:lnTo>
                          <a:pt x="20844" y="3060"/>
                        </a:lnTo>
                        <a:cubicBezTo>
                          <a:pt x="21600" y="2274"/>
                          <a:pt x="21488" y="1102"/>
                          <a:pt x="20592" y="438"/>
                        </a:cubicBezTo>
                        <a:cubicBezTo>
                          <a:pt x="19696" y="-224"/>
                          <a:pt x="18359" y="-125"/>
                          <a:pt x="17602" y="661"/>
                        </a:cubicBezTo>
                        <a:lnTo>
                          <a:pt x="4720" y="14039"/>
                        </a:lnTo>
                        <a:cubicBezTo>
                          <a:pt x="3698" y="14005"/>
                          <a:pt x="2666" y="14368"/>
                          <a:pt x="1957" y="15106"/>
                        </a:cubicBezTo>
                        <a:lnTo>
                          <a:pt x="0" y="17139"/>
                        </a:lnTo>
                        <a:cubicBezTo>
                          <a:pt x="266" y="17232"/>
                          <a:pt x="533" y="17334"/>
                          <a:pt x="800" y="17450"/>
                        </a:cubicBezTo>
                        <a:cubicBezTo>
                          <a:pt x="2456" y="18154"/>
                          <a:pt x="4079" y="19406"/>
                          <a:pt x="4942" y="21376"/>
                        </a:cubicBezTo>
                        <a:lnTo>
                          <a:pt x="7225" y="19005"/>
                        </a:lnTo>
                        <a:cubicBezTo>
                          <a:pt x="7936" y="18266"/>
                          <a:pt x="8172" y="17316"/>
                          <a:pt x="7963" y="16438"/>
                        </a:cubicBezTo>
                        <a:close/>
                        <a:moveTo>
                          <a:pt x="7963" y="16438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  <p:grpSp>
            <p:nvGrpSpPr>
              <p:cNvPr id="112" name="Group 199">
                <a:extLst>
                  <a:ext uri="{FF2B5EF4-FFF2-40B4-BE49-F238E27FC236}">
                    <a16:creationId xmlns:a16="http://schemas.microsoft.com/office/drawing/2014/main" id="{5C75C849-DF79-473E-86D6-211E8BCBA6C8}"/>
                  </a:ext>
                </a:extLst>
              </p:cNvPr>
              <p:cNvGrpSpPr/>
              <p:nvPr/>
            </p:nvGrpSpPr>
            <p:grpSpPr>
              <a:xfrm>
                <a:off x="8150432" y="1653267"/>
                <a:ext cx="489858" cy="489858"/>
                <a:chOff x="6262908" y="1987229"/>
                <a:chExt cx="1016000" cy="1016000"/>
              </a:xfrm>
              <a:effectLst/>
            </p:grpSpPr>
            <p:sp>
              <p:nvSpPr>
                <p:cNvPr id="125" name="Oval 212">
                  <a:extLst>
                    <a:ext uri="{FF2B5EF4-FFF2-40B4-BE49-F238E27FC236}">
                      <a16:creationId xmlns:a16="http://schemas.microsoft.com/office/drawing/2014/main" id="{199653DC-5E2B-4E43-BB30-E064AAA30CB7}"/>
                    </a:ext>
                  </a:extLst>
                </p:cNvPr>
                <p:cNvSpPr/>
                <p:nvPr/>
              </p:nvSpPr>
              <p:spPr>
                <a:xfrm>
                  <a:off x="6262908" y="1987229"/>
                  <a:ext cx="1016000" cy="1016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126" name="Group 213">
                  <a:extLst>
                    <a:ext uri="{FF2B5EF4-FFF2-40B4-BE49-F238E27FC236}">
                      <a16:creationId xmlns:a16="http://schemas.microsoft.com/office/drawing/2014/main" id="{2D5A75D1-BBB2-4772-AD21-06B6296319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81713" y="2281761"/>
                  <a:ext cx="378392" cy="370722"/>
                  <a:chOff x="0" y="0"/>
                  <a:chExt cx="581" cy="573"/>
                </a:xfrm>
                <a:solidFill>
                  <a:srgbClr val="FFFFFF"/>
                </a:solidFill>
              </p:grpSpPr>
              <p:sp>
                <p:nvSpPr>
                  <p:cNvPr id="127" name="Freeform: Shape 214">
                    <a:extLst>
                      <a:ext uri="{FF2B5EF4-FFF2-40B4-BE49-F238E27FC236}">
                        <a16:creationId xmlns:a16="http://schemas.microsoft.com/office/drawing/2014/main" id="{D38B8069-F9A4-48EB-856C-F536CAFF3B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" y="0"/>
                    <a:ext cx="72" cy="18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600" h="21600">
                        <a:moveTo>
                          <a:pt x="10799" y="0"/>
                        </a:moveTo>
                        <a:cubicBezTo>
                          <a:pt x="4833" y="0"/>
                          <a:pt x="0" y="1476"/>
                          <a:pt x="0" y="3295"/>
                        </a:cubicBezTo>
                        <a:lnTo>
                          <a:pt x="0" y="18305"/>
                        </a:lnTo>
                        <a:cubicBezTo>
                          <a:pt x="0" y="20125"/>
                          <a:pt x="4833" y="21600"/>
                          <a:pt x="10799" y="21600"/>
                        </a:cubicBezTo>
                        <a:cubicBezTo>
                          <a:pt x="16762" y="21600"/>
                          <a:pt x="21600" y="20125"/>
                          <a:pt x="21600" y="18305"/>
                        </a:cubicBezTo>
                        <a:lnTo>
                          <a:pt x="21600" y="3295"/>
                        </a:lnTo>
                        <a:cubicBezTo>
                          <a:pt x="21600" y="1476"/>
                          <a:pt x="16762" y="0"/>
                          <a:pt x="10799" y="0"/>
                        </a:cubicBezTo>
                        <a:close/>
                        <a:moveTo>
                          <a:pt x="10799" y="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8" name="Freeform: Shape 215">
                    <a:extLst>
                      <a:ext uri="{FF2B5EF4-FFF2-40B4-BE49-F238E27FC236}">
                        <a16:creationId xmlns:a16="http://schemas.microsoft.com/office/drawing/2014/main" id="{26BCC996-D01B-4FDF-BED1-9CA56C3D80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" y="392"/>
                    <a:ext cx="72" cy="18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600" h="21600">
                        <a:moveTo>
                          <a:pt x="10799" y="0"/>
                        </a:moveTo>
                        <a:cubicBezTo>
                          <a:pt x="4833" y="0"/>
                          <a:pt x="0" y="1476"/>
                          <a:pt x="0" y="3295"/>
                        </a:cubicBezTo>
                        <a:lnTo>
                          <a:pt x="0" y="18305"/>
                        </a:lnTo>
                        <a:cubicBezTo>
                          <a:pt x="0" y="20125"/>
                          <a:pt x="4833" y="21600"/>
                          <a:pt x="10799" y="21600"/>
                        </a:cubicBezTo>
                        <a:cubicBezTo>
                          <a:pt x="16762" y="21600"/>
                          <a:pt x="21600" y="20125"/>
                          <a:pt x="21600" y="18305"/>
                        </a:cubicBezTo>
                        <a:lnTo>
                          <a:pt x="21600" y="3295"/>
                        </a:lnTo>
                        <a:cubicBezTo>
                          <a:pt x="21600" y="1476"/>
                          <a:pt x="16762" y="0"/>
                          <a:pt x="10799" y="0"/>
                        </a:cubicBezTo>
                        <a:close/>
                        <a:moveTo>
                          <a:pt x="10799" y="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9" name="Freeform: Shape 216">
                    <a:extLst>
                      <a:ext uri="{FF2B5EF4-FFF2-40B4-BE49-F238E27FC236}">
                        <a16:creationId xmlns:a16="http://schemas.microsoft.com/office/drawing/2014/main" id="{97E383FC-7697-4596-9092-0DACCE6E36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0" y="248"/>
                    <a:ext cx="181" cy="7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600" h="21600">
                        <a:moveTo>
                          <a:pt x="18305" y="0"/>
                        </a:moveTo>
                        <a:lnTo>
                          <a:pt x="3295" y="0"/>
                        </a:lnTo>
                        <a:cubicBezTo>
                          <a:pt x="1475" y="0"/>
                          <a:pt x="0" y="4834"/>
                          <a:pt x="0" y="10798"/>
                        </a:cubicBezTo>
                        <a:cubicBezTo>
                          <a:pt x="0" y="16762"/>
                          <a:pt x="1475" y="21600"/>
                          <a:pt x="3295" y="21600"/>
                        </a:cubicBezTo>
                        <a:lnTo>
                          <a:pt x="18305" y="21600"/>
                        </a:lnTo>
                        <a:cubicBezTo>
                          <a:pt x="20124" y="21600"/>
                          <a:pt x="21600" y="16762"/>
                          <a:pt x="21600" y="10798"/>
                        </a:cubicBezTo>
                        <a:cubicBezTo>
                          <a:pt x="21600" y="4834"/>
                          <a:pt x="20124" y="0"/>
                          <a:pt x="18305" y="0"/>
                        </a:cubicBezTo>
                        <a:close/>
                        <a:moveTo>
                          <a:pt x="18305" y="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0" name="Freeform: Shape 217">
                    <a:extLst>
                      <a:ext uri="{FF2B5EF4-FFF2-40B4-BE49-F238E27FC236}">
                        <a16:creationId xmlns:a16="http://schemas.microsoft.com/office/drawing/2014/main" id="{AD9D2974-176C-473F-B2A1-E42D0D2673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248"/>
                    <a:ext cx="181" cy="7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600" h="21600">
                        <a:moveTo>
                          <a:pt x="21600" y="10798"/>
                        </a:moveTo>
                        <a:cubicBezTo>
                          <a:pt x="21600" y="4834"/>
                          <a:pt x="20124" y="0"/>
                          <a:pt x="18304" y="0"/>
                        </a:cubicBezTo>
                        <a:lnTo>
                          <a:pt x="3295" y="0"/>
                        </a:lnTo>
                        <a:cubicBezTo>
                          <a:pt x="1475" y="0"/>
                          <a:pt x="0" y="4834"/>
                          <a:pt x="0" y="10798"/>
                        </a:cubicBezTo>
                        <a:cubicBezTo>
                          <a:pt x="0" y="16762"/>
                          <a:pt x="1475" y="21600"/>
                          <a:pt x="3295" y="21600"/>
                        </a:cubicBezTo>
                        <a:lnTo>
                          <a:pt x="18304" y="21600"/>
                        </a:lnTo>
                        <a:cubicBezTo>
                          <a:pt x="20124" y="21600"/>
                          <a:pt x="21600" y="16764"/>
                          <a:pt x="21600" y="10798"/>
                        </a:cubicBezTo>
                        <a:close/>
                        <a:moveTo>
                          <a:pt x="21600" y="10798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1" name="Freeform: Shape 218">
                    <a:extLst>
                      <a:ext uri="{FF2B5EF4-FFF2-40B4-BE49-F238E27FC236}">
                        <a16:creationId xmlns:a16="http://schemas.microsoft.com/office/drawing/2014/main" id="{015C5C04-7335-4C67-AB07-E2A4E0D98A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" y="64"/>
                    <a:ext cx="153" cy="153"/>
                  </a:xfrm>
                  <a:custGeom>
                    <a:avLst/>
                    <a:gdLst>
                      <a:gd name="T0" fmla="*/ 0 w 20488"/>
                      <a:gd name="T1" fmla="*/ 0 h 20489"/>
                      <a:gd name="T2" fmla="*/ 0 w 20488"/>
                      <a:gd name="T3" fmla="*/ 0 h 20489"/>
                      <a:gd name="T4" fmla="*/ 0 w 20488"/>
                      <a:gd name="T5" fmla="*/ 0 h 20489"/>
                      <a:gd name="T6" fmla="*/ 0 w 20488"/>
                      <a:gd name="T7" fmla="*/ 0 h 20489"/>
                      <a:gd name="T8" fmla="*/ 0 w 20488"/>
                      <a:gd name="T9" fmla="*/ 0 h 20489"/>
                      <a:gd name="T10" fmla="*/ 0 w 20488"/>
                      <a:gd name="T11" fmla="*/ 0 h 20489"/>
                      <a:gd name="T12" fmla="*/ 0 w 20488"/>
                      <a:gd name="T13" fmla="*/ 0 h 20489"/>
                      <a:gd name="T14" fmla="*/ 0 w 20488"/>
                      <a:gd name="T15" fmla="*/ 0 h 2048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0488" h="20489">
                        <a:moveTo>
                          <a:pt x="7697" y="19601"/>
                        </a:moveTo>
                        <a:lnTo>
                          <a:pt x="19601" y="7697"/>
                        </a:lnTo>
                        <a:cubicBezTo>
                          <a:pt x="21044" y="6253"/>
                          <a:pt x="20690" y="3557"/>
                          <a:pt x="18809" y="1678"/>
                        </a:cubicBezTo>
                        <a:cubicBezTo>
                          <a:pt x="16928" y="-203"/>
                          <a:pt x="14234" y="-555"/>
                          <a:pt x="12792" y="887"/>
                        </a:cubicBezTo>
                        <a:lnTo>
                          <a:pt x="888" y="12791"/>
                        </a:lnTo>
                        <a:cubicBezTo>
                          <a:pt x="-556" y="14235"/>
                          <a:pt x="-202" y="16928"/>
                          <a:pt x="1679" y="18809"/>
                        </a:cubicBezTo>
                        <a:cubicBezTo>
                          <a:pt x="3558" y="20690"/>
                          <a:pt x="6252" y="21045"/>
                          <a:pt x="7697" y="19601"/>
                        </a:cubicBezTo>
                        <a:close/>
                        <a:moveTo>
                          <a:pt x="7697" y="19601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2" name="Freeform: Shape 219">
                    <a:extLst>
                      <a:ext uri="{FF2B5EF4-FFF2-40B4-BE49-F238E27FC236}">
                        <a16:creationId xmlns:a16="http://schemas.microsoft.com/office/drawing/2014/main" id="{223E407F-444F-41E3-95B5-9525DE2DA6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" y="344"/>
                    <a:ext cx="153" cy="153"/>
                  </a:xfrm>
                  <a:custGeom>
                    <a:avLst/>
                    <a:gdLst>
                      <a:gd name="T0" fmla="*/ 0 w 20489"/>
                      <a:gd name="T1" fmla="*/ 0 h 20488"/>
                      <a:gd name="T2" fmla="*/ 0 w 20489"/>
                      <a:gd name="T3" fmla="*/ 0 h 20488"/>
                      <a:gd name="T4" fmla="*/ 0 w 20489"/>
                      <a:gd name="T5" fmla="*/ 0 h 20488"/>
                      <a:gd name="T6" fmla="*/ 0 w 20489"/>
                      <a:gd name="T7" fmla="*/ 0 h 20488"/>
                      <a:gd name="T8" fmla="*/ 0 w 20489"/>
                      <a:gd name="T9" fmla="*/ 0 h 20488"/>
                      <a:gd name="T10" fmla="*/ 0 w 20489"/>
                      <a:gd name="T11" fmla="*/ 0 h 20488"/>
                      <a:gd name="T12" fmla="*/ 0 w 20489"/>
                      <a:gd name="T13" fmla="*/ 0 h 20488"/>
                      <a:gd name="T14" fmla="*/ 0 w 20489"/>
                      <a:gd name="T15" fmla="*/ 0 h 2048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0489" h="20488">
                        <a:moveTo>
                          <a:pt x="12792" y="888"/>
                        </a:moveTo>
                        <a:lnTo>
                          <a:pt x="888" y="12792"/>
                        </a:lnTo>
                        <a:cubicBezTo>
                          <a:pt x="-556" y="14236"/>
                          <a:pt x="-202" y="16929"/>
                          <a:pt x="1679" y="18809"/>
                        </a:cubicBezTo>
                        <a:cubicBezTo>
                          <a:pt x="3558" y="20689"/>
                          <a:pt x="6253" y="21044"/>
                          <a:pt x="7697" y="19601"/>
                        </a:cubicBezTo>
                        <a:lnTo>
                          <a:pt x="19601" y="7697"/>
                        </a:lnTo>
                        <a:cubicBezTo>
                          <a:pt x="21044" y="6254"/>
                          <a:pt x="20690" y="3559"/>
                          <a:pt x="18810" y="1679"/>
                        </a:cubicBezTo>
                        <a:cubicBezTo>
                          <a:pt x="16929" y="-203"/>
                          <a:pt x="14235" y="-556"/>
                          <a:pt x="12792" y="888"/>
                        </a:cubicBezTo>
                        <a:close/>
                        <a:moveTo>
                          <a:pt x="12792" y="888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3" name="Freeform: Shape 220">
                    <a:extLst>
                      <a:ext uri="{FF2B5EF4-FFF2-40B4-BE49-F238E27FC236}">
                        <a16:creationId xmlns:a16="http://schemas.microsoft.com/office/drawing/2014/main" id="{7962D481-4E60-4E91-941D-751F43832F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" y="344"/>
                    <a:ext cx="153" cy="153"/>
                  </a:xfrm>
                  <a:custGeom>
                    <a:avLst/>
                    <a:gdLst>
                      <a:gd name="T0" fmla="*/ 0 w 20489"/>
                      <a:gd name="T1" fmla="*/ 0 h 20489"/>
                      <a:gd name="T2" fmla="*/ 0 w 20489"/>
                      <a:gd name="T3" fmla="*/ 0 h 20489"/>
                      <a:gd name="T4" fmla="*/ 0 w 20489"/>
                      <a:gd name="T5" fmla="*/ 0 h 20489"/>
                      <a:gd name="T6" fmla="*/ 0 w 20489"/>
                      <a:gd name="T7" fmla="*/ 0 h 20489"/>
                      <a:gd name="T8" fmla="*/ 0 w 20489"/>
                      <a:gd name="T9" fmla="*/ 0 h 20489"/>
                      <a:gd name="T10" fmla="*/ 0 w 20489"/>
                      <a:gd name="T11" fmla="*/ 0 h 20489"/>
                      <a:gd name="T12" fmla="*/ 0 w 20489"/>
                      <a:gd name="T13" fmla="*/ 0 h 20489"/>
                      <a:gd name="T14" fmla="*/ 0 w 20489"/>
                      <a:gd name="T15" fmla="*/ 0 h 2048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0489" h="20489">
                        <a:moveTo>
                          <a:pt x="7696" y="888"/>
                        </a:moveTo>
                        <a:cubicBezTo>
                          <a:pt x="6251" y="-556"/>
                          <a:pt x="3559" y="-202"/>
                          <a:pt x="1679" y="1678"/>
                        </a:cubicBezTo>
                        <a:cubicBezTo>
                          <a:pt x="-201" y="3558"/>
                          <a:pt x="-556" y="6251"/>
                          <a:pt x="888" y="7697"/>
                        </a:cubicBezTo>
                        <a:lnTo>
                          <a:pt x="12792" y="19601"/>
                        </a:lnTo>
                        <a:cubicBezTo>
                          <a:pt x="14236" y="21044"/>
                          <a:pt x="16932" y="20690"/>
                          <a:pt x="18811" y="18810"/>
                        </a:cubicBezTo>
                        <a:cubicBezTo>
                          <a:pt x="20691" y="16929"/>
                          <a:pt x="21044" y="14236"/>
                          <a:pt x="19601" y="12793"/>
                        </a:cubicBezTo>
                        <a:lnTo>
                          <a:pt x="7696" y="888"/>
                        </a:lnTo>
                        <a:close/>
                        <a:moveTo>
                          <a:pt x="7696" y="888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4" name="Freeform: Shape 221">
                    <a:extLst>
                      <a:ext uri="{FF2B5EF4-FFF2-40B4-BE49-F238E27FC236}">
                        <a16:creationId xmlns:a16="http://schemas.microsoft.com/office/drawing/2014/main" id="{EFCE4EA0-754C-4036-8105-1A1BE3948C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1" y="71"/>
                    <a:ext cx="154" cy="154"/>
                  </a:xfrm>
                  <a:custGeom>
                    <a:avLst/>
                    <a:gdLst>
                      <a:gd name="T0" fmla="*/ 0 w 20489"/>
                      <a:gd name="T1" fmla="*/ 0 h 20489"/>
                      <a:gd name="T2" fmla="*/ 0 w 20489"/>
                      <a:gd name="T3" fmla="*/ 0 h 20489"/>
                      <a:gd name="T4" fmla="*/ 0 w 20489"/>
                      <a:gd name="T5" fmla="*/ 0 h 20489"/>
                      <a:gd name="T6" fmla="*/ 0 w 20489"/>
                      <a:gd name="T7" fmla="*/ 0 h 20489"/>
                      <a:gd name="T8" fmla="*/ 0 w 20489"/>
                      <a:gd name="T9" fmla="*/ 0 h 20489"/>
                      <a:gd name="T10" fmla="*/ 0 w 20489"/>
                      <a:gd name="T11" fmla="*/ 0 h 20489"/>
                      <a:gd name="T12" fmla="*/ 0 w 20489"/>
                      <a:gd name="T13" fmla="*/ 0 h 20489"/>
                      <a:gd name="T14" fmla="*/ 0 w 20489"/>
                      <a:gd name="T15" fmla="*/ 0 h 2048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0489" h="20489">
                        <a:moveTo>
                          <a:pt x="12792" y="19602"/>
                        </a:moveTo>
                        <a:cubicBezTo>
                          <a:pt x="14235" y="21045"/>
                          <a:pt x="16930" y="20691"/>
                          <a:pt x="18811" y="18810"/>
                        </a:cubicBezTo>
                        <a:cubicBezTo>
                          <a:pt x="20691" y="16930"/>
                          <a:pt x="21044" y="14236"/>
                          <a:pt x="19601" y="12793"/>
                        </a:cubicBezTo>
                        <a:lnTo>
                          <a:pt x="7696" y="888"/>
                        </a:lnTo>
                        <a:cubicBezTo>
                          <a:pt x="6252" y="-555"/>
                          <a:pt x="3560" y="-202"/>
                          <a:pt x="1679" y="1679"/>
                        </a:cubicBezTo>
                        <a:cubicBezTo>
                          <a:pt x="-201" y="3559"/>
                          <a:pt x="-556" y="6254"/>
                          <a:pt x="887" y="7697"/>
                        </a:cubicBezTo>
                        <a:lnTo>
                          <a:pt x="12792" y="19602"/>
                        </a:lnTo>
                        <a:close/>
                        <a:moveTo>
                          <a:pt x="12792" y="19602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  <p:grpSp>
            <p:nvGrpSpPr>
              <p:cNvPr id="113" name="Group 200">
                <a:extLst>
                  <a:ext uri="{FF2B5EF4-FFF2-40B4-BE49-F238E27FC236}">
                    <a16:creationId xmlns:a16="http://schemas.microsoft.com/office/drawing/2014/main" id="{AF2EF860-AE1E-4DB4-8B69-6BC3B4945274}"/>
                  </a:ext>
                </a:extLst>
              </p:cNvPr>
              <p:cNvGrpSpPr/>
              <p:nvPr/>
            </p:nvGrpSpPr>
            <p:grpSpPr>
              <a:xfrm>
                <a:off x="8150432" y="5074916"/>
                <a:ext cx="489858" cy="489858"/>
                <a:chOff x="6262908" y="4599335"/>
                <a:chExt cx="1016000" cy="1016000"/>
              </a:xfrm>
              <a:effectLst/>
            </p:grpSpPr>
            <p:sp>
              <p:nvSpPr>
                <p:cNvPr id="120" name="Oval 207">
                  <a:extLst>
                    <a:ext uri="{FF2B5EF4-FFF2-40B4-BE49-F238E27FC236}">
                      <a16:creationId xmlns:a16="http://schemas.microsoft.com/office/drawing/2014/main" id="{2E3C4EEA-64E3-4015-A947-C06ABB6D03AB}"/>
                    </a:ext>
                  </a:extLst>
                </p:cNvPr>
                <p:cNvSpPr/>
                <p:nvPr/>
              </p:nvSpPr>
              <p:spPr>
                <a:xfrm>
                  <a:off x="6262908" y="4599335"/>
                  <a:ext cx="1016000" cy="1016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121" name="Group 208">
                  <a:extLst>
                    <a:ext uri="{FF2B5EF4-FFF2-40B4-BE49-F238E27FC236}">
                      <a16:creationId xmlns:a16="http://schemas.microsoft.com/office/drawing/2014/main" id="{17CCC64A-180F-437D-A77B-0859D2B04F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91562" y="4912675"/>
                  <a:ext cx="373277" cy="373276"/>
                  <a:chOff x="0" y="0"/>
                  <a:chExt cx="571" cy="576"/>
                </a:xfrm>
                <a:solidFill>
                  <a:srgbClr val="FFFFFF"/>
                </a:solidFill>
              </p:grpSpPr>
              <p:sp>
                <p:nvSpPr>
                  <p:cNvPr id="122" name="Freeform: Shape 209">
                    <a:extLst>
                      <a:ext uri="{FF2B5EF4-FFF2-40B4-BE49-F238E27FC236}">
                        <a16:creationId xmlns:a16="http://schemas.microsoft.com/office/drawing/2014/main" id="{E636C5AE-7587-4BD0-BA5D-0ECDBAFBA3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" y="368"/>
                    <a:ext cx="182" cy="20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w 21600"/>
                      <a:gd name="T17" fmla="*/ 0 h 21600"/>
                      <a:gd name="T18" fmla="*/ 0 w 21600"/>
                      <a:gd name="T19" fmla="*/ 0 h 21600"/>
                      <a:gd name="T20" fmla="*/ 0 w 21600"/>
                      <a:gd name="T21" fmla="*/ 0 h 2160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1600" h="21600">
                        <a:moveTo>
                          <a:pt x="0" y="0"/>
                        </a:moveTo>
                        <a:lnTo>
                          <a:pt x="4113" y="5025"/>
                        </a:lnTo>
                        <a:lnTo>
                          <a:pt x="4113" y="18406"/>
                        </a:lnTo>
                        <a:cubicBezTo>
                          <a:pt x="4113" y="20169"/>
                          <a:pt x="5748" y="21600"/>
                          <a:pt x="7763" y="21600"/>
                        </a:cubicBezTo>
                        <a:lnTo>
                          <a:pt x="17951" y="21600"/>
                        </a:lnTo>
                        <a:cubicBezTo>
                          <a:pt x="19966" y="21600"/>
                          <a:pt x="21600" y="20169"/>
                          <a:pt x="21600" y="18406"/>
                        </a:cubicBezTo>
                        <a:lnTo>
                          <a:pt x="17434" y="5025"/>
                        </a:lnTo>
                        <a:lnTo>
                          <a:pt x="19779" y="1821"/>
                        </a:lnTo>
                        <a:cubicBezTo>
                          <a:pt x="14571" y="906"/>
                          <a:pt x="9477" y="313"/>
                          <a:pt x="5095" y="313"/>
                        </a:cubicBezTo>
                        <a:cubicBezTo>
                          <a:pt x="3263" y="313"/>
                          <a:pt x="1571" y="201"/>
                          <a:pt x="0" y="0"/>
                        </a:cubicBezTo>
                        <a:close/>
                        <a:moveTo>
                          <a:pt x="0" y="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3" name="Freeform: Shape 210">
                    <a:extLst>
                      <a:ext uri="{FF2B5EF4-FFF2-40B4-BE49-F238E27FC236}">
                        <a16:creationId xmlns:a16="http://schemas.microsoft.com/office/drawing/2014/main" id="{7AB46E72-EB59-44DD-BA6B-BFC81E183B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" y="0"/>
                    <a:ext cx="395" cy="43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600" h="21600">
                        <a:moveTo>
                          <a:pt x="0" y="15750"/>
                        </a:moveTo>
                        <a:cubicBezTo>
                          <a:pt x="8522" y="16492"/>
                          <a:pt x="20175" y="20356"/>
                          <a:pt x="21600" y="21600"/>
                        </a:cubicBezTo>
                        <a:lnTo>
                          <a:pt x="21600" y="0"/>
                        </a:lnTo>
                        <a:cubicBezTo>
                          <a:pt x="19877" y="1348"/>
                          <a:pt x="8354" y="5075"/>
                          <a:pt x="0" y="5783"/>
                        </a:cubicBezTo>
                        <a:lnTo>
                          <a:pt x="0" y="15750"/>
                        </a:lnTo>
                        <a:close/>
                        <a:moveTo>
                          <a:pt x="0" y="1575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24" name="Freeform: Shape 211">
                    <a:extLst>
                      <a:ext uri="{FF2B5EF4-FFF2-40B4-BE49-F238E27FC236}">
                        <a16:creationId xmlns:a16="http://schemas.microsoft.com/office/drawing/2014/main" id="{1393F985-39DD-487A-959B-EBADA1FCA1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120"/>
                    <a:ext cx="114" cy="19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600" h="21600">
                        <a:moveTo>
                          <a:pt x="21600" y="21600"/>
                        </a:moveTo>
                        <a:lnTo>
                          <a:pt x="21600" y="0"/>
                        </a:lnTo>
                        <a:cubicBezTo>
                          <a:pt x="4123" y="761"/>
                          <a:pt x="0" y="7019"/>
                          <a:pt x="0" y="10870"/>
                        </a:cubicBezTo>
                        <a:cubicBezTo>
                          <a:pt x="0" y="15025"/>
                          <a:pt x="3935" y="20934"/>
                          <a:pt x="21600" y="21600"/>
                        </a:cubicBezTo>
                        <a:close/>
                        <a:moveTo>
                          <a:pt x="21600" y="21600"/>
                        </a:move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="" xmlns:lc="http://schemas.openxmlformats.org/drawingml/2006/lockedCanvas" xmlns:p14="http://schemas.microsoft.com/office/powerpoint/2010/main" xmlns:a14="http://schemas.microsoft.com/office/drawing/2010/main" w="25400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  <p:sp>
            <p:nvSpPr>
              <p:cNvPr id="114" name="Rectangle 201">
                <a:extLst>
                  <a:ext uri="{FF2B5EF4-FFF2-40B4-BE49-F238E27FC236}">
                    <a16:creationId xmlns:a16="http://schemas.microsoft.com/office/drawing/2014/main" id="{668ED8E7-495D-4F71-99B4-4C216FE31BA3}"/>
                  </a:ext>
                </a:extLst>
              </p:cNvPr>
              <p:cNvSpPr/>
              <p:nvPr/>
            </p:nvSpPr>
            <p:spPr>
              <a:xfrm>
                <a:off x="8693356" y="1630469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r>
                  <a:rPr lang="zh-CN" altLang="en-US" sz="1600" b="1" dirty="0">
                    <a:solidFill>
                      <a:schemeClr val="accent2"/>
                    </a:solidFill>
                  </a:rPr>
                  <a:t>输入标题文本</a:t>
                </a:r>
              </a:p>
            </p:txBody>
          </p:sp>
          <p:sp>
            <p:nvSpPr>
              <p:cNvPr id="115" name="Rectangle 202">
                <a:extLst>
                  <a:ext uri="{FF2B5EF4-FFF2-40B4-BE49-F238E27FC236}">
                    <a16:creationId xmlns:a16="http://schemas.microsoft.com/office/drawing/2014/main" id="{57F79B55-F2F0-493A-AD4C-FF068FA6C565}"/>
                  </a:ext>
                </a:extLst>
              </p:cNvPr>
              <p:cNvSpPr/>
              <p:nvPr/>
            </p:nvSpPr>
            <p:spPr>
              <a:xfrm>
                <a:off x="8693356" y="1876690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16" name="Rectangle 203">
                <a:extLst>
                  <a:ext uri="{FF2B5EF4-FFF2-40B4-BE49-F238E27FC236}">
                    <a16:creationId xmlns:a16="http://schemas.microsoft.com/office/drawing/2014/main" id="{E94E13B0-D4A3-4031-A303-5D6232123D2D}"/>
                  </a:ext>
                </a:extLst>
              </p:cNvPr>
              <p:cNvSpPr/>
              <p:nvPr/>
            </p:nvSpPr>
            <p:spPr>
              <a:xfrm>
                <a:off x="8693356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r>
                  <a:rPr lang="zh-CN" altLang="en-US" sz="1600" b="1" dirty="0">
                    <a:solidFill>
                      <a:schemeClr val="accent4"/>
                    </a:solidFill>
                  </a:rPr>
                  <a:t>输入标题文本</a:t>
                </a:r>
              </a:p>
            </p:txBody>
          </p:sp>
          <p:sp>
            <p:nvSpPr>
              <p:cNvPr id="117" name="Rectangle 204">
                <a:extLst>
                  <a:ext uri="{FF2B5EF4-FFF2-40B4-BE49-F238E27FC236}">
                    <a16:creationId xmlns:a16="http://schemas.microsoft.com/office/drawing/2014/main" id="{187DA2EF-F15B-4F41-AED4-D207C323A7F6}"/>
                  </a:ext>
                </a:extLst>
              </p:cNvPr>
              <p:cNvSpPr/>
              <p:nvPr/>
            </p:nvSpPr>
            <p:spPr>
              <a:xfrm>
                <a:off x="8693356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18" name="Rectangle 205">
                <a:extLst>
                  <a:ext uri="{FF2B5EF4-FFF2-40B4-BE49-F238E27FC236}">
                    <a16:creationId xmlns:a16="http://schemas.microsoft.com/office/drawing/2014/main" id="{D0E36C3A-21D5-48DF-876F-1CDDA02EF6C3}"/>
                  </a:ext>
                </a:extLst>
              </p:cNvPr>
              <p:cNvSpPr/>
              <p:nvPr/>
            </p:nvSpPr>
            <p:spPr>
              <a:xfrm>
                <a:off x="8693356" y="5023032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/>
              </a:bodyPr>
              <a:lstStyle/>
              <a:p>
                <a:r>
                  <a:rPr lang="zh-CN" altLang="en-US" sz="1600" b="1" dirty="0">
                    <a:solidFill>
                      <a:schemeClr val="accent6"/>
                    </a:solidFill>
                  </a:rPr>
                  <a:t>输入标题文本</a:t>
                </a:r>
              </a:p>
            </p:txBody>
          </p:sp>
          <p:sp>
            <p:nvSpPr>
              <p:cNvPr id="119" name="Rectangle 206">
                <a:extLst>
                  <a:ext uri="{FF2B5EF4-FFF2-40B4-BE49-F238E27FC236}">
                    <a16:creationId xmlns:a16="http://schemas.microsoft.com/office/drawing/2014/main" id="{D0830533-F44D-4449-9C95-24A64D4568C0}"/>
                  </a:ext>
                </a:extLst>
              </p:cNvPr>
              <p:cNvSpPr/>
              <p:nvPr/>
            </p:nvSpPr>
            <p:spPr>
              <a:xfrm>
                <a:off x="8693356" y="5269253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请替换文字内容复制你的内容到此</a:t>
                </a:r>
                <a:b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 dirty="0">
                    <a:solidFill>
                      <a:schemeClr val="dk1">
                        <a:lumMod val="100000"/>
                      </a:schemeClr>
                    </a:solidFill>
                  </a:rPr>
                  <a:t>千图网</a:t>
                </a:r>
                <a:r>
                  <a:rPr lang="en-US" altLang="zh-CN" sz="1100" dirty="0">
                    <a:solidFill>
                      <a:schemeClr val="dk1">
                        <a:lumMod val="100000"/>
                      </a:schemeClr>
                    </a:solidFill>
                  </a:rPr>
                  <a:t>58PIC.COM</a:t>
                </a:r>
                <a:endParaRPr lang="zh-CN" altLang="en-US" sz="11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</p:grpSp>
      </p:grpSp>
      <p:grpSp>
        <p:nvGrpSpPr>
          <p:cNvPr id="5" name="千图PPT彼岸天：ID 8661124库_组合 244">
            <a:extLst>
              <a:ext uri="{FF2B5EF4-FFF2-40B4-BE49-F238E27FC236}">
                <a16:creationId xmlns:a16="http://schemas.microsoft.com/office/drawing/2014/main" id="{C074ADCB-A76F-42F5-8345-D51457482FB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603576" y="2152651"/>
            <a:ext cx="2984850" cy="2929951"/>
            <a:chOff x="3990983" y="1563392"/>
            <a:chExt cx="4185447" cy="4108467"/>
          </a:xfrm>
        </p:grpSpPr>
        <p:sp>
          <p:nvSpPr>
            <p:cNvPr id="6" name="Oval 245">
              <a:extLst>
                <a:ext uri="{FF2B5EF4-FFF2-40B4-BE49-F238E27FC236}">
                  <a16:creationId xmlns:a16="http://schemas.microsoft.com/office/drawing/2014/main" id="{E70ADEF3-DA3C-4F5A-9CB9-F1960F502E76}"/>
                </a:ext>
              </a:extLst>
            </p:cNvPr>
            <p:cNvSpPr/>
            <p:nvPr/>
          </p:nvSpPr>
          <p:spPr>
            <a:xfrm>
              <a:off x="4393009" y="1991006"/>
              <a:ext cx="3444716" cy="3447727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7" name="Group 246">
              <a:extLst>
                <a:ext uri="{FF2B5EF4-FFF2-40B4-BE49-F238E27FC236}">
                  <a16:creationId xmlns:a16="http://schemas.microsoft.com/office/drawing/2014/main" id="{CD962FDE-A050-4931-8949-4B881214BFCC}"/>
                </a:ext>
              </a:extLst>
            </p:cNvPr>
            <p:cNvGrpSpPr/>
            <p:nvPr/>
          </p:nvGrpSpPr>
          <p:grpSpPr>
            <a:xfrm>
              <a:off x="4101458" y="1653440"/>
              <a:ext cx="4002716" cy="3942145"/>
              <a:chOff x="8809631" y="1360739"/>
              <a:chExt cx="4002716" cy="3942145"/>
            </a:xfrm>
          </p:grpSpPr>
          <p:sp>
            <p:nvSpPr>
              <p:cNvPr id="89" name="Freeform: Shape 328">
                <a:extLst>
                  <a:ext uri="{FF2B5EF4-FFF2-40B4-BE49-F238E27FC236}">
                    <a16:creationId xmlns:a16="http://schemas.microsoft.com/office/drawing/2014/main" id="{2D852EE3-0211-4AA9-9707-CE909407C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32169" y="2341648"/>
                <a:ext cx="482883" cy="1179447"/>
              </a:xfrm>
              <a:custGeom>
                <a:avLst/>
                <a:gdLst>
                  <a:gd name="T0" fmla="*/ 7 w 287"/>
                  <a:gd name="T1" fmla="*/ 417 h 701"/>
                  <a:gd name="T2" fmla="*/ 230 w 287"/>
                  <a:gd name="T3" fmla="*/ 701 h 701"/>
                  <a:gd name="T4" fmla="*/ 287 w 287"/>
                  <a:gd name="T5" fmla="*/ 310 h 701"/>
                  <a:gd name="T6" fmla="*/ 0 w 287"/>
                  <a:gd name="T7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7" h="701">
                    <a:moveTo>
                      <a:pt x="7" y="417"/>
                    </a:moveTo>
                    <a:lnTo>
                      <a:pt x="230" y="701"/>
                    </a:lnTo>
                    <a:lnTo>
                      <a:pt x="287" y="31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Freeform: Shape 329">
                <a:extLst>
                  <a:ext uri="{FF2B5EF4-FFF2-40B4-BE49-F238E27FC236}">
                    <a16:creationId xmlns:a16="http://schemas.microsoft.com/office/drawing/2014/main" id="{874DFA58-01B6-474F-BF2F-52E9D8B73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4851" y="1360739"/>
                <a:ext cx="1467158" cy="3428976"/>
              </a:xfrm>
              <a:custGeom>
                <a:avLst/>
                <a:gdLst>
                  <a:gd name="T0" fmla="*/ 853 w 872"/>
                  <a:gd name="T1" fmla="*/ 2038 h 2038"/>
                  <a:gd name="T2" fmla="*/ 500 w 872"/>
                  <a:gd name="T3" fmla="*/ 1597 h 2038"/>
                  <a:gd name="T4" fmla="*/ 265 w 872"/>
                  <a:gd name="T5" fmla="*/ 1723 h 2038"/>
                  <a:gd name="T6" fmla="*/ 225 w 872"/>
                  <a:gd name="T7" fmla="*/ 1758 h 2038"/>
                  <a:gd name="T8" fmla="*/ 242 w 872"/>
                  <a:gd name="T9" fmla="*/ 2023 h 2038"/>
                  <a:gd name="T10" fmla="*/ 872 w 872"/>
                  <a:gd name="T11" fmla="*/ 2023 h 2038"/>
                  <a:gd name="T12" fmla="*/ 493 w 872"/>
                  <a:gd name="T13" fmla="*/ 1173 h 2038"/>
                  <a:gd name="T14" fmla="*/ 749 w 872"/>
                  <a:gd name="T15" fmla="*/ 533 h 2038"/>
                  <a:gd name="T16" fmla="*/ 772 w 872"/>
                  <a:gd name="T17" fmla="*/ 986 h 2038"/>
                  <a:gd name="T18" fmla="*/ 498 w 872"/>
                  <a:gd name="T19" fmla="*/ 1133 h 2038"/>
                  <a:gd name="T20" fmla="*/ 443 w 872"/>
                  <a:gd name="T21" fmla="*/ 796 h 2038"/>
                  <a:gd name="T22" fmla="*/ 725 w 872"/>
                  <a:gd name="T23" fmla="*/ 536 h 2038"/>
                  <a:gd name="T24" fmla="*/ 0 w 872"/>
                  <a:gd name="T25" fmla="*/ 0 h 20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2" h="2038">
                    <a:moveTo>
                      <a:pt x="853" y="2038"/>
                    </a:moveTo>
                    <a:lnTo>
                      <a:pt x="500" y="1597"/>
                    </a:lnTo>
                    <a:lnTo>
                      <a:pt x="265" y="1723"/>
                    </a:lnTo>
                    <a:lnTo>
                      <a:pt x="225" y="1758"/>
                    </a:lnTo>
                    <a:lnTo>
                      <a:pt x="242" y="2023"/>
                    </a:lnTo>
                    <a:lnTo>
                      <a:pt x="872" y="2023"/>
                    </a:lnTo>
                    <a:lnTo>
                      <a:pt x="493" y="1173"/>
                    </a:lnTo>
                    <a:lnTo>
                      <a:pt x="749" y="533"/>
                    </a:lnTo>
                    <a:lnTo>
                      <a:pt x="772" y="986"/>
                    </a:lnTo>
                    <a:lnTo>
                      <a:pt x="498" y="1133"/>
                    </a:lnTo>
                    <a:lnTo>
                      <a:pt x="443" y="796"/>
                    </a:lnTo>
                    <a:lnTo>
                      <a:pt x="725" y="53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Straight Connector 330">
                <a:extLst>
                  <a:ext uri="{FF2B5EF4-FFF2-40B4-BE49-F238E27FC236}">
                    <a16:creationId xmlns:a16="http://schemas.microsoft.com/office/drawing/2014/main" id="{C9D18E77-4A72-42A9-B7E2-D6F0EC927E3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798953" y="2074128"/>
                <a:ext cx="1033068" cy="7133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Freeform: Shape 331">
                <a:extLst>
                  <a:ext uri="{FF2B5EF4-FFF2-40B4-BE49-F238E27FC236}">
                    <a16:creationId xmlns:a16="http://schemas.microsoft.com/office/drawing/2014/main" id="{0C196002-66E4-44BC-85A8-739D08F87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09631" y="1392707"/>
                <a:ext cx="3923638" cy="3834464"/>
              </a:xfrm>
              <a:custGeom>
                <a:avLst/>
                <a:gdLst>
                  <a:gd name="T0" fmla="*/ 974 w 2332"/>
                  <a:gd name="T1" fmla="*/ 0 h 2279"/>
                  <a:gd name="T2" fmla="*/ 1581 w 2332"/>
                  <a:gd name="T3" fmla="*/ 81 h 2279"/>
                  <a:gd name="T4" fmla="*/ 2059 w 2332"/>
                  <a:gd name="T5" fmla="*/ 360 h 2279"/>
                  <a:gd name="T6" fmla="*/ 2332 w 2332"/>
                  <a:gd name="T7" fmla="*/ 820 h 2279"/>
                  <a:gd name="T8" fmla="*/ 2249 w 2332"/>
                  <a:gd name="T9" fmla="*/ 1718 h 2279"/>
                  <a:gd name="T10" fmla="*/ 1652 w 2332"/>
                  <a:gd name="T11" fmla="*/ 2279 h 2279"/>
                  <a:gd name="T12" fmla="*/ 714 w 2332"/>
                  <a:gd name="T13" fmla="*/ 2279 h 2279"/>
                  <a:gd name="T14" fmla="*/ 57 w 2332"/>
                  <a:gd name="T15" fmla="*/ 1649 h 2279"/>
                  <a:gd name="T16" fmla="*/ 0 w 2332"/>
                  <a:gd name="T17" fmla="*/ 967 h 2279"/>
                  <a:gd name="T18" fmla="*/ 221 w 2332"/>
                  <a:gd name="T19" fmla="*/ 448 h 2279"/>
                  <a:gd name="T20" fmla="*/ 974 w 2332"/>
                  <a:gd name="T21" fmla="*/ 0 h 2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32" h="2279">
                    <a:moveTo>
                      <a:pt x="974" y="0"/>
                    </a:moveTo>
                    <a:lnTo>
                      <a:pt x="1581" y="81"/>
                    </a:lnTo>
                    <a:lnTo>
                      <a:pt x="2059" y="360"/>
                    </a:lnTo>
                    <a:lnTo>
                      <a:pt x="2332" y="820"/>
                    </a:lnTo>
                    <a:lnTo>
                      <a:pt x="2249" y="1718"/>
                    </a:lnTo>
                    <a:lnTo>
                      <a:pt x="1652" y="2279"/>
                    </a:lnTo>
                    <a:lnTo>
                      <a:pt x="714" y="2279"/>
                    </a:lnTo>
                    <a:lnTo>
                      <a:pt x="57" y="1649"/>
                    </a:lnTo>
                    <a:lnTo>
                      <a:pt x="0" y="967"/>
                    </a:lnTo>
                    <a:lnTo>
                      <a:pt x="221" y="448"/>
                    </a:lnTo>
                    <a:lnTo>
                      <a:pt x="974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Freeform: Shape 332">
                <a:extLst>
                  <a:ext uri="{FF2B5EF4-FFF2-40B4-BE49-F238E27FC236}">
                    <a16:creationId xmlns:a16="http://schemas.microsoft.com/office/drawing/2014/main" id="{842DF00D-4DAB-419B-BD7C-1B57A7320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1468" y="1820067"/>
                <a:ext cx="3630879" cy="3407104"/>
              </a:xfrm>
              <a:custGeom>
                <a:avLst/>
                <a:gdLst>
                  <a:gd name="T0" fmla="*/ 0 w 2158"/>
                  <a:gd name="T1" fmla="*/ 194 h 2025"/>
                  <a:gd name="T2" fmla="*/ 651 w 2158"/>
                  <a:gd name="T3" fmla="*/ 0 h 2025"/>
                  <a:gd name="T4" fmla="*/ 981 w 2158"/>
                  <a:gd name="T5" fmla="*/ 151 h 2025"/>
                  <a:gd name="T6" fmla="*/ 1452 w 2158"/>
                  <a:gd name="T7" fmla="*/ 284 h 2025"/>
                  <a:gd name="T8" fmla="*/ 2158 w 2158"/>
                  <a:gd name="T9" fmla="*/ 578 h 2025"/>
                  <a:gd name="T10" fmla="*/ 1746 w 2158"/>
                  <a:gd name="T11" fmla="*/ 966 h 2025"/>
                  <a:gd name="T12" fmla="*/ 2059 w 2158"/>
                  <a:gd name="T13" fmla="*/ 1464 h 2025"/>
                  <a:gd name="T14" fmla="*/ 1618 w 2158"/>
                  <a:gd name="T15" fmla="*/ 1724 h 2025"/>
                  <a:gd name="T16" fmla="*/ 528 w 2158"/>
                  <a:gd name="T17" fmla="*/ 2025 h 2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8" h="2025">
                    <a:moveTo>
                      <a:pt x="0" y="194"/>
                    </a:moveTo>
                    <a:lnTo>
                      <a:pt x="651" y="0"/>
                    </a:lnTo>
                    <a:lnTo>
                      <a:pt x="981" y="151"/>
                    </a:lnTo>
                    <a:lnTo>
                      <a:pt x="1452" y="284"/>
                    </a:lnTo>
                    <a:lnTo>
                      <a:pt x="2158" y="578"/>
                    </a:lnTo>
                    <a:lnTo>
                      <a:pt x="1746" y="966"/>
                    </a:lnTo>
                    <a:lnTo>
                      <a:pt x="2059" y="1464"/>
                    </a:lnTo>
                    <a:lnTo>
                      <a:pt x="1618" y="1724"/>
                    </a:lnTo>
                    <a:lnTo>
                      <a:pt x="528" y="202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Freeform: Shape 333">
                <a:extLst>
                  <a:ext uri="{FF2B5EF4-FFF2-40B4-BE49-F238E27FC236}">
                    <a16:creationId xmlns:a16="http://schemas.microsoft.com/office/drawing/2014/main" id="{F7B7A45C-3C35-4048-B087-078728F92E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1468" y="1397754"/>
                <a:ext cx="2937681" cy="3873162"/>
              </a:xfrm>
              <a:custGeom>
                <a:avLst/>
                <a:gdLst>
                  <a:gd name="T0" fmla="*/ 0 w 1746"/>
                  <a:gd name="T1" fmla="*/ 469 h 2302"/>
                  <a:gd name="T2" fmla="*/ 192 w 1746"/>
                  <a:gd name="T3" fmla="*/ 739 h 2302"/>
                  <a:gd name="T4" fmla="*/ 945 w 1746"/>
                  <a:gd name="T5" fmla="*/ 417 h 2302"/>
                  <a:gd name="T6" fmla="*/ 888 w 1746"/>
                  <a:gd name="T7" fmla="*/ 739 h 2302"/>
                  <a:gd name="T8" fmla="*/ 981 w 1746"/>
                  <a:gd name="T9" fmla="*/ 1729 h 2302"/>
                  <a:gd name="T10" fmla="*/ 1618 w 1746"/>
                  <a:gd name="T11" fmla="*/ 1975 h 2302"/>
                  <a:gd name="T12" fmla="*/ 1746 w 1746"/>
                  <a:gd name="T13" fmla="*/ 1236 h 2302"/>
                  <a:gd name="T14" fmla="*/ 1452 w 1746"/>
                  <a:gd name="T15" fmla="*/ 535 h 2302"/>
                  <a:gd name="T16" fmla="*/ 898 w 1746"/>
                  <a:gd name="T17" fmla="*/ 753 h 2302"/>
                  <a:gd name="T18" fmla="*/ 1220 w 1746"/>
                  <a:gd name="T19" fmla="*/ 1137 h 2302"/>
                  <a:gd name="T20" fmla="*/ 950 w 1746"/>
                  <a:gd name="T21" fmla="*/ 1717 h 2302"/>
                  <a:gd name="T22" fmla="*/ 945 w 1746"/>
                  <a:gd name="T23" fmla="*/ 1729 h 2302"/>
                  <a:gd name="T24" fmla="*/ 481 w 1746"/>
                  <a:gd name="T25" fmla="*/ 2302 h 2302"/>
                  <a:gd name="T26" fmla="*/ 239 w 1746"/>
                  <a:gd name="T27" fmla="*/ 1137 h 2302"/>
                  <a:gd name="T28" fmla="*/ 945 w 1746"/>
                  <a:gd name="T29" fmla="*/ 398 h 2302"/>
                  <a:gd name="T30" fmla="*/ 774 w 1746"/>
                  <a:gd name="T31" fmla="*/ 0 h 2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46" h="2302">
                    <a:moveTo>
                      <a:pt x="0" y="469"/>
                    </a:moveTo>
                    <a:lnTo>
                      <a:pt x="192" y="739"/>
                    </a:lnTo>
                    <a:lnTo>
                      <a:pt x="945" y="417"/>
                    </a:lnTo>
                    <a:lnTo>
                      <a:pt x="888" y="739"/>
                    </a:lnTo>
                    <a:lnTo>
                      <a:pt x="981" y="1729"/>
                    </a:lnTo>
                    <a:lnTo>
                      <a:pt x="1618" y="1975"/>
                    </a:lnTo>
                    <a:lnTo>
                      <a:pt x="1746" y="1236"/>
                    </a:lnTo>
                    <a:lnTo>
                      <a:pt x="1452" y="535"/>
                    </a:lnTo>
                    <a:lnTo>
                      <a:pt x="898" y="753"/>
                    </a:lnTo>
                    <a:lnTo>
                      <a:pt x="1220" y="1137"/>
                    </a:lnTo>
                    <a:lnTo>
                      <a:pt x="950" y="1717"/>
                    </a:lnTo>
                    <a:lnTo>
                      <a:pt x="945" y="1729"/>
                    </a:lnTo>
                    <a:lnTo>
                      <a:pt x="481" y="2302"/>
                    </a:lnTo>
                    <a:lnTo>
                      <a:pt x="239" y="1137"/>
                    </a:lnTo>
                    <a:lnTo>
                      <a:pt x="945" y="398"/>
                    </a:lnTo>
                    <a:lnTo>
                      <a:pt x="774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Freeform: Shape 334">
                <a:extLst>
                  <a:ext uri="{FF2B5EF4-FFF2-40B4-BE49-F238E27FC236}">
                    <a16:creationId xmlns:a16="http://schemas.microsoft.com/office/drawing/2014/main" id="{8A66B6CD-B0EC-4114-B6F4-79283AC4C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09631" y="2664692"/>
                <a:ext cx="1918073" cy="1845725"/>
              </a:xfrm>
              <a:custGeom>
                <a:avLst/>
                <a:gdLst>
                  <a:gd name="T0" fmla="*/ 469 w 1140"/>
                  <a:gd name="T1" fmla="*/ 327 h 1097"/>
                  <a:gd name="T2" fmla="*/ 588 w 1140"/>
                  <a:gd name="T3" fmla="*/ 52 h 1097"/>
                  <a:gd name="T4" fmla="*/ 389 w 1140"/>
                  <a:gd name="T5" fmla="*/ 0 h 1097"/>
                  <a:gd name="T6" fmla="*/ 0 w 1140"/>
                  <a:gd name="T7" fmla="*/ 211 h 1097"/>
                  <a:gd name="T8" fmla="*/ 263 w 1140"/>
                  <a:gd name="T9" fmla="*/ 453 h 1097"/>
                  <a:gd name="T10" fmla="*/ 71 w 1140"/>
                  <a:gd name="T11" fmla="*/ 905 h 1097"/>
                  <a:gd name="T12" fmla="*/ 541 w 1140"/>
                  <a:gd name="T13" fmla="*/ 948 h 1097"/>
                  <a:gd name="T14" fmla="*/ 770 w 1140"/>
                  <a:gd name="T15" fmla="*/ 1097 h 1097"/>
                  <a:gd name="T16" fmla="*/ 1140 w 1140"/>
                  <a:gd name="T17" fmla="*/ 983 h 1097"/>
                  <a:gd name="T18" fmla="*/ 541 w 1140"/>
                  <a:gd name="T19" fmla="*/ 917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0" h="1097">
                    <a:moveTo>
                      <a:pt x="469" y="327"/>
                    </a:moveTo>
                    <a:lnTo>
                      <a:pt x="588" y="52"/>
                    </a:lnTo>
                    <a:lnTo>
                      <a:pt x="389" y="0"/>
                    </a:lnTo>
                    <a:lnTo>
                      <a:pt x="0" y="211"/>
                    </a:lnTo>
                    <a:lnTo>
                      <a:pt x="263" y="453"/>
                    </a:lnTo>
                    <a:lnTo>
                      <a:pt x="71" y="905"/>
                    </a:lnTo>
                    <a:lnTo>
                      <a:pt x="541" y="948"/>
                    </a:lnTo>
                    <a:lnTo>
                      <a:pt x="770" y="1097"/>
                    </a:lnTo>
                    <a:lnTo>
                      <a:pt x="1140" y="983"/>
                    </a:lnTo>
                    <a:lnTo>
                      <a:pt x="541" y="917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Freeform: Shape 335">
                <a:extLst>
                  <a:ext uri="{FF2B5EF4-FFF2-40B4-BE49-F238E27FC236}">
                    <a16:creationId xmlns:a16="http://schemas.microsoft.com/office/drawing/2014/main" id="{C82E39A6-D937-4832-AF93-02C7F65E8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1599" y="2592344"/>
                <a:ext cx="686468" cy="718436"/>
              </a:xfrm>
              <a:custGeom>
                <a:avLst/>
                <a:gdLst>
                  <a:gd name="T0" fmla="*/ 375 w 408"/>
                  <a:gd name="T1" fmla="*/ 0 h 427"/>
                  <a:gd name="T2" fmla="*/ 408 w 408"/>
                  <a:gd name="T3" fmla="*/ 427 h 427"/>
                  <a:gd name="T4" fmla="*/ 0 w 408"/>
                  <a:gd name="T5" fmla="*/ 275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8" h="427">
                    <a:moveTo>
                      <a:pt x="375" y="0"/>
                    </a:moveTo>
                    <a:lnTo>
                      <a:pt x="408" y="427"/>
                    </a:lnTo>
                    <a:lnTo>
                      <a:pt x="0" y="27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Freeform: Shape 336">
                <a:extLst>
                  <a:ext uri="{FF2B5EF4-FFF2-40B4-BE49-F238E27FC236}">
                    <a16:creationId xmlns:a16="http://schemas.microsoft.com/office/drawing/2014/main" id="{CEF922E0-4649-4053-B212-996509F31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8067" y="1392707"/>
                <a:ext cx="2686985" cy="1199637"/>
              </a:xfrm>
              <a:custGeom>
                <a:avLst/>
                <a:gdLst>
                  <a:gd name="T0" fmla="*/ 0 w 1597"/>
                  <a:gd name="T1" fmla="*/ 713 h 713"/>
                  <a:gd name="T2" fmla="*/ 424 w 1597"/>
                  <a:gd name="T3" fmla="*/ 261 h 713"/>
                  <a:gd name="T4" fmla="*/ 547 w 1597"/>
                  <a:gd name="T5" fmla="*/ 0 h 713"/>
                  <a:gd name="T6" fmla="*/ 566 w 1597"/>
                  <a:gd name="T7" fmla="*/ 10 h 713"/>
                  <a:gd name="T8" fmla="*/ 1057 w 1597"/>
                  <a:gd name="T9" fmla="*/ 254 h 713"/>
                  <a:gd name="T10" fmla="*/ 1154 w 1597"/>
                  <a:gd name="T11" fmla="*/ 81 h 713"/>
                  <a:gd name="T12" fmla="*/ 1265 w 1597"/>
                  <a:gd name="T13" fmla="*/ 500 h 713"/>
                  <a:gd name="T14" fmla="*/ 1597 w 1597"/>
                  <a:gd name="T15" fmla="*/ 358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97" h="713">
                    <a:moveTo>
                      <a:pt x="0" y="713"/>
                    </a:moveTo>
                    <a:lnTo>
                      <a:pt x="424" y="261"/>
                    </a:lnTo>
                    <a:lnTo>
                      <a:pt x="547" y="0"/>
                    </a:lnTo>
                    <a:lnTo>
                      <a:pt x="566" y="10"/>
                    </a:lnTo>
                    <a:lnTo>
                      <a:pt x="1057" y="254"/>
                    </a:lnTo>
                    <a:lnTo>
                      <a:pt x="1154" y="81"/>
                    </a:lnTo>
                    <a:lnTo>
                      <a:pt x="1265" y="500"/>
                    </a:lnTo>
                    <a:lnTo>
                      <a:pt x="1597" y="358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Freeform: Shape 337">
                <a:extLst>
                  <a:ext uri="{FF2B5EF4-FFF2-40B4-BE49-F238E27FC236}">
                    <a16:creationId xmlns:a16="http://schemas.microsoft.com/office/drawing/2014/main" id="{573C3DA0-DA75-4EEF-A5D9-5DF4C9079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54988" y="2664692"/>
                <a:ext cx="1277033" cy="1653917"/>
              </a:xfrm>
              <a:custGeom>
                <a:avLst/>
                <a:gdLst>
                  <a:gd name="T0" fmla="*/ 0 w 759"/>
                  <a:gd name="T1" fmla="*/ 398 h 983"/>
                  <a:gd name="T2" fmla="*/ 759 w 759"/>
                  <a:gd name="T3" fmla="*/ 983 h 983"/>
                  <a:gd name="T4" fmla="*/ 552 w 759"/>
                  <a:gd name="T5" fmla="*/ 512 h 983"/>
                  <a:gd name="T6" fmla="*/ 759 w 759"/>
                  <a:gd name="T7" fmla="*/ 448 h 983"/>
                  <a:gd name="T8" fmla="*/ 652 w 759"/>
                  <a:gd name="T9" fmla="*/ 0 h 983"/>
                  <a:gd name="T10" fmla="*/ 34 w 759"/>
                  <a:gd name="T11" fmla="*/ 384 h 983"/>
                  <a:gd name="T12" fmla="*/ 541 w 759"/>
                  <a:gd name="T13" fmla="*/ 512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9" h="983">
                    <a:moveTo>
                      <a:pt x="0" y="398"/>
                    </a:moveTo>
                    <a:lnTo>
                      <a:pt x="759" y="983"/>
                    </a:lnTo>
                    <a:lnTo>
                      <a:pt x="552" y="512"/>
                    </a:lnTo>
                    <a:lnTo>
                      <a:pt x="759" y="448"/>
                    </a:lnTo>
                    <a:lnTo>
                      <a:pt x="652" y="0"/>
                    </a:lnTo>
                    <a:lnTo>
                      <a:pt x="34" y="384"/>
                    </a:lnTo>
                    <a:lnTo>
                      <a:pt x="541" y="51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Freeform: Shape 338">
                <a:extLst>
                  <a:ext uri="{FF2B5EF4-FFF2-40B4-BE49-F238E27FC236}">
                    <a16:creationId xmlns:a16="http://schemas.microsoft.com/office/drawing/2014/main" id="{A5696852-199A-49D4-969B-5C33FEB73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9856" y="3334335"/>
                <a:ext cx="780689" cy="489613"/>
              </a:xfrm>
              <a:custGeom>
                <a:avLst/>
                <a:gdLst>
                  <a:gd name="T0" fmla="*/ 0 w 464"/>
                  <a:gd name="T1" fmla="*/ 0 h 291"/>
                  <a:gd name="T2" fmla="*/ 296 w 464"/>
                  <a:gd name="T3" fmla="*/ 291 h 291"/>
                  <a:gd name="T4" fmla="*/ 464 w 464"/>
                  <a:gd name="T5" fmla="*/ 95 h 291"/>
                  <a:gd name="T6" fmla="*/ 0 w 46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4" h="291">
                    <a:moveTo>
                      <a:pt x="0" y="0"/>
                    </a:moveTo>
                    <a:lnTo>
                      <a:pt x="296" y="291"/>
                    </a:lnTo>
                    <a:lnTo>
                      <a:pt x="464" y="9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Freeform: Shape 339">
                <a:extLst>
                  <a:ext uri="{FF2B5EF4-FFF2-40B4-BE49-F238E27FC236}">
                    <a16:creationId xmlns:a16="http://schemas.microsoft.com/office/drawing/2014/main" id="{7A33CC71-6E89-4383-B05E-DC5B8623D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9280" y="3374716"/>
                <a:ext cx="1196272" cy="1928168"/>
              </a:xfrm>
              <a:custGeom>
                <a:avLst/>
                <a:gdLst>
                  <a:gd name="T0" fmla="*/ 711 w 711"/>
                  <a:gd name="T1" fmla="*/ 689 h 1146"/>
                  <a:gd name="T2" fmla="*/ 628 w 711"/>
                  <a:gd name="T3" fmla="*/ 1146 h 1146"/>
                  <a:gd name="T4" fmla="*/ 469 w 711"/>
                  <a:gd name="T5" fmla="*/ 533 h 1146"/>
                  <a:gd name="T6" fmla="*/ 280 w 711"/>
                  <a:gd name="T7" fmla="*/ 303 h 1146"/>
                  <a:gd name="T8" fmla="*/ 0 w 711"/>
                  <a:gd name="T9" fmla="*/ 452 h 1146"/>
                  <a:gd name="T10" fmla="*/ 344 w 711"/>
                  <a:gd name="T11" fmla="*/ 0 h 1146"/>
                  <a:gd name="T12" fmla="*/ 299 w 711"/>
                  <a:gd name="T13" fmla="*/ 291 h 1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1" h="1146">
                    <a:moveTo>
                      <a:pt x="711" y="689"/>
                    </a:moveTo>
                    <a:lnTo>
                      <a:pt x="628" y="1146"/>
                    </a:lnTo>
                    <a:lnTo>
                      <a:pt x="469" y="533"/>
                    </a:lnTo>
                    <a:lnTo>
                      <a:pt x="280" y="303"/>
                    </a:lnTo>
                    <a:lnTo>
                      <a:pt x="0" y="452"/>
                    </a:lnTo>
                    <a:lnTo>
                      <a:pt x="344" y="0"/>
                    </a:lnTo>
                    <a:lnTo>
                      <a:pt x="299" y="291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Straight Connector 340">
                <a:extLst>
                  <a:ext uri="{FF2B5EF4-FFF2-40B4-BE49-F238E27FC236}">
                    <a16:creationId xmlns:a16="http://schemas.microsoft.com/office/drawing/2014/main" id="{2945858E-8F98-48DC-807E-F3149477E66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607146" y="3374716"/>
                <a:ext cx="1224875" cy="75713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Straight Connector 341">
                <a:extLst>
                  <a:ext uri="{FF2B5EF4-FFF2-40B4-BE49-F238E27FC236}">
                    <a16:creationId xmlns:a16="http://schemas.microsoft.com/office/drawing/2014/main" id="{3F2DA494-BB53-4C22-A285-9072E5F1B4B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171307" y="2787516"/>
                <a:ext cx="498026" cy="8076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Freeform: Shape 342">
                <a:extLst>
                  <a:ext uri="{FF2B5EF4-FFF2-40B4-BE49-F238E27FC236}">
                    <a16:creationId xmlns:a16="http://schemas.microsoft.com/office/drawing/2014/main" id="{C23F3D7F-6CCE-45C6-B08F-5210095F7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23976" y="3521095"/>
                <a:ext cx="291076" cy="1268620"/>
              </a:xfrm>
              <a:custGeom>
                <a:avLst/>
                <a:gdLst>
                  <a:gd name="T0" fmla="*/ 0 w 173"/>
                  <a:gd name="T1" fmla="*/ 754 h 754"/>
                  <a:gd name="T2" fmla="*/ 173 w 173"/>
                  <a:gd name="T3" fmla="*/ 308 h 754"/>
                  <a:gd name="T4" fmla="*/ 116 w 173"/>
                  <a:gd name="T5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754">
                    <a:moveTo>
                      <a:pt x="0" y="754"/>
                    </a:moveTo>
                    <a:lnTo>
                      <a:pt x="173" y="308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Straight Connector 343">
                <a:extLst>
                  <a:ext uri="{FF2B5EF4-FFF2-40B4-BE49-F238E27FC236}">
                    <a16:creationId xmlns:a16="http://schemas.microsoft.com/office/drawing/2014/main" id="{747884CB-915C-479C-94B3-10CFDB7885F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2215052" y="4039311"/>
                <a:ext cx="454281" cy="27929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Straight Connector 344">
                <a:extLst>
                  <a:ext uri="{FF2B5EF4-FFF2-40B4-BE49-F238E27FC236}">
                    <a16:creationId xmlns:a16="http://schemas.microsoft.com/office/drawing/2014/main" id="{12B4794E-259B-41EF-B7FC-AE9E10A27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19660" y="3852552"/>
                <a:ext cx="72348" cy="937164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Straight Connector 345">
                <a:extLst>
                  <a:ext uri="{FF2B5EF4-FFF2-40B4-BE49-F238E27FC236}">
                    <a16:creationId xmlns:a16="http://schemas.microsoft.com/office/drawing/2014/main" id="{88A732B8-D34C-4C81-99FE-DFA528D06A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962157" y="4789715"/>
                <a:ext cx="844625" cy="51316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Straight Connector 346">
                <a:extLst>
                  <a:ext uri="{FF2B5EF4-FFF2-40B4-BE49-F238E27FC236}">
                    <a16:creationId xmlns:a16="http://schemas.microsoft.com/office/drawing/2014/main" id="{F67E9346-C147-4AF4-A7C0-408B3BE53E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727704" y="2684882"/>
                <a:ext cx="457646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Straight Connector 347">
                <a:extLst>
                  <a:ext uri="{FF2B5EF4-FFF2-40B4-BE49-F238E27FC236}">
                    <a16:creationId xmlns:a16="http://schemas.microsoft.com/office/drawing/2014/main" id="{DA91A5F8-DCF4-4B7E-89E4-B909FE0513A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870718" y="3310780"/>
                <a:ext cx="314631" cy="9926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Oval 247">
              <a:extLst>
                <a:ext uri="{FF2B5EF4-FFF2-40B4-BE49-F238E27FC236}">
                  <a16:creationId xmlns:a16="http://schemas.microsoft.com/office/drawing/2014/main" id="{7CD1EF6F-78F0-413A-9C59-FBB70C3A5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3178" y="2091795"/>
              <a:ext cx="136284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Oval 248">
              <a:extLst>
                <a:ext uri="{FF2B5EF4-FFF2-40B4-BE49-F238E27FC236}">
                  <a16:creationId xmlns:a16="http://schemas.microsoft.com/office/drawing/2014/main" id="{E981ADB4-4C9F-4A58-9F78-AF4B1D773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3421" y="3084482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Oval 249">
              <a:extLst>
                <a:ext uri="{FF2B5EF4-FFF2-40B4-BE49-F238E27FC236}">
                  <a16:creationId xmlns:a16="http://schemas.microsoft.com/office/drawing/2014/main" id="{F6963669-4F36-4380-AD28-EC9B563F4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538" y="3264511"/>
              <a:ext cx="134602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Oval 250">
              <a:extLst>
                <a:ext uri="{FF2B5EF4-FFF2-40B4-BE49-F238E27FC236}">
                  <a16:creationId xmlns:a16="http://schemas.microsoft.com/office/drawing/2014/main" id="{CEE01D83-9254-4692-A2EB-9064346AF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3719" y="2929690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Oval 251">
              <a:extLst>
                <a:ext uri="{FF2B5EF4-FFF2-40B4-BE49-F238E27FC236}">
                  <a16:creationId xmlns:a16="http://schemas.microsoft.com/office/drawing/2014/main" id="{B010D48D-B15E-4283-ACD2-A59EA5EE7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6965" y="3765903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Oval 252">
              <a:extLst>
                <a:ext uri="{FF2B5EF4-FFF2-40B4-BE49-F238E27FC236}">
                  <a16:creationId xmlns:a16="http://schemas.microsoft.com/office/drawing/2014/main" id="{A66A6737-A860-41F6-9ECA-616A9A09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322" y="3008768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Oval 253">
              <a:extLst>
                <a:ext uri="{FF2B5EF4-FFF2-40B4-BE49-F238E27FC236}">
                  <a16:creationId xmlns:a16="http://schemas.microsoft.com/office/drawing/2014/main" id="{6A0BE7FD-56C9-4C79-9E07-83403CE84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123" y="3669999"/>
              <a:ext cx="136284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Oval 254">
              <a:extLst>
                <a:ext uri="{FF2B5EF4-FFF2-40B4-BE49-F238E27FC236}">
                  <a16:creationId xmlns:a16="http://schemas.microsoft.com/office/drawing/2014/main" id="{40567728-E2CF-4EFD-A6F2-BDFF9CA9F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310" y="4112502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Oval 255">
              <a:extLst>
                <a:ext uri="{FF2B5EF4-FFF2-40B4-BE49-F238E27FC236}">
                  <a16:creationId xmlns:a16="http://schemas.microsoft.com/office/drawing/2014/main" id="{BA576CEF-D407-4629-A745-96BA7AE9B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7096" y="4731669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Oval 256">
              <a:extLst>
                <a:ext uri="{FF2B5EF4-FFF2-40B4-BE49-F238E27FC236}">
                  <a16:creationId xmlns:a16="http://schemas.microsoft.com/office/drawing/2014/main" id="{5E6B9149-5404-4670-95DA-B62C087CF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020" y="4268976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Oval 257">
              <a:extLst>
                <a:ext uri="{FF2B5EF4-FFF2-40B4-BE49-F238E27FC236}">
                  <a16:creationId xmlns:a16="http://schemas.microsoft.com/office/drawing/2014/main" id="{43185458-9D87-478D-B729-F1B8C1E68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7839" y="4073804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Oval 258">
              <a:extLst>
                <a:ext uri="{FF2B5EF4-FFF2-40B4-BE49-F238E27FC236}">
                  <a16:creationId xmlns:a16="http://schemas.microsoft.com/office/drawing/2014/main" id="{4B03D0E5-F4FD-4C8C-9D6B-3A9A4888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3421" y="4268976"/>
              <a:ext cx="134602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0" name="Group 259">
              <a:extLst>
                <a:ext uri="{FF2B5EF4-FFF2-40B4-BE49-F238E27FC236}">
                  <a16:creationId xmlns:a16="http://schemas.microsoft.com/office/drawing/2014/main" id="{354DC1FA-EB57-4600-B3A1-C49A3CA924FF}"/>
                </a:ext>
              </a:extLst>
            </p:cNvPr>
            <p:cNvGrpSpPr/>
            <p:nvPr/>
          </p:nvGrpSpPr>
          <p:grpSpPr>
            <a:xfrm>
              <a:off x="4707152" y="2248023"/>
              <a:ext cx="2414023" cy="2901694"/>
              <a:chOff x="4707152" y="2248023"/>
              <a:chExt cx="2414023" cy="2901694"/>
            </a:xfrm>
          </p:grpSpPr>
          <p:sp>
            <p:nvSpPr>
              <p:cNvPr id="72" name="Oval 311">
                <a:extLst>
                  <a:ext uri="{FF2B5EF4-FFF2-40B4-BE49-F238E27FC236}">
                    <a16:creationId xmlns:a16="http://schemas.microsoft.com/office/drawing/2014/main" id="{EFB34F61-0FC9-4AC8-8C7D-82E112EA6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4864" y="5013433"/>
                <a:ext cx="136284" cy="136284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 w="12700" cap="flat" cmpd="sng" algn="ctr">
                <a:solidFill>
                  <a:schemeClr val="bg1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73" name="Group 312">
                <a:extLst>
                  <a:ext uri="{FF2B5EF4-FFF2-40B4-BE49-F238E27FC236}">
                    <a16:creationId xmlns:a16="http://schemas.microsoft.com/office/drawing/2014/main" id="{D33F6B07-49CA-45E3-B8D5-3B1F5089FA49}"/>
                  </a:ext>
                </a:extLst>
              </p:cNvPr>
              <p:cNvGrpSpPr/>
              <p:nvPr/>
            </p:nvGrpSpPr>
            <p:grpSpPr>
              <a:xfrm>
                <a:off x="4707152" y="2248023"/>
                <a:ext cx="2414023" cy="2522443"/>
                <a:chOff x="4707152" y="2248023"/>
                <a:chExt cx="2414023" cy="2522443"/>
              </a:xfrm>
            </p:grpSpPr>
            <p:grpSp>
              <p:nvGrpSpPr>
                <p:cNvPr id="74" name="Group 313">
                  <a:extLst>
                    <a:ext uri="{FF2B5EF4-FFF2-40B4-BE49-F238E27FC236}">
                      <a16:creationId xmlns:a16="http://schemas.microsoft.com/office/drawing/2014/main" id="{AF4CCF94-2CF6-4919-8E12-901EBE822F42}"/>
                    </a:ext>
                  </a:extLst>
                </p:cNvPr>
                <p:cNvGrpSpPr/>
                <p:nvPr/>
              </p:nvGrpSpPr>
              <p:grpSpPr>
                <a:xfrm>
                  <a:off x="6792726" y="2408141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7" name="Oval 326">
                    <a:extLst>
                      <a:ext uri="{FF2B5EF4-FFF2-40B4-BE49-F238E27FC236}">
                        <a16:creationId xmlns:a16="http://schemas.microsoft.com/office/drawing/2014/main" id="{45F10272-EA57-42C3-9DAC-58E0970E726F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8" name="Oval 327">
                    <a:extLst>
                      <a:ext uri="{FF2B5EF4-FFF2-40B4-BE49-F238E27FC236}">
                        <a16:creationId xmlns:a16="http://schemas.microsoft.com/office/drawing/2014/main" id="{5A2556C1-4D31-4D46-9DCE-0868D9268CC1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75" name="Group 314">
                  <a:extLst>
                    <a:ext uri="{FF2B5EF4-FFF2-40B4-BE49-F238E27FC236}">
                      <a16:creationId xmlns:a16="http://schemas.microsoft.com/office/drawing/2014/main" id="{47A0B8EB-C61F-4BEF-8E53-B999003FF4F7}"/>
                    </a:ext>
                  </a:extLst>
                </p:cNvPr>
                <p:cNvGrpSpPr/>
                <p:nvPr/>
              </p:nvGrpSpPr>
              <p:grpSpPr>
                <a:xfrm>
                  <a:off x="5832354" y="2796766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5" name="Oval 324">
                    <a:extLst>
                      <a:ext uri="{FF2B5EF4-FFF2-40B4-BE49-F238E27FC236}">
                        <a16:creationId xmlns:a16="http://schemas.microsoft.com/office/drawing/2014/main" id="{74263B27-2DEE-4220-8BBB-B1A8B52D0A3A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6" name="Oval 325">
                    <a:extLst>
                      <a:ext uri="{FF2B5EF4-FFF2-40B4-BE49-F238E27FC236}">
                        <a16:creationId xmlns:a16="http://schemas.microsoft.com/office/drawing/2014/main" id="{DA2A2C57-6816-4288-9851-ECE82B7DF2AB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76" name="Group 315">
                  <a:extLst>
                    <a:ext uri="{FF2B5EF4-FFF2-40B4-BE49-F238E27FC236}">
                      <a16:creationId xmlns:a16="http://schemas.microsoft.com/office/drawing/2014/main" id="{F99EDD58-C77B-4649-836B-F4601AA0D320}"/>
                    </a:ext>
                  </a:extLst>
                </p:cNvPr>
                <p:cNvGrpSpPr/>
                <p:nvPr/>
              </p:nvGrpSpPr>
              <p:grpSpPr>
                <a:xfrm>
                  <a:off x="4707152" y="346236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3" name="Oval 322">
                    <a:extLst>
                      <a:ext uri="{FF2B5EF4-FFF2-40B4-BE49-F238E27FC236}">
                        <a16:creationId xmlns:a16="http://schemas.microsoft.com/office/drawing/2014/main" id="{3E2BC052-1933-4747-B2B0-6B614545D4FC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4" name="Oval 323">
                    <a:extLst>
                      <a:ext uri="{FF2B5EF4-FFF2-40B4-BE49-F238E27FC236}">
                        <a16:creationId xmlns:a16="http://schemas.microsoft.com/office/drawing/2014/main" id="{B0E8392C-AA1E-4F2F-BB87-0DDC48521E5C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77" name="Group 316">
                  <a:extLst>
                    <a:ext uri="{FF2B5EF4-FFF2-40B4-BE49-F238E27FC236}">
                      <a16:creationId xmlns:a16="http://schemas.microsoft.com/office/drawing/2014/main" id="{C6749702-05AE-43D2-8F1C-3418765E51D6}"/>
                    </a:ext>
                  </a:extLst>
                </p:cNvPr>
                <p:cNvGrpSpPr/>
                <p:nvPr/>
              </p:nvGrpSpPr>
              <p:grpSpPr>
                <a:xfrm>
                  <a:off x="5940643" y="443991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1" name="Oval 320">
                    <a:extLst>
                      <a:ext uri="{FF2B5EF4-FFF2-40B4-BE49-F238E27FC236}">
                        <a16:creationId xmlns:a16="http://schemas.microsoft.com/office/drawing/2014/main" id="{E99C5B7E-79CB-4BD5-BC28-3B47FDF446F5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2" name="Oval 321">
                    <a:extLst>
                      <a:ext uri="{FF2B5EF4-FFF2-40B4-BE49-F238E27FC236}">
                        <a16:creationId xmlns:a16="http://schemas.microsoft.com/office/drawing/2014/main" id="{BAA8F911-19D8-479D-B54F-40C2046705DA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78" name="Group 317">
                  <a:extLst>
                    <a:ext uri="{FF2B5EF4-FFF2-40B4-BE49-F238E27FC236}">
                      <a16:creationId xmlns:a16="http://schemas.microsoft.com/office/drawing/2014/main" id="{C4B91A61-CE33-4160-A99B-E03F7716C741}"/>
                    </a:ext>
                  </a:extLst>
                </p:cNvPr>
                <p:cNvGrpSpPr/>
                <p:nvPr/>
              </p:nvGrpSpPr>
              <p:grpSpPr>
                <a:xfrm>
                  <a:off x="5995533" y="2248023"/>
                  <a:ext cx="206943" cy="208270"/>
                  <a:chOff x="4149281" y="1887719"/>
                  <a:chExt cx="224837" cy="226650"/>
                </a:xfrm>
              </p:grpSpPr>
              <p:sp>
                <p:nvSpPr>
                  <p:cNvPr id="79" name="Oval 318">
                    <a:extLst>
                      <a:ext uri="{FF2B5EF4-FFF2-40B4-BE49-F238E27FC236}">
                        <a16:creationId xmlns:a16="http://schemas.microsoft.com/office/drawing/2014/main" id="{1E1F101B-9016-4046-82F2-3E959EB7775F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80" name="Oval 319">
                    <a:extLst>
                      <a:ext uri="{FF2B5EF4-FFF2-40B4-BE49-F238E27FC236}">
                        <a16:creationId xmlns:a16="http://schemas.microsoft.com/office/drawing/2014/main" id="{EE2519E1-0BF6-4700-9B98-E4B2C2D00B66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</p:grpSp>
        <p:grpSp>
          <p:nvGrpSpPr>
            <p:cNvPr id="21" name="Group 260">
              <a:extLst>
                <a:ext uri="{FF2B5EF4-FFF2-40B4-BE49-F238E27FC236}">
                  <a16:creationId xmlns:a16="http://schemas.microsoft.com/office/drawing/2014/main" id="{0E52D16D-BF3D-4C07-8065-044F5D1A1263}"/>
                </a:ext>
              </a:extLst>
            </p:cNvPr>
            <p:cNvGrpSpPr/>
            <p:nvPr/>
          </p:nvGrpSpPr>
          <p:grpSpPr>
            <a:xfrm>
              <a:off x="5983836" y="3409773"/>
              <a:ext cx="1547693" cy="469425"/>
              <a:chOff x="5983836" y="3409773"/>
              <a:chExt cx="1547693" cy="469425"/>
            </a:xfrm>
          </p:grpSpPr>
          <p:grpSp>
            <p:nvGrpSpPr>
              <p:cNvPr id="63" name="Group 302">
                <a:extLst>
                  <a:ext uri="{FF2B5EF4-FFF2-40B4-BE49-F238E27FC236}">
                    <a16:creationId xmlns:a16="http://schemas.microsoft.com/office/drawing/2014/main" id="{AEFF5580-2B0B-4828-B0A8-F84EE67D6F11}"/>
                  </a:ext>
                </a:extLst>
              </p:cNvPr>
              <p:cNvGrpSpPr/>
              <p:nvPr/>
            </p:nvGrpSpPr>
            <p:grpSpPr>
              <a:xfrm>
                <a:off x="6383629" y="3409773"/>
                <a:ext cx="328449" cy="330554"/>
                <a:chOff x="4149281" y="1887719"/>
                <a:chExt cx="224837" cy="226650"/>
              </a:xfrm>
            </p:grpSpPr>
            <p:sp>
              <p:nvSpPr>
                <p:cNvPr id="70" name="Oval 309">
                  <a:extLst>
                    <a:ext uri="{FF2B5EF4-FFF2-40B4-BE49-F238E27FC236}">
                      <a16:creationId xmlns:a16="http://schemas.microsoft.com/office/drawing/2014/main" id="{90C4594F-1CC4-475F-83AB-0AE6EAA95043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1" name="Oval 310">
                  <a:extLst>
                    <a:ext uri="{FF2B5EF4-FFF2-40B4-BE49-F238E27FC236}">
                      <a16:creationId xmlns:a16="http://schemas.microsoft.com/office/drawing/2014/main" id="{17029005-7EBA-449B-BB48-79C8F0C0687F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64" name="Group 303">
                <a:extLst>
                  <a:ext uri="{FF2B5EF4-FFF2-40B4-BE49-F238E27FC236}">
                    <a16:creationId xmlns:a16="http://schemas.microsoft.com/office/drawing/2014/main" id="{78877E88-8C3D-4501-9B93-C029D164C817}"/>
                  </a:ext>
                </a:extLst>
              </p:cNvPr>
              <p:cNvGrpSpPr/>
              <p:nvPr/>
            </p:nvGrpSpPr>
            <p:grpSpPr>
              <a:xfrm>
                <a:off x="5983836" y="3624513"/>
                <a:ext cx="206943" cy="208270"/>
                <a:chOff x="4149281" y="1887719"/>
                <a:chExt cx="224837" cy="226650"/>
              </a:xfrm>
            </p:grpSpPr>
            <p:sp>
              <p:nvSpPr>
                <p:cNvPr id="68" name="Oval 307">
                  <a:extLst>
                    <a:ext uri="{FF2B5EF4-FFF2-40B4-BE49-F238E27FC236}">
                      <a16:creationId xmlns:a16="http://schemas.microsoft.com/office/drawing/2014/main" id="{88335FEA-2554-4E72-ABEB-2BA1BD783E2F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9" name="Oval 308">
                  <a:extLst>
                    <a:ext uri="{FF2B5EF4-FFF2-40B4-BE49-F238E27FC236}">
                      <a16:creationId xmlns:a16="http://schemas.microsoft.com/office/drawing/2014/main" id="{666AAD9C-3A5A-498A-A206-F62F2DA9F04A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65" name="Group 304">
                <a:extLst>
                  <a:ext uri="{FF2B5EF4-FFF2-40B4-BE49-F238E27FC236}">
                    <a16:creationId xmlns:a16="http://schemas.microsoft.com/office/drawing/2014/main" id="{34933C3B-8A11-41DF-8176-61C1133A7E9E}"/>
                  </a:ext>
                </a:extLst>
              </p:cNvPr>
              <p:cNvGrpSpPr/>
              <p:nvPr/>
            </p:nvGrpSpPr>
            <p:grpSpPr>
              <a:xfrm>
                <a:off x="7303891" y="3650101"/>
                <a:ext cx="227638" cy="229097"/>
                <a:chOff x="4149281" y="1887719"/>
                <a:chExt cx="224837" cy="226650"/>
              </a:xfrm>
            </p:grpSpPr>
            <p:sp>
              <p:nvSpPr>
                <p:cNvPr id="66" name="Oval 305">
                  <a:extLst>
                    <a:ext uri="{FF2B5EF4-FFF2-40B4-BE49-F238E27FC236}">
                      <a16:creationId xmlns:a16="http://schemas.microsoft.com/office/drawing/2014/main" id="{ACC8E371-B291-4F2A-8C19-D8C572AC0028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7" name="Oval 306">
                  <a:extLst>
                    <a:ext uri="{FF2B5EF4-FFF2-40B4-BE49-F238E27FC236}">
                      <a16:creationId xmlns:a16="http://schemas.microsoft.com/office/drawing/2014/main" id="{B9269A96-2A46-49E2-8F0C-4E79B642D3F9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22" name="Group 261">
              <a:extLst>
                <a:ext uri="{FF2B5EF4-FFF2-40B4-BE49-F238E27FC236}">
                  <a16:creationId xmlns:a16="http://schemas.microsoft.com/office/drawing/2014/main" id="{145B6982-AC40-4AAC-B233-F0B701FD56FD}"/>
                </a:ext>
              </a:extLst>
            </p:cNvPr>
            <p:cNvGrpSpPr/>
            <p:nvPr/>
          </p:nvGrpSpPr>
          <p:grpSpPr>
            <a:xfrm>
              <a:off x="3990983" y="1563392"/>
              <a:ext cx="4185447" cy="4108467"/>
              <a:chOff x="3990983" y="1563392"/>
              <a:chExt cx="4185447" cy="4108467"/>
            </a:xfrm>
          </p:grpSpPr>
          <p:grpSp>
            <p:nvGrpSpPr>
              <p:cNvPr id="23" name="Group 262">
                <a:extLst>
                  <a:ext uri="{FF2B5EF4-FFF2-40B4-BE49-F238E27FC236}">
                    <a16:creationId xmlns:a16="http://schemas.microsoft.com/office/drawing/2014/main" id="{995B1B1E-4CCB-4247-B788-F66C0AE2F8EF}"/>
                  </a:ext>
                </a:extLst>
              </p:cNvPr>
              <p:cNvGrpSpPr/>
              <p:nvPr/>
            </p:nvGrpSpPr>
            <p:grpSpPr>
              <a:xfrm>
                <a:off x="4085983" y="4338917"/>
                <a:ext cx="250401" cy="252007"/>
                <a:chOff x="4149281" y="1887719"/>
                <a:chExt cx="224837" cy="226650"/>
              </a:xfrm>
            </p:grpSpPr>
            <p:sp>
              <p:nvSpPr>
                <p:cNvPr id="61" name="Oval 300">
                  <a:extLst>
                    <a:ext uri="{FF2B5EF4-FFF2-40B4-BE49-F238E27FC236}">
                      <a16:creationId xmlns:a16="http://schemas.microsoft.com/office/drawing/2014/main" id="{BAF07556-43D2-4443-8C84-849A6E9628FE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2" name="Oval 301">
                  <a:extLst>
                    <a:ext uri="{FF2B5EF4-FFF2-40B4-BE49-F238E27FC236}">
                      <a16:creationId xmlns:a16="http://schemas.microsoft.com/office/drawing/2014/main" id="{EF7203B6-2190-411E-B89D-33FEE143F1C5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4" name="Group 263">
                <a:extLst>
                  <a:ext uri="{FF2B5EF4-FFF2-40B4-BE49-F238E27FC236}">
                    <a16:creationId xmlns:a16="http://schemas.microsoft.com/office/drawing/2014/main" id="{0D7BD3B7-F359-4D7F-814D-F24C3F417ACD}"/>
                  </a:ext>
                </a:extLst>
              </p:cNvPr>
              <p:cNvGrpSpPr/>
              <p:nvPr/>
            </p:nvGrpSpPr>
            <p:grpSpPr>
              <a:xfrm>
                <a:off x="5165128" y="5419852"/>
                <a:ext cx="250401" cy="252007"/>
                <a:chOff x="4149281" y="1887719"/>
                <a:chExt cx="224837" cy="226650"/>
              </a:xfrm>
            </p:grpSpPr>
            <p:sp>
              <p:nvSpPr>
                <p:cNvPr id="59" name="Oval 298">
                  <a:extLst>
                    <a:ext uri="{FF2B5EF4-FFF2-40B4-BE49-F238E27FC236}">
                      <a16:creationId xmlns:a16="http://schemas.microsoft.com/office/drawing/2014/main" id="{61C2A47B-610F-4451-9D87-0AEC752DBBA7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0" name="Oval 299">
                  <a:extLst>
                    <a:ext uri="{FF2B5EF4-FFF2-40B4-BE49-F238E27FC236}">
                      <a16:creationId xmlns:a16="http://schemas.microsoft.com/office/drawing/2014/main" id="{D8DEC4C5-7EEA-4BD2-8E96-85F530082E16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5" name="Group 264">
                <a:extLst>
                  <a:ext uri="{FF2B5EF4-FFF2-40B4-BE49-F238E27FC236}">
                    <a16:creationId xmlns:a16="http://schemas.microsoft.com/office/drawing/2014/main" id="{C005A77F-B978-4DC1-A2EB-FF9717012D7F}"/>
                  </a:ext>
                </a:extLst>
              </p:cNvPr>
              <p:cNvGrpSpPr/>
              <p:nvPr/>
            </p:nvGrpSpPr>
            <p:grpSpPr>
              <a:xfrm>
                <a:off x="6786047" y="5374409"/>
                <a:ext cx="250401" cy="252007"/>
                <a:chOff x="4149281" y="1887719"/>
                <a:chExt cx="224837" cy="226650"/>
              </a:xfrm>
            </p:grpSpPr>
            <p:sp>
              <p:nvSpPr>
                <p:cNvPr id="57" name="Oval 296">
                  <a:extLst>
                    <a:ext uri="{FF2B5EF4-FFF2-40B4-BE49-F238E27FC236}">
                      <a16:creationId xmlns:a16="http://schemas.microsoft.com/office/drawing/2014/main" id="{52BE977B-87D8-41B6-BE02-2F1C8420C4F5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" name="Oval 297">
                  <a:extLst>
                    <a:ext uri="{FF2B5EF4-FFF2-40B4-BE49-F238E27FC236}">
                      <a16:creationId xmlns:a16="http://schemas.microsoft.com/office/drawing/2014/main" id="{07301CF0-D2B3-4DAC-A067-6A60CE9C0D5A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6" name="Group 265">
                <a:extLst>
                  <a:ext uri="{FF2B5EF4-FFF2-40B4-BE49-F238E27FC236}">
                    <a16:creationId xmlns:a16="http://schemas.microsoft.com/office/drawing/2014/main" id="{067A4662-13A1-43AA-87EB-F436D5FECA94}"/>
                  </a:ext>
                </a:extLst>
              </p:cNvPr>
              <p:cNvGrpSpPr/>
              <p:nvPr/>
            </p:nvGrpSpPr>
            <p:grpSpPr>
              <a:xfrm>
                <a:off x="7853773" y="4463088"/>
                <a:ext cx="250401" cy="252007"/>
                <a:chOff x="4149281" y="1887719"/>
                <a:chExt cx="224837" cy="226650"/>
              </a:xfrm>
            </p:grpSpPr>
            <p:sp>
              <p:nvSpPr>
                <p:cNvPr id="55" name="Oval 294">
                  <a:extLst>
                    <a:ext uri="{FF2B5EF4-FFF2-40B4-BE49-F238E27FC236}">
                      <a16:creationId xmlns:a16="http://schemas.microsoft.com/office/drawing/2014/main" id="{A5C6F49A-D5FE-4AB2-9ACE-C72087035224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6" name="Oval 295">
                  <a:extLst>
                    <a:ext uri="{FF2B5EF4-FFF2-40B4-BE49-F238E27FC236}">
                      <a16:creationId xmlns:a16="http://schemas.microsoft.com/office/drawing/2014/main" id="{55C14559-6094-47F9-9904-F24AE67756D2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7" name="Oval 266">
                <a:extLst>
                  <a:ext uri="{FF2B5EF4-FFF2-40B4-BE49-F238E27FC236}">
                    <a16:creationId xmlns:a16="http://schemas.microsoft.com/office/drawing/2014/main" id="{F2CF96E2-DD04-435E-9276-C34EE5607703}"/>
                  </a:ext>
                </a:extLst>
              </p:cNvPr>
              <p:cNvSpPr/>
              <p:nvPr/>
            </p:nvSpPr>
            <p:spPr>
              <a:xfrm>
                <a:off x="7900989" y="2960836"/>
                <a:ext cx="275441" cy="277207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8" name="Group 267">
                <a:extLst>
                  <a:ext uri="{FF2B5EF4-FFF2-40B4-BE49-F238E27FC236}">
                    <a16:creationId xmlns:a16="http://schemas.microsoft.com/office/drawing/2014/main" id="{ACFF1C10-2A24-4BD0-A757-8BF9E6F7BA37}"/>
                  </a:ext>
                </a:extLst>
              </p:cNvPr>
              <p:cNvGrpSpPr/>
              <p:nvPr/>
            </p:nvGrpSpPr>
            <p:grpSpPr>
              <a:xfrm>
                <a:off x="7460264" y="2178046"/>
                <a:ext cx="206943" cy="208270"/>
                <a:chOff x="4149281" y="1887719"/>
                <a:chExt cx="224837" cy="226650"/>
              </a:xfrm>
            </p:grpSpPr>
            <p:sp>
              <p:nvSpPr>
                <p:cNvPr id="53" name="Oval 292">
                  <a:extLst>
                    <a:ext uri="{FF2B5EF4-FFF2-40B4-BE49-F238E27FC236}">
                      <a16:creationId xmlns:a16="http://schemas.microsoft.com/office/drawing/2014/main" id="{888B9A05-6A7B-4567-82BB-AA435A9CAB15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4" name="Oval 293">
                  <a:extLst>
                    <a:ext uri="{FF2B5EF4-FFF2-40B4-BE49-F238E27FC236}">
                      <a16:creationId xmlns:a16="http://schemas.microsoft.com/office/drawing/2014/main" id="{1D800A1A-EC23-4397-B653-48240F992AF8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9" name="Group 268">
                <a:extLst>
                  <a:ext uri="{FF2B5EF4-FFF2-40B4-BE49-F238E27FC236}">
                    <a16:creationId xmlns:a16="http://schemas.microsoft.com/office/drawing/2014/main" id="{45EEF984-ADD0-43B1-AA3A-2FC4319AA31B}"/>
                  </a:ext>
                </a:extLst>
              </p:cNvPr>
              <p:cNvGrpSpPr/>
              <p:nvPr/>
            </p:nvGrpSpPr>
            <p:grpSpPr>
              <a:xfrm>
                <a:off x="6673055" y="1696133"/>
                <a:ext cx="206943" cy="208270"/>
                <a:chOff x="4149281" y="1887719"/>
                <a:chExt cx="224837" cy="226650"/>
              </a:xfrm>
            </p:grpSpPr>
            <p:sp>
              <p:nvSpPr>
                <p:cNvPr id="51" name="Oval 290">
                  <a:extLst>
                    <a:ext uri="{FF2B5EF4-FFF2-40B4-BE49-F238E27FC236}">
                      <a16:creationId xmlns:a16="http://schemas.microsoft.com/office/drawing/2014/main" id="{29815B20-ADC6-48D8-A821-16730DA7CB1D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2" name="Oval 291">
                  <a:extLst>
                    <a:ext uri="{FF2B5EF4-FFF2-40B4-BE49-F238E27FC236}">
                      <a16:creationId xmlns:a16="http://schemas.microsoft.com/office/drawing/2014/main" id="{3281EBAD-D48A-42BB-B576-0D29C4DA1E12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0" name="Group 269">
                <a:extLst>
                  <a:ext uri="{FF2B5EF4-FFF2-40B4-BE49-F238E27FC236}">
                    <a16:creationId xmlns:a16="http://schemas.microsoft.com/office/drawing/2014/main" id="{7EEF190A-5A5B-4031-BE40-3E59313B01DD}"/>
                  </a:ext>
                </a:extLst>
              </p:cNvPr>
              <p:cNvGrpSpPr/>
              <p:nvPr/>
            </p:nvGrpSpPr>
            <p:grpSpPr>
              <a:xfrm>
                <a:off x="5636903" y="1563392"/>
                <a:ext cx="206943" cy="208270"/>
                <a:chOff x="4149281" y="1887719"/>
                <a:chExt cx="224837" cy="226650"/>
              </a:xfrm>
            </p:grpSpPr>
            <p:sp>
              <p:nvSpPr>
                <p:cNvPr id="49" name="Oval 288">
                  <a:extLst>
                    <a:ext uri="{FF2B5EF4-FFF2-40B4-BE49-F238E27FC236}">
                      <a16:creationId xmlns:a16="http://schemas.microsoft.com/office/drawing/2014/main" id="{30F7482F-832B-4CAD-B4FF-2368E2D028EC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" name="Oval 289">
                  <a:extLst>
                    <a:ext uri="{FF2B5EF4-FFF2-40B4-BE49-F238E27FC236}">
                      <a16:creationId xmlns:a16="http://schemas.microsoft.com/office/drawing/2014/main" id="{A9A1416C-4B69-41EF-A76E-E1103D469A38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1" name="Group 270">
                <a:extLst>
                  <a:ext uri="{FF2B5EF4-FFF2-40B4-BE49-F238E27FC236}">
                    <a16:creationId xmlns:a16="http://schemas.microsoft.com/office/drawing/2014/main" id="{5CA070EE-239F-4B58-A86B-79C310C516B0}"/>
                  </a:ext>
                </a:extLst>
              </p:cNvPr>
              <p:cNvGrpSpPr/>
              <p:nvPr/>
            </p:nvGrpSpPr>
            <p:grpSpPr>
              <a:xfrm>
                <a:off x="4353051" y="2331478"/>
                <a:ext cx="219675" cy="221084"/>
                <a:chOff x="4149281" y="1887719"/>
                <a:chExt cx="224837" cy="226650"/>
              </a:xfrm>
            </p:grpSpPr>
            <p:sp>
              <p:nvSpPr>
                <p:cNvPr id="47" name="Oval 286">
                  <a:extLst>
                    <a:ext uri="{FF2B5EF4-FFF2-40B4-BE49-F238E27FC236}">
                      <a16:creationId xmlns:a16="http://schemas.microsoft.com/office/drawing/2014/main" id="{8D4708DE-FDE3-48D2-BF7E-224DE72556F6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" name="Oval 287">
                  <a:extLst>
                    <a:ext uri="{FF2B5EF4-FFF2-40B4-BE49-F238E27FC236}">
                      <a16:creationId xmlns:a16="http://schemas.microsoft.com/office/drawing/2014/main" id="{268196C6-EDE5-4E05-9565-570E319C2ED6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2" name="Group 271">
                <a:extLst>
                  <a:ext uri="{FF2B5EF4-FFF2-40B4-BE49-F238E27FC236}">
                    <a16:creationId xmlns:a16="http://schemas.microsoft.com/office/drawing/2014/main" id="{43648CF0-BD8E-40B9-8A27-B709F02FB028}"/>
                  </a:ext>
                </a:extLst>
              </p:cNvPr>
              <p:cNvGrpSpPr/>
              <p:nvPr/>
            </p:nvGrpSpPr>
            <p:grpSpPr>
              <a:xfrm>
                <a:off x="3990983" y="3187984"/>
                <a:ext cx="219675" cy="221084"/>
                <a:chOff x="4149281" y="1887719"/>
                <a:chExt cx="224837" cy="226650"/>
              </a:xfrm>
            </p:grpSpPr>
            <p:sp>
              <p:nvSpPr>
                <p:cNvPr id="45" name="Oval 284">
                  <a:extLst>
                    <a:ext uri="{FF2B5EF4-FFF2-40B4-BE49-F238E27FC236}">
                      <a16:creationId xmlns:a16="http://schemas.microsoft.com/office/drawing/2014/main" id="{6D222367-DA04-45AA-BB02-7EBD97DA6206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" name="Oval 285">
                  <a:extLst>
                    <a:ext uri="{FF2B5EF4-FFF2-40B4-BE49-F238E27FC236}">
                      <a16:creationId xmlns:a16="http://schemas.microsoft.com/office/drawing/2014/main" id="{94DA8310-C619-4C60-B921-2F5435137C6C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3" name="Group 272">
                <a:extLst>
                  <a:ext uri="{FF2B5EF4-FFF2-40B4-BE49-F238E27FC236}">
                    <a16:creationId xmlns:a16="http://schemas.microsoft.com/office/drawing/2014/main" id="{F3F91A44-84DD-4D35-BE76-FEBF044D4E2C}"/>
                  </a:ext>
                </a:extLst>
              </p:cNvPr>
              <p:cNvGrpSpPr/>
              <p:nvPr/>
            </p:nvGrpSpPr>
            <p:grpSpPr>
              <a:xfrm>
                <a:off x="4705258" y="2828806"/>
                <a:ext cx="199705" cy="200984"/>
                <a:chOff x="4149281" y="1887719"/>
                <a:chExt cx="224837" cy="226650"/>
              </a:xfrm>
            </p:grpSpPr>
            <p:sp>
              <p:nvSpPr>
                <p:cNvPr id="43" name="Oval 282">
                  <a:extLst>
                    <a:ext uri="{FF2B5EF4-FFF2-40B4-BE49-F238E27FC236}">
                      <a16:creationId xmlns:a16="http://schemas.microsoft.com/office/drawing/2014/main" id="{F2B4FA84-2608-4472-974F-A33D2793EDD3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" name="Oval 283">
                  <a:extLst>
                    <a:ext uri="{FF2B5EF4-FFF2-40B4-BE49-F238E27FC236}">
                      <a16:creationId xmlns:a16="http://schemas.microsoft.com/office/drawing/2014/main" id="{881F7EB4-0656-4438-A3FB-0D591BE00E60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4" name="Group 273">
                <a:extLst>
                  <a:ext uri="{FF2B5EF4-FFF2-40B4-BE49-F238E27FC236}">
                    <a16:creationId xmlns:a16="http://schemas.microsoft.com/office/drawing/2014/main" id="{FE4D91CD-DEBA-4095-B479-25AD14C73623}"/>
                  </a:ext>
                </a:extLst>
              </p:cNvPr>
              <p:cNvGrpSpPr/>
              <p:nvPr/>
            </p:nvGrpSpPr>
            <p:grpSpPr>
              <a:xfrm>
                <a:off x="4867553" y="4396697"/>
                <a:ext cx="328449" cy="330554"/>
                <a:chOff x="4149281" y="1887719"/>
                <a:chExt cx="224837" cy="226650"/>
              </a:xfrm>
            </p:grpSpPr>
            <p:sp>
              <p:nvSpPr>
                <p:cNvPr id="41" name="Oval 280">
                  <a:extLst>
                    <a:ext uri="{FF2B5EF4-FFF2-40B4-BE49-F238E27FC236}">
                      <a16:creationId xmlns:a16="http://schemas.microsoft.com/office/drawing/2014/main" id="{C1182B17-6887-4ABD-9582-E63F265D44BF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" name="Oval 281">
                  <a:extLst>
                    <a:ext uri="{FF2B5EF4-FFF2-40B4-BE49-F238E27FC236}">
                      <a16:creationId xmlns:a16="http://schemas.microsoft.com/office/drawing/2014/main" id="{E9017C43-E009-4F4E-B87D-D8BB2951386B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5" name="Group 274">
                <a:extLst>
                  <a:ext uri="{FF2B5EF4-FFF2-40B4-BE49-F238E27FC236}">
                    <a16:creationId xmlns:a16="http://schemas.microsoft.com/office/drawing/2014/main" id="{1018A55B-A666-4DAA-AF76-661747AD2972}"/>
                  </a:ext>
                </a:extLst>
              </p:cNvPr>
              <p:cNvGrpSpPr/>
              <p:nvPr/>
            </p:nvGrpSpPr>
            <p:grpSpPr>
              <a:xfrm>
                <a:off x="5480832" y="1998704"/>
                <a:ext cx="206943" cy="208270"/>
                <a:chOff x="4149281" y="1887719"/>
                <a:chExt cx="224837" cy="226650"/>
              </a:xfrm>
            </p:grpSpPr>
            <p:sp>
              <p:nvSpPr>
                <p:cNvPr id="39" name="Oval 278">
                  <a:extLst>
                    <a:ext uri="{FF2B5EF4-FFF2-40B4-BE49-F238E27FC236}">
                      <a16:creationId xmlns:a16="http://schemas.microsoft.com/office/drawing/2014/main" id="{DB34BEBA-61A6-43DE-8AA6-6ABC02745901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" name="Oval 279">
                  <a:extLst>
                    <a:ext uri="{FF2B5EF4-FFF2-40B4-BE49-F238E27FC236}">
                      <a16:creationId xmlns:a16="http://schemas.microsoft.com/office/drawing/2014/main" id="{C58DAF17-4F40-47BE-B8CD-AE6B1222FBBC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6" name="Group 275">
                <a:extLst>
                  <a:ext uri="{FF2B5EF4-FFF2-40B4-BE49-F238E27FC236}">
                    <a16:creationId xmlns:a16="http://schemas.microsoft.com/office/drawing/2014/main" id="{066076DA-9081-4DBE-A44F-9D0B6AD8A9A5}"/>
                  </a:ext>
                </a:extLst>
              </p:cNvPr>
              <p:cNvGrpSpPr/>
              <p:nvPr/>
            </p:nvGrpSpPr>
            <p:grpSpPr>
              <a:xfrm>
                <a:off x="7068613" y="4908628"/>
                <a:ext cx="250402" cy="252007"/>
                <a:chOff x="4149281" y="1887719"/>
                <a:chExt cx="224837" cy="226650"/>
              </a:xfrm>
            </p:grpSpPr>
            <p:sp>
              <p:nvSpPr>
                <p:cNvPr id="37" name="Oval 276">
                  <a:extLst>
                    <a:ext uri="{FF2B5EF4-FFF2-40B4-BE49-F238E27FC236}">
                      <a16:creationId xmlns:a16="http://schemas.microsoft.com/office/drawing/2014/main" id="{A6DCDD91-6602-4EB7-A20E-1551E81DF9EA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Oval 277">
                  <a:extLst>
                    <a:ext uri="{FF2B5EF4-FFF2-40B4-BE49-F238E27FC236}">
                      <a16:creationId xmlns:a16="http://schemas.microsoft.com/office/drawing/2014/main" id="{E82D001C-641E-44AC-B967-84A8C85DFD59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4586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BCE2E82-F983-4E6E-AD52-78E4358517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525"/>
          <a:stretch/>
        </p:blipFill>
        <p:spPr>
          <a:xfrm>
            <a:off x="-31012" y="4125566"/>
            <a:ext cx="12254022" cy="13298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CC7B69-596A-4238-A09A-47872448D3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1299"/>
            <a:ext cx="4899388" cy="397383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7367824-D19E-42A7-B61E-106E518BA3FD}"/>
              </a:ext>
            </a:extLst>
          </p:cNvPr>
          <p:cNvSpPr/>
          <p:nvPr/>
        </p:nvSpPr>
        <p:spPr>
          <a:xfrm>
            <a:off x="0" y="5604734"/>
            <a:ext cx="12192000" cy="1253266"/>
          </a:xfrm>
          <a:prstGeom prst="rect">
            <a:avLst/>
          </a:prstGeom>
          <a:solidFill>
            <a:srgbClr val="4A9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505FD7-381F-4021-8EDF-F582D7B4F4AC}"/>
              </a:ext>
            </a:extLst>
          </p:cNvPr>
          <p:cNvSpPr txBox="1"/>
          <p:nvPr/>
        </p:nvSpPr>
        <p:spPr>
          <a:xfrm>
            <a:off x="9059278" y="702279"/>
            <a:ext cx="3021981" cy="221599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ctr">
              <a:defRPr sz="7200" b="1">
                <a:solidFill>
                  <a:schemeClr val="accent5">
                    <a:lumMod val="50000"/>
                  </a:schemeClr>
                </a:solidFill>
                <a:latin typeface="Agency FB" panose="020B0503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2019</a:t>
            </a:r>
            <a:endParaRPr kumimoji="0" lang="zh-CN" altLang="en-US" sz="13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10B0B-2E21-4DCC-B828-6BADC80F0273}"/>
              </a:ext>
            </a:extLst>
          </p:cNvPr>
          <p:cNvSpPr txBox="1"/>
          <p:nvPr/>
        </p:nvSpPr>
        <p:spPr>
          <a:xfrm>
            <a:off x="4388410" y="2539301"/>
            <a:ext cx="7803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感谢您的观看！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54B16E-CB1E-435D-81AB-5B8136F7ADB0}"/>
              </a:ext>
            </a:extLst>
          </p:cNvPr>
          <p:cNvSpPr txBox="1"/>
          <p:nvPr/>
        </p:nvSpPr>
        <p:spPr>
          <a:xfrm>
            <a:off x="4983489" y="3702377"/>
            <a:ext cx="7085594" cy="461665"/>
          </a:xfrm>
          <a:prstGeom prst="rect">
            <a:avLst/>
          </a:prstGeom>
          <a:noFill/>
          <a:effectLst>
            <a:outerShdw blurRad="114300" dist="38100" dir="5460000" algn="tr" rotWithShape="0">
              <a:prstClr val="black">
                <a:alpha val="16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适用于教育培训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学术报告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公开课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课题研究等模板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2B29883-2DB3-4BC9-BEBD-6F47CE4E8B38}"/>
              </a:ext>
            </a:extLst>
          </p:cNvPr>
          <p:cNvCxnSpPr>
            <a:cxnSpLocks/>
          </p:cNvCxnSpPr>
          <p:nvPr/>
        </p:nvCxnSpPr>
        <p:spPr>
          <a:xfrm>
            <a:off x="4825497" y="3600229"/>
            <a:ext cx="7061788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4">
            <a:extLst>
              <a:ext uri="{FF2B5EF4-FFF2-40B4-BE49-F238E27FC236}">
                <a16:creationId xmlns:a16="http://schemas.microsoft.com/office/drawing/2014/main" id="{E37A5F4E-2474-453E-AF73-70D9CC24A79B}"/>
              </a:ext>
            </a:extLst>
          </p:cNvPr>
          <p:cNvSpPr txBox="1"/>
          <p:nvPr/>
        </p:nvSpPr>
        <p:spPr>
          <a:xfrm>
            <a:off x="8894520" y="4241608"/>
            <a:ext cx="2956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姓名：</a:t>
            </a:r>
            <a:r>
              <a:rPr lang="en-US" altLang="zh-CN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lang="zh-CN" altLang="en-US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    日期：</a:t>
            </a:r>
            <a:r>
              <a:rPr lang="en-US" altLang="zh-CN" sz="1400" b="1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2017/12/30</a:t>
            </a:r>
            <a:endParaRPr lang="zh-CN" altLang="en-US" sz="1400" b="1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43C8E-BBD4-4AC3-B407-AD8DEE15D31E}"/>
              </a:ext>
            </a:extLst>
          </p:cNvPr>
          <p:cNvSpPr/>
          <p:nvPr/>
        </p:nvSpPr>
        <p:spPr>
          <a:xfrm>
            <a:off x="0" y="5455449"/>
            <a:ext cx="12192000" cy="116541"/>
          </a:xfrm>
          <a:prstGeom prst="rect">
            <a:avLst/>
          </a:prstGeom>
          <a:solidFill>
            <a:srgbClr val="4A9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7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65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6" presetClass="entr" presetSubtype="37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450"/>
                                </p:stCondLst>
                                <p:childTnLst>
                                  <p:par>
                                    <p:cTn id="1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7" grpId="0"/>
          <p:bldP spid="8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65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6" presetClass="entr" presetSubtype="37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450"/>
                                </p:stCondLst>
                                <p:childTnLst>
                                  <p:par>
                                    <p:cTn id="1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7" grpId="0"/>
          <p:bldP spid="8" grpId="0"/>
          <p:bldP spid="10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GuidesStyle_Normal&quot;,&quot;Name&quot;:&quot;正常&quot;,&quot;HeaderHeight&quot;:10.0,&quot;FooterHeight&quot;:4.0,&quot;SideMargin&quot;:3.0,&quot;TopMargin&quot;:3.0,&quot;BottomMargin&quot;:3.0,&quot;IntervalMargin&quot;:3.0}"/>
  <p:tag name="ISPRING_ULTRA_SCORM_COURSE_ID" val="B935AAFD-4A98-4EA9-B6EB-025CF1700A8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千图网海量PPT模板www.58pic.com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A9143"/>
      </a:accent1>
      <a:accent2>
        <a:srgbClr val="ED842F"/>
      </a:accent2>
      <a:accent3>
        <a:srgbClr val="976028"/>
      </a:accent3>
      <a:accent4>
        <a:srgbClr val="4A9143"/>
      </a:accent4>
      <a:accent5>
        <a:srgbClr val="ED842F"/>
      </a:accent5>
      <a:accent6>
        <a:srgbClr val="976028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.potx" id="{6E52BFE8-7310-4148-9E7B-5810933452AC}" vid="{282C971F-AF80-4E05-9940-F8AA833724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26</TotalTime>
  <Words>1670</Words>
  <Application>Microsoft Office PowerPoint</Application>
  <PresentationFormat>宽屏</PresentationFormat>
  <Paragraphs>322</Paragraphs>
  <Slides>24</Slides>
  <Notes>24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Agency FB</vt:lpstr>
      <vt:lpstr>华文细黑</vt:lpstr>
      <vt:lpstr>Arial</vt:lpstr>
      <vt:lpstr>微软雅黑</vt:lpstr>
      <vt:lpstr>等线</vt:lpstr>
      <vt:lpstr>Impact</vt:lpstr>
      <vt:lpstr>千图网海量PPT模板www.58pic.com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</dc:title>
  <dc:subject/>
  <dc:creator>柚子设计</dc:creator>
  <cp:keywords>MC-PPT模板</cp:keywords>
  <dc:description/>
  <cp:lastModifiedBy>Administrator</cp:lastModifiedBy>
  <cp:revision>13</cp:revision>
  <dcterms:created xsi:type="dcterms:W3CDTF">2017-09-16T11:34:42Z</dcterms:created>
  <dcterms:modified xsi:type="dcterms:W3CDTF">2018-10-21T02:50:00Z</dcterms:modified>
  <cp:category>模板</cp:category>
</cp:coreProperties>
</file>